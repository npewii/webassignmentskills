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9" r:id="rId2"/>
    <p:sldMasterId id="2147483696" r:id="rId3"/>
  </p:sldMasterIdLst>
  <p:notesMasterIdLst>
    <p:notesMasterId r:id="rId60"/>
  </p:notesMasterIdLst>
  <p:sldIdLst>
    <p:sldId id="1208" r:id="rId4"/>
    <p:sldId id="1142" r:id="rId5"/>
    <p:sldId id="1185" r:id="rId6"/>
    <p:sldId id="1213" r:id="rId7"/>
    <p:sldId id="1214" r:id="rId8"/>
    <p:sldId id="1215" r:id="rId9"/>
    <p:sldId id="1234" r:id="rId10"/>
    <p:sldId id="1235" r:id="rId11"/>
    <p:sldId id="1216" r:id="rId12"/>
    <p:sldId id="1217" r:id="rId13"/>
    <p:sldId id="1218" r:id="rId14"/>
    <p:sldId id="1175" r:id="rId15"/>
    <p:sldId id="1220" r:id="rId16"/>
    <p:sldId id="1193" r:id="rId17"/>
    <p:sldId id="1194" r:id="rId18"/>
    <p:sldId id="1232" r:id="rId19"/>
    <p:sldId id="1233" r:id="rId20"/>
    <p:sldId id="1209" r:id="rId21"/>
    <p:sldId id="1221" r:id="rId22"/>
    <p:sldId id="1222" r:id="rId23"/>
    <p:sldId id="1223" r:id="rId24"/>
    <p:sldId id="1224" r:id="rId25"/>
    <p:sldId id="1225" r:id="rId26"/>
    <p:sldId id="1226" r:id="rId27"/>
    <p:sldId id="1227" r:id="rId28"/>
    <p:sldId id="1228" r:id="rId29"/>
    <p:sldId id="1229" r:id="rId30"/>
    <p:sldId id="1230" r:id="rId31"/>
    <p:sldId id="1231" r:id="rId32"/>
    <p:sldId id="1251" r:id="rId33"/>
    <p:sldId id="1249" r:id="rId34"/>
    <p:sldId id="1210" r:id="rId35"/>
    <p:sldId id="1244" r:id="rId36"/>
    <p:sldId id="1236" r:id="rId37"/>
    <p:sldId id="1237" r:id="rId38"/>
    <p:sldId id="1240" r:id="rId39"/>
    <p:sldId id="1238" r:id="rId40"/>
    <p:sldId id="1239" r:id="rId41"/>
    <p:sldId id="1242" r:id="rId42"/>
    <p:sldId id="1211" r:id="rId43"/>
    <p:sldId id="1241" r:id="rId44"/>
    <p:sldId id="1252" r:id="rId45"/>
    <p:sldId id="1243" r:id="rId46"/>
    <p:sldId id="1248" r:id="rId47"/>
    <p:sldId id="1245" r:id="rId48"/>
    <p:sldId id="1246" r:id="rId49"/>
    <p:sldId id="1250" r:id="rId50"/>
    <p:sldId id="1247" r:id="rId51"/>
    <p:sldId id="1212" r:id="rId52"/>
    <p:sldId id="1164" r:id="rId53"/>
    <p:sldId id="1165" r:id="rId54"/>
    <p:sldId id="1166" r:id="rId55"/>
    <p:sldId id="1167" r:id="rId56"/>
    <p:sldId id="1141" r:id="rId57"/>
    <p:sldId id="1100" r:id="rId58"/>
    <p:sldId id="1082"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0000"/>
    <a:srgbClr val="7B4D1C"/>
    <a:srgbClr val="549E39"/>
    <a:srgbClr val="E8B7B7"/>
    <a:srgbClr val="89B732"/>
    <a:srgbClr val="0887AF"/>
    <a:srgbClr val="029576"/>
    <a:srgbClr val="BFCD3A"/>
    <a:srgbClr val="72A376"/>
    <a:srgbClr val="E8E4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36" autoAdjust="0"/>
    <p:restoredTop sz="94425" autoAdjust="0"/>
  </p:normalViewPr>
  <p:slideViewPr>
    <p:cSldViewPr>
      <p:cViewPr varScale="1">
        <p:scale>
          <a:sx n="89" d="100"/>
          <a:sy n="89" d="100"/>
        </p:scale>
        <p:origin x="84" y="9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AEA053-2735-4B76-839D-2A657B332D79}" type="doc">
      <dgm:prSet loTypeId="urn:microsoft.com/office/officeart/2005/8/layout/list1" loCatId="list" qsTypeId="urn:microsoft.com/office/officeart/2005/8/quickstyle/3d2" qsCatId="3D" csTypeId="urn:microsoft.com/office/officeart/2005/8/colors/colorful4" csCatId="colorful" phldr="1"/>
      <dgm:spPr/>
      <dgm:t>
        <a:bodyPr/>
        <a:lstStyle/>
        <a:p>
          <a:endParaRPr lang="zh-CN" altLang="en-US"/>
        </a:p>
      </dgm:t>
    </dgm:pt>
    <dgm:pt modelId="{CC2F8DBE-59DE-47B6-83CD-24F020426418}">
      <dgm:prSet phldrT="[文本]"/>
      <dgm:spPr/>
      <dgm:t>
        <a:bodyPr/>
        <a:lstStyle/>
        <a:p>
          <a:r>
            <a:rPr lang="zh-CN" altLang="en-US" b="1">
              <a:solidFill>
                <a:schemeClr val="tx1"/>
              </a:solidFill>
            </a:rPr>
            <a:t>条件语句</a:t>
          </a:r>
          <a:r>
            <a:rPr lang="en-US" altLang="zh-CN" b="1">
              <a:solidFill>
                <a:schemeClr val="tx1"/>
              </a:solidFill>
            </a:rPr>
            <a:t>+</a:t>
          </a:r>
          <a:r>
            <a:rPr lang="zh-CN" altLang="en-US" b="1">
              <a:solidFill>
                <a:schemeClr val="tx1"/>
              </a:solidFill>
            </a:rPr>
            <a:t>循环语句</a:t>
          </a:r>
        </a:p>
      </dgm:t>
    </dgm:pt>
    <dgm:pt modelId="{9A983017-355E-4E3A-A8EE-C916A2E733B4}" type="parTrans" cxnId="{9488537A-9059-4550-B126-39AF06637B2A}">
      <dgm:prSet/>
      <dgm:spPr/>
      <dgm:t>
        <a:bodyPr/>
        <a:lstStyle/>
        <a:p>
          <a:endParaRPr lang="zh-CN" altLang="en-US" b="1">
            <a:solidFill>
              <a:schemeClr val="tx1"/>
            </a:solidFill>
          </a:endParaRPr>
        </a:p>
      </dgm:t>
    </dgm:pt>
    <dgm:pt modelId="{E98E694A-5854-4701-B3AC-AFEE2E851CBB}" type="sibTrans" cxnId="{9488537A-9059-4550-B126-39AF06637B2A}">
      <dgm:prSet/>
      <dgm:spPr/>
      <dgm:t>
        <a:bodyPr/>
        <a:lstStyle/>
        <a:p>
          <a:endParaRPr lang="zh-CN" altLang="en-US" b="1">
            <a:solidFill>
              <a:schemeClr val="tx1"/>
            </a:solidFill>
          </a:endParaRPr>
        </a:p>
      </dgm:t>
    </dgm:pt>
    <dgm:pt modelId="{C8537CDC-0000-486C-B7A3-17E3BA900FEC}">
      <dgm:prSet phldrT="[文本]"/>
      <dgm:spPr/>
      <dgm:t>
        <a:bodyPr/>
        <a:lstStyle/>
        <a:p>
          <a:r>
            <a:rPr lang="en-US" altLang="zh-CN" b="1">
              <a:solidFill>
                <a:schemeClr val="tx1"/>
              </a:solidFill>
            </a:rPr>
            <a:t>PHP</a:t>
          </a:r>
          <a:r>
            <a:rPr lang="zh-CN" altLang="en-US" b="1">
              <a:solidFill>
                <a:schemeClr val="tx1"/>
              </a:solidFill>
            </a:rPr>
            <a:t>规范</a:t>
          </a:r>
        </a:p>
      </dgm:t>
    </dgm:pt>
    <dgm:pt modelId="{CD1A42B2-91CA-473C-931D-F0F10509FC67}" type="parTrans" cxnId="{FFD473E0-E0C1-4151-89C1-12545C7E200B}">
      <dgm:prSet/>
      <dgm:spPr/>
      <dgm:t>
        <a:bodyPr/>
        <a:lstStyle/>
        <a:p>
          <a:endParaRPr lang="zh-CN" altLang="en-US" b="1">
            <a:solidFill>
              <a:schemeClr val="tx1"/>
            </a:solidFill>
          </a:endParaRPr>
        </a:p>
      </dgm:t>
    </dgm:pt>
    <dgm:pt modelId="{20920647-7854-43FD-BBD7-409686468BF3}" type="sibTrans" cxnId="{FFD473E0-E0C1-4151-89C1-12545C7E200B}">
      <dgm:prSet/>
      <dgm:spPr/>
      <dgm:t>
        <a:bodyPr/>
        <a:lstStyle/>
        <a:p>
          <a:endParaRPr lang="zh-CN" altLang="en-US" b="1">
            <a:solidFill>
              <a:schemeClr val="tx1"/>
            </a:solidFill>
          </a:endParaRPr>
        </a:p>
      </dgm:t>
    </dgm:pt>
    <dgm:pt modelId="{5CCE8300-44AC-4E44-9AD1-E82D37EF24C6}">
      <dgm:prSet phldrT="[文本]"/>
      <dgm:spPr/>
      <dgm:t>
        <a:bodyPr/>
        <a:lstStyle/>
        <a:p>
          <a:r>
            <a:rPr lang="zh-CN" altLang="en-US" b="1">
              <a:solidFill>
                <a:schemeClr val="tx1"/>
              </a:solidFill>
            </a:rPr>
            <a:t>运算符</a:t>
          </a:r>
        </a:p>
      </dgm:t>
    </dgm:pt>
    <dgm:pt modelId="{17D291F8-858D-43D1-B2CF-27CFDC83960B}" type="parTrans" cxnId="{4C6291DD-98A1-4D5C-B71B-4A0F48D68D84}">
      <dgm:prSet/>
      <dgm:spPr/>
      <dgm:t>
        <a:bodyPr/>
        <a:lstStyle/>
        <a:p>
          <a:endParaRPr lang="zh-CN" altLang="en-US" b="1">
            <a:solidFill>
              <a:schemeClr val="tx1"/>
            </a:solidFill>
          </a:endParaRPr>
        </a:p>
      </dgm:t>
    </dgm:pt>
    <dgm:pt modelId="{74D25922-508B-4654-984A-400362A35202}" type="sibTrans" cxnId="{4C6291DD-98A1-4D5C-B71B-4A0F48D68D84}">
      <dgm:prSet/>
      <dgm:spPr/>
      <dgm:t>
        <a:bodyPr/>
        <a:lstStyle/>
        <a:p>
          <a:endParaRPr lang="zh-CN" altLang="en-US" b="1">
            <a:solidFill>
              <a:schemeClr val="tx1"/>
            </a:solidFill>
          </a:endParaRPr>
        </a:p>
      </dgm:t>
    </dgm:pt>
    <dgm:pt modelId="{8079080C-322C-45D9-A8CA-D9D1AB849B6E}">
      <dgm:prSet phldrT="[文本]"/>
      <dgm:spPr/>
      <dgm:t>
        <a:bodyPr/>
        <a:lstStyle/>
        <a:p>
          <a:r>
            <a:rPr lang="zh-CN" altLang="en-US" b="1">
              <a:solidFill>
                <a:schemeClr val="tx1"/>
              </a:solidFill>
            </a:rPr>
            <a:t>语法概述</a:t>
          </a:r>
          <a:r>
            <a:rPr lang="en-US" altLang="zh-CN" b="1">
              <a:solidFill>
                <a:schemeClr val="tx1"/>
              </a:solidFill>
            </a:rPr>
            <a:t>+</a:t>
          </a:r>
          <a:r>
            <a:rPr lang="zh-CN" altLang="en-US" b="1">
              <a:solidFill>
                <a:schemeClr val="tx1"/>
              </a:solidFill>
            </a:rPr>
            <a:t>数据类型</a:t>
          </a:r>
          <a:r>
            <a:rPr lang="en-US" altLang="zh-CN" b="1">
              <a:solidFill>
                <a:schemeClr val="tx1"/>
              </a:solidFill>
            </a:rPr>
            <a:t>+</a:t>
          </a:r>
          <a:r>
            <a:rPr lang="zh-CN" altLang="en-US" b="1">
              <a:solidFill>
                <a:schemeClr val="tx1"/>
              </a:solidFill>
            </a:rPr>
            <a:t>变量</a:t>
          </a:r>
          <a:r>
            <a:rPr lang="en-US" altLang="zh-CN" b="1">
              <a:solidFill>
                <a:schemeClr val="tx1"/>
              </a:solidFill>
            </a:rPr>
            <a:t>+</a:t>
          </a:r>
          <a:r>
            <a:rPr lang="zh-CN" altLang="en-US" b="1">
              <a:solidFill>
                <a:schemeClr val="tx1"/>
              </a:solidFill>
            </a:rPr>
            <a:t>输出</a:t>
          </a:r>
        </a:p>
      </dgm:t>
    </dgm:pt>
    <dgm:pt modelId="{53B9D85C-5833-4881-AF38-9BE53A5BF81A}" type="parTrans" cxnId="{5002A9B4-CF34-46D9-8F19-8E7FE35CA406}">
      <dgm:prSet/>
      <dgm:spPr/>
      <dgm:t>
        <a:bodyPr/>
        <a:lstStyle/>
        <a:p>
          <a:endParaRPr lang="zh-CN" altLang="en-US" b="1">
            <a:solidFill>
              <a:schemeClr val="tx1"/>
            </a:solidFill>
          </a:endParaRPr>
        </a:p>
      </dgm:t>
    </dgm:pt>
    <dgm:pt modelId="{1A6E2369-0B99-43C0-9F33-67FF9BA7F93B}" type="sibTrans" cxnId="{5002A9B4-CF34-46D9-8F19-8E7FE35CA406}">
      <dgm:prSet/>
      <dgm:spPr/>
      <dgm:t>
        <a:bodyPr/>
        <a:lstStyle/>
        <a:p>
          <a:endParaRPr lang="zh-CN" altLang="en-US" b="1">
            <a:solidFill>
              <a:schemeClr val="tx1"/>
            </a:solidFill>
          </a:endParaRPr>
        </a:p>
      </dgm:t>
    </dgm:pt>
    <dgm:pt modelId="{86D8BFCD-C9FB-4E3D-B244-AF2E6B738D2C}">
      <dgm:prSet phldrT="[文本]"/>
      <dgm:spPr/>
      <dgm:t>
        <a:bodyPr/>
        <a:lstStyle/>
        <a:p>
          <a:r>
            <a:rPr lang="zh-CN" altLang="en-US" b="1">
              <a:solidFill>
                <a:schemeClr val="tx1"/>
              </a:solidFill>
            </a:rPr>
            <a:t>数组</a:t>
          </a:r>
        </a:p>
      </dgm:t>
    </dgm:pt>
    <dgm:pt modelId="{6C79169C-7B1B-41FF-82DA-AE0E035DD18D}" type="parTrans" cxnId="{06308F4B-4F83-4BAA-A994-9C4D2DA1186F}">
      <dgm:prSet/>
      <dgm:spPr/>
      <dgm:t>
        <a:bodyPr/>
        <a:lstStyle/>
        <a:p>
          <a:endParaRPr lang="zh-CN" altLang="en-US" b="1">
            <a:solidFill>
              <a:schemeClr val="tx1"/>
            </a:solidFill>
          </a:endParaRPr>
        </a:p>
      </dgm:t>
    </dgm:pt>
    <dgm:pt modelId="{45233CB6-8106-4705-945A-89FBE3BC636A}" type="sibTrans" cxnId="{06308F4B-4F83-4BAA-A994-9C4D2DA1186F}">
      <dgm:prSet/>
      <dgm:spPr/>
      <dgm:t>
        <a:bodyPr/>
        <a:lstStyle/>
        <a:p>
          <a:endParaRPr lang="zh-CN" altLang="en-US" b="1">
            <a:solidFill>
              <a:schemeClr val="tx1"/>
            </a:solidFill>
          </a:endParaRPr>
        </a:p>
      </dgm:t>
    </dgm:pt>
    <dgm:pt modelId="{214E3BA7-556A-4918-84B2-20F14E1461B9}" type="pres">
      <dgm:prSet presAssocID="{3BAEA053-2735-4B76-839D-2A657B332D79}" presName="linear" presStyleCnt="0">
        <dgm:presLayoutVars>
          <dgm:dir/>
          <dgm:animLvl val="lvl"/>
          <dgm:resizeHandles val="exact"/>
        </dgm:presLayoutVars>
      </dgm:prSet>
      <dgm:spPr/>
    </dgm:pt>
    <dgm:pt modelId="{5699C045-A248-4DFC-B629-278CD360EDC3}" type="pres">
      <dgm:prSet presAssocID="{8079080C-322C-45D9-A8CA-D9D1AB849B6E}" presName="parentLin" presStyleCnt="0"/>
      <dgm:spPr/>
    </dgm:pt>
    <dgm:pt modelId="{0B436A02-F4AC-42FA-B319-A57D45F64815}" type="pres">
      <dgm:prSet presAssocID="{8079080C-322C-45D9-A8CA-D9D1AB849B6E}" presName="parentLeftMargin" presStyleLbl="node1" presStyleIdx="0" presStyleCnt="5"/>
      <dgm:spPr/>
    </dgm:pt>
    <dgm:pt modelId="{6B5BB64B-816E-49AA-AA42-DC808D39EDDB}" type="pres">
      <dgm:prSet presAssocID="{8079080C-322C-45D9-A8CA-D9D1AB849B6E}" presName="parentText" presStyleLbl="node1" presStyleIdx="0" presStyleCnt="5">
        <dgm:presLayoutVars>
          <dgm:chMax val="0"/>
          <dgm:bulletEnabled val="1"/>
        </dgm:presLayoutVars>
      </dgm:prSet>
      <dgm:spPr/>
    </dgm:pt>
    <dgm:pt modelId="{705FBE1C-A2C1-4858-B790-01753904ED94}" type="pres">
      <dgm:prSet presAssocID="{8079080C-322C-45D9-A8CA-D9D1AB849B6E}" presName="negativeSpace" presStyleCnt="0"/>
      <dgm:spPr/>
    </dgm:pt>
    <dgm:pt modelId="{E7C249F4-01C0-4832-ADFB-AB107951775D}" type="pres">
      <dgm:prSet presAssocID="{8079080C-322C-45D9-A8CA-D9D1AB849B6E}" presName="childText" presStyleLbl="conFgAcc1" presStyleIdx="0" presStyleCnt="5">
        <dgm:presLayoutVars>
          <dgm:bulletEnabled val="1"/>
        </dgm:presLayoutVars>
      </dgm:prSet>
      <dgm:spPr/>
    </dgm:pt>
    <dgm:pt modelId="{31317334-B86F-4B2A-A0DA-A4EE6EEF0335}" type="pres">
      <dgm:prSet presAssocID="{1A6E2369-0B99-43C0-9F33-67FF9BA7F93B}" presName="spaceBetweenRectangles" presStyleCnt="0"/>
      <dgm:spPr/>
    </dgm:pt>
    <dgm:pt modelId="{9822A45E-04DF-4ADC-B1CD-5695EE8C881E}" type="pres">
      <dgm:prSet presAssocID="{86D8BFCD-C9FB-4E3D-B244-AF2E6B738D2C}" presName="parentLin" presStyleCnt="0"/>
      <dgm:spPr/>
    </dgm:pt>
    <dgm:pt modelId="{1A1F167E-41A4-4FCE-A04F-B36018A30E11}" type="pres">
      <dgm:prSet presAssocID="{86D8BFCD-C9FB-4E3D-B244-AF2E6B738D2C}" presName="parentLeftMargin" presStyleLbl="node1" presStyleIdx="0" presStyleCnt="5"/>
      <dgm:spPr/>
    </dgm:pt>
    <dgm:pt modelId="{D8776392-80D0-4115-B75A-CA4C4539B41D}" type="pres">
      <dgm:prSet presAssocID="{86D8BFCD-C9FB-4E3D-B244-AF2E6B738D2C}" presName="parentText" presStyleLbl="node1" presStyleIdx="1" presStyleCnt="5" custLinFactNeighborX="3069" custLinFactNeighborY="4443">
        <dgm:presLayoutVars>
          <dgm:chMax val="0"/>
          <dgm:bulletEnabled val="1"/>
        </dgm:presLayoutVars>
      </dgm:prSet>
      <dgm:spPr/>
    </dgm:pt>
    <dgm:pt modelId="{D8C0C04A-C0DD-402F-A8DF-75DE0BF9BC58}" type="pres">
      <dgm:prSet presAssocID="{86D8BFCD-C9FB-4E3D-B244-AF2E6B738D2C}" presName="negativeSpace" presStyleCnt="0"/>
      <dgm:spPr/>
    </dgm:pt>
    <dgm:pt modelId="{4226CCB6-812D-4BD1-B40A-8FD6C639E3BD}" type="pres">
      <dgm:prSet presAssocID="{86D8BFCD-C9FB-4E3D-B244-AF2E6B738D2C}" presName="childText" presStyleLbl="conFgAcc1" presStyleIdx="1" presStyleCnt="5">
        <dgm:presLayoutVars>
          <dgm:bulletEnabled val="1"/>
        </dgm:presLayoutVars>
      </dgm:prSet>
      <dgm:spPr/>
    </dgm:pt>
    <dgm:pt modelId="{20C7FD4D-E873-43AB-8969-AA77B0437FB1}" type="pres">
      <dgm:prSet presAssocID="{45233CB6-8106-4705-945A-89FBE3BC636A}" presName="spaceBetweenRectangles" presStyleCnt="0"/>
      <dgm:spPr/>
    </dgm:pt>
    <dgm:pt modelId="{71420261-C4F3-4415-855B-B6ED1E51056F}" type="pres">
      <dgm:prSet presAssocID="{5CCE8300-44AC-4E44-9AD1-E82D37EF24C6}" presName="parentLin" presStyleCnt="0"/>
      <dgm:spPr/>
    </dgm:pt>
    <dgm:pt modelId="{2AE18C66-D019-469D-AB51-45F2D9AC2170}" type="pres">
      <dgm:prSet presAssocID="{5CCE8300-44AC-4E44-9AD1-E82D37EF24C6}" presName="parentLeftMargin" presStyleLbl="node1" presStyleIdx="1" presStyleCnt="5"/>
      <dgm:spPr/>
    </dgm:pt>
    <dgm:pt modelId="{145EED1F-1E7F-40E6-83BF-71CF11F4D3AE}" type="pres">
      <dgm:prSet presAssocID="{5CCE8300-44AC-4E44-9AD1-E82D37EF24C6}" presName="parentText" presStyleLbl="node1" presStyleIdx="2" presStyleCnt="5">
        <dgm:presLayoutVars>
          <dgm:chMax val="0"/>
          <dgm:bulletEnabled val="1"/>
        </dgm:presLayoutVars>
      </dgm:prSet>
      <dgm:spPr/>
    </dgm:pt>
    <dgm:pt modelId="{AB7C7A2E-6238-4E9E-93CA-77093061618B}" type="pres">
      <dgm:prSet presAssocID="{5CCE8300-44AC-4E44-9AD1-E82D37EF24C6}" presName="negativeSpace" presStyleCnt="0"/>
      <dgm:spPr/>
    </dgm:pt>
    <dgm:pt modelId="{21C9C5FE-1173-4FB3-A82F-9A808B91BB14}" type="pres">
      <dgm:prSet presAssocID="{5CCE8300-44AC-4E44-9AD1-E82D37EF24C6}" presName="childText" presStyleLbl="conFgAcc1" presStyleIdx="2" presStyleCnt="5">
        <dgm:presLayoutVars>
          <dgm:bulletEnabled val="1"/>
        </dgm:presLayoutVars>
      </dgm:prSet>
      <dgm:spPr/>
    </dgm:pt>
    <dgm:pt modelId="{038F5332-0B1D-4CAD-81AA-21A6EBFB47C2}" type="pres">
      <dgm:prSet presAssocID="{74D25922-508B-4654-984A-400362A35202}" presName="spaceBetweenRectangles" presStyleCnt="0"/>
      <dgm:spPr/>
    </dgm:pt>
    <dgm:pt modelId="{A513B1FD-AD73-449D-B261-717BA83893FD}" type="pres">
      <dgm:prSet presAssocID="{CC2F8DBE-59DE-47B6-83CD-24F020426418}" presName="parentLin" presStyleCnt="0"/>
      <dgm:spPr/>
    </dgm:pt>
    <dgm:pt modelId="{9BF87042-66C6-4D93-94E8-2727E686E7A8}" type="pres">
      <dgm:prSet presAssocID="{CC2F8DBE-59DE-47B6-83CD-24F020426418}" presName="parentLeftMargin" presStyleLbl="node1" presStyleIdx="2" presStyleCnt="5"/>
      <dgm:spPr/>
    </dgm:pt>
    <dgm:pt modelId="{02A189CC-9E3F-4766-8160-CE4F0E2A343F}" type="pres">
      <dgm:prSet presAssocID="{CC2F8DBE-59DE-47B6-83CD-24F020426418}" presName="parentText" presStyleLbl="node1" presStyleIdx="3" presStyleCnt="5">
        <dgm:presLayoutVars>
          <dgm:chMax val="0"/>
          <dgm:bulletEnabled val="1"/>
        </dgm:presLayoutVars>
      </dgm:prSet>
      <dgm:spPr/>
    </dgm:pt>
    <dgm:pt modelId="{7EABF02B-E54B-4334-AB46-BAF63F31DDCB}" type="pres">
      <dgm:prSet presAssocID="{CC2F8DBE-59DE-47B6-83CD-24F020426418}" presName="negativeSpace" presStyleCnt="0"/>
      <dgm:spPr/>
    </dgm:pt>
    <dgm:pt modelId="{34AD0610-49C5-445C-8527-3C972864041F}" type="pres">
      <dgm:prSet presAssocID="{CC2F8DBE-59DE-47B6-83CD-24F020426418}" presName="childText" presStyleLbl="conFgAcc1" presStyleIdx="3" presStyleCnt="5">
        <dgm:presLayoutVars>
          <dgm:bulletEnabled val="1"/>
        </dgm:presLayoutVars>
      </dgm:prSet>
      <dgm:spPr/>
    </dgm:pt>
    <dgm:pt modelId="{BCA25BCC-2000-4FD9-9BC5-7657D8CCC071}" type="pres">
      <dgm:prSet presAssocID="{E98E694A-5854-4701-B3AC-AFEE2E851CBB}" presName="spaceBetweenRectangles" presStyleCnt="0"/>
      <dgm:spPr/>
    </dgm:pt>
    <dgm:pt modelId="{BF9FC530-D64E-4CE6-B852-D44F7937343D}" type="pres">
      <dgm:prSet presAssocID="{C8537CDC-0000-486C-B7A3-17E3BA900FEC}" presName="parentLin" presStyleCnt="0"/>
      <dgm:spPr/>
    </dgm:pt>
    <dgm:pt modelId="{39957676-2EE2-4562-B986-167BA02B2B36}" type="pres">
      <dgm:prSet presAssocID="{C8537CDC-0000-486C-B7A3-17E3BA900FEC}" presName="parentLeftMargin" presStyleLbl="node1" presStyleIdx="3" presStyleCnt="5"/>
      <dgm:spPr/>
    </dgm:pt>
    <dgm:pt modelId="{D27D4CF2-213C-4A9B-933D-7024480D4568}" type="pres">
      <dgm:prSet presAssocID="{C8537CDC-0000-486C-B7A3-17E3BA900FEC}" presName="parentText" presStyleLbl="node1" presStyleIdx="4" presStyleCnt="5">
        <dgm:presLayoutVars>
          <dgm:chMax val="0"/>
          <dgm:bulletEnabled val="1"/>
        </dgm:presLayoutVars>
      </dgm:prSet>
      <dgm:spPr/>
    </dgm:pt>
    <dgm:pt modelId="{3AECAB2D-0CB3-4A72-8726-6E39B50F3D48}" type="pres">
      <dgm:prSet presAssocID="{C8537CDC-0000-486C-B7A3-17E3BA900FEC}" presName="negativeSpace" presStyleCnt="0"/>
      <dgm:spPr/>
    </dgm:pt>
    <dgm:pt modelId="{FFA881AE-0E9B-448A-AC16-8C416B2F99B9}" type="pres">
      <dgm:prSet presAssocID="{C8537CDC-0000-486C-B7A3-17E3BA900FEC}" presName="childText" presStyleLbl="conFgAcc1" presStyleIdx="4" presStyleCnt="5">
        <dgm:presLayoutVars>
          <dgm:bulletEnabled val="1"/>
        </dgm:presLayoutVars>
      </dgm:prSet>
      <dgm:spPr/>
    </dgm:pt>
  </dgm:ptLst>
  <dgm:cxnLst>
    <dgm:cxn modelId="{BF027303-E222-4FF7-8BBF-01090EB66552}" type="presOf" srcId="{C8537CDC-0000-486C-B7A3-17E3BA900FEC}" destId="{39957676-2EE2-4562-B986-167BA02B2B36}" srcOrd="0" destOrd="0" presId="urn:microsoft.com/office/officeart/2005/8/layout/list1"/>
    <dgm:cxn modelId="{32542C23-21B8-481F-899D-9B0A63EC679B}" type="presOf" srcId="{5CCE8300-44AC-4E44-9AD1-E82D37EF24C6}" destId="{2AE18C66-D019-469D-AB51-45F2D9AC2170}" srcOrd="0" destOrd="0" presId="urn:microsoft.com/office/officeart/2005/8/layout/list1"/>
    <dgm:cxn modelId="{06308F4B-4F83-4BAA-A994-9C4D2DA1186F}" srcId="{3BAEA053-2735-4B76-839D-2A657B332D79}" destId="{86D8BFCD-C9FB-4E3D-B244-AF2E6B738D2C}" srcOrd="1" destOrd="0" parTransId="{6C79169C-7B1B-41FF-82DA-AE0E035DD18D}" sibTransId="{45233CB6-8106-4705-945A-89FBE3BC636A}"/>
    <dgm:cxn modelId="{94DA4A75-E0B4-40AB-8C2C-B7ADB2517137}" type="presOf" srcId="{8079080C-322C-45D9-A8CA-D9D1AB849B6E}" destId="{6B5BB64B-816E-49AA-AA42-DC808D39EDDB}" srcOrd="1" destOrd="0" presId="urn:microsoft.com/office/officeart/2005/8/layout/list1"/>
    <dgm:cxn modelId="{9488537A-9059-4550-B126-39AF06637B2A}" srcId="{3BAEA053-2735-4B76-839D-2A657B332D79}" destId="{CC2F8DBE-59DE-47B6-83CD-24F020426418}" srcOrd="3" destOrd="0" parTransId="{9A983017-355E-4E3A-A8EE-C916A2E733B4}" sibTransId="{E98E694A-5854-4701-B3AC-AFEE2E851CBB}"/>
    <dgm:cxn modelId="{8CE7978E-49E0-40CB-B80E-9669E8ECB226}" type="presOf" srcId="{8079080C-322C-45D9-A8CA-D9D1AB849B6E}" destId="{0B436A02-F4AC-42FA-B319-A57D45F64815}" srcOrd="0" destOrd="0" presId="urn:microsoft.com/office/officeart/2005/8/layout/list1"/>
    <dgm:cxn modelId="{5002A9B4-CF34-46D9-8F19-8E7FE35CA406}" srcId="{3BAEA053-2735-4B76-839D-2A657B332D79}" destId="{8079080C-322C-45D9-A8CA-D9D1AB849B6E}" srcOrd="0" destOrd="0" parTransId="{53B9D85C-5833-4881-AF38-9BE53A5BF81A}" sibTransId="{1A6E2369-0B99-43C0-9F33-67FF9BA7F93B}"/>
    <dgm:cxn modelId="{8BBE03B8-FE94-466B-BC06-26898B381FCB}" type="presOf" srcId="{86D8BFCD-C9FB-4E3D-B244-AF2E6B738D2C}" destId="{1A1F167E-41A4-4FCE-A04F-B36018A30E11}" srcOrd="0" destOrd="0" presId="urn:microsoft.com/office/officeart/2005/8/layout/list1"/>
    <dgm:cxn modelId="{036575C4-9CE9-4C47-96BE-C612FDB781CC}" type="presOf" srcId="{CC2F8DBE-59DE-47B6-83CD-24F020426418}" destId="{9BF87042-66C6-4D93-94E8-2727E686E7A8}" srcOrd="0" destOrd="0" presId="urn:microsoft.com/office/officeart/2005/8/layout/list1"/>
    <dgm:cxn modelId="{A3863BCA-98C7-44CB-87A2-A91107FD89BB}" type="presOf" srcId="{CC2F8DBE-59DE-47B6-83CD-24F020426418}" destId="{02A189CC-9E3F-4766-8160-CE4F0E2A343F}" srcOrd="1" destOrd="0" presId="urn:microsoft.com/office/officeart/2005/8/layout/list1"/>
    <dgm:cxn modelId="{5B0F86D1-EBDD-4858-AB4E-A4A45EC2B6E8}" type="presOf" srcId="{86D8BFCD-C9FB-4E3D-B244-AF2E6B738D2C}" destId="{D8776392-80D0-4115-B75A-CA4C4539B41D}" srcOrd="1" destOrd="0" presId="urn:microsoft.com/office/officeart/2005/8/layout/list1"/>
    <dgm:cxn modelId="{4C6291DD-98A1-4D5C-B71B-4A0F48D68D84}" srcId="{3BAEA053-2735-4B76-839D-2A657B332D79}" destId="{5CCE8300-44AC-4E44-9AD1-E82D37EF24C6}" srcOrd="2" destOrd="0" parTransId="{17D291F8-858D-43D1-B2CF-27CFDC83960B}" sibTransId="{74D25922-508B-4654-984A-400362A35202}"/>
    <dgm:cxn modelId="{DEE586DE-7E12-4341-82DB-31429841CF8D}" type="presOf" srcId="{5CCE8300-44AC-4E44-9AD1-E82D37EF24C6}" destId="{145EED1F-1E7F-40E6-83BF-71CF11F4D3AE}" srcOrd="1" destOrd="0" presId="urn:microsoft.com/office/officeart/2005/8/layout/list1"/>
    <dgm:cxn modelId="{FFD473E0-E0C1-4151-89C1-12545C7E200B}" srcId="{3BAEA053-2735-4B76-839D-2A657B332D79}" destId="{C8537CDC-0000-486C-B7A3-17E3BA900FEC}" srcOrd="4" destOrd="0" parTransId="{CD1A42B2-91CA-473C-931D-F0F10509FC67}" sibTransId="{20920647-7854-43FD-BBD7-409686468BF3}"/>
    <dgm:cxn modelId="{410E6FF8-0690-452B-B301-5862F2EC6736}" type="presOf" srcId="{3BAEA053-2735-4B76-839D-2A657B332D79}" destId="{214E3BA7-556A-4918-84B2-20F14E1461B9}" srcOrd="0" destOrd="0" presId="urn:microsoft.com/office/officeart/2005/8/layout/list1"/>
    <dgm:cxn modelId="{457535FD-48A1-4E84-AC57-26F8A37C9EB8}" type="presOf" srcId="{C8537CDC-0000-486C-B7A3-17E3BA900FEC}" destId="{D27D4CF2-213C-4A9B-933D-7024480D4568}" srcOrd="1" destOrd="0" presId="urn:microsoft.com/office/officeart/2005/8/layout/list1"/>
    <dgm:cxn modelId="{CD6567E3-10B3-4E6E-A35A-89230510211D}" type="presParOf" srcId="{214E3BA7-556A-4918-84B2-20F14E1461B9}" destId="{5699C045-A248-4DFC-B629-278CD360EDC3}" srcOrd="0" destOrd="0" presId="urn:microsoft.com/office/officeart/2005/8/layout/list1"/>
    <dgm:cxn modelId="{3D9770FE-DE16-42D2-90FE-9B1608222C66}" type="presParOf" srcId="{5699C045-A248-4DFC-B629-278CD360EDC3}" destId="{0B436A02-F4AC-42FA-B319-A57D45F64815}" srcOrd="0" destOrd="0" presId="urn:microsoft.com/office/officeart/2005/8/layout/list1"/>
    <dgm:cxn modelId="{9BA29864-F652-40B2-B58B-3E1E29A27781}" type="presParOf" srcId="{5699C045-A248-4DFC-B629-278CD360EDC3}" destId="{6B5BB64B-816E-49AA-AA42-DC808D39EDDB}" srcOrd="1" destOrd="0" presId="urn:microsoft.com/office/officeart/2005/8/layout/list1"/>
    <dgm:cxn modelId="{3DA8E739-541A-44D7-B433-17054956D85B}" type="presParOf" srcId="{214E3BA7-556A-4918-84B2-20F14E1461B9}" destId="{705FBE1C-A2C1-4858-B790-01753904ED94}" srcOrd="1" destOrd="0" presId="urn:microsoft.com/office/officeart/2005/8/layout/list1"/>
    <dgm:cxn modelId="{3BDCBA5D-4499-4B93-8DC6-F4D069111C66}" type="presParOf" srcId="{214E3BA7-556A-4918-84B2-20F14E1461B9}" destId="{E7C249F4-01C0-4832-ADFB-AB107951775D}" srcOrd="2" destOrd="0" presId="urn:microsoft.com/office/officeart/2005/8/layout/list1"/>
    <dgm:cxn modelId="{55380F38-B9A8-4FCB-BCC2-E40A8B5F2EC6}" type="presParOf" srcId="{214E3BA7-556A-4918-84B2-20F14E1461B9}" destId="{31317334-B86F-4B2A-A0DA-A4EE6EEF0335}" srcOrd="3" destOrd="0" presId="urn:microsoft.com/office/officeart/2005/8/layout/list1"/>
    <dgm:cxn modelId="{3C6CF9A8-85A8-403E-B397-3C28A1130519}" type="presParOf" srcId="{214E3BA7-556A-4918-84B2-20F14E1461B9}" destId="{9822A45E-04DF-4ADC-B1CD-5695EE8C881E}" srcOrd="4" destOrd="0" presId="urn:microsoft.com/office/officeart/2005/8/layout/list1"/>
    <dgm:cxn modelId="{371FFD65-C127-480E-A795-50A32AFFAE22}" type="presParOf" srcId="{9822A45E-04DF-4ADC-B1CD-5695EE8C881E}" destId="{1A1F167E-41A4-4FCE-A04F-B36018A30E11}" srcOrd="0" destOrd="0" presId="urn:microsoft.com/office/officeart/2005/8/layout/list1"/>
    <dgm:cxn modelId="{D9AA5403-0435-4555-8CD2-597D92376621}" type="presParOf" srcId="{9822A45E-04DF-4ADC-B1CD-5695EE8C881E}" destId="{D8776392-80D0-4115-B75A-CA4C4539B41D}" srcOrd="1" destOrd="0" presId="urn:microsoft.com/office/officeart/2005/8/layout/list1"/>
    <dgm:cxn modelId="{C360A84D-E90E-4FC2-A312-05EA897E4BBF}" type="presParOf" srcId="{214E3BA7-556A-4918-84B2-20F14E1461B9}" destId="{D8C0C04A-C0DD-402F-A8DF-75DE0BF9BC58}" srcOrd="5" destOrd="0" presId="urn:microsoft.com/office/officeart/2005/8/layout/list1"/>
    <dgm:cxn modelId="{66CBF695-BA7C-48E7-A546-0DBB3553FA47}" type="presParOf" srcId="{214E3BA7-556A-4918-84B2-20F14E1461B9}" destId="{4226CCB6-812D-4BD1-B40A-8FD6C639E3BD}" srcOrd="6" destOrd="0" presId="urn:microsoft.com/office/officeart/2005/8/layout/list1"/>
    <dgm:cxn modelId="{CBB78D54-5689-401B-9A7C-42FE18D9AED4}" type="presParOf" srcId="{214E3BA7-556A-4918-84B2-20F14E1461B9}" destId="{20C7FD4D-E873-43AB-8969-AA77B0437FB1}" srcOrd="7" destOrd="0" presId="urn:microsoft.com/office/officeart/2005/8/layout/list1"/>
    <dgm:cxn modelId="{47E4A939-C27F-4B78-8D14-2C6763139EAC}" type="presParOf" srcId="{214E3BA7-556A-4918-84B2-20F14E1461B9}" destId="{71420261-C4F3-4415-855B-B6ED1E51056F}" srcOrd="8" destOrd="0" presId="urn:microsoft.com/office/officeart/2005/8/layout/list1"/>
    <dgm:cxn modelId="{DD7301C5-D213-4B7D-B179-A1674CAF441B}" type="presParOf" srcId="{71420261-C4F3-4415-855B-B6ED1E51056F}" destId="{2AE18C66-D019-469D-AB51-45F2D9AC2170}" srcOrd="0" destOrd="0" presId="urn:microsoft.com/office/officeart/2005/8/layout/list1"/>
    <dgm:cxn modelId="{246D0394-0513-4F23-B7B8-50435D106F52}" type="presParOf" srcId="{71420261-C4F3-4415-855B-B6ED1E51056F}" destId="{145EED1F-1E7F-40E6-83BF-71CF11F4D3AE}" srcOrd="1" destOrd="0" presId="urn:microsoft.com/office/officeart/2005/8/layout/list1"/>
    <dgm:cxn modelId="{10C8D652-8A8B-4742-946B-6D2856FCBDD7}" type="presParOf" srcId="{214E3BA7-556A-4918-84B2-20F14E1461B9}" destId="{AB7C7A2E-6238-4E9E-93CA-77093061618B}" srcOrd="9" destOrd="0" presId="urn:microsoft.com/office/officeart/2005/8/layout/list1"/>
    <dgm:cxn modelId="{BF151786-5743-40AC-B7F3-6F8034BBF817}" type="presParOf" srcId="{214E3BA7-556A-4918-84B2-20F14E1461B9}" destId="{21C9C5FE-1173-4FB3-A82F-9A808B91BB14}" srcOrd="10" destOrd="0" presId="urn:microsoft.com/office/officeart/2005/8/layout/list1"/>
    <dgm:cxn modelId="{11A0C852-01EA-495B-9C56-42AFC3D2C043}" type="presParOf" srcId="{214E3BA7-556A-4918-84B2-20F14E1461B9}" destId="{038F5332-0B1D-4CAD-81AA-21A6EBFB47C2}" srcOrd="11" destOrd="0" presId="urn:microsoft.com/office/officeart/2005/8/layout/list1"/>
    <dgm:cxn modelId="{6C075A41-F454-4C9A-B485-1B0CA64229FB}" type="presParOf" srcId="{214E3BA7-556A-4918-84B2-20F14E1461B9}" destId="{A513B1FD-AD73-449D-B261-717BA83893FD}" srcOrd="12" destOrd="0" presId="urn:microsoft.com/office/officeart/2005/8/layout/list1"/>
    <dgm:cxn modelId="{E1594A4A-E276-46A9-A54C-0794FA66ADE8}" type="presParOf" srcId="{A513B1FD-AD73-449D-B261-717BA83893FD}" destId="{9BF87042-66C6-4D93-94E8-2727E686E7A8}" srcOrd="0" destOrd="0" presId="urn:microsoft.com/office/officeart/2005/8/layout/list1"/>
    <dgm:cxn modelId="{62DE8C4A-6785-4B6C-A680-D10DB51C98D5}" type="presParOf" srcId="{A513B1FD-AD73-449D-B261-717BA83893FD}" destId="{02A189CC-9E3F-4766-8160-CE4F0E2A343F}" srcOrd="1" destOrd="0" presId="urn:microsoft.com/office/officeart/2005/8/layout/list1"/>
    <dgm:cxn modelId="{E34DB5F5-0897-4B4F-A58C-30DF23A3C48F}" type="presParOf" srcId="{214E3BA7-556A-4918-84B2-20F14E1461B9}" destId="{7EABF02B-E54B-4334-AB46-BAF63F31DDCB}" srcOrd="13" destOrd="0" presId="urn:microsoft.com/office/officeart/2005/8/layout/list1"/>
    <dgm:cxn modelId="{94CB3054-8A54-44DC-BDA6-CCC0644696E2}" type="presParOf" srcId="{214E3BA7-556A-4918-84B2-20F14E1461B9}" destId="{34AD0610-49C5-445C-8527-3C972864041F}" srcOrd="14" destOrd="0" presId="urn:microsoft.com/office/officeart/2005/8/layout/list1"/>
    <dgm:cxn modelId="{19E8D584-7252-4E7A-B946-86C25317DF6D}" type="presParOf" srcId="{214E3BA7-556A-4918-84B2-20F14E1461B9}" destId="{BCA25BCC-2000-4FD9-9BC5-7657D8CCC071}" srcOrd="15" destOrd="0" presId="urn:microsoft.com/office/officeart/2005/8/layout/list1"/>
    <dgm:cxn modelId="{0A284300-16B5-47CA-99F4-182F6E1405B6}" type="presParOf" srcId="{214E3BA7-556A-4918-84B2-20F14E1461B9}" destId="{BF9FC530-D64E-4CE6-B852-D44F7937343D}" srcOrd="16" destOrd="0" presId="urn:microsoft.com/office/officeart/2005/8/layout/list1"/>
    <dgm:cxn modelId="{2393ED9C-1258-42D1-87E4-41066439E630}" type="presParOf" srcId="{BF9FC530-D64E-4CE6-B852-D44F7937343D}" destId="{39957676-2EE2-4562-B986-167BA02B2B36}" srcOrd="0" destOrd="0" presId="urn:microsoft.com/office/officeart/2005/8/layout/list1"/>
    <dgm:cxn modelId="{370EB867-45E9-4F8D-8489-6CB0212FFA81}" type="presParOf" srcId="{BF9FC530-D64E-4CE6-B852-D44F7937343D}" destId="{D27D4CF2-213C-4A9B-933D-7024480D4568}" srcOrd="1" destOrd="0" presId="urn:microsoft.com/office/officeart/2005/8/layout/list1"/>
    <dgm:cxn modelId="{7AA6C93E-F6B3-4EF8-8093-7D4B748C1F84}" type="presParOf" srcId="{214E3BA7-556A-4918-84B2-20F14E1461B9}" destId="{3AECAB2D-0CB3-4A72-8726-6E39B50F3D48}" srcOrd="17" destOrd="0" presId="urn:microsoft.com/office/officeart/2005/8/layout/list1"/>
    <dgm:cxn modelId="{7BC3D460-6C4B-4A34-B7E1-EC73EBEA3690}" type="presParOf" srcId="{214E3BA7-556A-4918-84B2-20F14E1461B9}" destId="{FFA881AE-0E9B-448A-AC16-8C416B2F99B9}"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8CE990-BE8F-496F-8AA9-AE13CFB50C74}" type="doc">
      <dgm:prSet loTypeId="urn:microsoft.com/office/officeart/2005/8/layout/list1" loCatId="list" qsTypeId="urn:microsoft.com/office/officeart/2005/8/quickstyle/simple1" qsCatId="simple" csTypeId="urn:microsoft.com/office/officeart/2005/8/colors/accent1_1" csCatId="accent1" phldr="1"/>
      <dgm:spPr/>
      <dgm:t>
        <a:bodyPr/>
        <a:lstStyle/>
        <a:p>
          <a:endParaRPr lang="zh-CN" altLang="en-US"/>
        </a:p>
      </dgm:t>
    </dgm:pt>
    <dgm:pt modelId="{00CCDE19-A7C6-4312-8BFE-8B9E74D0D3BD}">
      <dgm:prSet phldrT="[文本]" custT="1"/>
      <dgm:spPr/>
      <dgm:t>
        <a:bodyPr/>
        <a:lstStyle/>
        <a:p>
          <a:r>
            <a:rPr lang="zh-CN" altLang="en-US" sz="3200" dirty="0"/>
            <a:t>提交</a:t>
          </a:r>
          <a:r>
            <a:rPr lang="zh-CN" altLang="en-US" sz="3200"/>
            <a:t>要求（合并多</a:t>
          </a:r>
          <a:r>
            <a:rPr lang="zh-CN" altLang="en-US" sz="2400"/>
            <a:t>个图片为一个</a:t>
          </a:r>
          <a:r>
            <a:rPr lang="en-US" altLang="zh-CN" sz="2400"/>
            <a:t>pdf</a:t>
          </a:r>
          <a:r>
            <a:rPr lang="zh-CN" altLang="en-US" sz="2400"/>
            <a:t>文件提交</a:t>
          </a:r>
          <a:r>
            <a:rPr lang="zh-CN" altLang="en-US" sz="3200"/>
            <a:t>）</a:t>
          </a:r>
          <a:endParaRPr lang="zh-CN" altLang="en-US" sz="3200" dirty="0"/>
        </a:p>
      </dgm:t>
    </dgm:pt>
    <dgm:pt modelId="{829724A5-F093-4688-AFC5-29F5C65DDEE9}" type="parTrans" cxnId="{F205D100-0605-4C95-911F-17CC1EDA9349}">
      <dgm:prSet/>
      <dgm:spPr/>
      <dgm:t>
        <a:bodyPr/>
        <a:lstStyle/>
        <a:p>
          <a:endParaRPr lang="zh-CN" altLang="en-US" sz="1400"/>
        </a:p>
      </dgm:t>
    </dgm:pt>
    <dgm:pt modelId="{F24F1E0E-CF7E-47A8-8DEC-4047757E1A55}" type="sibTrans" cxnId="{F205D100-0605-4C95-911F-17CC1EDA9349}">
      <dgm:prSet/>
      <dgm:spPr/>
      <dgm:t>
        <a:bodyPr/>
        <a:lstStyle/>
        <a:p>
          <a:endParaRPr lang="zh-CN" altLang="en-US" sz="1400"/>
        </a:p>
      </dgm:t>
    </dgm:pt>
    <dgm:pt modelId="{CEC65B42-5FCF-48E8-A433-8FB2A0868DD8}">
      <dgm:prSet phldrT="[文本]" custT="1"/>
      <dgm:spPr/>
      <dgm:t>
        <a:bodyPr/>
        <a:lstStyle/>
        <a:p>
          <a:r>
            <a:rPr lang="zh-CN" altLang="en-US" sz="2000" dirty="0"/>
            <a:t>提交内容：</a:t>
          </a:r>
        </a:p>
      </dgm:t>
    </dgm:pt>
    <dgm:pt modelId="{333B4461-85A5-4F48-9C90-5426E37AEE7C}" type="parTrans" cxnId="{87C3DABC-E195-4404-BA9C-741FDE5CEE8F}">
      <dgm:prSet/>
      <dgm:spPr/>
      <dgm:t>
        <a:bodyPr/>
        <a:lstStyle/>
        <a:p>
          <a:endParaRPr lang="zh-CN" altLang="en-US" sz="1400"/>
        </a:p>
      </dgm:t>
    </dgm:pt>
    <dgm:pt modelId="{8D0D3335-C89F-4937-B89B-6060D9495A36}" type="sibTrans" cxnId="{87C3DABC-E195-4404-BA9C-741FDE5CEE8F}">
      <dgm:prSet/>
      <dgm:spPr/>
      <dgm:t>
        <a:bodyPr/>
        <a:lstStyle/>
        <a:p>
          <a:endParaRPr lang="zh-CN" altLang="en-US" sz="1400"/>
        </a:p>
      </dgm:t>
    </dgm:pt>
    <dgm:pt modelId="{38D65E6E-AB81-48A4-B7E9-152CA8F55336}">
      <dgm:prSet phldrT="[文本]" custT="1"/>
      <dgm:spPr/>
      <dgm:t>
        <a:bodyPr/>
        <a:lstStyle/>
        <a:p>
          <a:r>
            <a:rPr lang="zh-CN" altLang="en-US" sz="2000" dirty="0"/>
            <a:t>提交标识：</a:t>
          </a:r>
        </a:p>
      </dgm:t>
    </dgm:pt>
    <dgm:pt modelId="{6F8E2B51-0503-4D2C-8B8D-4E404FD1DD0D}" type="parTrans" cxnId="{3C0FFEAE-9289-406D-ADE8-715B8D043733}">
      <dgm:prSet/>
      <dgm:spPr/>
      <dgm:t>
        <a:bodyPr/>
        <a:lstStyle/>
        <a:p>
          <a:endParaRPr lang="zh-CN" altLang="en-US"/>
        </a:p>
      </dgm:t>
    </dgm:pt>
    <dgm:pt modelId="{A59D7C87-EC2C-4FE1-8ADB-CFB590BB1E58}" type="sibTrans" cxnId="{3C0FFEAE-9289-406D-ADE8-715B8D043733}">
      <dgm:prSet/>
      <dgm:spPr/>
      <dgm:t>
        <a:bodyPr/>
        <a:lstStyle/>
        <a:p>
          <a:endParaRPr lang="zh-CN" altLang="en-US"/>
        </a:p>
      </dgm:t>
    </dgm:pt>
    <dgm:pt modelId="{ED3C0460-B1E2-4A0C-822A-6EBCC7F92181}">
      <dgm:prSet phldrT="[文本]" custT="1"/>
      <dgm:spPr/>
      <dgm:t>
        <a:bodyPr/>
        <a:lstStyle/>
        <a:p>
          <a:r>
            <a:rPr lang="zh-CN" altLang="en-US" sz="2000" dirty="0"/>
            <a:t>每张图片的显眼位置，写上自己的学号！</a:t>
          </a:r>
        </a:p>
      </dgm:t>
    </dgm:pt>
    <dgm:pt modelId="{909C0A32-D7D4-4BA0-9475-93C251572C5E}" type="parTrans" cxnId="{60B2FED1-C88C-426F-B657-3F53833C5C42}">
      <dgm:prSet/>
      <dgm:spPr/>
      <dgm:t>
        <a:bodyPr/>
        <a:lstStyle/>
        <a:p>
          <a:endParaRPr lang="zh-CN" altLang="en-US"/>
        </a:p>
      </dgm:t>
    </dgm:pt>
    <dgm:pt modelId="{5DC13517-EE32-4D26-83BA-493659C0EAF9}" type="sibTrans" cxnId="{60B2FED1-C88C-426F-B657-3F53833C5C42}">
      <dgm:prSet/>
      <dgm:spPr/>
      <dgm:t>
        <a:bodyPr/>
        <a:lstStyle/>
        <a:p>
          <a:endParaRPr lang="zh-CN" altLang="en-US"/>
        </a:p>
      </dgm:t>
    </dgm:pt>
    <dgm:pt modelId="{3F592096-1081-4682-A721-F4FA8D4D5558}">
      <dgm:prSet phldrT="[文本]" custT="1"/>
      <dgm:spPr/>
      <dgm:t>
        <a:bodyPr/>
        <a:lstStyle/>
        <a:p>
          <a:r>
            <a:rPr lang="zh-CN" altLang="en-US" sz="2000"/>
            <a:t>作业一的代码截图；</a:t>
          </a:r>
          <a:endParaRPr lang="zh-CN" altLang="en-US" sz="2000" dirty="0"/>
        </a:p>
      </dgm:t>
    </dgm:pt>
    <dgm:pt modelId="{65C9F3AE-E743-4687-9050-7613BE90438F}" type="parTrans" cxnId="{F7D2DD5B-07BB-4D50-ABCD-10020FAC483B}">
      <dgm:prSet/>
      <dgm:spPr/>
      <dgm:t>
        <a:bodyPr/>
        <a:lstStyle/>
        <a:p>
          <a:endParaRPr lang="zh-CN" altLang="en-US"/>
        </a:p>
      </dgm:t>
    </dgm:pt>
    <dgm:pt modelId="{7CAB1B21-6F2A-4DFF-ADCB-C28EAD67DD89}" type="sibTrans" cxnId="{F7D2DD5B-07BB-4D50-ABCD-10020FAC483B}">
      <dgm:prSet/>
      <dgm:spPr/>
      <dgm:t>
        <a:bodyPr/>
        <a:lstStyle/>
        <a:p>
          <a:endParaRPr lang="zh-CN" altLang="en-US"/>
        </a:p>
      </dgm:t>
    </dgm:pt>
    <dgm:pt modelId="{DAE7D673-B6F1-4497-B7E9-B1637A687A2D}">
      <dgm:prSet phldrT="[文本]" custT="1"/>
      <dgm:spPr/>
      <dgm:t>
        <a:bodyPr/>
        <a:lstStyle/>
        <a:p>
          <a:r>
            <a:rPr lang="zh-CN" altLang="en-US" sz="2000"/>
            <a:t>填写必要的注释。</a:t>
          </a:r>
          <a:endParaRPr lang="zh-CN" altLang="en-US" sz="2000" dirty="0"/>
        </a:p>
      </dgm:t>
    </dgm:pt>
    <dgm:pt modelId="{BF072846-FFB2-4CCA-9FC9-810FE9F28B8A}" type="parTrans" cxnId="{4D102A7D-88AA-4955-A910-BBACEA680167}">
      <dgm:prSet/>
      <dgm:spPr/>
      <dgm:t>
        <a:bodyPr/>
        <a:lstStyle/>
        <a:p>
          <a:endParaRPr lang="zh-CN" altLang="en-US"/>
        </a:p>
      </dgm:t>
    </dgm:pt>
    <dgm:pt modelId="{F5BA4B2D-0C93-4FF7-A290-A79F79ED6967}" type="sibTrans" cxnId="{4D102A7D-88AA-4955-A910-BBACEA680167}">
      <dgm:prSet/>
      <dgm:spPr/>
      <dgm:t>
        <a:bodyPr/>
        <a:lstStyle/>
        <a:p>
          <a:endParaRPr lang="zh-CN" altLang="en-US"/>
        </a:p>
      </dgm:t>
    </dgm:pt>
    <dgm:pt modelId="{176734D0-6C2A-407B-9C43-C126E5C2F9BC}">
      <dgm:prSet phldrT="[文本]" custT="1"/>
      <dgm:spPr/>
      <dgm:t>
        <a:bodyPr/>
        <a:lstStyle/>
        <a:p>
          <a:r>
            <a:rPr lang="zh-CN" altLang="en-US" sz="2000"/>
            <a:t>作业二的代码截图；</a:t>
          </a:r>
          <a:endParaRPr lang="zh-CN" altLang="en-US" sz="2000" dirty="0"/>
        </a:p>
      </dgm:t>
    </dgm:pt>
    <dgm:pt modelId="{A58444DB-BC52-40C4-974C-DC97F3DE3E78}" type="parTrans" cxnId="{B88B2237-AA00-4CB9-AE55-D7237F957CFF}">
      <dgm:prSet/>
      <dgm:spPr/>
      <dgm:t>
        <a:bodyPr/>
        <a:lstStyle/>
        <a:p>
          <a:endParaRPr lang="zh-CN" altLang="en-US"/>
        </a:p>
      </dgm:t>
    </dgm:pt>
    <dgm:pt modelId="{21E8B705-EE25-49B7-8B13-0B97C7AD7F74}" type="sibTrans" cxnId="{B88B2237-AA00-4CB9-AE55-D7237F957CFF}">
      <dgm:prSet/>
      <dgm:spPr/>
      <dgm:t>
        <a:bodyPr/>
        <a:lstStyle/>
        <a:p>
          <a:endParaRPr lang="zh-CN" altLang="en-US"/>
        </a:p>
      </dgm:t>
    </dgm:pt>
    <dgm:pt modelId="{1A08C1B8-BBFA-4054-B8AC-632349D92A5F}">
      <dgm:prSet phldrT="[文本]" custT="1"/>
      <dgm:spPr/>
      <dgm:t>
        <a:bodyPr/>
        <a:lstStyle/>
        <a:p>
          <a:r>
            <a:rPr lang="zh-CN" altLang="en-US" sz="2000"/>
            <a:t>作业一的</a:t>
          </a:r>
          <a:r>
            <a:rPr lang="en-US" altLang="zh-CN" sz="2000"/>
            <a:t>POSTMAN</a:t>
          </a:r>
          <a:r>
            <a:rPr lang="zh-CN" altLang="en-US" sz="2000"/>
            <a:t>请求和响应界面截图；（</a:t>
          </a:r>
          <a:r>
            <a:rPr lang="en-US" altLang="zh-CN" sz="2000"/>
            <a:t>4</a:t>
          </a:r>
          <a:r>
            <a:rPr lang="zh-CN" altLang="en-US" sz="2000"/>
            <a:t>种情况）</a:t>
          </a:r>
          <a:endParaRPr lang="zh-CN" altLang="en-US" sz="2000" dirty="0"/>
        </a:p>
      </dgm:t>
    </dgm:pt>
    <dgm:pt modelId="{D0F13469-58AF-49D6-95F1-998D6B64A722}" type="parTrans" cxnId="{FB1684AE-62C7-491D-AC2C-9B047E311E7E}">
      <dgm:prSet/>
      <dgm:spPr/>
      <dgm:t>
        <a:bodyPr/>
        <a:lstStyle/>
        <a:p>
          <a:endParaRPr lang="zh-CN" altLang="en-US"/>
        </a:p>
      </dgm:t>
    </dgm:pt>
    <dgm:pt modelId="{5062EF31-8E05-4460-985C-4B9BD1B6CB7A}" type="sibTrans" cxnId="{FB1684AE-62C7-491D-AC2C-9B047E311E7E}">
      <dgm:prSet/>
      <dgm:spPr/>
      <dgm:t>
        <a:bodyPr/>
        <a:lstStyle/>
        <a:p>
          <a:endParaRPr lang="zh-CN" altLang="en-US"/>
        </a:p>
      </dgm:t>
    </dgm:pt>
    <dgm:pt modelId="{5D6697AE-1004-405B-955E-68D58FE97E4D}">
      <dgm:prSet custT="1"/>
      <dgm:spPr/>
      <dgm:t>
        <a:bodyPr/>
        <a:lstStyle/>
        <a:p>
          <a:r>
            <a:rPr lang="zh-CN" altLang="en-US" sz="2000"/>
            <a:t>作业二的</a:t>
          </a:r>
          <a:r>
            <a:rPr lang="en-US" altLang="en-US" sz="2000"/>
            <a:t>POSTMAN</a:t>
          </a:r>
          <a:r>
            <a:rPr lang="zh-CN" altLang="en-US" sz="2000"/>
            <a:t>请求和响应界面截图；</a:t>
          </a:r>
        </a:p>
      </dgm:t>
    </dgm:pt>
    <dgm:pt modelId="{A5F4B7F0-08CB-411E-9CD3-24F3EF0E97FC}" type="parTrans" cxnId="{27AA8E0B-CFDD-4653-88AE-6F9A502A2A68}">
      <dgm:prSet/>
      <dgm:spPr/>
      <dgm:t>
        <a:bodyPr/>
        <a:lstStyle/>
        <a:p>
          <a:endParaRPr lang="zh-CN" altLang="en-US"/>
        </a:p>
      </dgm:t>
    </dgm:pt>
    <dgm:pt modelId="{173F4415-E0AC-4333-93C3-0451586FF39D}" type="sibTrans" cxnId="{27AA8E0B-CFDD-4653-88AE-6F9A502A2A68}">
      <dgm:prSet/>
      <dgm:spPr/>
      <dgm:t>
        <a:bodyPr/>
        <a:lstStyle/>
        <a:p>
          <a:endParaRPr lang="zh-CN" altLang="en-US"/>
        </a:p>
      </dgm:t>
    </dgm:pt>
    <dgm:pt modelId="{18AC7838-2123-4B38-BB87-BA1144D9E8BF}" type="pres">
      <dgm:prSet presAssocID="{BE8CE990-BE8F-496F-8AA9-AE13CFB50C74}" presName="linear" presStyleCnt="0">
        <dgm:presLayoutVars>
          <dgm:dir/>
          <dgm:animLvl val="lvl"/>
          <dgm:resizeHandles val="exact"/>
        </dgm:presLayoutVars>
      </dgm:prSet>
      <dgm:spPr/>
    </dgm:pt>
    <dgm:pt modelId="{4ED2B33F-1E3A-4BC1-B764-21888D19BAF2}" type="pres">
      <dgm:prSet presAssocID="{00CCDE19-A7C6-4312-8BFE-8B9E74D0D3BD}" presName="parentLin" presStyleCnt="0"/>
      <dgm:spPr/>
    </dgm:pt>
    <dgm:pt modelId="{714DE548-12AD-4533-90C1-557C1D99D4F1}" type="pres">
      <dgm:prSet presAssocID="{00CCDE19-A7C6-4312-8BFE-8B9E74D0D3BD}" presName="parentLeftMargin" presStyleLbl="node1" presStyleIdx="0" presStyleCnt="1"/>
      <dgm:spPr/>
    </dgm:pt>
    <dgm:pt modelId="{A3F5D901-3AEC-4F75-8997-7EC569AF9095}" type="pres">
      <dgm:prSet presAssocID="{00CCDE19-A7C6-4312-8BFE-8B9E74D0D3BD}" presName="parentText" presStyleLbl="node1" presStyleIdx="0" presStyleCnt="1" custScaleX="110364" custScaleY="51822" custLinFactNeighborX="-5825" custLinFactNeighborY="-12434">
        <dgm:presLayoutVars>
          <dgm:chMax val="0"/>
          <dgm:bulletEnabled val="1"/>
        </dgm:presLayoutVars>
      </dgm:prSet>
      <dgm:spPr/>
    </dgm:pt>
    <dgm:pt modelId="{420EEA3D-658A-4105-A406-4AF0DCA39968}" type="pres">
      <dgm:prSet presAssocID="{00CCDE19-A7C6-4312-8BFE-8B9E74D0D3BD}" presName="negativeSpace" presStyleCnt="0"/>
      <dgm:spPr/>
    </dgm:pt>
    <dgm:pt modelId="{B8913E09-B6AA-4C77-A569-ED737D203271}" type="pres">
      <dgm:prSet presAssocID="{00CCDE19-A7C6-4312-8BFE-8B9E74D0D3BD}" presName="childText" presStyleLbl="conFgAcc1" presStyleIdx="0" presStyleCnt="1" custScaleY="86769" custLinFactNeighborY="14423">
        <dgm:presLayoutVars>
          <dgm:bulletEnabled val="1"/>
        </dgm:presLayoutVars>
      </dgm:prSet>
      <dgm:spPr/>
    </dgm:pt>
  </dgm:ptLst>
  <dgm:cxnLst>
    <dgm:cxn modelId="{F205D100-0605-4C95-911F-17CC1EDA9349}" srcId="{BE8CE990-BE8F-496F-8AA9-AE13CFB50C74}" destId="{00CCDE19-A7C6-4312-8BFE-8B9E74D0D3BD}" srcOrd="0" destOrd="0" parTransId="{829724A5-F093-4688-AFC5-29F5C65DDEE9}" sibTransId="{F24F1E0E-CF7E-47A8-8DEC-4047757E1A55}"/>
    <dgm:cxn modelId="{27AA8E0B-CFDD-4653-88AE-6F9A502A2A68}" srcId="{CEC65B42-5FCF-48E8-A433-8FB2A0868DD8}" destId="{5D6697AE-1004-405B-955E-68D58FE97E4D}" srcOrd="3" destOrd="0" parTransId="{A5F4B7F0-08CB-411E-9CD3-24F3EF0E97FC}" sibTransId="{173F4415-E0AC-4333-93C3-0451586FF39D}"/>
    <dgm:cxn modelId="{52443919-D10A-4FF9-BBE3-43CB5C8D7744}" type="presOf" srcId="{1A08C1B8-BBFA-4054-B8AC-632349D92A5F}" destId="{B8913E09-B6AA-4C77-A569-ED737D203271}" srcOrd="0" destOrd="2" presId="urn:microsoft.com/office/officeart/2005/8/layout/list1"/>
    <dgm:cxn modelId="{2BD54D21-0866-447E-AC27-45BE07B21219}" type="presOf" srcId="{00CCDE19-A7C6-4312-8BFE-8B9E74D0D3BD}" destId="{714DE548-12AD-4533-90C1-557C1D99D4F1}" srcOrd="0" destOrd="0" presId="urn:microsoft.com/office/officeart/2005/8/layout/list1"/>
    <dgm:cxn modelId="{4DA7FE2C-5B57-41BE-BA63-2705F9F8DE8B}" type="presOf" srcId="{5D6697AE-1004-405B-955E-68D58FE97E4D}" destId="{B8913E09-B6AA-4C77-A569-ED737D203271}" srcOrd="0" destOrd="4" presId="urn:microsoft.com/office/officeart/2005/8/layout/list1"/>
    <dgm:cxn modelId="{3B0EF835-1B97-40BC-BFAE-6D4AFCC2BADE}" type="presOf" srcId="{176734D0-6C2A-407B-9C43-C126E5C2F9BC}" destId="{B8913E09-B6AA-4C77-A569-ED737D203271}" srcOrd="0" destOrd="3" presId="urn:microsoft.com/office/officeart/2005/8/layout/list1"/>
    <dgm:cxn modelId="{B88B2237-AA00-4CB9-AE55-D7237F957CFF}" srcId="{CEC65B42-5FCF-48E8-A433-8FB2A0868DD8}" destId="{176734D0-6C2A-407B-9C43-C126E5C2F9BC}" srcOrd="2" destOrd="0" parTransId="{A58444DB-BC52-40C4-974C-DC97F3DE3E78}" sibTransId="{21E8B705-EE25-49B7-8B13-0B97C7AD7F74}"/>
    <dgm:cxn modelId="{F7D2DD5B-07BB-4D50-ABCD-10020FAC483B}" srcId="{CEC65B42-5FCF-48E8-A433-8FB2A0868DD8}" destId="{3F592096-1081-4682-A721-F4FA8D4D5558}" srcOrd="0" destOrd="0" parTransId="{65C9F3AE-E743-4687-9050-7613BE90438F}" sibTransId="{7CAB1B21-6F2A-4DFF-ADCB-C28EAD67DD89}"/>
    <dgm:cxn modelId="{47BCBF43-3487-496A-85C9-AC85C9D46D0C}" type="presOf" srcId="{ED3C0460-B1E2-4A0C-822A-6EBCC7F92181}" destId="{B8913E09-B6AA-4C77-A569-ED737D203271}" srcOrd="0" destOrd="6" presId="urn:microsoft.com/office/officeart/2005/8/layout/list1"/>
    <dgm:cxn modelId="{FFEA3449-2BE8-4CC7-9677-49125011081C}" type="presOf" srcId="{CEC65B42-5FCF-48E8-A433-8FB2A0868DD8}" destId="{B8913E09-B6AA-4C77-A569-ED737D203271}" srcOrd="0" destOrd="0" presId="urn:microsoft.com/office/officeart/2005/8/layout/list1"/>
    <dgm:cxn modelId="{40094954-BCC7-43C5-9A36-0DB5B5605C19}" type="presOf" srcId="{BE8CE990-BE8F-496F-8AA9-AE13CFB50C74}" destId="{18AC7838-2123-4B38-BB87-BA1144D9E8BF}" srcOrd="0" destOrd="0" presId="urn:microsoft.com/office/officeart/2005/8/layout/list1"/>
    <dgm:cxn modelId="{EF2E5674-F2EA-4328-9D46-320D0ADB296E}" type="presOf" srcId="{00CCDE19-A7C6-4312-8BFE-8B9E74D0D3BD}" destId="{A3F5D901-3AEC-4F75-8997-7EC569AF9095}" srcOrd="1" destOrd="0" presId="urn:microsoft.com/office/officeart/2005/8/layout/list1"/>
    <dgm:cxn modelId="{E9C1E676-DEFA-4F13-B348-81DF5CB9847B}" type="presOf" srcId="{DAE7D673-B6F1-4497-B7E9-B1637A687A2D}" destId="{B8913E09-B6AA-4C77-A569-ED737D203271}" srcOrd="0" destOrd="7" presId="urn:microsoft.com/office/officeart/2005/8/layout/list1"/>
    <dgm:cxn modelId="{4D102A7D-88AA-4955-A910-BBACEA680167}" srcId="{38D65E6E-AB81-48A4-B7E9-152CA8F55336}" destId="{DAE7D673-B6F1-4497-B7E9-B1637A687A2D}" srcOrd="1" destOrd="0" parTransId="{BF072846-FFB2-4CCA-9FC9-810FE9F28B8A}" sibTransId="{F5BA4B2D-0C93-4FF7-A290-A79F79ED6967}"/>
    <dgm:cxn modelId="{B33AAB96-EF2E-45AE-8571-F20B788875B9}" type="presOf" srcId="{3F592096-1081-4682-A721-F4FA8D4D5558}" destId="{B8913E09-B6AA-4C77-A569-ED737D203271}" srcOrd="0" destOrd="1" presId="urn:microsoft.com/office/officeart/2005/8/layout/list1"/>
    <dgm:cxn modelId="{FB1684AE-62C7-491D-AC2C-9B047E311E7E}" srcId="{CEC65B42-5FCF-48E8-A433-8FB2A0868DD8}" destId="{1A08C1B8-BBFA-4054-B8AC-632349D92A5F}" srcOrd="1" destOrd="0" parTransId="{D0F13469-58AF-49D6-95F1-998D6B64A722}" sibTransId="{5062EF31-8E05-4460-985C-4B9BD1B6CB7A}"/>
    <dgm:cxn modelId="{3C0FFEAE-9289-406D-ADE8-715B8D043733}" srcId="{00CCDE19-A7C6-4312-8BFE-8B9E74D0D3BD}" destId="{38D65E6E-AB81-48A4-B7E9-152CA8F55336}" srcOrd="1" destOrd="0" parTransId="{6F8E2B51-0503-4D2C-8B8D-4E404FD1DD0D}" sibTransId="{A59D7C87-EC2C-4FE1-8ADB-CFB590BB1E58}"/>
    <dgm:cxn modelId="{87C3DABC-E195-4404-BA9C-741FDE5CEE8F}" srcId="{00CCDE19-A7C6-4312-8BFE-8B9E74D0D3BD}" destId="{CEC65B42-5FCF-48E8-A433-8FB2A0868DD8}" srcOrd="0" destOrd="0" parTransId="{333B4461-85A5-4F48-9C90-5426E37AEE7C}" sibTransId="{8D0D3335-C89F-4937-B89B-6060D9495A36}"/>
    <dgm:cxn modelId="{214CD3CE-B643-4946-9009-E78F32A5F45B}" type="presOf" srcId="{38D65E6E-AB81-48A4-B7E9-152CA8F55336}" destId="{B8913E09-B6AA-4C77-A569-ED737D203271}" srcOrd="0" destOrd="5" presId="urn:microsoft.com/office/officeart/2005/8/layout/list1"/>
    <dgm:cxn modelId="{60B2FED1-C88C-426F-B657-3F53833C5C42}" srcId="{38D65E6E-AB81-48A4-B7E9-152CA8F55336}" destId="{ED3C0460-B1E2-4A0C-822A-6EBCC7F92181}" srcOrd="0" destOrd="0" parTransId="{909C0A32-D7D4-4BA0-9475-93C251572C5E}" sibTransId="{5DC13517-EE32-4D26-83BA-493659C0EAF9}"/>
    <dgm:cxn modelId="{E5BB841A-60CC-438C-A672-759D6D04BBB5}" type="presParOf" srcId="{18AC7838-2123-4B38-BB87-BA1144D9E8BF}" destId="{4ED2B33F-1E3A-4BC1-B764-21888D19BAF2}" srcOrd="0" destOrd="0" presId="urn:microsoft.com/office/officeart/2005/8/layout/list1"/>
    <dgm:cxn modelId="{7227F320-64D1-4263-9EA5-CF52FC94B682}" type="presParOf" srcId="{4ED2B33F-1E3A-4BC1-B764-21888D19BAF2}" destId="{714DE548-12AD-4533-90C1-557C1D99D4F1}" srcOrd="0" destOrd="0" presId="urn:microsoft.com/office/officeart/2005/8/layout/list1"/>
    <dgm:cxn modelId="{0CC5EE79-472A-48BB-82BC-F5792544E63F}" type="presParOf" srcId="{4ED2B33F-1E3A-4BC1-B764-21888D19BAF2}" destId="{A3F5D901-3AEC-4F75-8997-7EC569AF9095}" srcOrd="1" destOrd="0" presId="urn:microsoft.com/office/officeart/2005/8/layout/list1"/>
    <dgm:cxn modelId="{B060F35F-6ED1-4551-BEE0-A008F2BE7E51}" type="presParOf" srcId="{18AC7838-2123-4B38-BB87-BA1144D9E8BF}" destId="{420EEA3D-658A-4105-A406-4AF0DCA39968}" srcOrd="1" destOrd="0" presId="urn:microsoft.com/office/officeart/2005/8/layout/list1"/>
    <dgm:cxn modelId="{0B1AEEB1-7B84-4150-91D9-5987530FDCC3}" type="presParOf" srcId="{18AC7838-2123-4B38-BB87-BA1144D9E8BF}" destId="{B8913E09-B6AA-4C77-A569-ED737D203271}"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249F4-01C0-4832-ADFB-AB107951775D}">
      <dsp:nvSpPr>
        <dsp:cNvPr id="0" name=""/>
        <dsp:cNvSpPr/>
      </dsp:nvSpPr>
      <dsp:spPr>
        <a:xfrm>
          <a:off x="0" y="337740"/>
          <a:ext cx="11176000" cy="5544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6B5BB64B-816E-49AA-AA42-DC808D39EDDB}">
      <dsp:nvSpPr>
        <dsp:cNvPr id="0" name=""/>
        <dsp:cNvSpPr/>
      </dsp:nvSpPr>
      <dsp:spPr>
        <a:xfrm>
          <a:off x="558800" y="13020"/>
          <a:ext cx="7823200" cy="64944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b="1" kern="1200">
              <a:solidFill>
                <a:schemeClr val="tx1"/>
              </a:solidFill>
            </a:rPr>
            <a:t>语法概述</a:t>
          </a:r>
          <a:r>
            <a:rPr lang="en-US" altLang="zh-CN" sz="2200" b="1" kern="1200">
              <a:solidFill>
                <a:schemeClr val="tx1"/>
              </a:solidFill>
            </a:rPr>
            <a:t>+</a:t>
          </a:r>
          <a:r>
            <a:rPr lang="zh-CN" altLang="en-US" sz="2200" b="1" kern="1200">
              <a:solidFill>
                <a:schemeClr val="tx1"/>
              </a:solidFill>
            </a:rPr>
            <a:t>数据类型</a:t>
          </a:r>
          <a:r>
            <a:rPr lang="en-US" altLang="zh-CN" sz="2200" b="1" kern="1200">
              <a:solidFill>
                <a:schemeClr val="tx1"/>
              </a:solidFill>
            </a:rPr>
            <a:t>+</a:t>
          </a:r>
          <a:r>
            <a:rPr lang="zh-CN" altLang="en-US" sz="2200" b="1" kern="1200">
              <a:solidFill>
                <a:schemeClr val="tx1"/>
              </a:solidFill>
            </a:rPr>
            <a:t>变量</a:t>
          </a:r>
          <a:r>
            <a:rPr lang="en-US" altLang="zh-CN" sz="2200" b="1" kern="1200">
              <a:solidFill>
                <a:schemeClr val="tx1"/>
              </a:solidFill>
            </a:rPr>
            <a:t>+</a:t>
          </a:r>
          <a:r>
            <a:rPr lang="zh-CN" altLang="en-US" sz="2200" b="1" kern="1200">
              <a:solidFill>
                <a:schemeClr val="tx1"/>
              </a:solidFill>
            </a:rPr>
            <a:t>输出</a:t>
          </a:r>
        </a:p>
      </dsp:txBody>
      <dsp:txXfrm>
        <a:off x="590503" y="44723"/>
        <a:ext cx="7759794" cy="586034"/>
      </dsp:txXfrm>
    </dsp:sp>
    <dsp:sp modelId="{4226CCB6-812D-4BD1-B40A-8FD6C639E3BD}">
      <dsp:nvSpPr>
        <dsp:cNvPr id="0" name=""/>
        <dsp:cNvSpPr/>
      </dsp:nvSpPr>
      <dsp:spPr>
        <a:xfrm>
          <a:off x="0" y="1335660"/>
          <a:ext cx="11176000" cy="554400"/>
        </a:xfrm>
        <a:prstGeom prst="rect">
          <a:avLst/>
        </a:prstGeom>
        <a:solidFill>
          <a:schemeClr val="lt1">
            <a:alpha val="90000"/>
            <a:hueOff val="0"/>
            <a:satOff val="0"/>
            <a:lumOff val="0"/>
            <a:alphaOff val="0"/>
          </a:schemeClr>
        </a:solidFill>
        <a:ln w="6350" cap="flat" cmpd="sng" algn="ctr">
          <a:solidFill>
            <a:schemeClr val="accent4">
              <a:hueOff val="-1572144"/>
              <a:satOff val="9649"/>
              <a:lumOff val="-1471"/>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D8776392-80D0-4115-B75A-CA4C4539B41D}">
      <dsp:nvSpPr>
        <dsp:cNvPr id="0" name=""/>
        <dsp:cNvSpPr/>
      </dsp:nvSpPr>
      <dsp:spPr>
        <a:xfrm>
          <a:off x="575949" y="1039795"/>
          <a:ext cx="7823200" cy="649440"/>
        </a:xfrm>
        <a:prstGeom prst="roundRect">
          <a:avLst/>
        </a:prstGeom>
        <a:gradFill rotWithShape="0">
          <a:gsLst>
            <a:gs pos="0">
              <a:schemeClr val="accent4">
                <a:hueOff val="-1572144"/>
                <a:satOff val="9649"/>
                <a:lumOff val="-1471"/>
                <a:alphaOff val="0"/>
                <a:satMod val="103000"/>
                <a:lumMod val="102000"/>
                <a:tint val="94000"/>
              </a:schemeClr>
            </a:gs>
            <a:gs pos="50000">
              <a:schemeClr val="accent4">
                <a:hueOff val="-1572144"/>
                <a:satOff val="9649"/>
                <a:lumOff val="-1471"/>
                <a:alphaOff val="0"/>
                <a:satMod val="110000"/>
                <a:lumMod val="100000"/>
                <a:shade val="100000"/>
              </a:schemeClr>
            </a:gs>
            <a:gs pos="100000">
              <a:schemeClr val="accent4">
                <a:hueOff val="-1572144"/>
                <a:satOff val="9649"/>
                <a:lumOff val="-147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b="1" kern="1200">
              <a:solidFill>
                <a:schemeClr val="tx1"/>
              </a:solidFill>
            </a:rPr>
            <a:t>数组</a:t>
          </a:r>
        </a:p>
      </dsp:txBody>
      <dsp:txXfrm>
        <a:off x="607652" y="1071498"/>
        <a:ext cx="7759794" cy="586034"/>
      </dsp:txXfrm>
    </dsp:sp>
    <dsp:sp modelId="{21C9C5FE-1173-4FB3-A82F-9A808B91BB14}">
      <dsp:nvSpPr>
        <dsp:cNvPr id="0" name=""/>
        <dsp:cNvSpPr/>
      </dsp:nvSpPr>
      <dsp:spPr>
        <a:xfrm>
          <a:off x="0" y="2333581"/>
          <a:ext cx="11176000" cy="554400"/>
        </a:xfrm>
        <a:prstGeom prst="rect">
          <a:avLst/>
        </a:prstGeom>
        <a:solidFill>
          <a:schemeClr val="lt1">
            <a:alpha val="90000"/>
            <a:hueOff val="0"/>
            <a:satOff val="0"/>
            <a:lumOff val="0"/>
            <a:alphaOff val="0"/>
          </a:schemeClr>
        </a:solidFill>
        <a:ln w="6350" cap="flat" cmpd="sng" algn="ctr">
          <a:solidFill>
            <a:schemeClr val="accent4">
              <a:hueOff val="-3144288"/>
              <a:satOff val="19298"/>
              <a:lumOff val="-2941"/>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145EED1F-1E7F-40E6-83BF-71CF11F4D3AE}">
      <dsp:nvSpPr>
        <dsp:cNvPr id="0" name=""/>
        <dsp:cNvSpPr/>
      </dsp:nvSpPr>
      <dsp:spPr>
        <a:xfrm>
          <a:off x="558800" y="2008860"/>
          <a:ext cx="7823200" cy="649440"/>
        </a:xfrm>
        <a:prstGeom prst="roundRect">
          <a:avLst/>
        </a:prstGeom>
        <a:gradFill rotWithShape="0">
          <a:gsLst>
            <a:gs pos="0">
              <a:schemeClr val="accent4">
                <a:hueOff val="-3144288"/>
                <a:satOff val="19298"/>
                <a:lumOff val="-2941"/>
                <a:alphaOff val="0"/>
                <a:satMod val="103000"/>
                <a:lumMod val="102000"/>
                <a:tint val="94000"/>
              </a:schemeClr>
            </a:gs>
            <a:gs pos="50000">
              <a:schemeClr val="accent4">
                <a:hueOff val="-3144288"/>
                <a:satOff val="19298"/>
                <a:lumOff val="-2941"/>
                <a:alphaOff val="0"/>
                <a:satMod val="110000"/>
                <a:lumMod val="100000"/>
                <a:shade val="100000"/>
              </a:schemeClr>
            </a:gs>
            <a:gs pos="100000">
              <a:schemeClr val="accent4">
                <a:hueOff val="-3144288"/>
                <a:satOff val="19298"/>
                <a:lumOff val="-294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b="1" kern="1200">
              <a:solidFill>
                <a:schemeClr val="tx1"/>
              </a:solidFill>
            </a:rPr>
            <a:t>运算符</a:t>
          </a:r>
        </a:p>
      </dsp:txBody>
      <dsp:txXfrm>
        <a:off x="590503" y="2040563"/>
        <a:ext cx="7759794" cy="586034"/>
      </dsp:txXfrm>
    </dsp:sp>
    <dsp:sp modelId="{34AD0610-49C5-445C-8527-3C972864041F}">
      <dsp:nvSpPr>
        <dsp:cNvPr id="0" name=""/>
        <dsp:cNvSpPr/>
      </dsp:nvSpPr>
      <dsp:spPr>
        <a:xfrm>
          <a:off x="0" y="3331501"/>
          <a:ext cx="11176000" cy="554400"/>
        </a:xfrm>
        <a:prstGeom prst="rect">
          <a:avLst/>
        </a:prstGeom>
        <a:solidFill>
          <a:schemeClr val="lt1">
            <a:alpha val="90000"/>
            <a:hueOff val="0"/>
            <a:satOff val="0"/>
            <a:lumOff val="0"/>
            <a:alphaOff val="0"/>
          </a:schemeClr>
        </a:solidFill>
        <a:ln w="6350" cap="flat" cmpd="sng" algn="ctr">
          <a:solidFill>
            <a:schemeClr val="accent4">
              <a:hueOff val="-4716432"/>
              <a:satOff val="28947"/>
              <a:lumOff val="-4412"/>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2A189CC-9E3F-4766-8160-CE4F0E2A343F}">
      <dsp:nvSpPr>
        <dsp:cNvPr id="0" name=""/>
        <dsp:cNvSpPr/>
      </dsp:nvSpPr>
      <dsp:spPr>
        <a:xfrm>
          <a:off x="558800" y="3006781"/>
          <a:ext cx="7823200" cy="649440"/>
        </a:xfrm>
        <a:prstGeom prst="roundRect">
          <a:avLst/>
        </a:prstGeom>
        <a:gradFill rotWithShape="0">
          <a:gsLst>
            <a:gs pos="0">
              <a:schemeClr val="accent4">
                <a:hueOff val="-4716432"/>
                <a:satOff val="28947"/>
                <a:lumOff val="-4412"/>
                <a:alphaOff val="0"/>
                <a:satMod val="103000"/>
                <a:lumMod val="102000"/>
                <a:tint val="94000"/>
              </a:schemeClr>
            </a:gs>
            <a:gs pos="50000">
              <a:schemeClr val="accent4">
                <a:hueOff val="-4716432"/>
                <a:satOff val="28947"/>
                <a:lumOff val="-4412"/>
                <a:alphaOff val="0"/>
                <a:satMod val="110000"/>
                <a:lumMod val="100000"/>
                <a:shade val="100000"/>
              </a:schemeClr>
            </a:gs>
            <a:gs pos="100000">
              <a:schemeClr val="accent4">
                <a:hueOff val="-4716432"/>
                <a:satOff val="28947"/>
                <a:lumOff val="-441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zh-CN" altLang="en-US" sz="2200" b="1" kern="1200">
              <a:solidFill>
                <a:schemeClr val="tx1"/>
              </a:solidFill>
            </a:rPr>
            <a:t>条件语句</a:t>
          </a:r>
          <a:r>
            <a:rPr lang="en-US" altLang="zh-CN" sz="2200" b="1" kern="1200">
              <a:solidFill>
                <a:schemeClr val="tx1"/>
              </a:solidFill>
            </a:rPr>
            <a:t>+</a:t>
          </a:r>
          <a:r>
            <a:rPr lang="zh-CN" altLang="en-US" sz="2200" b="1" kern="1200">
              <a:solidFill>
                <a:schemeClr val="tx1"/>
              </a:solidFill>
            </a:rPr>
            <a:t>循环语句</a:t>
          </a:r>
        </a:p>
      </dsp:txBody>
      <dsp:txXfrm>
        <a:off x="590503" y="3038484"/>
        <a:ext cx="7759794" cy="586034"/>
      </dsp:txXfrm>
    </dsp:sp>
    <dsp:sp modelId="{FFA881AE-0E9B-448A-AC16-8C416B2F99B9}">
      <dsp:nvSpPr>
        <dsp:cNvPr id="0" name=""/>
        <dsp:cNvSpPr/>
      </dsp:nvSpPr>
      <dsp:spPr>
        <a:xfrm>
          <a:off x="0" y="4329421"/>
          <a:ext cx="11176000" cy="554400"/>
        </a:xfrm>
        <a:prstGeom prst="rect">
          <a:avLst/>
        </a:prstGeom>
        <a:solidFill>
          <a:schemeClr val="lt1">
            <a:alpha val="90000"/>
            <a:hueOff val="0"/>
            <a:satOff val="0"/>
            <a:lumOff val="0"/>
            <a:alphaOff val="0"/>
          </a:schemeClr>
        </a:solidFill>
        <a:ln w="6350" cap="flat" cmpd="sng" algn="ctr">
          <a:solidFill>
            <a:schemeClr val="accent4">
              <a:hueOff val="-6288576"/>
              <a:satOff val="38596"/>
              <a:lumOff val="-5882"/>
              <a:alphaOff val="0"/>
            </a:schemeClr>
          </a:solidFill>
          <a:prstDash val="solid"/>
          <a:miter lim="800000"/>
        </a:ln>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D27D4CF2-213C-4A9B-933D-7024480D4568}">
      <dsp:nvSpPr>
        <dsp:cNvPr id="0" name=""/>
        <dsp:cNvSpPr/>
      </dsp:nvSpPr>
      <dsp:spPr>
        <a:xfrm>
          <a:off x="558800" y="4004701"/>
          <a:ext cx="7823200" cy="649440"/>
        </a:xfrm>
        <a:prstGeom prst="roundRect">
          <a:avLst/>
        </a:prstGeom>
        <a:gradFill rotWithShape="0">
          <a:gsLst>
            <a:gs pos="0">
              <a:schemeClr val="accent4">
                <a:hueOff val="-6288576"/>
                <a:satOff val="38596"/>
                <a:lumOff val="-5882"/>
                <a:alphaOff val="0"/>
                <a:satMod val="103000"/>
                <a:lumMod val="102000"/>
                <a:tint val="94000"/>
              </a:schemeClr>
            </a:gs>
            <a:gs pos="50000">
              <a:schemeClr val="accent4">
                <a:hueOff val="-6288576"/>
                <a:satOff val="38596"/>
                <a:lumOff val="-5882"/>
                <a:alphaOff val="0"/>
                <a:satMod val="110000"/>
                <a:lumMod val="100000"/>
                <a:shade val="100000"/>
              </a:schemeClr>
            </a:gs>
            <a:gs pos="100000">
              <a:schemeClr val="accent4">
                <a:hueOff val="-6288576"/>
                <a:satOff val="38596"/>
                <a:lumOff val="-5882"/>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977900">
            <a:lnSpc>
              <a:spcPct val="90000"/>
            </a:lnSpc>
            <a:spcBef>
              <a:spcPct val="0"/>
            </a:spcBef>
            <a:spcAft>
              <a:spcPct val="35000"/>
            </a:spcAft>
            <a:buNone/>
          </a:pPr>
          <a:r>
            <a:rPr lang="en-US" altLang="zh-CN" sz="2200" b="1" kern="1200">
              <a:solidFill>
                <a:schemeClr val="tx1"/>
              </a:solidFill>
            </a:rPr>
            <a:t>PHP</a:t>
          </a:r>
          <a:r>
            <a:rPr lang="zh-CN" altLang="en-US" sz="2200" b="1" kern="1200">
              <a:solidFill>
                <a:schemeClr val="tx1"/>
              </a:solidFill>
            </a:rPr>
            <a:t>规范</a:t>
          </a:r>
        </a:p>
      </dsp:txBody>
      <dsp:txXfrm>
        <a:off x="590503" y="4036404"/>
        <a:ext cx="7759794"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13E09-B6AA-4C77-A569-ED737D203271}">
      <dsp:nvSpPr>
        <dsp:cNvPr id="0" name=""/>
        <dsp:cNvSpPr/>
      </dsp:nvSpPr>
      <dsp:spPr>
        <a:xfrm>
          <a:off x="0" y="803664"/>
          <a:ext cx="11176000" cy="4460620"/>
        </a:xfrm>
        <a:prstGeom prst="rect">
          <a:avLst/>
        </a:prstGeom>
        <a:solidFill>
          <a:schemeClr val="accent1">
            <a:alpha val="90000"/>
            <a:tint val="4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708152" rIns="867382" bIns="142240" numCol="1" spcCol="1270" anchor="t" anchorCtr="0">
          <a:noAutofit/>
        </a:bodyPr>
        <a:lstStyle/>
        <a:p>
          <a:pPr marL="228600" lvl="1" indent="-228600" algn="l" defTabSz="889000">
            <a:lnSpc>
              <a:spcPct val="90000"/>
            </a:lnSpc>
            <a:spcBef>
              <a:spcPct val="0"/>
            </a:spcBef>
            <a:spcAft>
              <a:spcPct val="15000"/>
            </a:spcAft>
            <a:buChar char="•"/>
          </a:pPr>
          <a:r>
            <a:rPr lang="zh-CN" altLang="en-US" sz="2000" kern="1200" dirty="0"/>
            <a:t>提交内容：</a:t>
          </a:r>
        </a:p>
        <a:p>
          <a:pPr marL="457200" lvl="2" indent="-228600" algn="l" defTabSz="889000">
            <a:lnSpc>
              <a:spcPct val="90000"/>
            </a:lnSpc>
            <a:spcBef>
              <a:spcPct val="0"/>
            </a:spcBef>
            <a:spcAft>
              <a:spcPct val="15000"/>
            </a:spcAft>
            <a:buChar char="•"/>
          </a:pPr>
          <a:r>
            <a:rPr lang="zh-CN" altLang="en-US" sz="2000" kern="1200"/>
            <a:t>作业一的代码截图；</a:t>
          </a:r>
          <a:endParaRPr lang="zh-CN" altLang="en-US" sz="2000" kern="1200" dirty="0"/>
        </a:p>
        <a:p>
          <a:pPr marL="457200" lvl="2" indent="-228600" algn="l" defTabSz="889000">
            <a:lnSpc>
              <a:spcPct val="90000"/>
            </a:lnSpc>
            <a:spcBef>
              <a:spcPct val="0"/>
            </a:spcBef>
            <a:spcAft>
              <a:spcPct val="15000"/>
            </a:spcAft>
            <a:buChar char="•"/>
          </a:pPr>
          <a:r>
            <a:rPr lang="zh-CN" altLang="en-US" sz="2000" kern="1200"/>
            <a:t>作业一的</a:t>
          </a:r>
          <a:r>
            <a:rPr lang="en-US" altLang="zh-CN" sz="2000" kern="1200"/>
            <a:t>POSTMAN</a:t>
          </a:r>
          <a:r>
            <a:rPr lang="zh-CN" altLang="en-US" sz="2000" kern="1200"/>
            <a:t>请求和响应界面截图；（</a:t>
          </a:r>
          <a:r>
            <a:rPr lang="en-US" altLang="zh-CN" sz="2000" kern="1200"/>
            <a:t>4</a:t>
          </a:r>
          <a:r>
            <a:rPr lang="zh-CN" altLang="en-US" sz="2000" kern="1200"/>
            <a:t>种情况）</a:t>
          </a:r>
          <a:endParaRPr lang="zh-CN" altLang="en-US" sz="2000" kern="1200" dirty="0"/>
        </a:p>
        <a:p>
          <a:pPr marL="457200" lvl="2" indent="-228600" algn="l" defTabSz="889000">
            <a:lnSpc>
              <a:spcPct val="90000"/>
            </a:lnSpc>
            <a:spcBef>
              <a:spcPct val="0"/>
            </a:spcBef>
            <a:spcAft>
              <a:spcPct val="15000"/>
            </a:spcAft>
            <a:buChar char="•"/>
          </a:pPr>
          <a:r>
            <a:rPr lang="zh-CN" altLang="en-US" sz="2000" kern="1200"/>
            <a:t>作业二的代码截图；</a:t>
          </a:r>
          <a:endParaRPr lang="zh-CN" altLang="en-US" sz="2000" kern="1200" dirty="0"/>
        </a:p>
        <a:p>
          <a:pPr marL="457200" lvl="2" indent="-228600" algn="l" defTabSz="889000">
            <a:lnSpc>
              <a:spcPct val="90000"/>
            </a:lnSpc>
            <a:spcBef>
              <a:spcPct val="0"/>
            </a:spcBef>
            <a:spcAft>
              <a:spcPct val="15000"/>
            </a:spcAft>
            <a:buChar char="•"/>
          </a:pPr>
          <a:r>
            <a:rPr lang="zh-CN" altLang="en-US" sz="2000" kern="1200"/>
            <a:t>作业二的</a:t>
          </a:r>
          <a:r>
            <a:rPr lang="en-US" altLang="en-US" sz="2000" kern="1200"/>
            <a:t>POSTMAN</a:t>
          </a:r>
          <a:r>
            <a:rPr lang="zh-CN" altLang="en-US" sz="2000" kern="1200"/>
            <a:t>请求和响应界面截图；</a:t>
          </a:r>
        </a:p>
        <a:p>
          <a:pPr marL="228600" lvl="1" indent="-228600" algn="l" defTabSz="889000">
            <a:lnSpc>
              <a:spcPct val="90000"/>
            </a:lnSpc>
            <a:spcBef>
              <a:spcPct val="0"/>
            </a:spcBef>
            <a:spcAft>
              <a:spcPct val="15000"/>
            </a:spcAft>
            <a:buChar char="•"/>
          </a:pPr>
          <a:r>
            <a:rPr lang="zh-CN" altLang="en-US" sz="2000" kern="1200" dirty="0"/>
            <a:t>提交标识：</a:t>
          </a:r>
        </a:p>
        <a:p>
          <a:pPr marL="457200" lvl="2" indent="-228600" algn="l" defTabSz="889000">
            <a:lnSpc>
              <a:spcPct val="90000"/>
            </a:lnSpc>
            <a:spcBef>
              <a:spcPct val="0"/>
            </a:spcBef>
            <a:spcAft>
              <a:spcPct val="15000"/>
            </a:spcAft>
            <a:buChar char="•"/>
          </a:pPr>
          <a:r>
            <a:rPr lang="zh-CN" altLang="en-US" sz="2000" kern="1200" dirty="0"/>
            <a:t>每张图片的显眼位置，写上自己的学号！</a:t>
          </a:r>
        </a:p>
        <a:p>
          <a:pPr marL="457200" lvl="2" indent="-228600" algn="l" defTabSz="889000">
            <a:lnSpc>
              <a:spcPct val="90000"/>
            </a:lnSpc>
            <a:spcBef>
              <a:spcPct val="0"/>
            </a:spcBef>
            <a:spcAft>
              <a:spcPct val="15000"/>
            </a:spcAft>
            <a:buChar char="•"/>
          </a:pPr>
          <a:r>
            <a:rPr lang="zh-CN" altLang="en-US" sz="2000" kern="1200"/>
            <a:t>填写必要的注释。</a:t>
          </a:r>
          <a:endParaRPr lang="zh-CN" altLang="en-US" sz="2000" kern="1200" dirty="0"/>
        </a:p>
      </dsp:txBody>
      <dsp:txXfrm>
        <a:off x="0" y="803664"/>
        <a:ext cx="11176000" cy="4460620"/>
      </dsp:txXfrm>
    </dsp:sp>
    <dsp:sp modelId="{A3F5D901-3AEC-4F75-8997-7EC569AF9095}">
      <dsp:nvSpPr>
        <dsp:cNvPr id="0" name=""/>
        <dsp:cNvSpPr/>
      </dsp:nvSpPr>
      <dsp:spPr>
        <a:xfrm>
          <a:off x="526249" y="398083"/>
          <a:ext cx="8633996" cy="979062"/>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422400">
            <a:lnSpc>
              <a:spcPct val="90000"/>
            </a:lnSpc>
            <a:spcBef>
              <a:spcPct val="0"/>
            </a:spcBef>
            <a:spcAft>
              <a:spcPct val="35000"/>
            </a:spcAft>
            <a:buNone/>
          </a:pPr>
          <a:r>
            <a:rPr lang="zh-CN" altLang="en-US" sz="3200" kern="1200" dirty="0"/>
            <a:t>提交</a:t>
          </a:r>
          <a:r>
            <a:rPr lang="zh-CN" altLang="en-US" sz="3200" kern="1200"/>
            <a:t>要求（合并多</a:t>
          </a:r>
          <a:r>
            <a:rPr lang="zh-CN" altLang="en-US" sz="2400" kern="1200"/>
            <a:t>个图片为一个</a:t>
          </a:r>
          <a:r>
            <a:rPr lang="en-US" altLang="zh-CN" sz="2400" kern="1200"/>
            <a:t>pdf</a:t>
          </a:r>
          <a:r>
            <a:rPr lang="zh-CN" altLang="en-US" sz="2400" kern="1200"/>
            <a:t>文件提交</a:t>
          </a:r>
          <a:r>
            <a:rPr lang="zh-CN" altLang="en-US" sz="3200" kern="1200"/>
            <a:t>）</a:t>
          </a:r>
          <a:endParaRPr lang="zh-CN" altLang="en-US" sz="3200" kern="1200" dirty="0"/>
        </a:p>
      </dsp:txBody>
      <dsp:txXfrm>
        <a:off x="574043" y="445877"/>
        <a:ext cx="8538408" cy="88347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61AC39-F736-4EC7-B04C-6E29A3CD4AC8}" type="datetimeFigureOut">
              <a:rPr lang="zh-CN" altLang="en-US" smtClean="0"/>
              <a:t>2026/3/22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97A32B-B1EA-4C6B-AAB6-0303326BB354}" type="slidenum">
              <a:rPr lang="zh-CN" altLang="en-US" smtClean="0"/>
              <a:t>‹#›</a:t>
            </a:fld>
            <a:endParaRPr lang="zh-CN" altLang="en-US"/>
          </a:p>
        </p:txBody>
      </p:sp>
    </p:spTree>
    <p:extLst>
      <p:ext uri="{BB962C8B-B14F-4D97-AF65-F5344CB8AC3E}">
        <p14:creationId xmlns:p14="http://schemas.microsoft.com/office/powerpoint/2010/main" val="1490455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4" name="幻灯片编号占位符 3"/>
          <p:cNvSpPr>
            <a:spLocks noGrp="1"/>
          </p:cNvSpPr>
          <p:nvPr>
            <p:ph type="sldNum" sz="quarter" idx="10"/>
          </p:nvPr>
        </p:nvSpPr>
        <p:spPr/>
        <p:txBody>
          <a:bodyPr rtlCol="0"/>
          <a:lstStyle/>
          <a:p>
            <a:pPr rtl="0"/>
            <a:fld id="{62B46F2B-1084-40BA-9F0A-B1F6847335C5}" type="slidenum">
              <a:rPr lang="en-US" altLang="zh-CN" smtClean="0">
                <a:latin typeface="Microsoft YaHei UI" panose="020B0503020204020204" pitchFamily="34" charset="-122"/>
                <a:ea typeface="Microsoft YaHei UI" panose="020B0503020204020204" pitchFamily="34" charset="-122"/>
              </a:rPr>
              <a:t>3</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673380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31</a:t>
            </a:fld>
            <a:endParaRPr lang="zh-CN" altLang="en-US"/>
          </a:p>
        </p:txBody>
      </p:sp>
    </p:spTree>
    <p:extLst>
      <p:ext uri="{BB962C8B-B14F-4D97-AF65-F5344CB8AC3E}">
        <p14:creationId xmlns:p14="http://schemas.microsoft.com/office/powerpoint/2010/main" val="1272823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46</a:t>
            </a:fld>
            <a:endParaRPr lang="zh-CN" altLang="en-US"/>
          </a:p>
        </p:txBody>
      </p:sp>
    </p:spTree>
    <p:extLst>
      <p:ext uri="{BB962C8B-B14F-4D97-AF65-F5344CB8AC3E}">
        <p14:creationId xmlns:p14="http://schemas.microsoft.com/office/powerpoint/2010/main" val="3943153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97A32B-B1EA-4C6B-AAB6-0303326BB354}" type="slidenum">
              <a:rPr lang="zh-CN" altLang="en-US" smtClean="0"/>
              <a:t>54</a:t>
            </a:fld>
            <a:endParaRPr lang="zh-CN" altLang="en-US"/>
          </a:p>
        </p:txBody>
      </p:sp>
    </p:spTree>
    <p:extLst>
      <p:ext uri="{BB962C8B-B14F-4D97-AF65-F5344CB8AC3E}">
        <p14:creationId xmlns:p14="http://schemas.microsoft.com/office/powerpoint/2010/main" val="924878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userDrawn="1"/>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userDrawn="1"/>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userDrawn="1"/>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userDrawn="1"/>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userDrawn="1"/>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userDrawn="1"/>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userDrawn="1"/>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userDrawn="1"/>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userDrawn="1"/>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userDrawn="1"/>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endParaRPr lang="zh-CN" altLang="en-US"/>
          </a:p>
        </p:txBody>
      </p:sp>
    </p:spTree>
    <p:extLst>
      <p:ext uri="{BB962C8B-B14F-4D97-AF65-F5344CB8AC3E}">
        <p14:creationId xmlns:p14="http://schemas.microsoft.com/office/powerpoint/2010/main" val="1971045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userDrawn="1"/>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userDrawn="1"/>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userDrawn="1"/>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035048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userDrawn="1"/>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userDrawn="1"/>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userDrawn="1"/>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userDrawn="1"/>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userDrawn="1"/>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0003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userDrawn="1"/>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userDrawn="1"/>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userDrawn="1"/>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userDrawn="1"/>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userDrawn="1"/>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userDrawn="1"/>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userDrawn="1"/>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userDrawn="1"/>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userDrawn="1"/>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3699692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userDrawn="1"/>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userDrawn="1"/>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userDrawn="1"/>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118991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userDrawn="1"/>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userDrawn="1"/>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userDrawn="1"/>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userDrawn="1"/>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userDrawn="1"/>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userDrawn="1"/>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4117935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userDrawn="1"/>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userDrawn="1"/>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userDrawn="1"/>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userDrawn="1"/>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userDrawn="1"/>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userDrawn="1"/>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userDrawn="1"/>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userDrawn="1"/>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userDrawn="1"/>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3039699283"/>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userDrawn="1"/>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userDrawn="1"/>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userDrawn="1"/>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userDrawn="1"/>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userDrawn="1"/>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userDrawn="1"/>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userDrawn="1"/>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userDrawn="1"/>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userDrawn="1"/>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userDrawn="1"/>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userDrawn="1"/>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userDrawn="1"/>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userDrawn="1"/>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userDrawn="1"/>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userDrawn="1"/>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userDrawn="1"/>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userDrawn="1"/>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userDrawn="1"/>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userDrawn="1"/>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userDrawn="1"/>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userDrawn="1"/>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userDrawn="1"/>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userDrawn="1"/>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userDrawn="1"/>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userDrawn="1"/>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userDrawn="1"/>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userDrawn="1"/>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userDrawn="1"/>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userDrawn="1"/>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userDrawn="1"/>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userDrawn="1"/>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userDrawn="1"/>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userDrawn="1"/>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userDrawn="1"/>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userDrawn="1"/>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userDrawn="1">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userDrawn="1"/>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userDrawn="1"/>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userDrawn="1"/>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userDrawn="1"/>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userDrawn="1"/>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userDrawn="1"/>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userDrawn="1"/>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userDrawn="1"/>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userDrawn="1"/>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userDrawn="1"/>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userDrawn="1"/>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197327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userDrawn="1"/>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userDrawn="1"/>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userDrawn="1"/>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userDrawn="1"/>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userDrawn="1"/>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userDrawn="1"/>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userDrawn="1"/>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userDrawn="1"/>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userDrawn="1"/>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userDrawn="1"/>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userDrawn="1"/>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userDrawn="1"/>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userDrawn="1"/>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userDrawn="1"/>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userDrawn="1"/>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userDrawn="1"/>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userDrawn="1"/>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userDrawn="1"/>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userDrawn="1"/>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userDrawn="1"/>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userDrawn="1"/>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userDrawn="1"/>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userDrawn="1"/>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userDrawn="1"/>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userDrawn="1"/>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userDrawn="1"/>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userDrawn="1"/>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684096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userDrawn="1"/>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userDrawn="1"/>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userDrawn="1"/>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userDrawn="1"/>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userDrawn="1"/>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userDrawn="1"/>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userDrawn="1"/>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userDrawn="1"/>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userDrawn="1"/>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userDrawn="1"/>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userDrawn="1"/>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userDrawn="1"/>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userDrawn="1"/>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userDrawn="1"/>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userDrawn="1"/>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userDrawn="1"/>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userDrawn="1"/>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userDrawn="1"/>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userDrawn="1"/>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userDrawn="1"/>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userDrawn="1"/>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userDrawn="1"/>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userDrawn="1"/>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userDrawn="1"/>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userDrawn="1"/>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userDrawn="1"/>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83308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userDrawn="1"/>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userDrawn="1"/>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userDrawn="1"/>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userDrawn="1"/>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userDrawn="1"/>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userDrawn="1"/>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userDrawn="1"/>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userDrawn="1"/>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userDrawn="1"/>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userDrawn="1"/>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userDrawn="1"/>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555071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userDrawn="1"/>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446662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userDrawn="1"/>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userDrawn="1"/>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userDrawn="1"/>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754690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userDrawn="1"/>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userDrawn="1"/>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userDrawn="1"/>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userDrawn="1"/>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userDrawn="1"/>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userDrawn="1"/>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userDrawn="1"/>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userDrawn="1"/>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userDrawn="1"/>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userDrawn="1"/>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userDrawn="1"/>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userDrawn="1"/>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userDrawn="1"/>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userDrawn="1"/>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userDrawn="1"/>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userDrawn="1"/>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userDrawn="1"/>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4016373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0719836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761567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869710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714089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849433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063440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712124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0296767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596187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102868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25271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119363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8899395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757493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041004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0413404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933700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319605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8989545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924206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6295169"/>
      </p:ext>
    </p:extLst>
  </p:cSld>
  <p:clrMap bg1="lt1" tx1="dk1" bg2="lt2" tx2="dk2" accent1="accent1" accent2="accent2" accent3="accent3" accent4="accent4" accent5="accent5" accent6="accent6" hlink="hlink" folHlink="folHlink"/>
  <p:sldLayoutIdLst>
    <p:sldLayoutId id="2147483685" r:id="rId1"/>
    <p:sldLayoutId id="2147483723" r:id="rId2"/>
    <p:sldLayoutId id="2147483686" r:id="rId3"/>
    <p:sldLayoutId id="2147483694" r:id="rId4"/>
    <p:sldLayoutId id="2147483722" r:id="rId5"/>
    <p:sldLayoutId id="2147483721" r:id="rId6"/>
    <p:sldLayoutId id="2147483708" r:id="rId7"/>
    <p:sldLayoutId id="2147483687" r:id="rId8"/>
    <p:sldLayoutId id="2147483688" r:id="rId9"/>
    <p:sldLayoutId id="2147483689" r:id="rId10"/>
    <p:sldLayoutId id="2147483690" r:id="rId11"/>
    <p:sldLayoutId id="2147483714" r:id="rId12"/>
    <p:sldLayoutId id="2147483713" r:id="rId13"/>
    <p:sldLayoutId id="2147483691"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85654786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5" r:id="rId4"/>
    <p:sldLayoutId id="2147483716" r:id="rId5"/>
    <p:sldLayoutId id="2147483717" r:id="rId6"/>
    <p:sldLayoutId id="2147483718" r:id="rId7"/>
    <p:sldLayoutId id="2147483719" r:id="rId8"/>
    <p:sldLayoutId id="2147483720"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2026/3/22</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17832929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6C19B663-122C-21C5-4653-DC30213C4D1A}"/>
              </a:ext>
            </a:extLst>
          </p:cNvPr>
          <p:cNvSpPr>
            <a:spLocks noGrp="1"/>
          </p:cNvSpPr>
          <p:nvPr>
            <p:ph type="subTitle" idx="1"/>
          </p:nvPr>
        </p:nvSpPr>
        <p:spPr/>
        <p:txBody>
          <a:bodyPr/>
          <a:lstStyle/>
          <a:p>
            <a:r>
              <a:rPr lang="en-US" altLang="zh-CN"/>
              <a:t>PHP</a:t>
            </a:r>
            <a:r>
              <a:rPr lang="zh-CN" altLang="en-US"/>
              <a:t>语法概述</a:t>
            </a:r>
          </a:p>
        </p:txBody>
      </p:sp>
      <p:sp>
        <p:nvSpPr>
          <p:cNvPr id="4" name="标题 3">
            <a:extLst>
              <a:ext uri="{FF2B5EF4-FFF2-40B4-BE49-F238E27FC236}">
                <a16:creationId xmlns:a16="http://schemas.microsoft.com/office/drawing/2014/main" id="{76B2EC8A-7C4D-A943-440A-784379557C76}"/>
              </a:ext>
            </a:extLst>
          </p:cNvPr>
          <p:cNvSpPr>
            <a:spLocks noGrp="1"/>
          </p:cNvSpPr>
          <p:nvPr>
            <p:ph type="ctrTitle"/>
          </p:nvPr>
        </p:nvSpPr>
        <p:spPr/>
        <p:txBody>
          <a:bodyPr/>
          <a:lstStyle/>
          <a:p>
            <a:r>
              <a:rPr lang="en-US" altLang="zh-CN"/>
              <a:t>WEB</a:t>
            </a:r>
            <a:r>
              <a:rPr lang="zh-CN" altLang="en-US"/>
              <a:t>项目应用</a:t>
            </a:r>
          </a:p>
        </p:txBody>
      </p:sp>
      <p:sp>
        <p:nvSpPr>
          <p:cNvPr id="6" name="文本占位符 5">
            <a:extLst>
              <a:ext uri="{FF2B5EF4-FFF2-40B4-BE49-F238E27FC236}">
                <a16:creationId xmlns:a16="http://schemas.microsoft.com/office/drawing/2014/main" id="{ABD8071C-8CDD-B6CC-4197-3061FB6EB590}"/>
              </a:ext>
            </a:extLst>
          </p:cNvPr>
          <p:cNvSpPr>
            <a:spLocks noGrp="1"/>
          </p:cNvSpPr>
          <p:nvPr>
            <p:ph type="body" sz="quarter" idx="10"/>
          </p:nvPr>
        </p:nvSpPr>
        <p:spPr/>
        <p:txBody>
          <a:bodyPr/>
          <a:lstStyle/>
          <a:p>
            <a:r>
              <a:rPr lang="en-US" altLang="zh-CN"/>
              <a:t>2026-3-20</a:t>
            </a:r>
            <a:endParaRPr lang="zh-CN" altLang="en-US"/>
          </a:p>
        </p:txBody>
      </p:sp>
    </p:spTree>
    <p:extLst>
      <p:ext uri="{BB962C8B-B14F-4D97-AF65-F5344CB8AC3E}">
        <p14:creationId xmlns:p14="http://schemas.microsoft.com/office/powerpoint/2010/main" val="227998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3E8E42E6-05E3-582E-D46A-F009134EB21F}"/>
              </a:ext>
            </a:extLst>
          </p:cNvPr>
          <p:cNvSpPr>
            <a:spLocks noGrp="1"/>
          </p:cNvSpPr>
          <p:nvPr>
            <p:ph type="body" sz="quarter" idx="18"/>
          </p:nvPr>
        </p:nvSpPr>
        <p:spPr/>
        <p:txBody>
          <a:bodyPr/>
          <a:lstStyle/>
          <a:p>
            <a:r>
              <a:rPr lang="zh-CN" altLang="en-US"/>
              <a:t>本次课内容</a:t>
            </a:r>
          </a:p>
        </p:txBody>
      </p:sp>
      <p:graphicFrame>
        <p:nvGraphicFramePr>
          <p:cNvPr id="4" name="内容占位符 3"/>
          <p:cNvGraphicFramePr>
            <a:graphicFrameLocks noGrp="1"/>
          </p:cNvGraphicFramePr>
          <p:nvPr>
            <p:ph sz="quarter" idx="19"/>
            <p:extLst>
              <p:ext uri="{D42A27DB-BD31-4B8C-83A1-F6EECF244321}">
                <p14:modId xmlns:p14="http://schemas.microsoft.com/office/powerpoint/2010/main" val="4099141257"/>
              </p:ext>
            </p:extLst>
          </p:nvPr>
        </p:nvGraphicFramePr>
        <p:xfrm>
          <a:off x="508000" y="1340768"/>
          <a:ext cx="11176000" cy="4896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42599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prstGeom prst="rect">
            <a:avLst/>
          </a:prstGeom>
        </p:spPr>
        <p:txBody>
          <a:bodyPr/>
          <a:lstStyle/>
          <a:p>
            <a:pPr lvl="0"/>
            <a:r>
              <a:rPr lang="zh-CN" altLang="en-US"/>
              <a:t>语法概述：语法标记、指令分隔符、注释</a:t>
            </a:r>
            <a:endParaRPr lang="en-US" altLang="zh-CN"/>
          </a:p>
          <a:p>
            <a:pPr lvl="0"/>
            <a:r>
              <a:rPr lang="zh-CN" altLang="en-US"/>
              <a:t>数据类型：标量类型</a:t>
            </a:r>
            <a:endParaRPr lang="en-US" altLang="zh-CN"/>
          </a:p>
          <a:p>
            <a:pPr lvl="0"/>
            <a:r>
              <a:rPr lang="zh-CN" altLang="en-US"/>
              <a:t>变量：命名、调用示范</a:t>
            </a:r>
            <a:endParaRPr lang="en-US" altLang="zh-CN"/>
          </a:p>
          <a:p>
            <a:pPr lvl="0"/>
            <a:r>
              <a:rPr lang="zh-CN" altLang="en-US"/>
              <a:t>超全局变量：分类、用法示范</a:t>
            </a:r>
            <a:endParaRPr lang="en-US" altLang="zh-CN"/>
          </a:p>
          <a:p>
            <a:pPr lvl="0"/>
            <a:r>
              <a:rPr lang="zh-CN" altLang="en-US"/>
              <a:t>输出：对比、示范</a:t>
            </a:r>
          </a:p>
        </p:txBody>
      </p:sp>
      <p:sp>
        <p:nvSpPr>
          <p:cNvPr id="3" name="文本占位符 2">
            <a:extLst>
              <a:ext uri="{FF2B5EF4-FFF2-40B4-BE49-F238E27FC236}">
                <a16:creationId xmlns:a16="http://schemas.microsoft.com/office/drawing/2014/main" id="{8889ABC2-C3AF-2374-C8E2-3EE5BAB06C06}"/>
              </a:ext>
            </a:extLst>
          </p:cNvPr>
          <p:cNvSpPr>
            <a:spLocks noGrp="1"/>
          </p:cNvSpPr>
          <p:nvPr>
            <p:ph type="body" sz="quarter" idx="12"/>
          </p:nvPr>
        </p:nvSpPr>
        <p:spPr/>
        <p:txBody>
          <a:bodyPr/>
          <a:lstStyle/>
          <a:p>
            <a:r>
              <a:rPr lang="zh-CN" altLang="en-US"/>
              <a:t>语法概述</a:t>
            </a:r>
            <a:r>
              <a:rPr lang="en-US" altLang="zh-CN"/>
              <a:t>+</a:t>
            </a:r>
            <a:r>
              <a:rPr lang="zh-CN" altLang="en-US"/>
              <a:t>数据类型</a:t>
            </a:r>
            <a:r>
              <a:rPr lang="en-US" altLang="zh-CN"/>
              <a:t>+</a:t>
            </a:r>
            <a:r>
              <a:rPr lang="zh-CN" altLang="en-US"/>
              <a:t>变量</a:t>
            </a:r>
            <a:r>
              <a:rPr lang="en-US" altLang="zh-CN"/>
              <a:t>+</a:t>
            </a:r>
            <a:r>
              <a:rPr lang="zh-CN" altLang="en-US"/>
              <a:t>输出</a:t>
            </a:r>
          </a:p>
        </p:txBody>
      </p:sp>
    </p:spTree>
    <p:extLst>
      <p:ext uri="{BB962C8B-B14F-4D97-AF65-F5344CB8AC3E}">
        <p14:creationId xmlns:p14="http://schemas.microsoft.com/office/powerpoint/2010/main" val="1145243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5EC67CE-26BD-3B1C-8EFA-A851CAB8243B}"/>
              </a:ext>
            </a:extLst>
          </p:cNvPr>
          <p:cNvSpPr>
            <a:spLocks noGrp="1"/>
          </p:cNvSpPr>
          <p:nvPr>
            <p:ph type="body" sz="quarter" idx="18"/>
          </p:nvPr>
        </p:nvSpPr>
        <p:spPr/>
        <p:txBody>
          <a:bodyPr/>
          <a:lstStyle/>
          <a:p>
            <a:r>
              <a:rPr lang="zh-CN" altLang="en-US"/>
              <a:t>语法标记</a:t>
            </a:r>
          </a:p>
        </p:txBody>
      </p:sp>
      <p:pic>
        <p:nvPicPr>
          <p:cNvPr id="7" name="内容占位符 6">
            <a:extLst>
              <a:ext uri="{FF2B5EF4-FFF2-40B4-BE49-F238E27FC236}">
                <a16:creationId xmlns:a16="http://schemas.microsoft.com/office/drawing/2014/main" id="{02788FAD-6A6E-FF88-A4C5-55A0CFF852B1}"/>
              </a:ext>
            </a:extLst>
          </p:cNvPr>
          <p:cNvPicPr>
            <a:picLocks noGrp="1" noChangeAspect="1"/>
          </p:cNvPicPr>
          <p:nvPr>
            <p:ph sz="quarter" idx="19"/>
          </p:nvPr>
        </p:nvPicPr>
        <p:blipFill>
          <a:blip r:embed="rId2"/>
          <a:stretch>
            <a:fillRect/>
          </a:stretch>
        </p:blipFill>
        <p:spPr>
          <a:xfrm>
            <a:off x="923412" y="1196752"/>
            <a:ext cx="10057143" cy="3466667"/>
          </a:xfrm>
          <a:prstGeom prst="rect">
            <a:avLst/>
          </a:prstGeom>
        </p:spPr>
      </p:pic>
      <p:sp>
        <p:nvSpPr>
          <p:cNvPr id="8" name="标注: 线形 7">
            <a:extLst>
              <a:ext uri="{FF2B5EF4-FFF2-40B4-BE49-F238E27FC236}">
                <a16:creationId xmlns:a16="http://schemas.microsoft.com/office/drawing/2014/main" id="{04ACDB5A-F470-2DB5-D54B-56FF6EE83B8D}"/>
              </a:ext>
            </a:extLst>
          </p:cNvPr>
          <p:cNvSpPr/>
          <p:nvPr/>
        </p:nvSpPr>
        <p:spPr>
          <a:xfrm>
            <a:off x="7680176" y="688297"/>
            <a:ext cx="4176464" cy="1368152"/>
          </a:xfrm>
          <a:prstGeom prst="borderCallout1">
            <a:avLst>
              <a:gd name="adj1" fmla="val 18750"/>
              <a:gd name="adj2" fmla="val -8333"/>
              <a:gd name="adj3" fmla="val 97613"/>
              <a:gd name="adj4" fmla="val -12711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a:t>当 </a:t>
            </a:r>
            <a:r>
              <a:rPr lang="en-US" altLang="zh-CN"/>
              <a:t>PHP </a:t>
            </a:r>
            <a:r>
              <a:rPr lang="zh-CN" altLang="en-US"/>
              <a:t>处理文件时，通过识别起始和结束标签 来定义 </a:t>
            </a:r>
            <a:r>
              <a:rPr lang="en-US" altLang="zh-CN"/>
              <a:t>PHP </a:t>
            </a:r>
            <a:r>
              <a:rPr lang="zh-CN" altLang="en-US"/>
              <a:t>代码执行的边界。</a:t>
            </a:r>
          </a:p>
        </p:txBody>
      </p:sp>
      <p:sp>
        <p:nvSpPr>
          <p:cNvPr id="9" name="标注: 线形 8">
            <a:extLst>
              <a:ext uri="{FF2B5EF4-FFF2-40B4-BE49-F238E27FC236}">
                <a16:creationId xmlns:a16="http://schemas.microsoft.com/office/drawing/2014/main" id="{E771C783-F774-4F06-520E-F83C25050937}"/>
              </a:ext>
            </a:extLst>
          </p:cNvPr>
          <p:cNvSpPr/>
          <p:nvPr/>
        </p:nvSpPr>
        <p:spPr>
          <a:xfrm>
            <a:off x="7680176" y="2744924"/>
            <a:ext cx="4176464" cy="1368152"/>
          </a:xfrm>
          <a:prstGeom prst="borderCallout1">
            <a:avLst>
              <a:gd name="adj1" fmla="val 18750"/>
              <a:gd name="adj2" fmla="val -8333"/>
              <a:gd name="adj3" fmla="val 61411"/>
              <a:gd name="adj4" fmla="val -59831"/>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altLang="zh-CN"/>
              <a:t>PHP </a:t>
            </a:r>
            <a:r>
              <a:rPr lang="zh-CN" altLang="en-US"/>
              <a:t>解析器会忽略这些标签之外的内容，从而使 </a:t>
            </a:r>
            <a:r>
              <a:rPr lang="en-US" altLang="zh-CN"/>
              <a:t>PHP </a:t>
            </a:r>
            <a:r>
              <a:rPr lang="zh-CN" altLang="en-US"/>
              <a:t>能够无缝嵌入到各种文档类型中。</a:t>
            </a:r>
          </a:p>
        </p:txBody>
      </p:sp>
      <p:sp>
        <p:nvSpPr>
          <p:cNvPr id="11" name="标注: 线形 10">
            <a:extLst>
              <a:ext uri="{FF2B5EF4-FFF2-40B4-BE49-F238E27FC236}">
                <a16:creationId xmlns:a16="http://schemas.microsoft.com/office/drawing/2014/main" id="{9557C47C-02A6-1419-2642-CE9787758BA5}"/>
              </a:ext>
            </a:extLst>
          </p:cNvPr>
          <p:cNvSpPr/>
          <p:nvPr/>
        </p:nvSpPr>
        <p:spPr>
          <a:xfrm>
            <a:off x="7680176" y="4830151"/>
            <a:ext cx="4176464" cy="1368152"/>
          </a:xfrm>
          <a:prstGeom prst="borderCallout1">
            <a:avLst>
              <a:gd name="adj1" fmla="val 18750"/>
              <a:gd name="adj2" fmla="val -8333"/>
              <a:gd name="adj3" fmla="val -29791"/>
              <a:gd name="adj4" fmla="val -84006"/>
            </a:avLst>
          </a:prstGeom>
        </p:spPr>
        <p:style>
          <a:lnRef idx="1">
            <a:schemeClr val="accent4"/>
          </a:lnRef>
          <a:fillRef idx="3">
            <a:schemeClr val="accent4"/>
          </a:fillRef>
          <a:effectRef idx="2">
            <a:schemeClr val="accent4"/>
          </a:effectRef>
          <a:fontRef idx="minor">
            <a:schemeClr val="lt1"/>
          </a:fontRef>
        </p:style>
        <p:txBody>
          <a:bodyPr rtlCol="0" anchor="ctr"/>
          <a:lstStyle/>
          <a:p>
            <a:r>
              <a:rPr lang="zh-CN" altLang="en-US"/>
              <a:t>短输出标签 </a:t>
            </a:r>
            <a:r>
              <a:rPr lang="en-US" altLang="zh-CN"/>
              <a:t>&lt;?=</a:t>
            </a:r>
            <a:r>
              <a:rPr lang="zh-CN" altLang="en-US"/>
              <a:t>，这是 </a:t>
            </a:r>
            <a:r>
              <a:rPr lang="en-US" altLang="zh-CN"/>
              <a:t>&lt;?php echo </a:t>
            </a:r>
            <a:r>
              <a:rPr lang="zh-CN" altLang="en-US"/>
              <a:t>的简写形式。</a:t>
            </a:r>
          </a:p>
        </p:txBody>
      </p:sp>
    </p:spTree>
    <p:extLst>
      <p:ext uri="{BB962C8B-B14F-4D97-AF65-F5344CB8AC3E}">
        <p14:creationId xmlns:p14="http://schemas.microsoft.com/office/powerpoint/2010/main" val="394041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392F947-0D64-1995-BC1B-554D81A38CED}"/>
              </a:ext>
            </a:extLst>
          </p:cNvPr>
          <p:cNvSpPr>
            <a:spLocks noGrp="1"/>
          </p:cNvSpPr>
          <p:nvPr>
            <p:ph type="body" sz="quarter" idx="18"/>
          </p:nvPr>
        </p:nvSpPr>
        <p:spPr/>
        <p:txBody>
          <a:bodyPr/>
          <a:lstStyle/>
          <a:p>
            <a:r>
              <a:rPr lang="zh-CN" altLang="en-US"/>
              <a:t>指令分割符</a:t>
            </a:r>
          </a:p>
        </p:txBody>
      </p:sp>
      <p:pic>
        <p:nvPicPr>
          <p:cNvPr id="5" name="内容占位符 4">
            <a:extLst>
              <a:ext uri="{FF2B5EF4-FFF2-40B4-BE49-F238E27FC236}">
                <a16:creationId xmlns:a16="http://schemas.microsoft.com/office/drawing/2014/main" id="{5F5A8A0C-8750-2D72-9DC2-55E1D44401BB}"/>
              </a:ext>
            </a:extLst>
          </p:cNvPr>
          <p:cNvPicPr>
            <a:picLocks noGrp="1" noChangeAspect="1"/>
          </p:cNvPicPr>
          <p:nvPr>
            <p:ph sz="quarter" idx="19"/>
          </p:nvPr>
        </p:nvPicPr>
        <p:blipFill>
          <a:blip r:embed="rId2"/>
          <a:stretch>
            <a:fillRect/>
          </a:stretch>
        </p:blipFill>
        <p:spPr>
          <a:xfrm>
            <a:off x="623392" y="1484784"/>
            <a:ext cx="10247619" cy="2590476"/>
          </a:xfrm>
          <a:prstGeom prst="rect">
            <a:avLst/>
          </a:prstGeom>
        </p:spPr>
      </p:pic>
      <p:sp>
        <p:nvSpPr>
          <p:cNvPr id="6" name="标注: 线形 5">
            <a:extLst>
              <a:ext uri="{FF2B5EF4-FFF2-40B4-BE49-F238E27FC236}">
                <a16:creationId xmlns:a16="http://schemas.microsoft.com/office/drawing/2014/main" id="{516031AB-854E-1070-AB82-3AFB59059F78}"/>
              </a:ext>
            </a:extLst>
          </p:cNvPr>
          <p:cNvSpPr/>
          <p:nvPr/>
        </p:nvSpPr>
        <p:spPr>
          <a:xfrm>
            <a:off x="7685434" y="746702"/>
            <a:ext cx="4176464" cy="1368152"/>
          </a:xfrm>
          <a:prstGeom prst="borderCallout1">
            <a:avLst>
              <a:gd name="adj1" fmla="val 18750"/>
              <a:gd name="adj2" fmla="val -8333"/>
              <a:gd name="adj3" fmla="val 131727"/>
              <a:gd name="adj4" fmla="val -468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a:t>在每个语句后用分号结束指令</a:t>
            </a:r>
          </a:p>
        </p:txBody>
      </p:sp>
      <p:sp>
        <p:nvSpPr>
          <p:cNvPr id="7" name="标注: 线形 6">
            <a:extLst>
              <a:ext uri="{FF2B5EF4-FFF2-40B4-BE49-F238E27FC236}">
                <a16:creationId xmlns:a16="http://schemas.microsoft.com/office/drawing/2014/main" id="{0CEAB8D0-4335-0D9C-9693-6842884E17E6}"/>
              </a:ext>
            </a:extLst>
          </p:cNvPr>
          <p:cNvSpPr/>
          <p:nvPr/>
        </p:nvSpPr>
        <p:spPr>
          <a:xfrm>
            <a:off x="7680176" y="2744924"/>
            <a:ext cx="4176464" cy="1368152"/>
          </a:xfrm>
          <a:prstGeom prst="borderCallout1">
            <a:avLst>
              <a:gd name="adj1" fmla="val 18750"/>
              <a:gd name="adj2" fmla="val -8333"/>
              <a:gd name="adj3" fmla="val 50968"/>
              <a:gd name="adj4" fmla="val -38165"/>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a:t>一段 </a:t>
            </a:r>
            <a:r>
              <a:rPr lang="en-US" altLang="zh-CN"/>
              <a:t>PHP </a:t>
            </a:r>
            <a:r>
              <a:rPr lang="zh-CN" altLang="en-US"/>
              <a:t>代码中的结束标签隐含 表示了一个分号</a:t>
            </a:r>
          </a:p>
        </p:txBody>
      </p:sp>
    </p:spTree>
    <p:extLst>
      <p:ext uri="{BB962C8B-B14F-4D97-AF65-F5344CB8AC3E}">
        <p14:creationId xmlns:p14="http://schemas.microsoft.com/office/powerpoint/2010/main" val="10509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128E691-3AA0-B819-34D7-2FEA04C47FAD}"/>
              </a:ext>
            </a:extLst>
          </p:cNvPr>
          <p:cNvSpPr>
            <a:spLocks noGrp="1"/>
          </p:cNvSpPr>
          <p:nvPr>
            <p:ph type="body" sz="quarter" idx="18"/>
          </p:nvPr>
        </p:nvSpPr>
        <p:spPr/>
        <p:txBody>
          <a:bodyPr/>
          <a:lstStyle/>
          <a:p>
            <a:r>
              <a:rPr lang="zh-CN" altLang="en-US"/>
              <a:t>注释</a:t>
            </a:r>
          </a:p>
        </p:txBody>
      </p:sp>
      <p:pic>
        <p:nvPicPr>
          <p:cNvPr id="5" name="内容占位符 4">
            <a:extLst>
              <a:ext uri="{FF2B5EF4-FFF2-40B4-BE49-F238E27FC236}">
                <a16:creationId xmlns:a16="http://schemas.microsoft.com/office/drawing/2014/main" id="{3AAC9B3E-88B3-E6DC-7F2D-7731C3105D87}"/>
              </a:ext>
            </a:extLst>
          </p:cNvPr>
          <p:cNvPicPr>
            <a:picLocks noGrp="1" noChangeAspect="1"/>
          </p:cNvPicPr>
          <p:nvPr>
            <p:ph sz="quarter" idx="19"/>
          </p:nvPr>
        </p:nvPicPr>
        <p:blipFill>
          <a:blip r:embed="rId2"/>
          <a:stretch>
            <a:fillRect/>
          </a:stretch>
        </p:blipFill>
        <p:spPr>
          <a:xfrm>
            <a:off x="953146" y="1021893"/>
            <a:ext cx="10342857" cy="5390476"/>
          </a:xfrm>
          <a:prstGeom prst="rect">
            <a:avLst/>
          </a:prstGeom>
        </p:spPr>
      </p:pic>
      <p:sp>
        <p:nvSpPr>
          <p:cNvPr id="6" name="标注: 线形 5">
            <a:extLst>
              <a:ext uri="{FF2B5EF4-FFF2-40B4-BE49-F238E27FC236}">
                <a16:creationId xmlns:a16="http://schemas.microsoft.com/office/drawing/2014/main" id="{55FB1656-06F5-4FF9-8FEC-7F1FA752DDBB}"/>
              </a:ext>
            </a:extLst>
          </p:cNvPr>
          <p:cNvSpPr/>
          <p:nvPr/>
        </p:nvSpPr>
        <p:spPr>
          <a:xfrm>
            <a:off x="7119539" y="1124744"/>
            <a:ext cx="4176464" cy="1368152"/>
          </a:xfrm>
          <a:prstGeom prst="borderCallout1">
            <a:avLst>
              <a:gd name="adj1" fmla="val 18750"/>
              <a:gd name="adj2" fmla="val -8333"/>
              <a:gd name="adj3" fmla="val 162360"/>
              <a:gd name="adj4" fmla="val -8332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a:t>普通语句前后添加单行注释</a:t>
            </a:r>
          </a:p>
        </p:txBody>
      </p:sp>
      <p:sp>
        <p:nvSpPr>
          <p:cNvPr id="7" name="标注: 线形 6">
            <a:extLst>
              <a:ext uri="{FF2B5EF4-FFF2-40B4-BE49-F238E27FC236}">
                <a16:creationId xmlns:a16="http://schemas.microsoft.com/office/drawing/2014/main" id="{C406B373-5132-1511-CC18-F5C3510F3D07}"/>
              </a:ext>
            </a:extLst>
          </p:cNvPr>
          <p:cNvSpPr/>
          <p:nvPr/>
        </p:nvSpPr>
        <p:spPr>
          <a:xfrm>
            <a:off x="7119539" y="3429000"/>
            <a:ext cx="4176464" cy="1368152"/>
          </a:xfrm>
          <a:prstGeom prst="borderCallout1">
            <a:avLst>
              <a:gd name="adj1" fmla="val 18750"/>
              <a:gd name="adj2" fmla="val -8333"/>
              <a:gd name="adj3" fmla="val 54449"/>
              <a:gd name="adj4" fmla="val -81269"/>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a:t>类、函数的前面添加多行注释</a:t>
            </a:r>
          </a:p>
        </p:txBody>
      </p:sp>
    </p:spTree>
    <p:extLst>
      <p:ext uri="{BB962C8B-B14F-4D97-AF65-F5344CB8AC3E}">
        <p14:creationId xmlns:p14="http://schemas.microsoft.com/office/powerpoint/2010/main" val="2508851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EE27B1D-0CBA-4126-0782-F8D7A947CD8C}"/>
              </a:ext>
            </a:extLst>
          </p:cNvPr>
          <p:cNvSpPr>
            <a:spLocks noGrp="1"/>
          </p:cNvSpPr>
          <p:nvPr>
            <p:ph type="body" sz="quarter" idx="18"/>
          </p:nvPr>
        </p:nvSpPr>
        <p:spPr/>
        <p:txBody>
          <a:bodyPr/>
          <a:lstStyle/>
          <a:p>
            <a:r>
              <a:rPr lang="zh-CN" altLang="en-US"/>
              <a:t>输出</a:t>
            </a:r>
          </a:p>
        </p:txBody>
      </p:sp>
      <p:pic>
        <p:nvPicPr>
          <p:cNvPr id="5" name="内容占位符 4">
            <a:extLst>
              <a:ext uri="{FF2B5EF4-FFF2-40B4-BE49-F238E27FC236}">
                <a16:creationId xmlns:a16="http://schemas.microsoft.com/office/drawing/2014/main" id="{9C963314-8522-8EA5-3A10-DC9265BCC1BF}"/>
              </a:ext>
            </a:extLst>
          </p:cNvPr>
          <p:cNvPicPr>
            <a:picLocks noGrp="1" noChangeAspect="1"/>
          </p:cNvPicPr>
          <p:nvPr>
            <p:ph sz="quarter" idx="19"/>
          </p:nvPr>
        </p:nvPicPr>
        <p:blipFill>
          <a:blip r:embed="rId2"/>
          <a:stretch>
            <a:fillRect/>
          </a:stretch>
        </p:blipFill>
        <p:spPr>
          <a:xfrm>
            <a:off x="1487488" y="836613"/>
            <a:ext cx="8970535" cy="5761037"/>
          </a:xfrm>
          <a:prstGeom prst="rect">
            <a:avLst/>
          </a:prstGeom>
        </p:spPr>
      </p:pic>
    </p:spTree>
    <p:extLst>
      <p:ext uri="{BB962C8B-B14F-4D97-AF65-F5344CB8AC3E}">
        <p14:creationId xmlns:p14="http://schemas.microsoft.com/office/powerpoint/2010/main" val="2072596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FBA73600-E913-9D57-5677-6B6A1E517DE9}"/>
              </a:ext>
            </a:extLst>
          </p:cNvPr>
          <p:cNvSpPr>
            <a:spLocks noGrp="1"/>
          </p:cNvSpPr>
          <p:nvPr>
            <p:ph type="body" sz="quarter" idx="18"/>
          </p:nvPr>
        </p:nvSpPr>
        <p:spPr/>
        <p:txBody>
          <a:bodyPr/>
          <a:lstStyle/>
          <a:p>
            <a:r>
              <a:rPr lang="zh-CN" altLang="en-US"/>
              <a:t>输出</a:t>
            </a:r>
          </a:p>
        </p:txBody>
      </p:sp>
      <p:pic>
        <p:nvPicPr>
          <p:cNvPr id="15" name="内容占位符 14">
            <a:extLst>
              <a:ext uri="{FF2B5EF4-FFF2-40B4-BE49-F238E27FC236}">
                <a16:creationId xmlns:a16="http://schemas.microsoft.com/office/drawing/2014/main" id="{5E61E413-18DD-296A-89A0-710F49881BE5}"/>
              </a:ext>
            </a:extLst>
          </p:cNvPr>
          <p:cNvPicPr>
            <a:picLocks noGrp="1" noChangeAspect="1"/>
          </p:cNvPicPr>
          <p:nvPr>
            <p:ph sz="quarter" idx="19"/>
          </p:nvPr>
        </p:nvPicPr>
        <p:blipFill>
          <a:blip r:embed="rId2"/>
          <a:stretch>
            <a:fillRect/>
          </a:stretch>
        </p:blipFill>
        <p:spPr>
          <a:xfrm>
            <a:off x="635000" y="1025079"/>
            <a:ext cx="5461000" cy="3924690"/>
          </a:xfrm>
          <a:prstGeom prst="rect">
            <a:avLst/>
          </a:prstGeom>
          <a:ln>
            <a:solidFill>
              <a:schemeClr val="accent1"/>
            </a:solidFill>
          </a:ln>
        </p:spPr>
      </p:pic>
      <p:pic>
        <p:nvPicPr>
          <p:cNvPr id="17" name="内容占位符 16">
            <a:extLst>
              <a:ext uri="{FF2B5EF4-FFF2-40B4-BE49-F238E27FC236}">
                <a16:creationId xmlns:a16="http://schemas.microsoft.com/office/drawing/2014/main" id="{547A684C-A122-5D81-D555-B9639067D048}"/>
              </a:ext>
            </a:extLst>
          </p:cNvPr>
          <p:cNvPicPr>
            <a:picLocks noGrp="1" noChangeAspect="1"/>
          </p:cNvPicPr>
          <p:nvPr>
            <p:ph sz="quarter" idx="20"/>
          </p:nvPr>
        </p:nvPicPr>
        <p:blipFill>
          <a:blip r:embed="rId3"/>
          <a:stretch>
            <a:fillRect/>
          </a:stretch>
        </p:blipFill>
        <p:spPr>
          <a:xfrm>
            <a:off x="6672064" y="1025079"/>
            <a:ext cx="5022076" cy="5329238"/>
          </a:xfrm>
          <a:prstGeom prst="rect">
            <a:avLst/>
          </a:prstGeom>
          <a:ln>
            <a:solidFill>
              <a:schemeClr val="accent1"/>
            </a:solidFill>
          </a:ln>
        </p:spPr>
      </p:pic>
      <p:sp>
        <p:nvSpPr>
          <p:cNvPr id="19" name="文本框 18">
            <a:extLst>
              <a:ext uri="{FF2B5EF4-FFF2-40B4-BE49-F238E27FC236}">
                <a16:creationId xmlns:a16="http://schemas.microsoft.com/office/drawing/2014/main" id="{769061AC-9810-D472-B482-BF85D396CE4A}"/>
              </a:ext>
            </a:extLst>
          </p:cNvPr>
          <p:cNvSpPr txBox="1"/>
          <p:nvPr/>
        </p:nvSpPr>
        <p:spPr>
          <a:xfrm>
            <a:off x="497860" y="5229200"/>
            <a:ext cx="5519936" cy="1348245"/>
          </a:xfrm>
          <a:prstGeom prst="rect">
            <a:avLst/>
          </a:prstGeom>
        </p:spPr>
        <p:style>
          <a:lnRef idx="2">
            <a:schemeClr val="accent4"/>
          </a:lnRef>
          <a:fillRef idx="1">
            <a:schemeClr val="lt1"/>
          </a:fillRef>
          <a:effectRef idx="0">
            <a:schemeClr val="accent4"/>
          </a:effectRef>
          <a:fontRef idx="minor">
            <a:schemeClr val="dk1"/>
          </a:fontRef>
        </p:style>
        <p:txBody>
          <a:bodyPr wrap="square" anchor="ctr">
            <a:noAutofit/>
          </a:bodyPr>
          <a:lstStyle/>
          <a:p>
            <a:pPr algn="ctr"/>
            <a:r>
              <a:rPr lang="zh-CN" altLang="en-US" sz="2400"/>
              <a:t>日常开发 </a:t>
            </a:r>
            <a:r>
              <a:rPr lang="en-US" altLang="zh-CN" sz="2400"/>
              <a:t>90% </a:t>
            </a:r>
            <a:r>
              <a:rPr lang="zh-CN" altLang="en-US" sz="2400"/>
              <a:t>的场景用 </a:t>
            </a:r>
            <a:r>
              <a:rPr lang="en-US" altLang="zh-CN" sz="2400"/>
              <a:t>echo </a:t>
            </a:r>
            <a:r>
              <a:rPr lang="zh-CN" altLang="en-US" sz="2400"/>
              <a:t>，调试时用 </a:t>
            </a:r>
            <a:r>
              <a:rPr lang="en-US" altLang="zh-CN" sz="2400"/>
              <a:t>print_r() </a:t>
            </a:r>
            <a:r>
              <a:rPr lang="zh-CN" altLang="en-US" sz="2400"/>
              <a:t>或 </a:t>
            </a:r>
            <a:r>
              <a:rPr lang="en-US" altLang="zh-CN" sz="2400"/>
              <a:t>var_dump()</a:t>
            </a:r>
            <a:r>
              <a:rPr lang="zh-CN" altLang="en-US" sz="2400"/>
              <a:t>，</a:t>
            </a:r>
            <a:r>
              <a:rPr lang="en-US" altLang="zh-CN" sz="2400"/>
              <a:t>API </a:t>
            </a:r>
            <a:r>
              <a:rPr lang="zh-CN" altLang="en-US" sz="2400"/>
              <a:t>开发 用 </a:t>
            </a:r>
            <a:r>
              <a:rPr lang="en-US" altLang="zh-CN" sz="2400"/>
              <a:t>echo json_encode()</a:t>
            </a:r>
            <a:endParaRPr lang="zh-CN" altLang="en-US" sz="2400"/>
          </a:p>
        </p:txBody>
      </p:sp>
    </p:spTree>
    <p:extLst>
      <p:ext uri="{BB962C8B-B14F-4D97-AF65-F5344CB8AC3E}">
        <p14:creationId xmlns:p14="http://schemas.microsoft.com/office/powerpoint/2010/main" val="136316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6821E7B-6B0F-DA3E-D995-42450FEABB15}"/>
              </a:ext>
            </a:extLst>
          </p:cNvPr>
          <p:cNvSpPr>
            <a:spLocks noGrp="1"/>
          </p:cNvSpPr>
          <p:nvPr>
            <p:ph type="body" sz="quarter" idx="18"/>
          </p:nvPr>
        </p:nvSpPr>
        <p:spPr/>
        <p:txBody>
          <a:bodyPr/>
          <a:lstStyle/>
          <a:p>
            <a:r>
              <a:rPr lang="zh-CN" altLang="en-US"/>
              <a:t>数据类型</a:t>
            </a:r>
          </a:p>
        </p:txBody>
      </p:sp>
      <p:graphicFrame>
        <p:nvGraphicFramePr>
          <p:cNvPr id="4" name="内容占位符 3">
            <a:extLst>
              <a:ext uri="{FF2B5EF4-FFF2-40B4-BE49-F238E27FC236}">
                <a16:creationId xmlns:a16="http://schemas.microsoft.com/office/drawing/2014/main" id="{448BA66A-8D78-4769-5D54-5B799D64C8F6}"/>
              </a:ext>
            </a:extLst>
          </p:cNvPr>
          <p:cNvGraphicFramePr>
            <a:graphicFrameLocks noGrp="1"/>
          </p:cNvGraphicFramePr>
          <p:nvPr>
            <p:ph sz="quarter" idx="19"/>
            <p:extLst>
              <p:ext uri="{D42A27DB-BD31-4B8C-83A1-F6EECF244321}">
                <p14:modId xmlns:p14="http://schemas.microsoft.com/office/powerpoint/2010/main" val="2683108010"/>
              </p:ext>
            </p:extLst>
          </p:nvPr>
        </p:nvGraphicFramePr>
        <p:xfrm>
          <a:off x="694184" y="1556792"/>
          <a:ext cx="10515600" cy="4032450"/>
        </p:xfrm>
        <a:graphic>
          <a:graphicData uri="http://schemas.openxmlformats.org/drawingml/2006/table">
            <a:tbl>
              <a:tblPr>
                <a:tableStyleId>{8799B23B-EC83-4686-B30A-512413B5E67A}</a:tableStyleId>
              </a:tblPr>
              <a:tblGrid>
                <a:gridCol w="1944216">
                  <a:extLst>
                    <a:ext uri="{9D8B030D-6E8A-4147-A177-3AD203B41FA5}">
                      <a16:colId xmlns:a16="http://schemas.microsoft.com/office/drawing/2014/main" val="1412717992"/>
                    </a:ext>
                  </a:extLst>
                </a:gridCol>
                <a:gridCol w="2161456">
                  <a:extLst>
                    <a:ext uri="{9D8B030D-6E8A-4147-A177-3AD203B41FA5}">
                      <a16:colId xmlns:a16="http://schemas.microsoft.com/office/drawing/2014/main" val="2784040220"/>
                    </a:ext>
                  </a:extLst>
                </a:gridCol>
                <a:gridCol w="2736304">
                  <a:extLst>
                    <a:ext uri="{9D8B030D-6E8A-4147-A177-3AD203B41FA5}">
                      <a16:colId xmlns:a16="http://schemas.microsoft.com/office/drawing/2014/main" val="2427485168"/>
                    </a:ext>
                  </a:extLst>
                </a:gridCol>
                <a:gridCol w="3673624">
                  <a:extLst>
                    <a:ext uri="{9D8B030D-6E8A-4147-A177-3AD203B41FA5}">
                      <a16:colId xmlns:a16="http://schemas.microsoft.com/office/drawing/2014/main" val="924851815"/>
                    </a:ext>
                  </a:extLst>
                </a:gridCol>
              </a:tblGrid>
              <a:tr h="448050">
                <a:tc>
                  <a:txBody>
                    <a:bodyPr/>
                    <a:lstStyle/>
                    <a:p>
                      <a:pPr algn="ctr">
                        <a:lnSpc>
                          <a:spcPts val="1875"/>
                        </a:lnSpc>
                        <a:buNone/>
                      </a:pPr>
                      <a:r>
                        <a:rPr lang="zh-CN" altLang="en-US" sz="2400" b="0">
                          <a:effectLst/>
                        </a:rPr>
                        <a:t>分类</a:t>
                      </a:r>
                      <a:endParaRPr lang="zh-CN" altLang="en-US" sz="2400" b="0">
                        <a:effectLst/>
                        <a:latin typeface="quote-cjk-patch"/>
                      </a:endParaRPr>
                    </a:p>
                  </a:txBody>
                  <a:tcPr marR="76200" marT="47625" marB="47625" anchor="ctr"/>
                </a:tc>
                <a:tc>
                  <a:txBody>
                    <a:bodyPr/>
                    <a:lstStyle/>
                    <a:p>
                      <a:pPr algn="ctr">
                        <a:lnSpc>
                          <a:spcPts val="1875"/>
                        </a:lnSpc>
                        <a:buNone/>
                      </a:pPr>
                      <a:r>
                        <a:rPr lang="zh-CN" altLang="en-US" sz="2400" b="0">
                          <a:effectLst/>
                        </a:rPr>
                        <a:t>类型</a:t>
                      </a:r>
                      <a:endParaRPr lang="zh-CN" alt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说明</a:t>
                      </a:r>
                      <a:endParaRPr lang="zh-CN" alt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示例</a:t>
                      </a:r>
                      <a:endParaRPr lang="zh-CN" altLang="en-US" sz="2400" b="0">
                        <a:effectLst/>
                        <a:latin typeface="quote-cjk-patch"/>
                      </a:endParaRPr>
                    </a:p>
                  </a:txBody>
                  <a:tcPr marL="76200" marR="76200" marT="47625" marB="47625" anchor="ctr"/>
                </a:tc>
                <a:extLst>
                  <a:ext uri="{0D108BD9-81ED-4DB2-BD59-A6C34878D82A}">
                    <a16:rowId xmlns:a16="http://schemas.microsoft.com/office/drawing/2014/main" val="2188940737"/>
                  </a:ext>
                </a:extLst>
              </a:tr>
              <a:tr h="448050">
                <a:tc rowSpan="4">
                  <a:txBody>
                    <a:bodyPr/>
                    <a:lstStyle/>
                    <a:p>
                      <a:pPr algn="ctr">
                        <a:lnSpc>
                          <a:spcPts val="1875"/>
                        </a:lnSpc>
                        <a:buNone/>
                      </a:pPr>
                      <a:r>
                        <a:rPr lang="zh-CN" altLang="en-US" sz="2400" b="0">
                          <a:effectLst/>
                        </a:rPr>
                        <a:t>标量类型</a:t>
                      </a:r>
                      <a:endParaRPr lang="zh-CN" altLang="en-US" sz="2400" b="0">
                        <a:effectLst/>
                        <a:latin typeface="quote-cjk-patch"/>
                      </a:endParaRPr>
                    </a:p>
                  </a:txBody>
                  <a:tcPr marR="76200" marT="47625" marB="47625" anchor="ctr"/>
                </a:tc>
                <a:tc>
                  <a:txBody>
                    <a:bodyPr/>
                    <a:lstStyle/>
                    <a:p>
                      <a:pPr algn="ctr">
                        <a:lnSpc>
                          <a:spcPts val="1875"/>
                        </a:lnSpc>
                        <a:buNone/>
                      </a:pPr>
                      <a:r>
                        <a:rPr lang="en-US" sz="2400" b="0">
                          <a:effectLst/>
                        </a:rPr>
                        <a:t>string</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字符串</a:t>
                      </a:r>
                      <a:endParaRPr lang="zh-CN" altLang="en-US" sz="2400" b="0">
                        <a:effectLst/>
                        <a:latin typeface="quote-cjk-patch"/>
                      </a:endParaRPr>
                    </a:p>
                  </a:txBody>
                  <a:tcPr marL="76200" marR="76200" marT="47625" marB="47625" anchor="ctr"/>
                </a:tc>
                <a:tc>
                  <a:txBody>
                    <a:bodyPr/>
                    <a:lstStyle/>
                    <a:p>
                      <a:pPr algn="ctr">
                        <a:lnSpc>
                          <a:spcPts val="1650"/>
                        </a:lnSpc>
                        <a:buNone/>
                      </a:pPr>
                      <a:r>
                        <a:rPr lang="en-US" sz="2400" b="0">
                          <a:effectLst/>
                        </a:rPr>
                        <a:t>"Hello", 'World'</a:t>
                      </a:r>
                      <a:endParaRPr lang="en-US" sz="2400" b="0">
                        <a:effectLst/>
                        <a:latin typeface="quote-cjk-patch"/>
                      </a:endParaRPr>
                    </a:p>
                  </a:txBody>
                  <a:tcPr marL="76200" marT="47625" marB="47625" anchor="ctr"/>
                </a:tc>
                <a:extLst>
                  <a:ext uri="{0D108BD9-81ED-4DB2-BD59-A6C34878D82A}">
                    <a16:rowId xmlns:a16="http://schemas.microsoft.com/office/drawing/2014/main" val="506346291"/>
                  </a:ext>
                </a:extLst>
              </a:tr>
              <a:tr h="448050">
                <a:tc vMerge="1">
                  <a:txBody>
                    <a:bodyPr/>
                    <a:lstStyle/>
                    <a:p>
                      <a:pPr>
                        <a:lnSpc>
                          <a:spcPts val="1875"/>
                        </a:lnSpc>
                        <a:buNone/>
                      </a:pPr>
                      <a:endParaRPr lang="zh-CN" altLang="en-US" b="0">
                        <a:effectLst/>
                        <a:latin typeface="quote-cjk-patch"/>
                      </a:endParaRPr>
                    </a:p>
                  </a:txBody>
                  <a:tcPr marR="76200" marT="47625" marB="47625" anchor="ctr"/>
                </a:tc>
                <a:tc>
                  <a:txBody>
                    <a:bodyPr/>
                    <a:lstStyle/>
                    <a:p>
                      <a:pPr algn="ctr">
                        <a:lnSpc>
                          <a:spcPts val="1875"/>
                        </a:lnSpc>
                        <a:buNone/>
                      </a:pPr>
                      <a:r>
                        <a:rPr lang="en-US" sz="2400" b="0">
                          <a:effectLst/>
                        </a:rPr>
                        <a:t>int</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整型</a:t>
                      </a:r>
                      <a:endParaRPr lang="zh-CN" altLang="en-US" sz="2400" b="0">
                        <a:effectLst/>
                        <a:latin typeface="quote-cjk-patch"/>
                      </a:endParaRPr>
                    </a:p>
                  </a:txBody>
                  <a:tcPr marL="76200" marR="76200" marT="47625" marB="47625" anchor="ctr"/>
                </a:tc>
                <a:tc>
                  <a:txBody>
                    <a:bodyPr/>
                    <a:lstStyle/>
                    <a:p>
                      <a:pPr algn="ctr">
                        <a:lnSpc>
                          <a:spcPts val="1650"/>
                        </a:lnSpc>
                        <a:buNone/>
                      </a:pPr>
                      <a:r>
                        <a:rPr lang="en-US" altLang="zh-CN" sz="2400" b="0">
                          <a:effectLst/>
                        </a:rPr>
                        <a:t>100, -50</a:t>
                      </a:r>
                      <a:endParaRPr lang="zh-CN" altLang="en-US" sz="2400" b="0">
                        <a:effectLst/>
                        <a:latin typeface="quote-cjk-patch"/>
                      </a:endParaRPr>
                    </a:p>
                  </a:txBody>
                  <a:tcPr marL="76200" marT="47625" marB="47625" anchor="ctr"/>
                </a:tc>
                <a:extLst>
                  <a:ext uri="{0D108BD9-81ED-4DB2-BD59-A6C34878D82A}">
                    <a16:rowId xmlns:a16="http://schemas.microsoft.com/office/drawing/2014/main" val="1924690510"/>
                  </a:ext>
                </a:extLst>
              </a:tr>
              <a:tr h="448050">
                <a:tc vMerge="1">
                  <a:txBody>
                    <a:bodyPr/>
                    <a:lstStyle/>
                    <a:p>
                      <a:pPr>
                        <a:lnSpc>
                          <a:spcPts val="1875"/>
                        </a:lnSpc>
                        <a:buNone/>
                      </a:pPr>
                      <a:endParaRPr lang="zh-CN" altLang="en-US" b="0">
                        <a:effectLst/>
                        <a:latin typeface="quote-cjk-patch"/>
                      </a:endParaRPr>
                    </a:p>
                  </a:txBody>
                  <a:tcPr marR="76200" marT="47625" marB="47625" anchor="ctr"/>
                </a:tc>
                <a:tc>
                  <a:txBody>
                    <a:bodyPr/>
                    <a:lstStyle/>
                    <a:p>
                      <a:pPr algn="ctr">
                        <a:lnSpc>
                          <a:spcPts val="1875"/>
                        </a:lnSpc>
                        <a:buNone/>
                      </a:pPr>
                      <a:r>
                        <a:rPr lang="en-US" sz="2400" b="0">
                          <a:effectLst/>
                        </a:rPr>
                        <a:t>float</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浮点型</a:t>
                      </a:r>
                      <a:endParaRPr lang="zh-CN" altLang="en-US" sz="2400" b="0">
                        <a:effectLst/>
                        <a:latin typeface="quote-cjk-patch"/>
                      </a:endParaRPr>
                    </a:p>
                  </a:txBody>
                  <a:tcPr marL="76200" marR="76200" marT="47625" marB="47625" anchor="ctr"/>
                </a:tc>
                <a:tc>
                  <a:txBody>
                    <a:bodyPr/>
                    <a:lstStyle/>
                    <a:p>
                      <a:pPr algn="ctr">
                        <a:lnSpc>
                          <a:spcPts val="1650"/>
                        </a:lnSpc>
                        <a:buNone/>
                      </a:pPr>
                      <a:r>
                        <a:rPr lang="en-US" altLang="zh-CN" sz="2400" b="0">
                          <a:effectLst/>
                        </a:rPr>
                        <a:t>3.14, -0.5</a:t>
                      </a:r>
                      <a:endParaRPr lang="zh-CN" altLang="en-US" sz="2400" b="0">
                        <a:effectLst/>
                        <a:latin typeface="quote-cjk-patch"/>
                      </a:endParaRPr>
                    </a:p>
                  </a:txBody>
                  <a:tcPr marL="76200" marT="47625" marB="47625" anchor="ctr"/>
                </a:tc>
                <a:extLst>
                  <a:ext uri="{0D108BD9-81ED-4DB2-BD59-A6C34878D82A}">
                    <a16:rowId xmlns:a16="http://schemas.microsoft.com/office/drawing/2014/main" val="654942460"/>
                  </a:ext>
                </a:extLst>
              </a:tr>
              <a:tr h="448050">
                <a:tc vMerge="1">
                  <a:txBody>
                    <a:bodyPr/>
                    <a:lstStyle/>
                    <a:p>
                      <a:pPr>
                        <a:lnSpc>
                          <a:spcPts val="1875"/>
                        </a:lnSpc>
                        <a:buNone/>
                      </a:pPr>
                      <a:endParaRPr lang="zh-CN" altLang="en-US" b="0">
                        <a:effectLst/>
                        <a:latin typeface="quote-cjk-patch"/>
                      </a:endParaRPr>
                    </a:p>
                  </a:txBody>
                  <a:tcPr marR="76200" marT="47625" marB="47625" anchor="ctr"/>
                </a:tc>
                <a:tc>
                  <a:txBody>
                    <a:bodyPr/>
                    <a:lstStyle/>
                    <a:p>
                      <a:pPr algn="ctr">
                        <a:lnSpc>
                          <a:spcPts val="1875"/>
                        </a:lnSpc>
                        <a:buNone/>
                      </a:pPr>
                      <a:r>
                        <a:rPr lang="en-US" sz="2400" b="0">
                          <a:effectLst/>
                        </a:rPr>
                        <a:t>bool</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布尔型</a:t>
                      </a:r>
                      <a:endParaRPr lang="zh-CN" altLang="en-US" sz="2400" b="0">
                        <a:effectLst/>
                        <a:latin typeface="quote-cjk-patch"/>
                      </a:endParaRPr>
                    </a:p>
                  </a:txBody>
                  <a:tcPr marL="76200" marR="76200" marT="47625" marB="47625" anchor="ctr"/>
                </a:tc>
                <a:tc>
                  <a:txBody>
                    <a:bodyPr/>
                    <a:lstStyle/>
                    <a:p>
                      <a:pPr algn="ctr">
                        <a:lnSpc>
                          <a:spcPts val="1650"/>
                        </a:lnSpc>
                        <a:buNone/>
                      </a:pPr>
                      <a:r>
                        <a:rPr lang="en-US" sz="2400" b="0">
                          <a:effectLst/>
                        </a:rPr>
                        <a:t>true, false</a:t>
                      </a:r>
                      <a:endParaRPr lang="en-US" sz="2400" b="0">
                        <a:effectLst/>
                        <a:latin typeface="quote-cjk-patch"/>
                      </a:endParaRPr>
                    </a:p>
                  </a:txBody>
                  <a:tcPr marL="76200" marT="47625" marB="47625" anchor="ctr"/>
                </a:tc>
                <a:extLst>
                  <a:ext uri="{0D108BD9-81ED-4DB2-BD59-A6C34878D82A}">
                    <a16:rowId xmlns:a16="http://schemas.microsoft.com/office/drawing/2014/main" val="2138025190"/>
                  </a:ext>
                </a:extLst>
              </a:tr>
              <a:tr h="448050">
                <a:tc rowSpan="2">
                  <a:txBody>
                    <a:bodyPr/>
                    <a:lstStyle/>
                    <a:p>
                      <a:pPr algn="ctr">
                        <a:lnSpc>
                          <a:spcPts val="1875"/>
                        </a:lnSpc>
                        <a:buNone/>
                      </a:pPr>
                      <a:r>
                        <a:rPr lang="zh-CN" altLang="en-US" sz="2400" b="0">
                          <a:effectLst/>
                        </a:rPr>
                        <a:t>复合类型</a:t>
                      </a:r>
                      <a:endParaRPr lang="zh-CN" altLang="en-US" sz="2400" b="0">
                        <a:effectLst/>
                        <a:latin typeface="quote-cjk-patch"/>
                      </a:endParaRPr>
                    </a:p>
                  </a:txBody>
                  <a:tcPr marR="76200" marT="47625" marB="47625" anchor="ctr"/>
                </a:tc>
                <a:tc>
                  <a:txBody>
                    <a:bodyPr/>
                    <a:lstStyle/>
                    <a:p>
                      <a:pPr algn="ctr">
                        <a:lnSpc>
                          <a:spcPts val="1875"/>
                        </a:lnSpc>
                        <a:buNone/>
                      </a:pPr>
                      <a:r>
                        <a:rPr lang="en-US" sz="2400" b="0">
                          <a:effectLst/>
                        </a:rPr>
                        <a:t>array</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数组</a:t>
                      </a:r>
                      <a:endParaRPr lang="zh-CN" altLang="en-US" sz="2400" b="0">
                        <a:effectLst/>
                        <a:latin typeface="quote-cjk-patch"/>
                      </a:endParaRPr>
                    </a:p>
                  </a:txBody>
                  <a:tcPr marL="76200" marR="76200" marT="47625" marB="47625" anchor="ctr"/>
                </a:tc>
                <a:tc>
                  <a:txBody>
                    <a:bodyPr/>
                    <a:lstStyle/>
                    <a:p>
                      <a:pPr algn="ctr">
                        <a:lnSpc>
                          <a:spcPts val="1650"/>
                        </a:lnSpc>
                        <a:buNone/>
                      </a:pPr>
                      <a:r>
                        <a:rPr lang="en-US" altLang="zh-CN" sz="2400" b="0">
                          <a:effectLst/>
                        </a:rPr>
                        <a:t>[1,2,3]</a:t>
                      </a:r>
                      <a:endParaRPr lang="zh-CN" altLang="en-US" sz="2400" b="0">
                        <a:effectLst/>
                        <a:latin typeface="quote-cjk-patch"/>
                      </a:endParaRPr>
                    </a:p>
                  </a:txBody>
                  <a:tcPr marL="76200" marT="47625" marB="47625" anchor="ctr"/>
                </a:tc>
                <a:extLst>
                  <a:ext uri="{0D108BD9-81ED-4DB2-BD59-A6C34878D82A}">
                    <a16:rowId xmlns:a16="http://schemas.microsoft.com/office/drawing/2014/main" val="1524899137"/>
                  </a:ext>
                </a:extLst>
              </a:tr>
              <a:tr h="448050">
                <a:tc vMerge="1">
                  <a:txBody>
                    <a:bodyPr/>
                    <a:lstStyle/>
                    <a:p>
                      <a:pPr>
                        <a:lnSpc>
                          <a:spcPts val="1875"/>
                        </a:lnSpc>
                        <a:buNone/>
                      </a:pPr>
                      <a:endParaRPr lang="zh-CN" altLang="en-US" b="0">
                        <a:effectLst/>
                        <a:latin typeface="quote-cjk-patch"/>
                      </a:endParaRPr>
                    </a:p>
                  </a:txBody>
                  <a:tcPr marR="76200" marT="47625" marB="47625" anchor="ctr"/>
                </a:tc>
                <a:tc>
                  <a:txBody>
                    <a:bodyPr/>
                    <a:lstStyle/>
                    <a:p>
                      <a:pPr algn="ctr">
                        <a:lnSpc>
                          <a:spcPts val="1875"/>
                        </a:lnSpc>
                        <a:buNone/>
                      </a:pPr>
                      <a:r>
                        <a:rPr lang="en-US" sz="2400" b="0">
                          <a:effectLst/>
                        </a:rPr>
                        <a:t>object</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对象</a:t>
                      </a:r>
                      <a:endParaRPr lang="zh-CN" altLang="en-US" sz="2400" b="0">
                        <a:effectLst/>
                        <a:latin typeface="quote-cjk-patch"/>
                      </a:endParaRPr>
                    </a:p>
                  </a:txBody>
                  <a:tcPr marL="76200" marR="76200" marT="47625" marB="47625" anchor="ctr"/>
                </a:tc>
                <a:tc>
                  <a:txBody>
                    <a:bodyPr/>
                    <a:lstStyle/>
                    <a:p>
                      <a:pPr algn="ctr">
                        <a:lnSpc>
                          <a:spcPts val="1650"/>
                        </a:lnSpc>
                        <a:buNone/>
                      </a:pPr>
                      <a:r>
                        <a:rPr lang="en-US" sz="2400" b="0">
                          <a:effectLst/>
                        </a:rPr>
                        <a:t>new Person()</a:t>
                      </a:r>
                      <a:endParaRPr lang="en-US" sz="2400" b="0">
                        <a:effectLst/>
                        <a:latin typeface="quote-cjk-patch"/>
                      </a:endParaRPr>
                    </a:p>
                  </a:txBody>
                  <a:tcPr marL="76200" marT="47625" marB="47625" anchor="ctr"/>
                </a:tc>
                <a:extLst>
                  <a:ext uri="{0D108BD9-81ED-4DB2-BD59-A6C34878D82A}">
                    <a16:rowId xmlns:a16="http://schemas.microsoft.com/office/drawing/2014/main" val="4044077047"/>
                  </a:ext>
                </a:extLst>
              </a:tr>
              <a:tr h="448050">
                <a:tc rowSpan="2">
                  <a:txBody>
                    <a:bodyPr/>
                    <a:lstStyle/>
                    <a:p>
                      <a:pPr algn="ctr">
                        <a:lnSpc>
                          <a:spcPts val="1875"/>
                        </a:lnSpc>
                        <a:buNone/>
                      </a:pPr>
                      <a:r>
                        <a:rPr lang="zh-CN" altLang="en-US" sz="2400" b="0">
                          <a:effectLst/>
                        </a:rPr>
                        <a:t>特殊类型</a:t>
                      </a:r>
                      <a:endParaRPr lang="zh-CN" altLang="en-US" sz="2400" b="0">
                        <a:effectLst/>
                        <a:latin typeface="quote-cjk-patch"/>
                      </a:endParaRPr>
                    </a:p>
                  </a:txBody>
                  <a:tcPr marR="76200" marT="47625" marB="47625" anchor="ctr"/>
                </a:tc>
                <a:tc>
                  <a:txBody>
                    <a:bodyPr/>
                    <a:lstStyle/>
                    <a:p>
                      <a:pPr algn="ctr">
                        <a:lnSpc>
                          <a:spcPts val="1875"/>
                        </a:lnSpc>
                        <a:buNone/>
                      </a:pPr>
                      <a:r>
                        <a:rPr lang="en-US" sz="2400" b="0">
                          <a:effectLst/>
                        </a:rPr>
                        <a:t>NULL</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空值</a:t>
                      </a:r>
                      <a:endParaRPr lang="zh-CN" altLang="en-US" sz="2400" b="0">
                        <a:effectLst/>
                        <a:latin typeface="quote-cjk-patch"/>
                      </a:endParaRPr>
                    </a:p>
                  </a:txBody>
                  <a:tcPr marL="76200" marR="76200" marT="47625" marB="47625" anchor="ctr"/>
                </a:tc>
                <a:tc>
                  <a:txBody>
                    <a:bodyPr/>
                    <a:lstStyle/>
                    <a:p>
                      <a:pPr algn="ctr">
                        <a:lnSpc>
                          <a:spcPts val="1650"/>
                        </a:lnSpc>
                        <a:buNone/>
                      </a:pPr>
                      <a:r>
                        <a:rPr lang="en-US" sz="2400" b="0">
                          <a:effectLst/>
                        </a:rPr>
                        <a:t>null</a:t>
                      </a:r>
                      <a:endParaRPr lang="en-US" sz="2400" b="0">
                        <a:effectLst/>
                        <a:latin typeface="quote-cjk-patch"/>
                      </a:endParaRPr>
                    </a:p>
                  </a:txBody>
                  <a:tcPr marL="76200" marT="47625" marB="47625" anchor="ctr"/>
                </a:tc>
                <a:extLst>
                  <a:ext uri="{0D108BD9-81ED-4DB2-BD59-A6C34878D82A}">
                    <a16:rowId xmlns:a16="http://schemas.microsoft.com/office/drawing/2014/main" val="584666375"/>
                  </a:ext>
                </a:extLst>
              </a:tr>
              <a:tr h="448050">
                <a:tc vMerge="1">
                  <a:txBody>
                    <a:bodyPr/>
                    <a:lstStyle/>
                    <a:p>
                      <a:pPr>
                        <a:lnSpc>
                          <a:spcPts val="1875"/>
                        </a:lnSpc>
                        <a:buNone/>
                      </a:pPr>
                      <a:endParaRPr lang="zh-CN" altLang="en-US" b="0">
                        <a:effectLst/>
                        <a:latin typeface="quote-cjk-patch"/>
                      </a:endParaRPr>
                    </a:p>
                  </a:txBody>
                  <a:tcPr marR="76200" marT="47625" marB="47625" anchor="ctr"/>
                </a:tc>
                <a:tc>
                  <a:txBody>
                    <a:bodyPr/>
                    <a:lstStyle/>
                    <a:p>
                      <a:pPr algn="ctr">
                        <a:lnSpc>
                          <a:spcPts val="1875"/>
                        </a:lnSpc>
                        <a:buNone/>
                      </a:pPr>
                      <a:r>
                        <a:rPr lang="en-US" sz="2400" b="0">
                          <a:effectLst/>
                        </a:rPr>
                        <a:t>resource</a:t>
                      </a:r>
                      <a:endParaRPr 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资源</a:t>
                      </a:r>
                      <a:endParaRPr lang="zh-CN" altLang="en-US" sz="2400" b="0">
                        <a:effectLst/>
                        <a:latin typeface="quote-cjk-patch"/>
                      </a:endParaRPr>
                    </a:p>
                  </a:txBody>
                  <a:tcPr marL="76200" marR="76200" marT="47625" marB="47625" anchor="ctr"/>
                </a:tc>
                <a:tc>
                  <a:txBody>
                    <a:bodyPr/>
                    <a:lstStyle/>
                    <a:p>
                      <a:pPr algn="ctr">
                        <a:lnSpc>
                          <a:spcPts val="1875"/>
                        </a:lnSpc>
                        <a:buNone/>
                      </a:pPr>
                      <a:r>
                        <a:rPr lang="zh-CN" altLang="en-US" sz="2400" b="0">
                          <a:effectLst/>
                        </a:rPr>
                        <a:t>文件句柄等</a:t>
                      </a:r>
                      <a:endParaRPr lang="zh-CN" altLang="en-US" sz="2400" b="0">
                        <a:effectLst/>
                        <a:latin typeface="quote-cjk-patch"/>
                      </a:endParaRPr>
                    </a:p>
                  </a:txBody>
                  <a:tcPr marL="76200" marT="47625" marB="47625" anchor="ctr"/>
                </a:tc>
                <a:extLst>
                  <a:ext uri="{0D108BD9-81ED-4DB2-BD59-A6C34878D82A}">
                    <a16:rowId xmlns:a16="http://schemas.microsoft.com/office/drawing/2014/main" val="3581019017"/>
                  </a:ext>
                </a:extLst>
              </a:tr>
            </a:tbl>
          </a:graphicData>
        </a:graphic>
      </p:graphicFrame>
      <p:sp>
        <p:nvSpPr>
          <p:cNvPr id="5" name="标注: 线形 4">
            <a:extLst>
              <a:ext uri="{FF2B5EF4-FFF2-40B4-BE49-F238E27FC236}">
                <a16:creationId xmlns:a16="http://schemas.microsoft.com/office/drawing/2014/main" id="{9CF62181-9D63-5113-7C2D-D4D386F0BB34}"/>
              </a:ext>
            </a:extLst>
          </p:cNvPr>
          <p:cNvSpPr/>
          <p:nvPr/>
        </p:nvSpPr>
        <p:spPr>
          <a:xfrm>
            <a:off x="6816080" y="764704"/>
            <a:ext cx="5328592" cy="3384376"/>
          </a:xfrm>
          <a:prstGeom prst="borderCallout1">
            <a:avLst>
              <a:gd name="adj1" fmla="val 18750"/>
              <a:gd name="adj2" fmla="val -8333"/>
              <a:gd name="adj3" fmla="val -5660"/>
              <a:gd name="adj4" fmla="val -8621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2400"/>
              <a:t>&lt;?php</a:t>
            </a:r>
          </a:p>
          <a:p>
            <a:r>
              <a:rPr lang="en-US" altLang="zh-CN" sz="2400"/>
              <a:t>var_dump($var);      // </a:t>
            </a:r>
            <a:r>
              <a:rPr lang="zh-CN" altLang="en-US" sz="2400"/>
              <a:t>查看类型和值</a:t>
            </a:r>
          </a:p>
          <a:p>
            <a:r>
              <a:rPr lang="en-US" altLang="zh-CN" sz="2400"/>
              <a:t>gettype($var);       // </a:t>
            </a:r>
            <a:r>
              <a:rPr lang="zh-CN" altLang="en-US" sz="2400"/>
              <a:t>返回类型字符串</a:t>
            </a:r>
          </a:p>
          <a:p>
            <a:r>
              <a:rPr lang="en-US" altLang="zh-CN" sz="2400"/>
              <a:t>is_string($var);     // </a:t>
            </a:r>
            <a:r>
              <a:rPr lang="zh-CN" altLang="en-US" sz="2400"/>
              <a:t>判断是否为字符串</a:t>
            </a:r>
          </a:p>
          <a:p>
            <a:r>
              <a:rPr lang="en-US" altLang="zh-CN" sz="2400"/>
              <a:t>is_int($var);         // </a:t>
            </a:r>
            <a:r>
              <a:rPr lang="zh-CN" altLang="en-US" sz="2400"/>
              <a:t>判断是否为整型</a:t>
            </a:r>
          </a:p>
        </p:txBody>
      </p:sp>
    </p:spTree>
    <p:extLst>
      <p:ext uri="{BB962C8B-B14F-4D97-AF65-F5344CB8AC3E}">
        <p14:creationId xmlns:p14="http://schemas.microsoft.com/office/powerpoint/2010/main" val="307540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9">
            <a:extLst>
              <a:ext uri="{FF2B5EF4-FFF2-40B4-BE49-F238E27FC236}">
                <a16:creationId xmlns:a16="http://schemas.microsoft.com/office/drawing/2014/main" id="{FA83BA95-E126-8DE6-82C1-F7D40F71AA76}"/>
              </a:ext>
            </a:extLst>
          </p:cNvPr>
          <p:cNvPicPr>
            <a:picLocks noGrp="1" noChangeAspect="1"/>
          </p:cNvPicPr>
          <p:nvPr>
            <p:ph sz="half" idx="4294967295"/>
          </p:nvPr>
        </p:nvPicPr>
        <p:blipFill>
          <a:blip r:embed="rId2"/>
          <a:stretch>
            <a:fillRect/>
          </a:stretch>
        </p:blipFill>
        <p:spPr>
          <a:xfrm>
            <a:off x="6172200" y="1525339"/>
            <a:ext cx="5684838" cy="4323259"/>
          </a:xfrm>
        </p:spPr>
      </p:pic>
      <p:sp>
        <p:nvSpPr>
          <p:cNvPr id="2" name="文本占位符 1">
            <a:extLst>
              <a:ext uri="{FF2B5EF4-FFF2-40B4-BE49-F238E27FC236}">
                <a16:creationId xmlns:a16="http://schemas.microsoft.com/office/drawing/2014/main" id="{CC3A60FA-ACA8-0A4F-FDA1-5E9E70D39257}"/>
              </a:ext>
            </a:extLst>
          </p:cNvPr>
          <p:cNvSpPr>
            <a:spLocks noGrp="1"/>
          </p:cNvSpPr>
          <p:nvPr>
            <p:ph type="body" sz="quarter" idx="18"/>
          </p:nvPr>
        </p:nvSpPr>
        <p:spPr/>
        <p:txBody>
          <a:bodyPr/>
          <a:lstStyle/>
          <a:p>
            <a:r>
              <a:rPr lang="zh-CN" altLang="en-US"/>
              <a:t>标量类型</a:t>
            </a:r>
          </a:p>
        </p:txBody>
      </p:sp>
      <p:pic>
        <p:nvPicPr>
          <p:cNvPr id="12" name="图片 11">
            <a:extLst>
              <a:ext uri="{FF2B5EF4-FFF2-40B4-BE49-F238E27FC236}">
                <a16:creationId xmlns:a16="http://schemas.microsoft.com/office/drawing/2014/main" id="{B8C2FE46-136B-4346-6442-E5E2E1380B3D}"/>
              </a:ext>
            </a:extLst>
          </p:cNvPr>
          <p:cNvPicPr>
            <a:picLocks noChangeAspect="1"/>
          </p:cNvPicPr>
          <p:nvPr/>
        </p:nvPicPr>
        <p:blipFill>
          <a:blip r:embed="rId3"/>
          <a:stretch>
            <a:fillRect/>
          </a:stretch>
        </p:blipFill>
        <p:spPr>
          <a:xfrm>
            <a:off x="5493094" y="1307808"/>
            <a:ext cx="6387508" cy="5052461"/>
          </a:xfrm>
          <a:prstGeom prst="rect">
            <a:avLst/>
          </a:prstGeom>
          <a:ln>
            <a:solidFill>
              <a:schemeClr val="accent1"/>
            </a:solidFill>
          </a:ln>
        </p:spPr>
      </p:pic>
      <p:pic>
        <p:nvPicPr>
          <p:cNvPr id="17" name="内容占位符 16">
            <a:extLst>
              <a:ext uri="{FF2B5EF4-FFF2-40B4-BE49-F238E27FC236}">
                <a16:creationId xmlns:a16="http://schemas.microsoft.com/office/drawing/2014/main" id="{346B3DA0-7848-384B-6AF3-97D8AB3CBBD6}"/>
              </a:ext>
            </a:extLst>
          </p:cNvPr>
          <p:cNvPicPr>
            <a:picLocks noGrp="1" noChangeAspect="1"/>
          </p:cNvPicPr>
          <p:nvPr>
            <p:ph sz="half" idx="4294967295"/>
          </p:nvPr>
        </p:nvPicPr>
        <p:blipFill>
          <a:blip r:embed="rId4"/>
          <a:stretch>
            <a:fillRect/>
          </a:stretch>
        </p:blipFill>
        <p:spPr>
          <a:xfrm>
            <a:off x="1143535" y="1052513"/>
            <a:ext cx="4321692" cy="5268912"/>
          </a:xfrm>
        </p:spPr>
      </p:pic>
      <p:pic>
        <p:nvPicPr>
          <p:cNvPr id="19" name="图片 18">
            <a:extLst>
              <a:ext uri="{FF2B5EF4-FFF2-40B4-BE49-F238E27FC236}">
                <a16:creationId xmlns:a16="http://schemas.microsoft.com/office/drawing/2014/main" id="{EE7A149A-F3BD-67FB-67C8-230BC65A4876}"/>
              </a:ext>
            </a:extLst>
          </p:cNvPr>
          <p:cNvPicPr>
            <a:picLocks noChangeAspect="1"/>
          </p:cNvPicPr>
          <p:nvPr/>
        </p:nvPicPr>
        <p:blipFill>
          <a:blip r:embed="rId4"/>
          <a:stretch>
            <a:fillRect/>
          </a:stretch>
        </p:blipFill>
        <p:spPr>
          <a:xfrm>
            <a:off x="600829" y="1287642"/>
            <a:ext cx="4252757" cy="5184868"/>
          </a:xfrm>
          <a:prstGeom prst="rect">
            <a:avLst/>
          </a:prstGeom>
          <a:ln>
            <a:solidFill>
              <a:schemeClr val="accent1"/>
            </a:solidFill>
          </a:ln>
        </p:spPr>
      </p:pic>
    </p:spTree>
    <p:extLst>
      <p:ext uri="{BB962C8B-B14F-4D97-AF65-F5344CB8AC3E}">
        <p14:creationId xmlns:p14="http://schemas.microsoft.com/office/powerpoint/2010/main" val="1629869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4FED-A9BB-30F9-04C4-CF0F999579F9}"/>
            </a:ext>
          </a:extLst>
        </p:cNvPr>
        <p:cNvGrpSpPr/>
        <p:nvPr/>
      </p:nvGrpSpPr>
      <p:grpSpPr>
        <a:xfrm>
          <a:off x="0" y="0"/>
          <a:ext cx="0" cy="0"/>
          <a:chOff x="0" y="0"/>
          <a:chExt cx="0" cy="0"/>
        </a:xfrm>
      </p:grpSpPr>
      <p:pic>
        <p:nvPicPr>
          <p:cNvPr id="10" name="内容占位符 9">
            <a:extLst>
              <a:ext uri="{FF2B5EF4-FFF2-40B4-BE49-F238E27FC236}">
                <a16:creationId xmlns:a16="http://schemas.microsoft.com/office/drawing/2014/main" id="{EB42DCDE-6DC0-F1DE-A755-3B1A2D5BEB97}"/>
              </a:ext>
            </a:extLst>
          </p:cNvPr>
          <p:cNvPicPr>
            <a:picLocks noGrp="1" noChangeAspect="1"/>
          </p:cNvPicPr>
          <p:nvPr>
            <p:ph sz="half" idx="4294967295"/>
          </p:nvPr>
        </p:nvPicPr>
        <p:blipFill>
          <a:blip r:embed="rId2"/>
          <a:stretch>
            <a:fillRect/>
          </a:stretch>
        </p:blipFill>
        <p:spPr>
          <a:xfrm>
            <a:off x="6172200" y="1525339"/>
            <a:ext cx="5684838" cy="4323259"/>
          </a:xfrm>
        </p:spPr>
      </p:pic>
      <p:sp>
        <p:nvSpPr>
          <p:cNvPr id="2" name="文本占位符 1">
            <a:extLst>
              <a:ext uri="{FF2B5EF4-FFF2-40B4-BE49-F238E27FC236}">
                <a16:creationId xmlns:a16="http://schemas.microsoft.com/office/drawing/2014/main" id="{DAC391CD-46A5-71AA-11AC-4F519FBBA61E}"/>
              </a:ext>
            </a:extLst>
          </p:cNvPr>
          <p:cNvSpPr>
            <a:spLocks noGrp="1"/>
          </p:cNvSpPr>
          <p:nvPr>
            <p:ph type="body" sz="quarter" idx="18"/>
          </p:nvPr>
        </p:nvSpPr>
        <p:spPr/>
        <p:txBody>
          <a:bodyPr/>
          <a:lstStyle/>
          <a:p>
            <a:r>
              <a:rPr lang="zh-CN" altLang="en-US"/>
              <a:t>标量类型</a:t>
            </a:r>
          </a:p>
        </p:txBody>
      </p:sp>
      <p:pic>
        <p:nvPicPr>
          <p:cNvPr id="17" name="内容占位符 16">
            <a:extLst>
              <a:ext uri="{FF2B5EF4-FFF2-40B4-BE49-F238E27FC236}">
                <a16:creationId xmlns:a16="http://schemas.microsoft.com/office/drawing/2014/main" id="{3A8FF9C4-3B08-6970-B69A-EDCB8AEC1760}"/>
              </a:ext>
            </a:extLst>
          </p:cNvPr>
          <p:cNvPicPr>
            <a:picLocks noGrp="1" noChangeAspect="1"/>
          </p:cNvPicPr>
          <p:nvPr>
            <p:ph sz="half" idx="4294967295"/>
          </p:nvPr>
        </p:nvPicPr>
        <p:blipFill>
          <a:blip r:embed="rId3"/>
          <a:stretch>
            <a:fillRect/>
          </a:stretch>
        </p:blipFill>
        <p:spPr>
          <a:xfrm>
            <a:off x="1143535" y="1052513"/>
            <a:ext cx="4321692" cy="5268912"/>
          </a:xfrm>
        </p:spPr>
      </p:pic>
      <p:pic>
        <p:nvPicPr>
          <p:cNvPr id="4" name="图片 3">
            <a:extLst>
              <a:ext uri="{FF2B5EF4-FFF2-40B4-BE49-F238E27FC236}">
                <a16:creationId xmlns:a16="http://schemas.microsoft.com/office/drawing/2014/main" id="{D8850F57-C642-53C1-5A53-9A1A85C8E41B}"/>
              </a:ext>
            </a:extLst>
          </p:cNvPr>
          <p:cNvPicPr>
            <a:picLocks noChangeAspect="1"/>
          </p:cNvPicPr>
          <p:nvPr/>
        </p:nvPicPr>
        <p:blipFill>
          <a:blip r:embed="rId4"/>
          <a:stretch>
            <a:fillRect/>
          </a:stretch>
        </p:blipFill>
        <p:spPr>
          <a:xfrm>
            <a:off x="306423" y="1052513"/>
            <a:ext cx="5158804" cy="3194838"/>
          </a:xfrm>
          <a:prstGeom prst="rect">
            <a:avLst/>
          </a:prstGeom>
          <a:ln>
            <a:solidFill>
              <a:schemeClr val="accent1"/>
            </a:solidFill>
          </a:ln>
        </p:spPr>
      </p:pic>
      <p:pic>
        <p:nvPicPr>
          <p:cNvPr id="6" name="图片 5">
            <a:extLst>
              <a:ext uri="{FF2B5EF4-FFF2-40B4-BE49-F238E27FC236}">
                <a16:creationId xmlns:a16="http://schemas.microsoft.com/office/drawing/2014/main" id="{860D7630-4397-67DB-4784-2BB0F744056B}"/>
              </a:ext>
            </a:extLst>
          </p:cNvPr>
          <p:cNvPicPr>
            <a:picLocks noChangeAspect="1"/>
          </p:cNvPicPr>
          <p:nvPr/>
        </p:nvPicPr>
        <p:blipFill>
          <a:blip r:embed="rId5"/>
          <a:stretch>
            <a:fillRect/>
          </a:stretch>
        </p:blipFill>
        <p:spPr>
          <a:xfrm>
            <a:off x="5967958" y="1052513"/>
            <a:ext cx="5101728" cy="5527738"/>
          </a:xfrm>
          <a:prstGeom prst="rect">
            <a:avLst/>
          </a:prstGeom>
          <a:ln>
            <a:solidFill>
              <a:schemeClr val="accent1"/>
            </a:solidFill>
          </a:ln>
        </p:spPr>
      </p:pic>
    </p:spTree>
    <p:extLst>
      <p:ext uri="{BB962C8B-B14F-4D97-AF65-F5344CB8AC3E}">
        <p14:creationId xmlns:p14="http://schemas.microsoft.com/office/powerpoint/2010/main" val="2721125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994296FE-BFA4-DD83-7EDC-C75C59000E02}"/>
              </a:ext>
            </a:extLst>
          </p:cNvPr>
          <p:cNvSpPr>
            <a:spLocks noGrp="1"/>
          </p:cNvSpPr>
          <p:nvPr>
            <p:ph type="body" sz="quarter" idx="18"/>
          </p:nvPr>
        </p:nvSpPr>
        <p:spPr/>
        <p:txBody>
          <a:bodyPr/>
          <a:lstStyle/>
          <a:p>
            <a:r>
              <a:rPr lang="zh-CN" altLang="en-US"/>
              <a:t>思考：</a:t>
            </a:r>
          </a:p>
        </p:txBody>
      </p:sp>
      <p:sp>
        <p:nvSpPr>
          <p:cNvPr id="3" name="内容占位符 2"/>
          <p:cNvSpPr>
            <a:spLocks noGrp="1"/>
          </p:cNvSpPr>
          <p:nvPr>
            <p:ph sz="quarter" idx="19"/>
          </p:nvPr>
        </p:nvSpPr>
        <p:spPr>
          <a:prstGeom prst="rect">
            <a:avLst/>
          </a:prstGeom>
        </p:spPr>
        <p:txBody>
          <a:bodyPr/>
          <a:lstStyle/>
          <a:p>
            <a:r>
              <a:rPr lang="zh-CN" altLang="en-US"/>
              <a:t>若字符串内无转义字符，无变量，那么使用单引号还是双引号，能让代码的执行速度更快？</a:t>
            </a:r>
          </a:p>
        </p:txBody>
      </p:sp>
    </p:spTree>
    <p:extLst>
      <p:ext uri="{BB962C8B-B14F-4D97-AF65-F5344CB8AC3E}">
        <p14:creationId xmlns:p14="http://schemas.microsoft.com/office/powerpoint/2010/main" val="99566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D373DD1-7AB1-B7EE-F4EC-C93CF47C60FF}"/>
              </a:ext>
            </a:extLst>
          </p:cNvPr>
          <p:cNvSpPr>
            <a:spLocks noGrp="1"/>
          </p:cNvSpPr>
          <p:nvPr>
            <p:ph type="body" sz="quarter" idx="18"/>
          </p:nvPr>
        </p:nvSpPr>
        <p:spPr/>
        <p:txBody>
          <a:bodyPr/>
          <a:lstStyle/>
          <a:p>
            <a:r>
              <a:rPr lang="zh-CN" altLang="en-US"/>
              <a:t>变量</a:t>
            </a:r>
          </a:p>
        </p:txBody>
      </p:sp>
      <p:sp>
        <p:nvSpPr>
          <p:cNvPr id="7" name="内容占位符 6">
            <a:extLst>
              <a:ext uri="{FF2B5EF4-FFF2-40B4-BE49-F238E27FC236}">
                <a16:creationId xmlns:a16="http://schemas.microsoft.com/office/drawing/2014/main" id="{B6795279-2B28-4E29-5CD8-EF529693DBD3}"/>
              </a:ext>
            </a:extLst>
          </p:cNvPr>
          <p:cNvSpPr>
            <a:spLocks noGrp="1"/>
          </p:cNvSpPr>
          <p:nvPr>
            <p:ph sz="quarter" idx="19"/>
          </p:nvPr>
        </p:nvSpPr>
        <p:spPr>
          <a:xfrm>
            <a:off x="549573" y="836613"/>
            <a:ext cx="11163002" cy="5761037"/>
          </a:xfrm>
        </p:spPr>
        <p:txBody>
          <a:bodyPr/>
          <a:lstStyle/>
          <a:p>
            <a:r>
              <a:rPr lang="en-US" altLang="zh-CN"/>
              <a:t>PHP </a:t>
            </a:r>
            <a:r>
              <a:rPr lang="zh-CN" altLang="en-US"/>
              <a:t>针对变量的命名还有一些特殊的规则：</a:t>
            </a:r>
          </a:p>
          <a:p>
            <a:r>
              <a:rPr lang="zh-CN" altLang="en-US"/>
              <a:t>✓ 变量以</a:t>
            </a:r>
            <a:r>
              <a:rPr lang="en-US" altLang="zh-CN"/>
              <a:t>$</a:t>
            </a:r>
            <a:r>
              <a:rPr lang="zh-CN" altLang="en-US"/>
              <a:t>符号开头，其后是变量的名称</a:t>
            </a:r>
          </a:p>
          <a:p>
            <a:r>
              <a:rPr lang="zh-CN" altLang="en-US"/>
              <a:t>✓ 变量名称必须以字母或下划线开头</a:t>
            </a:r>
          </a:p>
          <a:p>
            <a:r>
              <a:rPr lang="zh-CN" altLang="en-US"/>
              <a:t>✓ 变量名称不能以数字开头</a:t>
            </a:r>
          </a:p>
          <a:p>
            <a:r>
              <a:rPr lang="en-US" altLang="zh-CN"/>
              <a:t>✓ </a:t>
            </a:r>
            <a:r>
              <a:rPr lang="zh-CN" altLang="en-US"/>
              <a:t>变量名称只能包含字母数字字符和下划线（</a:t>
            </a:r>
            <a:r>
              <a:rPr lang="en-US" altLang="zh-CN"/>
              <a:t>A-z</a:t>
            </a:r>
            <a:r>
              <a:rPr lang="zh-CN" altLang="en-US"/>
              <a:t>、</a:t>
            </a:r>
            <a:r>
              <a:rPr lang="en-US" altLang="zh-CN"/>
              <a:t>0-9 </a:t>
            </a:r>
            <a:r>
              <a:rPr lang="zh-CN" altLang="en-US"/>
              <a:t>以及</a:t>
            </a:r>
            <a:r>
              <a:rPr lang="en-US" altLang="zh-CN"/>
              <a:t>_</a:t>
            </a:r>
            <a:r>
              <a:rPr lang="zh-CN" altLang="en-US"/>
              <a:t>）</a:t>
            </a:r>
          </a:p>
          <a:p>
            <a:r>
              <a:rPr lang="zh-CN" altLang="en-US"/>
              <a:t>✓ 变量名称对大小写敏感（</a:t>
            </a:r>
            <a:r>
              <a:rPr lang="en-US" altLang="zh-CN"/>
              <a:t>$y </a:t>
            </a:r>
            <a:r>
              <a:rPr lang="zh-CN" altLang="en-US"/>
              <a:t>与</a:t>
            </a:r>
            <a:r>
              <a:rPr lang="en-US" altLang="zh-CN"/>
              <a:t>$Y </a:t>
            </a:r>
            <a:r>
              <a:rPr lang="zh-CN" altLang="en-US"/>
              <a:t>是两个不同的变量）</a:t>
            </a:r>
          </a:p>
        </p:txBody>
      </p:sp>
      <p:pic>
        <p:nvPicPr>
          <p:cNvPr id="9" name="内容占位符 4">
            <a:extLst>
              <a:ext uri="{FF2B5EF4-FFF2-40B4-BE49-F238E27FC236}">
                <a16:creationId xmlns:a16="http://schemas.microsoft.com/office/drawing/2014/main" id="{EE8F929E-4C1A-D3AD-78CC-B2247DD81D78}"/>
              </a:ext>
            </a:extLst>
          </p:cNvPr>
          <p:cNvPicPr>
            <a:picLocks noChangeAspect="1"/>
          </p:cNvPicPr>
          <p:nvPr/>
        </p:nvPicPr>
        <p:blipFill>
          <a:blip r:embed="rId2"/>
          <a:stretch>
            <a:fillRect/>
          </a:stretch>
        </p:blipFill>
        <p:spPr>
          <a:xfrm>
            <a:off x="858590" y="4045269"/>
            <a:ext cx="4361905" cy="2552381"/>
          </a:xfrm>
          <a:prstGeom prst="rect">
            <a:avLst/>
          </a:prstGeom>
        </p:spPr>
      </p:pic>
      <p:sp>
        <p:nvSpPr>
          <p:cNvPr id="10" name="圆角矩形标注 6"/>
          <p:cNvSpPr/>
          <p:nvPr/>
        </p:nvSpPr>
        <p:spPr>
          <a:xfrm>
            <a:off x="7968208" y="0"/>
            <a:ext cx="3990745" cy="2708920"/>
          </a:xfrm>
          <a:prstGeom prst="wedgeRoundRectCallout">
            <a:avLst>
              <a:gd name="adj1" fmla="val -202748"/>
              <a:gd name="adj2" fmla="val -35050"/>
              <a:gd name="adj3" fmla="val 16667"/>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zh-CN" altLang="en-US" sz="2400"/>
              <a:t>特别说明</a:t>
            </a:r>
            <a:endParaRPr lang="en-US" altLang="zh-CN" sz="2400"/>
          </a:p>
          <a:p>
            <a:pPr algn="ctr"/>
            <a:r>
              <a:rPr lang="en-US" altLang="zh-CN" sz="2400"/>
              <a:t>PHP</a:t>
            </a:r>
            <a:r>
              <a:rPr lang="zh-CN" altLang="en-US" sz="2400"/>
              <a:t>是一门弱类型语言，变量定义时无需声明变量类型，在使用过程中也可以随意改变变量的类型。</a:t>
            </a:r>
          </a:p>
        </p:txBody>
      </p:sp>
    </p:spTree>
    <p:extLst>
      <p:ext uri="{BB962C8B-B14F-4D97-AF65-F5344CB8AC3E}">
        <p14:creationId xmlns:p14="http://schemas.microsoft.com/office/powerpoint/2010/main" val="130313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a:extLst>
              <a:ext uri="{FF2B5EF4-FFF2-40B4-BE49-F238E27FC236}">
                <a16:creationId xmlns:a16="http://schemas.microsoft.com/office/drawing/2014/main" id="{ECE4C9BC-F24A-0647-AECC-6025E7754D0B}"/>
              </a:ext>
            </a:extLst>
          </p:cNvPr>
          <p:cNvSpPr>
            <a:spLocks noGrp="1"/>
          </p:cNvSpPr>
          <p:nvPr>
            <p:ph type="body" sz="quarter" idx="18"/>
          </p:nvPr>
        </p:nvSpPr>
        <p:spPr/>
        <p:txBody>
          <a:bodyPr/>
          <a:lstStyle/>
          <a:p>
            <a:r>
              <a:rPr lang="zh-CN" altLang="en-US"/>
              <a:t>内存空间概述</a:t>
            </a:r>
          </a:p>
        </p:txBody>
      </p:sp>
      <p:sp>
        <p:nvSpPr>
          <p:cNvPr id="6" name="矩形 5"/>
          <p:cNvSpPr/>
          <p:nvPr/>
        </p:nvSpPr>
        <p:spPr>
          <a:xfrm>
            <a:off x="976192" y="1888316"/>
            <a:ext cx="1932834" cy="2808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dirty="0"/>
              <a:t>栈区</a:t>
            </a:r>
            <a:endParaRPr lang="en-US" altLang="zh-CN" dirty="0"/>
          </a:p>
          <a:p>
            <a:pPr algn="ctr"/>
            <a:r>
              <a:rPr lang="zh-CN" altLang="en-US" dirty="0"/>
              <a:t>速度快，空间小</a:t>
            </a:r>
            <a:endParaRPr lang="en-US" altLang="zh-CN" dirty="0"/>
          </a:p>
          <a:p>
            <a:pPr algn="ctr"/>
            <a:r>
              <a:rPr lang="zh-CN" altLang="en-US" dirty="0"/>
              <a:t>存放程序运行时的信息</a:t>
            </a:r>
            <a:endParaRPr lang="en-US" altLang="zh-CN" dirty="0"/>
          </a:p>
          <a:p>
            <a:pPr algn="ctr"/>
            <a:r>
              <a:rPr lang="en-US" altLang="zh-CN" dirty="0"/>
              <a:t>$a</a:t>
            </a:r>
          </a:p>
          <a:p>
            <a:pPr algn="ctr"/>
            <a:r>
              <a:rPr lang="en-US" altLang="zh-CN" dirty="0"/>
              <a:t>$b</a:t>
            </a:r>
          </a:p>
          <a:p>
            <a:pPr algn="ctr"/>
            <a:r>
              <a:rPr lang="en-US" altLang="zh-CN" dirty="0"/>
              <a:t>function deal(){</a:t>
            </a:r>
          </a:p>
          <a:p>
            <a:pPr algn="ctr"/>
            <a:r>
              <a:rPr lang="en-US" altLang="zh-CN" dirty="0"/>
              <a:t>$x</a:t>
            </a:r>
          </a:p>
          <a:p>
            <a:pPr algn="ctr"/>
            <a:r>
              <a:rPr lang="en-US" altLang="zh-CN" dirty="0"/>
              <a:t>$y</a:t>
            </a:r>
          </a:p>
          <a:p>
            <a:pPr algn="ctr"/>
            <a:r>
              <a:rPr lang="en-US" altLang="zh-CN" dirty="0"/>
              <a:t>}</a:t>
            </a:r>
            <a:endParaRPr lang="zh-CN" altLang="en-US" dirty="0"/>
          </a:p>
        </p:txBody>
      </p:sp>
      <p:sp>
        <p:nvSpPr>
          <p:cNvPr id="7" name="矩形 6"/>
          <p:cNvSpPr/>
          <p:nvPr/>
        </p:nvSpPr>
        <p:spPr>
          <a:xfrm>
            <a:off x="3137541" y="1886905"/>
            <a:ext cx="3100556" cy="2809487"/>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zh-CN" altLang="en-US"/>
              <a:t>数据段</a:t>
            </a:r>
            <a:endParaRPr lang="en-US" altLang="zh-CN"/>
          </a:p>
          <a:p>
            <a:pPr algn="ctr"/>
            <a:endParaRPr lang="en-US" altLang="zh-CN"/>
          </a:p>
          <a:p>
            <a:pPr algn="ctr"/>
            <a:r>
              <a:rPr lang="en-US" altLang="zh-CN"/>
              <a:t>Hello World</a:t>
            </a:r>
          </a:p>
          <a:p>
            <a:pPr algn="ctr"/>
            <a:endParaRPr lang="en-US" altLang="zh-CN"/>
          </a:p>
          <a:p>
            <a:pPr algn="ctr"/>
            <a:r>
              <a:rPr lang="en-US" altLang="zh-CN"/>
              <a:t>3.14</a:t>
            </a:r>
          </a:p>
          <a:p>
            <a:pPr algn="ctr"/>
            <a:endParaRPr lang="en-US" altLang="zh-CN"/>
          </a:p>
          <a:p>
            <a:pPr algn="ctr"/>
            <a:r>
              <a:rPr lang="en-US" altLang="zh-CN"/>
              <a:t>2</a:t>
            </a:r>
          </a:p>
          <a:p>
            <a:pPr algn="ctr"/>
            <a:r>
              <a:rPr lang="en-US" altLang="zh-CN"/>
              <a:t>14</a:t>
            </a:r>
            <a:endParaRPr lang="zh-CN" altLang="en-US"/>
          </a:p>
        </p:txBody>
      </p:sp>
      <p:sp>
        <p:nvSpPr>
          <p:cNvPr id="8" name="矩形 7"/>
          <p:cNvSpPr/>
          <p:nvPr/>
        </p:nvSpPr>
        <p:spPr>
          <a:xfrm>
            <a:off x="850256" y="1268760"/>
            <a:ext cx="10217188" cy="5119545"/>
          </a:xfrm>
          <a:prstGeom prst="rect">
            <a:avLst/>
          </a:prstGeom>
          <a:noFill/>
        </p:spPr>
        <p:style>
          <a:lnRef idx="2">
            <a:schemeClr val="dk1"/>
          </a:lnRef>
          <a:fillRef idx="1">
            <a:schemeClr val="lt1"/>
          </a:fillRef>
          <a:effectRef idx="0">
            <a:schemeClr val="dk1"/>
          </a:effectRef>
          <a:fontRef idx="minor">
            <a:schemeClr val="dk1"/>
          </a:fontRef>
        </p:style>
        <p:txBody>
          <a:bodyPr rtlCol="0" anchor="t"/>
          <a:lstStyle/>
          <a:p>
            <a:r>
              <a:rPr lang="zh-CN" altLang="en-US" sz="2800"/>
              <a:t>内存空间</a:t>
            </a:r>
          </a:p>
        </p:txBody>
      </p:sp>
      <p:sp>
        <p:nvSpPr>
          <p:cNvPr id="9" name="矩形 8"/>
          <p:cNvSpPr/>
          <p:nvPr/>
        </p:nvSpPr>
        <p:spPr>
          <a:xfrm>
            <a:off x="6466612" y="1888316"/>
            <a:ext cx="4258616" cy="2769747"/>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lstStyle/>
          <a:p>
            <a:pPr algn="ctr"/>
            <a:r>
              <a:rPr lang="zh-CN" altLang="en-US"/>
              <a:t>代码段</a:t>
            </a:r>
            <a:endParaRPr lang="en-US" altLang="zh-CN"/>
          </a:p>
          <a:p>
            <a:pPr algn="ctr"/>
            <a:r>
              <a:rPr lang="en-US" altLang="zh-CN"/>
              <a:t>Zend</a:t>
            </a:r>
            <a:r>
              <a:rPr lang="zh-CN" altLang="en-US"/>
              <a:t>引擎解析</a:t>
            </a:r>
            <a:r>
              <a:rPr lang="en-US" altLang="zh-CN"/>
              <a:t>PHP</a:t>
            </a:r>
            <a:r>
              <a:rPr lang="zh-CN" altLang="en-US"/>
              <a:t>代码为二进制代码</a:t>
            </a:r>
            <a:endParaRPr lang="en-US" altLang="zh-CN"/>
          </a:p>
          <a:p>
            <a:pPr algn="ctr"/>
            <a:endParaRPr lang="en-US" altLang="zh-CN"/>
          </a:p>
          <a:p>
            <a:pPr algn="ctr"/>
            <a:r>
              <a:rPr lang="en-US" altLang="zh-CN"/>
              <a:t>0101110100101……</a:t>
            </a:r>
            <a:endParaRPr lang="zh-CN" altLang="en-US"/>
          </a:p>
        </p:txBody>
      </p:sp>
      <p:sp>
        <p:nvSpPr>
          <p:cNvPr id="10" name="矩形 9"/>
          <p:cNvSpPr/>
          <p:nvPr/>
        </p:nvSpPr>
        <p:spPr>
          <a:xfrm>
            <a:off x="976192" y="4789474"/>
            <a:ext cx="9749036" cy="143456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zh-CN" altLang="en-US" dirty="0"/>
              <a:t>堆区：存储大型数据</a:t>
            </a:r>
            <a:endParaRPr lang="en-US" altLang="zh-CN" dirty="0"/>
          </a:p>
          <a:p>
            <a:pPr algn="ctr"/>
            <a:r>
              <a:rPr lang="zh-CN" altLang="en-US" dirty="0"/>
              <a:t>如数组</a:t>
            </a:r>
          </a:p>
        </p:txBody>
      </p:sp>
      <p:cxnSp>
        <p:nvCxnSpPr>
          <p:cNvPr id="12" name="直接箭头连接符 11"/>
          <p:cNvCxnSpPr/>
          <p:nvPr/>
        </p:nvCxnSpPr>
        <p:spPr>
          <a:xfrm flipV="1">
            <a:off x="2098658" y="2632147"/>
            <a:ext cx="1965686" cy="53400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V="1">
            <a:off x="2098658" y="3166153"/>
            <a:ext cx="2394735" cy="3120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flipV="1">
            <a:off x="2098658" y="3708317"/>
            <a:ext cx="2514005" cy="3490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2098658" y="3981995"/>
            <a:ext cx="2578282" cy="3344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C9621145-6683-DA58-F9A4-C13E3FEE3208}"/>
              </a:ext>
            </a:extLst>
          </p:cNvPr>
          <p:cNvSpPr/>
          <p:nvPr/>
        </p:nvSpPr>
        <p:spPr>
          <a:xfrm>
            <a:off x="1070748" y="3541101"/>
            <a:ext cx="1800200" cy="111696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释放空间</a:t>
            </a:r>
          </a:p>
        </p:txBody>
      </p:sp>
      <p:sp>
        <p:nvSpPr>
          <p:cNvPr id="4" name="矩形 3">
            <a:extLst>
              <a:ext uri="{FF2B5EF4-FFF2-40B4-BE49-F238E27FC236}">
                <a16:creationId xmlns:a16="http://schemas.microsoft.com/office/drawing/2014/main" id="{6165F41D-0542-542C-3903-A4778800A9E0}"/>
              </a:ext>
            </a:extLst>
          </p:cNvPr>
          <p:cNvSpPr/>
          <p:nvPr/>
        </p:nvSpPr>
        <p:spPr>
          <a:xfrm>
            <a:off x="3784536" y="3375013"/>
            <a:ext cx="1800200" cy="1116962"/>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释放空间</a:t>
            </a:r>
          </a:p>
        </p:txBody>
      </p:sp>
    </p:spTree>
    <p:extLst>
      <p:ext uri="{BB962C8B-B14F-4D97-AF65-F5344CB8AC3E}">
        <p14:creationId xmlns:p14="http://schemas.microsoft.com/office/powerpoint/2010/main" val="115965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par>
                                <p:cTn id="20" presetID="22" presetClass="entr" presetSubtype="4"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par>
                                <p:cTn id="23" presetID="22" presetClass="entr" presetSubtype="4"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down)">
                                      <p:cBhvr>
                                        <p:cTn id="25" dur="500"/>
                                        <p:tgtEl>
                                          <p:spTgt spid="16"/>
                                        </p:tgtEl>
                                      </p:cBhvr>
                                    </p:animEffect>
                                  </p:childTnLst>
                                </p:cTn>
                              </p:par>
                              <p:par>
                                <p:cTn id="26" presetID="2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ipe(down)">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1000"/>
                                        <p:tgtEl>
                                          <p:spTgt spid="3"/>
                                        </p:tgtEl>
                                      </p:cBhvr>
                                    </p:animEffect>
                                    <p:anim calcmode="lin" valueType="num">
                                      <p:cBhvr>
                                        <p:cTn id="46" dur="1000" fill="hold"/>
                                        <p:tgtEl>
                                          <p:spTgt spid="3"/>
                                        </p:tgtEl>
                                        <p:attrNameLst>
                                          <p:attrName>ppt_x</p:attrName>
                                        </p:attrNameLst>
                                      </p:cBhvr>
                                      <p:tavLst>
                                        <p:tav tm="0">
                                          <p:val>
                                            <p:strVal val="#ppt_x"/>
                                          </p:val>
                                        </p:tav>
                                        <p:tav tm="100000">
                                          <p:val>
                                            <p:strVal val="#ppt_x"/>
                                          </p:val>
                                        </p:tav>
                                      </p:tavLst>
                                    </p:anim>
                                    <p:anim calcmode="lin" valueType="num">
                                      <p:cBhvr>
                                        <p:cTn id="47"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1000"/>
                                        <p:tgtEl>
                                          <p:spTgt spid="4"/>
                                        </p:tgtEl>
                                      </p:cBhvr>
                                    </p:animEffect>
                                    <p:anim calcmode="lin" valueType="num">
                                      <p:cBhvr>
                                        <p:cTn id="53" dur="1000" fill="hold"/>
                                        <p:tgtEl>
                                          <p:spTgt spid="4"/>
                                        </p:tgtEl>
                                        <p:attrNameLst>
                                          <p:attrName>ppt_x</p:attrName>
                                        </p:attrNameLst>
                                      </p:cBhvr>
                                      <p:tavLst>
                                        <p:tav tm="0">
                                          <p:val>
                                            <p:strVal val="#ppt_x"/>
                                          </p:val>
                                        </p:tav>
                                        <p:tav tm="100000">
                                          <p:val>
                                            <p:strVal val="#ppt_x"/>
                                          </p:val>
                                        </p:tav>
                                      </p:tavLst>
                                    </p:anim>
                                    <p:anim calcmode="lin" valueType="num">
                                      <p:cBhvr>
                                        <p:cTn id="5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3" grpId="0" animBg="1"/>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type="body" sz="quarter" idx="18"/>
          </p:nvPr>
        </p:nvSpPr>
        <p:spPr>
          <a:prstGeom prst="rect">
            <a:avLst/>
          </a:prstGeom>
        </p:spPr>
        <p:txBody>
          <a:bodyPr/>
          <a:lstStyle/>
          <a:p>
            <a:r>
              <a:rPr lang="zh-CN" altLang="en-US"/>
              <a:t>引申：变量的作用域</a:t>
            </a:r>
          </a:p>
        </p:txBody>
      </p:sp>
      <p:pic>
        <p:nvPicPr>
          <p:cNvPr id="5" name="内容占位符 4"/>
          <p:cNvPicPr>
            <a:picLocks noGrp="1" noChangeAspect="1"/>
          </p:cNvPicPr>
          <p:nvPr>
            <p:ph sz="quarter" idx="19"/>
          </p:nvPr>
        </p:nvPicPr>
        <p:blipFill>
          <a:blip r:embed="rId2"/>
          <a:stretch>
            <a:fillRect/>
          </a:stretch>
        </p:blipFill>
        <p:spPr>
          <a:xfrm>
            <a:off x="536575" y="891191"/>
            <a:ext cx="11176000" cy="5651880"/>
          </a:xfrm>
          <a:prstGeom prst="rect">
            <a:avLst/>
          </a:prstGeom>
        </p:spPr>
      </p:pic>
    </p:spTree>
    <p:extLst>
      <p:ext uri="{BB962C8B-B14F-4D97-AF65-F5344CB8AC3E}">
        <p14:creationId xmlns:p14="http://schemas.microsoft.com/office/powerpoint/2010/main" val="4287302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3ED7691-68F6-745A-7BEA-BD929B80EE10}"/>
              </a:ext>
            </a:extLst>
          </p:cNvPr>
          <p:cNvSpPr>
            <a:spLocks noGrp="1"/>
          </p:cNvSpPr>
          <p:nvPr>
            <p:ph type="body" sz="quarter" idx="18"/>
          </p:nvPr>
        </p:nvSpPr>
        <p:spPr/>
        <p:txBody>
          <a:bodyPr/>
          <a:lstStyle/>
          <a:p>
            <a:r>
              <a:rPr lang="zh-CN" altLang="en-US"/>
              <a:t>超全局变量</a:t>
            </a:r>
          </a:p>
        </p:txBody>
      </p:sp>
      <p:pic>
        <p:nvPicPr>
          <p:cNvPr id="5" name="内容占位符 4">
            <a:extLst>
              <a:ext uri="{FF2B5EF4-FFF2-40B4-BE49-F238E27FC236}">
                <a16:creationId xmlns:a16="http://schemas.microsoft.com/office/drawing/2014/main" id="{885F61BE-0B33-061E-4F3F-672E2AC0EEDA}"/>
              </a:ext>
            </a:extLst>
          </p:cNvPr>
          <p:cNvPicPr>
            <a:picLocks noGrp="1" noChangeAspect="1"/>
          </p:cNvPicPr>
          <p:nvPr>
            <p:ph sz="quarter" idx="19"/>
          </p:nvPr>
        </p:nvPicPr>
        <p:blipFill>
          <a:blip r:embed="rId2"/>
          <a:srcRect t="3168"/>
          <a:stretch>
            <a:fillRect/>
          </a:stretch>
        </p:blipFill>
        <p:spPr>
          <a:xfrm>
            <a:off x="983432" y="764704"/>
            <a:ext cx="9527868" cy="5578540"/>
          </a:xfrm>
          <a:prstGeom prst="rect">
            <a:avLst/>
          </a:prstGeom>
        </p:spPr>
      </p:pic>
    </p:spTree>
    <p:extLst>
      <p:ext uri="{BB962C8B-B14F-4D97-AF65-F5344CB8AC3E}">
        <p14:creationId xmlns:p14="http://schemas.microsoft.com/office/powerpoint/2010/main" val="1567480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126876C-E39E-6A0C-7155-7BB5E0079D59}"/>
              </a:ext>
            </a:extLst>
          </p:cNvPr>
          <p:cNvSpPr>
            <a:spLocks noGrp="1"/>
          </p:cNvSpPr>
          <p:nvPr>
            <p:ph type="body" sz="quarter" idx="18"/>
          </p:nvPr>
        </p:nvSpPr>
        <p:spPr/>
        <p:txBody>
          <a:bodyPr/>
          <a:lstStyle/>
          <a:p>
            <a:r>
              <a:rPr lang="zh-CN" altLang="en-US"/>
              <a:t>超全局变量</a:t>
            </a:r>
          </a:p>
        </p:txBody>
      </p:sp>
      <p:pic>
        <p:nvPicPr>
          <p:cNvPr id="5" name="内容占位符 4">
            <a:extLst>
              <a:ext uri="{FF2B5EF4-FFF2-40B4-BE49-F238E27FC236}">
                <a16:creationId xmlns:a16="http://schemas.microsoft.com/office/drawing/2014/main" id="{52AD1CCE-88E9-DADA-4E8E-69241A7DA3B2}"/>
              </a:ext>
            </a:extLst>
          </p:cNvPr>
          <p:cNvPicPr>
            <a:picLocks noGrp="1" noChangeAspect="1"/>
          </p:cNvPicPr>
          <p:nvPr>
            <p:ph sz="quarter" idx="19"/>
          </p:nvPr>
        </p:nvPicPr>
        <p:blipFill>
          <a:blip r:embed="rId2"/>
          <a:stretch>
            <a:fillRect/>
          </a:stretch>
        </p:blipFill>
        <p:spPr>
          <a:xfrm>
            <a:off x="2144371" y="836613"/>
            <a:ext cx="7960407" cy="5761037"/>
          </a:xfrm>
          <a:prstGeom prst="rect">
            <a:avLst/>
          </a:prstGeom>
        </p:spPr>
      </p:pic>
    </p:spTree>
    <p:extLst>
      <p:ext uri="{BB962C8B-B14F-4D97-AF65-F5344CB8AC3E}">
        <p14:creationId xmlns:p14="http://schemas.microsoft.com/office/powerpoint/2010/main" val="1880996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26E236E-803E-7421-E3E9-26F86F4DAB32}"/>
              </a:ext>
            </a:extLst>
          </p:cNvPr>
          <p:cNvSpPr>
            <a:spLocks noGrp="1"/>
          </p:cNvSpPr>
          <p:nvPr>
            <p:ph type="body" sz="quarter" idx="10"/>
          </p:nvPr>
        </p:nvSpPr>
        <p:spPr/>
        <p:txBody>
          <a:bodyPr/>
          <a:lstStyle/>
          <a:p>
            <a:r>
              <a:rPr lang="zh-CN" altLang="en-US"/>
              <a:t>三种类型</a:t>
            </a:r>
            <a:endParaRPr lang="en-US" altLang="zh-CN"/>
          </a:p>
          <a:p>
            <a:r>
              <a:rPr lang="zh-CN" altLang="en-US"/>
              <a:t>操作</a:t>
            </a:r>
            <a:endParaRPr lang="en-US" altLang="zh-CN"/>
          </a:p>
          <a:p>
            <a:r>
              <a:rPr lang="zh-CN" altLang="en-US"/>
              <a:t>函数</a:t>
            </a:r>
            <a:endParaRPr lang="en-US" altLang="zh-CN"/>
          </a:p>
          <a:p>
            <a:r>
              <a:rPr lang="zh-CN" altLang="en-US"/>
              <a:t>与</a:t>
            </a:r>
            <a:r>
              <a:rPr lang="en-US" altLang="zh-CN"/>
              <a:t>JSON</a:t>
            </a:r>
            <a:r>
              <a:rPr lang="zh-CN" altLang="en-US"/>
              <a:t>互换</a:t>
            </a:r>
            <a:endParaRPr lang="en-US" altLang="zh-CN"/>
          </a:p>
          <a:p>
            <a:pPr marL="0" indent="0">
              <a:buNone/>
            </a:pPr>
            <a:endParaRPr lang="zh-CN" altLang="en-US"/>
          </a:p>
        </p:txBody>
      </p:sp>
      <p:sp>
        <p:nvSpPr>
          <p:cNvPr id="3" name="文本占位符 2">
            <a:extLst>
              <a:ext uri="{FF2B5EF4-FFF2-40B4-BE49-F238E27FC236}">
                <a16:creationId xmlns:a16="http://schemas.microsoft.com/office/drawing/2014/main" id="{D67D4BE9-2E63-3E89-9374-0C9B6D734A55}"/>
              </a:ext>
            </a:extLst>
          </p:cNvPr>
          <p:cNvSpPr>
            <a:spLocks noGrp="1"/>
          </p:cNvSpPr>
          <p:nvPr>
            <p:ph type="body" sz="quarter" idx="12"/>
          </p:nvPr>
        </p:nvSpPr>
        <p:spPr/>
        <p:txBody>
          <a:bodyPr/>
          <a:lstStyle/>
          <a:p>
            <a:r>
              <a:rPr lang="zh-CN" altLang="en-US"/>
              <a:t>数组</a:t>
            </a:r>
          </a:p>
        </p:txBody>
      </p:sp>
    </p:spTree>
    <p:extLst>
      <p:ext uri="{BB962C8B-B14F-4D97-AF65-F5344CB8AC3E}">
        <p14:creationId xmlns:p14="http://schemas.microsoft.com/office/powerpoint/2010/main" val="3734706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57C0370-3BC2-CFBB-7A8A-CD718A5DDBD7}"/>
              </a:ext>
            </a:extLst>
          </p:cNvPr>
          <p:cNvSpPr>
            <a:spLocks noGrp="1"/>
          </p:cNvSpPr>
          <p:nvPr>
            <p:ph type="body" sz="quarter" idx="18"/>
          </p:nvPr>
        </p:nvSpPr>
        <p:spPr/>
        <p:txBody>
          <a:bodyPr/>
          <a:lstStyle/>
          <a:p>
            <a:r>
              <a:rPr lang="zh-CN" altLang="en-US"/>
              <a:t>数组</a:t>
            </a:r>
          </a:p>
        </p:txBody>
      </p:sp>
      <p:pic>
        <p:nvPicPr>
          <p:cNvPr id="7" name="内容占位符 6">
            <a:extLst>
              <a:ext uri="{FF2B5EF4-FFF2-40B4-BE49-F238E27FC236}">
                <a16:creationId xmlns:a16="http://schemas.microsoft.com/office/drawing/2014/main" id="{82FE92C7-97FB-31F4-C408-B5B77B671C05}"/>
              </a:ext>
            </a:extLst>
          </p:cNvPr>
          <p:cNvPicPr>
            <a:picLocks noGrp="1" noChangeAspect="1"/>
          </p:cNvPicPr>
          <p:nvPr>
            <p:ph sz="quarter" idx="19"/>
          </p:nvPr>
        </p:nvPicPr>
        <p:blipFill>
          <a:blip r:embed="rId2"/>
          <a:stretch>
            <a:fillRect/>
          </a:stretch>
        </p:blipFill>
        <p:spPr>
          <a:xfrm>
            <a:off x="1076952" y="1412776"/>
            <a:ext cx="10038095" cy="3314286"/>
          </a:xfrm>
          <a:prstGeom prst="rect">
            <a:avLst/>
          </a:prstGeom>
        </p:spPr>
      </p:pic>
    </p:spTree>
    <p:extLst>
      <p:ext uri="{BB962C8B-B14F-4D97-AF65-F5344CB8AC3E}">
        <p14:creationId xmlns:p14="http://schemas.microsoft.com/office/powerpoint/2010/main" val="4150637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4BB32D2-FE2E-7627-8944-292AC4212685}"/>
              </a:ext>
            </a:extLst>
          </p:cNvPr>
          <p:cNvSpPr>
            <a:spLocks noGrp="1"/>
          </p:cNvSpPr>
          <p:nvPr>
            <p:ph type="body" sz="quarter" idx="18"/>
          </p:nvPr>
        </p:nvSpPr>
        <p:spPr/>
        <p:txBody>
          <a:bodyPr/>
          <a:lstStyle/>
          <a:p>
            <a:r>
              <a:rPr lang="zh-CN" altLang="en-US"/>
              <a:t>数组的赋值</a:t>
            </a:r>
          </a:p>
        </p:txBody>
      </p:sp>
      <p:pic>
        <p:nvPicPr>
          <p:cNvPr id="8" name="内容占位符 7">
            <a:extLst>
              <a:ext uri="{FF2B5EF4-FFF2-40B4-BE49-F238E27FC236}">
                <a16:creationId xmlns:a16="http://schemas.microsoft.com/office/drawing/2014/main" id="{DFF859A7-1DBF-5D2B-009F-298BE5873CDA}"/>
              </a:ext>
            </a:extLst>
          </p:cNvPr>
          <p:cNvPicPr>
            <a:picLocks noGrp="1" noChangeAspect="1"/>
          </p:cNvPicPr>
          <p:nvPr>
            <p:ph sz="quarter" idx="19"/>
          </p:nvPr>
        </p:nvPicPr>
        <p:blipFill>
          <a:blip r:embed="rId2"/>
          <a:stretch>
            <a:fillRect/>
          </a:stretch>
        </p:blipFill>
        <p:spPr>
          <a:xfrm>
            <a:off x="1457908" y="2479036"/>
            <a:ext cx="9333333" cy="2476190"/>
          </a:xfrm>
          <a:prstGeom prst="rect">
            <a:avLst/>
          </a:prstGeom>
        </p:spPr>
      </p:pic>
    </p:spTree>
    <p:extLst>
      <p:ext uri="{BB962C8B-B14F-4D97-AF65-F5344CB8AC3E}">
        <p14:creationId xmlns:p14="http://schemas.microsoft.com/office/powerpoint/2010/main" val="781118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12E5DFC-2F29-2E06-7F8C-3F3994E2B3E4}"/>
              </a:ext>
            </a:extLst>
          </p:cNvPr>
          <p:cNvSpPr>
            <a:spLocks noGrp="1"/>
          </p:cNvSpPr>
          <p:nvPr>
            <p:ph type="body" sz="quarter" idx="18"/>
          </p:nvPr>
        </p:nvSpPr>
        <p:spPr/>
        <p:txBody>
          <a:bodyPr/>
          <a:lstStyle/>
          <a:p>
            <a:r>
              <a:rPr lang="zh-CN" altLang="en-US"/>
              <a:t>数组的增删改查</a:t>
            </a:r>
          </a:p>
        </p:txBody>
      </p:sp>
      <p:pic>
        <p:nvPicPr>
          <p:cNvPr id="5" name="内容占位符 4">
            <a:extLst>
              <a:ext uri="{FF2B5EF4-FFF2-40B4-BE49-F238E27FC236}">
                <a16:creationId xmlns:a16="http://schemas.microsoft.com/office/drawing/2014/main" id="{87070428-E8DB-998C-4039-EB3CBAB1B43B}"/>
              </a:ext>
            </a:extLst>
          </p:cNvPr>
          <p:cNvPicPr>
            <a:picLocks noGrp="1" noChangeAspect="1"/>
          </p:cNvPicPr>
          <p:nvPr>
            <p:ph sz="quarter" idx="19"/>
          </p:nvPr>
        </p:nvPicPr>
        <p:blipFill>
          <a:blip r:embed="rId2"/>
          <a:stretch>
            <a:fillRect/>
          </a:stretch>
        </p:blipFill>
        <p:spPr>
          <a:xfrm>
            <a:off x="695400" y="764704"/>
            <a:ext cx="5761037" cy="5761037"/>
          </a:xfrm>
          <a:prstGeom prst="rect">
            <a:avLst/>
          </a:prstGeom>
        </p:spPr>
      </p:pic>
    </p:spTree>
    <p:extLst>
      <p:ext uri="{BB962C8B-B14F-4D97-AF65-F5344CB8AC3E}">
        <p14:creationId xmlns:p14="http://schemas.microsoft.com/office/powerpoint/2010/main" val="3924096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66CA309-73F5-2F35-FDF8-DB0A6DB20017}"/>
              </a:ext>
            </a:extLst>
          </p:cNvPr>
          <p:cNvSpPr>
            <a:spLocks noGrp="1"/>
          </p:cNvSpPr>
          <p:nvPr>
            <p:ph type="body" sz="quarter" idx="18"/>
          </p:nvPr>
        </p:nvSpPr>
        <p:spPr/>
        <p:txBody>
          <a:bodyPr/>
          <a:lstStyle/>
          <a:p>
            <a:r>
              <a:rPr lang="zh-CN" altLang="en-US"/>
              <a:t>数组的遍历</a:t>
            </a:r>
          </a:p>
        </p:txBody>
      </p:sp>
      <p:pic>
        <p:nvPicPr>
          <p:cNvPr id="5" name="内容占位符 4">
            <a:extLst>
              <a:ext uri="{FF2B5EF4-FFF2-40B4-BE49-F238E27FC236}">
                <a16:creationId xmlns:a16="http://schemas.microsoft.com/office/drawing/2014/main" id="{EB8A96A3-B56B-7A4E-9EC2-4F926FB63C10}"/>
              </a:ext>
            </a:extLst>
          </p:cNvPr>
          <p:cNvPicPr>
            <a:picLocks noGrp="1" noChangeAspect="1"/>
          </p:cNvPicPr>
          <p:nvPr>
            <p:ph sz="quarter" idx="19"/>
          </p:nvPr>
        </p:nvPicPr>
        <p:blipFill>
          <a:blip r:embed="rId2"/>
          <a:stretch>
            <a:fillRect/>
          </a:stretch>
        </p:blipFill>
        <p:spPr>
          <a:xfrm>
            <a:off x="562672" y="1214779"/>
            <a:ext cx="5420170" cy="5643222"/>
          </a:xfrm>
          <a:prstGeom prst="rect">
            <a:avLst/>
          </a:prstGeom>
        </p:spPr>
      </p:pic>
      <p:pic>
        <p:nvPicPr>
          <p:cNvPr id="7" name="图片 6">
            <a:extLst>
              <a:ext uri="{FF2B5EF4-FFF2-40B4-BE49-F238E27FC236}">
                <a16:creationId xmlns:a16="http://schemas.microsoft.com/office/drawing/2014/main" id="{AFD3AB98-AA0E-48B0-D7AB-453B1EDBFD96}"/>
              </a:ext>
            </a:extLst>
          </p:cNvPr>
          <p:cNvPicPr>
            <a:picLocks noChangeAspect="1"/>
          </p:cNvPicPr>
          <p:nvPr/>
        </p:nvPicPr>
        <p:blipFill>
          <a:blip r:embed="rId3"/>
          <a:stretch>
            <a:fillRect/>
          </a:stretch>
        </p:blipFill>
        <p:spPr>
          <a:xfrm>
            <a:off x="623392" y="713468"/>
            <a:ext cx="1212848" cy="501310"/>
          </a:xfrm>
          <a:prstGeom prst="rect">
            <a:avLst/>
          </a:prstGeom>
        </p:spPr>
      </p:pic>
    </p:spTree>
    <p:extLst>
      <p:ext uri="{BB962C8B-B14F-4D97-AF65-F5344CB8AC3E}">
        <p14:creationId xmlns:p14="http://schemas.microsoft.com/office/powerpoint/2010/main" val="2743926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8052063-58C3-C4EF-7EAF-6A723CF69F61}"/>
              </a:ext>
            </a:extLst>
          </p:cNvPr>
          <p:cNvSpPr>
            <a:spLocks noGrp="1"/>
          </p:cNvSpPr>
          <p:nvPr>
            <p:ph type="body" sz="quarter" idx="18"/>
          </p:nvPr>
        </p:nvSpPr>
        <p:spPr/>
        <p:txBody>
          <a:bodyPr/>
          <a:lstStyle/>
          <a:p>
            <a:r>
              <a:rPr lang="zh-CN" altLang="en-US"/>
              <a:t>遍历类函数</a:t>
            </a:r>
          </a:p>
        </p:txBody>
      </p:sp>
      <p:pic>
        <p:nvPicPr>
          <p:cNvPr id="5" name="内容占位符 4">
            <a:extLst>
              <a:ext uri="{FF2B5EF4-FFF2-40B4-BE49-F238E27FC236}">
                <a16:creationId xmlns:a16="http://schemas.microsoft.com/office/drawing/2014/main" id="{8C441C97-79BA-F631-5319-9DC6C2F7D5FC}"/>
              </a:ext>
            </a:extLst>
          </p:cNvPr>
          <p:cNvPicPr>
            <a:picLocks noGrp="1" noChangeAspect="1"/>
          </p:cNvPicPr>
          <p:nvPr>
            <p:ph sz="quarter" idx="19"/>
          </p:nvPr>
        </p:nvPicPr>
        <p:blipFill>
          <a:blip r:embed="rId2"/>
          <a:srcRect t="17601"/>
          <a:stretch>
            <a:fillRect/>
          </a:stretch>
        </p:blipFill>
        <p:spPr>
          <a:xfrm>
            <a:off x="1919536" y="836713"/>
            <a:ext cx="8272011" cy="3212342"/>
          </a:xfrm>
          <a:prstGeom prst="rect">
            <a:avLst/>
          </a:prstGeom>
        </p:spPr>
      </p:pic>
      <p:pic>
        <p:nvPicPr>
          <p:cNvPr id="7" name="图片 6">
            <a:extLst>
              <a:ext uri="{FF2B5EF4-FFF2-40B4-BE49-F238E27FC236}">
                <a16:creationId xmlns:a16="http://schemas.microsoft.com/office/drawing/2014/main" id="{5FB81272-2E8D-37BB-D259-B5C1187F1D3E}"/>
              </a:ext>
            </a:extLst>
          </p:cNvPr>
          <p:cNvPicPr>
            <a:picLocks noChangeAspect="1"/>
          </p:cNvPicPr>
          <p:nvPr/>
        </p:nvPicPr>
        <p:blipFill>
          <a:blip r:embed="rId3"/>
          <a:stretch>
            <a:fillRect/>
          </a:stretch>
        </p:blipFill>
        <p:spPr>
          <a:xfrm>
            <a:off x="1919536" y="4102926"/>
            <a:ext cx="8272011" cy="2654208"/>
          </a:xfrm>
          <a:prstGeom prst="rect">
            <a:avLst/>
          </a:prstGeom>
        </p:spPr>
      </p:pic>
    </p:spTree>
    <p:extLst>
      <p:ext uri="{BB962C8B-B14F-4D97-AF65-F5344CB8AC3E}">
        <p14:creationId xmlns:p14="http://schemas.microsoft.com/office/powerpoint/2010/main" val="1913014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55341B2-3649-B32B-D6D0-D1C5A83CB637}"/>
              </a:ext>
            </a:extLst>
          </p:cNvPr>
          <p:cNvSpPr>
            <a:spLocks noGrp="1"/>
          </p:cNvSpPr>
          <p:nvPr>
            <p:ph type="body" sz="quarter" idx="18"/>
          </p:nvPr>
        </p:nvSpPr>
        <p:spPr/>
        <p:txBody>
          <a:bodyPr/>
          <a:lstStyle/>
          <a:p>
            <a:r>
              <a:rPr lang="zh-CN" altLang="en-US"/>
              <a:t>排序类函数</a:t>
            </a:r>
          </a:p>
        </p:txBody>
      </p:sp>
      <p:pic>
        <p:nvPicPr>
          <p:cNvPr id="5" name="内容占位符 4">
            <a:extLst>
              <a:ext uri="{FF2B5EF4-FFF2-40B4-BE49-F238E27FC236}">
                <a16:creationId xmlns:a16="http://schemas.microsoft.com/office/drawing/2014/main" id="{DA2C2D58-EA58-1550-A8E8-EC2930E2C756}"/>
              </a:ext>
            </a:extLst>
          </p:cNvPr>
          <p:cNvPicPr>
            <a:picLocks noGrp="1" noChangeAspect="1"/>
          </p:cNvPicPr>
          <p:nvPr>
            <p:ph sz="quarter" idx="19"/>
          </p:nvPr>
        </p:nvPicPr>
        <p:blipFill>
          <a:blip r:embed="rId2"/>
          <a:stretch>
            <a:fillRect/>
          </a:stretch>
        </p:blipFill>
        <p:spPr>
          <a:xfrm>
            <a:off x="1862756" y="836613"/>
            <a:ext cx="8523638" cy="5761037"/>
          </a:xfrm>
          <a:prstGeom prst="rect">
            <a:avLst/>
          </a:prstGeom>
        </p:spPr>
      </p:pic>
    </p:spTree>
    <p:extLst>
      <p:ext uri="{BB962C8B-B14F-4D97-AF65-F5344CB8AC3E}">
        <p14:creationId xmlns:p14="http://schemas.microsoft.com/office/powerpoint/2010/main" val="3628451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25C0C48-24B1-5969-D8AB-D3F83514138B}"/>
              </a:ext>
            </a:extLst>
          </p:cNvPr>
          <p:cNvSpPr>
            <a:spLocks noGrp="1"/>
          </p:cNvSpPr>
          <p:nvPr>
            <p:ph type="body" sz="quarter" idx="18"/>
          </p:nvPr>
        </p:nvSpPr>
        <p:spPr/>
        <p:txBody>
          <a:bodyPr/>
          <a:lstStyle/>
          <a:p>
            <a:r>
              <a:rPr lang="zh-CN" altLang="en-US"/>
              <a:t>拆分合并类</a:t>
            </a:r>
          </a:p>
        </p:txBody>
      </p:sp>
      <p:pic>
        <p:nvPicPr>
          <p:cNvPr id="8" name="内容占位符 7">
            <a:extLst>
              <a:ext uri="{FF2B5EF4-FFF2-40B4-BE49-F238E27FC236}">
                <a16:creationId xmlns:a16="http://schemas.microsoft.com/office/drawing/2014/main" id="{CBB60F51-05BD-BB91-BD32-EDF3054A943E}"/>
              </a:ext>
            </a:extLst>
          </p:cNvPr>
          <p:cNvPicPr>
            <a:picLocks noGrp="1" noChangeAspect="1"/>
          </p:cNvPicPr>
          <p:nvPr>
            <p:ph sz="quarter" idx="19"/>
          </p:nvPr>
        </p:nvPicPr>
        <p:blipFill>
          <a:blip r:embed="rId2"/>
          <a:stretch>
            <a:fillRect/>
          </a:stretch>
        </p:blipFill>
        <p:spPr>
          <a:xfrm>
            <a:off x="1343472" y="4229654"/>
            <a:ext cx="9714286" cy="2342857"/>
          </a:xfrm>
          <a:prstGeom prst="rect">
            <a:avLst/>
          </a:prstGeom>
        </p:spPr>
      </p:pic>
      <p:pic>
        <p:nvPicPr>
          <p:cNvPr id="6" name="图片 5">
            <a:extLst>
              <a:ext uri="{FF2B5EF4-FFF2-40B4-BE49-F238E27FC236}">
                <a16:creationId xmlns:a16="http://schemas.microsoft.com/office/drawing/2014/main" id="{286A99CE-6983-0FAA-14B1-30F4764A0BCB}"/>
              </a:ext>
            </a:extLst>
          </p:cNvPr>
          <p:cNvPicPr>
            <a:picLocks noChangeAspect="1"/>
          </p:cNvPicPr>
          <p:nvPr/>
        </p:nvPicPr>
        <p:blipFill>
          <a:blip r:embed="rId3"/>
          <a:stretch>
            <a:fillRect/>
          </a:stretch>
        </p:blipFill>
        <p:spPr>
          <a:xfrm>
            <a:off x="1347267" y="934416"/>
            <a:ext cx="9638095" cy="3295238"/>
          </a:xfrm>
          <a:prstGeom prst="rect">
            <a:avLst/>
          </a:prstGeom>
        </p:spPr>
      </p:pic>
    </p:spTree>
    <p:extLst>
      <p:ext uri="{BB962C8B-B14F-4D97-AF65-F5344CB8AC3E}">
        <p14:creationId xmlns:p14="http://schemas.microsoft.com/office/powerpoint/2010/main" val="3240175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EB6C2D-421C-A192-12A4-4D748E03CF26}"/>
              </a:ext>
            </a:extLst>
          </p:cNvPr>
          <p:cNvSpPr>
            <a:spLocks noGrp="1"/>
          </p:cNvSpPr>
          <p:nvPr>
            <p:ph type="body" sz="quarter" idx="18"/>
          </p:nvPr>
        </p:nvSpPr>
        <p:spPr/>
        <p:txBody>
          <a:bodyPr/>
          <a:lstStyle/>
          <a:p>
            <a:r>
              <a:rPr lang="zh-CN" altLang="en-US"/>
              <a:t>查找类</a:t>
            </a:r>
          </a:p>
        </p:txBody>
      </p:sp>
      <p:pic>
        <p:nvPicPr>
          <p:cNvPr id="5" name="内容占位符 4">
            <a:extLst>
              <a:ext uri="{FF2B5EF4-FFF2-40B4-BE49-F238E27FC236}">
                <a16:creationId xmlns:a16="http://schemas.microsoft.com/office/drawing/2014/main" id="{6EB3077A-FA71-6532-3573-94623ACD5EF9}"/>
              </a:ext>
            </a:extLst>
          </p:cNvPr>
          <p:cNvPicPr>
            <a:picLocks noGrp="1" noChangeAspect="1"/>
          </p:cNvPicPr>
          <p:nvPr>
            <p:ph sz="quarter" idx="19"/>
          </p:nvPr>
        </p:nvPicPr>
        <p:blipFill>
          <a:blip r:embed="rId2"/>
          <a:stretch>
            <a:fillRect/>
          </a:stretch>
        </p:blipFill>
        <p:spPr>
          <a:xfrm>
            <a:off x="983432" y="908720"/>
            <a:ext cx="5693656" cy="5761037"/>
          </a:xfrm>
          <a:prstGeom prst="rect">
            <a:avLst/>
          </a:prstGeom>
        </p:spPr>
      </p:pic>
    </p:spTree>
    <p:extLst>
      <p:ext uri="{BB962C8B-B14F-4D97-AF65-F5344CB8AC3E}">
        <p14:creationId xmlns:p14="http://schemas.microsoft.com/office/powerpoint/2010/main" val="177775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3EA2ED3-976E-8DA1-862F-EEAE1FB4A401}"/>
              </a:ext>
            </a:extLst>
          </p:cNvPr>
          <p:cNvSpPr>
            <a:spLocks noGrp="1"/>
          </p:cNvSpPr>
          <p:nvPr>
            <p:ph type="body" sz="quarter" idx="18"/>
          </p:nvPr>
        </p:nvSpPr>
        <p:spPr/>
        <p:txBody>
          <a:bodyPr/>
          <a:lstStyle/>
          <a:p>
            <a:r>
              <a:rPr lang="zh-CN" altLang="en-US"/>
              <a:t>多维数组</a:t>
            </a:r>
          </a:p>
        </p:txBody>
      </p:sp>
      <p:pic>
        <p:nvPicPr>
          <p:cNvPr id="5" name="内容占位符 4">
            <a:extLst>
              <a:ext uri="{FF2B5EF4-FFF2-40B4-BE49-F238E27FC236}">
                <a16:creationId xmlns:a16="http://schemas.microsoft.com/office/drawing/2014/main" id="{C83E7282-DAB8-30F7-E5B6-133D3D407DF4}"/>
              </a:ext>
            </a:extLst>
          </p:cNvPr>
          <p:cNvPicPr>
            <a:picLocks noGrp="1" noChangeAspect="1"/>
          </p:cNvPicPr>
          <p:nvPr>
            <p:ph sz="quarter" idx="19"/>
          </p:nvPr>
        </p:nvPicPr>
        <p:blipFill>
          <a:blip r:embed="rId2"/>
          <a:stretch>
            <a:fillRect/>
          </a:stretch>
        </p:blipFill>
        <p:spPr>
          <a:xfrm>
            <a:off x="2467432" y="2174274"/>
            <a:ext cx="7314286" cy="3085714"/>
          </a:xfrm>
          <a:prstGeom prst="rect">
            <a:avLst/>
          </a:prstGeom>
        </p:spPr>
      </p:pic>
    </p:spTree>
    <p:extLst>
      <p:ext uri="{BB962C8B-B14F-4D97-AF65-F5344CB8AC3E}">
        <p14:creationId xmlns:p14="http://schemas.microsoft.com/office/powerpoint/2010/main" val="1619508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D5DB464-6A5E-EB6B-8CDE-EC578FA9AB78}"/>
              </a:ext>
            </a:extLst>
          </p:cNvPr>
          <p:cNvSpPr>
            <a:spLocks noGrp="1"/>
          </p:cNvSpPr>
          <p:nvPr>
            <p:ph type="body" sz="quarter" idx="18"/>
          </p:nvPr>
        </p:nvSpPr>
        <p:spPr/>
        <p:txBody>
          <a:bodyPr/>
          <a:lstStyle/>
          <a:p>
            <a:r>
              <a:rPr lang="en-US" altLang="zh-CN"/>
              <a:t>PHP</a:t>
            </a:r>
            <a:r>
              <a:rPr lang="zh-CN" altLang="en-US"/>
              <a:t>数组</a:t>
            </a:r>
            <a:r>
              <a:rPr lang="en-US" altLang="zh-CN">
                <a:sym typeface="Wingdings" panose="05000000000000000000" pitchFamily="2" charset="2"/>
              </a:rPr>
              <a:t></a:t>
            </a:r>
            <a:r>
              <a:rPr lang="en-US" altLang="zh-CN"/>
              <a:t>JSON</a:t>
            </a:r>
            <a:endParaRPr lang="zh-CN" altLang="en-US"/>
          </a:p>
        </p:txBody>
      </p:sp>
      <p:pic>
        <p:nvPicPr>
          <p:cNvPr id="8" name="内容占位符 4">
            <a:extLst>
              <a:ext uri="{FF2B5EF4-FFF2-40B4-BE49-F238E27FC236}">
                <a16:creationId xmlns:a16="http://schemas.microsoft.com/office/drawing/2014/main" id="{DFA23EE9-22FC-62E3-71E2-E2991E97FE42}"/>
              </a:ext>
            </a:extLst>
          </p:cNvPr>
          <p:cNvPicPr>
            <a:picLocks noChangeAspect="1"/>
          </p:cNvPicPr>
          <p:nvPr/>
        </p:nvPicPr>
        <p:blipFill>
          <a:blip r:embed="rId2"/>
          <a:stretch>
            <a:fillRect/>
          </a:stretch>
        </p:blipFill>
        <p:spPr>
          <a:xfrm>
            <a:off x="1285317" y="836613"/>
            <a:ext cx="9333333" cy="2419048"/>
          </a:xfrm>
          <a:prstGeom prst="rect">
            <a:avLst/>
          </a:prstGeom>
        </p:spPr>
      </p:pic>
      <p:pic>
        <p:nvPicPr>
          <p:cNvPr id="10" name="内容占位符 9">
            <a:extLst>
              <a:ext uri="{FF2B5EF4-FFF2-40B4-BE49-F238E27FC236}">
                <a16:creationId xmlns:a16="http://schemas.microsoft.com/office/drawing/2014/main" id="{53A37CB1-5DA5-52FF-0910-8024489C995E}"/>
              </a:ext>
            </a:extLst>
          </p:cNvPr>
          <p:cNvPicPr>
            <a:picLocks noGrp="1" noChangeAspect="1"/>
          </p:cNvPicPr>
          <p:nvPr>
            <p:ph sz="quarter" idx="19"/>
          </p:nvPr>
        </p:nvPicPr>
        <p:blipFill>
          <a:blip r:embed="rId3"/>
          <a:stretch>
            <a:fillRect/>
          </a:stretch>
        </p:blipFill>
        <p:spPr>
          <a:xfrm>
            <a:off x="1418650" y="3147957"/>
            <a:ext cx="9200000" cy="3619048"/>
          </a:xfrm>
          <a:prstGeom prst="rect">
            <a:avLst/>
          </a:prstGeom>
        </p:spPr>
      </p:pic>
    </p:spTree>
    <p:extLst>
      <p:ext uri="{BB962C8B-B14F-4D97-AF65-F5344CB8AC3E}">
        <p14:creationId xmlns:p14="http://schemas.microsoft.com/office/powerpoint/2010/main" val="144789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A38FC-FF2E-4FB0-85C3-6103ABF5A2BC}"/>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60784B8C-4D76-F0CE-7044-8B19F433FA66}"/>
              </a:ext>
            </a:extLst>
          </p:cNvPr>
          <p:cNvSpPr>
            <a:spLocks noGrp="1"/>
          </p:cNvSpPr>
          <p:nvPr>
            <p:ph type="body" sz="quarter" idx="18"/>
          </p:nvPr>
        </p:nvSpPr>
        <p:spPr/>
        <p:txBody>
          <a:bodyPr/>
          <a:lstStyle/>
          <a:p>
            <a:r>
              <a:rPr lang="en-US" altLang="zh-CN"/>
              <a:t>JSON </a:t>
            </a:r>
            <a:r>
              <a:rPr lang="en-US" altLang="zh-CN">
                <a:sym typeface="Wingdings" panose="05000000000000000000" pitchFamily="2" charset="2"/>
              </a:rPr>
              <a:t></a:t>
            </a:r>
            <a:r>
              <a:rPr lang="en-US" altLang="zh-CN"/>
              <a:t>PHP</a:t>
            </a:r>
            <a:r>
              <a:rPr lang="zh-CN" altLang="en-US"/>
              <a:t>数组</a:t>
            </a:r>
          </a:p>
        </p:txBody>
      </p:sp>
      <p:pic>
        <p:nvPicPr>
          <p:cNvPr id="6" name="内容占位符 5">
            <a:extLst>
              <a:ext uri="{FF2B5EF4-FFF2-40B4-BE49-F238E27FC236}">
                <a16:creationId xmlns:a16="http://schemas.microsoft.com/office/drawing/2014/main" id="{61FA33F5-4D84-6C4E-0037-1ADDBAF00B71}"/>
              </a:ext>
            </a:extLst>
          </p:cNvPr>
          <p:cNvPicPr>
            <a:picLocks noGrp="1" noChangeAspect="1"/>
          </p:cNvPicPr>
          <p:nvPr>
            <p:ph sz="quarter" idx="19"/>
          </p:nvPr>
        </p:nvPicPr>
        <p:blipFill>
          <a:blip r:embed="rId2"/>
          <a:stretch>
            <a:fillRect/>
          </a:stretch>
        </p:blipFill>
        <p:spPr>
          <a:xfrm>
            <a:off x="1351984" y="1412776"/>
            <a:ext cx="9200000" cy="3428571"/>
          </a:xfrm>
          <a:prstGeom prst="rect">
            <a:avLst/>
          </a:prstGeom>
        </p:spPr>
      </p:pic>
    </p:spTree>
    <p:extLst>
      <p:ext uri="{BB962C8B-B14F-4D97-AF65-F5344CB8AC3E}">
        <p14:creationId xmlns:p14="http://schemas.microsoft.com/office/powerpoint/2010/main" val="3017880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09D7004-5574-04F6-4295-C5AC579811C5}"/>
              </a:ext>
            </a:extLst>
          </p:cNvPr>
          <p:cNvSpPr>
            <a:spLocks noGrp="1"/>
          </p:cNvSpPr>
          <p:nvPr>
            <p:ph type="body" sz="quarter" idx="18"/>
          </p:nvPr>
        </p:nvSpPr>
        <p:spPr/>
        <p:txBody>
          <a:bodyPr/>
          <a:lstStyle/>
          <a:p>
            <a:r>
              <a:rPr lang="zh-CN" altLang="en-US"/>
              <a:t>演示：向前端发送</a:t>
            </a:r>
            <a:r>
              <a:rPr lang="en-US" altLang="zh-CN"/>
              <a:t>JSON</a:t>
            </a:r>
            <a:endParaRPr lang="zh-CN" altLang="en-US"/>
          </a:p>
        </p:txBody>
      </p:sp>
      <p:pic>
        <p:nvPicPr>
          <p:cNvPr id="5" name="内容占位符 4">
            <a:extLst>
              <a:ext uri="{FF2B5EF4-FFF2-40B4-BE49-F238E27FC236}">
                <a16:creationId xmlns:a16="http://schemas.microsoft.com/office/drawing/2014/main" id="{E0AACC00-D3D0-1D02-680B-3DBD5D7884DD}"/>
              </a:ext>
            </a:extLst>
          </p:cNvPr>
          <p:cNvPicPr>
            <a:picLocks noGrp="1" noChangeAspect="1"/>
          </p:cNvPicPr>
          <p:nvPr>
            <p:ph sz="quarter" idx="19"/>
          </p:nvPr>
        </p:nvPicPr>
        <p:blipFill>
          <a:blip r:embed="rId2"/>
          <a:stretch>
            <a:fillRect/>
          </a:stretch>
        </p:blipFill>
        <p:spPr>
          <a:xfrm>
            <a:off x="832392" y="836712"/>
            <a:ext cx="4147946" cy="5761037"/>
          </a:xfrm>
          <a:prstGeom prst="rect">
            <a:avLst/>
          </a:prstGeom>
        </p:spPr>
      </p:pic>
      <p:pic>
        <p:nvPicPr>
          <p:cNvPr id="7" name="图片 6">
            <a:extLst>
              <a:ext uri="{FF2B5EF4-FFF2-40B4-BE49-F238E27FC236}">
                <a16:creationId xmlns:a16="http://schemas.microsoft.com/office/drawing/2014/main" id="{4EC07A63-494D-816A-8190-845F60084D6D}"/>
              </a:ext>
            </a:extLst>
          </p:cNvPr>
          <p:cNvPicPr>
            <a:picLocks noChangeAspect="1"/>
          </p:cNvPicPr>
          <p:nvPr/>
        </p:nvPicPr>
        <p:blipFill>
          <a:blip r:embed="rId3"/>
          <a:srcRect r="20463"/>
          <a:stretch>
            <a:fillRect/>
          </a:stretch>
        </p:blipFill>
        <p:spPr>
          <a:xfrm>
            <a:off x="5447928" y="121455"/>
            <a:ext cx="5101728" cy="3672408"/>
          </a:xfrm>
          <a:prstGeom prst="rect">
            <a:avLst/>
          </a:prstGeom>
          <a:ln>
            <a:solidFill>
              <a:schemeClr val="accent1"/>
            </a:solidFill>
          </a:ln>
        </p:spPr>
      </p:pic>
      <p:pic>
        <p:nvPicPr>
          <p:cNvPr id="9" name="图片 8">
            <a:extLst>
              <a:ext uri="{FF2B5EF4-FFF2-40B4-BE49-F238E27FC236}">
                <a16:creationId xmlns:a16="http://schemas.microsoft.com/office/drawing/2014/main" id="{EA14A031-B233-F36B-185B-04804F796CAA}"/>
              </a:ext>
            </a:extLst>
          </p:cNvPr>
          <p:cNvPicPr>
            <a:picLocks noChangeAspect="1"/>
          </p:cNvPicPr>
          <p:nvPr/>
        </p:nvPicPr>
        <p:blipFill>
          <a:blip r:embed="rId4"/>
          <a:stretch>
            <a:fillRect/>
          </a:stretch>
        </p:blipFill>
        <p:spPr>
          <a:xfrm>
            <a:off x="8099776" y="3717230"/>
            <a:ext cx="3240360" cy="2826697"/>
          </a:xfrm>
          <a:prstGeom prst="rect">
            <a:avLst/>
          </a:prstGeom>
          <a:ln>
            <a:solidFill>
              <a:schemeClr val="accent1"/>
            </a:solidFill>
          </a:ln>
        </p:spPr>
      </p:pic>
    </p:spTree>
    <p:extLst>
      <p:ext uri="{BB962C8B-B14F-4D97-AF65-F5344CB8AC3E}">
        <p14:creationId xmlns:p14="http://schemas.microsoft.com/office/powerpoint/2010/main" val="2931292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83269A6-6FD8-66A3-5441-B16D471512EA}"/>
              </a:ext>
            </a:extLst>
          </p:cNvPr>
          <p:cNvSpPr>
            <a:spLocks noGrp="1"/>
          </p:cNvSpPr>
          <p:nvPr>
            <p:ph type="body" sz="quarter" idx="18"/>
          </p:nvPr>
        </p:nvSpPr>
        <p:spPr/>
        <p:txBody>
          <a:bodyPr/>
          <a:lstStyle/>
          <a:p>
            <a:r>
              <a:rPr lang="zh-CN" altLang="en-US"/>
              <a:t>作业一</a:t>
            </a:r>
          </a:p>
        </p:txBody>
      </p:sp>
      <p:sp>
        <p:nvSpPr>
          <p:cNvPr id="3" name="内容占位符 2">
            <a:extLst>
              <a:ext uri="{FF2B5EF4-FFF2-40B4-BE49-F238E27FC236}">
                <a16:creationId xmlns:a16="http://schemas.microsoft.com/office/drawing/2014/main" id="{35A2A43D-C1D8-DDBB-0539-AAFE6C49C565}"/>
              </a:ext>
            </a:extLst>
          </p:cNvPr>
          <p:cNvSpPr>
            <a:spLocks noGrp="1"/>
          </p:cNvSpPr>
          <p:nvPr>
            <p:ph sz="quarter" idx="19"/>
          </p:nvPr>
        </p:nvSpPr>
        <p:spPr/>
        <p:txBody>
          <a:bodyPr/>
          <a:lstStyle/>
          <a:p>
            <a:r>
              <a:rPr lang="zh-CN" altLang="en-US"/>
              <a:t>在</a:t>
            </a:r>
            <a:r>
              <a:rPr lang="en-US" altLang="zh-CN"/>
              <a:t>POSTMAN</a:t>
            </a:r>
            <a:r>
              <a:rPr lang="zh-CN" altLang="en-US"/>
              <a:t>创建一个请求，用</a:t>
            </a:r>
            <a:r>
              <a:rPr lang="en-US" altLang="zh-CN"/>
              <a:t>GET</a:t>
            </a:r>
            <a:r>
              <a:rPr lang="zh-CN" altLang="en-US"/>
              <a:t>方法</a:t>
            </a:r>
            <a:r>
              <a:rPr lang="en-US" altLang="zh-CN"/>
              <a:t>name </a:t>
            </a:r>
            <a:r>
              <a:rPr lang="zh-CN" altLang="en-US"/>
              <a:t>和 </a:t>
            </a:r>
            <a:r>
              <a:rPr lang="en-US" altLang="zh-CN"/>
              <a:t>age </a:t>
            </a:r>
            <a:r>
              <a:rPr lang="zh-CN" altLang="en-US"/>
              <a:t>参数；</a:t>
            </a:r>
            <a:endParaRPr lang="en-US" altLang="zh-CN"/>
          </a:p>
          <a:p>
            <a:r>
              <a:rPr lang="zh-CN" altLang="en-US"/>
              <a:t>获取参数的值并写入数组；</a:t>
            </a:r>
            <a:endParaRPr lang="en-US" altLang="zh-CN"/>
          </a:p>
          <a:p>
            <a:r>
              <a:rPr lang="zh-CN" altLang="en-US"/>
              <a:t>利用</a:t>
            </a:r>
            <a:r>
              <a:rPr lang="en-US" altLang="zh-CN"/>
              <a:t>echo</a:t>
            </a:r>
            <a:r>
              <a:rPr lang="zh-CN" altLang="en-US"/>
              <a:t>向前端输出</a:t>
            </a:r>
            <a:r>
              <a:rPr lang="en-US" altLang="zh-CN"/>
              <a:t>JSON</a:t>
            </a:r>
            <a:r>
              <a:rPr lang="zh-CN" altLang="en-US"/>
              <a:t>格式的响应，格式见右图所示；</a:t>
            </a:r>
            <a:endParaRPr lang="en-US" altLang="zh-CN"/>
          </a:p>
          <a:p>
            <a:r>
              <a:rPr lang="zh-CN" altLang="en-US"/>
              <a:t>响应码为</a:t>
            </a:r>
            <a:r>
              <a:rPr lang="en-US" altLang="zh-CN"/>
              <a:t>200</a:t>
            </a:r>
            <a:endParaRPr lang="zh-CN" altLang="en-US"/>
          </a:p>
        </p:txBody>
      </p:sp>
      <p:pic>
        <p:nvPicPr>
          <p:cNvPr id="6" name="内容占位符 5">
            <a:extLst>
              <a:ext uri="{FF2B5EF4-FFF2-40B4-BE49-F238E27FC236}">
                <a16:creationId xmlns:a16="http://schemas.microsoft.com/office/drawing/2014/main" id="{459AF64D-5AC7-80F9-A022-D09270E6D7DF}"/>
              </a:ext>
            </a:extLst>
          </p:cNvPr>
          <p:cNvPicPr>
            <a:picLocks noGrp="1" noChangeAspect="1"/>
          </p:cNvPicPr>
          <p:nvPr>
            <p:ph sz="quarter" idx="20"/>
          </p:nvPr>
        </p:nvPicPr>
        <p:blipFill>
          <a:blip r:embed="rId3"/>
          <a:stretch>
            <a:fillRect/>
          </a:stretch>
        </p:blipFill>
        <p:spPr>
          <a:xfrm>
            <a:off x="6508750" y="1199596"/>
            <a:ext cx="5461000" cy="4974746"/>
          </a:xfrm>
          <a:prstGeom prst="rect">
            <a:avLst/>
          </a:prstGeom>
        </p:spPr>
      </p:pic>
    </p:spTree>
    <p:extLst>
      <p:ext uri="{BB962C8B-B14F-4D97-AF65-F5344CB8AC3E}">
        <p14:creationId xmlns:p14="http://schemas.microsoft.com/office/powerpoint/2010/main" val="27020778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FC38BED-19C8-1C36-0378-AAE3AAA89461}"/>
              </a:ext>
            </a:extLst>
          </p:cNvPr>
          <p:cNvSpPr>
            <a:spLocks noGrp="1"/>
          </p:cNvSpPr>
          <p:nvPr>
            <p:ph type="body" sz="quarter" idx="10"/>
          </p:nvPr>
        </p:nvSpPr>
        <p:spPr/>
        <p:txBody>
          <a:bodyPr/>
          <a:lstStyle/>
          <a:p>
            <a:r>
              <a:rPr lang="zh-CN" altLang="en-US"/>
              <a:t>算术运算符</a:t>
            </a:r>
            <a:endParaRPr lang="en-US" altLang="zh-CN"/>
          </a:p>
          <a:p>
            <a:r>
              <a:rPr lang="zh-CN" altLang="en-US"/>
              <a:t>赋值运算符</a:t>
            </a:r>
            <a:endParaRPr lang="en-US" altLang="zh-CN"/>
          </a:p>
          <a:p>
            <a:r>
              <a:rPr lang="zh-CN" altLang="en-US"/>
              <a:t>字符串运算符</a:t>
            </a:r>
            <a:endParaRPr lang="en-US" altLang="zh-CN"/>
          </a:p>
          <a:p>
            <a:r>
              <a:rPr lang="zh-CN" altLang="en-US"/>
              <a:t>比较运算符</a:t>
            </a:r>
            <a:endParaRPr lang="en-US" altLang="zh-CN"/>
          </a:p>
          <a:p>
            <a:r>
              <a:rPr lang="zh-CN" altLang="en-US"/>
              <a:t>逻辑运算符</a:t>
            </a:r>
            <a:endParaRPr lang="en-US" altLang="zh-CN"/>
          </a:p>
          <a:p>
            <a:r>
              <a:rPr lang="zh-CN" altLang="en-US"/>
              <a:t>优先级</a:t>
            </a:r>
          </a:p>
        </p:txBody>
      </p:sp>
      <p:sp>
        <p:nvSpPr>
          <p:cNvPr id="3" name="文本占位符 2">
            <a:extLst>
              <a:ext uri="{FF2B5EF4-FFF2-40B4-BE49-F238E27FC236}">
                <a16:creationId xmlns:a16="http://schemas.microsoft.com/office/drawing/2014/main" id="{11C5796F-0CD5-AADC-11CF-350D814254E8}"/>
              </a:ext>
            </a:extLst>
          </p:cNvPr>
          <p:cNvSpPr>
            <a:spLocks noGrp="1"/>
          </p:cNvSpPr>
          <p:nvPr>
            <p:ph type="body" sz="quarter" idx="12"/>
          </p:nvPr>
        </p:nvSpPr>
        <p:spPr/>
        <p:txBody>
          <a:bodyPr/>
          <a:lstStyle/>
          <a:p>
            <a:r>
              <a:rPr lang="zh-CN" altLang="en-US"/>
              <a:t>运算符</a:t>
            </a:r>
          </a:p>
        </p:txBody>
      </p:sp>
    </p:spTree>
    <p:extLst>
      <p:ext uri="{BB962C8B-B14F-4D97-AF65-F5344CB8AC3E}">
        <p14:creationId xmlns:p14="http://schemas.microsoft.com/office/powerpoint/2010/main" val="23127496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81D6CA4E-2197-196E-384E-23DD73D848FC}"/>
              </a:ext>
            </a:extLst>
          </p:cNvPr>
          <p:cNvSpPr>
            <a:spLocks noGrp="1"/>
          </p:cNvSpPr>
          <p:nvPr>
            <p:ph type="body" sz="quarter" idx="18"/>
          </p:nvPr>
        </p:nvSpPr>
        <p:spPr/>
        <p:txBody>
          <a:bodyPr/>
          <a:lstStyle/>
          <a:p>
            <a:r>
              <a:rPr lang="zh-CN" altLang="en-US"/>
              <a:t>运算符</a:t>
            </a:r>
          </a:p>
        </p:txBody>
      </p:sp>
      <p:pic>
        <p:nvPicPr>
          <p:cNvPr id="6" name="内容占位符 3">
            <a:extLst>
              <a:ext uri="{FF2B5EF4-FFF2-40B4-BE49-F238E27FC236}">
                <a16:creationId xmlns:a16="http://schemas.microsoft.com/office/drawing/2014/main" id="{411BE954-5F60-9466-318A-EC8846138CDF}"/>
              </a:ext>
            </a:extLst>
          </p:cNvPr>
          <p:cNvPicPr>
            <a:picLocks noGrp="1" noChangeAspect="1"/>
          </p:cNvPicPr>
          <p:nvPr>
            <p:ph sz="quarter" idx="19"/>
          </p:nvPr>
        </p:nvPicPr>
        <p:blipFill>
          <a:blip r:embed="rId2"/>
          <a:stretch>
            <a:fillRect/>
          </a:stretch>
        </p:blipFill>
        <p:spPr>
          <a:xfrm>
            <a:off x="536575" y="2036315"/>
            <a:ext cx="11176000" cy="3361632"/>
          </a:xfrm>
          <a:prstGeom prst="rect">
            <a:avLst/>
          </a:prstGeom>
        </p:spPr>
      </p:pic>
    </p:spTree>
    <p:extLst>
      <p:ext uri="{BB962C8B-B14F-4D97-AF65-F5344CB8AC3E}">
        <p14:creationId xmlns:p14="http://schemas.microsoft.com/office/powerpoint/2010/main" val="30554445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45D581C-92E6-2E5D-10DB-426C44B279DE}"/>
              </a:ext>
            </a:extLst>
          </p:cNvPr>
          <p:cNvSpPr>
            <a:spLocks noGrp="1"/>
          </p:cNvSpPr>
          <p:nvPr>
            <p:ph type="body" sz="quarter" idx="18"/>
          </p:nvPr>
        </p:nvSpPr>
        <p:spPr/>
        <p:txBody>
          <a:bodyPr/>
          <a:lstStyle/>
          <a:p>
            <a:r>
              <a:rPr lang="zh-CN" altLang="en-US"/>
              <a:t>算术运算符</a:t>
            </a:r>
          </a:p>
        </p:txBody>
      </p:sp>
      <p:pic>
        <p:nvPicPr>
          <p:cNvPr id="11" name="内容占位符 10">
            <a:extLst>
              <a:ext uri="{FF2B5EF4-FFF2-40B4-BE49-F238E27FC236}">
                <a16:creationId xmlns:a16="http://schemas.microsoft.com/office/drawing/2014/main" id="{7891391E-882E-BF02-C407-48A36F5E1BF5}"/>
              </a:ext>
            </a:extLst>
          </p:cNvPr>
          <p:cNvPicPr>
            <a:picLocks noGrp="1" noChangeAspect="1"/>
          </p:cNvPicPr>
          <p:nvPr>
            <p:ph sz="quarter" idx="19"/>
          </p:nvPr>
        </p:nvPicPr>
        <p:blipFill>
          <a:blip r:embed="rId2"/>
          <a:stretch>
            <a:fillRect/>
          </a:stretch>
        </p:blipFill>
        <p:spPr>
          <a:xfrm>
            <a:off x="2256963" y="836613"/>
            <a:ext cx="7735223" cy="5761037"/>
          </a:xfrm>
          <a:prstGeom prst="rect">
            <a:avLst/>
          </a:prstGeom>
        </p:spPr>
      </p:pic>
    </p:spTree>
    <p:extLst>
      <p:ext uri="{BB962C8B-B14F-4D97-AF65-F5344CB8AC3E}">
        <p14:creationId xmlns:p14="http://schemas.microsoft.com/office/powerpoint/2010/main" val="12506918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ED64AB5-4829-DD81-DCCA-F0B9C1F849C1}"/>
              </a:ext>
            </a:extLst>
          </p:cNvPr>
          <p:cNvSpPr>
            <a:spLocks noGrp="1"/>
          </p:cNvSpPr>
          <p:nvPr>
            <p:ph type="body" sz="quarter" idx="18"/>
          </p:nvPr>
        </p:nvSpPr>
        <p:spPr/>
        <p:txBody>
          <a:bodyPr/>
          <a:lstStyle/>
          <a:p>
            <a:r>
              <a:rPr lang="zh-CN" altLang="en-US"/>
              <a:t>赋值运算符</a:t>
            </a:r>
          </a:p>
        </p:txBody>
      </p:sp>
      <p:pic>
        <p:nvPicPr>
          <p:cNvPr id="5" name="内容占位符 4">
            <a:extLst>
              <a:ext uri="{FF2B5EF4-FFF2-40B4-BE49-F238E27FC236}">
                <a16:creationId xmlns:a16="http://schemas.microsoft.com/office/drawing/2014/main" id="{347C0322-310F-DD0E-03D8-35350A94BC0E}"/>
              </a:ext>
            </a:extLst>
          </p:cNvPr>
          <p:cNvPicPr>
            <a:picLocks noGrp="1" noChangeAspect="1"/>
          </p:cNvPicPr>
          <p:nvPr>
            <p:ph sz="quarter" idx="19"/>
          </p:nvPr>
        </p:nvPicPr>
        <p:blipFill>
          <a:blip r:embed="rId2"/>
          <a:stretch>
            <a:fillRect/>
          </a:stretch>
        </p:blipFill>
        <p:spPr>
          <a:xfrm>
            <a:off x="2174596" y="836613"/>
            <a:ext cx="7899958" cy="5761037"/>
          </a:xfrm>
          <a:prstGeom prst="rect">
            <a:avLst/>
          </a:prstGeom>
        </p:spPr>
      </p:pic>
    </p:spTree>
    <p:extLst>
      <p:ext uri="{BB962C8B-B14F-4D97-AF65-F5344CB8AC3E}">
        <p14:creationId xmlns:p14="http://schemas.microsoft.com/office/powerpoint/2010/main" val="327773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4E4945F-AE05-2CF0-DC27-348EB73A2C15}"/>
              </a:ext>
            </a:extLst>
          </p:cNvPr>
          <p:cNvSpPr>
            <a:spLocks noGrp="1"/>
          </p:cNvSpPr>
          <p:nvPr>
            <p:ph type="body" sz="quarter" idx="18"/>
          </p:nvPr>
        </p:nvSpPr>
        <p:spPr/>
        <p:txBody>
          <a:bodyPr/>
          <a:lstStyle/>
          <a:p>
            <a:r>
              <a:rPr lang="zh-CN" altLang="en-US"/>
              <a:t>字符串运算符</a:t>
            </a:r>
          </a:p>
        </p:txBody>
      </p:sp>
      <p:pic>
        <p:nvPicPr>
          <p:cNvPr id="5" name="内容占位符 4">
            <a:extLst>
              <a:ext uri="{FF2B5EF4-FFF2-40B4-BE49-F238E27FC236}">
                <a16:creationId xmlns:a16="http://schemas.microsoft.com/office/drawing/2014/main" id="{CD651202-919E-A5C5-ED71-7CE7B6E08E10}"/>
              </a:ext>
            </a:extLst>
          </p:cNvPr>
          <p:cNvPicPr>
            <a:picLocks noGrp="1" noChangeAspect="1"/>
          </p:cNvPicPr>
          <p:nvPr>
            <p:ph sz="quarter" idx="19"/>
          </p:nvPr>
        </p:nvPicPr>
        <p:blipFill>
          <a:blip r:embed="rId2"/>
          <a:stretch>
            <a:fillRect/>
          </a:stretch>
        </p:blipFill>
        <p:spPr>
          <a:xfrm>
            <a:off x="857908" y="2059988"/>
            <a:ext cx="10533333" cy="3314286"/>
          </a:xfrm>
          <a:prstGeom prst="rect">
            <a:avLst/>
          </a:prstGeom>
        </p:spPr>
      </p:pic>
    </p:spTree>
    <p:extLst>
      <p:ext uri="{BB962C8B-B14F-4D97-AF65-F5344CB8AC3E}">
        <p14:creationId xmlns:p14="http://schemas.microsoft.com/office/powerpoint/2010/main" val="3189294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1F436D9-E86A-613B-256F-6303D60CA8F7}"/>
              </a:ext>
            </a:extLst>
          </p:cNvPr>
          <p:cNvSpPr>
            <a:spLocks noGrp="1"/>
          </p:cNvSpPr>
          <p:nvPr>
            <p:ph type="body" sz="quarter" idx="18"/>
          </p:nvPr>
        </p:nvSpPr>
        <p:spPr/>
        <p:txBody>
          <a:bodyPr/>
          <a:lstStyle/>
          <a:p>
            <a:r>
              <a:rPr lang="zh-CN" altLang="en-US"/>
              <a:t>比较运算符</a:t>
            </a:r>
          </a:p>
        </p:txBody>
      </p:sp>
      <p:pic>
        <p:nvPicPr>
          <p:cNvPr id="5" name="内容占位符 4">
            <a:extLst>
              <a:ext uri="{FF2B5EF4-FFF2-40B4-BE49-F238E27FC236}">
                <a16:creationId xmlns:a16="http://schemas.microsoft.com/office/drawing/2014/main" id="{1BFF41EE-A2DC-8519-28D2-33C5CAFEFAD4}"/>
              </a:ext>
            </a:extLst>
          </p:cNvPr>
          <p:cNvPicPr>
            <a:picLocks noGrp="1" noChangeAspect="1"/>
          </p:cNvPicPr>
          <p:nvPr>
            <p:ph sz="quarter" idx="19"/>
          </p:nvPr>
        </p:nvPicPr>
        <p:blipFill>
          <a:blip r:embed="rId2"/>
          <a:stretch>
            <a:fillRect/>
          </a:stretch>
        </p:blipFill>
        <p:spPr>
          <a:xfrm>
            <a:off x="1963826" y="836613"/>
            <a:ext cx="8321498" cy="5761037"/>
          </a:xfrm>
          <a:prstGeom prst="rect">
            <a:avLst/>
          </a:prstGeom>
        </p:spPr>
      </p:pic>
    </p:spTree>
    <p:extLst>
      <p:ext uri="{BB962C8B-B14F-4D97-AF65-F5344CB8AC3E}">
        <p14:creationId xmlns:p14="http://schemas.microsoft.com/office/powerpoint/2010/main" val="3744340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96B4F5C-382E-E530-E48A-060ABB2CE201}"/>
              </a:ext>
            </a:extLst>
          </p:cNvPr>
          <p:cNvSpPr>
            <a:spLocks noGrp="1"/>
          </p:cNvSpPr>
          <p:nvPr>
            <p:ph type="body" sz="quarter" idx="18"/>
          </p:nvPr>
        </p:nvSpPr>
        <p:spPr/>
        <p:txBody>
          <a:bodyPr/>
          <a:lstStyle/>
          <a:p>
            <a:r>
              <a:rPr lang="zh-CN" altLang="en-US"/>
              <a:t>逻辑运算符</a:t>
            </a:r>
          </a:p>
        </p:txBody>
      </p:sp>
      <p:pic>
        <p:nvPicPr>
          <p:cNvPr id="5" name="内容占位符 4">
            <a:extLst>
              <a:ext uri="{FF2B5EF4-FFF2-40B4-BE49-F238E27FC236}">
                <a16:creationId xmlns:a16="http://schemas.microsoft.com/office/drawing/2014/main" id="{7EF76133-8606-1038-89CB-78BCAE0685B0}"/>
              </a:ext>
            </a:extLst>
          </p:cNvPr>
          <p:cNvPicPr>
            <a:picLocks noGrp="1" noChangeAspect="1"/>
          </p:cNvPicPr>
          <p:nvPr>
            <p:ph sz="quarter" idx="19"/>
          </p:nvPr>
        </p:nvPicPr>
        <p:blipFill>
          <a:blip r:embed="rId2"/>
          <a:stretch>
            <a:fillRect/>
          </a:stretch>
        </p:blipFill>
        <p:spPr>
          <a:xfrm>
            <a:off x="1729557" y="836613"/>
            <a:ext cx="8790035" cy="5761037"/>
          </a:xfrm>
          <a:prstGeom prst="rect">
            <a:avLst/>
          </a:prstGeom>
        </p:spPr>
      </p:pic>
    </p:spTree>
    <p:extLst>
      <p:ext uri="{BB962C8B-B14F-4D97-AF65-F5344CB8AC3E}">
        <p14:creationId xmlns:p14="http://schemas.microsoft.com/office/powerpoint/2010/main" val="2366397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C2B9810-55AE-2939-5D20-C5583D224F23}"/>
              </a:ext>
            </a:extLst>
          </p:cNvPr>
          <p:cNvSpPr>
            <a:spLocks noGrp="1"/>
          </p:cNvSpPr>
          <p:nvPr>
            <p:ph type="body" sz="quarter" idx="18"/>
          </p:nvPr>
        </p:nvSpPr>
        <p:spPr/>
        <p:txBody>
          <a:bodyPr/>
          <a:lstStyle/>
          <a:p>
            <a:r>
              <a:rPr lang="zh-CN" altLang="en-US"/>
              <a:t>优先级</a:t>
            </a:r>
          </a:p>
        </p:txBody>
      </p:sp>
      <p:pic>
        <p:nvPicPr>
          <p:cNvPr id="5" name="内容占位符 4">
            <a:extLst>
              <a:ext uri="{FF2B5EF4-FFF2-40B4-BE49-F238E27FC236}">
                <a16:creationId xmlns:a16="http://schemas.microsoft.com/office/drawing/2014/main" id="{8857DF0A-C777-F11D-801D-3CD9A612151D}"/>
              </a:ext>
            </a:extLst>
          </p:cNvPr>
          <p:cNvPicPr>
            <a:picLocks noGrp="1" noChangeAspect="1"/>
          </p:cNvPicPr>
          <p:nvPr>
            <p:ph sz="quarter" idx="19"/>
          </p:nvPr>
        </p:nvPicPr>
        <p:blipFill>
          <a:blip r:embed="rId2"/>
          <a:stretch>
            <a:fillRect/>
          </a:stretch>
        </p:blipFill>
        <p:spPr>
          <a:xfrm>
            <a:off x="335360" y="980728"/>
            <a:ext cx="8885069" cy="3964375"/>
          </a:xfrm>
          <a:prstGeom prst="rect">
            <a:avLst/>
          </a:prstGeom>
        </p:spPr>
      </p:pic>
      <p:sp>
        <p:nvSpPr>
          <p:cNvPr id="6" name="标注: 线形 5">
            <a:extLst>
              <a:ext uri="{FF2B5EF4-FFF2-40B4-BE49-F238E27FC236}">
                <a16:creationId xmlns:a16="http://schemas.microsoft.com/office/drawing/2014/main" id="{6306002A-0D66-CF18-88C1-D6D99564BDCB}"/>
              </a:ext>
            </a:extLst>
          </p:cNvPr>
          <p:cNvSpPr/>
          <p:nvPr/>
        </p:nvSpPr>
        <p:spPr>
          <a:xfrm>
            <a:off x="7824192" y="361914"/>
            <a:ext cx="4176464" cy="3964374"/>
          </a:xfrm>
          <a:prstGeom prst="borderCallout1">
            <a:avLst>
              <a:gd name="adj1" fmla="val 18750"/>
              <a:gd name="adj2" fmla="val -8333"/>
              <a:gd name="adj3" fmla="val 34120"/>
              <a:gd name="adj4" fmla="val -14946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p"/>
            </a:pPr>
            <a:r>
              <a:rPr lang="zh-CN" altLang="en-US" sz="2400"/>
              <a:t>使用括号明确优先级并提高可读性，</a:t>
            </a:r>
            <a:endParaRPr lang="en-US" altLang="zh-CN" sz="2400"/>
          </a:p>
          <a:p>
            <a:pPr marL="285750" indent="-285750">
              <a:buFont typeface="Wingdings" panose="05000000000000000000" pitchFamily="2" charset="2"/>
              <a:buChar char="p"/>
            </a:pPr>
            <a:r>
              <a:rPr lang="zh-CN" altLang="en-US" sz="2400"/>
              <a:t>避免混合使用</a:t>
            </a:r>
            <a:r>
              <a:rPr lang="en-US" altLang="zh-CN" sz="2400"/>
              <a:t>&amp;&amp;</a:t>
            </a:r>
            <a:r>
              <a:rPr lang="zh-CN" altLang="en-US" sz="2400"/>
              <a:t>和 </a:t>
            </a:r>
            <a:r>
              <a:rPr lang="en-US" altLang="zh-CN" sz="2400"/>
              <a:t>and</a:t>
            </a:r>
            <a:r>
              <a:rPr lang="zh-CN" altLang="en-US" sz="2400"/>
              <a:t>（</a:t>
            </a:r>
            <a:r>
              <a:rPr lang="en-US" altLang="zh-CN" sz="2400"/>
              <a:t>||</a:t>
            </a:r>
            <a:r>
              <a:rPr lang="zh-CN" altLang="en-US" sz="2400"/>
              <a:t>和 </a:t>
            </a:r>
            <a:r>
              <a:rPr lang="en-US" altLang="zh-CN" sz="2400"/>
              <a:t>or</a:t>
            </a:r>
            <a:r>
              <a:rPr lang="zh-CN" altLang="en-US" sz="2400"/>
              <a:t>），因为它们优先级不同，建议使用</a:t>
            </a:r>
            <a:r>
              <a:rPr lang="en-US" altLang="zh-CN" sz="2400"/>
              <a:t>&amp;&amp;</a:t>
            </a:r>
            <a:r>
              <a:rPr lang="zh-CN" altLang="en-US" sz="2400"/>
              <a:t>和</a:t>
            </a:r>
            <a:r>
              <a:rPr lang="en-US" altLang="zh-CN" sz="2400"/>
              <a:t>||</a:t>
            </a:r>
          </a:p>
          <a:p>
            <a:pPr marL="285750" indent="-285750">
              <a:buFont typeface="Wingdings" panose="05000000000000000000" pitchFamily="2" charset="2"/>
              <a:buChar char="p"/>
            </a:pPr>
            <a:r>
              <a:rPr lang="zh-CN" altLang="en-US" sz="2400"/>
              <a:t>除赋值和部分单目运算符是 右结合外，多数是左结合。</a:t>
            </a:r>
          </a:p>
        </p:txBody>
      </p:sp>
    </p:spTree>
    <p:extLst>
      <p:ext uri="{BB962C8B-B14F-4D97-AF65-F5344CB8AC3E}">
        <p14:creationId xmlns:p14="http://schemas.microsoft.com/office/powerpoint/2010/main" val="272696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B345D21-1A74-FAE7-3541-008BDFA693A1}"/>
              </a:ext>
            </a:extLst>
          </p:cNvPr>
          <p:cNvSpPr>
            <a:spLocks noGrp="1"/>
          </p:cNvSpPr>
          <p:nvPr>
            <p:ph type="body" sz="quarter" idx="10"/>
          </p:nvPr>
        </p:nvSpPr>
        <p:spPr/>
        <p:txBody>
          <a:bodyPr/>
          <a:lstStyle/>
          <a:p>
            <a:r>
              <a:rPr lang="zh-CN" altLang="en-US"/>
              <a:t>条件语句</a:t>
            </a:r>
            <a:endParaRPr lang="en-US" altLang="zh-CN"/>
          </a:p>
          <a:p>
            <a:r>
              <a:rPr lang="zh-CN" altLang="en-US"/>
              <a:t>循环</a:t>
            </a:r>
          </a:p>
        </p:txBody>
      </p:sp>
      <p:sp>
        <p:nvSpPr>
          <p:cNvPr id="3" name="文本占位符 2">
            <a:extLst>
              <a:ext uri="{FF2B5EF4-FFF2-40B4-BE49-F238E27FC236}">
                <a16:creationId xmlns:a16="http://schemas.microsoft.com/office/drawing/2014/main" id="{4B01F6D6-9B92-22AB-95CA-C5095AC5E048}"/>
              </a:ext>
            </a:extLst>
          </p:cNvPr>
          <p:cNvSpPr>
            <a:spLocks noGrp="1"/>
          </p:cNvSpPr>
          <p:nvPr>
            <p:ph type="body" sz="quarter" idx="12"/>
          </p:nvPr>
        </p:nvSpPr>
        <p:spPr/>
        <p:txBody>
          <a:bodyPr/>
          <a:lstStyle/>
          <a:p>
            <a:r>
              <a:rPr lang="zh-CN" altLang="en-US"/>
              <a:t>条件语句</a:t>
            </a:r>
            <a:r>
              <a:rPr lang="en-US" altLang="zh-CN"/>
              <a:t>+</a:t>
            </a:r>
            <a:r>
              <a:rPr lang="zh-CN" altLang="en-US"/>
              <a:t>循环</a:t>
            </a:r>
          </a:p>
        </p:txBody>
      </p:sp>
    </p:spTree>
    <p:extLst>
      <p:ext uri="{BB962C8B-B14F-4D97-AF65-F5344CB8AC3E}">
        <p14:creationId xmlns:p14="http://schemas.microsoft.com/office/powerpoint/2010/main" val="38457546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CEFDC9A-E90F-53D2-D841-EB7706FC3FD6}"/>
              </a:ext>
            </a:extLst>
          </p:cNvPr>
          <p:cNvSpPr>
            <a:spLocks noGrp="1"/>
          </p:cNvSpPr>
          <p:nvPr>
            <p:ph type="body" sz="quarter" idx="18"/>
          </p:nvPr>
        </p:nvSpPr>
        <p:spPr/>
        <p:txBody>
          <a:bodyPr/>
          <a:lstStyle/>
          <a:p>
            <a:r>
              <a:rPr lang="zh-CN" altLang="en-US"/>
              <a:t>选择语句</a:t>
            </a:r>
          </a:p>
        </p:txBody>
      </p:sp>
      <p:pic>
        <p:nvPicPr>
          <p:cNvPr id="11" name="内容占位符 10">
            <a:extLst>
              <a:ext uri="{FF2B5EF4-FFF2-40B4-BE49-F238E27FC236}">
                <a16:creationId xmlns:a16="http://schemas.microsoft.com/office/drawing/2014/main" id="{8289DF90-091C-22E2-00CB-F94407640474}"/>
              </a:ext>
            </a:extLst>
          </p:cNvPr>
          <p:cNvPicPr>
            <a:picLocks noGrp="1" noChangeAspect="1"/>
          </p:cNvPicPr>
          <p:nvPr>
            <p:ph sz="quarter" idx="19"/>
          </p:nvPr>
        </p:nvPicPr>
        <p:blipFill>
          <a:blip r:embed="rId2"/>
          <a:stretch>
            <a:fillRect/>
          </a:stretch>
        </p:blipFill>
        <p:spPr>
          <a:xfrm>
            <a:off x="2887782" y="836613"/>
            <a:ext cx="6473586" cy="5761037"/>
          </a:xfrm>
          <a:prstGeom prst="rect">
            <a:avLst/>
          </a:prstGeom>
        </p:spPr>
      </p:pic>
    </p:spTree>
    <p:extLst>
      <p:ext uri="{BB962C8B-B14F-4D97-AF65-F5344CB8AC3E}">
        <p14:creationId xmlns:p14="http://schemas.microsoft.com/office/powerpoint/2010/main" val="1623508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7FE95BC-C09F-57F2-0C2C-3717184BF59B}"/>
              </a:ext>
            </a:extLst>
          </p:cNvPr>
          <p:cNvSpPr>
            <a:spLocks noGrp="1"/>
          </p:cNvSpPr>
          <p:nvPr>
            <p:ph type="body" sz="quarter" idx="18"/>
          </p:nvPr>
        </p:nvSpPr>
        <p:spPr/>
        <p:txBody>
          <a:bodyPr/>
          <a:lstStyle/>
          <a:p>
            <a:r>
              <a:rPr lang="zh-CN" altLang="en-US"/>
              <a:t>作业一优化</a:t>
            </a:r>
          </a:p>
        </p:txBody>
      </p:sp>
      <p:sp>
        <p:nvSpPr>
          <p:cNvPr id="3" name="内容占位符 2">
            <a:extLst>
              <a:ext uri="{FF2B5EF4-FFF2-40B4-BE49-F238E27FC236}">
                <a16:creationId xmlns:a16="http://schemas.microsoft.com/office/drawing/2014/main" id="{E9D00377-778B-3643-DADE-F8637FB546C2}"/>
              </a:ext>
            </a:extLst>
          </p:cNvPr>
          <p:cNvSpPr>
            <a:spLocks noGrp="1"/>
          </p:cNvSpPr>
          <p:nvPr>
            <p:ph sz="quarter" idx="19"/>
          </p:nvPr>
        </p:nvSpPr>
        <p:spPr/>
        <p:txBody>
          <a:bodyPr/>
          <a:lstStyle/>
          <a:p>
            <a:r>
              <a:rPr lang="zh-CN" altLang="en-US"/>
              <a:t>完善代码提示机制，</a:t>
            </a:r>
            <a:r>
              <a:rPr lang="en-US" altLang="zh-CN"/>
              <a:t>JSON</a:t>
            </a:r>
            <a:r>
              <a:rPr lang="zh-CN" altLang="en-US"/>
              <a:t>格式如右图所示，要求：</a:t>
            </a:r>
            <a:endParaRPr lang="en-US" altLang="zh-CN"/>
          </a:p>
          <a:p>
            <a:pPr lvl="1"/>
            <a:r>
              <a:rPr lang="zh-CN" altLang="en-US"/>
              <a:t>若用户的</a:t>
            </a:r>
            <a:r>
              <a:rPr lang="en-US" altLang="zh-CN"/>
              <a:t>name</a:t>
            </a:r>
            <a:r>
              <a:rPr lang="zh-CN" altLang="en-US"/>
              <a:t>参数未提交，则状态码设置为</a:t>
            </a:r>
            <a:r>
              <a:rPr lang="en-US" altLang="zh-CN"/>
              <a:t>400</a:t>
            </a:r>
            <a:r>
              <a:rPr lang="zh-CN" altLang="en-US"/>
              <a:t>，业务代码设置为</a:t>
            </a:r>
            <a:r>
              <a:rPr lang="en-US" altLang="zh-CN"/>
              <a:t>1001</a:t>
            </a:r>
            <a:r>
              <a:rPr lang="zh-CN" altLang="en-US"/>
              <a:t>，并添加相应提示；</a:t>
            </a:r>
            <a:endParaRPr lang="en-US" altLang="zh-CN"/>
          </a:p>
          <a:p>
            <a:pPr lvl="1"/>
            <a:r>
              <a:rPr lang="zh-CN" altLang="en-US"/>
              <a:t>若用户的</a:t>
            </a:r>
            <a:r>
              <a:rPr lang="en-US" altLang="zh-CN"/>
              <a:t>age</a:t>
            </a:r>
            <a:r>
              <a:rPr lang="zh-CN" altLang="en-US"/>
              <a:t>参数未提交，则状态码设置为</a:t>
            </a:r>
            <a:r>
              <a:rPr lang="en-US" altLang="zh-CN"/>
              <a:t>400</a:t>
            </a:r>
            <a:r>
              <a:rPr lang="zh-CN" altLang="en-US"/>
              <a:t> ，业务代码设置为</a:t>
            </a:r>
            <a:r>
              <a:rPr lang="en-US" altLang="zh-CN"/>
              <a:t>1002</a:t>
            </a:r>
            <a:r>
              <a:rPr lang="zh-CN" altLang="en-US"/>
              <a:t> ，并添加相应提示；</a:t>
            </a:r>
            <a:endParaRPr lang="en-US" altLang="zh-CN"/>
          </a:p>
          <a:p>
            <a:pPr lvl="1"/>
            <a:r>
              <a:rPr lang="zh-CN" altLang="en-US"/>
              <a:t>若全部未提交，则状态码设置为</a:t>
            </a:r>
            <a:r>
              <a:rPr lang="en-US" altLang="zh-CN"/>
              <a:t>400</a:t>
            </a:r>
            <a:r>
              <a:rPr lang="zh-CN" altLang="en-US"/>
              <a:t> ，业务代码设置为</a:t>
            </a:r>
            <a:r>
              <a:rPr lang="en-US" altLang="zh-CN"/>
              <a:t>1003</a:t>
            </a:r>
            <a:r>
              <a:rPr lang="zh-CN" altLang="en-US"/>
              <a:t> ，并添加相应提示；</a:t>
            </a:r>
          </a:p>
        </p:txBody>
      </p:sp>
      <p:pic>
        <p:nvPicPr>
          <p:cNvPr id="10" name="内容占位符 9">
            <a:extLst>
              <a:ext uri="{FF2B5EF4-FFF2-40B4-BE49-F238E27FC236}">
                <a16:creationId xmlns:a16="http://schemas.microsoft.com/office/drawing/2014/main" id="{8A3D3B65-01EE-D7E2-C164-1F0F2D978D85}"/>
              </a:ext>
            </a:extLst>
          </p:cNvPr>
          <p:cNvPicPr>
            <a:picLocks noGrp="1" noChangeAspect="1"/>
          </p:cNvPicPr>
          <p:nvPr>
            <p:ph sz="quarter" idx="20"/>
          </p:nvPr>
        </p:nvPicPr>
        <p:blipFill>
          <a:blip r:embed="rId2"/>
          <a:stretch>
            <a:fillRect/>
          </a:stretch>
        </p:blipFill>
        <p:spPr>
          <a:xfrm>
            <a:off x="6861895" y="1022350"/>
            <a:ext cx="4754710" cy="5329238"/>
          </a:xfrm>
          <a:prstGeom prst="rect">
            <a:avLst/>
          </a:prstGeom>
        </p:spPr>
      </p:pic>
    </p:spTree>
    <p:extLst>
      <p:ext uri="{BB962C8B-B14F-4D97-AF65-F5344CB8AC3E}">
        <p14:creationId xmlns:p14="http://schemas.microsoft.com/office/powerpoint/2010/main" val="1336937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F5E8058-CFCE-6FF1-9B0B-9114133994DC}"/>
              </a:ext>
            </a:extLst>
          </p:cNvPr>
          <p:cNvSpPr>
            <a:spLocks noGrp="1"/>
          </p:cNvSpPr>
          <p:nvPr>
            <p:ph type="body" sz="quarter" idx="18"/>
          </p:nvPr>
        </p:nvSpPr>
        <p:spPr/>
        <p:txBody>
          <a:bodyPr/>
          <a:lstStyle/>
          <a:p>
            <a:r>
              <a:rPr lang="zh-CN" altLang="en-US"/>
              <a:t>循环</a:t>
            </a:r>
          </a:p>
        </p:txBody>
      </p:sp>
      <p:pic>
        <p:nvPicPr>
          <p:cNvPr id="5" name="内容占位符 4">
            <a:extLst>
              <a:ext uri="{FF2B5EF4-FFF2-40B4-BE49-F238E27FC236}">
                <a16:creationId xmlns:a16="http://schemas.microsoft.com/office/drawing/2014/main" id="{BF0A0967-BC0E-AD9C-9400-80AB8B7F5B0A}"/>
              </a:ext>
            </a:extLst>
          </p:cNvPr>
          <p:cNvPicPr>
            <a:picLocks noGrp="1" noChangeAspect="1"/>
          </p:cNvPicPr>
          <p:nvPr>
            <p:ph sz="quarter" idx="19"/>
          </p:nvPr>
        </p:nvPicPr>
        <p:blipFill>
          <a:blip r:embed="rId2"/>
          <a:stretch>
            <a:fillRect/>
          </a:stretch>
        </p:blipFill>
        <p:spPr>
          <a:xfrm>
            <a:off x="490984" y="1022028"/>
            <a:ext cx="6565868" cy="4279180"/>
          </a:xfrm>
          <a:prstGeom prst="rect">
            <a:avLst/>
          </a:prstGeom>
        </p:spPr>
      </p:pic>
      <p:pic>
        <p:nvPicPr>
          <p:cNvPr id="8" name="内容占位符 7">
            <a:extLst>
              <a:ext uri="{FF2B5EF4-FFF2-40B4-BE49-F238E27FC236}">
                <a16:creationId xmlns:a16="http://schemas.microsoft.com/office/drawing/2014/main" id="{B59031DC-4C5D-2EE8-FFB2-F08B35412D6E}"/>
              </a:ext>
            </a:extLst>
          </p:cNvPr>
          <p:cNvPicPr>
            <a:picLocks noGrp="1" noChangeAspect="1"/>
          </p:cNvPicPr>
          <p:nvPr>
            <p:ph sz="quarter" idx="20"/>
          </p:nvPr>
        </p:nvPicPr>
        <p:blipFill>
          <a:blip r:embed="rId3"/>
          <a:stretch>
            <a:fillRect/>
          </a:stretch>
        </p:blipFill>
        <p:spPr>
          <a:xfrm>
            <a:off x="7248128" y="908720"/>
            <a:ext cx="4097209" cy="5329238"/>
          </a:xfrm>
          <a:prstGeom prst="rect">
            <a:avLst/>
          </a:prstGeom>
          <a:ln>
            <a:solidFill>
              <a:schemeClr val="accent1"/>
            </a:solidFill>
          </a:ln>
        </p:spPr>
      </p:pic>
    </p:spTree>
    <p:extLst>
      <p:ext uri="{BB962C8B-B14F-4D97-AF65-F5344CB8AC3E}">
        <p14:creationId xmlns:p14="http://schemas.microsoft.com/office/powerpoint/2010/main" val="3220981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591AFE4-6F17-A0C8-A61A-6075BCEDE208}"/>
              </a:ext>
            </a:extLst>
          </p:cNvPr>
          <p:cNvSpPr>
            <a:spLocks noGrp="1"/>
          </p:cNvSpPr>
          <p:nvPr>
            <p:ph type="body" sz="quarter" idx="18"/>
          </p:nvPr>
        </p:nvSpPr>
        <p:spPr/>
        <p:txBody>
          <a:bodyPr/>
          <a:lstStyle/>
          <a:p>
            <a:r>
              <a:rPr lang="zh-CN" altLang="en-US"/>
              <a:t>作业二</a:t>
            </a:r>
          </a:p>
        </p:txBody>
      </p:sp>
      <p:sp>
        <p:nvSpPr>
          <p:cNvPr id="3" name="内容占位符 2">
            <a:extLst>
              <a:ext uri="{FF2B5EF4-FFF2-40B4-BE49-F238E27FC236}">
                <a16:creationId xmlns:a16="http://schemas.microsoft.com/office/drawing/2014/main" id="{6E641995-BFED-2747-9C57-5DC82372CC1F}"/>
              </a:ext>
            </a:extLst>
          </p:cNvPr>
          <p:cNvSpPr>
            <a:spLocks noGrp="1"/>
          </p:cNvSpPr>
          <p:nvPr>
            <p:ph sz="quarter" idx="19"/>
          </p:nvPr>
        </p:nvSpPr>
        <p:spPr/>
        <p:txBody>
          <a:bodyPr/>
          <a:lstStyle/>
          <a:p>
            <a:r>
              <a:rPr lang="zh-CN" altLang="en-US"/>
              <a:t>要求：使用二维数组存储</a:t>
            </a:r>
            <a:r>
              <a:rPr lang="en-US" altLang="zh-CN"/>
              <a:t>5</a:t>
            </a:r>
            <a:r>
              <a:rPr lang="zh-CN" altLang="en-US"/>
              <a:t>个学生的姓名和成绩</a:t>
            </a:r>
          </a:p>
          <a:p>
            <a:r>
              <a:rPr lang="zh-CN" altLang="en-US"/>
              <a:t>利用循环完成数组处理，要求以</a:t>
            </a:r>
            <a:r>
              <a:rPr lang="en-US" altLang="zh-CN"/>
              <a:t>JSON</a:t>
            </a:r>
            <a:r>
              <a:rPr lang="zh-CN" altLang="en-US"/>
              <a:t>格式向前端输出：</a:t>
            </a:r>
          </a:p>
          <a:p>
            <a:pPr marL="971550" lvl="1" indent="-514350">
              <a:buFont typeface="+mj-ea"/>
              <a:buAutoNum type="circleNumDbPlain"/>
            </a:pPr>
            <a:r>
              <a:rPr lang="zh-CN" altLang="en-US"/>
              <a:t>  班级平均分</a:t>
            </a:r>
          </a:p>
          <a:p>
            <a:pPr marL="971550" lvl="1" indent="-514350">
              <a:buFont typeface="+mj-ea"/>
              <a:buAutoNum type="circleNumDbPlain"/>
            </a:pPr>
            <a:r>
              <a:rPr lang="zh-CN" altLang="en-US"/>
              <a:t>  找出最高分和最低分的学生</a:t>
            </a:r>
          </a:p>
        </p:txBody>
      </p:sp>
      <p:pic>
        <p:nvPicPr>
          <p:cNvPr id="6" name="内容占位符 5">
            <a:extLst>
              <a:ext uri="{FF2B5EF4-FFF2-40B4-BE49-F238E27FC236}">
                <a16:creationId xmlns:a16="http://schemas.microsoft.com/office/drawing/2014/main" id="{66140DBD-1F92-55BE-EBFF-D4D1777421C5}"/>
              </a:ext>
            </a:extLst>
          </p:cNvPr>
          <p:cNvPicPr>
            <a:picLocks noGrp="1" noChangeAspect="1"/>
          </p:cNvPicPr>
          <p:nvPr>
            <p:ph sz="quarter" idx="20"/>
          </p:nvPr>
        </p:nvPicPr>
        <p:blipFill>
          <a:blip r:embed="rId2"/>
          <a:stretch>
            <a:fillRect/>
          </a:stretch>
        </p:blipFill>
        <p:spPr>
          <a:xfrm>
            <a:off x="6508750" y="1074941"/>
            <a:ext cx="5461000" cy="5224055"/>
          </a:xfrm>
          <a:prstGeom prst="rect">
            <a:avLst/>
          </a:prstGeom>
          <a:ln>
            <a:solidFill>
              <a:schemeClr val="accent1"/>
            </a:solidFill>
          </a:ln>
        </p:spPr>
      </p:pic>
    </p:spTree>
    <p:extLst>
      <p:ext uri="{BB962C8B-B14F-4D97-AF65-F5344CB8AC3E}">
        <p14:creationId xmlns:p14="http://schemas.microsoft.com/office/powerpoint/2010/main" val="40429790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28588642-164D-D4AD-438C-D47CA1D0032F}"/>
              </a:ext>
            </a:extLst>
          </p:cNvPr>
          <p:cNvSpPr>
            <a:spLocks noGrp="1"/>
          </p:cNvSpPr>
          <p:nvPr>
            <p:ph type="body" sz="quarter" idx="18"/>
          </p:nvPr>
        </p:nvSpPr>
        <p:spPr/>
        <p:txBody>
          <a:bodyPr/>
          <a:lstStyle/>
          <a:p>
            <a:r>
              <a:rPr lang="zh-CN" altLang="en-US"/>
              <a:t>作业三（课后完成，不计分）</a:t>
            </a:r>
          </a:p>
        </p:txBody>
      </p:sp>
      <p:sp>
        <p:nvSpPr>
          <p:cNvPr id="6" name="内容占位符 5">
            <a:extLst>
              <a:ext uri="{FF2B5EF4-FFF2-40B4-BE49-F238E27FC236}">
                <a16:creationId xmlns:a16="http://schemas.microsoft.com/office/drawing/2014/main" id="{AF63BC91-36F9-BC76-BD4D-8AFD2CE4584C}"/>
              </a:ext>
            </a:extLst>
          </p:cNvPr>
          <p:cNvSpPr>
            <a:spLocks noGrp="1"/>
          </p:cNvSpPr>
          <p:nvPr>
            <p:ph sz="quarter" idx="19"/>
          </p:nvPr>
        </p:nvSpPr>
        <p:spPr/>
        <p:txBody>
          <a:bodyPr/>
          <a:lstStyle/>
          <a:p>
            <a:r>
              <a:rPr lang="zh-CN" altLang="en-US" b="1"/>
              <a:t>项目：简易学生信息管理系统</a:t>
            </a:r>
          </a:p>
          <a:p>
            <a:r>
              <a:rPr lang="zh-CN" altLang="en-US" b="1"/>
              <a:t>要求</a:t>
            </a:r>
            <a:r>
              <a:rPr lang="zh-CN" altLang="en-US"/>
              <a:t>：使用 </a:t>
            </a:r>
            <a:r>
              <a:rPr lang="en-US" altLang="zh-CN"/>
              <a:t>PHP </a:t>
            </a:r>
            <a:r>
              <a:rPr lang="zh-CN" altLang="en-US"/>
              <a:t>实现一个简易的学生信息管理系统，包含以下功能：</a:t>
            </a:r>
          </a:p>
          <a:p>
            <a:pPr lvl="1"/>
            <a:r>
              <a:rPr lang="zh-CN" altLang="en-US" b="1"/>
              <a:t>学生列表展示</a:t>
            </a:r>
            <a:r>
              <a:rPr lang="zh-CN" altLang="en-US"/>
              <a:t>（表格形式）</a:t>
            </a:r>
          </a:p>
          <a:p>
            <a:pPr lvl="1"/>
            <a:r>
              <a:rPr lang="zh-CN" altLang="en-US" b="1"/>
              <a:t>添加学生</a:t>
            </a:r>
            <a:r>
              <a:rPr lang="zh-CN" altLang="en-US"/>
              <a:t>（</a:t>
            </a:r>
            <a:r>
              <a:rPr lang="en-US" altLang="zh-CN"/>
              <a:t> GET</a:t>
            </a:r>
            <a:r>
              <a:rPr lang="zh-CN" altLang="en-US"/>
              <a:t>提交动作</a:t>
            </a:r>
            <a:r>
              <a:rPr lang="en-US" altLang="zh-CN"/>
              <a:t>+</a:t>
            </a:r>
            <a:r>
              <a:rPr lang="zh-CN" altLang="en-US"/>
              <a:t>学生信息）</a:t>
            </a:r>
          </a:p>
          <a:p>
            <a:pPr lvl="1"/>
            <a:r>
              <a:rPr lang="zh-CN" altLang="en-US" b="1"/>
              <a:t>删除学生</a:t>
            </a:r>
            <a:r>
              <a:rPr lang="zh-CN" altLang="en-US"/>
              <a:t>（</a:t>
            </a:r>
            <a:r>
              <a:rPr lang="en-US" altLang="zh-CN"/>
              <a:t>GET</a:t>
            </a:r>
            <a:r>
              <a:rPr lang="zh-CN" altLang="en-US"/>
              <a:t>提交动作</a:t>
            </a:r>
            <a:r>
              <a:rPr lang="en-US" altLang="zh-CN"/>
              <a:t>+</a:t>
            </a:r>
            <a:r>
              <a:rPr lang="zh-CN" altLang="en-US"/>
              <a:t>要删除的数组序号）</a:t>
            </a:r>
          </a:p>
          <a:p>
            <a:pPr lvl="1"/>
            <a:r>
              <a:rPr lang="zh-CN" altLang="en-US" b="1">
                <a:highlight>
                  <a:srgbClr val="FFFF00"/>
                </a:highlight>
              </a:rPr>
              <a:t>编辑学生</a:t>
            </a:r>
            <a:r>
              <a:rPr lang="zh-CN" altLang="en-US">
                <a:highlight>
                  <a:srgbClr val="FFFF00"/>
                </a:highlight>
              </a:rPr>
              <a:t>（选做）</a:t>
            </a:r>
          </a:p>
          <a:p>
            <a:pPr lvl="1"/>
            <a:r>
              <a:rPr lang="zh-CN" altLang="en-US" b="1"/>
              <a:t>搜索学生</a:t>
            </a:r>
            <a:r>
              <a:rPr lang="zh-CN" altLang="en-US"/>
              <a:t>（</a:t>
            </a:r>
            <a:r>
              <a:rPr lang="en-US" altLang="zh-CN"/>
              <a:t> GET</a:t>
            </a:r>
            <a:r>
              <a:rPr lang="zh-CN" altLang="en-US"/>
              <a:t>提交动作</a:t>
            </a:r>
            <a:r>
              <a:rPr lang="en-US" altLang="zh-CN"/>
              <a:t>+</a:t>
            </a:r>
            <a:r>
              <a:rPr lang="zh-CN" altLang="en-US"/>
              <a:t>要搜索的学生姓名）</a:t>
            </a:r>
          </a:p>
          <a:p>
            <a:pPr lvl="1"/>
            <a:r>
              <a:rPr lang="zh-CN" altLang="en-US" b="1"/>
              <a:t>数据存储</a:t>
            </a:r>
            <a:r>
              <a:rPr lang="zh-CN" altLang="en-US"/>
              <a:t>：使用二维数组</a:t>
            </a:r>
          </a:p>
          <a:p>
            <a:endParaRPr lang="zh-CN" altLang="en-US"/>
          </a:p>
        </p:txBody>
      </p:sp>
    </p:spTree>
    <p:extLst>
      <p:ext uri="{BB962C8B-B14F-4D97-AF65-F5344CB8AC3E}">
        <p14:creationId xmlns:p14="http://schemas.microsoft.com/office/powerpoint/2010/main" val="38175707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C6881D1-AAB2-589C-02FA-5CC331E1720D}"/>
              </a:ext>
            </a:extLst>
          </p:cNvPr>
          <p:cNvSpPr>
            <a:spLocks noGrp="1"/>
          </p:cNvSpPr>
          <p:nvPr>
            <p:ph type="body" sz="quarter" idx="18"/>
          </p:nvPr>
        </p:nvSpPr>
        <p:spPr/>
        <p:txBody>
          <a:bodyPr/>
          <a:lstStyle/>
          <a:p>
            <a:r>
              <a:rPr lang="zh-CN" altLang="en-US"/>
              <a:t>作业三展示：添加学生</a:t>
            </a:r>
          </a:p>
        </p:txBody>
      </p:sp>
      <p:pic>
        <p:nvPicPr>
          <p:cNvPr id="16" name="内容占位符 15">
            <a:extLst>
              <a:ext uri="{FF2B5EF4-FFF2-40B4-BE49-F238E27FC236}">
                <a16:creationId xmlns:a16="http://schemas.microsoft.com/office/drawing/2014/main" id="{843D5CF1-18CC-8218-C0E2-C57A0D5E1CCD}"/>
              </a:ext>
            </a:extLst>
          </p:cNvPr>
          <p:cNvPicPr>
            <a:picLocks noGrp="1" noChangeAspect="1"/>
          </p:cNvPicPr>
          <p:nvPr>
            <p:ph sz="quarter" idx="19"/>
          </p:nvPr>
        </p:nvPicPr>
        <p:blipFill>
          <a:blip r:embed="rId3"/>
          <a:stretch>
            <a:fillRect/>
          </a:stretch>
        </p:blipFill>
        <p:spPr>
          <a:xfrm>
            <a:off x="2681046" y="836613"/>
            <a:ext cx="6887057" cy="5761037"/>
          </a:xfrm>
          <a:prstGeom prst="rect">
            <a:avLst/>
          </a:prstGeom>
        </p:spPr>
      </p:pic>
    </p:spTree>
    <p:extLst>
      <p:ext uri="{BB962C8B-B14F-4D97-AF65-F5344CB8AC3E}">
        <p14:creationId xmlns:p14="http://schemas.microsoft.com/office/powerpoint/2010/main" val="28275965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652D3B3-D3E4-00A1-0712-14CAAAEE571E}"/>
              </a:ext>
            </a:extLst>
          </p:cNvPr>
          <p:cNvSpPr>
            <a:spLocks noGrp="1"/>
          </p:cNvSpPr>
          <p:nvPr>
            <p:ph type="body" sz="quarter" idx="18"/>
          </p:nvPr>
        </p:nvSpPr>
        <p:spPr/>
        <p:txBody>
          <a:bodyPr/>
          <a:lstStyle/>
          <a:p>
            <a:r>
              <a:rPr lang="zh-CN" altLang="en-US"/>
              <a:t>作业三展示：列表展示</a:t>
            </a:r>
          </a:p>
        </p:txBody>
      </p:sp>
      <p:pic>
        <p:nvPicPr>
          <p:cNvPr id="6" name="内容占位符 5">
            <a:extLst>
              <a:ext uri="{FF2B5EF4-FFF2-40B4-BE49-F238E27FC236}">
                <a16:creationId xmlns:a16="http://schemas.microsoft.com/office/drawing/2014/main" id="{4935F98D-773F-A011-442C-3F40AC7C527B}"/>
              </a:ext>
            </a:extLst>
          </p:cNvPr>
          <p:cNvPicPr>
            <a:picLocks noGrp="1" noChangeAspect="1"/>
          </p:cNvPicPr>
          <p:nvPr>
            <p:ph sz="quarter" idx="19"/>
          </p:nvPr>
        </p:nvPicPr>
        <p:blipFill>
          <a:blip r:embed="rId2"/>
          <a:stretch>
            <a:fillRect/>
          </a:stretch>
        </p:blipFill>
        <p:spPr>
          <a:xfrm>
            <a:off x="850900" y="1182249"/>
            <a:ext cx="5461000" cy="5069764"/>
          </a:xfrm>
          <a:prstGeom prst="rect">
            <a:avLst/>
          </a:prstGeom>
        </p:spPr>
      </p:pic>
      <p:pic>
        <p:nvPicPr>
          <p:cNvPr id="8" name="内容占位符 7">
            <a:extLst>
              <a:ext uri="{FF2B5EF4-FFF2-40B4-BE49-F238E27FC236}">
                <a16:creationId xmlns:a16="http://schemas.microsoft.com/office/drawing/2014/main" id="{29D613AF-5626-A604-158B-6AE77B9219E3}"/>
              </a:ext>
            </a:extLst>
          </p:cNvPr>
          <p:cNvPicPr>
            <a:picLocks noGrp="1" noChangeAspect="1"/>
          </p:cNvPicPr>
          <p:nvPr>
            <p:ph sz="quarter" idx="20"/>
          </p:nvPr>
        </p:nvPicPr>
        <p:blipFill>
          <a:blip r:embed="rId3"/>
          <a:stretch>
            <a:fillRect/>
          </a:stretch>
        </p:blipFill>
        <p:spPr>
          <a:xfrm>
            <a:off x="6508750" y="1530659"/>
            <a:ext cx="5461000" cy="4312620"/>
          </a:xfrm>
          <a:prstGeom prst="rect">
            <a:avLst/>
          </a:prstGeom>
        </p:spPr>
      </p:pic>
    </p:spTree>
    <p:extLst>
      <p:ext uri="{BB962C8B-B14F-4D97-AF65-F5344CB8AC3E}">
        <p14:creationId xmlns:p14="http://schemas.microsoft.com/office/powerpoint/2010/main" val="3306535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2B57741-DC46-BE64-0F2D-00D65B0DADB0}"/>
              </a:ext>
            </a:extLst>
          </p:cNvPr>
          <p:cNvSpPr>
            <a:spLocks noGrp="1"/>
          </p:cNvSpPr>
          <p:nvPr>
            <p:ph type="body" sz="quarter" idx="18"/>
          </p:nvPr>
        </p:nvSpPr>
        <p:spPr/>
        <p:txBody>
          <a:bodyPr/>
          <a:lstStyle/>
          <a:p>
            <a:r>
              <a:rPr lang="zh-CN" altLang="en-US"/>
              <a:t>作业三展示：搜索学生</a:t>
            </a:r>
          </a:p>
        </p:txBody>
      </p:sp>
      <p:pic>
        <p:nvPicPr>
          <p:cNvPr id="6" name="内容占位符 5">
            <a:extLst>
              <a:ext uri="{FF2B5EF4-FFF2-40B4-BE49-F238E27FC236}">
                <a16:creationId xmlns:a16="http://schemas.microsoft.com/office/drawing/2014/main" id="{F9DACBE7-6177-80DA-9942-4014262BCD40}"/>
              </a:ext>
            </a:extLst>
          </p:cNvPr>
          <p:cNvPicPr>
            <a:picLocks noGrp="1" noChangeAspect="1"/>
          </p:cNvPicPr>
          <p:nvPr>
            <p:ph sz="quarter" idx="19"/>
          </p:nvPr>
        </p:nvPicPr>
        <p:blipFill>
          <a:blip r:embed="rId2"/>
          <a:stretch>
            <a:fillRect/>
          </a:stretch>
        </p:blipFill>
        <p:spPr>
          <a:xfrm>
            <a:off x="850900" y="1061184"/>
            <a:ext cx="5461000" cy="5311894"/>
          </a:xfrm>
          <a:prstGeom prst="rect">
            <a:avLst/>
          </a:prstGeom>
        </p:spPr>
      </p:pic>
      <p:pic>
        <p:nvPicPr>
          <p:cNvPr id="8" name="内容占位符 7">
            <a:extLst>
              <a:ext uri="{FF2B5EF4-FFF2-40B4-BE49-F238E27FC236}">
                <a16:creationId xmlns:a16="http://schemas.microsoft.com/office/drawing/2014/main" id="{70376A8A-B785-5718-44C1-77B99D99EA22}"/>
              </a:ext>
            </a:extLst>
          </p:cNvPr>
          <p:cNvPicPr>
            <a:picLocks noGrp="1" noChangeAspect="1"/>
          </p:cNvPicPr>
          <p:nvPr>
            <p:ph sz="quarter" idx="20"/>
          </p:nvPr>
        </p:nvPicPr>
        <p:blipFill>
          <a:blip r:embed="rId3"/>
          <a:stretch>
            <a:fillRect/>
          </a:stretch>
        </p:blipFill>
        <p:spPr>
          <a:xfrm>
            <a:off x="6508750" y="1237613"/>
            <a:ext cx="5461000" cy="4898712"/>
          </a:xfrm>
          <a:prstGeom prst="rect">
            <a:avLst/>
          </a:prstGeom>
        </p:spPr>
      </p:pic>
    </p:spTree>
    <p:extLst>
      <p:ext uri="{BB962C8B-B14F-4D97-AF65-F5344CB8AC3E}">
        <p14:creationId xmlns:p14="http://schemas.microsoft.com/office/powerpoint/2010/main" val="1480920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269AA05-EBAC-5124-F3C8-416375EB9BC6}"/>
              </a:ext>
            </a:extLst>
          </p:cNvPr>
          <p:cNvSpPr>
            <a:spLocks noGrp="1"/>
          </p:cNvSpPr>
          <p:nvPr>
            <p:ph type="body" sz="quarter" idx="10"/>
          </p:nvPr>
        </p:nvSpPr>
        <p:spPr/>
        <p:txBody>
          <a:bodyPr/>
          <a:lstStyle/>
          <a:p>
            <a:pPr lvl="0"/>
            <a:r>
              <a:rPr lang="zh-CN" altLang="en-US"/>
              <a:t>总体规范</a:t>
            </a:r>
          </a:p>
          <a:p>
            <a:pPr lvl="0"/>
            <a:r>
              <a:rPr lang="zh-CN" altLang="en-US"/>
              <a:t>命名规范</a:t>
            </a:r>
          </a:p>
          <a:p>
            <a:pPr lvl="0"/>
            <a:r>
              <a:rPr lang="zh-CN" altLang="en-US"/>
              <a:t>控制结构规范</a:t>
            </a:r>
          </a:p>
          <a:p>
            <a:pPr lvl="0"/>
            <a:r>
              <a:rPr lang="zh-CN" altLang="en-US"/>
              <a:t>数据库应用规范</a:t>
            </a:r>
          </a:p>
        </p:txBody>
      </p:sp>
      <p:sp>
        <p:nvSpPr>
          <p:cNvPr id="3" name="文本占位符 2">
            <a:extLst>
              <a:ext uri="{FF2B5EF4-FFF2-40B4-BE49-F238E27FC236}">
                <a16:creationId xmlns:a16="http://schemas.microsoft.com/office/drawing/2014/main" id="{2B71211A-23B0-9F3D-3B59-8F64970BA0F4}"/>
              </a:ext>
            </a:extLst>
          </p:cNvPr>
          <p:cNvSpPr>
            <a:spLocks noGrp="1"/>
          </p:cNvSpPr>
          <p:nvPr>
            <p:ph type="body" sz="quarter" idx="12"/>
          </p:nvPr>
        </p:nvSpPr>
        <p:spPr/>
        <p:txBody>
          <a:bodyPr/>
          <a:lstStyle/>
          <a:p>
            <a:r>
              <a:rPr lang="en-US" altLang="zh-CN"/>
              <a:t>PHP</a:t>
            </a:r>
            <a:r>
              <a:rPr lang="zh-CN" altLang="en-US"/>
              <a:t>规范</a:t>
            </a:r>
          </a:p>
        </p:txBody>
      </p:sp>
    </p:spTree>
    <p:extLst>
      <p:ext uri="{BB962C8B-B14F-4D97-AF65-F5344CB8AC3E}">
        <p14:creationId xmlns:p14="http://schemas.microsoft.com/office/powerpoint/2010/main" val="38741077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C381BFD-5BE9-0BF1-7304-2C6F45075CEF}"/>
              </a:ext>
            </a:extLst>
          </p:cNvPr>
          <p:cNvSpPr>
            <a:spLocks noGrp="1"/>
          </p:cNvSpPr>
          <p:nvPr>
            <p:ph type="body" sz="quarter" idx="18"/>
          </p:nvPr>
        </p:nvSpPr>
        <p:spPr/>
        <p:txBody>
          <a:bodyPr/>
          <a:lstStyle/>
          <a:p>
            <a:r>
              <a:rPr lang="zh-CN" altLang="en-US"/>
              <a:t>总体规范</a:t>
            </a:r>
          </a:p>
        </p:txBody>
      </p:sp>
      <p:pic>
        <p:nvPicPr>
          <p:cNvPr id="8" name="内容占位符 7">
            <a:extLst>
              <a:ext uri="{FF2B5EF4-FFF2-40B4-BE49-F238E27FC236}">
                <a16:creationId xmlns:a16="http://schemas.microsoft.com/office/drawing/2014/main" id="{14D7345E-F478-4E9A-975F-0A191F5C7542}"/>
              </a:ext>
            </a:extLst>
          </p:cNvPr>
          <p:cNvPicPr>
            <a:picLocks noGrp="1" noChangeAspect="1"/>
          </p:cNvPicPr>
          <p:nvPr>
            <p:ph sz="quarter" idx="19"/>
          </p:nvPr>
        </p:nvPicPr>
        <p:blipFill>
          <a:blip r:embed="rId2"/>
          <a:stretch>
            <a:fillRect/>
          </a:stretch>
        </p:blipFill>
        <p:spPr>
          <a:xfrm>
            <a:off x="2276156" y="836613"/>
            <a:ext cx="7696837" cy="5761037"/>
          </a:xfrm>
          <a:prstGeom prst="rect">
            <a:avLst/>
          </a:prstGeom>
        </p:spPr>
      </p:pic>
    </p:spTree>
    <p:extLst>
      <p:ext uri="{BB962C8B-B14F-4D97-AF65-F5344CB8AC3E}">
        <p14:creationId xmlns:p14="http://schemas.microsoft.com/office/powerpoint/2010/main" val="454860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C1916BED-0F52-9E10-4CAF-BA4B7AAAB981}"/>
              </a:ext>
            </a:extLst>
          </p:cNvPr>
          <p:cNvSpPr>
            <a:spLocks noGrp="1"/>
          </p:cNvSpPr>
          <p:nvPr>
            <p:ph type="body" sz="quarter" idx="18"/>
          </p:nvPr>
        </p:nvSpPr>
        <p:spPr/>
        <p:txBody>
          <a:bodyPr/>
          <a:lstStyle/>
          <a:p>
            <a:r>
              <a:rPr lang="zh-CN" altLang="en-US"/>
              <a:t>命名规范</a:t>
            </a:r>
          </a:p>
        </p:txBody>
      </p:sp>
      <p:pic>
        <p:nvPicPr>
          <p:cNvPr id="8" name="内容占位符 7">
            <a:extLst>
              <a:ext uri="{FF2B5EF4-FFF2-40B4-BE49-F238E27FC236}">
                <a16:creationId xmlns:a16="http://schemas.microsoft.com/office/drawing/2014/main" id="{84AD890A-92DD-E563-B6D7-1E3523DA27DC}"/>
              </a:ext>
            </a:extLst>
          </p:cNvPr>
          <p:cNvPicPr>
            <a:picLocks noGrp="1" noChangeAspect="1"/>
          </p:cNvPicPr>
          <p:nvPr>
            <p:ph sz="quarter" idx="19"/>
          </p:nvPr>
        </p:nvPicPr>
        <p:blipFill>
          <a:blip r:embed="rId2"/>
          <a:stretch>
            <a:fillRect/>
          </a:stretch>
        </p:blipFill>
        <p:spPr>
          <a:xfrm>
            <a:off x="2192041" y="836613"/>
            <a:ext cx="7865067" cy="5761037"/>
          </a:xfrm>
          <a:prstGeom prst="rect">
            <a:avLst/>
          </a:prstGeom>
        </p:spPr>
      </p:pic>
    </p:spTree>
    <p:extLst>
      <p:ext uri="{BB962C8B-B14F-4D97-AF65-F5344CB8AC3E}">
        <p14:creationId xmlns:p14="http://schemas.microsoft.com/office/powerpoint/2010/main" val="23930734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内容占位符 18">
            <a:extLst>
              <a:ext uri="{FF2B5EF4-FFF2-40B4-BE49-F238E27FC236}">
                <a16:creationId xmlns:a16="http://schemas.microsoft.com/office/drawing/2014/main" id="{7E995D3B-DF77-FF90-936E-8B59C14B1CB6}"/>
              </a:ext>
            </a:extLst>
          </p:cNvPr>
          <p:cNvPicPr>
            <a:picLocks noGrp="1" noChangeAspect="1"/>
          </p:cNvPicPr>
          <p:nvPr>
            <p:ph sz="quarter" idx="19"/>
          </p:nvPr>
        </p:nvPicPr>
        <p:blipFill>
          <a:blip r:embed="rId2"/>
          <a:stretch>
            <a:fillRect/>
          </a:stretch>
        </p:blipFill>
        <p:spPr>
          <a:xfrm>
            <a:off x="335361" y="1067095"/>
            <a:ext cx="7136354" cy="4306121"/>
          </a:xfrm>
          <a:prstGeom prst="rect">
            <a:avLst/>
          </a:prstGeom>
        </p:spPr>
      </p:pic>
      <p:pic>
        <p:nvPicPr>
          <p:cNvPr id="15" name="图片 14">
            <a:extLst>
              <a:ext uri="{FF2B5EF4-FFF2-40B4-BE49-F238E27FC236}">
                <a16:creationId xmlns:a16="http://schemas.microsoft.com/office/drawing/2014/main" id="{BF5D7A1F-3307-2990-6A4C-2D60DD741801}"/>
              </a:ext>
            </a:extLst>
          </p:cNvPr>
          <p:cNvPicPr>
            <a:picLocks noChangeAspect="1"/>
          </p:cNvPicPr>
          <p:nvPr/>
        </p:nvPicPr>
        <p:blipFill>
          <a:blip r:embed="rId3"/>
          <a:stretch>
            <a:fillRect/>
          </a:stretch>
        </p:blipFill>
        <p:spPr>
          <a:xfrm>
            <a:off x="6096000" y="365337"/>
            <a:ext cx="5947154" cy="6208453"/>
          </a:xfrm>
          <a:prstGeom prst="rect">
            <a:avLst/>
          </a:prstGeom>
        </p:spPr>
      </p:pic>
      <p:sp>
        <p:nvSpPr>
          <p:cNvPr id="2" name="文本占位符 1">
            <a:extLst>
              <a:ext uri="{FF2B5EF4-FFF2-40B4-BE49-F238E27FC236}">
                <a16:creationId xmlns:a16="http://schemas.microsoft.com/office/drawing/2014/main" id="{54C8A529-7385-29C3-6DEC-8C3D34A609EF}"/>
              </a:ext>
            </a:extLst>
          </p:cNvPr>
          <p:cNvSpPr>
            <a:spLocks noGrp="1"/>
          </p:cNvSpPr>
          <p:nvPr>
            <p:ph type="body" sz="quarter" idx="18"/>
          </p:nvPr>
        </p:nvSpPr>
        <p:spPr/>
        <p:txBody>
          <a:bodyPr/>
          <a:lstStyle/>
          <a:p>
            <a:r>
              <a:rPr lang="zh-CN" altLang="en-US"/>
              <a:t>控制结构规范</a:t>
            </a:r>
          </a:p>
        </p:txBody>
      </p:sp>
    </p:spTree>
    <p:extLst>
      <p:ext uri="{BB962C8B-B14F-4D97-AF65-F5344CB8AC3E}">
        <p14:creationId xmlns:p14="http://schemas.microsoft.com/office/powerpoint/2010/main" val="6063640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08CB3D6-93DD-00D5-5ED6-8EE8F08E192A}"/>
              </a:ext>
            </a:extLst>
          </p:cNvPr>
          <p:cNvSpPr>
            <a:spLocks noGrp="1"/>
          </p:cNvSpPr>
          <p:nvPr>
            <p:ph type="body" sz="quarter" idx="18"/>
          </p:nvPr>
        </p:nvSpPr>
        <p:spPr/>
        <p:txBody>
          <a:bodyPr/>
          <a:lstStyle/>
          <a:p>
            <a:r>
              <a:rPr lang="zh-CN" altLang="en-US"/>
              <a:t>数据库应用规范</a:t>
            </a:r>
          </a:p>
        </p:txBody>
      </p:sp>
      <p:pic>
        <p:nvPicPr>
          <p:cNvPr id="8" name="内容占位符 7">
            <a:extLst>
              <a:ext uri="{FF2B5EF4-FFF2-40B4-BE49-F238E27FC236}">
                <a16:creationId xmlns:a16="http://schemas.microsoft.com/office/drawing/2014/main" id="{4F6E670F-40E8-E69F-52E8-1EDCA7E08471}"/>
              </a:ext>
            </a:extLst>
          </p:cNvPr>
          <p:cNvPicPr>
            <a:picLocks noGrp="1" noChangeAspect="1"/>
          </p:cNvPicPr>
          <p:nvPr>
            <p:ph sz="quarter" idx="19"/>
          </p:nvPr>
        </p:nvPicPr>
        <p:blipFill>
          <a:blip r:embed="rId2"/>
          <a:stretch>
            <a:fillRect/>
          </a:stretch>
        </p:blipFill>
        <p:spPr>
          <a:xfrm>
            <a:off x="1210289" y="1821893"/>
            <a:ext cx="9828571" cy="3790476"/>
          </a:xfrm>
          <a:prstGeom prst="rect">
            <a:avLst/>
          </a:prstGeom>
        </p:spPr>
      </p:pic>
    </p:spTree>
    <p:extLst>
      <p:ext uri="{BB962C8B-B14F-4D97-AF65-F5344CB8AC3E}">
        <p14:creationId xmlns:p14="http://schemas.microsoft.com/office/powerpoint/2010/main" val="39054456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4419F3B6-25AC-4A1D-4406-D6739178902D}"/>
              </a:ext>
            </a:extLst>
          </p:cNvPr>
          <p:cNvSpPr>
            <a:spLocks noGrp="1"/>
          </p:cNvSpPr>
          <p:nvPr>
            <p:ph type="body" sz="quarter" idx="18"/>
          </p:nvPr>
        </p:nvSpPr>
        <p:spPr/>
        <p:txBody>
          <a:bodyPr/>
          <a:lstStyle/>
          <a:p>
            <a:r>
              <a:rPr lang="zh-CN" altLang="en-US"/>
              <a:t>第四次课汇总提交</a:t>
            </a:r>
          </a:p>
        </p:txBody>
      </p:sp>
      <p:graphicFrame>
        <p:nvGraphicFramePr>
          <p:cNvPr id="6" name="内容占位符 5"/>
          <p:cNvGraphicFramePr>
            <a:graphicFrameLocks noGrp="1"/>
          </p:cNvGraphicFramePr>
          <p:nvPr>
            <p:ph sz="quarter" idx="19"/>
            <p:extLst>
              <p:ext uri="{D42A27DB-BD31-4B8C-83A1-F6EECF244321}">
                <p14:modId xmlns:p14="http://schemas.microsoft.com/office/powerpoint/2010/main" val="1781461315"/>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001741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0BA4BFE-445D-714A-C93C-CCA86E727194}"/>
              </a:ext>
            </a:extLst>
          </p:cNvPr>
          <p:cNvSpPr>
            <a:spLocks noGrp="1"/>
          </p:cNvSpPr>
          <p:nvPr>
            <p:ph type="body" sz="quarter" idx="18"/>
          </p:nvPr>
        </p:nvSpPr>
        <p:spPr/>
        <p:txBody>
          <a:bodyPr/>
          <a:lstStyle/>
          <a:p>
            <a:r>
              <a:rPr lang="zh-CN" altLang="en-US"/>
              <a:t>禁止抄袭</a:t>
            </a:r>
          </a:p>
        </p:txBody>
      </p:sp>
      <p:sp>
        <p:nvSpPr>
          <p:cNvPr id="4" name="内容占位符 3"/>
          <p:cNvSpPr>
            <a:spLocks noGrp="1"/>
          </p:cNvSpPr>
          <p:nvPr>
            <p:ph sz="quarter" idx="19"/>
          </p:nvPr>
        </p:nvSpPr>
        <p:spPr>
          <a:prstGeom prst="rect">
            <a:avLst/>
          </a:prstGeom>
        </p:spPr>
        <p:txBody>
          <a:bodyPr/>
          <a:lstStyle/>
          <a:p>
            <a:r>
              <a:rPr lang="zh-CN" altLang="en-US"/>
              <a:t>作业中如果发现与自己信息</a:t>
            </a:r>
            <a:r>
              <a:rPr lang="zh-CN" altLang="en-US">
                <a:solidFill>
                  <a:srgbClr val="FF0000"/>
                </a:solidFill>
              </a:rPr>
              <a:t>不一致</a:t>
            </a:r>
            <a:r>
              <a:rPr lang="zh-CN" altLang="en-US"/>
              <a:t>的情况，一律被认定为</a:t>
            </a:r>
            <a:r>
              <a:rPr lang="zh-CN" altLang="en-US" sz="4800">
                <a:solidFill>
                  <a:srgbClr val="FF0000"/>
                </a:solidFill>
              </a:rPr>
              <a:t>抄袭</a:t>
            </a:r>
            <a:r>
              <a:rPr lang="zh-CN" altLang="en-US"/>
              <a:t>！！！</a:t>
            </a:r>
          </a:p>
        </p:txBody>
      </p:sp>
    </p:spTree>
    <p:extLst>
      <p:ext uri="{BB962C8B-B14F-4D97-AF65-F5344CB8AC3E}">
        <p14:creationId xmlns:p14="http://schemas.microsoft.com/office/powerpoint/2010/main" val="13233938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24919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AD9BB3DD-87E7-4845-A9F9-B9A1F7D1C777}" vid="{A91A1C3F-1B5C-4821-B27A-0911F595F24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2026绿色主题</Template>
  <TotalTime>2737</TotalTime>
  <Words>1041</Words>
  <Application>Microsoft Office PowerPoint</Application>
  <PresentationFormat>宽屏</PresentationFormat>
  <Paragraphs>199</Paragraphs>
  <Slides>56</Slides>
  <Notes>4</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56</vt:i4>
      </vt:variant>
    </vt:vector>
  </HeadingPairs>
  <TitlesOfParts>
    <vt:vector size="66" baseType="lpstr">
      <vt:lpstr>Microsoft YaHei UI</vt:lpstr>
      <vt:lpstr>quote-cjk-patch</vt:lpstr>
      <vt:lpstr>等线</vt:lpstr>
      <vt:lpstr>等线 Light</vt:lpstr>
      <vt:lpstr>Arial</vt:lpstr>
      <vt:lpstr>Calibri</vt:lpstr>
      <vt:lpstr>Wingdings</vt:lpstr>
      <vt:lpstr>2026绿色主题</vt:lpstr>
      <vt:lpstr>1_自定义设计方案</vt:lpstr>
      <vt:lpstr>自定义设计方案</vt:lpstr>
      <vt:lpstr>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企业级网站开发与部署</dc:title>
  <dc:creator>guicathy</dc:creator>
  <cp:lastModifiedBy>荣枝 桂</cp:lastModifiedBy>
  <cp:revision>879</cp:revision>
  <dcterms:created xsi:type="dcterms:W3CDTF">2017-09-04T14:55:54Z</dcterms:created>
  <dcterms:modified xsi:type="dcterms:W3CDTF">2026-03-22T13:58:45Z</dcterms:modified>
</cp:coreProperties>
</file>