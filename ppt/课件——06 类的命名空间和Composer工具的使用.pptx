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4.xml" ContentType="application/vnd.openxmlformats-officedocument.them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5.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6.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9" r:id="rId2"/>
    <p:sldMasterId id="2147483689" r:id="rId3"/>
    <p:sldMasterId id="2147483701" r:id="rId4"/>
    <p:sldMasterId id="2147483720" r:id="rId5"/>
    <p:sldMasterId id="2147483732" r:id="rId6"/>
    <p:sldMasterId id="2147483746" r:id="rId7"/>
  </p:sldMasterIdLst>
  <p:notesMasterIdLst>
    <p:notesMasterId r:id="rId64"/>
  </p:notesMasterIdLst>
  <p:sldIdLst>
    <p:sldId id="1235" r:id="rId8"/>
    <p:sldId id="1299" r:id="rId9"/>
    <p:sldId id="1334" r:id="rId10"/>
    <p:sldId id="1234" r:id="rId11"/>
    <p:sldId id="1236" r:id="rId12"/>
    <p:sldId id="1237" r:id="rId13"/>
    <p:sldId id="1333" r:id="rId14"/>
    <p:sldId id="1301" r:id="rId15"/>
    <p:sldId id="1239" r:id="rId16"/>
    <p:sldId id="1332" r:id="rId17"/>
    <p:sldId id="1241" r:id="rId18"/>
    <p:sldId id="1243" r:id="rId19"/>
    <p:sldId id="1242" r:id="rId20"/>
    <p:sldId id="1335" r:id="rId21"/>
    <p:sldId id="1238" r:id="rId22"/>
    <p:sldId id="1244" r:id="rId23"/>
    <p:sldId id="1254" r:id="rId24"/>
    <p:sldId id="1302" r:id="rId25"/>
    <p:sldId id="1119" r:id="rId26"/>
    <p:sldId id="1312" r:id="rId27"/>
    <p:sldId id="1313" r:id="rId28"/>
    <p:sldId id="1314" r:id="rId29"/>
    <p:sldId id="1285" r:id="rId30"/>
    <p:sldId id="1132" r:id="rId31"/>
    <p:sldId id="1144" r:id="rId32"/>
    <p:sldId id="1329" r:id="rId33"/>
    <p:sldId id="1258" r:id="rId34"/>
    <p:sldId id="1324" r:id="rId35"/>
    <p:sldId id="1264" r:id="rId36"/>
    <p:sldId id="1278" r:id="rId37"/>
    <p:sldId id="1279" r:id="rId38"/>
    <p:sldId id="1315" r:id="rId39"/>
    <p:sldId id="1325" r:id="rId40"/>
    <p:sldId id="1337" r:id="rId41"/>
    <p:sldId id="1328" r:id="rId42"/>
    <p:sldId id="1316" r:id="rId43"/>
    <p:sldId id="1330" r:id="rId44"/>
    <p:sldId id="1135" r:id="rId45"/>
    <p:sldId id="1318" r:id="rId46"/>
    <p:sldId id="1284" r:id="rId47"/>
    <p:sldId id="1319" r:id="rId48"/>
    <p:sldId id="1145" r:id="rId49"/>
    <p:sldId id="1146" r:id="rId50"/>
    <p:sldId id="1147" r:id="rId51"/>
    <p:sldId id="1148" r:id="rId52"/>
    <p:sldId id="1326" r:id="rId53"/>
    <p:sldId id="1327" r:id="rId54"/>
    <p:sldId id="1247" r:id="rId55"/>
    <p:sldId id="1248" r:id="rId56"/>
    <p:sldId id="1320" r:id="rId57"/>
    <p:sldId id="1321" r:id="rId58"/>
    <p:sldId id="1322" r:id="rId59"/>
    <p:sldId id="1323" r:id="rId60"/>
    <p:sldId id="1336" r:id="rId61"/>
    <p:sldId id="463" r:id="rId62"/>
    <p:sldId id="1338" r:id="rId6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91" autoAdjust="0"/>
    <p:restoredTop sz="94660"/>
  </p:normalViewPr>
  <p:slideViewPr>
    <p:cSldViewPr snapToGrid="0">
      <p:cViewPr varScale="1">
        <p:scale>
          <a:sx n="66" d="100"/>
          <a:sy n="66" d="100"/>
        </p:scale>
        <p:origin x="54" y="3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slide" Target="slides/slide43.xml"/><Relationship Id="rId55" Type="http://schemas.openxmlformats.org/officeDocument/2006/relationships/slide" Target="slides/slide48.xml"/><Relationship Id="rId63" Type="http://schemas.openxmlformats.org/officeDocument/2006/relationships/slide" Target="slides/slide56.xml"/><Relationship Id="rId68"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viewProps" Target="viewProps.xml"/><Relationship Id="rId5" Type="http://schemas.openxmlformats.org/officeDocument/2006/relationships/slideMaster" Target="slideMasters/slideMaster5.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notesMaster" Target="notesMasters/notesMaster1.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81E-4203-BBCE-22F32F12D100}"/>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881E-4203-BBCE-22F32F12D100}"/>
              </c:ext>
            </c:extLst>
          </c:dPt>
          <c:cat>
            <c:strRef>
              <c:f>Sheet1!$A$2:$A$3</c:f>
              <c:strCache>
                <c:ptCount val="2"/>
                <c:pt idx="0">
                  <c:v>第一季度</c:v>
                </c:pt>
                <c:pt idx="1">
                  <c:v>第二季度</c:v>
                </c:pt>
              </c:strCache>
            </c:strRef>
          </c:cat>
          <c:val>
            <c:numRef>
              <c:f>Sheet1!$B$2:$B$3</c:f>
              <c:numCache>
                <c:formatCode>General</c:formatCode>
                <c:ptCount val="2"/>
                <c:pt idx="0">
                  <c:v>45</c:v>
                </c:pt>
                <c:pt idx="1">
                  <c:v>55</c:v>
                </c:pt>
              </c:numCache>
            </c:numRef>
          </c:val>
          <c:extLst>
            <c:ext xmlns:c16="http://schemas.microsoft.com/office/drawing/2014/chart" uri="{C3380CC4-5D6E-409C-BE32-E72D297353CC}">
              <c16:uniqueId val="{00000004-881E-4203-BBCE-22F32F12D10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2"/>
              </a:solidFill>
              <a:ln w="19050">
                <a:solidFill>
                  <a:schemeClr val="lt1"/>
                </a:solidFill>
              </a:ln>
              <a:effectLst/>
            </c:spPr>
            <c:extLst>
              <c:ext xmlns:c16="http://schemas.microsoft.com/office/drawing/2014/chart" uri="{C3380CC4-5D6E-409C-BE32-E72D297353CC}">
                <c16:uniqueId val="{00000001-DB27-491C-8870-D8FC7CB7CAAD}"/>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DB27-491C-8870-D8FC7CB7CAAD}"/>
              </c:ext>
            </c:extLst>
          </c:dPt>
          <c:cat>
            <c:strRef>
              <c:f>Sheet1!$A$2:$A$3</c:f>
              <c:strCache>
                <c:ptCount val="2"/>
                <c:pt idx="0">
                  <c:v>第一季度</c:v>
                </c:pt>
                <c:pt idx="1">
                  <c:v>第二季度</c:v>
                </c:pt>
              </c:strCache>
            </c:strRef>
          </c:cat>
          <c:val>
            <c:numRef>
              <c:f>Sheet1!$B$2:$B$3</c:f>
              <c:numCache>
                <c:formatCode>General</c:formatCode>
                <c:ptCount val="2"/>
                <c:pt idx="0">
                  <c:v>88</c:v>
                </c:pt>
                <c:pt idx="1">
                  <c:v>12</c:v>
                </c:pt>
              </c:numCache>
            </c:numRef>
          </c:val>
          <c:extLst>
            <c:ext xmlns:c16="http://schemas.microsoft.com/office/drawing/2014/chart" uri="{C3380CC4-5D6E-409C-BE32-E72D297353CC}">
              <c16:uniqueId val="{00000004-DB27-491C-8870-D8FC7CB7CAA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5"/>
              </a:solidFill>
              <a:ln w="19050">
                <a:solidFill>
                  <a:schemeClr val="lt1"/>
                </a:solidFill>
              </a:ln>
              <a:effectLst/>
            </c:spPr>
            <c:extLst>
              <c:ext xmlns:c16="http://schemas.microsoft.com/office/drawing/2014/chart" uri="{C3380CC4-5D6E-409C-BE32-E72D297353CC}">
                <c16:uniqueId val="{00000001-3FE7-4867-B05F-60761AF660D6}"/>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3FE7-4867-B05F-60761AF660D6}"/>
              </c:ext>
            </c:extLst>
          </c:dPt>
          <c:cat>
            <c:strRef>
              <c:f>Sheet1!$A$2:$A$3</c:f>
              <c:strCache>
                <c:ptCount val="2"/>
                <c:pt idx="0">
                  <c:v>第一季度</c:v>
                </c:pt>
                <c:pt idx="1">
                  <c:v>第二季度</c:v>
                </c:pt>
              </c:strCache>
            </c:strRef>
          </c:cat>
          <c:val>
            <c:numRef>
              <c:f>Sheet1!$B$2:$B$3</c:f>
              <c:numCache>
                <c:formatCode>General</c:formatCode>
                <c:ptCount val="2"/>
                <c:pt idx="0">
                  <c:v>36</c:v>
                </c:pt>
                <c:pt idx="1">
                  <c:v>64</c:v>
                </c:pt>
              </c:numCache>
            </c:numRef>
          </c:val>
          <c:extLst>
            <c:ext xmlns:c16="http://schemas.microsoft.com/office/drawing/2014/chart" uri="{C3380CC4-5D6E-409C-BE32-E72D297353CC}">
              <c16:uniqueId val="{00000004-3FE7-4867-B05F-60761AF660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horzOverflow="overflow" vert="horz" wrap="square" anchor="ctr" anchorCtr="1"/>
        <a:lstStyle/>
        <a:p>
          <a:pPr>
            <a:defRPr lang="zh-CN" sz="2200" b="1" i="0" u="none" strike="noStrike" kern="1200" cap="all" spc="5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BCC-4B15-AE2E-6D927312DC1E}"/>
            </c:ext>
          </c:extLst>
        </c:ser>
        <c:ser>
          <c:idx val="1"/>
          <c:order val="1"/>
          <c:tx>
            <c:strRef>
              <c:f>Sheet1!$C$1</c:f>
              <c:strCache>
                <c:ptCount val="1"/>
                <c:pt idx="0">
                  <c:v>系列 2</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BCC-4B15-AE2E-6D927312DC1E}"/>
            </c:ext>
          </c:extLst>
        </c:ser>
        <c:ser>
          <c:idx val="2"/>
          <c:order val="2"/>
          <c:tx>
            <c:strRef>
              <c:f>Sheet1!$D$1</c:f>
              <c:strCache>
                <c:ptCount val="1"/>
                <c:pt idx="0">
                  <c:v>系列 3</c:v>
                </c:pt>
              </c:strCache>
            </c:strRef>
          </c:tx>
          <c:spPr>
            <a:gradFill flip="none" rotWithShape="1">
              <a:gsLst>
                <a:gs pos="0">
                  <a:schemeClr val="accent5"/>
                </a:gs>
                <a:gs pos="100000">
                  <a:schemeClr val="accent5">
                    <a:alpha val="0"/>
                  </a:schemeClr>
                </a:gs>
              </a:gsLst>
              <a:lin ang="5400000" scaled="1"/>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BCC-4B15-AE2E-6D927312DC1E}"/>
            </c:ext>
          </c:extLst>
        </c:ser>
        <c:dLbls>
          <c:dLblPos val="outEnd"/>
          <c:showLegendKey val="0"/>
          <c:showVal val="1"/>
          <c:showCatName val="0"/>
          <c:showSerName val="0"/>
          <c:showPercent val="0"/>
          <c:showBubbleSize val="0"/>
        </c:dLbls>
        <c:gapWidth val="355"/>
        <c:overlap val="-70"/>
        <c:axId val="41633792"/>
        <c:axId val="35447936"/>
      </c:barChart>
      <c:catAx>
        <c:axId val="41633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35447936"/>
        <c:crosses val="autoZero"/>
        <c:auto val="1"/>
        <c:lblAlgn val="ctr"/>
        <c:lblOffset val="100"/>
        <c:tickMarkSkip val="1"/>
        <c:noMultiLvlLbl val="0"/>
      </c:catAx>
      <c:valAx>
        <c:axId val="35447936"/>
        <c:scaling>
          <c:orientation val="minMax"/>
          <c:max val="5"/>
        </c:scaling>
        <c:delete val="0"/>
        <c:axPos val="l"/>
        <c:majorGridlines>
          <c:spPr>
            <a:ln w="9525" cap="flat" cmpd="sng" algn="ctr">
              <a:gradFill>
                <a:gsLst>
                  <a:gs pos="100000">
                    <a:schemeClr val="tx1">
                      <a:lumMod val="5000"/>
                      <a:lumOff val="95000"/>
                    </a:schemeClr>
                  </a:gs>
                  <a:gs pos="0">
                    <a:schemeClr val="tx1">
                      <a:lumMod val="25000"/>
                      <a:lumOff val="7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41633792"/>
        <c:crosses val="autoZero"/>
        <c:crossBetween val="between"/>
      </c:valAx>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81E-4203-BBCE-22F32F12D100}"/>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881E-4203-BBCE-22F32F12D100}"/>
              </c:ext>
            </c:extLst>
          </c:dPt>
          <c:cat>
            <c:strRef>
              <c:f>Sheet1!$A$2:$A$3</c:f>
              <c:strCache>
                <c:ptCount val="2"/>
                <c:pt idx="0">
                  <c:v>第一季度</c:v>
                </c:pt>
                <c:pt idx="1">
                  <c:v>第二季度</c:v>
                </c:pt>
              </c:strCache>
            </c:strRef>
          </c:cat>
          <c:val>
            <c:numRef>
              <c:f>Sheet1!$B$2:$B$3</c:f>
              <c:numCache>
                <c:formatCode>General</c:formatCode>
                <c:ptCount val="2"/>
                <c:pt idx="0">
                  <c:v>45</c:v>
                </c:pt>
                <c:pt idx="1">
                  <c:v>55</c:v>
                </c:pt>
              </c:numCache>
            </c:numRef>
          </c:val>
          <c:extLst>
            <c:ext xmlns:c16="http://schemas.microsoft.com/office/drawing/2014/chart" uri="{C3380CC4-5D6E-409C-BE32-E72D297353CC}">
              <c16:uniqueId val="{00000004-881E-4203-BBCE-22F32F12D10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2"/>
              </a:solidFill>
              <a:ln w="19050">
                <a:solidFill>
                  <a:schemeClr val="lt1"/>
                </a:solidFill>
              </a:ln>
              <a:effectLst/>
            </c:spPr>
            <c:extLst>
              <c:ext xmlns:c16="http://schemas.microsoft.com/office/drawing/2014/chart" uri="{C3380CC4-5D6E-409C-BE32-E72D297353CC}">
                <c16:uniqueId val="{00000001-DB27-491C-8870-D8FC7CB7CAAD}"/>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DB27-491C-8870-D8FC7CB7CAAD}"/>
              </c:ext>
            </c:extLst>
          </c:dPt>
          <c:cat>
            <c:strRef>
              <c:f>Sheet1!$A$2:$A$3</c:f>
              <c:strCache>
                <c:ptCount val="2"/>
                <c:pt idx="0">
                  <c:v>第一季度</c:v>
                </c:pt>
                <c:pt idx="1">
                  <c:v>第二季度</c:v>
                </c:pt>
              </c:strCache>
            </c:strRef>
          </c:cat>
          <c:val>
            <c:numRef>
              <c:f>Sheet1!$B$2:$B$3</c:f>
              <c:numCache>
                <c:formatCode>General</c:formatCode>
                <c:ptCount val="2"/>
                <c:pt idx="0">
                  <c:v>88</c:v>
                </c:pt>
                <c:pt idx="1">
                  <c:v>12</c:v>
                </c:pt>
              </c:numCache>
            </c:numRef>
          </c:val>
          <c:extLst>
            <c:ext xmlns:c16="http://schemas.microsoft.com/office/drawing/2014/chart" uri="{C3380CC4-5D6E-409C-BE32-E72D297353CC}">
              <c16:uniqueId val="{00000004-DB27-491C-8870-D8FC7CB7CAA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5"/>
              </a:solidFill>
              <a:ln w="19050">
                <a:solidFill>
                  <a:schemeClr val="lt1"/>
                </a:solidFill>
              </a:ln>
              <a:effectLst/>
            </c:spPr>
            <c:extLst>
              <c:ext xmlns:c16="http://schemas.microsoft.com/office/drawing/2014/chart" uri="{C3380CC4-5D6E-409C-BE32-E72D297353CC}">
                <c16:uniqueId val="{00000001-3FE7-4867-B05F-60761AF660D6}"/>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3FE7-4867-B05F-60761AF660D6}"/>
              </c:ext>
            </c:extLst>
          </c:dPt>
          <c:cat>
            <c:strRef>
              <c:f>Sheet1!$A$2:$A$3</c:f>
              <c:strCache>
                <c:ptCount val="2"/>
                <c:pt idx="0">
                  <c:v>第一季度</c:v>
                </c:pt>
                <c:pt idx="1">
                  <c:v>第二季度</c:v>
                </c:pt>
              </c:strCache>
            </c:strRef>
          </c:cat>
          <c:val>
            <c:numRef>
              <c:f>Sheet1!$B$2:$B$3</c:f>
              <c:numCache>
                <c:formatCode>General</c:formatCode>
                <c:ptCount val="2"/>
                <c:pt idx="0">
                  <c:v>36</c:v>
                </c:pt>
                <c:pt idx="1">
                  <c:v>64</c:v>
                </c:pt>
              </c:numCache>
            </c:numRef>
          </c:val>
          <c:extLst>
            <c:ext xmlns:c16="http://schemas.microsoft.com/office/drawing/2014/chart" uri="{C3380CC4-5D6E-409C-BE32-E72D297353CC}">
              <c16:uniqueId val="{00000004-3FE7-4867-B05F-60761AF660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horzOverflow="overflow" vert="horz" wrap="square" anchor="ctr" anchorCtr="1"/>
        <a:lstStyle/>
        <a:p>
          <a:pPr>
            <a:defRPr lang="zh-CN" sz="2200" b="1" i="0" u="none" strike="noStrike" kern="1200" cap="all" spc="5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BCC-4B15-AE2E-6D927312DC1E}"/>
            </c:ext>
          </c:extLst>
        </c:ser>
        <c:ser>
          <c:idx val="1"/>
          <c:order val="1"/>
          <c:tx>
            <c:strRef>
              <c:f>Sheet1!$C$1</c:f>
              <c:strCache>
                <c:ptCount val="1"/>
                <c:pt idx="0">
                  <c:v>系列 2</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BCC-4B15-AE2E-6D927312DC1E}"/>
            </c:ext>
          </c:extLst>
        </c:ser>
        <c:ser>
          <c:idx val="2"/>
          <c:order val="2"/>
          <c:tx>
            <c:strRef>
              <c:f>Sheet1!$D$1</c:f>
              <c:strCache>
                <c:ptCount val="1"/>
                <c:pt idx="0">
                  <c:v>系列 3</c:v>
                </c:pt>
              </c:strCache>
            </c:strRef>
          </c:tx>
          <c:spPr>
            <a:gradFill flip="none" rotWithShape="1">
              <a:gsLst>
                <a:gs pos="0">
                  <a:schemeClr val="accent5"/>
                </a:gs>
                <a:gs pos="100000">
                  <a:schemeClr val="accent5">
                    <a:alpha val="0"/>
                  </a:schemeClr>
                </a:gs>
              </a:gsLst>
              <a:lin ang="5400000" scaled="1"/>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BCC-4B15-AE2E-6D927312DC1E}"/>
            </c:ext>
          </c:extLst>
        </c:ser>
        <c:dLbls>
          <c:dLblPos val="outEnd"/>
          <c:showLegendKey val="0"/>
          <c:showVal val="1"/>
          <c:showCatName val="0"/>
          <c:showSerName val="0"/>
          <c:showPercent val="0"/>
          <c:showBubbleSize val="0"/>
        </c:dLbls>
        <c:gapWidth val="355"/>
        <c:overlap val="-70"/>
        <c:axId val="41633792"/>
        <c:axId val="35447936"/>
      </c:barChart>
      <c:catAx>
        <c:axId val="41633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35447936"/>
        <c:crosses val="autoZero"/>
        <c:auto val="1"/>
        <c:lblAlgn val="ctr"/>
        <c:lblOffset val="100"/>
        <c:tickMarkSkip val="1"/>
        <c:noMultiLvlLbl val="0"/>
      </c:catAx>
      <c:valAx>
        <c:axId val="35447936"/>
        <c:scaling>
          <c:orientation val="minMax"/>
          <c:max val="5"/>
        </c:scaling>
        <c:delete val="0"/>
        <c:axPos val="l"/>
        <c:majorGridlines>
          <c:spPr>
            <a:ln w="9525" cap="flat" cmpd="sng" algn="ctr">
              <a:gradFill>
                <a:gsLst>
                  <a:gs pos="100000">
                    <a:schemeClr val="tx1">
                      <a:lumMod val="5000"/>
                      <a:lumOff val="95000"/>
                    </a:schemeClr>
                  </a:gs>
                  <a:gs pos="0">
                    <a:schemeClr val="tx1">
                      <a:lumMod val="25000"/>
                      <a:lumOff val="7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41633792"/>
        <c:crosses val="autoZero"/>
        <c:crossBetween val="between"/>
      </c:valAx>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diagrams/_rels/data6.xml.rels><?xml version="1.0" encoding="UTF-8" standalone="yes"?>
<Relationships xmlns="http://schemas.openxmlformats.org/package/2006/relationships"><Relationship Id="rId1" Type="http://schemas.openxmlformats.org/officeDocument/2006/relationships/hyperlink" Target="https://getcomposer.org/download/" TargetMode="External"/></Relationships>
</file>

<file path=ppt/diagrams/_rels/drawing6.xml.rels><?xml version="1.0" encoding="UTF-8" standalone="yes"?>
<Relationships xmlns="http://schemas.openxmlformats.org/package/2006/relationships"><Relationship Id="rId1" Type="http://schemas.openxmlformats.org/officeDocument/2006/relationships/hyperlink" Target="https://getcomposer.org/download/" TargetMode="Externa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5D8971-ACB2-4236-B6E6-139E5A972C1D}"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zh-CN" altLang="en-US"/>
        </a:p>
      </dgm:t>
    </dgm:pt>
    <dgm:pt modelId="{1EED6A50-F52B-4751-AACB-69B14CFBC95D}">
      <dgm:prSet phldrT="[文本]"/>
      <dgm:spPr/>
      <dgm:t>
        <a:bodyPr/>
        <a:lstStyle/>
        <a:p>
          <a:r>
            <a:rPr lang="zh-CN" altLang="en-US"/>
            <a:t>命名空间</a:t>
          </a:r>
        </a:p>
      </dgm:t>
    </dgm:pt>
    <dgm:pt modelId="{00D1C5AD-F0AE-4CCB-9A4D-FD29C9DFA30F}" type="parTrans" cxnId="{D8CFE409-C27F-4600-9E5C-B5C667AC89F6}">
      <dgm:prSet/>
      <dgm:spPr/>
      <dgm:t>
        <a:bodyPr/>
        <a:lstStyle/>
        <a:p>
          <a:endParaRPr lang="zh-CN" altLang="en-US"/>
        </a:p>
      </dgm:t>
    </dgm:pt>
    <dgm:pt modelId="{7702CF36-97A4-4876-B491-D738262D463A}" type="sibTrans" cxnId="{D8CFE409-C27F-4600-9E5C-B5C667AC89F6}">
      <dgm:prSet/>
      <dgm:spPr/>
      <dgm:t>
        <a:bodyPr/>
        <a:lstStyle/>
        <a:p>
          <a:endParaRPr lang="zh-CN" altLang="en-US"/>
        </a:p>
      </dgm:t>
    </dgm:pt>
    <dgm:pt modelId="{6918702A-D9A2-4A84-B304-B5E13F42C633}">
      <dgm:prSet phldrT="[文本]"/>
      <dgm:spPr/>
      <dgm:t>
        <a:bodyPr/>
        <a:lstStyle/>
        <a:p>
          <a:r>
            <a:rPr lang="zh-CN" altLang="en-US"/>
            <a:t>命名空间概述</a:t>
          </a:r>
        </a:p>
      </dgm:t>
    </dgm:pt>
    <dgm:pt modelId="{8A2F56E8-AF4C-45B6-B22C-746F526D78B8}" type="parTrans" cxnId="{5F1EA009-523A-4487-A9A1-8F2FD8E81F29}">
      <dgm:prSet/>
      <dgm:spPr/>
      <dgm:t>
        <a:bodyPr/>
        <a:lstStyle/>
        <a:p>
          <a:endParaRPr lang="zh-CN" altLang="en-US"/>
        </a:p>
      </dgm:t>
    </dgm:pt>
    <dgm:pt modelId="{E24D23FA-CE03-4366-8B89-90D13941A91C}" type="sibTrans" cxnId="{5F1EA009-523A-4487-A9A1-8F2FD8E81F29}">
      <dgm:prSet/>
      <dgm:spPr/>
      <dgm:t>
        <a:bodyPr/>
        <a:lstStyle/>
        <a:p>
          <a:endParaRPr lang="zh-CN" altLang="en-US"/>
        </a:p>
      </dgm:t>
    </dgm:pt>
    <dgm:pt modelId="{26D870EA-CBEF-4B9D-8E5C-B0E869C0CE18}">
      <dgm:prSet phldrT="[文本]" phldr="0"/>
      <dgm:spPr/>
      <dgm:t>
        <a:bodyPr/>
        <a:lstStyle/>
        <a:p>
          <a:r>
            <a:rPr lang="en-US" altLang="zh-CN"/>
            <a:t>Composer</a:t>
          </a:r>
          <a:r>
            <a:rPr lang="zh-CN" altLang="en-US"/>
            <a:t>工具的使用</a:t>
          </a:r>
        </a:p>
      </dgm:t>
    </dgm:pt>
    <dgm:pt modelId="{D788AA0E-599E-44E1-BEA4-D86BDE2427BE}" type="parTrans" cxnId="{9DDC90BD-1F83-478F-B201-6B1C987D7AAD}">
      <dgm:prSet/>
      <dgm:spPr/>
      <dgm:t>
        <a:bodyPr/>
        <a:lstStyle/>
        <a:p>
          <a:endParaRPr lang="zh-CN" altLang="en-US"/>
        </a:p>
      </dgm:t>
    </dgm:pt>
    <dgm:pt modelId="{602DC540-569D-418D-B7DF-601927270FD4}" type="sibTrans" cxnId="{9DDC90BD-1F83-478F-B201-6B1C987D7AAD}">
      <dgm:prSet/>
      <dgm:spPr/>
      <dgm:t>
        <a:bodyPr/>
        <a:lstStyle/>
        <a:p>
          <a:endParaRPr lang="zh-CN" altLang="en-US"/>
        </a:p>
      </dgm:t>
    </dgm:pt>
    <dgm:pt modelId="{2E1ABCD1-320C-4017-A858-CED64BB6964E}">
      <dgm:prSet phldrT="[文本]"/>
      <dgm:spPr/>
      <dgm:t>
        <a:bodyPr/>
        <a:lstStyle/>
        <a:p>
          <a:r>
            <a:rPr lang="zh-CN" altLang="en-US"/>
            <a:t>命名空间的声明</a:t>
          </a:r>
        </a:p>
      </dgm:t>
    </dgm:pt>
    <dgm:pt modelId="{6AD9D6B5-6CFE-44C5-A39E-522AC8FF3E21}" type="parTrans" cxnId="{3C92006C-57BB-4A80-ADBC-F03BAFE64D41}">
      <dgm:prSet/>
      <dgm:spPr/>
      <dgm:t>
        <a:bodyPr/>
        <a:lstStyle/>
        <a:p>
          <a:endParaRPr lang="zh-CN" altLang="en-US"/>
        </a:p>
      </dgm:t>
    </dgm:pt>
    <dgm:pt modelId="{6AB1EC08-7783-4ED4-8C1D-B045CA9889DC}" type="sibTrans" cxnId="{3C92006C-57BB-4A80-ADBC-F03BAFE64D41}">
      <dgm:prSet/>
      <dgm:spPr/>
      <dgm:t>
        <a:bodyPr/>
        <a:lstStyle/>
        <a:p>
          <a:endParaRPr lang="zh-CN" altLang="en-US"/>
        </a:p>
      </dgm:t>
    </dgm:pt>
    <dgm:pt modelId="{2CDFCD71-FECD-4D8D-965E-CBC5E39615FA}">
      <dgm:prSet phldrT="[文本]"/>
      <dgm:spPr/>
      <dgm:t>
        <a:bodyPr/>
        <a:lstStyle/>
        <a:p>
          <a:r>
            <a:rPr lang="zh-CN" altLang="en-US"/>
            <a:t>命名空间的使用</a:t>
          </a:r>
        </a:p>
      </dgm:t>
    </dgm:pt>
    <dgm:pt modelId="{C63B90B2-0AEA-4EA0-8250-0E5B3413EBC2}" type="parTrans" cxnId="{99CC48B7-BDFD-4589-90FF-DD583DC6A29E}">
      <dgm:prSet/>
      <dgm:spPr/>
      <dgm:t>
        <a:bodyPr/>
        <a:lstStyle/>
        <a:p>
          <a:endParaRPr lang="zh-CN" altLang="en-US"/>
        </a:p>
      </dgm:t>
    </dgm:pt>
    <dgm:pt modelId="{76062ECB-881B-4BAE-AAAC-8A99DB1CEFB8}" type="sibTrans" cxnId="{99CC48B7-BDFD-4589-90FF-DD583DC6A29E}">
      <dgm:prSet/>
      <dgm:spPr/>
      <dgm:t>
        <a:bodyPr/>
        <a:lstStyle/>
        <a:p>
          <a:endParaRPr lang="zh-CN" altLang="en-US"/>
        </a:p>
      </dgm:t>
    </dgm:pt>
    <dgm:pt modelId="{53B599B9-ACE3-449F-83BD-599ADD084029}">
      <dgm:prSet phldrT="[文本]" phldr="0"/>
      <dgm:spPr/>
      <dgm:t>
        <a:bodyPr/>
        <a:lstStyle/>
        <a:p>
          <a:r>
            <a:rPr lang="zh-CN" altLang="en-US"/>
            <a:t>工具概述</a:t>
          </a:r>
        </a:p>
      </dgm:t>
    </dgm:pt>
    <dgm:pt modelId="{E8D3DC02-FB07-470F-AA6B-2B5674E6926B}" type="parTrans" cxnId="{DCFDDCBB-7B63-47DB-BD32-66C1868A58DF}">
      <dgm:prSet/>
      <dgm:spPr/>
      <dgm:t>
        <a:bodyPr/>
        <a:lstStyle/>
        <a:p>
          <a:endParaRPr lang="zh-CN" altLang="en-US"/>
        </a:p>
      </dgm:t>
    </dgm:pt>
    <dgm:pt modelId="{F9B376CB-68EF-48D2-A38E-6FE0CDF61D11}" type="sibTrans" cxnId="{DCFDDCBB-7B63-47DB-BD32-66C1868A58DF}">
      <dgm:prSet/>
      <dgm:spPr/>
      <dgm:t>
        <a:bodyPr/>
        <a:lstStyle/>
        <a:p>
          <a:endParaRPr lang="zh-CN" altLang="en-US"/>
        </a:p>
      </dgm:t>
    </dgm:pt>
    <dgm:pt modelId="{A4CD2D69-DE85-4023-BD29-4BAFCC42C34D}">
      <dgm:prSet phldrT="[文本]" phldr="0"/>
      <dgm:spPr/>
      <dgm:t>
        <a:bodyPr/>
        <a:lstStyle/>
        <a:p>
          <a:r>
            <a:rPr lang="zh-CN" altLang="en-US"/>
            <a:t>依赖管理</a:t>
          </a:r>
        </a:p>
      </dgm:t>
    </dgm:pt>
    <dgm:pt modelId="{655BCE95-8BBF-482B-8055-7E5A32151F14}" type="parTrans" cxnId="{8CABF4E3-9D02-41FC-84CA-CAC7F5E8D2B7}">
      <dgm:prSet/>
      <dgm:spPr/>
      <dgm:t>
        <a:bodyPr/>
        <a:lstStyle/>
        <a:p>
          <a:endParaRPr lang="zh-CN" altLang="en-US"/>
        </a:p>
      </dgm:t>
    </dgm:pt>
    <dgm:pt modelId="{04D97DF3-2FE7-4C98-A3EB-74F94996195B}" type="sibTrans" cxnId="{8CABF4E3-9D02-41FC-84CA-CAC7F5E8D2B7}">
      <dgm:prSet/>
      <dgm:spPr/>
      <dgm:t>
        <a:bodyPr/>
        <a:lstStyle/>
        <a:p>
          <a:endParaRPr lang="zh-CN" altLang="en-US"/>
        </a:p>
      </dgm:t>
    </dgm:pt>
    <dgm:pt modelId="{1341F53D-A578-4F6E-A129-600DADE7C90B}">
      <dgm:prSet phldrT="[文本]" phldr="0"/>
      <dgm:spPr/>
      <dgm:t>
        <a:bodyPr/>
        <a:lstStyle/>
        <a:p>
          <a:r>
            <a:rPr lang="zh-CN" altLang="en-US"/>
            <a:t>项目初始化</a:t>
          </a:r>
        </a:p>
      </dgm:t>
    </dgm:pt>
    <dgm:pt modelId="{050E5328-4B16-4D9D-B0E5-2382E93BCF3A}" type="parTrans" cxnId="{9C0AC1BE-196E-49A8-BFBD-E06E728FB025}">
      <dgm:prSet/>
      <dgm:spPr/>
      <dgm:t>
        <a:bodyPr/>
        <a:lstStyle/>
        <a:p>
          <a:endParaRPr lang="zh-CN" altLang="en-US"/>
        </a:p>
      </dgm:t>
    </dgm:pt>
    <dgm:pt modelId="{060D8710-9B92-47DE-9BB5-60369AC6CCF5}" type="sibTrans" cxnId="{9C0AC1BE-196E-49A8-BFBD-E06E728FB025}">
      <dgm:prSet/>
      <dgm:spPr/>
      <dgm:t>
        <a:bodyPr/>
        <a:lstStyle/>
        <a:p>
          <a:endParaRPr lang="zh-CN" altLang="en-US"/>
        </a:p>
      </dgm:t>
    </dgm:pt>
    <dgm:pt modelId="{7B92CC99-088C-41A0-BED5-57C8499ABBFA}">
      <dgm:prSet phldrT="[文本]" phldr="0"/>
      <dgm:spPr/>
      <dgm:t>
        <a:bodyPr/>
        <a:lstStyle/>
        <a:p>
          <a:r>
            <a:rPr lang="zh-CN" altLang="en-US"/>
            <a:t>自动加载</a:t>
          </a:r>
        </a:p>
      </dgm:t>
    </dgm:pt>
    <dgm:pt modelId="{CFB43ABF-F604-4FAA-ADF0-1FF08217A466}" type="parTrans" cxnId="{F1D176DF-EA15-429F-BAAC-9593F4153B4F}">
      <dgm:prSet/>
      <dgm:spPr/>
      <dgm:t>
        <a:bodyPr/>
        <a:lstStyle/>
        <a:p>
          <a:endParaRPr lang="zh-CN" altLang="en-US"/>
        </a:p>
      </dgm:t>
    </dgm:pt>
    <dgm:pt modelId="{2BFC1341-7346-4E09-9E6D-F5B1CD0B99E3}" type="sibTrans" cxnId="{F1D176DF-EA15-429F-BAAC-9593F4153B4F}">
      <dgm:prSet/>
      <dgm:spPr/>
      <dgm:t>
        <a:bodyPr/>
        <a:lstStyle/>
        <a:p>
          <a:endParaRPr lang="zh-CN" altLang="en-US"/>
        </a:p>
      </dgm:t>
    </dgm:pt>
    <dgm:pt modelId="{05DDA78A-DA03-40EE-835D-AD50E32D1390}">
      <dgm:prSet phldrT="[文本]"/>
      <dgm:spPr/>
      <dgm:t>
        <a:bodyPr/>
        <a:lstStyle/>
        <a:p>
          <a:r>
            <a:rPr lang="zh-CN" altLang="en-US"/>
            <a:t>命名空间的引入</a:t>
          </a:r>
        </a:p>
      </dgm:t>
    </dgm:pt>
    <dgm:pt modelId="{B9F3FCC2-8CC2-4C7D-A410-0E9FA23F1960}" type="parTrans" cxnId="{9C4BEB5D-D538-4AA3-AC1E-8F9B93A53329}">
      <dgm:prSet/>
      <dgm:spPr/>
      <dgm:t>
        <a:bodyPr/>
        <a:lstStyle/>
        <a:p>
          <a:endParaRPr lang="zh-CN" altLang="en-US"/>
        </a:p>
      </dgm:t>
    </dgm:pt>
    <dgm:pt modelId="{28FDE338-EE0B-4CC2-B814-2AEAB21588AA}" type="sibTrans" cxnId="{9C4BEB5D-D538-4AA3-AC1E-8F9B93A53329}">
      <dgm:prSet/>
      <dgm:spPr/>
      <dgm:t>
        <a:bodyPr/>
        <a:lstStyle/>
        <a:p>
          <a:endParaRPr lang="zh-CN" altLang="en-US"/>
        </a:p>
      </dgm:t>
    </dgm:pt>
    <dgm:pt modelId="{2397B7C7-529B-44C9-A186-C4773B0F8237}">
      <dgm:prSet phldrT="[文本]"/>
      <dgm:spPr/>
      <dgm:t>
        <a:bodyPr/>
        <a:lstStyle/>
        <a:p>
          <a:r>
            <a:rPr lang="zh-CN" altLang="en-US"/>
            <a:t>作业一</a:t>
          </a:r>
        </a:p>
      </dgm:t>
    </dgm:pt>
    <dgm:pt modelId="{AAC21FB6-8329-4D07-B91F-EFD477788435}" type="parTrans" cxnId="{278DABCA-A1E8-4565-AFAA-7720EC8AA6A6}">
      <dgm:prSet/>
      <dgm:spPr/>
      <dgm:t>
        <a:bodyPr/>
        <a:lstStyle/>
        <a:p>
          <a:endParaRPr lang="zh-CN" altLang="en-US"/>
        </a:p>
      </dgm:t>
    </dgm:pt>
    <dgm:pt modelId="{34ED3E9C-FC9C-464A-8638-104CE547C8DD}" type="sibTrans" cxnId="{278DABCA-A1E8-4565-AFAA-7720EC8AA6A6}">
      <dgm:prSet/>
      <dgm:spPr/>
      <dgm:t>
        <a:bodyPr/>
        <a:lstStyle/>
        <a:p>
          <a:endParaRPr lang="zh-CN" altLang="en-US"/>
        </a:p>
      </dgm:t>
    </dgm:pt>
    <dgm:pt modelId="{76C70C2C-CD6A-4C66-99DE-7983CE92EB0F}">
      <dgm:prSet phldrT="[文本]" phldr="0"/>
      <dgm:spPr/>
      <dgm:t>
        <a:bodyPr/>
        <a:lstStyle/>
        <a:p>
          <a:r>
            <a:rPr lang="zh-CN" altLang="en-US"/>
            <a:t>作业二、三、四</a:t>
          </a:r>
        </a:p>
      </dgm:t>
    </dgm:pt>
    <dgm:pt modelId="{FC01F858-C333-4C91-A49C-2D83F344177E}" type="parTrans" cxnId="{67CEFCDD-2DB2-4ECC-8467-4EA64AB2B7B1}">
      <dgm:prSet/>
      <dgm:spPr/>
      <dgm:t>
        <a:bodyPr/>
        <a:lstStyle/>
        <a:p>
          <a:endParaRPr lang="zh-CN" altLang="en-US"/>
        </a:p>
      </dgm:t>
    </dgm:pt>
    <dgm:pt modelId="{8CC67AC0-E5FE-456C-AEF4-29BB923A8CED}" type="sibTrans" cxnId="{67CEFCDD-2DB2-4ECC-8467-4EA64AB2B7B1}">
      <dgm:prSet/>
      <dgm:spPr/>
      <dgm:t>
        <a:bodyPr/>
        <a:lstStyle/>
        <a:p>
          <a:endParaRPr lang="zh-CN" altLang="en-US"/>
        </a:p>
      </dgm:t>
    </dgm:pt>
    <dgm:pt modelId="{A72232D4-1CD0-49EC-82B9-99E0C49EC541}" type="pres">
      <dgm:prSet presAssocID="{D55D8971-ACB2-4236-B6E6-139E5A972C1D}" presName="linear" presStyleCnt="0">
        <dgm:presLayoutVars>
          <dgm:dir/>
          <dgm:animLvl val="lvl"/>
          <dgm:resizeHandles val="exact"/>
        </dgm:presLayoutVars>
      </dgm:prSet>
      <dgm:spPr/>
    </dgm:pt>
    <dgm:pt modelId="{9C3CBC96-AF21-4643-9E9D-1A751FFC226B}" type="pres">
      <dgm:prSet presAssocID="{1EED6A50-F52B-4751-AACB-69B14CFBC95D}" presName="parentLin" presStyleCnt="0"/>
      <dgm:spPr/>
    </dgm:pt>
    <dgm:pt modelId="{1185D513-C557-4399-924C-45C2CD763330}" type="pres">
      <dgm:prSet presAssocID="{1EED6A50-F52B-4751-AACB-69B14CFBC95D}" presName="parentLeftMargin" presStyleLbl="node1" presStyleIdx="0" presStyleCnt="2"/>
      <dgm:spPr/>
    </dgm:pt>
    <dgm:pt modelId="{5819CD99-12DF-4676-BB87-1B1516323252}" type="pres">
      <dgm:prSet presAssocID="{1EED6A50-F52B-4751-AACB-69B14CFBC95D}" presName="parentText" presStyleLbl="node1" presStyleIdx="0" presStyleCnt="2">
        <dgm:presLayoutVars>
          <dgm:chMax val="0"/>
          <dgm:bulletEnabled val="1"/>
        </dgm:presLayoutVars>
      </dgm:prSet>
      <dgm:spPr/>
    </dgm:pt>
    <dgm:pt modelId="{01F8B929-91A2-49BE-BCBE-EB906955AAF0}" type="pres">
      <dgm:prSet presAssocID="{1EED6A50-F52B-4751-AACB-69B14CFBC95D}" presName="negativeSpace" presStyleCnt="0"/>
      <dgm:spPr/>
    </dgm:pt>
    <dgm:pt modelId="{78515A71-7EA4-48CC-A838-ABBADEA150D6}" type="pres">
      <dgm:prSet presAssocID="{1EED6A50-F52B-4751-AACB-69B14CFBC95D}" presName="childText" presStyleLbl="conFgAcc1" presStyleIdx="0" presStyleCnt="2">
        <dgm:presLayoutVars>
          <dgm:bulletEnabled val="1"/>
        </dgm:presLayoutVars>
      </dgm:prSet>
      <dgm:spPr/>
    </dgm:pt>
    <dgm:pt modelId="{AE7789D7-FF84-4ABD-8D38-DF9F9A4C5F6D}" type="pres">
      <dgm:prSet presAssocID="{7702CF36-97A4-4876-B491-D738262D463A}" presName="spaceBetweenRectangles" presStyleCnt="0"/>
      <dgm:spPr/>
    </dgm:pt>
    <dgm:pt modelId="{F8E9F72A-6FDC-47BA-B1CA-E18E2A6DDEEA}" type="pres">
      <dgm:prSet presAssocID="{26D870EA-CBEF-4B9D-8E5C-B0E869C0CE18}" presName="parentLin" presStyleCnt="0"/>
      <dgm:spPr/>
    </dgm:pt>
    <dgm:pt modelId="{BBFCC61D-96DD-4867-8A80-5D5952EA5552}" type="pres">
      <dgm:prSet presAssocID="{26D870EA-CBEF-4B9D-8E5C-B0E869C0CE18}" presName="parentLeftMargin" presStyleLbl="node1" presStyleIdx="0" presStyleCnt="2"/>
      <dgm:spPr/>
    </dgm:pt>
    <dgm:pt modelId="{D0CFFECE-78F1-4F6E-84F6-B2C218A7149C}" type="pres">
      <dgm:prSet presAssocID="{26D870EA-CBEF-4B9D-8E5C-B0E869C0CE18}" presName="parentText" presStyleLbl="node1" presStyleIdx="1" presStyleCnt="2">
        <dgm:presLayoutVars>
          <dgm:chMax val="0"/>
          <dgm:bulletEnabled val="1"/>
        </dgm:presLayoutVars>
      </dgm:prSet>
      <dgm:spPr/>
    </dgm:pt>
    <dgm:pt modelId="{318A440D-C2B2-48A2-B75D-8DB8AEBFCD57}" type="pres">
      <dgm:prSet presAssocID="{26D870EA-CBEF-4B9D-8E5C-B0E869C0CE18}" presName="negativeSpace" presStyleCnt="0"/>
      <dgm:spPr/>
    </dgm:pt>
    <dgm:pt modelId="{EC6C785D-760B-4E3A-9917-42B87393711B}" type="pres">
      <dgm:prSet presAssocID="{26D870EA-CBEF-4B9D-8E5C-B0E869C0CE18}" presName="childText" presStyleLbl="conFgAcc1" presStyleIdx="1" presStyleCnt="2">
        <dgm:presLayoutVars>
          <dgm:bulletEnabled val="1"/>
        </dgm:presLayoutVars>
      </dgm:prSet>
      <dgm:spPr/>
    </dgm:pt>
  </dgm:ptLst>
  <dgm:cxnLst>
    <dgm:cxn modelId="{38E27307-3D3A-4FB7-BBAA-AB9C8E3BB763}" type="presOf" srcId="{D55D8971-ACB2-4236-B6E6-139E5A972C1D}" destId="{A72232D4-1CD0-49EC-82B9-99E0C49EC541}" srcOrd="0" destOrd="0" presId="urn:microsoft.com/office/officeart/2005/8/layout/list1"/>
    <dgm:cxn modelId="{5F1EA009-523A-4487-A9A1-8F2FD8E81F29}" srcId="{1EED6A50-F52B-4751-AACB-69B14CFBC95D}" destId="{6918702A-D9A2-4A84-B304-B5E13F42C633}" srcOrd="0" destOrd="0" parTransId="{8A2F56E8-AF4C-45B6-B22C-746F526D78B8}" sibTransId="{E24D23FA-CE03-4366-8B89-90D13941A91C}"/>
    <dgm:cxn modelId="{D8CFE409-C27F-4600-9E5C-B5C667AC89F6}" srcId="{D55D8971-ACB2-4236-B6E6-139E5A972C1D}" destId="{1EED6A50-F52B-4751-AACB-69B14CFBC95D}" srcOrd="0" destOrd="0" parTransId="{00D1C5AD-F0AE-4CCB-9A4D-FD29C9DFA30F}" sibTransId="{7702CF36-97A4-4876-B491-D738262D463A}"/>
    <dgm:cxn modelId="{CE0DB40A-0D60-4FF0-B218-6F65649FBFA7}" type="presOf" srcId="{1EED6A50-F52B-4751-AACB-69B14CFBC95D}" destId="{5819CD99-12DF-4676-BB87-1B1516323252}" srcOrd="1" destOrd="0" presId="urn:microsoft.com/office/officeart/2005/8/layout/list1"/>
    <dgm:cxn modelId="{93AA5C17-0376-4103-B412-8D13B108522C}" type="presOf" srcId="{6918702A-D9A2-4A84-B304-B5E13F42C633}" destId="{78515A71-7EA4-48CC-A838-ABBADEA150D6}" srcOrd="0" destOrd="0" presId="urn:microsoft.com/office/officeart/2005/8/layout/list1"/>
    <dgm:cxn modelId="{DA09221E-0588-4489-997B-42A6432182D0}" type="presOf" srcId="{2CDFCD71-FECD-4D8D-965E-CBC5E39615FA}" destId="{78515A71-7EA4-48CC-A838-ABBADEA150D6}" srcOrd="0" destOrd="2" presId="urn:microsoft.com/office/officeart/2005/8/layout/list1"/>
    <dgm:cxn modelId="{AD1D112E-0A16-4FFC-967A-C9AD32A413F0}" type="presOf" srcId="{7B92CC99-088C-41A0-BED5-57C8499ABBFA}" destId="{EC6C785D-760B-4E3A-9917-42B87393711B}" srcOrd="0" destOrd="3" presId="urn:microsoft.com/office/officeart/2005/8/layout/list1"/>
    <dgm:cxn modelId="{9C4BEB5D-D538-4AA3-AC1E-8F9B93A53329}" srcId="{1EED6A50-F52B-4751-AACB-69B14CFBC95D}" destId="{05DDA78A-DA03-40EE-835D-AD50E32D1390}" srcOrd="3" destOrd="0" parTransId="{B9F3FCC2-8CC2-4C7D-A410-0E9FA23F1960}" sibTransId="{28FDE338-EE0B-4CC2-B814-2AEAB21588AA}"/>
    <dgm:cxn modelId="{3C92006C-57BB-4A80-ADBC-F03BAFE64D41}" srcId="{1EED6A50-F52B-4751-AACB-69B14CFBC95D}" destId="{2E1ABCD1-320C-4017-A858-CED64BB6964E}" srcOrd="1" destOrd="0" parTransId="{6AD9D6B5-6CFE-44C5-A39E-522AC8FF3E21}" sibTransId="{6AB1EC08-7783-4ED4-8C1D-B045CA9889DC}"/>
    <dgm:cxn modelId="{578BB670-3FF1-4871-9322-037D89EA19A6}" type="presOf" srcId="{2397B7C7-529B-44C9-A186-C4773B0F8237}" destId="{78515A71-7EA4-48CC-A838-ABBADEA150D6}" srcOrd="0" destOrd="4" presId="urn:microsoft.com/office/officeart/2005/8/layout/list1"/>
    <dgm:cxn modelId="{028F2373-D80D-4058-9C10-DE812712C20A}" type="presOf" srcId="{05DDA78A-DA03-40EE-835D-AD50E32D1390}" destId="{78515A71-7EA4-48CC-A838-ABBADEA150D6}" srcOrd="0" destOrd="3" presId="urn:microsoft.com/office/officeart/2005/8/layout/list1"/>
    <dgm:cxn modelId="{96B9C955-A4B0-4AE5-9D42-2B0FBF3690E8}" type="presOf" srcId="{1341F53D-A578-4F6E-A129-600DADE7C90B}" destId="{EC6C785D-760B-4E3A-9917-42B87393711B}" srcOrd="0" destOrd="1" presId="urn:microsoft.com/office/officeart/2005/8/layout/list1"/>
    <dgm:cxn modelId="{0502D094-FA35-4641-AFF7-D48A369610C3}" type="presOf" srcId="{2E1ABCD1-320C-4017-A858-CED64BB6964E}" destId="{78515A71-7EA4-48CC-A838-ABBADEA150D6}" srcOrd="0" destOrd="1" presId="urn:microsoft.com/office/officeart/2005/8/layout/list1"/>
    <dgm:cxn modelId="{99CC48B7-BDFD-4589-90FF-DD583DC6A29E}" srcId="{1EED6A50-F52B-4751-AACB-69B14CFBC95D}" destId="{2CDFCD71-FECD-4D8D-965E-CBC5E39615FA}" srcOrd="2" destOrd="0" parTransId="{C63B90B2-0AEA-4EA0-8250-0E5B3413EBC2}" sibTransId="{76062ECB-881B-4BAE-AAAC-8A99DB1CEFB8}"/>
    <dgm:cxn modelId="{BAFE94B7-5879-41E1-BA2D-F6F6DA983434}" type="presOf" srcId="{53B599B9-ACE3-449F-83BD-599ADD084029}" destId="{EC6C785D-760B-4E3A-9917-42B87393711B}" srcOrd="0" destOrd="0" presId="urn:microsoft.com/office/officeart/2005/8/layout/list1"/>
    <dgm:cxn modelId="{CF8C0FB9-7A05-44CD-9AA0-8D4785213867}" type="presOf" srcId="{1EED6A50-F52B-4751-AACB-69B14CFBC95D}" destId="{1185D513-C557-4399-924C-45C2CD763330}" srcOrd="0" destOrd="0" presId="urn:microsoft.com/office/officeart/2005/8/layout/list1"/>
    <dgm:cxn modelId="{DCFDDCBB-7B63-47DB-BD32-66C1868A58DF}" srcId="{26D870EA-CBEF-4B9D-8E5C-B0E869C0CE18}" destId="{53B599B9-ACE3-449F-83BD-599ADD084029}" srcOrd="0" destOrd="0" parTransId="{E8D3DC02-FB07-470F-AA6B-2B5674E6926B}" sibTransId="{F9B376CB-68EF-48D2-A38E-6FE0CDF61D11}"/>
    <dgm:cxn modelId="{9DDC90BD-1F83-478F-B201-6B1C987D7AAD}" srcId="{D55D8971-ACB2-4236-B6E6-139E5A972C1D}" destId="{26D870EA-CBEF-4B9D-8E5C-B0E869C0CE18}" srcOrd="1" destOrd="0" parTransId="{D788AA0E-599E-44E1-BEA4-D86BDE2427BE}" sibTransId="{602DC540-569D-418D-B7DF-601927270FD4}"/>
    <dgm:cxn modelId="{9C0AC1BE-196E-49A8-BFBD-E06E728FB025}" srcId="{26D870EA-CBEF-4B9D-8E5C-B0E869C0CE18}" destId="{1341F53D-A578-4F6E-A129-600DADE7C90B}" srcOrd="1" destOrd="0" parTransId="{050E5328-4B16-4D9D-B0E5-2382E93BCF3A}" sibTransId="{060D8710-9B92-47DE-9BB5-60369AC6CCF5}"/>
    <dgm:cxn modelId="{CDEEE1BF-3FBE-45E7-A93A-60E5100CDEF6}" type="presOf" srcId="{26D870EA-CBEF-4B9D-8E5C-B0E869C0CE18}" destId="{D0CFFECE-78F1-4F6E-84F6-B2C218A7149C}" srcOrd="1" destOrd="0" presId="urn:microsoft.com/office/officeart/2005/8/layout/list1"/>
    <dgm:cxn modelId="{278DABCA-A1E8-4565-AFAA-7720EC8AA6A6}" srcId="{1EED6A50-F52B-4751-AACB-69B14CFBC95D}" destId="{2397B7C7-529B-44C9-A186-C4773B0F8237}" srcOrd="4" destOrd="0" parTransId="{AAC21FB6-8329-4D07-B91F-EFD477788435}" sibTransId="{34ED3E9C-FC9C-464A-8638-104CE547C8DD}"/>
    <dgm:cxn modelId="{4AE312D1-BDBD-404C-A4E4-3AE0ACFDBFCE}" type="presOf" srcId="{A4CD2D69-DE85-4023-BD29-4BAFCC42C34D}" destId="{EC6C785D-760B-4E3A-9917-42B87393711B}" srcOrd="0" destOrd="2" presId="urn:microsoft.com/office/officeart/2005/8/layout/list1"/>
    <dgm:cxn modelId="{2BA4E0D4-DAEA-4245-9C70-F0935B44E865}" type="presOf" srcId="{26D870EA-CBEF-4B9D-8E5C-B0E869C0CE18}" destId="{BBFCC61D-96DD-4867-8A80-5D5952EA5552}" srcOrd="0" destOrd="0" presId="urn:microsoft.com/office/officeart/2005/8/layout/list1"/>
    <dgm:cxn modelId="{67CEFCDD-2DB2-4ECC-8467-4EA64AB2B7B1}" srcId="{26D870EA-CBEF-4B9D-8E5C-B0E869C0CE18}" destId="{76C70C2C-CD6A-4C66-99DE-7983CE92EB0F}" srcOrd="4" destOrd="0" parTransId="{FC01F858-C333-4C91-A49C-2D83F344177E}" sibTransId="{8CC67AC0-E5FE-456C-AEF4-29BB923A8CED}"/>
    <dgm:cxn modelId="{F1D176DF-EA15-429F-BAAC-9593F4153B4F}" srcId="{26D870EA-CBEF-4B9D-8E5C-B0E869C0CE18}" destId="{7B92CC99-088C-41A0-BED5-57C8499ABBFA}" srcOrd="3" destOrd="0" parTransId="{CFB43ABF-F604-4FAA-ADF0-1FF08217A466}" sibTransId="{2BFC1341-7346-4E09-9E6D-F5B1CD0B99E3}"/>
    <dgm:cxn modelId="{8CABF4E3-9D02-41FC-84CA-CAC7F5E8D2B7}" srcId="{26D870EA-CBEF-4B9D-8E5C-B0E869C0CE18}" destId="{A4CD2D69-DE85-4023-BD29-4BAFCC42C34D}" srcOrd="2" destOrd="0" parTransId="{655BCE95-8BBF-482B-8055-7E5A32151F14}" sibTransId="{04D97DF3-2FE7-4C98-A3EB-74F94996195B}"/>
    <dgm:cxn modelId="{65C8D4E5-B68D-457B-984F-98C706B710DF}" type="presOf" srcId="{76C70C2C-CD6A-4C66-99DE-7983CE92EB0F}" destId="{EC6C785D-760B-4E3A-9917-42B87393711B}" srcOrd="0" destOrd="4" presId="urn:microsoft.com/office/officeart/2005/8/layout/list1"/>
    <dgm:cxn modelId="{62E4F352-E2C9-4D77-9EC7-EA0E8EEED74F}" type="presParOf" srcId="{A72232D4-1CD0-49EC-82B9-99E0C49EC541}" destId="{9C3CBC96-AF21-4643-9E9D-1A751FFC226B}" srcOrd="0" destOrd="0" presId="urn:microsoft.com/office/officeart/2005/8/layout/list1"/>
    <dgm:cxn modelId="{BE482BAF-5300-4EEA-BEF9-64D744161FC3}" type="presParOf" srcId="{9C3CBC96-AF21-4643-9E9D-1A751FFC226B}" destId="{1185D513-C557-4399-924C-45C2CD763330}" srcOrd="0" destOrd="0" presId="urn:microsoft.com/office/officeart/2005/8/layout/list1"/>
    <dgm:cxn modelId="{74FF382B-19F2-44AA-A57A-2B24D5E70DAD}" type="presParOf" srcId="{9C3CBC96-AF21-4643-9E9D-1A751FFC226B}" destId="{5819CD99-12DF-4676-BB87-1B1516323252}" srcOrd="1" destOrd="0" presId="urn:microsoft.com/office/officeart/2005/8/layout/list1"/>
    <dgm:cxn modelId="{6D11266B-D63D-4528-A4C1-290BE3BDE6C9}" type="presParOf" srcId="{A72232D4-1CD0-49EC-82B9-99E0C49EC541}" destId="{01F8B929-91A2-49BE-BCBE-EB906955AAF0}" srcOrd="1" destOrd="0" presId="urn:microsoft.com/office/officeart/2005/8/layout/list1"/>
    <dgm:cxn modelId="{33631C46-3A6B-47AA-BF80-1E1DC9A397B0}" type="presParOf" srcId="{A72232D4-1CD0-49EC-82B9-99E0C49EC541}" destId="{78515A71-7EA4-48CC-A838-ABBADEA150D6}" srcOrd="2" destOrd="0" presId="urn:microsoft.com/office/officeart/2005/8/layout/list1"/>
    <dgm:cxn modelId="{162BBD9A-D765-4128-81CD-371C2AA63C5B}" type="presParOf" srcId="{A72232D4-1CD0-49EC-82B9-99E0C49EC541}" destId="{AE7789D7-FF84-4ABD-8D38-DF9F9A4C5F6D}" srcOrd="3" destOrd="0" presId="urn:microsoft.com/office/officeart/2005/8/layout/list1"/>
    <dgm:cxn modelId="{A483DC3D-981C-4E29-B7F6-3BAAF858E58B}" type="presParOf" srcId="{A72232D4-1CD0-49EC-82B9-99E0C49EC541}" destId="{F8E9F72A-6FDC-47BA-B1CA-E18E2A6DDEEA}" srcOrd="4" destOrd="0" presId="urn:microsoft.com/office/officeart/2005/8/layout/list1"/>
    <dgm:cxn modelId="{C7ABBBEB-C82B-4C75-88E7-C9C13CA840DB}" type="presParOf" srcId="{F8E9F72A-6FDC-47BA-B1CA-E18E2A6DDEEA}" destId="{BBFCC61D-96DD-4867-8A80-5D5952EA5552}" srcOrd="0" destOrd="0" presId="urn:microsoft.com/office/officeart/2005/8/layout/list1"/>
    <dgm:cxn modelId="{5A28A745-B4D5-4208-9725-9D4421A9EE7D}" type="presParOf" srcId="{F8E9F72A-6FDC-47BA-B1CA-E18E2A6DDEEA}" destId="{D0CFFECE-78F1-4F6E-84F6-B2C218A7149C}" srcOrd="1" destOrd="0" presId="urn:microsoft.com/office/officeart/2005/8/layout/list1"/>
    <dgm:cxn modelId="{763EB826-A081-4870-AA6A-BC976FF88052}" type="presParOf" srcId="{A72232D4-1CD0-49EC-82B9-99E0C49EC541}" destId="{318A440D-C2B2-48A2-B75D-8DB8AEBFCD57}" srcOrd="5" destOrd="0" presId="urn:microsoft.com/office/officeart/2005/8/layout/list1"/>
    <dgm:cxn modelId="{8BC5CFA3-E432-4F45-8395-6D325BA0E002}" type="presParOf" srcId="{A72232D4-1CD0-49EC-82B9-99E0C49EC541}" destId="{EC6C785D-760B-4E3A-9917-42B87393711B}"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D397138-30A1-4334-8548-743FA5332AB4}" type="doc">
      <dgm:prSet loTypeId="urn:microsoft.com/office/officeart/2005/8/layout/list1" loCatId="list" qsTypeId="urn:microsoft.com/office/officeart/2005/8/quickstyle/simple1" qsCatId="simple" csTypeId="urn:microsoft.com/office/officeart/2005/8/colors/accent0_3" csCatId="mainScheme" phldr="1"/>
      <dgm:spPr/>
      <dgm:t>
        <a:bodyPr/>
        <a:lstStyle/>
        <a:p>
          <a:endParaRPr lang="zh-CN" altLang="en-US"/>
        </a:p>
      </dgm:t>
    </dgm:pt>
    <dgm:pt modelId="{C226DC42-8B50-40CF-988E-F2B272FAAD52}">
      <dgm:prSet phldrT="[文本]"/>
      <dgm:spPr/>
      <dgm:t>
        <a:bodyPr/>
        <a:lstStyle/>
        <a:p>
          <a:pPr>
            <a:buFont typeface="+mj-lt"/>
            <a:buAutoNum type="arabicPeriod"/>
          </a:pPr>
          <a:r>
            <a:rPr lang="zh-CN" altLang="en-US"/>
            <a:t>关键字</a:t>
          </a:r>
          <a:r>
            <a:rPr lang="en-US" altLang="zh-CN"/>
            <a:t>——namespace</a:t>
          </a:r>
          <a:endParaRPr lang="zh-CN" altLang="en-US"/>
        </a:p>
      </dgm:t>
    </dgm:pt>
    <dgm:pt modelId="{5118DE7B-4F0A-4638-A27D-A449AD491441}" type="parTrans" cxnId="{AED28490-1FA8-4941-AFB7-8A0BB63BCB37}">
      <dgm:prSet/>
      <dgm:spPr/>
      <dgm:t>
        <a:bodyPr/>
        <a:lstStyle/>
        <a:p>
          <a:endParaRPr lang="zh-CN" altLang="en-US"/>
        </a:p>
      </dgm:t>
    </dgm:pt>
    <dgm:pt modelId="{76219D04-5EFD-45B6-89B8-A0E0704645C6}" type="sibTrans" cxnId="{AED28490-1FA8-4941-AFB7-8A0BB63BCB37}">
      <dgm:prSet/>
      <dgm:spPr/>
      <dgm:t>
        <a:bodyPr/>
        <a:lstStyle/>
        <a:p>
          <a:endParaRPr lang="zh-CN" altLang="en-US"/>
        </a:p>
      </dgm:t>
    </dgm:pt>
    <dgm:pt modelId="{64EA3131-1365-4B88-B0DA-2B253D4B76DA}">
      <dgm:prSet/>
      <dgm:spPr/>
      <dgm:t>
        <a:bodyPr/>
        <a:lstStyle/>
        <a:p>
          <a:r>
            <a:rPr lang="zh-CN" altLang="en-US"/>
            <a:t>根命名空间</a:t>
          </a:r>
          <a:endParaRPr lang="en-US" altLang="zh-CN"/>
        </a:p>
      </dgm:t>
    </dgm:pt>
    <dgm:pt modelId="{4851EE31-8BB8-4D36-A0AE-96B635F43A48}" type="parTrans" cxnId="{7D7876B6-35C6-4678-B88C-32736B4EF31F}">
      <dgm:prSet/>
      <dgm:spPr/>
      <dgm:t>
        <a:bodyPr/>
        <a:lstStyle/>
        <a:p>
          <a:endParaRPr lang="zh-CN" altLang="en-US"/>
        </a:p>
      </dgm:t>
    </dgm:pt>
    <dgm:pt modelId="{FD4640E2-D604-4B8E-A3C3-2D8C7CE644C3}" type="sibTrans" cxnId="{7D7876B6-35C6-4678-B88C-32736B4EF31F}">
      <dgm:prSet/>
      <dgm:spPr/>
      <dgm:t>
        <a:bodyPr/>
        <a:lstStyle/>
        <a:p>
          <a:endParaRPr lang="zh-CN" altLang="en-US"/>
        </a:p>
      </dgm:t>
    </dgm:pt>
    <dgm:pt modelId="{919EE8EB-120A-4B09-8BD5-2F5917089C2F}">
      <dgm:prSet phldrT="[文本]"/>
      <dgm:spPr/>
      <dgm:t>
        <a:bodyPr/>
        <a:lstStyle/>
        <a:p>
          <a:pPr>
            <a:buFont typeface="+mj-lt"/>
            <a:buAutoNum type="arabicPeriod"/>
          </a:pPr>
          <a:r>
            <a:rPr lang="zh-CN" altLang="en-US"/>
            <a:t>使用 </a:t>
          </a:r>
          <a:r>
            <a:rPr lang="en-US" altLang="zh-CN"/>
            <a:t>namespace </a:t>
          </a:r>
          <a:r>
            <a:rPr lang="zh-CN" altLang="en-US"/>
            <a:t>关键字定义命名空间，必须放在文件的最顶部（在 </a:t>
          </a:r>
          <a:r>
            <a:rPr lang="en-US" altLang="zh-CN"/>
            <a:t>&lt;?php </a:t>
          </a:r>
          <a:r>
            <a:rPr lang="zh-CN" altLang="en-US"/>
            <a:t>之后，任何其他代码之前）。</a:t>
          </a:r>
        </a:p>
      </dgm:t>
    </dgm:pt>
    <dgm:pt modelId="{2E221BAB-7864-4105-BFA8-86EE1144C3E0}" type="parTrans" cxnId="{2F046C3E-3A26-4F63-BFA8-AC797BFE4AAD}">
      <dgm:prSet/>
      <dgm:spPr/>
      <dgm:t>
        <a:bodyPr/>
        <a:lstStyle/>
        <a:p>
          <a:endParaRPr lang="zh-CN" altLang="en-US"/>
        </a:p>
      </dgm:t>
    </dgm:pt>
    <dgm:pt modelId="{3B89AFD6-CC1F-4F8B-9518-423F661F6424}" type="sibTrans" cxnId="{2F046C3E-3A26-4F63-BFA8-AC797BFE4AAD}">
      <dgm:prSet/>
      <dgm:spPr/>
      <dgm:t>
        <a:bodyPr/>
        <a:lstStyle/>
        <a:p>
          <a:endParaRPr lang="zh-CN" altLang="en-US"/>
        </a:p>
      </dgm:t>
    </dgm:pt>
    <dgm:pt modelId="{CCC24E59-DA81-4C1B-B357-569402399A80}">
      <dgm:prSet/>
      <dgm:spPr/>
      <dgm:t>
        <a:bodyPr/>
        <a:lstStyle/>
        <a:p>
          <a:r>
            <a:rPr lang="zh-CN" altLang="en-US"/>
            <a:t>用反斜杠分隔</a:t>
          </a:r>
          <a:endParaRPr lang="en-US" altLang="zh-CN"/>
        </a:p>
      </dgm:t>
    </dgm:pt>
    <dgm:pt modelId="{F966B325-7F50-4D1A-8AEF-59AD42C5DCE3}" type="parTrans" cxnId="{77DA9729-1A51-4001-A828-C43FF0934104}">
      <dgm:prSet/>
      <dgm:spPr/>
      <dgm:t>
        <a:bodyPr/>
        <a:lstStyle/>
        <a:p>
          <a:endParaRPr lang="zh-CN" altLang="en-US"/>
        </a:p>
      </dgm:t>
    </dgm:pt>
    <dgm:pt modelId="{83A045C8-7753-4A62-97F1-9E95E8D9DFD9}" type="sibTrans" cxnId="{77DA9729-1A51-4001-A828-C43FF0934104}">
      <dgm:prSet/>
      <dgm:spPr/>
      <dgm:t>
        <a:bodyPr/>
        <a:lstStyle/>
        <a:p>
          <a:endParaRPr lang="zh-CN" altLang="en-US"/>
        </a:p>
      </dgm:t>
    </dgm:pt>
    <dgm:pt modelId="{1DA89C5D-F4B8-48B1-89E5-B1540E3E4B68}">
      <dgm:prSet/>
      <dgm:spPr/>
      <dgm:t>
        <a:bodyPr/>
        <a:lstStyle/>
        <a:p>
          <a:r>
            <a:rPr lang="zh-CN" altLang="en-US"/>
            <a:t>从根空间</a:t>
          </a:r>
          <a:r>
            <a:rPr lang="en-US" altLang="zh-CN"/>
            <a:t>\</a:t>
          </a:r>
          <a:r>
            <a:rPr lang="zh-CN" altLang="en-US"/>
            <a:t>开始定义，依次是第一级子命名空间、第二级子命名空间、</a:t>
          </a:r>
          <a:r>
            <a:rPr lang="en-US" altLang="zh-CN"/>
            <a:t>……</a:t>
          </a:r>
        </a:p>
      </dgm:t>
    </dgm:pt>
    <dgm:pt modelId="{3D577F74-CB08-4786-8685-B51D82132493}" type="parTrans" cxnId="{929CB9C2-9DA8-445A-9A3D-7B00DF538B07}">
      <dgm:prSet/>
      <dgm:spPr/>
      <dgm:t>
        <a:bodyPr/>
        <a:lstStyle/>
        <a:p>
          <a:endParaRPr lang="zh-CN" altLang="en-US"/>
        </a:p>
      </dgm:t>
    </dgm:pt>
    <dgm:pt modelId="{A4F95D72-C764-4F38-BBC6-02ED7AA3CBE8}" type="sibTrans" cxnId="{929CB9C2-9DA8-445A-9A3D-7B00DF538B07}">
      <dgm:prSet/>
      <dgm:spPr/>
      <dgm:t>
        <a:bodyPr/>
        <a:lstStyle/>
        <a:p>
          <a:endParaRPr lang="zh-CN" altLang="en-US"/>
        </a:p>
      </dgm:t>
    </dgm:pt>
    <dgm:pt modelId="{BEA6A6BC-F0F3-4CF8-9999-15A30879FBF3}">
      <dgm:prSet/>
      <dgm:spPr/>
      <dgm:t>
        <a:bodyPr/>
        <a:lstStyle/>
        <a:p>
          <a:r>
            <a:rPr lang="zh-CN" altLang="en-US"/>
            <a:t>多级命名空间</a:t>
          </a:r>
          <a:endParaRPr lang="en-US" altLang="zh-CN"/>
        </a:p>
      </dgm:t>
    </dgm:pt>
    <dgm:pt modelId="{1E26BB28-7469-474C-8355-621DEDD1FA4B}" type="parTrans" cxnId="{4F96972D-0189-4037-AE7A-AF57D01A65DA}">
      <dgm:prSet/>
      <dgm:spPr/>
      <dgm:t>
        <a:bodyPr/>
        <a:lstStyle/>
        <a:p>
          <a:endParaRPr lang="zh-CN" altLang="en-US"/>
        </a:p>
      </dgm:t>
    </dgm:pt>
    <dgm:pt modelId="{C02813D3-1C1F-4E94-89AB-C8AA8944FE57}" type="sibTrans" cxnId="{4F96972D-0189-4037-AE7A-AF57D01A65DA}">
      <dgm:prSet/>
      <dgm:spPr/>
      <dgm:t>
        <a:bodyPr/>
        <a:lstStyle/>
        <a:p>
          <a:endParaRPr lang="zh-CN" altLang="en-US"/>
        </a:p>
      </dgm:t>
    </dgm:pt>
    <dgm:pt modelId="{513D9925-9F84-4E7B-9676-F41585749593}">
      <dgm:prSet/>
      <dgm:spPr/>
      <dgm:t>
        <a:bodyPr/>
        <a:lstStyle/>
        <a:p>
          <a:r>
            <a:rPr lang="en-US" altLang="zh-CN"/>
            <a:t>\</a:t>
          </a:r>
          <a:r>
            <a:rPr lang="zh-CN" altLang="en-US"/>
            <a:t>，也叫全局空间</a:t>
          </a:r>
          <a:endParaRPr lang="en-US" altLang="zh-CN"/>
        </a:p>
      </dgm:t>
    </dgm:pt>
    <dgm:pt modelId="{EAF22B65-D041-4BB9-A5AD-182AC1FBDA28}" type="parTrans" cxnId="{FB6EF0FE-7654-4CC8-A7BA-6A60CACE79EA}">
      <dgm:prSet/>
      <dgm:spPr/>
      <dgm:t>
        <a:bodyPr/>
        <a:lstStyle/>
        <a:p>
          <a:endParaRPr lang="zh-CN" altLang="en-US"/>
        </a:p>
      </dgm:t>
    </dgm:pt>
    <dgm:pt modelId="{34204D48-5C27-4FC6-B8BA-5AD96B16443C}" type="sibTrans" cxnId="{FB6EF0FE-7654-4CC8-A7BA-6A60CACE79EA}">
      <dgm:prSet/>
      <dgm:spPr/>
      <dgm:t>
        <a:bodyPr/>
        <a:lstStyle/>
        <a:p>
          <a:endParaRPr lang="zh-CN" altLang="en-US"/>
        </a:p>
      </dgm:t>
    </dgm:pt>
    <dgm:pt modelId="{981EB2C2-616D-4D40-90EA-DA1B99C689ED}">
      <dgm:prSet/>
      <dgm:spPr/>
      <dgm:t>
        <a:bodyPr/>
        <a:lstStyle/>
        <a:p>
          <a:r>
            <a:rPr lang="zh-CN" altLang="en-US"/>
            <a:t>没有 </a:t>
          </a:r>
          <a:r>
            <a:rPr lang="en-US" altLang="zh-CN"/>
            <a:t>namespace </a:t>
          </a:r>
          <a:r>
            <a:rPr lang="zh-CN" altLang="en-US"/>
            <a:t>声明的代码属于根命名空间。所有常量、类和函数名都在根命名空间下。</a:t>
          </a:r>
          <a:endParaRPr lang="en-US" altLang="zh-CN"/>
        </a:p>
      </dgm:t>
    </dgm:pt>
    <dgm:pt modelId="{9420EA48-872B-494B-80C2-1021EE900868}" type="parTrans" cxnId="{E6AA3989-5696-453B-9C30-EA9B961218D4}">
      <dgm:prSet/>
      <dgm:spPr/>
      <dgm:t>
        <a:bodyPr/>
        <a:lstStyle/>
        <a:p>
          <a:endParaRPr lang="zh-CN" altLang="en-US"/>
        </a:p>
      </dgm:t>
    </dgm:pt>
    <dgm:pt modelId="{8451F15F-9CD4-464B-A4A0-D27FA38A22A6}" type="sibTrans" cxnId="{E6AA3989-5696-453B-9C30-EA9B961218D4}">
      <dgm:prSet/>
      <dgm:spPr/>
      <dgm:t>
        <a:bodyPr/>
        <a:lstStyle/>
        <a:p>
          <a:endParaRPr lang="zh-CN" altLang="en-US"/>
        </a:p>
      </dgm:t>
    </dgm:pt>
    <dgm:pt modelId="{72F0EA10-7D2A-4C96-B709-F1489D15CE96}">
      <dgm:prSet/>
      <dgm:spPr/>
      <dgm:t>
        <a:bodyPr/>
        <a:lstStyle/>
        <a:p>
          <a:r>
            <a:rPr lang="zh-CN" altLang="en-US"/>
            <a:t>如</a:t>
          </a:r>
          <a:r>
            <a:rPr lang="en-US" altLang="zh-CN"/>
            <a:t>\think\facade\Config</a:t>
          </a:r>
        </a:p>
      </dgm:t>
    </dgm:pt>
    <dgm:pt modelId="{1E50DF09-3414-4289-8FD9-EF03A7DBE807}" type="parTrans" cxnId="{CE17F1BC-6A09-4F24-8B98-9F73C476E107}">
      <dgm:prSet/>
      <dgm:spPr/>
      <dgm:t>
        <a:bodyPr/>
        <a:lstStyle/>
        <a:p>
          <a:endParaRPr lang="zh-CN" altLang="en-US"/>
        </a:p>
      </dgm:t>
    </dgm:pt>
    <dgm:pt modelId="{AE58E881-87AB-42C8-B744-64996640F97E}" type="sibTrans" cxnId="{CE17F1BC-6A09-4F24-8B98-9F73C476E107}">
      <dgm:prSet/>
      <dgm:spPr/>
      <dgm:t>
        <a:bodyPr/>
        <a:lstStyle/>
        <a:p>
          <a:endParaRPr lang="zh-CN" altLang="en-US"/>
        </a:p>
      </dgm:t>
    </dgm:pt>
    <dgm:pt modelId="{CAB066DE-5BB7-40D9-8F28-F01C95069CA9}" type="pres">
      <dgm:prSet presAssocID="{FD397138-30A1-4334-8548-743FA5332AB4}" presName="linear" presStyleCnt="0">
        <dgm:presLayoutVars>
          <dgm:dir/>
          <dgm:animLvl val="lvl"/>
          <dgm:resizeHandles val="exact"/>
        </dgm:presLayoutVars>
      </dgm:prSet>
      <dgm:spPr/>
    </dgm:pt>
    <dgm:pt modelId="{7E0135C8-D3F0-48FA-BE90-141AE3334C23}" type="pres">
      <dgm:prSet presAssocID="{C226DC42-8B50-40CF-988E-F2B272FAAD52}" presName="parentLin" presStyleCnt="0"/>
      <dgm:spPr/>
    </dgm:pt>
    <dgm:pt modelId="{79A28C19-54F2-47A1-9F2B-C0132F36B9F9}" type="pres">
      <dgm:prSet presAssocID="{C226DC42-8B50-40CF-988E-F2B272FAAD52}" presName="parentLeftMargin" presStyleLbl="node1" presStyleIdx="0" presStyleCnt="3"/>
      <dgm:spPr/>
    </dgm:pt>
    <dgm:pt modelId="{39D4285D-B0DA-4561-8468-8F070A79ECD8}" type="pres">
      <dgm:prSet presAssocID="{C226DC42-8B50-40CF-988E-F2B272FAAD52}" presName="parentText" presStyleLbl="node1" presStyleIdx="0" presStyleCnt="3">
        <dgm:presLayoutVars>
          <dgm:chMax val="0"/>
          <dgm:bulletEnabled val="1"/>
        </dgm:presLayoutVars>
      </dgm:prSet>
      <dgm:spPr/>
    </dgm:pt>
    <dgm:pt modelId="{078FEAE2-5A2C-4BC5-96C9-5DCBE1C4C4B8}" type="pres">
      <dgm:prSet presAssocID="{C226DC42-8B50-40CF-988E-F2B272FAAD52}" presName="negativeSpace" presStyleCnt="0"/>
      <dgm:spPr/>
    </dgm:pt>
    <dgm:pt modelId="{597B5722-4173-4506-8595-753B332B1A4C}" type="pres">
      <dgm:prSet presAssocID="{C226DC42-8B50-40CF-988E-F2B272FAAD52}" presName="childText" presStyleLbl="conFgAcc1" presStyleIdx="0" presStyleCnt="3">
        <dgm:presLayoutVars>
          <dgm:bulletEnabled val="1"/>
        </dgm:presLayoutVars>
      </dgm:prSet>
      <dgm:spPr/>
    </dgm:pt>
    <dgm:pt modelId="{2FD4D86D-BFBA-4230-93D9-E69637259548}" type="pres">
      <dgm:prSet presAssocID="{76219D04-5EFD-45B6-89B8-A0E0704645C6}" presName="spaceBetweenRectangles" presStyleCnt="0"/>
      <dgm:spPr/>
    </dgm:pt>
    <dgm:pt modelId="{159085A9-AFC2-4774-88B5-35AD421B6E25}" type="pres">
      <dgm:prSet presAssocID="{64EA3131-1365-4B88-B0DA-2B253D4B76DA}" presName="parentLin" presStyleCnt="0"/>
      <dgm:spPr/>
    </dgm:pt>
    <dgm:pt modelId="{05588752-6BC8-4EDB-9519-8DDA2A8A3171}" type="pres">
      <dgm:prSet presAssocID="{64EA3131-1365-4B88-B0DA-2B253D4B76DA}" presName="parentLeftMargin" presStyleLbl="node1" presStyleIdx="0" presStyleCnt="3"/>
      <dgm:spPr/>
    </dgm:pt>
    <dgm:pt modelId="{F6E48C78-6D63-4B1A-B83D-BF3CAC8A9DC1}" type="pres">
      <dgm:prSet presAssocID="{64EA3131-1365-4B88-B0DA-2B253D4B76DA}" presName="parentText" presStyleLbl="node1" presStyleIdx="1" presStyleCnt="3">
        <dgm:presLayoutVars>
          <dgm:chMax val="0"/>
          <dgm:bulletEnabled val="1"/>
        </dgm:presLayoutVars>
      </dgm:prSet>
      <dgm:spPr/>
    </dgm:pt>
    <dgm:pt modelId="{D340FFB8-EBAD-4763-8302-852F6744B6D9}" type="pres">
      <dgm:prSet presAssocID="{64EA3131-1365-4B88-B0DA-2B253D4B76DA}" presName="negativeSpace" presStyleCnt="0"/>
      <dgm:spPr/>
    </dgm:pt>
    <dgm:pt modelId="{C334CDCC-1FA9-4C50-8ED7-EF2376A96430}" type="pres">
      <dgm:prSet presAssocID="{64EA3131-1365-4B88-B0DA-2B253D4B76DA}" presName="childText" presStyleLbl="conFgAcc1" presStyleIdx="1" presStyleCnt="3">
        <dgm:presLayoutVars>
          <dgm:bulletEnabled val="1"/>
        </dgm:presLayoutVars>
      </dgm:prSet>
      <dgm:spPr/>
    </dgm:pt>
    <dgm:pt modelId="{00C43DA2-33A1-43A5-AAFB-7B742F0D296D}" type="pres">
      <dgm:prSet presAssocID="{FD4640E2-D604-4B8E-A3C3-2D8C7CE644C3}" presName="spaceBetweenRectangles" presStyleCnt="0"/>
      <dgm:spPr/>
    </dgm:pt>
    <dgm:pt modelId="{14BB0EED-F1AB-4F92-B71A-6D872368E6FE}" type="pres">
      <dgm:prSet presAssocID="{BEA6A6BC-F0F3-4CF8-9999-15A30879FBF3}" presName="parentLin" presStyleCnt="0"/>
      <dgm:spPr/>
    </dgm:pt>
    <dgm:pt modelId="{7EA68F7A-5F4E-41F8-B9C8-8607088F6A39}" type="pres">
      <dgm:prSet presAssocID="{BEA6A6BC-F0F3-4CF8-9999-15A30879FBF3}" presName="parentLeftMargin" presStyleLbl="node1" presStyleIdx="1" presStyleCnt="3"/>
      <dgm:spPr/>
    </dgm:pt>
    <dgm:pt modelId="{AEB86B84-849C-4D9A-A55A-BA2015B2E621}" type="pres">
      <dgm:prSet presAssocID="{BEA6A6BC-F0F3-4CF8-9999-15A30879FBF3}" presName="parentText" presStyleLbl="node1" presStyleIdx="2" presStyleCnt="3">
        <dgm:presLayoutVars>
          <dgm:chMax val="0"/>
          <dgm:bulletEnabled val="1"/>
        </dgm:presLayoutVars>
      </dgm:prSet>
      <dgm:spPr/>
    </dgm:pt>
    <dgm:pt modelId="{858F4CE4-ECE7-4877-A678-E0C902A74E6F}" type="pres">
      <dgm:prSet presAssocID="{BEA6A6BC-F0F3-4CF8-9999-15A30879FBF3}" presName="negativeSpace" presStyleCnt="0"/>
      <dgm:spPr/>
    </dgm:pt>
    <dgm:pt modelId="{449799A5-1D91-4AD2-B497-D7DE57D72F3E}" type="pres">
      <dgm:prSet presAssocID="{BEA6A6BC-F0F3-4CF8-9999-15A30879FBF3}" presName="childText" presStyleLbl="conFgAcc1" presStyleIdx="2" presStyleCnt="3">
        <dgm:presLayoutVars>
          <dgm:bulletEnabled val="1"/>
        </dgm:presLayoutVars>
      </dgm:prSet>
      <dgm:spPr/>
    </dgm:pt>
  </dgm:ptLst>
  <dgm:cxnLst>
    <dgm:cxn modelId="{A7D9FC03-0129-4AF6-89D7-B0949D8F6CCC}" type="presOf" srcId="{64EA3131-1365-4B88-B0DA-2B253D4B76DA}" destId="{F6E48C78-6D63-4B1A-B83D-BF3CAC8A9DC1}" srcOrd="1" destOrd="0" presId="urn:microsoft.com/office/officeart/2005/8/layout/list1"/>
    <dgm:cxn modelId="{8168980A-24E2-4F1D-BA59-19C2CE764446}" type="presOf" srcId="{C226DC42-8B50-40CF-988E-F2B272FAAD52}" destId="{39D4285D-B0DA-4561-8468-8F070A79ECD8}" srcOrd="1" destOrd="0" presId="urn:microsoft.com/office/officeart/2005/8/layout/list1"/>
    <dgm:cxn modelId="{A9712B28-DBED-4CD2-82B1-78F632BF899B}" type="presOf" srcId="{72F0EA10-7D2A-4C96-B709-F1489D15CE96}" destId="{449799A5-1D91-4AD2-B497-D7DE57D72F3E}" srcOrd="0" destOrd="2" presId="urn:microsoft.com/office/officeart/2005/8/layout/list1"/>
    <dgm:cxn modelId="{77DA9729-1A51-4001-A828-C43FF0934104}" srcId="{BEA6A6BC-F0F3-4CF8-9999-15A30879FBF3}" destId="{CCC24E59-DA81-4C1B-B357-569402399A80}" srcOrd="0" destOrd="0" parTransId="{F966B325-7F50-4D1A-8AEF-59AD42C5DCE3}" sibTransId="{83A045C8-7753-4A62-97F1-9E95E8D9DFD9}"/>
    <dgm:cxn modelId="{A247D02B-323C-4AF3-BDA3-F66318737677}" type="presOf" srcId="{FD397138-30A1-4334-8548-743FA5332AB4}" destId="{CAB066DE-5BB7-40D9-8F28-F01C95069CA9}" srcOrd="0" destOrd="0" presId="urn:microsoft.com/office/officeart/2005/8/layout/list1"/>
    <dgm:cxn modelId="{4F96972D-0189-4037-AE7A-AF57D01A65DA}" srcId="{FD397138-30A1-4334-8548-743FA5332AB4}" destId="{BEA6A6BC-F0F3-4CF8-9999-15A30879FBF3}" srcOrd="2" destOrd="0" parTransId="{1E26BB28-7469-474C-8355-621DEDD1FA4B}" sibTransId="{C02813D3-1C1F-4E94-89AB-C8AA8944FE57}"/>
    <dgm:cxn modelId="{2F046C3E-3A26-4F63-BFA8-AC797BFE4AAD}" srcId="{C226DC42-8B50-40CF-988E-F2B272FAAD52}" destId="{919EE8EB-120A-4B09-8BD5-2F5917089C2F}" srcOrd="0" destOrd="0" parTransId="{2E221BAB-7864-4105-BFA8-86EE1144C3E0}" sibTransId="{3B89AFD6-CC1F-4F8B-9518-423F661F6424}"/>
    <dgm:cxn modelId="{75F6015D-6CD8-4929-A7D6-3745A2C70A26}" type="presOf" srcId="{C226DC42-8B50-40CF-988E-F2B272FAAD52}" destId="{79A28C19-54F2-47A1-9F2B-C0132F36B9F9}" srcOrd="0" destOrd="0" presId="urn:microsoft.com/office/officeart/2005/8/layout/list1"/>
    <dgm:cxn modelId="{CE7DCE5D-FB22-420A-9AAD-E37BEEC4B14C}" type="presOf" srcId="{BEA6A6BC-F0F3-4CF8-9999-15A30879FBF3}" destId="{7EA68F7A-5F4E-41F8-B9C8-8607088F6A39}" srcOrd="0" destOrd="0" presId="urn:microsoft.com/office/officeart/2005/8/layout/list1"/>
    <dgm:cxn modelId="{31F26044-41B1-4259-914C-958DBE36C2B0}" type="presOf" srcId="{BEA6A6BC-F0F3-4CF8-9999-15A30879FBF3}" destId="{AEB86B84-849C-4D9A-A55A-BA2015B2E621}" srcOrd="1" destOrd="0" presId="urn:microsoft.com/office/officeart/2005/8/layout/list1"/>
    <dgm:cxn modelId="{7AE9156C-ACD2-4CE3-9D6E-A94F5F53017B}" type="presOf" srcId="{1DA89C5D-F4B8-48B1-89E5-B1540E3E4B68}" destId="{449799A5-1D91-4AD2-B497-D7DE57D72F3E}" srcOrd="0" destOrd="1" presId="urn:microsoft.com/office/officeart/2005/8/layout/list1"/>
    <dgm:cxn modelId="{81CCF36E-6041-4698-BB22-3E3265AB2130}" type="presOf" srcId="{CCC24E59-DA81-4C1B-B357-569402399A80}" destId="{449799A5-1D91-4AD2-B497-D7DE57D72F3E}" srcOrd="0" destOrd="0" presId="urn:microsoft.com/office/officeart/2005/8/layout/list1"/>
    <dgm:cxn modelId="{F25DD856-696E-4CDD-B16A-4E82A11F2D5B}" type="presOf" srcId="{919EE8EB-120A-4B09-8BD5-2F5917089C2F}" destId="{597B5722-4173-4506-8595-753B332B1A4C}" srcOrd="0" destOrd="0" presId="urn:microsoft.com/office/officeart/2005/8/layout/list1"/>
    <dgm:cxn modelId="{FDD99E84-90F7-4872-BA3F-F833C9628E29}" type="presOf" srcId="{64EA3131-1365-4B88-B0DA-2B253D4B76DA}" destId="{05588752-6BC8-4EDB-9519-8DDA2A8A3171}" srcOrd="0" destOrd="0" presId="urn:microsoft.com/office/officeart/2005/8/layout/list1"/>
    <dgm:cxn modelId="{E6AA3989-5696-453B-9C30-EA9B961218D4}" srcId="{64EA3131-1365-4B88-B0DA-2B253D4B76DA}" destId="{981EB2C2-616D-4D40-90EA-DA1B99C689ED}" srcOrd="1" destOrd="0" parTransId="{9420EA48-872B-494B-80C2-1021EE900868}" sibTransId="{8451F15F-9CD4-464B-A4A0-D27FA38A22A6}"/>
    <dgm:cxn modelId="{AED28490-1FA8-4941-AFB7-8A0BB63BCB37}" srcId="{FD397138-30A1-4334-8548-743FA5332AB4}" destId="{C226DC42-8B50-40CF-988E-F2B272FAAD52}" srcOrd="0" destOrd="0" parTransId="{5118DE7B-4F0A-4638-A27D-A449AD491441}" sibTransId="{76219D04-5EFD-45B6-89B8-A0E0704645C6}"/>
    <dgm:cxn modelId="{7D7876B6-35C6-4678-B88C-32736B4EF31F}" srcId="{FD397138-30A1-4334-8548-743FA5332AB4}" destId="{64EA3131-1365-4B88-B0DA-2B253D4B76DA}" srcOrd="1" destOrd="0" parTransId="{4851EE31-8BB8-4D36-A0AE-96B635F43A48}" sibTransId="{FD4640E2-D604-4B8E-A3C3-2D8C7CE644C3}"/>
    <dgm:cxn modelId="{CE17F1BC-6A09-4F24-8B98-9F73C476E107}" srcId="{BEA6A6BC-F0F3-4CF8-9999-15A30879FBF3}" destId="{72F0EA10-7D2A-4C96-B709-F1489D15CE96}" srcOrd="2" destOrd="0" parTransId="{1E50DF09-3414-4289-8FD9-EF03A7DBE807}" sibTransId="{AE58E881-87AB-42C8-B744-64996640F97E}"/>
    <dgm:cxn modelId="{929CB9C2-9DA8-445A-9A3D-7B00DF538B07}" srcId="{BEA6A6BC-F0F3-4CF8-9999-15A30879FBF3}" destId="{1DA89C5D-F4B8-48B1-89E5-B1540E3E4B68}" srcOrd="1" destOrd="0" parTransId="{3D577F74-CB08-4786-8685-B51D82132493}" sibTransId="{A4F95D72-C764-4F38-BBC6-02ED7AA3CBE8}"/>
    <dgm:cxn modelId="{425B8EC6-2835-4DE8-A452-4BA45FCCA29E}" type="presOf" srcId="{513D9925-9F84-4E7B-9676-F41585749593}" destId="{C334CDCC-1FA9-4C50-8ED7-EF2376A96430}" srcOrd="0" destOrd="0" presId="urn:microsoft.com/office/officeart/2005/8/layout/list1"/>
    <dgm:cxn modelId="{3FB5EEFB-D61D-4786-A12C-39FDE21317FF}" type="presOf" srcId="{981EB2C2-616D-4D40-90EA-DA1B99C689ED}" destId="{C334CDCC-1FA9-4C50-8ED7-EF2376A96430}" srcOrd="0" destOrd="1" presId="urn:microsoft.com/office/officeart/2005/8/layout/list1"/>
    <dgm:cxn modelId="{FB6EF0FE-7654-4CC8-A7BA-6A60CACE79EA}" srcId="{64EA3131-1365-4B88-B0DA-2B253D4B76DA}" destId="{513D9925-9F84-4E7B-9676-F41585749593}" srcOrd="0" destOrd="0" parTransId="{EAF22B65-D041-4BB9-A5AD-182AC1FBDA28}" sibTransId="{34204D48-5C27-4FC6-B8BA-5AD96B16443C}"/>
    <dgm:cxn modelId="{50FA8725-989C-4C21-99B5-D2B122245FEB}" type="presParOf" srcId="{CAB066DE-5BB7-40D9-8F28-F01C95069CA9}" destId="{7E0135C8-D3F0-48FA-BE90-141AE3334C23}" srcOrd="0" destOrd="0" presId="urn:microsoft.com/office/officeart/2005/8/layout/list1"/>
    <dgm:cxn modelId="{0D91DA15-2EC7-4B7C-91E0-DE4E91E9A55B}" type="presParOf" srcId="{7E0135C8-D3F0-48FA-BE90-141AE3334C23}" destId="{79A28C19-54F2-47A1-9F2B-C0132F36B9F9}" srcOrd="0" destOrd="0" presId="urn:microsoft.com/office/officeart/2005/8/layout/list1"/>
    <dgm:cxn modelId="{7871690A-85F3-4FB5-B131-C0F2DBE88037}" type="presParOf" srcId="{7E0135C8-D3F0-48FA-BE90-141AE3334C23}" destId="{39D4285D-B0DA-4561-8468-8F070A79ECD8}" srcOrd="1" destOrd="0" presId="urn:microsoft.com/office/officeart/2005/8/layout/list1"/>
    <dgm:cxn modelId="{69DD9BAC-F282-4856-B7E4-1032B0647814}" type="presParOf" srcId="{CAB066DE-5BB7-40D9-8F28-F01C95069CA9}" destId="{078FEAE2-5A2C-4BC5-96C9-5DCBE1C4C4B8}" srcOrd="1" destOrd="0" presId="urn:microsoft.com/office/officeart/2005/8/layout/list1"/>
    <dgm:cxn modelId="{69AAC82A-0347-4232-B58C-E1E97C8DC047}" type="presParOf" srcId="{CAB066DE-5BB7-40D9-8F28-F01C95069CA9}" destId="{597B5722-4173-4506-8595-753B332B1A4C}" srcOrd="2" destOrd="0" presId="urn:microsoft.com/office/officeart/2005/8/layout/list1"/>
    <dgm:cxn modelId="{152BAD5E-5C48-4FE2-A253-1F8A72030BFD}" type="presParOf" srcId="{CAB066DE-5BB7-40D9-8F28-F01C95069CA9}" destId="{2FD4D86D-BFBA-4230-93D9-E69637259548}" srcOrd="3" destOrd="0" presId="urn:microsoft.com/office/officeart/2005/8/layout/list1"/>
    <dgm:cxn modelId="{B0CB1241-86AD-45D4-A71A-6FAD635E3F65}" type="presParOf" srcId="{CAB066DE-5BB7-40D9-8F28-F01C95069CA9}" destId="{159085A9-AFC2-4774-88B5-35AD421B6E25}" srcOrd="4" destOrd="0" presId="urn:microsoft.com/office/officeart/2005/8/layout/list1"/>
    <dgm:cxn modelId="{39A0AFFA-93E7-4197-A632-F7FF9267D3D0}" type="presParOf" srcId="{159085A9-AFC2-4774-88B5-35AD421B6E25}" destId="{05588752-6BC8-4EDB-9519-8DDA2A8A3171}" srcOrd="0" destOrd="0" presId="urn:microsoft.com/office/officeart/2005/8/layout/list1"/>
    <dgm:cxn modelId="{95812BD0-5501-4534-A8AE-536848376502}" type="presParOf" srcId="{159085A9-AFC2-4774-88B5-35AD421B6E25}" destId="{F6E48C78-6D63-4B1A-B83D-BF3CAC8A9DC1}" srcOrd="1" destOrd="0" presId="urn:microsoft.com/office/officeart/2005/8/layout/list1"/>
    <dgm:cxn modelId="{25ECEE31-81E6-476F-8AEB-3FD7F66F4231}" type="presParOf" srcId="{CAB066DE-5BB7-40D9-8F28-F01C95069CA9}" destId="{D340FFB8-EBAD-4763-8302-852F6744B6D9}" srcOrd="5" destOrd="0" presId="urn:microsoft.com/office/officeart/2005/8/layout/list1"/>
    <dgm:cxn modelId="{2400CA9F-E4AA-44E3-B436-F1219C2C8F74}" type="presParOf" srcId="{CAB066DE-5BB7-40D9-8F28-F01C95069CA9}" destId="{C334CDCC-1FA9-4C50-8ED7-EF2376A96430}" srcOrd="6" destOrd="0" presId="urn:microsoft.com/office/officeart/2005/8/layout/list1"/>
    <dgm:cxn modelId="{BF5A97C4-8C65-40E2-9713-CB46E89C2352}" type="presParOf" srcId="{CAB066DE-5BB7-40D9-8F28-F01C95069CA9}" destId="{00C43DA2-33A1-43A5-AAFB-7B742F0D296D}" srcOrd="7" destOrd="0" presId="urn:microsoft.com/office/officeart/2005/8/layout/list1"/>
    <dgm:cxn modelId="{F37212C2-B2E0-43D5-9C27-E42CA7416B45}" type="presParOf" srcId="{CAB066DE-5BB7-40D9-8F28-F01C95069CA9}" destId="{14BB0EED-F1AB-4F92-B71A-6D872368E6FE}" srcOrd="8" destOrd="0" presId="urn:microsoft.com/office/officeart/2005/8/layout/list1"/>
    <dgm:cxn modelId="{348F1F80-8CB3-4AF9-ADFA-3013E57539FD}" type="presParOf" srcId="{14BB0EED-F1AB-4F92-B71A-6D872368E6FE}" destId="{7EA68F7A-5F4E-41F8-B9C8-8607088F6A39}" srcOrd="0" destOrd="0" presId="urn:microsoft.com/office/officeart/2005/8/layout/list1"/>
    <dgm:cxn modelId="{DEFADFD7-E382-4D98-82EA-8E3F184E36CA}" type="presParOf" srcId="{14BB0EED-F1AB-4F92-B71A-6D872368E6FE}" destId="{AEB86B84-849C-4D9A-A55A-BA2015B2E621}" srcOrd="1" destOrd="0" presId="urn:microsoft.com/office/officeart/2005/8/layout/list1"/>
    <dgm:cxn modelId="{A34951D5-EBE2-4900-A364-C3C18BA7AF9C}" type="presParOf" srcId="{CAB066DE-5BB7-40D9-8F28-F01C95069CA9}" destId="{858F4CE4-ECE7-4877-A678-E0C902A74E6F}" srcOrd="9" destOrd="0" presId="urn:microsoft.com/office/officeart/2005/8/layout/list1"/>
    <dgm:cxn modelId="{512E9177-1DFA-4B2E-958C-7C215EDD7DDC}" type="presParOf" srcId="{CAB066DE-5BB7-40D9-8F28-F01C95069CA9}" destId="{449799A5-1D91-4AD2-B497-D7DE57D72F3E}"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3E9836A-268B-44C3-B929-0739378109B6}" type="doc">
      <dgm:prSet loTypeId="urn:microsoft.com/office/officeart/2005/8/layout/list1#2" loCatId="list" qsTypeId="urn:microsoft.com/office/officeart/2005/8/quickstyle/simple1#4" qsCatId="simple" csTypeId="urn:microsoft.com/office/officeart/2005/8/colors/accent1_2#2" csCatId="accent1" phldr="1"/>
      <dgm:spPr/>
      <dgm:t>
        <a:bodyPr/>
        <a:lstStyle/>
        <a:p>
          <a:endParaRPr lang="zh-CN" altLang="en-US"/>
        </a:p>
      </dgm:t>
    </dgm:pt>
    <dgm:pt modelId="{E06554EE-A804-4063-8151-9E19444001CC}">
      <dgm:prSet phldrT="[文本]" custT="1"/>
      <dgm:spPr/>
      <dgm:t>
        <a:bodyPr/>
        <a:lstStyle/>
        <a:p>
          <a:r>
            <a:rPr lang="zh-CN" altLang="en-US" sz="1600" b="1">
              <a:solidFill>
                <a:srgbClr val="FF0000"/>
              </a:solidFill>
              <a:highlight>
                <a:srgbClr val="FFFF00"/>
              </a:highlight>
            </a:rPr>
            <a:t>非限定名称，或不包含前缀的类名称</a:t>
          </a:r>
          <a:r>
            <a:rPr lang="en-US" altLang="zh-CN" sz="1600" b="1">
              <a:solidFill>
                <a:srgbClr val="FF0000"/>
              </a:solidFill>
              <a:highlight>
                <a:srgbClr val="FFFF00"/>
              </a:highlight>
            </a:rPr>
            <a:t>——</a:t>
          </a:r>
          <a:r>
            <a:rPr lang="zh-CN" altLang="en-US" sz="1600" b="1">
              <a:solidFill>
                <a:srgbClr val="FF0000"/>
              </a:solidFill>
              <a:highlight>
                <a:srgbClr val="FFFF00"/>
              </a:highlight>
            </a:rPr>
            <a:t>仅使用类名访问</a:t>
          </a:r>
          <a:endParaRPr lang="zh-CN" altLang="en-US" sz="1600">
            <a:solidFill>
              <a:srgbClr val="FF0000"/>
            </a:solidFill>
            <a:highlight>
              <a:srgbClr val="FFFF00"/>
            </a:highlight>
          </a:endParaRPr>
        </a:p>
      </dgm:t>
    </dgm:pt>
    <dgm:pt modelId="{D0AEB0A4-90E7-4BF0-93FF-11172960DF7C}" type="parTrans" cxnId="{DD7242DC-98FF-4FA5-86DE-1D8539DB6244}">
      <dgm:prSet/>
      <dgm:spPr/>
      <dgm:t>
        <a:bodyPr/>
        <a:lstStyle/>
        <a:p>
          <a:endParaRPr lang="zh-CN" altLang="en-US" sz="2400"/>
        </a:p>
      </dgm:t>
    </dgm:pt>
    <dgm:pt modelId="{8323CD23-B347-400A-84AC-EC2AC04F0CDF}" type="sibTrans" cxnId="{DD7242DC-98FF-4FA5-86DE-1D8539DB6244}">
      <dgm:prSet/>
      <dgm:spPr/>
      <dgm:t>
        <a:bodyPr/>
        <a:lstStyle/>
        <a:p>
          <a:endParaRPr lang="zh-CN" altLang="en-US" sz="2400"/>
        </a:p>
      </dgm:t>
    </dgm:pt>
    <dgm:pt modelId="{D5249ADE-70D8-4027-870A-463838928BC6}">
      <dgm:prSet custT="1"/>
      <dgm:spPr/>
      <dgm:t>
        <a:bodyPr/>
        <a:lstStyle/>
        <a:p>
          <a:r>
            <a:rPr lang="zh-CN" altLang="en-US" sz="1600" b="1"/>
            <a:t>限定名称</a:t>
          </a:r>
          <a:r>
            <a:rPr lang="en-US" altLang="zh-CN" sz="1600" b="1"/>
            <a:t>,</a:t>
          </a:r>
          <a:r>
            <a:rPr lang="zh-CN" altLang="en-US" sz="1600" b="1"/>
            <a:t>或包含前缀的名称</a:t>
          </a:r>
          <a:endParaRPr lang="en-US" sz="1600"/>
        </a:p>
      </dgm:t>
    </dgm:pt>
    <dgm:pt modelId="{E6C57888-2750-48D4-8594-7A452B615206}" type="parTrans" cxnId="{6BBA016A-2A5E-4134-B874-52E5A2BC97BF}">
      <dgm:prSet/>
      <dgm:spPr/>
      <dgm:t>
        <a:bodyPr/>
        <a:lstStyle/>
        <a:p>
          <a:endParaRPr lang="zh-CN" altLang="en-US" sz="2400"/>
        </a:p>
      </dgm:t>
    </dgm:pt>
    <dgm:pt modelId="{38C4A5B2-8937-4373-9642-B68B00928E92}" type="sibTrans" cxnId="{6BBA016A-2A5E-4134-B874-52E5A2BC97BF}">
      <dgm:prSet/>
      <dgm:spPr/>
      <dgm:t>
        <a:bodyPr/>
        <a:lstStyle/>
        <a:p>
          <a:endParaRPr lang="zh-CN" altLang="en-US" sz="2400"/>
        </a:p>
      </dgm:t>
    </dgm:pt>
    <dgm:pt modelId="{7FD60223-24F9-4541-8715-DAE075D6E8EE}">
      <dgm:prSet custT="1"/>
      <dgm:spPr/>
      <dgm:t>
        <a:bodyPr/>
        <a:lstStyle/>
        <a:p>
          <a:r>
            <a:rPr lang="zh-CN" altLang="en-US" sz="1600" b="1"/>
            <a:t>完全限定名称，或包含了全局前缀操作符的名称</a:t>
          </a:r>
          <a:endParaRPr lang="en-US" sz="1600"/>
        </a:p>
      </dgm:t>
    </dgm:pt>
    <dgm:pt modelId="{2F0B9541-3DFD-46AF-AF7F-59A92AF2EF0A}" type="parTrans" cxnId="{8A70F114-EBC4-4B84-B1F6-0AE1F21F59C4}">
      <dgm:prSet/>
      <dgm:spPr/>
      <dgm:t>
        <a:bodyPr/>
        <a:lstStyle/>
        <a:p>
          <a:endParaRPr lang="zh-CN" altLang="en-US" sz="2400"/>
        </a:p>
      </dgm:t>
    </dgm:pt>
    <dgm:pt modelId="{C636B5C3-2C04-4EE0-AF8F-107770089720}" type="sibTrans" cxnId="{8A70F114-EBC4-4B84-B1F6-0AE1F21F59C4}">
      <dgm:prSet/>
      <dgm:spPr/>
      <dgm:t>
        <a:bodyPr/>
        <a:lstStyle/>
        <a:p>
          <a:endParaRPr lang="zh-CN" altLang="en-US" sz="2400"/>
        </a:p>
      </dgm:t>
    </dgm:pt>
    <dgm:pt modelId="{1E8130F0-6218-4221-AB5B-599962DC36F1}">
      <dgm:prSet phldrT="[文本]" custT="1"/>
      <dgm:spPr/>
      <dgm:t>
        <a:bodyPr/>
        <a:lstStyle/>
        <a:p>
          <a:r>
            <a:rPr lang="zh-CN" altLang="en-US" sz="1600"/>
            <a:t>例如 </a:t>
          </a:r>
          <a:r>
            <a:rPr lang="en-US" altLang="zh-CN" sz="1600"/>
            <a:t>$</a:t>
          </a:r>
          <a:r>
            <a:rPr lang="en-US" sz="1600"/>
            <a:t>a=new foo(); </a:t>
          </a:r>
          <a:r>
            <a:rPr lang="zh-CN" altLang="en-US" sz="1600"/>
            <a:t>或 </a:t>
          </a:r>
          <a:r>
            <a:rPr lang="en-US" sz="1600"/>
            <a:t>foo::staticmethod();。</a:t>
          </a:r>
          <a:endParaRPr lang="zh-CN" altLang="en-US" sz="1600"/>
        </a:p>
      </dgm:t>
    </dgm:pt>
    <dgm:pt modelId="{85BBC6B5-F637-41C3-8B92-89ABCC7405DB}" type="parTrans" cxnId="{15E82C66-8CBF-4F11-A6EC-51EE42469DD3}">
      <dgm:prSet/>
      <dgm:spPr/>
      <dgm:t>
        <a:bodyPr/>
        <a:lstStyle/>
        <a:p>
          <a:endParaRPr lang="zh-CN" altLang="en-US" sz="2400"/>
        </a:p>
      </dgm:t>
    </dgm:pt>
    <dgm:pt modelId="{5787E2D4-8D39-4099-8B4B-37E5FFC7A88D}" type="sibTrans" cxnId="{15E82C66-8CBF-4F11-A6EC-51EE42469DD3}">
      <dgm:prSet/>
      <dgm:spPr/>
      <dgm:t>
        <a:bodyPr/>
        <a:lstStyle/>
        <a:p>
          <a:endParaRPr lang="zh-CN" altLang="en-US" sz="2400"/>
        </a:p>
      </dgm:t>
    </dgm:pt>
    <dgm:pt modelId="{C30ACF89-2BD7-4B3A-AC64-5BA16796CEEA}">
      <dgm:prSet custT="1"/>
      <dgm:spPr/>
      <dgm:t>
        <a:bodyPr/>
        <a:lstStyle/>
        <a:p>
          <a:endParaRPr lang="en-US" sz="1600"/>
        </a:p>
      </dgm:t>
    </dgm:pt>
    <dgm:pt modelId="{2C6559DF-FCD0-4584-A23C-28BCD6CEFAD2}" type="parTrans" cxnId="{F951563D-77A2-4B6F-8763-2C1D9B67D677}">
      <dgm:prSet/>
      <dgm:spPr/>
      <dgm:t>
        <a:bodyPr/>
        <a:lstStyle/>
        <a:p>
          <a:endParaRPr lang="zh-CN" altLang="en-US" sz="2400"/>
        </a:p>
      </dgm:t>
    </dgm:pt>
    <dgm:pt modelId="{4B4F6842-1FFB-4E8F-AABC-023CFE132DEC}" type="sibTrans" cxnId="{F951563D-77A2-4B6F-8763-2C1D9B67D677}">
      <dgm:prSet/>
      <dgm:spPr/>
      <dgm:t>
        <a:bodyPr/>
        <a:lstStyle/>
        <a:p>
          <a:endParaRPr lang="zh-CN" altLang="en-US" sz="2400"/>
        </a:p>
      </dgm:t>
    </dgm:pt>
    <dgm:pt modelId="{79DE2A97-441E-4610-86C5-8CC76C2C3368}">
      <dgm:prSet custT="1"/>
      <dgm:spPr/>
      <dgm:t>
        <a:bodyPr/>
        <a:lstStyle/>
        <a:p>
          <a:endParaRPr lang="en-US" sz="1600"/>
        </a:p>
      </dgm:t>
    </dgm:pt>
    <dgm:pt modelId="{32FFA9F3-F5F4-4493-A67F-4D185B8311EC}" type="parTrans" cxnId="{42E71D06-42ED-4E65-92EA-4F852AD731F1}">
      <dgm:prSet/>
      <dgm:spPr/>
      <dgm:t>
        <a:bodyPr/>
        <a:lstStyle/>
        <a:p>
          <a:endParaRPr lang="zh-CN" altLang="en-US" sz="2400"/>
        </a:p>
      </dgm:t>
    </dgm:pt>
    <dgm:pt modelId="{4145DA1C-6EEA-4064-850F-7D6210D575CD}" type="sibTrans" cxnId="{42E71D06-42ED-4E65-92EA-4F852AD731F1}">
      <dgm:prSet/>
      <dgm:spPr/>
      <dgm:t>
        <a:bodyPr/>
        <a:lstStyle/>
        <a:p>
          <a:endParaRPr lang="zh-CN" altLang="en-US" sz="2400"/>
        </a:p>
      </dgm:t>
    </dgm:pt>
    <dgm:pt modelId="{F41BF26C-9B9E-4328-BFB9-EEB7663773FD}">
      <dgm:prSet phldrT="[文本]" custT="1"/>
      <dgm:spPr/>
      <dgm:t>
        <a:bodyPr/>
        <a:lstStyle/>
        <a:p>
          <a:r>
            <a:rPr lang="zh-CN" altLang="en-US" sz="1600"/>
            <a:t>如果当前命名空间是 </a:t>
          </a:r>
          <a:r>
            <a:rPr lang="en-US" sz="1600"/>
            <a:t>currentnamespace，foo </a:t>
          </a:r>
          <a:r>
            <a:rPr lang="zh-CN" altLang="en-US" sz="1600"/>
            <a:t>将被解析为 </a:t>
          </a:r>
          <a:r>
            <a:rPr lang="en-US" sz="1600"/>
            <a:t>currentnamespace\foo。</a:t>
          </a:r>
          <a:r>
            <a:rPr lang="zh-CN" altLang="en-US" sz="1600"/>
            <a:t>如果使用 </a:t>
          </a:r>
          <a:r>
            <a:rPr lang="en-US" sz="1600"/>
            <a:t>foo </a:t>
          </a:r>
          <a:r>
            <a:rPr lang="zh-CN" altLang="en-US" sz="1600"/>
            <a:t>的代码是全局的，不包含在任何命名空间中的代码，则 </a:t>
          </a:r>
          <a:r>
            <a:rPr lang="en-US" sz="1600"/>
            <a:t>foo </a:t>
          </a:r>
          <a:r>
            <a:rPr lang="zh-CN" altLang="en-US" sz="1600"/>
            <a:t>会被解析为</a:t>
          </a:r>
          <a:r>
            <a:rPr lang="en-US" sz="1600"/>
            <a:t>foo。</a:t>
          </a:r>
          <a:endParaRPr lang="zh-CN" altLang="en-US" sz="1600"/>
        </a:p>
      </dgm:t>
    </dgm:pt>
    <dgm:pt modelId="{5D57C2E1-18C8-49A0-9D36-6C194C1510C7}" type="parTrans" cxnId="{ED201DD0-D3EF-4A7A-B80B-77EAD142EF3C}">
      <dgm:prSet/>
      <dgm:spPr/>
      <dgm:t>
        <a:bodyPr/>
        <a:lstStyle/>
        <a:p>
          <a:endParaRPr lang="zh-CN" altLang="en-US" sz="2400"/>
        </a:p>
      </dgm:t>
    </dgm:pt>
    <dgm:pt modelId="{5B6735A2-8CA5-47CC-BB83-9E978144A653}" type="sibTrans" cxnId="{ED201DD0-D3EF-4A7A-B80B-77EAD142EF3C}">
      <dgm:prSet/>
      <dgm:spPr/>
      <dgm:t>
        <a:bodyPr/>
        <a:lstStyle/>
        <a:p>
          <a:endParaRPr lang="zh-CN" altLang="en-US" sz="2400"/>
        </a:p>
      </dgm:t>
    </dgm:pt>
    <dgm:pt modelId="{EB10EF6E-31F5-4D0E-B3CC-374F3E349E75}">
      <dgm:prSet phldrT="[文本]" custT="1"/>
      <dgm:spPr/>
      <dgm:t>
        <a:bodyPr/>
        <a:lstStyle/>
        <a:p>
          <a:r>
            <a:rPr lang="zh-CN" altLang="en-US" sz="1600"/>
            <a:t>找不到会被解析为全局函数名称或常量名称。 </a:t>
          </a:r>
        </a:p>
      </dgm:t>
    </dgm:pt>
    <dgm:pt modelId="{DA6E5B6D-D872-4B8C-B9FE-9B79A07AD98D}" type="parTrans" cxnId="{7F60F4FB-7137-4060-BC31-42A8AF02BFC9}">
      <dgm:prSet/>
      <dgm:spPr/>
      <dgm:t>
        <a:bodyPr/>
        <a:lstStyle/>
        <a:p>
          <a:endParaRPr lang="zh-CN" altLang="en-US" sz="2400"/>
        </a:p>
      </dgm:t>
    </dgm:pt>
    <dgm:pt modelId="{5DC4BDA2-8ED0-4A4D-B9B9-EF40C47D170E}" type="sibTrans" cxnId="{7F60F4FB-7137-4060-BC31-42A8AF02BFC9}">
      <dgm:prSet/>
      <dgm:spPr/>
      <dgm:t>
        <a:bodyPr/>
        <a:lstStyle/>
        <a:p>
          <a:endParaRPr lang="zh-CN" altLang="en-US" sz="2400"/>
        </a:p>
      </dgm:t>
    </dgm:pt>
    <dgm:pt modelId="{F52D0242-66CD-4EAA-B937-F711AAD708BD}" type="pres">
      <dgm:prSet presAssocID="{63E9836A-268B-44C3-B929-0739378109B6}" presName="linear" presStyleCnt="0">
        <dgm:presLayoutVars>
          <dgm:dir/>
          <dgm:animLvl val="lvl"/>
          <dgm:resizeHandles val="exact"/>
        </dgm:presLayoutVars>
      </dgm:prSet>
      <dgm:spPr/>
    </dgm:pt>
    <dgm:pt modelId="{F2A29F93-42BC-47FA-8D71-91B00C444F9D}" type="pres">
      <dgm:prSet presAssocID="{E06554EE-A804-4063-8151-9E19444001CC}" presName="parentLin" presStyleCnt="0"/>
      <dgm:spPr/>
    </dgm:pt>
    <dgm:pt modelId="{D393FEAA-65B9-4213-A067-487F67BC7210}" type="pres">
      <dgm:prSet presAssocID="{E06554EE-A804-4063-8151-9E19444001CC}" presName="parentLeftMargin" presStyleLbl="node1" presStyleIdx="0" presStyleCnt="3"/>
      <dgm:spPr/>
    </dgm:pt>
    <dgm:pt modelId="{EFB5C7CD-6FFB-496D-B01F-7664B579CB0B}" type="pres">
      <dgm:prSet presAssocID="{E06554EE-A804-4063-8151-9E19444001CC}" presName="parentText" presStyleLbl="node1" presStyleIdx="0" presStyleCnt="3" custScaleX="127724">
        <dgm:presLayoutVars>
          <dgm:chMax val="0"/>
          <dgm:bulletEnabled val="1"/>
        </dgm:presLayoutVars>
      </dgm:prSet>
      <dgm:spPr/>
    </dgm:pt>
    <dgm:pt modelId="{8473D55D-57A3-4822-87F8-17F3295A2324}" type="pres">
      <dgm:prSet presAssocID="{E06554EE-A804-4063-8151-9E19444001CC}" presName="negativeSpace" presStyleCnt="0"/>
      <dgm:spPr/>
    </dgm:pt>
    <dgm:pt modelId="{8B845CED-7A2E-41E4-92CA-B9137C25B125}" type="pres">
      <dgm:prSet presAssocID="{E06554EE-A804-4063-8151-9E19444001CC}" presName="childText" presStyleLbl="conFgAcc1" presStyleIdx="0" presStyleCnt="3">
        <dgm:presLayoutVars>
          <dgm:bulletEnabled val="1"/>
        </dgm:presLayoutVars>
      </dgm:prSet>
      <dgm:spPr/>
    </dgm:pt>
    <dgm:pt modelId="{3F274D9C-78A7-4784-9A8D-E53549E13F9B}" type="pres">
      <dgm:prSet presAssocID="{8323CD23-B347-400A-84AC-EC2AC04F0CDF}" presName="spaceBetweenRectangles" presStyleCnt="0"/>
      <dgm:spPr/>
    </dgm:pt>
    <dgm:pt modelId="{6A62E732-E863-4E94-BB20-49F68A3618EF}" type="pres">
      <dgm:prSet presAssocID="{D5249ADE-70D8-4027-870A-463838928BC6}" presName="parentLin" presStyleCnt="0"/>
      <dgm:spPr/>
    </dgm:pt>
    <dgm:pt modelId="{EBA27FC7-8134-4CFC-9F4E-F7413E31A330}" type="pres">
      <dgm:prSet presAssocID="{D5249ADE-70D8-4027-870A-463838928BC6}" presName="parentLeftMargin" presStyleLbl="node1" presStyleIdx="0" presStyleCnt="3"/>
      <dgm:spPr/>
    </dgm:pt>
    <dgm:pt modelId="{8DC9516A-751D-4523-B8A0-1A4BE33BDCCF}" type="pres">
      <dgm:prSet presAssocID="{D5249ADE-70D8-4027-870A-463838928BC6}" presName="parentText" presStyleLbl="node1" presStyleIdx="1" presStyleCnt="3" custScaleX="127724">
        <dgm:presLayoutVars>
          <dgm:chMax val="0"/>
          <dgm:bulletEnabled val="1"/>
        </dgm:presLayoutVars>
      </dgm:prSet>
      <dgm:spPr/>
    </dgm:pt>
    <dgm:pt modelId="{6DCF26EE-0255-477D-8030-9A2084EEEDFF}" type="pres">
      <dgm:prSet presAssocID="{D5249ADE-70D8-4027-870A-463838928BC6}" presName="negativeSpace" presStyleCnt="0"/>
      <dgm:spPr/>
    </dgm:pt>
    <dgm:pt modelId="{7A5DB848-1948-41E9-B9AC-B6822ACA3CA9}" type="pres">
      <dgm:prSet presAssocID="{D5249ADE-70D8-4027-870A-463838928BC6}" presName="childText" presStyleLbl="conFgAcc1" presStyleIdx="1" presStyleCnt="3">
        <dgm:presLayoutVars>
          <dgm:bulletEnabled val="1"/>
        </dgm:presLayoutVars>
      </dgm:prSet>
      <dgm:spPr/>
    </dgm:pt>
    <dgm:pt modelId="{CE85249E-204F-4467-912B-0A7B2EB8E91F}" type="pres">
      <dgm:prSet presAssocID="{38C4A5B2-8937-4373-9642-B68B00928E92}" presName="spaceBetweenRectangles" presStyleCnt="0"/>
      <dgm:spPr/>
    </dgm:pt>
    <dgm:pt modelId="{DF67E7FF-0883-4241-992B-6F7867DCEB80}" type="pres">
      <dgm:prSet presAssocID="{7FD60223-24F9-4541-8715-DAE075D6E8EE}" presName="parentLin" presStyleCnt="0"/>
      <dgm:spPr/>
    </dgm:pt>
    <dgm:pt modelId="{1402C83D-8449-4FB5-B069-224B7CFFD2FE}" type="pres">
      <dgm:prSet presAssocID="{7FD60223-24F9-4541-8715-DAE075D6E8EE}" presName="parentLeftMargin" presStyleLbl="node1" presStyleIdx="1" presStyleCnt="3"/>
      <dgm:spPr/>
    </dgm:pt>
    <dgm:pt modelId="{B271D5DE-6254-4E5B-8F01-DABDC6279764}" type="pres">
      <dgm:prSet presAssocID="{7FD60223-24F9-4541-8715-DAE075D6E8EE}" presName="parentText" presStyleLbl="node1" presStyleIdx="2" presStyleCnt="3" custScaleX="127724">
        <dgm:presLayoutVars>
          <dgm:chMax val="0"/>
          <dgm:bulletEnabled val="1"/>
        </dgm:presLayoutVars>
      </dgm:prSet>
      <dgm:spPr/>
    </dgm:pt>
    <dgm:pt modelId="{B18BCB65-24E7-4A2A-931C-BA98F30E98A0}" type="pres">
      <dgm:prSet presAssocID="{7FD60223-24F9-4541-8715-DAE075D6E8EE}" presName="negativeSpace" presStyleCnt="0"/>
      <dgm:spPr/>
    </dgm:pt>
    <dgm:pt modelId="{5C10CB25-B016-40CF-9B76-F021115B9306}" type="pres">
      <dgm:prSet presAssocID="{7FD60223-24F9-4541-8715-DAE075D6E8EE}" presName="childText" presStyleLbl="conFgAcc1" presStyleIdx="2" presStyleCnt="3">
        <dgm:presLayoutVars>
          <dgm:bulletEnabled val="1"/>
        </dgm:presLayoutVars>
      </dgm:prSet>
      <dgm:spPr/>
    </dgm:pt>
  </dgm:ptLst>
  <dgm:cxnLst>
    <dgm:cxn modelId="{42E71D06-42ED-4E65-92EA-4F852AD731F1}" srcId="{7FD60223-24F9-4541-8715-DAE075D6E8EE}" destId="{79DE2A97-441E-4610-86C5-8CC76C2C3368}" srcOrd="0" destOrd="0" parTransId="{32FFA9F3-F5F4-4493-A67F-4D185B8311EC}" sibTransId="{4145DA1C-6EEA-4064-850F-7D6210D575CD}"/>
    <dgm:cxn modelId="{5959DD09-4038-4073-AEDA-78B90C3B40DA}" type="presOf" srcId="{C30ACF89-2BD7-4B3A-AC64-5BA16796CEEA}" destId="{7A5DB848-1948-41E9-B9AC-B6822ACA3CA9}" srcOrd="0" destOrd="0" presId="urn:microsoft.com/office/officeart/2005/8/layout/list1#2"/>
    <dgm:cxn modelId="{B3B5DC0F-EFEF-4A0B-A1EC-EB01AA0057B4}" type="presOf" srcId="{7FD60223-24F9-4541-8715-DAE075D6E8EE}" destId="{B271D5DE-6254-4E5B-8F01-DABDC6279764}" srcOrd="1" destOrd="0" presId="urn:microsoft.com/office/officeart/2005/8/layout/list1#2"/>
    <dgm:cxn modelId="{EEFF4014-1979-487F-99EC-E93A5F1AFA41}" type="presOf" srcId="{1E8130F0-6218-4221-AB5B-599962DC36F1}" destId="{8B845CED-7A2E-41E4-92CA-B9137C25B125}" srcOrd="0" destOrd="0" presId="urn:microsoft.com/office/officeart/2005/8/layout/list1#2"/>
    <dgm:cxn modelId="{8A70F114-EBC4-4B84-B1F6-0AE1F21F59C4}" srcId="{63E9836A-268B-44C3-B929-0739378109B6}" destId="{7FD60223-24F9-4541-8715-DAE075D6E8EE}" srcOrd="2" destOrd="0" parTransId="{2F0B9541-3DFD-46AF-AF7F-59A92AF2EF0A}" sibTransId="{C636B5C3-2C04-4EE0-AF8F-107770089720}"/>
    <dgm:cxn modelId="{F951563D-77A2-4B6F-8763-2C1D9B67D677}" srcId="{D5249ADE-70D8-4027-870A-463838928BC6}" destId="{C30ACF89-2BD7-4B3A-AC64-5BA16796CEEA}" srcOrd="0" destOrd="0" parTransId="{2C6559DF-FCD0-4584-A23C-28BCD6CEFAD2}" sibTransId="{4B4F6842-1FFB-4E8F-AABC-023CFE132DEC}"/>
    <dgm:cxn modelId="{15E82C66-8CBF-4F11-A6EC-51EE42469DD3}" srcId="{E06554EE-A804-4063-8151-9E19444001CC}" destId="{1E8130F0-6218-4221-AB5B-599962DC36F1}" srcOrd="0" destOrd="0" parTransId="{85BBC6B5-F637-41C3-8B92-89ABCC7405DB}" sibTransId="{5787E2D4-8D39-4099-8B4B-37E5FFC7A88D}"/>
    <dgm:cxn modelId="{5E53E946-830C-4722-8B42-AA6564955B74}" type="presOf" srcId="{63E9836A-268B-44C3-B929-0739378109B6}" destId="{F52D0242-66CD-4EAA-B937-F711AAD708BD}" srcOrd="0" destOrd="0" presId="urn:microsoft.com/office/officeart/2005/8/layout/list1#2"/>
    <dgm:cxn modelId="{6BBA016A-2A5E-4134-B874-52E5A2BC97BF}" srcId="{63E9836A-268B-44C3-B929-0739378109B6}" destId="{D5249ADE-70D8-4027-870A-463838928BC6}" srcOrd="1" destOrd="0" parTransId="{E6C57888-2750-48D4-8594-7A452B615206}" sibTransId="{38C4A5B2-8937-4373-9642-B68B00928E92}"/>
    <dgm:cxn modelId="{6E15226E-A4AF-4C7E-B22D-99B3E956DC01}" type="presOf" srcId="{F41BF26C-9B9E-4328-BFB9-EEB7663773FD}" destId="{8B845CED-7A2E-41E4-92CA-B9137C25B125}" srcOrd="0" destOrd="1" presId="urn:microsoft.com/office/officeart/2005/8/layout/list1#2"/>
    <dgm:cxn modelId="{9C7A7680-542B-4D3A-8BA7-51A1A2CFB8DF}" type="presOf" srcId="{79DE2A97-441E-4610-86C5-8CC76C2C3368}" destId="{5C10CB25-B016-40CF-9B76-F021115B9306}" srcOrd="0" destOrd="0" presId="urn:microsoft.com/office/officeart/2005/8/layout/list1#2"/>
    <dgm:cxn modelId="{D088C280-F693-42F7-92FE-B5705A5213CF}" type="presOf" srcId="{D5249ADE-70D8-4027-870A-463838928BC6}" destId="{EBA27FC7-8134-4CFC-9F4E-F7413E31A330}" srcOrd="0" destOrd="0" presId="urn:microsoft.com/office/officeart/2005/8/layout/list1#2"/>
    <dgm:cxn modelId="{B665FA81-01FC-4E48-A382-6A530C77F977}" type="presOf" srcId="{E06554EE-A804-4063-8151-9E19444001CC}" destId="{EFB5C7CD-6FFB-496D-B01F-7664B579CB0B}" srcOrd="1" destOrd="0" presId="urn:microsoft.com/office/officeart/2005/8/layout/list1#2"/>
    <dgm:cxn modelId="{E01F47C0-CCCA-49FF-9DC1-D7053F56003C}" type="presOf" srcId="{7FD60223-24F9-4541-8715-DAE075D6E8EE}" destId="{1402C83D-8449-4FB5-B069-224B7CFFD2FE}" srcOrd="0" destOrd="0" presId="urn:microsoft.com/office/officeart/2005/8/layout/list1#2"/>
    <dgm:cxn modelId="{25D5CCC2-D35C-42CF-8034-D990C0DCD483}" type="presOf" srcId="{E06554EE-A804-4063-8151-9E19444001CC}" destId="{D393FEAA-65B9-4213-A067-487F67BC7210}" srcOrd="0" destOrd="0" presId="urn:microsoft.com/office/officeart/2005/8/layout/list1#2"/>
    <dgm:cxn modelId="{ED201DD0-D3EF-4A7A-B80B-77EAD142EF3C}" srcId="{E06554EE-A804-4063-8151-9E19444001CC}" destId="{F41BF26C-9B9E-4328-BFB9-EEB7663773FD}" srcOrd="1" destOrd="0" parTransId="{5D57C2E1-18C8-49A0-9D36-6C194C1510C7}" sibTransId="{5B6735A2-8CA5-47CC-BB83-9E978144A653}"/>
    <dgm:cxn modelId="{DD7242DC-98FF-4FA5-86DE-1D8539DB6244}" srcId="{63E9836A-268B-44C3-B929-0739378109B6}" destId="{E06554EE-A804-4063-8151-9E19444001CC}" srcOrd="0" destOrd="0" parTransId="{D0AEB0A4-90E7-4BF0-93FF-11172960DF7C}" sibTransId="{8323CD23-B347-400A-84AC-EC2AC04F0CDF}"/>
    <dgm:cxn modelId="{560121E0-ECB0-44D6-990D-E99DC369EDE1}" type="presOf" srcId="{D5249ADE-70D8-4027-870A-463838928BC6}" destId="{8DC9516A-751D-4523-B8A0-1A4BE33BDCCF}" srcOrd="1" destOrd="0" presId="urn:microsoft.com/office/officeart/2005/8/layout/list1#2"/>
    <dgm:cxn modelId="{4F2F09EC-FBCC-4183-840E-7BBC6C8C8DD9}" type="presOf" srcId="{EB10EF6E-31F5-4D0E-B3CC-374F3E349E75}" destId="{8B845CED-7A2E-41E4-92CA-B9137C25B125}" srcOrd="0" destOrd="2" presId="urn:microsoft.com/office/officeart/2005/8/layout/list1#2"/>
    <dgm:cxn modelId="{7F60F4FB-7137-4060-BC31-42A8AF02BFC9}" srcId="{E06554EE-A804-4063-8151-9E19444001CC}" destId="{EB10EF6E-31F5-4D0E-B3CC-374F3E349E75}" srcOrd="2" destOrd="0" parTransId="{DA6E5B6D-D872-4B8C-B9FE-9B79A07AD98D}" sibTransId="{5DC4BDA2-8ED0-4A4D-B9B9-EF40C47D170E}"/>
    <dgm:cxn modelId="{97DBD4C8-5586-41C7-8F79-FB9B631B1718}" type="presParOf" srcId="{F52D0242-66CD-4EAA-B937-F711AAD708BD}" destId="{F2A29F93-42BC-47FA-8D71-91B00C444F9D}" srcOrd="0" destOrd="0" presId="urn:microsoft.com/office/officeart/2005/8/layout/list1#2"/>
    <dgm:cxn modelId="{AFF9379D-97F1-4D74-A534-C9B1653F98FD}" type="presParOf" srcId="{F2A29F93-42BC-47FA-8D71-91B00C444F9D}" destId="{D393FEAA-65B9-4213-A067-487F67BC7210}" srcOrd="0" destOrd="0" presId="urn:microsoft.com/office/officeart/2005/8/layout/list1#2"/>
    <dgm:cxn modelId="{57F08D17-B098-4A5A-B360-FA6AF95E8E60}" type="presParOf" srcId="{F2A29F93-42BC-47FA-8D71-91B00C444F9D}" destId="{EFB5C7CD-6FFB-496D-B01F-7664B579CB0B}" srcOrd="1" destOrd="0" presId="urn:microsoft.com/office/officeart/2005/8/layout/list1#2"/>
    <dgm:cxn modelId="{1C3372DD-C19F-41AA-AE95-856065B3DAEC}" type="presParOf" srcId="{F52D0242-66CD-4EAA-B937-F711AAD708BD}" destId="{8473D55D-57A3-4822-87F8-17F3295A2324}" srcOrd="1" destOrd="0" presId="urn:microsoft.com/office/officeart/2005/8/layout/list1#2"/>
    <dgm:cxn modelId="{74838C44-D36A-48ED-9123-BFAAD7F5BEE2}" type="presParOf" srcId="{F52D0242-66CD-4EAA-B937-F711AAD708BD}" destId="{8B845CED-7A2E-41E4-92CA-B9137C25B125}" srcOrd="2" destOrd="0" presId="urn:microsoft.com/office/officeart/2005/8/layout/list1#2"/>
    <dgm:cxn modelId="{FAEF9709-3082-4979-9465-441A3E9E666A}" type="presParOf" srcId="{F52D0242-66CD-4EAA-B937-F711AAD708BD}" destId="{3F274D9C-78A7-4784-9A8D-E53549E13F9B}" srcOrd="3" destOrd="0" presId="urn:microsoft.com/office/officeart/2005/8/layout/list1#2"/>
    <dgm:cxn modelId="{6BC91C9F-79B3-471F-AEA8-D76225234397}" type="presParOf" srcId="{F52D0242-66CD-4EAA-B937-F711AAD708BD}" destId="{6A62E732-E863-4E94-BB20-49F68A3618EF}" srcOrd="4" destOrd="0" presId="urn:microsoft.com/office/officeart/2005/8/layout/list1#2"/>
    <dgm:cxn modelId="{4AFD1AA0-BACF-459D-A2BF-575D5E5C39F3}" type="presParOf" srcId="{6A62E732-E863-4E94-BB20-49F68A3618EF}" destId="{EBA27FC7-8134-4CFC-9F4E-F7413E31A330}" srcOrd="0" destOrd="0" presId="urn:microsoft.com/office/officeart/2005/8/layout/list1#2"/>
    <dgm:cxn modelId="{1A903744-8E16-4459-A5AE-766D5A0F9829}" type="presParOf" srcId="{6A62E732-E863-4E94-BB20-49F68A3618EF}" destId="{8DC9516A-751D-4523-B8A0-1A4BE33BDCCF}" srcOrd="1" destOrd="0" presId="urn:microsoft.com/office/officeart/2005/8/layout/list1#2"/>
    <dgm:cxn modelId="{FB98350A-BC1C-4407-ADD7-A22880CC093C}" type="presParOf" srcId="{F52D0242-66CD-4EAA-B937-F711AAD708BD}" destId="{6DCF26EE-0255-477D-8030-9A2084EEEDFF}" srcOrd="5" destOrd="0" presId="urn:microsoft.com/office/officeart/2005/8/layout/list1#2"/>
    <dgm:cxn modelId="{58652640-F89B-40D4-80B7-624391224D4A}" type="presParOf" srcId="{F52D0242-66CD-4EAA-B937-F711AAD708BD}" destId="{7A5DB848-1948-41E9-B9AC-B6822ACA3CA9}" srcOrd="6" destOrd="0" presId="urn:microsoft.com/office/officeart/2005/8/layout/list1#2"/>
    <dgm:cxn modelId="{3F7A631E-81DF-4369-BDD7-D9F7A69DC920}" type="presParOf" srcId="{F52D0242-66CD-4EAA-B937-F711AAD708BD}" destId="{CE85249E-204F-4467-912B-0A7B2EB8E91F}" srcOrd="7" destOrd="0" presId="urn:microsoft.com/office/officeart/2005/8/layout/list1#2"/>
    <dgm:cxn modelId="{85F5F107-BC1E-43DF-8061-DB526A9D2572}" type="presParOf" srcId="{F52D0242-66CD-4EAA-B937-F711AAD708BD}" destId="{DF67E7FF-0883-4241-992B-6F7867DCEB80}" srcOrd="8" destOrd="0" presId="urn:microsoft.com/office/officeart/2005/8/layout/list1#2"/>
    <dgm:cxn modelId="{69C70DD8-62F2-4D37-A4D0-1214479143FF}" type="presParOf" srcId="{DF67E7FF-0883-4241-992B-6F7867DCEB80}" destId="{1402C83D-8449-4FB5-B069-224B7CFFD2FE}" srcOrd="0" destOrd="0" presId="urn:microsoft.com/office/officeart/2005/8/layout/list1#2"/>
    <dgm:cxn modelId="{5C9A4194-7379-4046-A4F1-8CE5AF76B171}" type="presParOf" srcId="{DF67E7FF-0883-4241-992B-6F7867DCEB80}" destId="{B271D5DE-6254-4E5B-8F01-DABDC6279764}" srcOrd="1" destOrd="0" presId="urn:microsoft.com/office/officeart/2005/8/layout/list1#2"/>
    <dgm:cxn modelId="{976DD592-13FE-48C9-8816-9CB9B7E0494C}" type="presParOf" srcId="{F52D0242-66CD-4EAA-B937-F711AAD708BD}" destId="{B18BCB65-24E7-4A2A-931C-BA98F30E98A0}" srcOrd="9" destOrd="0" presId="urn:microsoft.com/office/officeart/2005/8/layout/list1#2"/>
    <dgm:cxn modelId="{D087E76C-2571-4DBF-9020-E738B698FB1B}" type="presParOf" srcId="{F52D0242-66CD-4EAA-B937-F711AAD708BD}" destId="{5C10CB25-B016-40CF-9B76-F021115B9306}" srcOrd="10" destOrd="0" presId="urn:microsoft.com/office/officeart/2005/8/layout/list1#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3E9836A-268B-44C3-B929-0739378109B6}" type="doc">
      <dgm:prSet loTypeId="urn:microsoft.com/office/officeart/2005/8/layout/list1#3" loCatId="list" qsTypeId="urn:microsoft.com/office/officeart/2005/8/quickstyle/simple1#5" qsCatId="simple" csTypeId="urn:microsoft.com/office/officeart/2005/8/colors/accent1_2#3" csCatId="accent1" phldr="1"/>
      <dgm:spPr/>
      <dgm:t>
        <a:bodyPr/>
        <a:lstStyle/>
        <a:p>
          <a:endParaRPr lang="zh-CN" altLang="en-US"/>
        </a:p>
      </dgm:t>
    </dgm:pt>
    <dgm:pt modelId="{E06554EE-A804-4063-8151-9E19444001CC}">
      <dgm:prSet phldrT="[文本]" custT="1"/>
      <dgm:spPr/>
      <dgm:t>
        <a:bodyPr/>
        <a:lstStyle/>
        <a:p>
          <a:r>
            <a:rPr lang="zh-CN" altLang="en-US" sz="1600" b="1"/>
            <a:t>非限定名称，或不包含前缀的类名称</a:t>
          </a:r>
          <a:endParaRPr lang="zh-CN" altLang="en-US" sz="1600"/>
        </a:p>
      </dgm:t>
    </dgm:pt>
    <dgm:pt modelId="{D0AEB0A4-90E7-4BF0-93FF-11172960DF7C}" type="parTrans" cxnId="{DD7242DC-98FF-4FA5-86DE-1D8539DB6244}">
      <dgm:prSet/>
      <dgm:spPr/>
      <dgm:t>
        <a:bodyPr/>
        <a:lstStyle/>
        <a:p>
          <a:endParaRPr lang="zh-CN" altLang="en-US" sz="2400"/>
        </a:p>
      </dgm:t>
    </dgm:pt>
    <dgm:pt modelId="{8323CD23-B347-400A-84AC-EC2AC04F0CDF}" type="sibTrans" cxnId="{DD7242DC-98FF-4FA5-86DE-1D8539DB6244}">
      <dgm:prSet/>
      <dgm:spPr/>
      <dgm:t>
        <a:bodyPr/>
        <a:lstStyle/>
        <a:p>
          <a:endParaRPr lang="zh-CN" altLang="en-US" sz="2400"/>
        </a:p>
      </dgm:t>
    </dgm:pt>
    <dgm:pt modelId="{D5249ADE-70D8-4027-870A-463838928BC6}">
      <dgm:prSet custT="1"/>
      <dgm:spPr/>
      <dgm:t>
        <a:bodyPr/>
        <a:lstStyle/>
        <a:p>
          <a:r>
            <a:rPr lang="zh-CN" altLang="en-US" sz="1600" b="1">
              <a:solidFill>
                <a:srgbClr val="FF0000"/>
              </a:solidFill>
              <a:highlight>
                <a:srgbClr val="FFFF00"/>
              </a:highlight>
            </a:rPr>
            <a:t>限定名称</a:t>
          </a:r>
          <a:r>
            <a:rPr lang="en-US" altLang="zh-CN" sz="1600" b="1">
              <a:solidFill>
                <a:srgbClr val="FF0000"/>
              </a:solidFill>
              <a:highlight>
                <a:srgbClr val="FFFF00"/>
              </a:highlight>
            </a:rPr>
            <a:t>,</a:t>
          </a:r>
          <a:r>
            <a:rPr lang="zh-CN" altLang="en-US" sz="1600" b="1">
              <a:solidFill>
                <a:srgbClr val="FF0000"/>
              </a:solidFill>
              <a:highlight>
                <a:srgbClr val="FFFF00"/>
              </a:highlight>
            </a:rPr>
            <a:t>或包含前缀的名称</a:t>
          </a:r>
          <a:r>
            <a:rPr lang="en-US" altLang="zh-CN" sz="1600" b="1">
              <a:solidFill>
                <a:srgbClr val="FF0000"/>
              </a:solidFill>
              <a:highlight>
                <a:srgbClr val="FFFF00"/>
              </a:highlight>
            </a:rPr>
            <a:t>——</a:t>
          </a:r>
          <a:r>
            <a:rPr lang="zh-CN" altLang="en-US" sz="1600" b="1">
              <a:solidFill>
                <a:srgbClr val="FF0000"/>
              </a:solidFill>
              <a:highlight>
                <a:srgbClr val="FFFF00"/>
              </a:highlight>
            </a:rPr>
            <a:t>使用部分命名空间</a:t>
          </a:r>
          <a:r>
            <a:rPr lang="en-US" altLang="zh-CN" sz="1600" b="1">
              <a:solidFill>
                <a:srgbClr val="FF0000"/>
              </a:solidFill>
              <a:highlight>
                <a:srgbClr val="FFFF00"/>
              </a:highlight>
            </a:rPr>
            <a:t>+</a:t>
          </a:r>
          <a:r>
            <a:rPr lang="zh-CN" altLang="en-US" sz="1600" b="1">
              <a:solidFill>
                <a:srgbClr val="FF0000"/>
              </a:solidFill>
              <a:highlight>
                <a:srgbClr val="FFFF00"/>
              </a:highlight>
            </a:rPr>
            <a:t>类名</a:t>
          </a:r>
          <a:endParaRPr lang="en-US" sz="1600">
            <a:solidFill>
              <a:srgbClr val="FF0000"/>
            </a:solidFill>
            <a:highlight>
              <a:srgbClr val="FFFF00"/>
            </a:highlight>
          </a:endParaRPr>
        </a:p>
      </dgm:t>
    </dgm:pt>
    <dgm:pt modelId="{E6C57888-2750-48D4-8594-7A452B615206}" type="parTrans" cxnId="{6BBA016A-2A5E-4134-B874-52E5A2BC97BF}">
      <dgm:prSet/>
      <dgm:spPr/>
      <dgm:t>
        <a:bodyPr/>
        <a:lstStyle/>
        <a:p>
          <a:endParaRPr lang="zh-CN" altLang="en-US" sz="2400"/>
        </a:p>
      </dgm:t>
    </dgm:pt>
    <dgm:pt modelId="{38C4A5B2-8937-4373-9642-B68B00928E92}" type="sibTrans" cxnId="{6BBA016A-2A5E-4134-B874-52E5A2BC97BF}">
      <dgm:prSet/>
      <dgm:spPr/>
      <dgm:t>
        <a:bodyPr/>
        <a:lstStyle/>
        <a:p>
          <a:endParaRPr lang="zh-CN" altLang="en-US" sz="2400"/>
        </a:p>
      </dgm:t>
    </dgm:pt>
    <dgm:pt modelId="{7FD60223-24F9-4541-8715-DAE075D6E8EE}">
      <dgm:prSet custT="1"/>
      <dgm:spPr/>
      <dgm:t>
        <a:bodyPr/>
        <a:lstStyle/>
        <a:p>
          <a:r>
            <a:rPr lang="zh-CN" altLang="en-US" sz="1600" b="1"/>
            <a:t>完全限定名称，或包含了全局前缀操作符的名称</a:t>
          </a:r>
          <a:endParaRPr lang="en-US" sz="1600"/>
        </a:p>
      </dgm:t>
    </dgm:pt>
    <dgm:pt modelId="{2F0B9541-3DFD-46AF-AF7F-59A92AF2EF0A}" type="parTrans" cxnId="{8A70F114-EBC4-4B84-B1F6-0AE1F21F59C4}">
      <dgm:prSet/>
      <dgm:spPr/>
      <dgm:t>
        <a:bodyPr/>
        <a:lstStyle/>
        <a:p>
          <a:endParaRPr lang="zh-CN" altLang="en-US" sz="2400"/>
        </a:p>
      </dgm:t>
    </dgm:pt>
    <dgm:pt modelId="{C636B5C3-2C04-4EE0-AF8F-107770089720}" type="sibTrans" cxnId="{8A70F114-EBC4-4B84-B1F6-0AE1F21F59C4}">
      <dgm:prSet/>
      <dgm:spPr/>
      <dgm:t>
        <a:bodyPr/>
        <a:lstStyle/>
        <a:p>
          <a:endParaRPr lang="zh-CN" altLang="en-US" sz="2400"/>
        </a:p>
      </dgm:t>
    </dgm:pt>
    <dgm:pt modelId="{1E8130F0-6218-4221-AB5B-599962DC36F1}">
      <dgm:prSet phldrT="[文本]" custT="1"/>
      <dgm:spPr/>
      <dgm:t>
        <a:bodyPr/>
        <a:lstStyle/>
        <a:p>
          <a:endParaRPr lang="zh-CN" altLang="en-US" sz="1600"/>
        </a:p>
      </dgm:t>
    </dgm:pt>
    <dgm:pt modelId="{85BBC6B5-F637-41C3-8B92-89ABCC7405DB}" type="parTrans" cxnId="{15E82C66-8CBF-4F11-A6EC-51EE42469DD3}">
      <dgm:prSet/>
      <dgm:spPr/>
      <dgm:t>
        <a:bodyPr/>
        <a:lstStyle/>
        <a:p>
          <a:endParaRPr lang="zh-CN" altLang="en-US" sz="2400"/>
        </a:p>
      </dgm:t>
    </dgm:pt>
    <dgm:pt modelId="{5787E2D4-8D39-4099-8B4B-37E5FFC7A88D}" type="sibTrans" cxnId="{15E82C66-8CBF-4F11-A6EC-51EE42469DD3}">
      <dgm:prSet/>
      <dgm:spPr/>
      <dgm:t>
        <a:bodyPr/>
        <a:lstStyle/>
        <a:p>
          <a:endParaRPr lang="zh-CN" altLang="en-US" sz="2400"/>
        </a:p>
      </dgm:t>
    </dgm:pt>
    <dgm:pt modelId="{C30ACF89-2BD7-4B3A-AC64-5BA16796CEEA}">
      <dgm:prSet custT="1"/>
      <dgm:spPr/>
      <dgm:t>
        <a:bodyPr/>
        <a:lstStyle/>
        <a:p>
          <a:r>
            <a:rPr lang="zh-CN" altLang="en-US" sz="1600"/>
            <a:t>例如 </a:t>
          </a:r>
          <a:r>
            <a:rPr lang="en-US" altLang="zh-CN" sz="1600"/>
            <a:t>$</a:t>
          </a:r>
          <a:r>
            <a:rPr lang="en-US" sz="1600"/>
            <a:t>a = new subnamespace\foo(); </a:t>
          </a:r>
          <a:r>
            <a:rPr lang="zh-CN" altLang="en-US" sz="1600"/>
            <a:t>或 </a:t>
          </a:r>
          <a:r>
            <a:rPr lang="en-US" sz="1600"/>
            <a:t>subnamespace\foo::staticmethod();。</a:t>
          </a:r>
        </a:p>
      </dgm:t>
    </dgm:pt>
    <dgm:pt modelId="{2C6559DF-FCD0-4584-A23C-28BCD6CEFAD2}" type="parTrans" cxnId="{F951563D-77A2-4B6F-8763-2C1D9B67D677}">
      <dgm:prSet/>
      <dgm:spPr/>
      <dgm:t>
        <a:bodyPr/>
        <a:lstStyle/>
        <a:p>
          <a:endParaRPr lang="zh-CN" altLang="en-US" sz="2400"/>
        </a:p>
      </dgm:t>
    </dgm:pt>
    <dgm:pt modelId="{4B4F6842-1FFB-4E8F-AABC-023CFE132DEC}" type="sibTrans" cxnId="{F951563D-77A2-4B6F-8763-2C1D9B67D677}">
      <dgm:prSet/>
      <dgm:spPr/>
      <dgm:t>
        <a:bodyPr/>
        <a:lstStyle/>
        <a:p>
          <a:endParaRPr lang="zh-CN" altLang="en-US" sz="2400"/>
        </a:p>
      </dgm:t>
    </dgm:pt>
    <dgm:pt modelId="{79DE2A97-441E-4610-86C5-8CC76C2C3368}">
      <dgm:prSet custT="1"/>
      <dgm:spPr/>
      <dgm:t>
        <a:bodyPr/>
        <a:lstStyle/>
        <a:p>
          <a:endParaRPr lang="en-US" sz="1600"/>
        </a:p>
      </dgm:t>
    </dgm:pt>
    <dgm:pt modelId="{32FFA9F3-F5F4-4493-A67F-4D185B8311EC}" type="parTrans" cxnId="{42E71D06-42ED-4E65-92EA-4F852AD731F1}">
      <dgm:prSet/>
      <dgm:spPr/>
      <dgm:t>
        <a:bodyPr/>
        <a:lstStyle/>
        <a:p>
          <a:endParaRPr lang="zh-CN" altLang="en-US" sz="2400"/>
        </a:p>
      </dgm:t>
    </dgm:pt>
    <dgm:pt modelId="{4145DA1C-6EEA-4064-850F-7D6210D575CD}" type="sibTrans" cxnId="{42E71D06-42ED-4E65-92EA-4F852AD731F1}">
      <dgm:prSet/>
      <dgm:spPr/>
      <dgm:t>
        <a:bodyPr/>
        <a:lstStyle/>
        <a:p>
          <a:endParaRPr lang="zh-CN" altLang="en-US" sz="2400"/>
        </a:p>
      </dgm:t>
    </dgm:pt>
    <dgm:pt modelId="{480363DA-CE55-46BB-9982-E6439404A08E}">
      <dgm:prSet custT="1"/>
      <dgm:spPr/>
      <dgm:t>
        <a:bodyPr/>
        <a:lstStyle/>
        <a:p>
          <a:r>
            <a:rPr lang="zh-CN" altLang="en-US" sz="1600"/>
            <a:t>如果当前的命名空间是 </a:t>
          </a:r>
          <a:r>
            <a:rPr lang="en-US" sz="1600"/>
            <a:t>currentnamespace，</a:t>
          </a:r>
          <a:r>
            <a:rPr lang="zh-CN" altLang="en-US" sz="1600"/>
            <a:t>则 </a:t>
          </a:r>
          <a:r>
            <a:rPr lang="en-US" sz="1600"/>
            <a:t>foo </a:t>
          </a:r>
          <a:r>
            <a:rPr lang="zh-CN" altLang="en-US" sz="1600"/>
            <a:t>会被解析为 </a:t>
          </a:r>
          <a:r>
            <a:rPr lang="en-US" sz="1600">
              <a:solidFill>
                <a:srgbClr val="FF0000"/>
              </a:solidFill>
            </a:rPr>
            <a:t>currentnamespace\</a:t>
          </a:r>
          <a:r>
            <a:rPr lang="en-US" sz="1600"/>
            <a:t>subnamespace\foo。</a:t>
          </a:r>
        </a:p>
      </dgm:t>
    </dgm:pt>
    <dgm:pt modelId="{FFEB3F73-A492-4EB9-9B4D-7A03A6C84631}" type="parTrans" cxnId="{932DA322-759F-4068-A627-5AC4061B609A}">
      <dgm:prSet/>
      <dgm:spPr/>
      <dgm:t>
        <a:bodyPr/>
        <a:lstStyle/>
        <a:p>
          <a:endParaRPr lang="zh-CN" altLang="en-US"/>
        </a:p>
      </dgm:t>
    </dgm:pt>
    <dgm:pt modelId="{BB3DE8F0-B7A9-4CFB-856C-AB7424E7810F}" type="sibTrans" cxnId="{932DA322-759F-4068-A627-5AC4061B609A}">
      <dgm:prSet/>
      <dgm:spPr/>
      <dgm:t>
        <a:bodyPr/>
        <a:lstStyle/>
        <a:p>
          <a:endParaRPr lang="zh-CN" altLang="en-US"/>
        </a:p>
      </dgm:t>
    </dgm:pt>
    <dgm:pt modelId="{F52D0242-66CD-4EAA-B937-F711AAD708BD}" type="pres">
      <dgm:prSet presAssocID="{63E9836A-268B-44C3-B929-0739378109B6}" presName="linear" presStyleCnt="0">
        <dgm:presLayoutVars>
          <dgm:dir/>
          <dgm:animLvl val="lvl"/>
          <dgm:resizeHandles val="exact"/>
        </dgm:presLayoutVars>
      </dgm:prSet>
      <dgm:spPr/>
    </dgm:pt>
    <dgm:pt modelId="{F2A29F93-42BC-47FA-8D71-91B00C444F9D}" type="pres">
      <dgm:prSet presAssocID="{E06554EE-A804-4063-8151-9E19444001CC}" presName="parentLin" presStyleCnt="0"/>
      <dgm:spPr/>
    </dgm:pt>
    <dgm:pt modelId="{D393FEAA-65B9-4213-A067-487F67BC7210}" type="pres">
      <dgm:prSet presAssocID="{E06554EE-A804-4063-8151-9E19444001CC}" presName="parentLeftMargin" presStyleLbl="node1" presStyleIdx="0" presStyleCnt="3"/>
      <dgm:spPr/>
    </dgm:pt>
    <dgm:pt modelId="{EFB5C7CD-6FFB-496D-B01F-7664B579CB0B}" type="pres">
      <dgm:prSet presAssocID="{E06554EE-A804-4063-8151-9E19444001CC}" presName="parentText" presStyleLbl="node1" presStyleIdx="0" presStyleCnt="3" custScaleX="127794">
        <dgm:presLayoutVars>
          <dgm:chMax val="0"/>
          <dgm:bulletEnabled val="1"/>
        </dgm:presLayoutVars>
      </dgm:prSet>
      <dgm:spPr/>
    </dgm:pt>
    <dgm:pt modelId="{8473D55D-57A3-4822-87F8-17F3295A2324}" type="pres">
      <dgm:prSet presAssocID="{E06554EE-A804-4063-8151-9E19444001CC}" presName="negativeSpace" presStyleCnt="0"/>
      <dgm:spPr/>
    </dgm:pt>
    <dgm:pt modelId="{8B845CED-7A2E-41E4-92CA-B9137C25B125}" type="pres">
      <dgm:prSet presAssocID="{E06554EE-A804-4063-8151-9E19444001CC}" presName="childText" presStyleLbl="conFgAcc1" presStyleIdx="0" presStyleCnt="3">
        <dgm:presLayoutVars>
          <dgm:bulletEnabled val="1"/>
        </dgm:presLayoutVars>
      </dgm:prSet>
      <dgm:spPr/>
    </dgm:pt>
    <dgm:pt modelId="{3F274D9C-78A7-4784-9A8D-E53549E13F9B}" type="pres">
      <dgm:prSet presAssocID="{8323CD23-B347-400A-84AC-EC2AC04F0CDF}" presName="spaceBetweenRectangles" presStyleCnt="0"/>
      <dgm:spPr/>
    </dgm:pt>
    <dgm:pt modelId="{6A62E732-E863-4E94-BB20-49F68A3618EF}" type="pres">
      <dgm:prSet presAssocID="{D5249ADE-70D8-4027-870A-463838928BC6}" presName="parentLin" presStyleCnt="0"/>
      <dgm:spPr/>
    </dgm:pt>
    <dgm:pt modelId="{EBA27FC7-8134-4CFC-9F4E-F7413E31A330}" type="pres">
      <dgm:prSet presAssocID="{D5249ADE-70D8-4027-870A-463838928BC6}" presName="parentLeftMargin" presStyleLbl="node1" presStyleIdx="0" presStyleCnt="3"/>
      <dgm:spPr/>
    </dgm:pt>
    <dgm:pt modelId="{8DC9516A-751D-4523-B8A0-1A4BE33BDCCF}" type="pres">
      <dgm:prSet presAssocID="{D5249ADE-70D8-4027-870A-463838928BC6}" presName="parentText" presStyleLbl="node1" presStyleIdx="1" presStyleCnt="3" custScaleX="127794">
        <dgm:presLayoutVars>
          <dgm:chMax val="0"/>
          <dgm:bulletEnabled val="1"/>
        </dgm:presLayoutVars>
      </dgm:prSet>
      <dgm:spPr/>
    </dgm:pt>
    <dgm:pt modelId="{6DCF26EE-0255-477D-8030-9A2084EEEDFF}" type="pres">
      <dgm:prSet presAssocID="{D5249ADE-70D8-4027-870A-463838928BC6}" presName="negativeSpace" presStyleCnt="0"/>
      <dgm:spPr/>
    </dgm:pt>
    <dgm:pt modelId="{7A5DB848-1948-41E9-B9AC-B6822ACA3CA9}" type="pres">
      <dgm:prSet presAssocID="{D5249ADE-70D8-4027-870A-463838928BC6}" presName="childText" presStyleLbl="conFgAcc1" presStyleIdx="1" presStyleCnt="3">
        <dgm:presLayoutVars>
          <dgm:bulletEnabled val="1"/>
        </dgm:presLayoutVars>
      </dgm:prSet>
      <dgm:spPr/>
    </dgm:pt>
    <dgm:pt modelId="{CE85249E-204F-4467-912B-0A7B2EB8E91F}" type="pres">
      <dgm:prSet presAssocID="{38C4A5B2-8937-4373-9642-B68B00928E92}" presName="spaceBetweenRectangles" presStyleCnt="0"/>
      <dgm:spPr/>
    </dgm:pt>
    <dgm:pt modelId="{DF67E7FF-0883-4241-992B-6F7867DCEB80}" type="pres">
      <dgm:prSet presAssocID="{7FD60223-24F9-4541-8715-DAE075D6E8EE}" presName="parentLin" presStyleCnt="0"/>
      <dgm:spPr/>
    </dgm:pt>
    <dgm:pt modelId="{1402C83D-8449-4FB5-B069-224B7CFFD2FE}" type="pres">
      <dgm:prSet presAssocID="{7FD60223-24F9-4541-8715-DAE075D6E8EE}" presName="parentLeftMargin" presStyleLbl="node1" presStyleIdx="1" presStyleCnt="3"/>
      <dgm:spPr/>
    </dgm:pt>
    <dgm:pt modelId="{B271D5DE-6254-4E5B-8F01-DABDC6279764}" type="pres">
      <dgm:prSet presAssocID="{7FD60223-24F9-4541-8715-DAE075D6E8EE}" presName="parentText" presStyleLbl="node1" presStyleIdx="2" presStyleCnt="3" custScaleX="127794">
        <dgm:presLayoutVars>
          <dgm:chMax val="0"/>
          <dgm:bulletEnabled val="1"/>
        </dgm:presLayoutVars>
      </dgm:prSet>
      <dgm:spPr/>
    </dgm:pt>
    <dgm:pt modelId="{B18BCB65-24E7-4A2A-931C-BA98F30E98A0}" type="pres">
      <dgm:prSet presAssocID="{7FD60223-24F9-4541-8715-DAE075D6E8EE}" presName="negativeSpace" presStyleCnt="0"/>
      <dgm:spPr/>
    </dgm:pt>
    <dgm:pt modelId="{5C10CB25-B016-40CF-9B76-F021115B9306}" type="pres">
      <dgm:prSet presAssocID="{7FD60223-24F9-4541-8715-DAE075D6E8EE}" presName="childText" presStyleLbl="conFgAcc1" presStyleIdx="2" presStyleCnt="3">
        <dgm:presLayoutVars>
          <dgm:bulletEnabled val="1"/>
        </dgm:presLayoutVars>
      </dgm:prSet>
      <dgm:spPr/>
    </dgm:pt>
  </dgm:ptLst>
  <dgm:cxnLst>
    <dgm:cxn modelId="{42E71D06-42ED-4E65-92EA-4F852AD731F1}" srcId="{7FD60223-24F9-4541-8715-DAE075D6E8EE}" destId="{79DE2A97-441E-4610-86C5-8CC76C2C3368}" srcOrd="0" destOrd="0" parTransId="{32FFA9F3-F5F4-4493-A67F-4D185B8311EC}" sibTransId="{4145DA1C-6EEA-4064-850F-7D6210D575CD}"/>
    <dgm:cxn modelId="{5959DD09-4038-4073-AEDA-78B90C3B40DA}" type="presOf" srcId="{C30ACF89-2BD7-4B3A-AC64-5BA16796CEEA}" destId="{7A5DB848-1948-41E9-B9AC-B6822ACA3CA9}" srcOrd="0" destOrd="0" presId="urn:microsoft.com/office/officeart/2005/8/layout/list1#3"/>
    <dgm:cxn modelId="{B3B5DC0F-EFEF-4A0B-A1EC-EB01AA0057B4}" type="presOf" srcId="{7FD60223-24F9-4541-8715-DAE075D6E8EE}" destId="{B271D5DE-6254-4E5B-8F01-DABDC6279764}" srcOrd="1" destOrd="0" presId="urn:microsoft.com/office/officeart/2005/8/layout/list1#3"/>
    <dgm:cxn modelId="{EEFF4014-1979-487F-99EC-E93A5F1AFA41}" type="presOf" srcId="{1E8130F0-6218-4221-AB5B-599962DC36F1}" destId="{8B845CED-7A2E-41E4-92CA-B9137C25B125}" srcOrd="0" destOrd="0" presId="urn:microsoft.com/office/officeart/2005/8/layout/list1#3"/>
    <dgm:cxn modelId="{8A70F114-EBC4-4B84-B1F6-0AE1F21F59C4}" srcId="{63E9836A-268B-44C3-B929-0739378109B6}" destId="{7FD60223-24F9-4541-8715-DAE075D6E8EE}" srcOrd="2" destOrd="0" parTransId="{2F0B9541-3DFD-46AF-AF7F-59A92AF2EF0A}" sibTransId="{C636B5C3-2C04-4EE0-AF8F-107770089720}"/>
    <dgm:cxn modelId="{932DA322-759F-4068-A627-5AC4061B609A}" srcId="{D5249ADE-70D8-4027-870A-463838928BC6}" destId="{480363DA-CE55-46BB-9982-E6439404A08E}" srcOrd="1" destOrd="0" parTransId="{FFEB3F73-A492-4EB9-9B4D-7A03A6C84631}" sibTransId="{BB3DE8F0-B7A9-4CFB-856C-AB7424E7810F}"/>
    <dgm:cxn modelId="{FB131F30-5729-40CE-B134-5C0275CF54A2}" type="presOf" srcId="{480363DA-CE55-46BB-9982-E6439404A08E}" destId="{7A5DB848-1948-41E9-B9AC-B6822ACA3CA9}" srcOrd="0" destOrd="1" presId="urn:microsoft.com/office/officeart/2005/8/layout/list1#3"/>
    <dgm:cxn modelId="{F951563D-77A2-4B6F-8763-2C1D9B67D677}" srcId="{D5249ADE-70D8-4027-870A-463838928BC6}" destId="{C30ACF89-2BD7-4B3A-AC64-5BA16796CEEA}" srcOrd="0" destOrd="0" parTransId="{2C6559DF-FCD0-4584-A23C-28BCD6CEFAD2}" sibTransId="{4B4F6842-1FFB-4E8F-AABC-023CFE132DEC}"/>
    <dgm:cxn modelId="{15E82C66-8CBF-4F11-A6EC-51EE42469DD3}" srcId="{E06554EE-A804-4063-8151-9E19444001CC}" destId="{1E8130F0-6218-4221-AB5B-599962DC36F1}" srcOrd="0" destOrd="0" parTransId="{85BBC6B5-F637-41C3-8B92-89ABCC7405DB}" sibTransId="{5787E2D4-8D39-4099-8B4B-37E5FFC7A88D}"/>
    <dgm:cxn modelId="{5E53E946-830C-4722-8B42-AA6564955B74}" type="presOf" srcId="{63E9836A-268B-44C3-B929-0739378109B6}" destId="{F52D0242-66CD-4EAA-B937-F711AAD708BD}" srcOrd="0" destOrd="0" presId="urn:microsoft.com/office/officeart/2005/8/layout/list1#3"/>
    <dgm:cxn modelId="{6BBA016A-2A5E-4134-B874-52E5A2BC97BF}" srcId="{63E9836A-268B-44C3-B929-0739378109B6}" destId="{D5249ADE-70D8-4027-870A-463838928BC6}" srcOrd="1" destOrd="0" parTransId="{E6C57888-2750-48D4-8594-7A452B615206}" sibTransId="{38C4A5B2-8937-4373-9642-B68B00928E92}"/>
    <dgm:cxn modelId="{9C7A7680-542B-4D3A-8BA7-51A1A2CFB8DF}" type="presOf" srcId="{79DE2A97-441E-4610-86C5-8CC76C2C3368}" destId="{5C10CB25-B016-40CF-9B76-F021115B9306}" srcOrd="0" destOrd="0" presId="urn:microsoft.com/office/officeart/2005/8/layout/list1#3"/>
    <dgm:cxn modelId="{D088C280-F693-42F7-92FE-B5705A5213CF}" type="presOf" srcId="{D5249ADE-70D8-4027-870A-463838928BC6}" destId="{EBA27FC7-8134-4CFC-9F4E-F7413E31A330}" srcOrd="0" destOrd="0" presId="urn:microsoft.com/office/officeart/2005/8/layout/list1#3"/>
    <dgm:cxn modelId="{B665FA81-01FC-4E48-A382-6A530C77F977}" type="presOf" srcId="{E06554EE-A804-4063-8151-9E19444001CC}" destId="{EFB5C7CD-6FFB-496D-B01F-7664B579CB0B}" srcOrd="1" destOrd="0" presId="urn:microsoft.com/office/officeart/2005/8/layout/list1#3"/>
    <dgm:cxn modelId="{E01F47C0-CCCA-49FF-9DC1-D7053F56003C}" type="presOf" srcId="{7FD60223-24F9-4541-8715-DAE075D6E8EE}" destId="{1402C83D-8449-4FB5-B069-224B7CFFD2FE}" srcOrd="0" destOrd="0" presId="urn:microsoft.com/office/officeart/2005/8/layout/list1#3"/>
    <dgm:cxn modelId="{25D5CCC2-D35C-42CF-8034-D990C0DCD483}" type="presOf" srcId="{E06554EE-A804-4063-8151-9E19444001CC}" destId="{D393FEAA-65B9-4213-A067-487F67BC7210}" srcOrd="0" destOrd="0" presId="urn:microsoft.com/office/officeart/2005/8/layout/list1#3"/>
    <dgm:cxn modelId="{DD7242DC-98FF-4FA5-86DE-1D8539DB6244}" srcId="{63E9836A-268B-44C3-B929-0739378109B6}" destId="{E06554EE-A804-4063-8151-9E19444001CC}" srcOrd="0" destOrd="0" parTransId="{D0AEB0A4-90E7-4BF0-93FF-11172960DF7C}" sibTransId="{8323CD23-B347-400A-84AC-EC2AC04F0CDF}"/>
    <dgm:cxn modelId="{560121E0-ECB0-44D6-990D-E99DC369EDE1}" type="presOf" srcId="{D5249ADE-70D8-4027-870A-463838928BC6}" destId="{8DC9516A-751D-4523-B8A0-1A4BE33BDCCF}" srcOrd="1" destOrd="0" presId="urn:microsoft.com/office/officeart/2005/8/layout/list1#3"/>
    <dgm:cxn modelId="{97DBD4C8-5586-41C7-8F79-FB9B631B1718}" type="presParOf" srcId="{F52D0242-66CD-4EAA-B937-F711AAD708BD}" destId="{F2A29F93-42BC-47FA-8D71-91B00C444F9D}" srcOrd="0" destOrd="0" presId="urn:microsoft.com/office/officeart/2005/8/layout/list1#3"/>
    <dgm:cxn modelId="{AFF9379D-97F1-4D74-A534-C9B1653F98FD}" type="presParOf" srcId="{F2A29F93-42BC-47FA-8D71-91B00C444F9D}" destId="{D393FEAA-65B9-4213-A067-487F67BC7210}" srcOrd="0" destOrd="0" presId="urn:microsoft.com/office/officeart/2005/8/layout/list1#3"/>
    <dgm:cxn modelId="{57F08D17-B098-4A5A-B360-FA6AF95E8E60}" type="presParOf" srcId="{F2A29F93-42BC-47FA-8D71-91B00C444F9D}" destId="{EFB5C7CD-6FFB-496D-B01F-7664B579CB0B}" srcOrd="1" destOrd="0" presId="urn:microsoft.com/office/officeart/2005/8/layout/list1#3"/>
    <dgm:cxn modelId="{1C3372DD-C19F-41AA-AE95-856065B3DAEC}" type="presParOf" srcId="{F52D0242-66CD-4EAA-B937-F711AAD708BD}" destId="{8473D55D-57A3-4822-87F8-17F3295A2324}" srcOrd="1" destOrd="0" presId="urn:microsoft.com/office/officeart/2005/8/layout/list1#3"/>
    <dgm:cxn modelId="{74838C44-D36A-48ED-9123-BFAAD7F5BEE2}" type="presParOf" srcId="{F52D0242-66CD-4EAA-B937-F711AAD708BD}" destId="{8B845CED-7A2E-41E4-92CA-B9137C25B125}" srcOrd="2" destOrd="0" presId="urn:microsoft.com/office/officeart/2005/8/layout/list1#3"/>
    <dgm:cxn modelId="{FAEF9709-3082-4979-9465-441A3E9E666A}" type="presParOf" srcId="{F52D0242-66CD-4EAA-B937-F711AAD708BD}" destId="{3F274D9C-78A7-4784-9A8D-E53549E13F9B}" srcOrd="3" destOrd="0" presId="urn:microsoft.com/office/officeart/2005/8/layout/list1#3"/>
    <dgm:cxn modelId="{6BC91C9F-79B3-471F-AEA8-D76225234397}" type="presParOf" srcId="{F52D0242-66CD-4EAA-B937-F711AAD708BD}" destId="{6A62E732-E863-4E94-BB20-49F68A3618EF}" srcOrd="4" destOrd="0" presId="urn:microsoft.com/office/officeart/2005/8/layout/list1#3"/>
    <dgm:cxn modelId="{4AFD1AA0-BACF-459D-A2BF-575D5E5C39F3}" type="presParOf" srcId="{6A62E732-E863-4E94-BB20-49F68A3618EF}" destId="{EBA27FC7-8134-4CFC-9F4E-F7413E31A330}" srcOrd="0" destOrd="0" presId="urn:microsoft.com/office/officeart/2005/8/layout/list1#3"/>
    <dgm:cxn modelId="{1A903744-8E16-4459-A5AE-766D5A0F9829}" type="presParOf" srcId="{6A62E732-E863-4E94-BB20-49F68A3618EF}" destId="{8DC9516A-751D-4523-B8A0-1A4BE33BDCCF}" srcOrd="1" destOrd="0" presId="urn:microsoft.com/office/officeart/2005/8/layout/list1#3"/>
    <dgm:cxn modelId="{FB98350A-BC1C-4407-ADD7-A22880CC093C}" type="presParOf" srcId="{F52D0242-66CD-4EAA-B937-F711AAD708BD}" destId="{6DCF26EE-0255-477D-8030-9A2084EEEDFF}" srcOrd="5" destOrd="0" presId="urn:microsoft.com/office/officeart/2005/8/layout/list1#3"/>
    <dgm:cxn modelId="{58652640-F89B-40D4-80B7-624391224D4A}" type="presParOf" srcId="{F52D0242-66CD-4EAA-B937-F711AAD708BD}" destId="{7A5DB848-1948-41E9-B9AC-B6822ACA3CA9}" srcOrd="6" destOrd="0" presId="urn:microsoft.com/office/officeart/2005/8/layout/list1#3"/>
    <dgm:cxn modelId="{3F7A631E-81DF-4369-BDD7-D9F7A69DC920}" type="presParOf" srcId="{F52D0242-66CD-4EAA-B937-F711AAD708BD}" destId="{CE85249E-204F-4467-912B-0A7B2EB8E91F}" srcOrd="7" destOrd="0" presId="urn:microsoft.com/office/officeart/2005/8/layout/list1#3"/>
    <dgm:cxn modelId="{85F5F107-BC1E-43DF-8061-DB526A9D2572}" type="presParOf" srcId="{F52D0242-66CD-4EAA-B937-F711AAD708BD}" destId="{DF67E7FF-0883-4241-992B-6F7867DCEB80}" srcOrd="8" destOrd="0" presId="urn:microsoft.com/office/officeart/2005/8/layout/list1#3"/>
    <dgm:cxn modelId="{69C70DD8-62F2-4D37-A4D0-1214479143FF}" type="presParOf" srcId="{DF67E7FF-0883-4241-992B-6F7867DCEB80}" destId="{1402C83D-8449-4FB5-B069-224B7CFFD2FE}" srcOrd="0" destOrd="0" presId="urn:microsoft.com/office/officeart/2005/8/layout/list1#3"/>
    <dgm:cxn modelId="{5C9A4194-7379-4046-A4F1-8CE5AF76B171}" type="presParOf" srcId="{DF67E7FF-0883-4241-992B-6F7867DCEB80}" destId="{B271D5DE-6254-4E5B-8F01-DABDC6279764}" srcOrd="1" destOrd="0" presId="urn:microsoft.com/office/officeart/2005/8/layout/list1#3"/>
    <dgm:cxn modelId="{976DD592-13FE-48C9-8816-9CB9B7E0494C}" type="presParOf" srcId="{F52D0242-66CD-4EAA-B937-F711AAD708BD}" destId="{B18BCB65-24E7-4A2A-931C-BA98F30E98A0}" srcOrd="9" destOrd="0" presId="urn:microsoft.com/office/officeart/2005/8/layout/list1#3"/>
    <dgm:cxn modelId="{D087E76C-2571-4DBF-9020-E738B698FB1B}" type="presParOf" srcId="{F52D0242-66CD-4EAA-B937-F711AAD708BD}" destId="{5C10CB25-B016-40CF-9B76-F021115B9306}" srcOrd="10" destOrd="0" presId="urn:microsoft.com/office/officeart/2005/8/layout/list1#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3E9836A-268B-44C3-B929-0739378109B6}" type="doc">
      <dgm:prSet loTypeId="urn:microsoft.com/office/officeart/2005/8/layout/list1#4" loCatId="list" qsTypeId="urn:microsoft.com/office/officeart/2005/8/quickstyle/simple1#6" qsCatId="simple" csTypeId="urn:microsoft.com/office/officeart/2005/8/colors/accent1_2#4" csCatId="accent1" phldr="1"/>
      <dgm:spPr/>
      <dgm:t>
        <a:bodyPr/>
        <a:lstStyle/>
        <a:p>
          <a:endParaRPr lang="zh-CN" altLang="en-US"/>
        </a:p>
      </dgm:t>
    </dgm:pt>
    <dgm:pt modelId="{E06554EE-A804-4063-8151-9E19444001CC}">
      <dgm:prSet phldrT="[文本]" custT="1"/>
      <dgm:spPr/>
      <dgm:t>
        <a:bodyPr/>
        <a:lstStyle/>
        <a:p>
          <a:r>
            <a:rPr lang="zh-CN" altLang="en-US" sz="1600" b="1"/>
            <a:t>非限定名称，或不包含前缀的类名称</a:t>
          </a:r>
          <a:endParaRPr lang="zh-CN" altLang="en-US" sz="1600"/>
        </a:p>
      </dgm:t>
    </dgm:pt>
    <dgm:pt modelId="{D0AEB0A4-90E7-4BF0-93FF-11172960DF7C}" type="parTrans" cxnId="{DD7242DC-98FF-4FA5-86DE-1D8539DB6244}">
      <dgm:prSet/>
      <dgm:spPr/>
      <dgm:t>
        <a:bodyPr/>
        <a:lstStyle/>
        <a:p>
          <a:endParaRPr lang="zh-CN" altLang="en-US" sz="2400"/>
        </a:p>
      </dgm:t>
    </dgm:pt>
    <dgm:pt modelId="{8323CD23-B347-400A-84AC-EC2AC04F0CDF}" type="sibTrans" cxnId="{DD7242DC-98FF-4FA5-86DE-1D8539DB6244}">
      <dgm:prSet/>
      <dgm:spPr/>
      <dgm:t>
        <a:bodyPr/>
        <a:lstStyle/>
        <a:p>
          <a:endParaRPr lang="zh-CN" altLang="en-US" sz="2400"/>
        </a:p>
      </dgm:t>
    </dgm:pt>
    <dgm:pt modelId="{D5249ADE-70D8-4027-870A-463838928BC6}">
      <dgm:prSet custT="1"/>
      <dgm:spPr/>
      <dgm:t>
        <a:bodyPr/>
        <a:lstStyle/>
        <a:p>
          <a:r>
            <a:rPr lang="zh-CN" altLang="en-US" sz="1600" b="1"/>
            <a:t>限定名称</a:t>
          </a:r>
          <a:r>
            <a:rPr lang="en-US" altLang="zh-CN" sz="1600" b="1"/>
            <a:t>,</a:t>
          </a:r>
          <a:r>
            <a:rPr lang="zh-CN" altLang="en-US" sz="1600" b="1"/>
            <a:t>或包含前缀的名称</a:t>
          </a:r>
          <a:endParaRPr lang="en-US" sz="1600"/>
        </a:p>
      </dgm:t>
    </dgm:pt>
    <dgm:pt modelId="{E6C57888-2750-48D4-8594-7A452B615206}" type="parTrans" cxnId="{6BBA016A-2A5E-4134-B874-52E5A2BC97BF}">
      <dgm:prSet/>
      <dgm:spPr/>
      <dgm:t>
        <a:bodyPr/>
        <a:lstStyle/>
        <a:p>
          <a:endParaRPr lang="zh-CN" altLang="en-US" sz="2400"/>
        </a:p>
      </dgm:t>
    </dgm:pt>
    <dgm:pt modelId="{38C4A5B2-8937-4373-9642-B68B00928E92}" type="sibTrans" cxnId="{6BBA016A-2A5E-4134-B874-52E5A2BC97BF}">
      <dgm:prSet/>
      <dgm:spPr/>
      <dgm:t>
        <a:bodyPr/>
        <a:lstStyle/>
        <a:p>
          <a:endParaRPr lang="zh-CN" altLang="en-US" sz="2400"/>
        </a:p>
      </dgm:t>
    </dgm:pt>
    <dgm:pt modelId="{7FD60223-24F9-4541-8715-DAE075D6E8EE}">
      <dgm:prSet custT="1"/>
      <dgm:spPr/>
      <dgm:t>
        <a:bodyPr/>
        <a:lstStyle/>
        <a:p>
          <a:r>
            <a:rPr lang="zh-CN" altLang="en-US" sz="1600" b="1">
              <a:solidFill>
                <a:srgbClr val="FF0000"/>
              </a:solidFill>
              <a:highlight>
                <a:srgbClr val="FFFF00"/>
              </a:highlight>
            </a:rPr>
            <a:t>完全限定名称，或包含了全局前缀操作符的名称</a:t>
          </a:r>
          <a:r>
            <a:rPr lang="en-US" altLang="zh-CN" sz="1600" b="1">
              <a:solidFill>
                <a:srgbClr val="FF0000"/>
              </a:solidFill>
              <a:highlight>
                <a:srgbClr val="FFFF00"/>
              </a:highlight>
            </a:rPr>
            <a:t>——</a:t>
          </a:r>
          <a:r>
            <a:rPr lang="zh-CN" altLang="en-US" sz="1600" b="1">
              <a:solidFill>
                <a:srgbClr val="FF0000"/>
              </a:solidFill>
              <a:highlight>
                <a:srgbClr val="FFFF00"/>
              </a:highlight>
            </a:rPr>
            <a:t>完整命名空间</a:t>
          </a:r>
          <a:r>
            <a:rPr lang="en-US" altLang="zh-CN" sz="1600" b="1">
              <a:solidFill>
                <a:srgbClr val="FF0000"/>
              </a:solidFill>
              <a:highlight>
                <a:srgbClr val="FFFF00"/>
              </a:highlight>
            </a:rPr>
            <a:t>+</a:t>
          </a:r>
          <a:r>
            <a:rPr lang="zh-CN" altLang="en-US" sz="1600" b="1">
              <a:solidFill>
                <a:srgbClr val="FF0000"/>
              </a:solidFill>
              <a:highlight>
                <a:srgbClr val="FFFF00"/>
              </a:highlight>
            </a:rPr>
            <a:t>类名</a:t>
          </a:r>
          <a:endParaRPr lang="en-US" sz="1600">
            <a:solidFill>
              <a:srgbClr val="FF0000"/>
            </a:solidFill>
            <a:highlight>
              <a:srgbClr val="FFFF00"/>
            </a:highlight>
          </a:endParaRPr>
        </a:p>
      </dgm:t>
    </dgm:pt>
    <dgm:pt modelId="{2F0B9541-3DFD-46AF-AF7F-59A92AF2EF0A}" type="parTrans" cxnId="{8A70F114-EBC4-4B84-B1F6-0AE1F21F59C4}">
      <dgm:prSet/>
      <dgm:spPr/>
      <dgm:t>
        <a:bodyPr/>
        <a:lstStyle/>
        <a:p>
          <a:endParaRPr lang="zh-CN" altLang="en-US" sz="2400"/>
        </a:p>
      </dgm:t>
    </dgm:pt>
    <dgm:pt modelId="{C636B5C3-2C04-4EE0-AF8F-107770089720}" type="sibTrans" cxnId="{8A70F114-EBC4-4B84-B1F6-0AE1F21F59C4}">
      <dgm:prSet/>
      <dgm:spPr/>
      <dgm:t>
        <a:bodyPr/>
        <a:lstStyle/>
        <a:p>
          <a:endParaRPr lang="zh-CN" altLang="en-US" sz="2400"/>
        </a:p>
      </dgm:t>
    </dgm:pt>
    <dgm:pt modelId="{1E8130F0-6218-4221-AB5B-599962DC36F1}">
      <dgm:prSet phldrT="[文本]" custT="1"/>
      <dgm:spPr/>
      <dgm:t>
        <a:bodyPr/>
        <a:lstStyle/>
        <a:p>
          <a:endParaRPr lang="zh-CN" altLang="en-US" sz="1600"/>
        </a:p>
      </dgm:t>
    </dgm:pt>
    <dgm:pt modelId="{85BBC6B5-F637-41C3-8B92-89ABCC7405DB}" type="parTrans" cxnId="{15E82C66-8CBF-4F11-A6EC-51EE42469DD3}">
      <dgm:prSet/>
      <dgm:spPr/>
      <dgm:t>
        <a:bodyPr/>
        <a:lstStyle/>
        <a:p>
          <a:endParaRPr lang="zh-CN" altLang="en-US" sz="2400"/>
        </a:p>
      </dgm:t>
    </dgm:pt>
    <dgm:pt modelId="{5787E2D4-8D39-4099-8B4B-37E5FFC7A88D}" type="sibTrans" cxnId="{15E82C66-8CBF-4F11-A6EC-51EE42469DD3}">
      <dgm:prSet/>
      <dgm:spPr/>
      <dgm:t>
        <a:bodyPr/>
        <a:lstStyle/>
        <a:p>
          <a:endParaRPr lang="zh-CN" altLang="en-US" sz="2400"/>
        </a:p>
      </dgm:t>
    </dgm:pt>
    <dgm:pt modelId="{C30ACF89-2BD7-4B3A-AC64-5BA16796CEEA}">
      <dgm:prSet custT="1"/>
      <dgm:spPr/>
      <dgm:t>
        <a:bodyPr/>
        <a:lstStyle/>
        <a:p>
          <a:endParaRPr lang="en-US" sz="1600"/>
        </a:p>
      </dgm:t>
    </dgm:pt>
    <dgm:pt modelId="{2C6559DF-FCD0-4584-A23C-28BCD6CEFAD2}" type="parTrans" cxnId="{F951563D-77A2-4B6F-8763-2C1D9B67D677}">
      <dgm:prSet/>
      <dgm:spPr/>
      <dgm:t>
        <a:bodyPr/>
        <a:lstStyle/>
        <a:p>
          <a:endParaRPr lang="zh-CN" altLang="en-US" sz="2400"/>
        </a:p>
      </dgm:t>
    </dgm:pt>
    <dgm:pt modelId="{4B4F6842-1FFB-4E8F-AABC-023CFE132DEC}" type="sibTrans" cxnId="{F951563D-77A2-4B6F-8763-2C1D9B67D677}">
      <dgm:prSet/>
      <dgm:spPr/>
      <dgm:t>
        <a:bodyPr/>
        <a:lstStyle/>
        <a:p>
          <a:endParaRPr lang="zh-CN" altLang="en-US" sz="2400"/>
        </a:p>
      </dgm:t>
    </dgm:pt>
    <dgm:pt modelId="{79DE2A97-441E-4610-86C5-8CC76C2C3368}">
      <dgm:prSet custT="1"/>
      <dgm:spPr/>
      <dgm:t>
        <a:bodyPr/>
        <a:lstStyle/>
        <a:p>
          <a:r>
            <a:rPr lang="zh-CN" altLang="en-US" sz="1600"/>
            <a:t>例如， </a:t>
          </a:r>
          <a:r>
            <a:rPr lang="en-US" altLang="zh-CN" sz="1600"/>
            <a:t>$</a:t>
          </a:r>
          <a:r>
            <a:rPr lang="en-US" sz="1600"/>
            <a:t>a = new \currentnamespace\foo(); </a:t>
          </a:r>
          <a:r>
            <a:rPr lang="zh-CN" altLang="en-US" sz="1600"/>
            <a:t>或 </a:t>
          </a:r>
          <a:r>
            <a:rPr lang="en-US" altLang="zh-CN" sz="1600"/>
            <a:t>\</a:t>
          </a:r>
          <a:r>
            <a:rPr lang="en-US" sz="1600"/>
            <a:t>currentnamespace\foo::staticmethod();。</a:t>
          </a:r>
        </a:p>
      </dgm:t>
    </dgm:pt>
    <dgm:pt modelId="{32FFA9F3-F5F4-4493-A67F-4D185B8311EC}" type="parTrans" cxnId="{42E71D06-42ED-4E65-92EA-4F852AD731F1}">
      <dgm:prSet/>
      <dgm:spPr/>
      <dgm:t>
        <a:bodyPr/>
        <a:lstStyle/>
        <a:p>
          <a:endParaRPr lang="zh-CN" altLang="en-US" sz="2400"/>
        </a:p>
      </dgm:t>
    </dgm:pt>
    <dgm:pt modelId="{4145DA1C-6EEA-4064-850F-7D6210D575CD}" type="sibTrans" cxnId="{42E71D06-42ED-4E65-92EA-4F852AD731F1}">
      <dgm:prSet/>
      <dgm:spPr/>
      <dgm:t>
        <a:bodyPr/>
        <a:lstStyle/>
        <a:p>
          <a:endParaRPr lang="zh-CN" altLang="en-US" sz="2400"/>
        </a:p>
      </dgm:t>
    </dgm:pt>
    <dgm:pt modelId="{27C69BE1-A6D0-4A0B-9898-E00D015F9AF3}">
      <dgm:prSet custT="1"/>
      <dgm:spPr/>
      <dgm:t>
        <a:bodyPr/>
        <a:lstStyle/>
        <a:p>
          <a:r>
            <a:rPr lang="zh-CN" altLang="en-US" sz="1600"/>
            <a:t>在这种情况下，</a:t>
          </a:r>
          <a:r>
            <a:rPr lang="en-US" sz="1600"/>
            <a:t>foo </a:t>
          </a:r>
          <a:r>
            <a:rPr lang="zh-CN" altLang="en-US" sz="1600"/>
            <a:t>总是被解析为代码中的文字名</a:t>
          </a:r>
          <a:r>
            <a:rPr lang="en-US" altLang="zh-CN" sz="1600"/>
            <a:t>(</a:t>
          </a:r>
          <a:r>
            <a:rPr lang="en-US" sz="1600"/>
            <a:t>literal name)currentnamespace\foo。</a:t>
          </a:r>
        </a:p>
      </dgm:t>
    </dgm:pt>
    <dgm:pt modelId="{769F06EC-0F66-49AA-9B87-8752C63045BB}" type="parTrans" cxnId="{592C6ABB-49F2-4B24-8396-7C4246F67D9E}">
      <dgm:prSet/>
      <dgm:spPr/>
      <dgm:t>
        <a:bodyPr/>
        <a:lstStyle/>
        <a:p>
          <a:endParaRPr lang="zh-CN" altLang="en-US"/>
        </a:p>
      </dgm:t>
    </dgm:pt>
    <dgm:pt modelId="{488F8D4B-3111-4D01-8600-84621788649A}" type="sibTrans" cxnId="{592C6ABB-49F2-4B24-8396-7C4246F67D9E}">
      <dgm:prSet/>
      <dgm:spPr/>
      <dgm:t>
        <a:bodyPr/>
        <a:lstStyle/>
        <a:p>
          <a:endParaRPr lang="zh-CN" altLang="en-US"/>
        </a:p>
      </dgm:t>
    </dgm:pt>
    <dgm:pt modelId="{F52D0242-66CD-4EAA-B937-F711AAD708BD}" type="pres">
      <dgm:prSet presAssocID="{63E9836A-268B-44C3-B929-0739378109B6}" presName="linear" presStyleCnt="0">
        <dgm:presLayoutVars>
          <dgm:dir/>
          <dgm:animLvl val="lvl"/>
          <dgm:resizeHandles val="exact"/>
        </dgm:presLayoutVars>
      </dgm:prSet>
      <dgm:spPr/>
    </dgm:pt>
    <dgm:pt modelId="{F2A29F93-42BC-47FA-8D71-91B00C444F9D}" type="pres">
      <dgm:prSet presAssocID="{E06554EE-A804-4063-8151-9E19444001CC}" presName="parentLin" presStyleCnt="0"/>
      <dgm:spPr/>
    </dgm:pt>
    <dgm:pt modelId="{D393FEAA-65B9-4213-A067-487F67BC7210}" type="pres">
      <dgm:prSet presAssocID="{E06554EE-A804-4063-8151-9E19444001CC}" presName="parentLeftMargin" presStyleLbl="node1" presStyleIdx="0" presStyleCnt="3"/>
      <dgm:spPr/>
    </dgm:pt>
    <dgm:pt modelId="{EFB5C7CD-6FFB-496D-B01F-7664B579CB0B}" type="pres">
      <dgm:prSet presAssocID="{E06554EE-A804-4063-8151-9E19444001CC}" presName="parentText" presStyleLbl="node1" presStyleIdx="0" presStyleCnt="3" custScaleX="127794">
        <dgm:presLayoutVars>
          <dgm:chMax val="0"/>
          <dgm:bulletEnabled val="1"/>
        </dgm:presLayoutVars>
      </dgm:prSet>
      <dgm:spPr/>
    </dgm:pt>
    <dgm:pt modelId="{8473D55D-57A3-4822-87F8-17F3295A2324}" type="pres">
      <dgm:prSet presAssocID="{E06554EE-A804-4063-8151-9E19444001CC}" presName="negativeSpace" presStyleCnt="0"/>
      <dgm:spPr/>
    </dgm:pt>
    <dgm:pt modelId="{8B845CED-7A2E-41E4-92CA-B9137C25B125}" type="pres">
      <dgm:prSet presAssocID="{E06554EE-A804-4063-8151-9E19444001CC}" presName="childText" presStyleLbl="conFgAcc1" presStyleIdx="0" presStyleCnt="3">
        <dgm:presLayoutVars>
          <dgm:bulletEnabled val="1"/>
        </dgm:presLayoutVars>
      </dgm:prSet>
      <dgm:spPr/>
    </dgm:pt>
    <dgm:pt modelId="{3F274D9C-78A7-4784-9A8D-E53549E13F9B}" type="pres">
      <dgm:prSet presAssocID="{8323CD23-B347-400A-84AC-EC2AC04F0CDF}" presName="spaceBetweenRectangles" presStyleCnt="0"/>
      <dgm:spPr/>
    </dgm:pt>
    <dgm:pt modelId="{6A62E732-E863-4E94-BB20-49F68A3618EF}" type="pres">
      <dgm:prSet presAssocID="{D5249ADE-70D8-4027-870A-463838928BC6}" presName="parentLin" presStyleCnt="0"/>
      <dgm:spPr/>
    </dgm:pt>
    <dgm:pt modelId="{EBA27FC7-8134-4CFC-9F4E-F7413E31A330}" type="pres">
      <dgm:prSet presAssocID="{D5249ADE-70D8-4027-870A-463838928BC6}" presName="parentLeftMargin" presStyleLbl="node1" presStyleIdx="0" presStyleCnt="3"/>
      <dgm:spPr/>
    </dgm:pt>
    <dgm:pt modelId="{8DC9516A-751D-4523-B8A0-1A4BE33BDCCF}" type="pres">
      <dgm:prSet presAssocID="{D5249ADE-70D8-4027-870A-463838928BC6}" presName="parentText" presStyleLbl="node1" presStyleIdx="1" presStyleCnt="3" custScaleX="127794">
        <dgm:presLayoutVars>
          <dgm:chMax val="0"/>
          <dgm:bulletEnabled val="1"/>
        </dgm:presLayoutVars>
      </dgm:prSet>
      <dgm:spPr/>
    </dgm:pt>
    <dgm:pt modelId="{6DCF26EE-0255-477D-8030-9A2084EEEDFF}" type="pres">
      <dgm:prSet presAssocID="{D5249ADE-70D8-4027-870A-463838928BC6}" presName="negativeSpace" presStyleCnt="0"/>
      <dgm:spPr/>
    </dgm:pt>
    <dgm:pt modelId="{7A5DB848-1948-41E9-B9AC-B6822ACA3CA9}" type="pres">
      <dgm:prSet presAssocID="{D5249ADE-70D8-4027-870A-463838928BC6}" presName="childText" presStyleLbl="conFgAcc1" presStyleIdx="1" presStyleCnt="3">
        <dgm:presLayoutVars>
          <dgm:bulletEnabled val="1"/>
        </dgm:presLayoutVars>
      </dgm:prSet>
      <dgm:spPr/>
    </dgm:pt>
    <dgm:pt modelId="{CE85249E-204F-4467-912B-0A7B2EB8E91F}" type="pres">
      <dgm:prSet presAssocID="{38C4A5B2-8937-4373-9642-B68B00928E92}" presName="spaceBetweenRectangles" presStyleCnt="0"/>
      <dgm:spPr/>
    </dgm:pt>
    <dgm:pt modelId="{DF67E7FF-0883-4241-992B-6F7867DCEB80}" type="pres">
      <dgm:prSet presAssocID="{7FD60223-24F9-4541-8715-DAE075D6E8EE}" presName="parentLin" presStyleCnt="0"/>
      <dgm:spPr/>
    </dgm:pt>
    <dgm:pt modelId="{1402C83D-8449-4FB5-B069-224B7CFFD2FE}" type="pres">
      <dgm:prSet presAssocID="{7FD60223-24F9-4541-8715-DAE075D6E8EE}" presName="parentLeftMargin" presStyleLbl="node1" presStyleIdx="1" presStyleCnt="3"/>
      <dgm:spPr/>
    </dgm:pt>
    <dgm:pt modelId="{B271D5DE-6254-4E5B-8F01-DABDC6279764}" type="pres">
      <dgm:prSet presAssocID="{7FD60223-24F9-4541-8715-DAE075D6E8EE}" presName="parentText" presStyleLbl="node1" presStyleIdx="2" presStyleCnt="3" custScaleX="127794">
        <dgm:presLayoutVars>
          <dgm:chMax val="0"/>
          <dgm:bulletEnabled val="1"/>
        </dgm:presLayoutVars>
      </dgm:prSet>
      <dgm:spPr/>
    </dgm:pt>
    <dgm:pt modelId="{B18BCB65-24E7-4A2A-931C-BA98F30E98A0}" type="pres">
      <dgm:prSet presAssocID="{7FD60223-24F9-4541-8715-DAE075D6E8EE}" presName="negativeSpace" presStyleCnt="0"/>
      <dgm:spPr/>
    </dgm:pt>
    <dgm:pt modelId="{5C10CB25-B016-40CF-9B76-F021115B9306}" type="pres">
      <dgm:prSet presAssocID="{7FD60223-24F9-4541-8715-DAE075D6E8EE}" presName="childText" presStyleLbl="conFgAcc1" presStyleIdx="2" presStyleCnt="3">
        <dgm:presLayoutVars>
          <dgm:bulletEnabled val="1"/>
        </dgm:presLayoutVars>
      </dgm:prSet>
      <dgm:spPr/>
    </dgm:pt>
  </dgm:ptLst>
  <dgm:cxnLst>
    <dgm:cxn modelId="{42E71D06-42ED-4E65-92EA-4F852AD731F1}" srcId="{7FD60223-24F9-4541-8715-DAE075D6E8EE}" destId="{79DE2A97-441E-4610-86C5-8CC76C2C3368}" srcOrd="0" destOrd="0" parTransId="{32FFA9F3-F5F4-4493-A67F-4D185B8311EC}" sibTransId="{4145DA1C-6EEA-4064-850F-7D6210D575CD}"/>
    <dgm:cxn modelId="{5959DD09-4038-4073-AEDA-78B90C3B40DA}" type="presOf" srcId="{C30ACF89-2BD7-4B3A-AC64-5BA16796CEEA}" destId="{7A5DB848-1948-41E9-B9AC-B6822ACA3CA9}" srcOrd="0" destOrd="0" presId="urn:microsoft.com/office/officeart/2005/8/layout/list1#4"/>
    <dgm:cxn modelId="{8565560B-EDE0-421D-B42A-BFA89F3A7879}" type="presOf" srcId="{27C69BE1-A6D0-4A0B-9898-E00D015F9AF3}" destId="{5C10CB25-B016-40CF-9B76-F021115B9306}" srcOrd="0" destOrd="1" presId="urn:microsoft.com/office/officeart/2005/8/layout/list1#4"/>
    <dgm:cxn modelId="{B3B5DC0F-EFEF-4A0B-A1EC-EB01AA0057B4}" type="presOf" srcId="{7FD60223-24F9-4541-8715-DAE075D6E8EE}" destId="{B271D5DE-6254-4E5B-8F01-DABDC6279764}" srcOrd="1" destOrd="0" presId="urn:microsoft.com/office/officeart/2005/8/layout/list1#4"/>
    <dgm:cxn modelId="{EEFF4014-1979-487F-99EC-E93A5F1AFA41}" type="presOf" srcId="{1E8130F0-6218-4221-AB5B-599962DC36F1}" destId="{8B845CED-7A2E-41E4-92CA-B9137C25B125}" srcOrd="0" destOrd="0" presId="urn:microsoft.com/office/officeart/2005/8/layout/list1#4"/>
    <dgm:cxn modelId="{8A70F114-EBC4-4B84-B1F6-0AE1F21F59C4}" srcId="{63E9836A-268B-44C3-B929-0739378109B6}" destId="{7FD60223-24F9-4541-8715-DAE075D6E8EE}" srcOrd="2" destOrd="0" parTransId="{2F0B9541-3DFD-46AF-AF7F-59A92AF2EF0A}" sibTransId="{C636B5C3-2C04-4EE0-AF8F-107770089720}"/>
    <dgm:cxn modelId="{F951563D-77A2-4B6F-8763-2C1D9B67D677}" srcId="{D5249ADE-70D8-4027-870A-463838928BC6}" destId="{C30ACF89-2BD7-4B3A-AC64-5BA16796CEEA}" srcOrd="0" destOrd="0" parTransId="{2C6559DF-FCD0-4584-A23C-28BCD6CEFAD2}" sibTransId="{4B4F6842-1FFB-4E8F-AABC-023CFE132DEC}"/>
    <dgm:cxn modelId="{15E82C66-8CBF-4F11-A6EC-51EE42469DD3}" srcId="{E06554EE-A804-4063-8151-9E19444001CC}" destId="{1E8130F0-6218-4221-AB5B-599962DC36F1}" srcOrd="0" destOrd="0" parTransId="{85BBC6B5-F637-41C3-8B92-89ABCC7405DB}" sibTransId="{5787E2D4-8D39-4099-8B4B-37E5FFC7A88D}"/>
    <dgm:cxn modelId="{5E53E946-830C-4722-8B42-AA6564955B74}" type="presOf" srcId="{63E9836A-268B-44C3-B929-0739378109B6}" destId="{F52D0242-66CD-4EAA-B937-F711AAD708BD}" srcOrd="0" destOrd="0" presId="urn:microsoft.com/office/officeart/2005/8/layout/list1#4"/>
    <dgm:cxn modelId="{6BBA016A-2A5E-4134-B874-52E5A2BC97BF}" srcId="{63E9836A-268B-44C3-B929-0739378109B6}" destId="{D5249ADE-70D8-4027-870A-463838928BC6}" srcOrd="1" destOrd="0" parTransId="{E6C57888-2750-48D4-8594-7A452B615206}" sibTransId="{38C4A5B2-8937-4373-9642-B68B00928E92}"/>
    <dgm:cxn modelId="{9C7A7680-542B-4D3A-8BA7-51A1A2CFB8DF}" type="presOf" srcId="{79DE2A97-441E-4610-86C5-8CC76C2C3368}" destId="{5C10CB25-B016-40CF-9B76-F021115B9306}" srcOrd="0" destOrd="0" presId="urn:microsoft.com/office/officeart/2005/8/layout/list1#4"/>
    <dgm:cxn modelId="{D088C280-F693-42F7-92FE-B5705A5213CF}" type="presOf" srcId="{D5249ADE-70D8-4027-870A-463838928BC6}" destId="{EBA27FC7-8134-4CFC-9F4E-F7413E31A330}" srcOrd="0" destOrd="0" presId="urn:microsoft.com/office/officeart/2005/8/layout/list1#4"/>
    <dgm:cxn modelId="{B665FA81-01FC-4E48-A382-6A530C77F977}" type="presOf" srcId="{E06554EE-A804-4063-8151-9E19444001CC}" destId="{EFB5C7CD-6FFB-496D-B01F-7664B579CB0B}" srcOrd="1" destOrd="0" presId="urn:microsoft.com/office/officeart/2005/8/layout/list1#4"/>
    <dgm:cxn modelId="{592C6ABB-49F2-4B24-8396-7C4246F67D9E}" srcId="{7FD60223-24F9-4541-8715-DAE075D6E8EE}" destId="{27C69BE1-A6D0-4A0B-9898-E00D015F9AF3}" srcOrd="1" destOrd="0" parTransId="{769F06EC-0F66-49AA-9B87-8752C63045BB}" sibTransId="{488F8D4B-3111-4D01-8600-84621788649A}"/>
    <dgm:cxn modelId="{E01F47C0-CCCA-49FF-9DC1-D7053F56003C}" type="presOf" srcId="{7FD60223-24F9-4541-8715-DAE075D6E8EE}" destId="{1402C83D-8449-4FB5-B069-224B7CFFD2FE}" srcOrd="0" destOrd="0" presId="urn:microsoft.com/office/officeart/2005/8/layout/list1#4"/>
    <dgm:cxn modelId="{25D5CCC2-D35C-42CF-8034-D990C0DCD483}" type="presOf" srcId="{E06554EE-A804-4063-8151-9E19444001CC}" destId="{D393FEAA-65B9-4213-A067-487F67BC7210}" srcOrd="0" destOrd="0" presId="urn:microsoft.com/office/officeart/2005/8/layout/list1#4"/>
    <dgm:cxn modelId="{DD7242DC-98FF-4FA5-86DE-1D8539DB6244}" srcId="{63E9836A-268B-44C3-B929-0739378109B6}" destId="{E06554EE-A804-4063-8151-9E19444001CC}" srcOrd="0" destOrd="0" parTransId="{D0AEB0A4-90E7-4BF0-93FF-11172960DF7C}" sibTransId="{8323CD23-B347-400A-84AC-EC2AC04F0CDF}"/>
    <dgm:cxn modelId="{560121E0-ECB0-44D6-990D-E99DC369EDE1}" type="presOf" srcId="{D5249ADE-70D8-4027-870A-463838928BC6}" destId="{8DC9516A-751D-4523-B8A0-1A4BE33BDCCF}" srcOrd="1" destOrd="0" presId="urn:microsoft.com/office/officeart/2005/8/layout/list1#4"/>
    <dgm:cxn modelId="{97DBD4C8-5586-41C7-8F79-FB9B631B1718}" type="presParOf" srcId="{F52D0242-66CD-4EAA-B937-F711AAD708BD}" destId="{F2A29F93-42BC-47FA-8D71-91B00C444F9D}" srcOrd="0" destOrd="0" presId="urn:microsoft.com/office/officeart/2005/8/layout/list1#4"/>
    <dgm:cxn modelId="{AFF9379D-97F1-4D74-A534-C9B1653F98FD}" type="presParOf" srcId="{F2A29F93-42BC-47FA-8D71-91B00C444F9D}" destId="{D393FEAA-65B9-4213-A067-487F67BC7210}" srcOrd="0" destOrd="0" presId="urn:microsoft.com/office/officeart/2005/8/layout/list1#4"/>
    <dgm:cxn modelId="{57F08D17-B098-4A5A-B360-FA6AF95E8E60}" type="presParOf" srcId="{F2A29F93-42BC-47FA-8D71-91B00C444F9D}" destId="{EFB5C7CD-6FFB-496D-B01F-7664B579CB0B}" srcOrd="1" destOrd="0" presId="urn:microsoft.com/office/officeart/2005/8/layout/list1#4"/>
    <dgm:cxn modelId="{1C3372DD-C19F-41AA-AE95-856065B3DAEC}" type="presParOf" srcId="{F52D0242-66CD-4EAA-B937-F711AAD708BD}" destId="{8473D55D-57A3-4822-87F8-17F3295A2324}" srcOrd="1" destOrd="0" presId="urn:microsoft.com/office/officeart/2005/8/layout/list1#4"/>
    <dgm:cxn modelId="{74838C44-D36A-48ED-9123-BFAAD7F5BEE2}" type="presParOf" srcId="{F52D0242-66CD-4EAA-B937-F711AAD708BD}" destId="{8B845CED-7A2E-41E4-92CA-B9137C25B125}" srcOrd="2" destOrd="0" presId="urn:microsoft.com/office/officeart/2005/8/layout/list1#4"/>
    <dgm:cxn modelId="{FAEF9709-3082-4979-9465-441A3E9E666A}" type="presParOf" srcId="{F52D0242-66CD-4EAA-B937-F711AAD708BD}" destId="{3F274D9C-78A7-4784-9A8D-E53549E13F9B}" srcOrd="3" destOrd="0" presId="urn:microsoft.com/office/officeart/2005/8/layout/list1#4"/>
    <dgm:cxn modelId="{6BC91C9F-79B3-471F-AEA8-D76225234397}" type="presParOf" srcId="{F52D0242-66CD-4EAA-B937-F711AAD708BD}" destId="{6A62E732-E863-4E94-BB20-49F68A3618EF}" srcOrd="4" destOrd="0" presId="urn:microsoft.com/office/officeart/2005/8/layout/list1#4"/>
    <dgm:cxn modelId="{4AFD1AA0-BACF-459D-A2BF-575D5E5C39F3}" type="presParOf" srcId="{6A62E732-E863-4E94-BB20-49F68A3618EF}" destId="{EBA27FC7-8134-4CFC-9F4E-F7413E31A330}" srcOrd="0" destOrd="0" presId="urn:microsoft.com/office/officeart/2005/8/layout/list1#4"/>
    <dgm:cxn modelId="{1A903744-8E16-4459-A5AE-766D5A0F9829}" type="presParOf" srcId="{6A62E732-E863-4E94-BB20-49F68A3618EF}" destId="{8DC9516A-751D-4523-B8A0-1A4BE33BDCCF}" srcOrd="1" destOrd="0" presId="urn:microsoft.com/office/officeart/2005/8/layout/list1#4"/>
    <dgm:cxn modelId="{FB98350A-BC1C-4407-ADD7-A22880CC093C}" type="presParOf" srcId="{F52D0242-66CD-4EAA-B937-F711AAD708BD}" destId="{6DCF26EE-0255-477D-8030-9A2084EEEDFF}" srcOrd="5" destOrd="0" presId="urn:microsoft.com/office/officeart/2005/8/layout/list1#4"/>
    <dgm:cxn modelId="{58652640-F89B-40D4-80B7-624391224D4A}" type="presParOf" srcId="{F52D0242-66CD-4EAA-B937-F711AAD708BD}" destId="{7A5DB848-1948-41E9-B9AC-B6822ACA3CA9}" srcOrd="6" destOrd="0" presId="urn:microsoft.com/office/officeart/2005/8/layout/list1#4"/>
    <dgm:cxn modelId="{3F7A631E-81DF-4369-BDD7-D9F7A69DC920}" type="presParOf" srcId="{F52D0242-66CD-4EAA-B937-F711AAD708BD}" destId="{CE85249E-204F-4467-912B-0A7B2EB8E91F}" srcOrd="7" destOrd="0" presId="urn:microsoft.com/office/officeart/2005/8/layout/list1#4"/>
    <dgm:cxn modelId="{85F5F107-BC1E-43DF-8061-DB526A9D2572}" type="presParOf" srcId="{F52D0242-66CD-4EAA-B937-F711AAD708BD}" destId="{DF67E7FF-0883-4241-992B-6F7867DCEB80}" srcOrd="8" destOrd="0" presId="urn:microsoft.com/office/officeart/2005/8/layout/list1#4"/>
    <dgm:cxn modelId="{69C70DD8-62F2-4D37-A4D0-1214479143FF}" type="presParOf" srcId="{DF67E7FF-0883-4241-992B-6F7867DCEB80}" destId="{1402C83D-8449-4FB5-B069-224B7CFFD2FE}" srcOrd="0" destOrd="0" presId="urn:microsoft.com/office/officeart/2005/8/layout/list1#4"/>
    <dgm:cxn modelId="{5C9A4194-7379-4046-A4F1-8CE5AF76B171}" type="presParOf" srcId="{DF67E7FF-0883-4241-992B-6F7867DCEB80}" destId="{B271D5DE-6254-4E5B-8F01-DABDC6279764}" srcOrd="1" destOrd="0" presId="urn:microsoft.com/office/officeart/2005/8/layout/list1#4"/>
    <dgm:cxn modelId="{976DD592-13FE-48C9-8816-9CB9B7E0494C}" type="presParOf" srcId="{F52D0242-66CD-4EAA-B937-F711AAD708BD}" destId="{B18BCB65-24E7-4A2A-931C-BA98F30E98A0}" srcOrd="9" destOrd="0" presId="urn:microsoft.com/office/officeart/2005/8/layout/list1#4"/>
    <dgm:cxn modelId="{D087E76C-2571-4DBF-9020-E738B698FB1B}" type="presParOf" srcId="{F52D0242-66CD-4EAA-B937-F711AAD708BD}" destId="{5C10CB25-B016-40CF-9B76-F021115B9306}" srcOrd="10" destOrd="0" presId="urn:microsoft.com/office/officeart/2005/8/layout/list1#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A39DB0F-223D-485D-A58C-195D1783015B}" type="doc">
      <dgm:prSet loTypeId="urn:microsoft.com/office/officeart/2005/8/layout/list1#2" loCatId="list" qsTypeId="urn:microsoft.com/office/officeart/2005/8/quickstyle/simple1#2" qsCatId="simple" csTypeId="urn:microsoft.com/office/officeart/2005/8/colors/accent1_2#1" csCatId="accent1" phldr="1"/>
      <dgm:spPr/>
      <dgm:t>
        <a:bodyPr/>
        <a:lstStyle/>
        <a:p>
          <a:endParaRPr lang="zh-CN" altLang="en-US"/>
        </a:p>
      </dgm:t>
    </dgm:pt>
    <dgm:pt modelId="{6628E0B8-50B5-4FFD-BB75-8BCFBE34C701}">
      <dgm:prSet phldrT="[文本]"/>
      <dgm:spPr/>
      <dgm:t>
        <a:bodyPr/>
        <a:lstStyle/>
        <a:p>
          <a:r>
            <a:rPr lang="zh-CN" altLang="en-US"/>
            <a:t>什么是</a:t>
          </a:r>
          <a:r>
            <a:rPr lang="en-US" altLang="zh-CN"/>
            <a:t>Composer</a:t>
          </a:r>
          <a:endParaRPr lang="zh-CN" altLang="en-US"/>
        </a:p>
      </dgm:t>
    </dgm:pt>
    <dgm:pt modelId="{38CC1538-F15E-4E9E-8163-5C330E54361F}" type="parTrans" cxnId="{E18201BE-9CCD-4C98-8E89-695385EC62AE}">
      <dgm:prSet/>
      <dgm:spPr/>
      <dgm:t>
        <a:bodyPr/>
        <a:lstStyle/>
        <a:p>
          <a:endParaRPr lang="zh-CN" altLang="en-US"/>
        </a:p>
      </dgm:t>
    </dgm:pt>
    <dgm:pt modelId="{341211F1-25A6-402B-803B-FA6502C67475}" type="sibTrans" cxnId="{E18201BE-9CCD-4C98-8E89-695385EC62AE}">
      <dgm:prSet/>
      <dgm:spPr/>
      <dgm:t>
        <a:bodyPr/>
        <a:lstStyle/>
        <a:p>
          <a:endParaRPr lang="zh-CN" altLang="en-US"/>
        </a:p>
      </dgm:t>
    </dgm:pt>
    <dgm:pt modelId="{DEC5FA41-9FEC-4FB1-9EF4-C4D90BF1D718}">
      <dgm:prSet phldrT="[文本]" phldr="0" custT="1"/>
      <dgm:spPr/>
      <dgm:t>
        <a:bodyPr vert="horz" wrap="square"/>
        <a:lstStyle/>
        <a:p>
          <a:pPr>
            <a:lnSpc>
              <a:spcPct val="100000"/>
            </a:lnSpc>
            <a:spcBef>
              <a:spcPct val="0"/>
            </a:spcBef>
            <a:spcAft>
              <a:spcPct val="15000"/>
            </a:spcAft>
          </a:pPr>
          <a:r>
            <a:rPr lang="zh-CN" altLang="en-US" sz="1400" dirty="0"/>
            <a:t>是 </a:t>
          </a:r>
          <a:r>
            <a:rPr lang="en-US" altLang="zh-CN" sz="1400" dirty="0"/>
            <a:t>PHP5.3</a:t>
          </a:r>
          <a:r>
            <a:rPr lang="zh-CN" altLang="en-US" sz="1400" dirty="0"/>
            <a:t>以上的一个依赖管理工具。它允许你声明项目所依赖的代码库，它会在你的项目中为你安装他们。</a:t>
          </a:r>
        </a:p>
      </dgm:t>
    </dgm:pt>
    <dgm:pt modelId="{AE7303A9-28C9-4796-805C-CE5B9210F229}" type="parTrans" cxnId="{6E300CC2-D282-426F-90EA-273A6E0269D4}">
      <dgm:prSet/>
      <dgm:spPr/>
      <dgm:t>
        <a:bodyPr/>
        <a:lstStyle/>
        <a:p>
          <a:endParaRPr lang="zh-CN" altLang="en-US"/>
        </a:p>
      </dgm:t>
    </dgm:pt>
    <dgm:pt modelId="{C3AA7E02-3CA9-43A9-9270-9042ABFE5535}" type="sibTrans" cxnId="{6E300CC2-D282-426F-90EA-273A6E0269D4}">
      <dgm:prSet/>
      <dgm:spPr/>
      <dgm:t>
        <a:bodyPr/>
        <a:lstStyle/>
        <a:p>
          <a:endParaRPr lang="zh-CN" altLang="en-US"/>
        </a:p>
      </dgm:t>
    </dgm:pt>
    <dgm:pt modelId="{3491E3D4-84AB-488D-B443-34AA8413A030}">
      <dgm:prSet/>
      <dgm:spPr/>
      <dgm:t>
        <a:bodyPr/>
        <a:lstStyle/>
        <a:p>
          <a:r>
            <a:rPr lang="zh-CN" altLang="en-US"/>
            <a:t>优点</a:t>
          </a:r>
          <a:endParaRPr lang="en-US" altLang="zh-CN"/>
        </a:p>
      </dgm:t>
    </dgm:pt>
    <dgm:pt modelId="{D57A5AAA-8A64-4074-9A83-B537170C563D}" type="parTrans" cxnId="{D3C1481E-232B-48DE-AF7F-E5E8430B4B2F}">
      <dgm:prSet/>
      <dgm:spPr/>
      <dgm:t>
        <a:bodyPr/>
        <a:lstStyle/>
        <a:p>
          <a:endParaRPr lang="zh-CN" altLang="en-US"/>
        </a:p>
      </dgm:t>
    </dgm:pt>
    <dgm:pt modelId="{B944C638-A0FA-4B05-B1A1-2632F386C99B}" type="sibTrans" cxnId="{D3C1481E-232B-48DE-AF7F-E5E8430B4B2F}">
      <dgm:prSet/>
      <dgm:spPr/>
      <dgm:t>
        <a:bodyPr/>
        <a:lstStyle/>
        <a:p>
          <a:endParaRPr lang="zh-CN" altLang="en-US"/>
        </a:p>
      </dgm:t>
    </dgm:pt>
    <dgm:pt modelId="{2AF56F5F-E2F6-403D-94B7-6F65D257E4F6}">
      <dgm:prSet phldr="0" custT="1"/>
      <dgm:spPr/>
      <dgm:t>
        <a:bodyPr vert="horz" wrap="square"/>
        <a:lstStyle/>
        <a:p>
          <a:pPr>
            <a:lnSpc>
              <a:spcPct val="100000"/>
            </a:lnSpc>
            <a:spcBef>
              <a:spcPct val="0"/>
            </a:spcBef>
            <a:spcAft>
              <a:spcPct val="15000"/>
            </a:spcAft>
          </a:pPr>
          <a:r>
            <a:rPr lang="en-US" altLang="zh-CN" sz="1400" dirty="0"/>
            <a:t>composer</a:t>
          </a:r>
          <a:r>
            <a:rPr lang="zh-CN" altLang="en-US" sz="1400" dirty="0"/>
            <a:t>解决了项目的依赖关系，且实现了自动加载。开发人员只需要几个命令行，就能获取其他开发者的包，</a:t>
          </a:r>
          <a:r>
            <a:rPr lang="en-US" altLang="zh-CN" sz="1400" dirty="0"/>
            <a:t>PHP</a:t>
          </a:r>
          <a:r>
            <a:rPr lang="zh-CN" altLang="en-US" sz="1400" dirty="0"/>
            <a:t>开发工作因此变得如同堆积木，可以根据业务的需求，快速方便地拆解组合代码。</a:t>
          </a:r>
        </a:p>
      </dgm:t>
    </dgm:pt>
    <dgm:pt modelId="{593F39D3-42C0-4AB6-8422-82B66573D91D}" type="parTrans" cxnId="{62297020-5212-4679-9BC8-636758522AE3}">
      <dgm:prSet/>
      <dgm:spPr/>
      <dgm:t>
        <a:bodyPr/>
        <a:lstStyle/>
        <a:p>
          <a:endParaRPr lang="zh-CN" altLang="en-US"/>
        </a:p>
      </dgm:t>
    </dgm:pt>
    <dgm:pt modelId="{585D018D-1A51-4B62-B920-059DCA195957}" type="sibTrans" cxnId="{62297020-5212-4679-9BC8-636758522AE3}">
      <dgm:prSet/>
      <dgm:spPr/>
      <dgm:t>
        <a:bodyPr/>
        <a:lstStyle/>
        <a:p>
          <a:endParaRPr lang="zh-CN" altLang="en-US"/>
        </a:p>
      </dgm:t>
    </dgm:pt>
    <dgm:pt modelId="{1DE27F26-B06A-4C89-A837-7A58A509A1D8}">
      <dgm:prSet/>
      <dgm:spPr/>
      <dgm:t>
        <a:bodyPr/>
        <a:lstStyle/>
        <a:p>
          <a:r>
            <a:rPr lang="zh-CN" altLang="en-US"/>
            <a:t>安装</a:t>
          </a:r>
        </a:p>
      </dgm:t>
    </dgm:pt>
    <dgm:pt modelId="{D08B2401-2D94-4683-9AC6-CCD1F2DD0F4C}" type="parTrans" cxnId="{02D95B5B-0C0B-48EB-AB2A-653384A290A1}">
      <dgm:prSet/>
      <dgm:spPr/>
      <dgm:t>
        <a:bodyPr/>
        <a:lstStyle/>
        <a:p>
          <a:endParaRPr lang="zh-CN" altLang="en-US"/>
        </a:p>
      </dgm:t>
    </dgm:pt>
    <dgm:pt modelId="{65C7F686-9D8F-4873-B399-4944C8D5AD83}" type="sibTrans" cxnId="{02D95B5B-0C0B-48EB-AB2A-653384A290A1}">
      <dgm:prSet/>
      <dgm:spPr/>
      <dgm:t>
        <a:bodyPr/>
        <a:lstStyle/>
        <a:p>
          <a:endParaRPr lang="zh-CN" altLang="en-US"/>
        </a:p>
      </dgm:t>
    </dgm:pt>
    <dgm:pt modelId="{AC3FB712-FC29-4894-ABA4-9FBC9AD85796}">
      <dgm:prSet/>
      <dgm:spPr/>
      <dgm:t>
        <a:bodyPr/>
        <a:lstStyle/>
        <a:p>
          <a:r>
            <a:rPr lang="zh-CN" altLang="en-US"/>
            <a:t>下载</a:t>
          </a:r>
          <a:r>
            <a:rPr lang="en-US" altLang="zh-CN"/>
            <a:t> Composer-Setup.exe</a:t>
          </a:r>
          <a:r>
            <a:rPr lang="zh-CN" altLang="en-US"/>
            <a:t>：</a:t>
          </a:r>
          <a:r>
            <a:rPr lang="en-US" altLang="zh-CN">
              <a:hlinkClick xmlns:r="http://schemas.openxmlformats.org/officeDocument/2006/relationships" r:id="rId1"/>
            </a:rPr>
            <a:t>https://getcomposer.org/download/</a:t>
          </a:r>
          <a:endParaRPr lang="zh-CN" altLang="en-US"/>
        </a:p>
      </dgm:t>
    </dgm:pt>
    <dgm:pt modelId="{81F0AF63-1274-4146-8A65-2F19C06740E2}" type="parTrans" cxnId="{2AFC7D5F-C4C1-4B71-83D8-EE4F1FDB6195}">
      <dgm:prSet/>
      <dgm:spPr/>
      <dgm:t>
        <a:bodyPr/>
        <a:lstStyle/>
        <a:p>
          <a:endParaRPr lang="zh-CN" altLang="en-US"/>
        </a:p>
      </dgm:t>
    </dgm:pt>
    <dgm:pt modelId="{569E2405-ACE8-49C8-A468-E54F67239B2E}" type="sibTrans" cxnId="{2AFC7D5F-C4C1-4B71-83D8-EE4F1FDB6195}">
      <dgm:prSet/>
      <dgm:spPr/>
      <dgm:t>
        <a:bodyPr/>
        <a:lstStyle/>
        <a:p>
          <a:endParaRPr lang="zh-CN" altLang="en-US"/>
        </a:p>
      </dgm:t>
    </dgm:pt>
    <dgm:pt modelId="{8650187D-FB87-45BB-9187-073B813EC973}">
      <dgm:prSet/>
      <dgm:spPr/>
      <dgm:t>
        <a:bodyPr/>
        <a:lstStyle/>
        <a:p>
          <a:r>
            <a:rPr lang="en-US" altLang="zh-CN"/>
            <a:t>PHP</a:t>
          </a:r>
          <a:r>
            <a:rPr lang="zh-CN" altLang="en-US"/>
            <a:t>扩展：</a:t>
          </a:r>
          <a:r>
            <a:rPr lang="en-US" altLang="zh-CN"/>
            <a:t>openssl</a:t>
          </a:r>
          <a:endParaRPr lang="zh-CN" altLang="en-US"/>
        </a:p>
      </dgm:t>
    </dgm:pt>
    <dgm:pt modelId="{EE627213-4108-44F7-B15C-92B2B0B11CDE}" type="parTrans" cxnId="{49C8A5AA-6A53-4A8D-8B99-349CDEBA5703}">
      <dgm:prSet/>
      <dgm:spPr/>
      <dgm:t>
        <a:bodyPr/>
        <a:lstStyle/>
        <a:p>
          <a:endParaRPr lang="zh-CN" altLang="en-US"/>
        </a:p>
      </dgm:t>
    </dgm:pt>
    <dgm:pt modelId="{DA770DC0-15F6-4CEC-840D-20F5CCD98897}" type="sibTrans" cxnId="{49C8A5AA-6A53-4A8D-8B99-349CDEBA5703}">
      <dgm:prSet/>
      <dgm:spPr/>
      <dgm:t>
        <a:bodyPr/>
        <a:lstStyle/>
        <a:p>
          <a:endParaRPr lang="zh-CN" altLang="en-US"/>
        </a:p>
      </dgm:t>
    </dgm:pt>
    <dgm:pt modelId="{404A340A-B605-4E55-AD7E-EBB5DC84E3A8}" type="pres">
      <dgm:prSet presAssocID="{2A39DB0F-223D-485D-A58C-195D1783015B}" presName="linear" presStyleCnt="0">
        <dgm:presLayoutVars>
          <dgm:dir/>
          <dgm:animLvl val="lvl"/>
          <dgm:resizeHandles val="exact"/>
        </dgm:presLayoutVars>
      </dgm:prSet>
      <dgm:spPr/>
    </dgm:pt>
    <dgm:pt modelId="{66400D06-D1F1-439B-BF84-8B35023A1907}" type="pres">
      <dgm:prSet presAssocID="{6628E0B8-50B5-4FFD-BB75-8BCFBE34C701}" presName="parentLin" presStyleCnt="0"/>
      <dgm:spPr/>
    </dgm:pt>
    <dgm:pt modelId="{AD24AE09-53C7-4DF0-88B5-BAFD4301B754}" type="pres">
      <dgm:prSet presAssocID="{6628E0B8-50B5-4FFD-BB75-8BCFBE34C701}" presName="parentLeftMargin" presStyleLbl="node1" presStyleIdx="0" presStyleCnt="3"/>
      <dgm:spPr/>
    </dgm:pt>
    <dgm:pt modelId="{AC02FA0D-DE40-48AF-B036-02E619ACBBB6}" type="pres">
      <dgm:prSet presAssocID="{6628E0B8-50B5-4FFD-BB75-8BCFBE34C701}" presName="parentText" presStyleLbl="node1" presStyleIdx="0" presStyleCnt="3">
        <dgm:presLayoutVars>
          <dgm:chMax val="0"/>
          <dgm:bulletEnabled val="1"/>
        </dgm:presLayoutVars>
      </dgm:prSet>
      <dgm:spPr/>
    </dgm:pt>
    <dgm:pt modelId="{454E3AA4-9233-4B39-A797-C72D57306DBB}" type="pres">
      <dgm:prSet presAssocID="{6628E0B8-50B5-4FFD-BB75-8BCFBE34C701}" presName="negativeSpace" presStyleCnt="0"/>
      <dgm:spPr/>
    </dgm:pt>
    <dgm:pt modelId="{0A9A6C06-59DA-4294-B8BE-58A5210DE3D6}" type="pres">
      <dgm:prSet presAssocID="{6628E0B8-50B5-4FFD-BB75-8BCFBE34C701}" presName="childText" presStyleLbl="conFgAcc1" presStyleIdx="0" presStyleCnt="3">
        <dgm:presLayoutVars>
          <dgm:bulletEnabled val="1"/>
        </dgm:presLayoutVars>
      </dgm:prSet>
      <dgm:spPr/>
    </dgm:pt>
    <dgm:pt modelId="{BEEB4904-A64E-405A-A483-4CB231963E6F}" type="pres">
      <dgm:prSet presAssocID="{341211F1-25A6-402B-803B-FA6502C67475}" presName="spaceBetweenRectangles" presStyleCnt="0"/>
      <dgm:spPr/>
    </dgm:pt>
    <dgm:pt modelId="{E3A01C7B-A721-4E42-9883-4A71D00AE03C}" type="pres">
      <dgm:prSet presAssocID="{3491E3D4-84AB-488D-B443-34AA8413A030}" presName="parentLin" presStyleCnt="0"/>
      <dgm:spPr/>
    </dgm:pt>
    <dgm:pt modelId="{388804E5-F03B-4217-85F5-253C0618FD4E}" type="pres">
      <dgm:prSet presAssocID="{3491E3D4-84AB-488D-B443-34AA8413A030}" presName="parentLeftMargin" presStyleLbl="node1" presStyleIdx="0" presStyleCnt="3"/>
      <dgm:spPr/>
    </dgm:pt>
    <dgm:pt modelId="{F3600E2B-DBD0-410E-A1D1-8F6CBAF48564}" type="pres">
      <dgm:prSet presAssocID="{3491E3D4-84AB-488D-B443-34AA8413A030}" presName="parentText" presStyleLbl="node1" presStyleIdx="1" presStyleCnt="3">
        <dgm:presLayoutVars>
          <dgm:chMax val="0"/>
          <dgm:bulletEnabled val="1"/>
        </dgm:presLayoutVars>
      </dgm:prSet>
      <dgm:spPr/>
    </dgm:pt>
    <dgm:pt modelId="{586306AA-1222-4A28-8615-212F071C0C4F}" type="pres">
      <dgm:prSet presAssocID="{3491E3D4-84AB-488D-B443-34AA8413A030}" presName="negativeSpace" presStyleCnt="0"/>
      <dgm:spPr/>
    </dgm:pt>
    <dgm:pt modelId="{238F7DE0-D464-465C-80E1-DC51703056F8}" type="pres">
      <dgm:prSet presAssocID="{3491E3D4-84AB-488D-B443-34AA8413A030}" presName="childText" presStyleLbl="conFgAcc1" presStyleIdx="1" presStyleCnt="3">
        <dgm:presLayoutVars>
          <dgm:bulletEnabled val="1"/>
        </dgm:presLayoutVars>
      </dgm:prSet>
      <dgm:spPr/>
    </dgm:pt>
    <dgm:pt modelId="{B3C5ABD8-BC70-4F3A-ADBD-F59C865CEF50}" type="pres">
      <dgm:prSet presAssocID="{B944C638-A0FA-4B05-B1A1-2632F386C99B}" presName="spaceBetweenRectangles" presStyleCnt="0"/>
      <dgm:spPr/>
    </dgm:pt>
    <dgm:pt modelId="{501B9599-458E-43EF-93BB-5A39CE752F0A}" type="pres">
      <dgm:prSet presAssocID="{1DE27F26-B06A-4C89-A837-7A58A509A1D8}" presName="parentLin" presStyleCnt="0"/>
      <dgm:spPr/>
    </dgm:pt>
    <dgm:pt modelId="{076B270B-34E8-4598-A677-FE5798A6A966}" type="pres">
      <dgm:prSet presAssocID="{1DE27F26-B06A-4C89-A837-7A58A509A1D8}" presName="parentLeftMargin" presStyleLbl="node1" presStyleIdx="1" presStyleCnt="3"/>
      <dgm:spPr/>
    </dgm:pt>
    <dgm:pt modelId="{3D0C2ECA-AB4A-4C93-8723-AC9FE0249E8A}" type="pres">
      <dgm:prSet presAssocID="{1DE27F26-B06A-4C89-A837-7A58A509A1D8}" presName="parentText" presStyleLbl="node1" presStyleIdx="2" presStyleCnt="3">
        <dgm:presLayoutVars>
          <dgm:chMax val="0"/>
          <dgm:bulletEnabled val="1"/>
        </dgm:presLayoutVars>
      </dgm:prSet>
      <dgm:spPr/>
    </dgm:pt>
    <dgm:pt modelId="{4444FAD8-381D-4E6B-9BC3-F73586F49575}" type="pres">
      <dgm:prSet presAssocID="{1DE27F26-B06A-4C89-A837-7A58A509A1D8}" presName="negativeSpace" presStyleCnt="0"/>
      <dgm:spPr/>
    </dgm:pt>
    <dgm:pt modelId="{75E3222F-5407-48B5-B2C5-54FDEE5BAE31}" type="pres">
      <dgm:prSet presAssocID="{1DE27F26-B06A-4C89-A837-7A58A509A1D8}" presName="childText" presStyleLbl="conFgAcc1" presStyleIdx="2" presStyleCnt="3">
        <dgm:presLayoutVars>
          <dgm:bulletEnabled val="1"/>
        </dgm:presLayoutVars>
      </dgm:prSet>
      <dgm:spPr/>
    </dgm:pt>
  </dgm:ptLst>
  <dgm:cxnLst>
    <dgm:cxn modelId="{C3C58002-4E37-4006-83E9-F3A370D3C4FC}" type="presOf" srcId="{2AF56F5F-E2F6-403D-94B7-6F65D257E4F6}" destId="{238F7DE0-D464-465C-80E1-DC51703056F8}" srcOrd="0" destOrd="0" presId="urn:microsoft.com/office/officeart/2005/8/layout/list1#2"/>
    <dgm:cxn modelId="{6268A616-C8B4-4E91-8A53-59012BF29F9A}" type="presOf" srcId="{6628E0B8-50B5-4FFD-BB75-8BCFBE34C701}" destId="{AC02FA0D-DE40-48AF-B036-02E619ACBBB6}" srcOrd="1" destOrd="0" presId="urn:microsoft.com/office/officeart/2005/8/layout/list1#2"/>
    <dgm:cxn modelId="{D3C1481E-232B-48DE-AF7F-E5E8430B4B2F}" srcId="{2A39DB0F-223D-485D-A58C-195D1783015B}" destId="{3491E3D4-84AB-488D-B443-34AA8413A030}" srcOrd="1" destOrd="0" parTransId="{D57A5AAA-8A64-4074-9A83-B537170C563D}" sibTransId="{B944C638-A0FA-4B05-B1A1-2632F386C99B}"/>
    <dgm:cxn modelId="{62297020-5212-4679-9BC8-636758522AE3}" srcId="{3491E3D4-84AB-488D-B443-34AA8413A030}" destId="{2AF56F5F-E2F6-403D-94B7-6F65D257E4F6}" srcOrd="0" destOrd="0" parTransId="{593F39D3-42C0-4AB6-8422-82B66573D91D}" sibTransId="{585D018D-1A51-4B62-B920-059DCA195957}"/>
    <dgm:cxn modelId="{C4349F2A-90F3-4340-A78F-2DD034CFE3D8}" type="presOf" srcId="{8650187D-FB87-45BB-9187-073B813EC973}" destId="{75E3222F-5407-48B5-B2C5-54FDEE5BAE31}" srcOrd="0" destOrd="1" presId="urn:microsoft.com/office/officeart/2005/8/layout/list1#2"/>
    <dgm:cxn modelId="{2811A62E-D56A-4DA8-86AE-661B2EF2EF41}" type="presOf" srcId="{3491E3D4-84AB-488D-B443-34AA8413A030}" destId="{388804E5-F03B-4217-85F5-253C0618FD4E}" srcOrd="0" destOrd="0" presId="urn:microsoft.com/office/officeart/2005/8/layout/list1#2"/>
    <dgm:cxn modelId="{5AD09136-EF41-435A-A0E8-236D53D91B09}" type="presOf" srcId="{3491E3D4-84AB-488D-B443-34AA8413A030}" destId="{F3600E2B-DBD0-410E-A1D1-8F6CBAF48564}" srcOrd="1" destOrd="0" presId="urn:microsoft.com/office/officeart/2005/8/layout/list1#2"/>
    <dgm:cxn modelId="{D4937E3C-0C94-4E6B-B73B-5E44BEFA82FB}" type="presOf" srcId="{AC3FB712-FC29-4894-ABA4-9FBC9AD85796}" destId="{75E3222F-5407-48B5-B2C5-54FDEE5BAE31}" srcOrd="0" destOrd="0" presId="urn:microsoft.com/office/officeart/2005/8/layout/list1#2"/>
    <dgm:cxn modelId="{02D95B5B-0C0B-48EB-AB2A-653384A290A1}" srcId="{2A39DB0F-223D-485D-A58C-195D1783015B}" destId="{1DE27F26-B06A-4C89-A837-7A58A509A1D8}" srcOrd="2" destOrd="0" parTransId="{D08B2401-2D94-4683-9AC6-CCD1F2DD0F4C}" sibTransId="{65C7F686-9D8F-4873-B399-4944C8D5AD83}"/>
    <dgm:cxn modelId="{2AFC7D5F-C4C1-4B71-83D8-EE4F1FDB6195}" srcId="{1DE27F26-B06A-4C89-A837-7A58A509A1D8}" destId="{AC3FB712-FC29-4894-ABA4-9FBC9AD85796}" srcOrd="0" destOrd="0" parTransId="{81F0AF63-1274-4146-8A65-2F19C06740E2}" sibTransId="{569E2405-ACE8-49C8-A468-E54F67239B2E}"/>
    <dgm:cxn modelId="{9FA7F660-32AF-4055-9A66-BCB6E780FD7A}" type="presOf" srcId="{6628E0B8-50B5-4FFD-BB75-8BCFBE34C701}" destId="{AD24AE09-53C7-4DF0-88B5-BAFD4301B754}" srcOrd="0" destOrd="0" presId="urn:microsoft.com/office/officeart/2005/8/layout/list1#2"/>
    <dgm:cxn modelId="{804A6553-E7D0-420E-9EE4-2C10D65C5ED5}" type="presOf" srcId="{DEC5FA41-9FEC-4FB1-9EF4-C4D90BF1D718}" destId="{0A9A6C06-59DA-4294-B8BE-58A5210DE3D6}" srcOrd="0" destOrd="0" presId="urn:microsoft.com/office/officeart/2005/8/layout/list1#2"/>
    <dgm:cxn modelId="{242C8091-8E5F-4079-9DBC-75B4510FFDB7}" type="presOf" srcId="{2A39DB0F-223D-485D-A58C-195D1783015B}" destId="{404A340A-B605-4E55-AD7E-EBB5DC84E3A8}" srcOrd="0" destOrd="0" presId="urn:microsoft.com/office/officeart/2005/8/layout/list1#2"/>
    <dgm:cxn modelId="{F19264A8-EF81-4831-BF4C-BFF8272B1DEB}" type="presOf" srcId="{1DE27F26-B06A-4C89-A837-7A58A509A1D8}" destId="{3D0C2ECA-AB4A-4C93-8723-AC9FE0249E8A}" srcOrd="1" destOrd="0" presId="urn:microsoft.com/office/officeart/2005/8/layout/list1#2"/>
    <dgm:cxn modelId="{49C8A5AA-6A53-4A8D-8B99-349CDEBA5703}" srcId="{1DE27F26-B06A-4C89-A837-7A58A509A1D8}" destId="{8650187D-FB87-45BB-9187-073B813EC973}" srcOrd="1" destOrd="0" parTransId="{EE627213-4108-44F7-B15C-92B2B0B11CDE}" sibTransId="{DA770DC0-15F6-4CEC-840D-20F5CCD98897}"/>
    <dgm:cxn modelId="{514BC9B7-4A2A-4C8F-BE7C-0C0BA89150CE}" type="presOf" srcId="{1DE27F26-B06A-4C89-A837-7A58A509A1D8}" destId="{076B270B-34E8-4598-A677-FE5798A6A966}" srcOrd="0" destOrd="0" presId="urn:microsoft.com/office/officeart/2005/8/layout/list1#2"/>
    <dgm:cxn modelId="{E18201BE-9CCD-4C98-8E89-695385EC62AE}" srcId="{2A39DB0F-223D-485D-A58C-195D1783015B}" destId="{6628E0B8-50B5-4FFD-BB75-8BCFBE34C701}" srcOrd="0" destOrd="0" parTransId="{38CC1538-F15E-4E9E-8163-5C330E54361F}" sibTransId="{341211F1-25A6-402B-803B-FA6502C67475}"/>
    <dgm:cxn modelId="{6E300CC2-D282-426F-90EA-273A6E0269D4}" srcId="{6628E0B8-50B5-4FFD-BB75-8BCFBE34C701}" destId="{DEC5FA41-9FEC-4FB1-9EF4-C4D90BF1D718}" srcOrd="0" destOrd="0" parTransId="{AE7303A9-28C9-4796-805C-CE5B9210F229}" sibTransId="{C3AA7E02-3CA9-43A9-9270-9042ABFE5535}"/>
    <dgm:cxn modelId="{1056776D-D674-4AD2-B6AD-3AA189368222}" type="presParOf" srcId="{404A340A-B605-4E55-AD7E-EBB5DC84E3A8}" destId="{66400D06-D1F1-439B-BF84-8B35023A1907}" srcOrd="0" destOrd="0" presId="urn:microsoft.com/office/officeart/2005/8/layout/list1#2"/>
    <dgm:cxn modelId="{3FE093AE-6646-43FB-8FB8-311D226582D9}" type="presParOf" srcId="{66400D06-D1F1-439B-BF84-8B35023A1907}" destId="{AD24AE09-53C7-4DF0-88B5-BAFD4301B754}" srcOrd="0" destOrd="0" presId="urn:microsoft.com/office/officeart/2005/8/layout/list1#2"/>
    <dgm:cxn modelId="{B396FE23-E3C4-4517-8B99-6000BD3C6DAA}" type="presParOf" srcId="{66400D06-D1F1-439B-BF84-8B35023A1907}" destId="{AC02FA0D-DE40-48AF-B036-02E619ACBBB6}" srcOrd="1" destOrd="0" presId="urn:microsoft.com/office/officeart/2005/8/layout/list1#2"/>
    <dgm:cxn modelId="{27B85498-A4CD-44CD-A1FF-52A7F3F58AD6}" type="presParOf" srcId="{404A340A-B605-4E55-AD7E-EBB5DC84E3A8}" destId="{454E3AA4-9233-4B39-A797-C72D57306DBB}" srcOrd="1" destOrd="0" presId="urn:microsoft.com/office/officeart/2005/8/layout/list1#2"/>
    <dgm:cxn modelId="{C5540A09-7311-488F-B5D9-6E532F76A843}" type="presParOf" srcId="{404A340A-B605-4E55-AD7E-EBB5DC84E3A8}" destId="{0A9A6C06-59DA-4294-B8BE-58A5210DE3D6}" srcOrd="2" destOrd="0" presId="urn:microsoft.com/office/officeart/2005/8/layout/list1#2"/>
    <dgm:cxn modelId="{D3355FFB-4540-424B-B005-D03AB1B4FA9D}" type="presParOf" srcId="{404A340A-B605-4E55-AD7E-EBB5DC84E3A8}" destId="{BEEB4904-A64E-405A-A483-4CB231963E6F}" srcOrd="3" destOrd="0" presId="urn:microsoft.com/office/officeart/2005/8/layout/list1#2"/>
    <dgm:cxn modelId="{B5DC4019-AB3F-4A30-B604-8548D0D4B939}" type="presParOf" srcId="{404A340A-B605-4E55-AD7E-EBB5DC84E3A8}" destId="{E3A01C7B-A721-4E42-9883-4A71D00AE03C}" srcOrd="4" destOrd="0" presId="urn:microsoft.com/office/officeart/2005/8/layout/list1#2"/>
    <dgm:cxn modelId="{5D6B964B-1180-4EE2-BFF9-E6A437184EB9}" type="presParOf" srcId="{E3A01C7B-A721-4E42-9883-4A71D00AE03C}" destId="{388804E5-F03B-4217-85F5-253C0618FD4E}" srcOrd="0" destOrd="0" presId="urn:microsoft.com/office/officeart/2005/8/layout/list1#2"/>
    <dgm:cxn modelId="{0C1655C9-EEA6-4970-846C-80F5C82A09C5}" type="presParOf" srcId="{E3A01C7B-A721-4E42-9883-4A71D00AE03C}" destId="{F3600E2B-DBD0-410E-A1D1-8F6CBAF48564}" srcOrd="1" destOrd="0" presId="urn:microsoft.com/office/officeart/2005/8/layout/list1#2"/>
    <dgm:cxn modelId="{D5B06748-0630-4335-9737-E673ABD33F87}" type="presParOf" srcId="{404A340A-B605-4E55-AD7E-EBB5DC84E3A8}" destId="{586306AA-1222-4A28-8615-212F071C0C4F}" srcOrd="5" destOrd="0" presId="urn:microsoft.com/office/officeart/2005/8/layout/list1#2"/>
    <dgm:cxn modelId="{65B182E0-B03C-4554-AB21-FB77FBD2642D}" type="presParOf" srcId="{404A340A-B605-4E55-AD7E-EBB5DC84E3A8}" destId="{238F7DE0-D464-465C-80E1-DC51703056F8}" srcOrd="6" destOrd="0" presId="urn:microsoft.com/office/officeart/2005/8/layout/list1#2"/>
    <dgm:cxn modelId="{6BA9371F-4B45-4A56-9601-B3E4E984EEF7}" type="presParOf" srcId="{404A340A-B605-4E55-AD7E-EBB5DC84E3A8}" destId="{B3C5ABD8-BC70-4F3A-ADBD-F59C865CEF50}" srcOrd="7" destOrd="0" presId="urn:microsoft.com/office/officeart/2005/8/layout/list1#2"/>
    <dgm:cxn modelId="{09FADEB6-F236-4664-B70E-BEE64921C69E}" type="presParOf" srcId="{404A340A-B605-4E55-AD7E-EBB5DC84E3A8}" destId="{501B9599-458E-43EF-93BB-5A39CE752F0A}" srcOrd="8" destOrd="0" presId="urn:microsoft.com/office/officeart/2005/8/layout/list1#2"/>
    <dgm:cxn modelId="{48DF2A6D-21D2-435D-9CF5-E4D211955DEA}" type="presParOf" srcId="{501B9599-458E-43EF-93BB-5A39CE752F0A}" destId="{076B270B-34E8-4598-A677-FE5798A6A966}" srcOrd="0" destOrd="0" presId="urn:microsoft.com/office/officeart/2005/8/layout/list1#2"/>
    <dgm:cxn modelId="{1CB0DA2E-0D25-4E93-9695-B23E9E30BDAF}" type="presParOf" srcId="{501B9599-458E-43EF-93BB-5A39CE752F0A}" destId="{3D0C2ECA-AB4A-4C93-8723-AC9FE0249E8A}" srcOrd="1" destOrd="0" presId="urn:microsoft.com/office/officeart/2005/8/layout/list1#2"/>
    <dgm:cxn modelId="{D001D5CF-5E00-42FA-813B-1F227BFEFAE0}" type="presParOf" srcId="{404A340A-B605-4E55-AD7E-EBB5DC84E3A8}" destId="{4444FAD8-381D-4E6B-9BC3-F73586F49575}" srcOrd="9" destOrd="0" presId="urn:microsoft.com/office/officeart/2005/8/layout/list1#2"/>
    <dgm:cxn modelId="{696D8A4C-96FD-4807-ADF0-5266F0A635B0}" type="presParOf" srcId="{404A340A-B605-4E55-AD7E-EBB5DC84E3A8}" destId="{75E3222F-5407-48B5-B2C5-54FDEE5BAE31}" srcOrd="10" destOrd="0" presId="urn:microsoft.com/office/officeart/2005/8/layout/list1#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88972E8-6602-48B6-9400-E26A1CBEF465}" type="doc">
      <dgm:prSet loTypeId="urn:microsoft.com/office/officeart/2005/8/layout/list1" loCatId="list" qsTypeId="urn:microsoft.com/office/officeart/2005/8/quickstyle/simple3" qsCatId="simple" csTypeId="urn:microsoft.com/office/officeart/2005/8/colors/accent1_4" csCatId="accent1" phldr="1"/>
      <dgm:spPr/>
      <dgm:t>
        <a:bodyPr/>
        <a:lstStyle/>
        <a:p>
          <a:endParaRPr lang="zh-CN" altLang="en-US"/>
        </a:p>
      </dgm:t>
    </dgm:pt>
    <dgm:pt modelId="{45ED8F3D-A1D4-41AB-B431-D0BA188F9F94}">
      <dgm:prSet phldrT="[文本]" custT="1"/>
      <dgm:spPr/>
      <dgm:t>
        <a:bodyPr/>
        <a:lstStyle/>
        <a:p>
          <a:pPr>
            <a:buFont typeface="+mj-lt"/>
            <a:buAutoNum type="arabicParenR"/>
          </a:pPr>
          <a:r>
            <a:rPr lang="zh-CN" altLang="en-US" sz="1400"/>
            <a:t>安装：下载所需的库文件</a:t>
          </a:r>
        </a:p>
      </dgm:t>
    </dgm:pt>
    <dgm:pt modelId="{25E54852-F0E8-4C55-949B-1DB93261F3D6}" type="parTrans" cxnId="{9969C48A-EC47-433D-995C-5DC65022516A}">
      <dgm:prSet/>
      <dgm:spPr/>
      <dgm:t>
        <a:bodyPr/>
        <a:lstStyle/>
        <a:p>
          <a:endParaRPr lang="zh-CN" altLang="en-US" sz="2000"/>
        </a:p>
      </dgm:t>
    </dgm:pt>
    <dgm:pt modelId="{42C8A4D1-2CC7-48AA-B37D-BD0F78C5A190}" type="sibTrans" cxnId="{9969C48A-EC47-433D-995C-5DC65022516A}">
      <dgm:prSet/>
      <dgm:spPr/>
      <dgm:t>
        <a:bodyPr/>
        <a:lstStyle/>
        <a:p>
          <a:endParaRPr lang="zh-CN" altLang="en-US" sz="2000"/>
        </a:p>
      </dgm:t>
    </dgm:pt>
    <dgm:pt modelId="{23ADA88E-8F05-4068-8A95-401F37DA6890}">
      <dgm:prSet custT="1"/>
      <dgm:spPr/>
      <dgm:t>
        <a:bodyPr/>
        <a:lstStyle/>
        <a:p>
          <a:pPr>
            <a:buFont typeface="+mj-lt"/>
            <a:buAutoNum type="arabicParenR"/>
          </a:pPr>
          <a:r>
            <a:rPr lang="zh-CN" altLang="en-US" sz="1400"/>
            <a:t>版本控制：确保使用正确版本的库</a:t>
          </a:r>
        </a:p>
      </dgm:t>
    </dgm:pt>
    <dgm:pt modelId="{52694EAC-DE78-42D4-B56B-7F26FE3AA4AB}" type="parTrans" cxnId="{001F05CD-D64E-4E5A-9FB3-74A8EB4C854C}">
      <dgm:prSet/>
      <dgm:spPr/>
      <dgm:t>
        <a:bodyPr/>
        <a:lstStyle/>
        <a:p>
          <a:endParaRPr lang="zh-CN" altLang="en-US" sz="2000"/>
        </a:p>
      </dgm:t>
    </dgm:pt>
    <dgm:pt modelId="{6238A256-4443-4308-A54D-94CEB0CFE143}" type="sibTrans" cxnId="{001F05CD-D64E-4E5A-9FB3-74A8EB4C854C}">
      <dgm:prSet/>
      <dgm:spPr/>
      <dgm:t>
        <a:bodyPr/>
        <a:lstStyle/>
        <a:p>
          <a:endParaRPr lang="zh-CN" altLang="en-US" sz="2000"/>
        </a:p>
      </dgm:t>
    </dgm:pt>
    <dgm:pt modelId="{FD7103CC-08B7-48DF-8962-F5A3EC37EA09}">
      <dgm:prSet custT="1"/>
      <dgm:spPr/>
      <dgm:t>
        <a:bodyPr/>
        <a:lstStyle/>
        <a:p>
          <a:pPr>
            <a:buFont typeface="+mj-lt"/>
            <a:buAutoNum type="arabicParenR"/>
          </a:pPr>
          <a:r>
            <a:rPr lang="zh-CN" altLang="en-US" sz="1400"/>
            <a:t>依赖解析：处理库之间的依赖关系</a:t>
          </a:r>
        </a:p>
      </dgm:t>
    </dgm:pt>
    <dgm:pt modelId="{42A53DAB-60AE-4E43-B2BA-FCA0101BB00A}" type="parTrans" cxnId="{1C30199B-F338-4671-81AF-EC99663CE023}">
      <dgm:prSet/>
      <dgm:spPr/>
      <dgm:t>
        <a:bodyPr/>
        <a:lstStyle/>
        <a:p>
          <a:endParaRPr lang="zh-CN" altLang="en-US" sz="2000"/>
        </a:p>
      </dgm:t>
    </dgm:pt>
    <dgm:pt modelId="{5DA8238D-E20B-4D0F-BF84-942B8191D30E}" type="sibTrans" cxnId="{1C30199B-F338-4671-81AF-EC99663CE023}">
      <dgm:prSet/>
      <dgm:spPr/>
      <dgm:t>
        <a:bodyPr/>
        <a:lstStyle/>
        <a:p>
          <a:endParaRPr lang="zh-CN" altLang="en-US" sz="2000"/>
        </a:p>
      </dgm:t>
    </dgm:pt>
    <dgm:pt modelId="{4E57BB39-FE07-4BD1-BADE-ED4A40C3C802}">
      <dgm:prSet custT="1"/>
      <dgm:spPr/>
      <dgm:t>
        <a:bodyPr/>
        <a:lstStyle/>
        <a:p>
          <a:pPr>
            <a:buFont typeface="+mj-lt"/>
            <a:buAutoNum type="arabicParenR"/>
          </a:pPr>
          <a:r>
            <a:rPr lang="zh-CN" altLang="en-US" sz="1400"/>
            <a:t>自动加载：让代码能自动找到并加载这些库</a:t>
          </a:r>
        </a:p>
      </dgm:t>
    </dgm:pt>
    <dgm:pt modelId="{CF7F286C-631A-4B43-933D-B09A984FFA77}" type="parTrans" cxnId="{CCE7D0AE-BB26-4B93-8170-D0D2F63A01DE}">
      <dgm:prSet/>
      <dgm:spPr/>
      <dgm:t>
        <a:bodyPr/>
        <a:lstStyle/>
        <a:p>
          <a:endParaRPr lang="zh-CN" altLang="en-US" sz="2000"/>
        </a:p>
      </dgm:t>
    </dgm:pt>
    <dgm:pt modelId="{40B535F2-CCD2-4E0B-800F-54A4769E767A}" type="sibTrans" cxnId="{CCE7D0AE-BB26-4B93-8170-D0D2F63A01DE}">
      <dgm:prSet/>
      <dgm:spPr/>
      <dgm:t>
        <a:bodyPr/>
        <a:lstStyle/>
        <a:p>
          <a:endParaRPr lang="zh-CN" altLang="en-US" sz="2000"/>
        </a:p>
      </dgm:t>
    </dgm:pt>
    <dgm:pt modelId="{5863FE6B-F3C9-4CFA-9F42-8CCC990E5576}" type="pres">
      <dgm:prSet presAssocID="{488972E8-6602-48B6-9400-E26A1CBEF465}" presName="linear" presStyleCnt="0">
        <dgm:presLayoutVars>
          <dgm:dir/>
          <dgm:animLvl val="lvl"/>
          <dgm:resizeHandles val="exact"/>
        </dgm:presLayoutVars>
      </dgm:prSet>
      <dgm:spPr/>
    </dgm:pt>
    <dgm:pt modelId="{01E06D31-5273-4F5A-B9E8-50749AE55880}" type="pres">
      <dgm:prSet presAssocID="{45ED8F3D-A1D4-41AB-B431-D0BA188F9F94}" presName="parentLin" presStyleCnt="0"/>
      <dgm:spPr/>
    </dgm:pt>
    <dgm:pt modelId="{36ACEE22-1ABA-4371-B37D-58A43B3CCE45}" type="pres">
      <dgm:prSet presAssocID="{45ED8F3D-A1D4-41AB-B431-D0BA188F9F94}" presName="parentLeftMargin" presStyleLbl="node1" presStyleIdx="0" presStyleCnt="4"/>
      <dgm:spPr/>
    </dgm:pt>
    <dgm:pt modelId="{A13483F2-7F4E-419D-892F-5DA869509A46}" type="pres">
      <dgm:prSet presAssocID="{45ED8F3D-A1D4-41AB-B431-D0BA188F9F94}" presName="parentText" presStyleLbl="node1" presStyleIdx="0" presStyleCnt="4">
        <dgm:presLayoutVars>
          <dgm:chMax val="0"/>
          <dgm:bulletEnabled val="1"/>
        </dgm:presLayoutVars>
      </dgm:prSet>
      <dgm:spPr/>
    </dgm:pt>
    <dgm:pt modelId="{3E56331A-85F4-4562-8FBE-C1EF5A19EFA6}" type="pres">
      <dgm:prSet presAssocID="{45ED8F3D-A1D4-41AB-B431-D0BA188F9F94}" presName="negativeSpace" presStyleCnt="0"/>
      <dgm:spPr/>
    </dgm:pt>
    <dgm:pt modelId="{0C3D23DD-9AFE-4324-9F34-563674CCC476}" type="pres">
      <dgm:prSet presAssocID="{45ED8F3D-A1D4-41AB-B431-D0BA188F9F94}" presName="childText" presStyleLbl="conFgAcc1" presStyleIdx="0" presStyleCnt="4">
        <dgm:presLayoutVars>
          <dgm:bulletEnabled val="1"/>
        </dgm:presLayoutVars>
      </dgm:prSet>
      <dgm:spPr/>
    </dgm:pt>
    <dgm:pt modelId="{D19BC804-77B9-403B-A2E9-FC3999472E7B}" type="pres">
      <dgm:prSet presAssocID="{42C8A4D1-2CC7-48AA-B37D-BD0F78C5A190}" presName="spaceBetweenRectangles" presStyleCnt="0"/>
      <dgm:spPr/>
    </dgm:pt>
    <dgm:pt modelId="{92E16C65-E647-41F6-97D9-FF0CAA2551CD}" type="pres">
      <dgm:prSet presAssocID="{23ADA88E-8F05-4068-8A95-401F37DA6890}" presName="parentLin" presStyleCnt="0"/>
      <dgm:spPr/>
    </dgm:pt>
    <dgm:pt modelId="{4AF413F9-E10A-4CD6-A3C2-E09ED79400E5}" type="pres">
      <dgm:prSet presAssocID="{23ADA88E-8F05-4068-8A95-401F37DA6890}" presName="parentLeftMargin" presStyleLbl="node1" presStyleIdx="0" presStyleCnt="4"/>
      <dgm:spPr/>
    </dgm:pt>
    <dgm:pt modelId="{753BE0F3-9E40-4F02-9ABB-F29FCA4430FF}" type="pres">
      <dgm:prSet presAssocID="{23ADA88E-8F05-4068-8A95-401F37DA6890}" presName="parentText" presStyleLbl="node1" presStyleIdx="1" presStyleCnt="4">
        <dgm:presLayoutVars>
          <dgm:chMax val="0"/>
          <dgm:bulletEnabled val="1"/>
        </dgm:presLayoutVars>
      </dgm:prSet>
      <dgm:spPr/>
    </dgm:pt>
    <dgm:pt modelId="{45B7B253-2CE1-4FFD-A264-56AA5773DE2A}" type="pres">
      <dgm:prSet presAssocID="{23ADA88E-8F05-4068-8A95-401F37DA6890}" presName="negativeSpace" presStyleCnt="0"/>
      <dgm:spPr/>
    </dgm:pt>
    <dgm:pt modelId="{E8B97144-C063-462B-9445-61FF367B0680}" type="pres">
      <dgm:prSet presAssocID="{23ADA88E-8F05-4068-8A95-401F37DA6890}" presName="childText" presStyleLbl="conFgAcc1" presStyleIdx="1" presStyleCnt="4">
        <dgm:presLayoutVars>
          <dgm:bulletEnabled val="1"/>
        </dgm:presLayoutVars>
      </dgm:prSet>
      <dgm:spPr/>
    </dgm:pt>
    <dgm:pt modelId="{6D2930D8-F395-479B-8953-E6D748DB3968}" type="pres">
      <dgm:prSet presAssocID="{6238A256-4443-4308-A54D-94CEB0CFE143}" presName="spaceBetweenRectangles" presStyleCnt="0"/>
      <dgm:spPr/>
    </dgm:pt>
    <dgm:pt modelId="{B3D2E817-CA15-4985-BAF1-843091E8B0B1}" type="pres">
      <dgm:prSet presAssocID="{FD7103CC-08B7-48DF-8962-F5A3EC37EA09}" presName="parentLin" presStyleCnt="0"/>
      <dgm:spPr/>
    </dgm:pt>
    <dgm:pt modelId="{E40AF1F6-596D-4636-94BD-BDC5A685636F}" type="pres">
      <dgm:prSet presAssocID="{FD7103CC-08B7-48DF-8962-F5A3EC37EA09}" presName="parentLeftMargin" presStyleLbl="node1" presStyleIdx="1" presStyleCnt="4"/>
      <dgm:spPr/>
    </dgm:pt>
    <dgm:pt modelId="{876E6782-6A87-4C2A-BF72-DCD67D7E864E}" type="pres">
      <dgm:prSet presAssocID="{FD7103CC-08B7-48DF-8962-F5A3EC37EA09}" presName="parentText" presStyleLbl="node1" presStyleIdx="2" presStyleCnt="4">
        <dgm:presLayoutVars>
          <dgm:chMax val="0"/>
          <dgm:bulletEnabled val="1"/>
        </dgm:presLayoutVars>
      </dgm:prSet>
      <dgm:spPr/>
    </dgm:pt>
    <dgm:pt modelId="{5F8D1902-2D81-4422-9CAA-DD4DDA134868}" type="pres">
      <dgm:prSet presAssocID="{FD7103CC-08B7-48DF-8962-F5A3EC37EA09}" presName="negativeSpace" presStyleCnt="0"/>
      <dgm:spPr/>
    </dgm:pt>
    <dgm:pt modelId="{07747AAD-A43C-4097-8E59-60FF891EDCF9}" type="pres">
      <dgm:prSet presAssocID="{FD7103CC-08B7-48DF-8962-F5A3EC37EA09}" presName="childText" presStyleLbl="conFgAcc1" presStyleIdx="2" presStyleCnt="4">
        <dgm:presLayoutVars>
          <dgm:bulletEnabled val="1"/>
        </dgm:presLayoutVars>
      </dgm:prSet>
      <dgm:spPr/>
    </dgm:pt>
    <dgm:pt modelId="{B113C92F-2F53-45DC-A577-C8977E92975F}" type="pres">
      <dgm:prSet presAssocID="{5DA8238D-E20B-4D0F-BF84-942B8191D30E}" presName="spaceBetweenRectangles" presStyleCnt="0"/>
      <dgm:spPr/>
    </dgm:pt>
    <dgm:pt modelId="{444034E4-409C-4ABC-919C-FDDB4092982F}" type="pres">
      <dgm:prSet presAssocID="{4E57BB39-FE07-4BD1-BADE-ED4A40C3C802}" presName="parentLin" presStyleCnt="0"/>
      <dgm:spPr/>
    </dgm:pt>
    <dgm:pt modelId="{F634FECC-2AF8-417D-A80F-38A2B0F72758}" type="pres">
      <dgm:prSet presAssocID="{4E57BB39-FE07-4BD1-BADE-ED4A40C3C802}" presName="parentLeftMargin" presStyleLbl="node1" presStyleIdx="2" presStyleCnt="4"/>
      <dgm:spPr/>
    </dgm:pt>
    <dgm:pt modelId="{24DC4B4E-A814-40C2-8B9E-C0F21E6C48C5}" type="pres">
      <dgm:prSet presAssocID="{4E57BB39-FE07-4BD1-BADE-ED4A40C3C802}" presName="parentText" presStyleLbl="node1" presStyleIdx="3" presStyleCnt="4">
        <dgm:presLayoutVars>
          <dgm:chMax val="0"/>
          <dgm:bulletEnabled val="1"/>
        </dgm:presLayoutVars>
      </dgm:prSet>
      <dgm:spPr/>
    </dgm:pt>
    <dgm:pt modelId="{CF94A5EF-EE52-4E64-AFC4-1A066E2A549E}" type="pres">
      <dgm:prSet presAssocID="{4E57BB39-FE07-4BD1-BADE-ED4A40C3C802}" presName="negativeSpace" presStyleCnt="0"/>
      <dgm:spPr/>
    </dgm:pt>
    <dgm:pt modelId="{B199E8D9-E254-4CE7-A511-C689C55F3AA8}" type="pres">
      <dgm:prSet presAssocID="{4E57BB39-FE07-4BD1-BADE-ED4A40C3C802}" presName="childText" presStyleLbl="conFgAcc1" presStyleIdx="3" presStyleCnt="4">
        <dgm:presLayoutVars>
          <dgm:bulletEnabled val="1"/>
        </dgm:presLayoutVars>
      </dgm:prSet>
      <dgm:spPr/>
    </dgm:pt>
  </dgm:ptLst>
  <dgm:cxnLst>
    <dgm:cxn modelId="{B4A7E904-6E74-4436-B6C2-CC026588829E}" type="presOf" srcId="{4E57BB39-FE07-4BD1-BADE-ED4A40C3C802}" destId="{F634FECC-2AF8-417D-A80F-38A2B0F72758}" srcOrd="0" destOrd="0" presId="urn:microsoft.com/office/officeart/2005/8/layout/list1"/>
    <dgm:cxn modelId="{6A454264-D2A7-45CD-90C6-14A97B914962}" type="presOf" srcId="{23ADA88E-8F05-4068-8A95-401F37DA6890}" destId="{753BE0F3-9E40-4F02-9ABB-F29FCA4430FF}" srcOrd="1" destOrd="0" presId="urn:microsoft.com/office/officeart/2005/8/layout/list1"/>
    <dgm:cxn modelId="{9F8A564B-43B2-46F8-86B6-49962A788D77}" type="presOf" srcId="{488972E8-6602-48B6-9400-E26A1CBEF465}" destId="{5863FE6B-F3C9-4CFA-9F42-8CCC990E5576}" srcOrd="0" destOrd="0" presId="urn:microsoft.com/office/officeart/2005/8/layout/list1"/>
    <dgm:cxn modelId="{9969C48A-EC47-433D-995C-5DC65022516A}" srcId="{488972E8-6602-48B6-9400-E26A1CBEF465}" destId="{45ED8F3D-A1D4-41AB-B431-D0BA188F9F94}" srcOrd="0" destOrd="0" parTransId="{25E54852-F0E8-4C55-949B-1DB93261F3D6}" sibTransId="{42C8A4D1-2CC7-48AA-B37D-BD0F78C5A190}"/>
    <dgm:cxn modelId="{1C30199B-F338-4671-81AF-EC99663CE023}" srcId="{488972E8-6602-48B6-9400-E26A1CBEF465}" destId="{FD7103CC-08B7-48DF-8962-F5A3EC37EA09}" srcOrd="2" destOrd="0" parTransId="{42A53DAB-60AE-4E43-B2BA-FCA0101BB00A}" sibTransId="{5DA8238D-E20B-4D0F-BF84-942B8191D30E}"/>
    <dgm:cxn modelId="{C97D09A6-1365-46CA-BECF-B13756313BE4}" type="presOf" srcId="{FD7103CC-08B7-48DF-8962-F5A3EC37EA09}" destId="{E40AF1F6-596D-4636-94BD-BDC5A685636F}" srcOrd="0" destOrd="0" presId="urn:microsoft.com/office/officeart/2005/8/layout/list1"/>
    <dgm:cxn modelId="{CCE7D0AE-BB26-4B93-8170-D0D2F63A01DE}" srcId="{488972E8-6602-48B6-9400-E26A1CBEF465}" destId="{4E57BB39-FE07-4BD1-BADE-ED4A40C3C802}" srcOrd="3" destOrd="0" parTransId="{CF7F286C-631A-4B43-933D-B09A984FFA77}" sibTransId="{40B535F2-CCD2-4E0B-800F-54A4769E767A}"/>
    <dgm:cxn modelId="{70B124BD-8933-4A8A-9EC6-644DF442E808}" type="presOf" srcId="{23ADA88E-8F05-4068-8A95-401F37DA6890}" destId="{4AF413F9-E10A-4CD6-A3C2-E09ED79400E5}" srcOrd="0" destOrd="0" presId="urn:microsoft.com/office/officeart/2005/8/layout/list1"/>
    <dgm:cxn modelId="{102BBCC2-5D98-4A12-A570-A15A13B6D466}" type="presOf" srcId="{4E57BB39-FE07-4BD1-BADE-ED4A40C3C802}" destId="{24DC4B4E-A814-40C2-8B9E-C0F21E6C48C5}" srcOrd="1" destOrd="0" presId="urn:microsoft.com/office/officeart/2005/8/layout/list1"/>
    <dgm:cxn modelId="{001F05CD-D64E-4E5A-9FB3-74A8EB4C854C}" srcId="{488972E8-6602-48B6-9400-E26A1CBEF465}" destId="{23ADA88E-8F05-4068-8A95-401F37DA6890}" srcOrd="1" destOrd="0" parTransId="{52694EAC-DE78-42D4-B56B-7F26FE3AA4AB}" sibTransId="{6238A256-4443-4308-A54D-94CEB0CFE143}"/>
    <dgm:cxn modelId="{A04E5BD9-001F-4303-A13C-98F5EED558A3}" type="presOf" srcId="{FD7103CC-08B7-48DF-8962-F5A3EC37EA09}" destId="{876E6782-6A87-4C2A-BF72-DCD67D7E864E}" srcOrd="1" destOrd="0" presId="urn:microsoft.com/office/officeart/2005/8/layout/list1"/>
    <dgm:cxn modelId="{D5A9ECE9-8070-4DC1-8634-3583BB7B53E6}" type="presOf" srcId="{45ED8F3D-A1D4-41AB-B431-D0BA188F9F94}" destId="{A13483F2-7F4E-419D-892F-5DA869509A46}" srcOrd="1" destOrd="0" presId="urn:microsoft.com/office/officeart/2005/8/layout/list1"/>
    <dgm:cxn modelId="{78A7D8EC-729F-42BE-9346-59531E58564B}" type="presOf" srcId="{45ED8F3D-A1D4-41AB-B431-D0BA188F9F94}" destId="{36ACEE22-1ABA-4371-B37D-58A43B3CCE45}" srcOrd="0" destOrd="0" presId="urn:microsoft.com/office/officeart/2005/8/layout/list1"/>
    <dgm:cxn modelId="{E4A33199-D32B-47E9-AA4E-739990FB73C2}" type="presParOf" srcId="{5863FE6B-F3C9-4CFA-9F42-8CCC990E5576}" destId="{01E06D31-5273-4F5A-B9E8-50749AE55880}" srcOrd="0" destOrd="0" presId="urn:microsoft.com/office/officeart/2005/8/layout/list1"/>
    <dgm:cxn modelId="{68FFFC44-D1D1-4FFF-8990-B03DC280DD54}" type="presParOf" srcId="{01E06D31-5273-4F5A-B9E8-50749AE55880}" destId="{36ACEE22-1ABA-4371-B37D-58A43B3CCE45}" srcOrd="0" destOrd="0" presId="urn:microsoft.com/office/officeart/2005/8/layout/list1"/>
    <dgm:cxn modelId="{602E553C-9731-406C-A7AB-60D89A4E35C3}" type="presParOf" srcId="{01E06D31-5273-4F5A-B9E8-50749AE55880}" destId="{A13483F2-7F4E-419D-892F-5DA869509A46}" srcOrd="1" destOrd="0" presId="urn:microsoft.com/office/officeart/2005/8/layout/list1"/>
    <dgm:cxn modelId="{0DA29830-4273-4281-A5D7-B0484470B28A}" type="presParOf" srcId="{5863FE6B-F3C9-4CFA-9F42-8CCC990E5576}" destId="{3E56331A-85F4-4562-8FBE-C1EF5A19EFA6}" srcOrd="1" destOrd="0" presId="urn:microsoft.com/office/officeart/2005/8/layout/list1"/>
    <dgm:cxn modelId="{3C557F3B-4764-4029-94D8-8B2EC5FFFEDC}" type="presParOf" srcId="{5863FE6B-F3C9-4CFA-9F42-8CCC990E5576}" destId="{0C3D23DD-9AFE-4324-9F34-563674CCC476}" srcOrd="2" destOrd="0" presId="urn:microsoft.com/office/officeart/2005/8/layout/list1"/>
    <dgm:cxn modelId="{9C42F647-52C4-414D-8825-D0880EC89F4E}" type="presParOf" srcId="{5863FE6B-F3C9-4CFA-9F42-8CCC990E5576}" destId="{D19BC804-77B9-403B-A2E9-FC3999472E7B}" srcOrd="3" destOrd="0" presId="urn:microsoft.com/office/officeart/2005/8/layout/list1"/>
    <dgm:cxn modelId="{7B086ED9-D229-467B-BF60-D1EA60EAC24C}" type="presParOf" srcId="{5863FE6B-F3C9-4CFA-9F42-8CCC990E5576}" destId="{92E16C65-E647-41F6-97D9-FF0CAA2551CD}" srcOrd="4" destOrd="0" presId="urn:microsoft.com/office/officeart/2005/8/layout/list1"/>
    <dgm:cxn modelId="{C02212E8-461A-4F96-9D02-D014B8E0908F}" type="presParOf" srcId="{92E16C65-E647-41F6-97D9-FF0CAA2551CD}" destId="{4AF413F9-E10A-4CD6-A3C2-E09ED79400E5}" srcOrd="0" destOrd="0" presId="urn:microsoft.com/office/officeart/2005/8/layout/list1"/>
    <dgm:cxn modelId="{F81E287A-DA5C-4ED3-A622-A5234A655DAE}" type="presParOf" srcId="{92E16C65-E647-41F6-97D9-FF0CAA2551CD}" destId="{753BE0F3-9E40-4F02-9ABB-F29FCA4430FF}" srcOrd="1" destOrd="0" presId="urn:microsoft.com/office/officeart/2005/8/layout/list1"/>
    <dgm:cxn modelId="{CF3D5F06-7705-4DED-B8CD-26E2A3910073}" type="presParOf" srcId="{5863FE6B-F3C9-4CFA-9F42-8CCC990E5576}" destId="{45B7B253-2CE1-4FFD-A264-56AA5773DE2A}" srcOrd="5" destOrd="0" presId="urn:microsoft.com/office/officeart/2005/8/layout/list1"/>
    <dgm:cxn modelId="{D8F832B3-349B-4FD8-AF84-D8F79DE37FD6}" type="presParOf" srcId="{5863FE6B-F3C9-4CFA-9F42-8CCC990E5576}" destId="{E8B97144-C063-462B-9445-61FF367B0680}" srcOrd="6" destOrd="0" presId="urn:microsoft.com/office/officeart/2005/8/layout/list1"/>
    <dgm:cxn modelId="{A889F1EC-3680-48CF-BD72-49B174AE1682}" type="presParOf" srcId="{5863FE6B-F3C9-4CFA-9F42-8CCC990E5576}" destId="{6D2930D8-F395-479B-8953-E6D748DB3968}" srcOrd="7" destOrd="0" presId="urn:microsoft.com/office/officeart/2005/8/layout/list1"/>
    <dgm:cxn modelId="{CFCDB2AB-47E4-4E71-B3C3-B6D632E9F0DF}" type="presParOf" srcId="{5863FE6B-F3C9-4CFA-9F42-8CCC990E5576}" destId="{B3D2E817-CA15-4985-BAF1-843091E8B0B1}" srcOrd="8" destOrd="0" presId="urn:microsoft.com/office/officeart/2005/8/layout/list1"/>
    <dgm:cxn modelId="{E5D9B096-B84F-418D-A2E7-63C1326AC73F}" type="presParOf" srcId="{B3D2E817-CA15-4985-BAF1-843091E8B0B1}" destId="{E40AF1F6-596D-4636-94BD-BDC5A685636F}" srcOrd="0" destOrd="0" presId="urn:microsoft.com/office/officeart/2005/8/layout/list1"/>
    <dgm:cxn modelId="{F8ACF146-0399-448A-B3ED-F211077D1856}" type="presParOf" srcId="{B3D2E817-CA15-4985-BAF1-843091E8B0B1}" destId="{876E6782-6A87-4C2A-BF72-DCD67D7E864E}" srcOrd="1" destOrd="0" presId="urn:microsoft.com/office/officeart/2005/8/layout/list1"/>
    <dgm:cxn modelId="{4C1DF478-CAE7-47B2-BD93-77B5D9D92CDD}" type="presParOf" srcId="{5863FE6B-F3C9-4CFA-9F42-8CCC990E5576}" destId="{5F8D1902-2D81-4422-9CAA-DD4DDA134868}" srcOrd="9" destOrd="0" presId="urn:microsoft.com/office/officeart/2005/8/layout/list1"/>
    <dgm:cxn modelId="{D4D8F6BB-C000-4428-B8A1-2EF0977F69E5}" type="presParOf" srcId="{5863FE6B-F3C9-4CFA-9F42-8CCC990E5576}" destId="{07747AAD-A43C-4097-8E59-60FF891EDCF9}" srcOrd="10" destOrd="0" presId="urn:microsoft.com/office/officeart/2005/8/layout/list1"/>
    <dgm:cxn modelId="{5292823C-07A2-4E81-AC12-166D54270D54}" type="presParOf" srcId="{5863FE6B-F3C9-4CFA-9F42-8CCC990E5576}" destId="{B113C92F-2F53-45DC-A577-C8977E92975F}" srcOrd="11" destOrd="0" presId="urn:microsoft.com/office/officeart/2005/8/layout/list1"/>
    <dgm:cxn modelId="{21C55CA7-87B0-415C-94C9-064665A39231}" type="presParOf" srcId="{5863FE6B-F3C9-4CFA-9F42-8CCC990E5576}" destId="{444034E4-409C-4ABC-919C-FDDB4092982F}" srcOrd="12" destOrd="0" presId="urn:microsoft.com/office/officeart/2005/8/layout/list1"/>
    <dgm:cxn modelId="{1CF91855-E878-4C64-8D0C-A459DC5FB4DF}" type="presParOf" srcId="{444034E4-409C-4ABC-919C-FDDB4092982F}" destId="{F634FECC-2AF8-417D-A80F-38A2B0F72758}" srcOrd="0" destOrd="0" presId="urn:microsoft.com/office/officeart/2005/8/layout/list1"/>
    <dgm:cxn modelId="{26A21EF7-EC39-445C-9C47-7EF47B6A3F7E}" type="presParOf" srcId="{444034E4-409C-4ABC-919C-FDDB4092982F}" destId="{24DC4B4E-A814-40C2-8B9E-C0F21E6C48C5}" srcOrd="1" destOrd="0" presId="urn:microsoft.com/office/officeart/2005/8/layout/list1"/>
    <dgm:cxn modelId="{F1C5FFDD-06A6-4BFF-9245-13DC14C679F8}" type="presParOf" srcId="{5863FE6B-F3C9-4CFA-9F42-8CCC990E5576}" destId="{CF94A5EF-EE52-4E64-AFC4-1A066E2A549E}" srcOrd="13" destOrd="0" presId="urn:microsoft.com/office/officeart/2005/8/layout/list1"/>
    <dgm:cxn modelId="{8E26F447-CE2B-4616-AE76-30CA65FFD6E9}" type="presParOf" srcId="{5863FE6B-F3C9-4CFA-9F42-8CCC990E5576}" destId="{B199E8D9-E254-4CE7-A511-C689C55F3AA8}"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DCBC8E0-346F-4EFF-A798-B66D44DC14D7}" type="doc">
      <dgm:prSet loTypeId="urn:microsoft.com/office/officeart/2005/8/layout/list1" loCatId="list" qsTypeId="urn:microsoft.com/office/officeart/2005/8/quickstyle/simple1" qsCatId="simple" csTypeId="urn:microsoft.com/office/officeart/2005/8/colors/accent0_3" csCatId="mainScheme" phldr="1"/>
      <dgm:spPr/>
      <dgm:t>
        <a:bodyPr/>
        <a:lstStyle/>
        <a:p>
          <a:endParaRPr lang="zh-CN" altLang="en-US"/>
        </a:p>
      </dgm:t>
    </dgm:pt>
    <dgm:pt modelId="{429FF5BB-C4E8-4D13-9843-3B0D6CFDFA0D}">
      <dgm:prSet phldrT="[文本]"/>
      <dgm:spPr/>
      <dgm:t>
        <a:bodyPr/>
        <a:lstStyle/>
        <a:p>
          <a:pPr>
            <a:buNone/>
          </a:pPr>
          <a:r>
            <a:rPr lang="zh-CN" altLang="en-US"/>
            <a:t>运行 </a:t>
          </a:r>
          <a:r>
            <a:rPr lang="en-US"/>
            <a:t>composer init，</a:t>
          </a:r>
          <a:r>
            <a:rPr lang="zh-CN" altLang="en-US"/>
            <a:t>创建 </a:t>
          </a:r>
          <a:r>
            <a:rPr lang="en-US"/>
            <a:t>composer.json（</a:t>
          </a:r>
          <a:r>
            <a:rPr lang="zh-CN" altLang="en-US"/>
            <a:t>或复制已有文件）；</a:t>
          </a:r>
        </a:p>
      </dgm:t>
    </dgm:pt>
    <dgm:pt modelId="{C00A277A-1BCA-4D88-BB66-D195DC4D3D43}" type="parTrans" cxnId="{FC5282B4-5C26-47B5-85AF-EE5E1CC39F9A}">
      <dgm:prSet/>
      <dgm:spPr/>
      <dgm:t>
        <a:bodyPr/>
        <a:lstStyle/>
        <a:p>
          <a:endParaRPr lang="zh-CN" altLang="en-US"/>
        </a:p>
      </dgm:t>
    </dgm:pt>
    <dgm:pt modelId="{998D3FC7-F16A-4F77-B16D-FE4260418B52}" type="sibTrans" cxnId="{FC5282B4-5C26-47B5-85AF-EE5E1CC39F9A}">
      <dgm:prSet/>
      <dgm:spPr/>
      <dgm:t>
        <a:bodyPr/>
        <a:lstStyle/>
        <a:p>
          <a:endParaRPr lang="zh-CN" altLang="en-US"/>
        </a:p>
      </dgm:t>
    </dgm:pt>
    <dgm:pt modelId="{50836583-D565-4F57-BDA2-C4B3D5F4A9A7}">
      <dgm:prSet phldrT="[文本]"/>
      <dgm:spPr/>
      <dgm:t>
        <a:bodyPr/>
        <a:lstStyle/>
        <a:p>
          <a:pPr>
            <a:buNone/>
          </a:pPr>
          <a:r>
            <a:rPr lang="zh-CN" altLang="en-US"/>
            <a:t> </a:t>
          </a:r>
          <a:r>
            <a:rPr lang="en-US" altLang="zh-CN"/>
            <a:t>2) </a:t>
          </a:r>
          <a:r>
            <a:rPr lang="zh-CN" altLang="en-US"/>
            <a:t>运行 </a:t>
          </a:r>
          <a:r>
            <a:rPr lang="en-US"/>
            <a:t>composer install </a:t>
          </a:r>
          <a:r>
            <a:rPr lang="zh-CN" altLang="en-US"/>
            <a:t>安装依赖，执行过程如下：</a:t>
          </a:r>
        </a:p>
      </dgm:t>
    </dgm:pt>
    <dgm:pt modelId="{71356160-2391-4759-B7ED-D15628F545A6}" type="parTrans" cxnId="{B48D5BCF-3C60-4211-B92B-2EE74494E615}">
      <dgm:prSet/>
      <dgm:spPr/>
      <dgm:t>
        <a:bodyPr/>
        <a:lstStyle/>
        <a:p>
          <a:endParaRPr lang="zh-CN" altLang="en-US"/>
        </a:p>
      </dgm:t>
    </dgm:pt>
    <dgm:pt modelId="{3C28F487-7A31-4109-BAF7-C2236990A156}" type="sibTrans" cxnId="{B48D5BCF-3C60-4211-B92B-2EE74494E615}">
      <dgm:prSet/>
      <dgm:spPr/>
      <dgm:t>
        <a:bodyPr/>
        <a:lstStyle/>
        <a:p>
          <a:endParaRPr lang="zh-CN" altLang="en-US"/>
        </a:p>
      </dgm:t>
    </dgm:pt>
    <dgm:pt modelId="{BF51A3B4-D634-4EEE-A95A-39307EF4275D}">
      <dgm:prSet phldrT="[文本]"/>
      <dgm:spPr/>
      <dgm:t>
        <a:bodyPr/>
        <a:lstStyle/>
        <a:p>
          <a:pPr>
            <a:buNone/>
          </a:pPr>
          <a:r>
            <a:rPr lang="en-US"/>
            <a:t>3) </a:t>
          </a:r>
          <a:r>
            <a:rPr lang="zh-CN" altLang="en-US"/>
            <a:t>开发代码，让 </a:t>
          </a:r>
          <a:r>
            <a:rPr lang="en-US"/>
            <a:t>Composer </a:t>
          </a:r>
          <a:r>
            <a:rPr lang="zh-CN" altLang="en-US"/>
            <a:t>帮助引入第三方库（运行 </a:t>
          </a:r>
          <a:r>
            <a:rPr lang="en-US"/>
            <a:t>composer require </a:t>
          </a:r>
          <a:r>
            <a:rPr lang="zh-CN" altLang="en-US"/>
            <a:t>安 装第三方库）；</a:t>
          </a:r>
        </a:p>
      </dgm:t>
    </dgm:pt>
    <dgm:pt modelId="{27A8D8C9-9247-422F-9478-E2194A942377}" type="parTrans" cxnId="{F3C4822E-C74E-4089-BA0A-0265F8B15338}">
      <dgm:prSet/>
      <dgm:spPr/>
      <dgm:t>
        <a:bodyPr/>
        <a:lstStyle/>
        <a:p>
          <a:endParaRPr lang="zh-CN" altLang="en-US"/>
        </a:p>
      </dgm:t>
    </dgm:pt>
    <dgm:pt modelId="{794A1BB7-43DD-4F77-B3BC-1046C0574E7E}" type="sibTrans" cxnId="{F3C4822E-C74E-4089-BA0A-0265F8B15338}">
      <dgm:prSet/>
      <dgm:spPr/>
      <dgm:t>
        <a:bodyPr/>
        <a:lstStyle/>
        <a:p>
          <a:endParaRPr lang="zh-CN" altLang="en-US"/>
        </a:p>
      </dgm:t>
    </dgm:pt>
    <dgm:pt modelId="{C171D98C-BE6F-40EB-941F-2FC54A8C53F2}">
      <dgm:prSet phldrT="[文本]"/>
      <dgm:spPr/>
      <dgm:t>
        <a:bodyPr/>
        <a:lstStyle/>
        <a:p>
          <a:pPr>
            <a:buNone/>
          </a:pPr>
          <a:r>
            <a:rPr lang="en-US" altLang="zh-CN"/>
            <a:t>4) </a:t>
          </a:r>
          <a:r>
            <a:rPr lang="zh-CN" altLang="en-US"/>
            <a:t>运行 </a:t>
          </a:r>
          <a:r>
            <a:rPr lang="en-US"/>
            <a:t>composer update，</a:t>
          </a:r>
          <a:r>
            <a:rPr lang="zh-CN" altLang="en-US"/>
            <a:t>更新依赖到最新兼容版本；</a:t>
          </a:r>
        </a:p>
      </dgm:t>
    </dgm:pt>
    <dgm:pt modelId="{66DABEA2-9628-42DD-8C6E-929F1FDB90D0}" type="parTrans" cxnId="{81526A5F-915A-4BD7-80B1-AAB0ED12DB1C}">
      <dgm:prSet/>
      <dgm:spPr/>
      <dgm:t>
        <a:bodyPr/>
        <a:lstStyle/>
        <a:p>
          <a:endParaRPr lang="zh-CN" altLang="en-US"/>
        </a:p>
      </dgm:t>
    </dgm:pt>
    <dgm:pt modelId="{4DEF6792-0B1C-4398-866B-290036993240}" type="sibTrans" cxnId="{81526A5F-915A-4BD7-80B1-AAB0ED12DB1C}">
      <dgm:prSet/>
      <dgm:spPr/>
      <dgm:t>
        <a:bodyPr/>
        <a:lstStyle/>
        <a:p>
          <a:endParaRPr lang="zh-CN" altLang="en-US"/>
        </a:p>
      </dgm:t>
    </dgm:pt>
    <dgm:pt modelId="{506B6D0D-7AE2-4339-8136-D7FC17DC5C1C}">
      <dgm:prSet phldrT="[文本]"/>
      <dgm:spPr/>
      <dgm:t>
        <a:bodyPr/>
        <a:lstStyle/>
        <a:p>
          <a:pPr>
            <a:buNone/>
          </a:pPr>
          <a:r>
            <a:rPr lang="en-US" altLang="zh-CN"/>
            <a:t>5) </a:t>
          </a:r>
          <a:r>
            <a:rPr lang="zh-CN" altLang="en-US"/>
            <a:t>提交 </a:t>
          </a:r>
          <a:r>
            <a:rPr lang="en-US"/>
            <a:t>composer.json </a:t>
          </a:r>
          <a:r>
            <a:rPr lang="zh-CN" altLang="en-US"/>
            <a:t>和 </a:t>
          </a:r>
          <a:r>
            <a:rPr lang="en-US"/>
            <a:t>composer.lock </a:t>
          </a:r>
          <a:r>
            <a:rPr lang="zh-CN" altLang="en-US"/>
            <a:t>到版本控制，保证团队的开发环 境一致。 </a:t>
          </a:r>
        </a:p>
      </dgm:t>
    </dgm:pt>
    <dgm:pt modelId="{55A08CFA-8211-4DA9-A124-6609801E87BD}" type="parTrans" cxnId="{82DA5A8F-00A7-408B-99AD-59E85AF464DE}">
      <dgm:prSet/>
      <dgm:spPr/>
      <dgm:t>
        <a:bodyPr/>
        <a:lstStyle/>
        <a:p>
          <a:endParaRPr lang="zh-CN" altLang="en-US"/>
        </a:p>
      </dgm:t>
    </dgm:pt>
    <dgm:pt modelId="{71CD8B3B-54C5-49A1-AFAB-16B20D82427F}" type="sibTrans" cxnId="{82DA5A8F-00A7-408B-99AD-59E85AF464DE}">
      <dgm:prSet/>
      <dgm:spPr/>
      <dgm:t>
        <a:bodyPr/>
        <a:lstStyle/>
        <a:p>
          <a:endParaRPr lang="zh-CN" altLang="en-US"/>
        </a:p>
      </dgm:t>
    </dgm:pt>
    <dgm:pt modelId="{2FE7D6EC-2446-4CDE-9369-8E5066F9EB86}">
      <dgm:prSet phldrT="[文本]"/>
      <dgm:spPr/>
      <dgm:t>
        <a:bodyPr/>
        <a:lstStyle/>
        <a:p>
          <a:pPr>
            <a:buNone/>
          </a:pPr>
          <a:r>
            <a:rPr lang="en-US"/>
            <a:t>a) </a:t>
          </a:r>
          <a:r>
            <a:rPr lang="zh-CN" altLang="en-US"/>
            <a:t>读取 </a:t>
          </a:r>
          <a:r>
            <a:rPr lang="en-US"/>
            <a:t>composer.json</a:t>
          </a:r>
          <a:endParaRPr lang="zh-CN" altLang="en-US"/>
        </a:p>
      </dgm:t>
    </dgm:pt>
    <dgm:pt modelId="{2C30075F-3019-4A0E-B1AB-05511327F68F}" type="parTrans" cxnId="{23CF09F6-D0EB-4139-A85D-C1CAF066E571}">
      <dgm:prSet/>
      <dgm:spPr/>
      <dgm:t>
        <a:bodyPr/>
        <a:lstStyle/>
        <a:p>
          <a:endParaRPr lang="zh-CN" altLang="en-US"/>
        </a:p>
      </dgm:t>
    </dgm:pt>
    <dgm:pt modelId="{FC042B0D-595F-4340-BCDE-FA9AF85E91D0}" type="sibTrans" cxnId="{23CF09F6-D0EB-4139-A85D-C1CAF066E571}">
      <dgm:prSet/>
      <dgm:spPr/>
      <dgm:t>
        <a:bodyPr/>
        <a:lstStyle/>
        <a:p>
          <a:endParaRPr lang="zh-CN" altLang="en-US"/>
        </a:p>
      </dgm:t>
    </dgm:pt>
    <dgm:pt modelId="{3953F646-5992-46E0-8034-1A19D0674137}">
      <dgm:prSet phldrT="[文本]"/>
      <dgm:spPr/>
      <dgm:t>
        <a:bodyPr/>
        <a:lstStyle/>
        <a:p>
          <a:pPr>
            <a:buNone/>
          </a:pPr>
          <a:r>
            <a:rPr lang="en-US"/>
            <a:t>b) </a:t>
          </a:r>
          <a:r>
            <a:rPr lang="zh-CN" altLang="en-US"/>
            <a:t>解析依赖树</a:t>
          </a:r>
        </a:p>
      </dgm:t>
    </dgm:pt>
    <dgm:pt modelId="{FE252987-3E68-4F8B-84F5-CD63590C534B}" type="parTrans" cxnId="{D7912DA6-371F-4755-9546-FEB1E2409C79}">
      <dgm:prSet/>
      <dgm:spPr/>
      <dgm:t>
        <a:bodyPr/>
        <a:lstStyle/>
        <a:p>
          <a:endParaRPr lang="zh-CN" altLang="en-US"/>
        </a:p>
      </dgm:t>
    </dgm:pt>
    <dgm:pt modelId="{8B275D8C-93C3-4CDE-87CC-BFFD3A91C125}" type="sibTrans" cxnId="{D7912DA6-371F-4755-9546-FEB1E2409C79}">
      <dgm:prSet/>
      <dgm:spPr/>
      <dgm:t>
        <a:bodyPr/>
        <a:lstStyle/>
        <a:p>
          <a:endParaRPr lang="zh-CN" altLang="en-US"/>
        </a:p>
      </dgm:t>
    </dgm:pt>
    <dgm:pt modelId="{039E041C-0526-4753-B88F-23FA041D464C}">
      <dgm:prSet phldrT="[文本]"/>
      <dgm:spPr/>
      <dgm:t>
        <a:bodyPr/>
        <a:lstStyle/>
        <a:p>
          <a:pPr>
            <a:buNone/>
          </a:pPr>
          <a:r>
            <a:rPr lang="en-US"/>
            <a:t>c) </a:t>
          </a:r>
          <a:r>
            <a:rPr lang="zh-CN" altLang="en-US"/>
            <a:t>下载所有依赖包</a:t>
          </a:r>
        </a:p>
      </dgm:t>
    </dgm:pt>
    <dgm:pt modelId="{3F7DBB49-BFF3-4C47-BE06-0B209CD5B186}" type="parTrans" cxnId="{76DF52A7-D411-4F7B-AA1E-70DCA990A795}">
      <dgm:prSet/>
      <dgm:spPr/>
      <dgm:t>
        <a:bodyPr/>
        <a:lstStyle/>
        <a:p>
          <a:endParaRPr lang="zh-CN" altLang="en-US"/>
        </a:p>
      </dgm:t>
    </dgm:pt>
    <dgm:pt modelId="{31ECF53A-99B1-486D-8B5A-1E56D1D2A10D}" type="sibTrans" cxnId="{76DF52A7-D411-4F7B-AA1E-70DCA990A795}">
      <dgm:prSet/>
      <dgm:spPr/>
      <dgm:t>
        <a:bodyPr/>
        <a:lstStyle/>
        <a:p>
          <a:endParaRPr lang="zh-CN" altLang="en-US"/>
        </a:p>
      </dgm:t>
    </dgm:pt>
    <dgm:pt modelId="{30B7CBFF-615A-4191-B71A-3FAFC1056F97}">
      <dgm:prSet phldrT="[文本]"/>
      <dgm:spPr/>
      <dgm:t>
        <a:bodyPr/>
        <a:lstStyle/>
        <a:p>
          <a:pPr>
            <a:buNone/>
          </a:pPr>
          <a:r>
            <a:rPr lang="en-US"/>
            <a:t>d) </a:t>
          </a:r>
          <a:r>
            <a:rPr lang="zh-CN" altLang="en-US"/>
            <a:t>生成 </a:t>
          </a:r>
          <a:r>
            <a:rPr lang="en-US"/>
            <a:t>composer.lock</a:t>
          </a:r>
          <a:endParaRPr lang="zh-CN" altLang="en-US"/>
        </a:p>
      </dgm:t>
    </dgm:pt>
    <dgm:pt modelId="{A7297016-4894-46F7-9250-0BEEE812C052}" type="parTrans" cxnId="{3FD2D0D0-A49B-4FCE-BB53-1BC7F3FEB69B}">
      <dgm:prSet/>
      <dgm:spPr/>
      <dgm:t>
        <a:bodyPr/>
        <a:lstStyle/>
        <a:p>
          <a:endParaRPr lang="zh-CN" altLang="en-US"/>
        </a:p>
      </dgm:t>
    </dgm:pt>
    <dgm:pt modelId="{15B69FE4-A252-4F02-A91E-DB245253C5F3}" type="sibTrans" cxnId="{3FD2D0D0-A49B-4FCE-BB53-1BC7F3FEB69B}">
      <dgm:prSet/>
      <dgm:spPr/>
      <dgm:t>
        <a:bodyPr/>
        <a:lstStyle/>
        <a:p>
          <a:endParaRPr lang="zh-CN" altLang="en-US"/>
        </a:p>
      </dgm:t>
    </dgm:pt>
    <dgm:pt modelId="{B46C2F79-9F06-4214-9F8B-F4E839F90EC0}">
      <dgm:prSet phldrT="[文本]"/>
      <dgm:spPr/>
      <dgm:t>
        <a:bodyPr/>
        <a:lstStyle/>
        <a:p>
          <a:pPr>
            <a:buNone/>
          </a:pPr>
          <a:r>
            <a:rPr lang="en-US"/>
            <a:t>e) </a:t>
          </a:r>
          <a:r>
            <a:rPr lang="zh-CN" altLang="en-US"/>
            <a:t>生成 </a:t>
          </a:r>
          <a:r>
            <a:rPr lang="en-US"/>
            <a:t>vendor/autoload.php</a:t>
          </a:r>
          <a:endParaRPr lang="zh-CN" altLang="en-US"/>
        </a:p>
      </dgm:t>
    </dgm:pt>
    <dgm:pt modelId="{650B6156-A843-4B89-AB60-31508CD2D8F8}" type="parTrans" cxnId="{0C3E12C9-F586-4D89-BCF4-8ED0AC683130}">
      <dgm:prSet/>
      <dgm:spPr/>
      <dgm:t>
        <a:bodyPr/>
        <a:lstStyle/>
        <a:p>
          <a:endParaRPr lang="zh-CN" altLang="en-US"/>
        </a:p>
      </dgm:t>
    </dgm:pt>
    <dgm:pt modelId="{81E2DA7D-4540-462C-AE9F-682373DC13CD}" type="sibTrans" cxnId="{0C3E12C9-F586-4D89-BCF4-8ED0AC683130}">
      <dgm:prSet/>
      <dgm:spPr/>
      <dgm:t>
        <a:bodyPr/>
        <a:lstStyle/>
        <a:p>
          <a:endParaRPr lang="zh-CN" altLang="en-US"/>
        </a:p>
      </dgm:t>
    </dgm:pt>
    <dgm:pt modelId="{244475A3-401E-419C-949C-3EC059E4A691}" type="pres">
      <dgm:prSet presAssocID="{9DCBC8E0-346F-4EFF-A798-B66D44DC14D7}" presName="linear" presStyleCnt="0">
        <dgm:presLayoutVars>
          <dgm:dir/>
          <dgm:animLvl val="lvl"/>
          <dgm:resizeHandles val="exact"/>
        </dgm:presLayoutVars>
      </dgm:prSet>
      <dgm:spPr/>
    </dgm:pt>
    <dgm:pt modelId="{DC38DB6C-2135-4C39-9601-3BE501463C42}" type="pres">
      <dgm:prSet presAssocID="{429FF5BB-C4E8-4D13-9843-3B0D6CFDFA0D}" presName="parentLin" presStyleCnt="0"/>
      <dgm:spPr/>
    </dgm:pt>
    <dgm:pt modelId="{26B8E077-4D9A-4212-9F27-387BB1D13F95}" type="pres">
      <dgm:prSet presAssocID="{429FF5BB-C4E8-4D13-9843-3B0D6CFDFA0D}" presName="parentLeftMargin" presStyleLbl="node1" presStyleIdx="0" presStyleCnt="5"/>
      <dgm:spPr/>
    </dgm:pt>
    <dgm:pt modelId="{052284C0-E13D-46DF-A8B4-D8E1471D6F1B}" type="pres">
      <dgm:prSet presAssocID="{429FF5BB-C4E8-4D13-9843-3B0D6CFDFA0D}" presName="parentText" presStyleLbl="node1" presStyleIdx="0" presStyleCnt="5">
        <dgm:presLayoutVars>
          <dgm:chMax val="0"/>
          <dgm:bulletEnabled val="1"/>
        </dgm:presLayoutVars>
      </dgm:prSet>
      <dgm:spPr/>
    </dgm:pt>
    <dgm:pt modelId="{E147D6E5-9ED1-4421-AD81-5A73DF903D87}" type="pres">
      <dgm:prSet presAssocID="{429FF5BB-C4E8-4D13-9843-3B0D6CFDFA0D}" presName="negativeSpace" presStyleCnt="0"/>
      <dgm:spPr/>
    </dgm:pt>
    <dgm:pt modelId="{F0649CE5-031A-4521-88B4-9E74A56DF612}" type="pres">
      <dgm:prSet presAssocID="{429FF5BB-C4E8-4D13-9843-3B0D6CFDFA0D}" presName="childText" presStyleLbl="conFgAcc1" presStyleIdx="0" presStyleCnt="5">
        <dgm:presLayoutVars>
          <dgm:bulletEnabled val="1"/>
        </dgm:presLayoutVars>
      </dgm:prSet>
      <dgm:spPr/>
    </dgm:pt>
    <dgm:pt modelId="{C2BD61ED-6B46-4FFE-B4F4-514F2DB3103E}" type="pres">
      <dgm:prSet presAssocID="{998D3FC7-F16A-4F77-B16D-FE4260418B52}" presName="spaceBetweenRectangles" presStyleCnt="0"/>
      <dgm:spPr/>
    </dgm:pt>
    <dgm:pt modelId="{A71D1F60-C75F-473C-8897-74DB11164C34}" type="pres">
      <dgm:prSet presAssocID="{50836583-D565-4F57-BDA2-C4B3D5F4A9A7}" presName="parentLin" presStyleCnt="0"/>
      <dgm:spPr/>
    </dgm:pt>
    <dgm:pt modelId="{E89BDD11-8946-48B2-8767-00E98D47A37D}" type="pres">
      <dgm:prSet presAssocID="{50836583-D565-4F57-BDA2-C4B3D5F4A9A7}" presName="parentLeftMargin" presStyleLbl="node1" presStyleIdx="0" presStyleCnt="5"/>
      <dgm:spPr/>
    </dgm:pt>
    <dgm:pt modelId="{4FFDA140-B15F-4AEE-8DBC-A90CFE7A9140}" type="pres">
      <dgm:prSet presAssocID="{50836583-D565-4F57-BDA2-C4B3D5F4A9A7}" presName="parentText" presStyleLbl="node1" presStyleIdx="1" presStyleCnt="5">
        <dgm:presLayoutVars>
          <dgm:chMax val="0"/>
          <dgm:bulletEnabled val="1"/>
        </dgm:presLayoutVars>
      </dgm:prSet>
      <dgm:spPr/>
    </dgm:pt>
    <dgm:pt modelId="{D34CA0E3-5BE8-44E6-99F9-A9F1DC250630}" type="pres">
      <dgm:prSet presAssocID="{50836583-D565-4F57-BDA2-C4B3D5F4A9A7}" presName="negativeSpace" presStyleCnt="0"/>
      <dgm:spPr/>
    </dgm:pt>
    <dgm:pt modelId="{3B57D007-B411-4879-AAEC-9A8D1A8FFCF3}" type="pres">
      <dgm:prSet presAssocID="{50836583-D565-4F57-BDA2-C4B3D5F4A9A7}" presName="childText" presStyleLbl="conFgAcc1" presStyleIdx="1" presStyleCnt="5">
        <dgm:presLayoutVars>
          <dgm:bulletEnabled val="1"/>
        </dgm:presLayoutVars>
      </dgm:prSet>
      <dgm:spPr/>
    </dgm:pt>
    <dgm:pt modelId="{5496A5F5-F94B-4942-A061-5B596C4FDAB1}" type="pres">
      <dgm:prSet presAssocID="{3C28F487-7A31-4109-BAF7-C2236990A156}" presName="spaceBetweenRectangles" presStyleCnt="0"/>
      <dgm:spPr/>
    </dgm:pt>
    <dgm:pt modelId="{CF4D51A8-EAA3-4227-B4AE-EED4DF738256}" type="pres">
      <dgm:prSet presAssocID="{BF51A3B4-D634-4EEE-A95A-39307EF4275D}" presName="parentLin" presStyleCnt="0"/>
      <dgm:spPr/>
    </dgm:pt>
    <dgm:pt modelId="{568F9148-68F6-4D29-9680-6B5A5E29C2A5}" type="pres">
      <dgm:prSet presAssocID="{BF51A3B4-D634-4EEE-A95A-39307EF4275D}" presName="parentLeftMargin" presStyleLbl="node1" presStyleIdx="1" presStyleCnt="5"/>
      <dgm:spPr/>
    </dgm:pt>
    <dgm:pt modelId="{2331D5AE-0E2E-415D-85FC-64A6CF5D1989}" type="pres">
      <dgm:prSet presAssocID="{BF51A3B4-D634-4EEE-A95A-39307EF4275D}" presName="parentText" presStyleLbl="node1" presStyleIdx="2" presStyleCnt="5">
        <dgm:presLayoutVars>
          <dgm:chMax val="0"/>
          <dgm:bulletEnabled val="1"/>
        </dgm:presLayoutVars>
      </dgm:prSet>
      <dgm:spPr/>
    </dgm:pt>
    <dgm:pt modelId="{A097C0A8-3B7B-428B-885F-210C6A313493}" type="pres">
      <dgm:prSet presAssocID="{BF51A3B4-D634-4EEE-A95A-39307EF4275D}" presName="negativeSpace" presStyleCnt="0"/>
      <dgm:spPr/>
    </dgm:pt>
    <dgm:pt modelId="{CE52B6D3-0BE9-4E06-80A4-C19DE3491900}" type="pres">
      <dgm:prSet presAssocID="{BF51A3B4-D634-4EEE-A95A-39307EF4275D}" presName="childText" presStyleLbl="conFgAcc1" presStyleIdx="2" presStyleCnt="5">
        <dgm:presLayoutVars>
          <dgm:bulletEnabled val="1"/>
        </dgm:presLayoutVars>
      </dgm:prSet>
      <dgm:spPr/>
    </dgm:pt>
    <dgm:pt modelId="{34BDE07F-E9F3-4BF5-B0F2-E5F8F55C97C5}" type="pres">
      <dgm:prSet presAssocID="{794A1BB7-43DD-4F77-B3BC-1046C0574E7E}" presName="spaceBetweenRectangles" presStyleCnt="0"/>
      <dgm:spPr/>
    </dgm:pt>
    <dgm:pt modelId="{B4C47559-13DD-438F-8B56-2B5BCFD326EA}" type="pres">
      <dgm:prSet presAssocID="{C171D98C-BE6F-40EB-941F-2FC54A8C53F2}" presName="parentLin" presStyleCnt="0"/>
      <dgm:spPr/>
    </dgm:pt>
    <dgm:pt modelId="{D60165AC-900D-4802-B736-9B780B5F78FD}" type="pres">
      <dgm:prSet presAssocID="{C171D98C-BE6F-40EB-941F-2FC54A8C53F2}" presName="parentLeftMargin" presStyleLbl="node1" presStyleIdx="2" presStyleCnt="5"/>
      <dgm:spPr/>
    </dgm:pt>
    <dgm:pt modelId="{E5507B52-3992-43FF-BA09-371DA6409909}" type="pres">
      <dgm:prSet presAssocID="{C171D98C-BE6F-40EB-941F-2FC54A8C53F2}" presName="parentText" presStyleLbl="node1" presStyleIdx="3" presStyleCnt="5">
        <dgm:presLayoutVars>
          <dgm:chMax val="0"/>
          <dgm:bulletEnabled val="1"/>
        </dgm:presLayoutVars>
      </dgm:prSet>
      <dgm:spPr/>
    </dgm:pt>
    <dgm:pt modelId="{30ADC615-A4E5-4212-B7CE-CDC08866EC23}" type="pres">
      <dgm:prSet presAssocID="{C171D98C-BE6F-40EB-941F-2FC54A8C53F2}" presName="negativeSpace" presStyleCnt="0"/>
      <dgm:spPr/>
    </dgm:pt>
    <dgm:pt modelId="{D7088EC7-97A2-4AA0-B37D-5BA08A04E25E}" type="pres">
      <dgm:prSet presAssocID="{C171D98C-BE6F-40EB-941F-2FC54A8C53F2}" presName="childText" presStyleLbl="conFgAcc1" presStyleIdx="3" presStyleCnt="5">
        <dgm:presLayoutVars>
          <dgm:bulletEnabled val="1"/>
        </dgm:presLayoutVars>
      </dgm:prSet>
      <dgm:spPr/>
    </dgm:pt>
    <dgm:pt modelId="{E9301AED-A7AF-4EEC-B172-AF4089B8FE7D}" type="pres">
      <dgm:prSet presAssocID="{4DEF6792-0B1C-4398-866B-290036993240}" presName="spaceBetweenRectangles" presStyleCnt="0"/>
      <dgm:spPr/>
    </dgm:pt>
    <dgm:pt modelId="{E4D6E86C-3489-47C8-B764-4A9FCFC9B55D}" type="pres">
      <dgm:prSet presAssocID="{506B6D0D-7AE2-4339-8136-D7FC17DC5C1C}" presName="parentLin" presStyleCnt="0"/>
      <dgm:spPr/>
    </dgm:pt>
    <dgm:pt modelId="{F0F8788E-34F2-4D64-B7FE-9632A9C732B4}" type="pres">
      <dgm:prSet presAssocID="{506B6D0D-7AE2-4339-8136-D7FC17DC5C1C}" presName="parentLeftMargin" presStyleLbl="node1" presStyleIdx="3" presStyleCnt="5"/>
      <dgm:spPr/>
    </dgm:pt>
    <dgm:pt modelId="{98CBDDC2-5531-4725-BD11-A1E5828E6CCA}" type="pres">
      <dgm:prSet presAssocID="{506B6D0D-7AE2-4339-8136-D7FC17DC5C1C}" presName="parentText" presStyleLbl="node1" presStyleIdx="4" presStyleCnt="5">
        <dgm:presLayoutVars>
          <dgm:chMax val="0"/>
          <dgm:bulletEnabled val="1"/>
        </dgm:presLayoutVars>
      </dgm:prSet>
      <dgm:spPr/>
    </dgm:pt>
    <dgm:pt modelId="{21960262-B65D-4102-90A6-E4C02B214EF8}" type="pres">
      <dgm:prSet presAssocID="{506B6D0D-7AE2-4339-8136-D7FC17DC5C1C}" presName="negativeSpace" presStyleCnt="0"/>
      <dgm:spPr/>
    </dgm:pt>
    <dgm:pt modelId="{09087EE8-2678-445F-8974-397DB751FCF4}" type="pres">
      <dgm:prSet presAssocID="{506B6D0D-7AE2-4339-8136-D7FC17DC5C1C}" presName="childText" presStyleLbl="conFgAcc1" presStyleIdx="4" presStyleCnt="5">
        <dgm:presLayoutVars>
          <dgm:bulletEnabled val="1"/>
        </dgm:presLayoutVars>
      </dgm:prSet>
      <dgm:spPr/>
    </dgm:pt>
  </dgm:ptLst>
  <dgm:cxnLst>
    <dgm:cxn modelId="{19AEF90E-19F2-4C8B-8AB0-CE45EDF78C41}" type="presOf" srcId="{039E041C-0526-4753-B88F-23FA041D464C}" destId="{3B57D007-B411-4879-AAEC-9A8D1A8FFCF3}" srcOrd="0" destOrd="2" presId="urn:microsoft.com/office/officeart/2005/8/layout/list1"/>
    <dgm:cxn modelId="{F3C4822E-C74E-4089-BA0A-0265F8B15338}" srcId="{9DCBC8E0-346F-4EFF-A798-B66D44DC14D7}" destId="{BF51A3B4-D634-4EEE-A95A-39307EF4275D}" srcOrd="2" destOrd="0" parTransId="{27A8D8C9-9247-422F-9478-E2194A942377}" sibTransId="{794A1BB7-43DD-4F77-B3BC-1046C0574E7E}"/>
    <dgm:cxn modelId="{81526A5F-915A-4BD7-80B1-AAB0ED12DB1C}" srcId="{9DCBC8E0-346F-4EFF-A798-B66D44DC14D7}" destId="{C171D98C-BE6F-40EB-941F-2FC54A8C53F2}" srcOrd="3" destOrd="0" parTransId="{66DABEA2-9628-42DD-8C6E-929F1FDB90D0}" sibTransId="{4DEF6792-0B1C-4398-866B-290036993240}"/>
    <dgm:cxn modelId="{31587544-B13C-4F5A-8B53-1D91D03D596C}" type="presOf" srcId="{429FF5BB-C4E8-4D13-9843-3B0D6CFDFA0D}" destId="{26B8E077-4D9A-4212-9F27-387BB1D13F95}" srcOrd="0" destOrd="0" presId="urn:microsoft.com/office/officeart/2005/8/layout/list1"/>
    <dgm:cxn modelId="{E0F86C65-087B-4D27-86F7-374B6FC860A8}" type="presOf" srcId="{506B6D0D-7AE2-4339-8136-D7FC17DC5C1C}" destId="{F0F8788E-34F2-4D64-B7FE-9632A9C732B4}" srcOrd="0" destOrd="0" presId="urn:microsoft.com/office/officeart/2005/8/layout/list1"/>
    <dgm:cxn modelId="{D40A5F8F-8423-434A-B302-2EC22FBBD21F}" type="presOf" srcId="{506B6D0D-7AE2-4339-8136-D7FC17DC5C1C}" destId="{98CBDDC2-5531-4725-BD11-A1E5828E6CCA}" srcOrd="1" destOrd="0" presId="urn:microsoft.com/office/officeart/2005/8/layout/list1"/>
    <dgm:cxn modelId="{82DA5A8F-00A7-408B-99AD-59E85AF464DE}" srcId="{9DCBC8E0-346F-4EFF-A798-B66D44DC14D7}" destId="{506B6D0D-7AE2-4339-8136-D7FC17DC5C1C}" srcOrd="4" destOrd="0" parTransId="{55A08CFA-8211-4DA9-A124-6609801E87BD}" sibTransId="{71CD8B3B-54C5-49A1-AFAB-16B20D82427F}"/>
    <dgm:cxn modelId="{AE52F998-7DE5-43D0-A0E5-37C378DEDAA9}" type="presOf" srcId="{2FE7D6EC-2446-4CDE-9369-8E5066F9EB86}" destId="{3B57D007-B411-4879-AAEC-9A8D1A8FFCF3}" srcOrd="0" destOrd="0" presId="urn:microsoft.com/office/officeart/2005/8/layout/list1"/>
    <dgm:cxn modelId="{0DAAFBA4-D470-4C0D-8313-731D328EFE04}" type="presOf" srcId="{50836583-D565-4F57-BDA2-C4B3D5F4A9A7}" destId="{E89BDD11-8946-48B2-8767-00E98D47A37D}" srcOrd="0" destOrd="0" presId="urn:microsoft.com/office/officeart/2005/8/layout/list1"/>
    <dgm:cxn modelId="{6D3B1BA5-B24D-43B1-876E-18FDF6C9D2EA}" type="presOf" srcId="{C171D98C-BE6F-40EB-941F-2FC54A8C53F2}" destId="{E5507B52-3992-43FF-BA09-371DA6409909}" srcOrd="1" destOrd="0" presId="urn:microsoft.com/office/officeart/2005/8/layout/list1"/>
    <dgm:cxn modelId="{D7912DA6-371F-4755-9546-FEB1E2409C79}" srcId="{50836583-D565-4F57-BDA2-C4B3D5F4A9A7}" destId="{3953F646-5992-46E0-8034-1A19D0674137}" srcOrd="1" destOrd="0" parTransId="{FE252987-3E68-4F8B-84F5-CD63590C534B}" sibTransId="{8B275D8C-93C3-4CDE-87CC-BFFD3A91C125}"/>
    <dgm:cxn modelId="{76DF52A7-D411-4F7B-AA1E-70DCA990A795}" srcId="{50836583-D565-4F57-BDA2-C4B3D5F4A9A7}" destId="{039E041C-0526-4753-B88F-23FA041D464C}" srcOrd="2" destOrd="0" parTransId="{3F7DBB49-BFF3-4C47-BE06-0B209CD5B186}" sibTransId="{31ECF53A-99B1-486D-8B5A-1E56D1D2A10D}"/>
    <dgm:cxn modelId="{A8996EAF-AE9F-4194-B483-861D5E0F467B}" type="presOf" srcId="{30B7CBFF-615A-4191-B71A-3FAFC1056F97}" destId="{3B57D007-B411-4879-AAEC-9A8D1A8FFCF3}" srcOrd="0" destOrd="3" presId="urn:microsoft.com/office/officeart/2005/8/layout/list1"/>
    <dgm:cxn modelId="{FC5282B4-5C26-47B5-85AF-EE5E1CC39F9A}" srcId="{9DCBC8E0-346F-4EFF-A798-B66D44DC14D7}" destId="{429FF5BB-C4E8-4D13-9843-3B0D6CFDFA0D}" srcOrd="0" destOrd="0" parTransId="{C00A277A-1BCA-4D88-BB66-D195DC4D3D43}" sibTransId="{998D3FC7-F16A-4F77-B16D-FE4260418B52}"/>
    <dgm:cxn modelId="{4B6596BB-156B-4189-A77A-E26CFAF0C36D}" type="presOf" srcId="{BF51A3B4-D634-4EEE-A95A-39307EF4275D}" destId="{2331D5AE-0E2E-415D-85FC-64A6CF5D1989}" srcOrd="1" destOrd="0" presId="urn:microsoft.com/office/officeart/2005/8/layout/list1"/>
    <dgm:cxn modelId="{A7C638C4-913D-40B1-AAE8-C8960410B139}" type="presOf" srcId="{429FF5BB-C4E8-4D13-9843-3B0D6CFDFA0D}" destId="{052284C0-E13D-46DF-A8B4-D8E1471D6F1B}" srcOrd="1" destOrd="0" presId="urn:microsoft.com/office/officeart/2005/8/layout/list1"/>
    <dgm:cxn modelId="{401B29C5-99DC-4166-8038-C2692D01A18D}" type="presOf" srcId="{50836583-D565-4F57-BDA2-C4B3D5F4A9A7}" destId="{4FFDA140-B15F-4AEE-8DBC-A90CFE7A9140}" srcOrd="1" destOrd="0" presId="urn:microsoft.com/office/officeart/2005/8/layout/list1"/>
    <dgm:cxn modelId="{0C3E12C9-F586-4D89-BCF4-8ED0AC683130}" srcId="{50836583-D565-4F57-BDA2-C4B3D5F4A9A7}" destId="{B46C2F79-9F06-4214-9F8B-F4E839F90EC0}" srcOrd="4" destOrd="0" parTransId="{650B6156-A843-4B89-AB60-31508CD2D8F8}" sibTransId="{81E2DA7D-4540-462C-AE9F-682373DC13CD}"/>
    <dgm:cxn modelId="{B48D5BCF-3C60-4211-B92B-2EE74494E615}" srcId="{9DCBC8E0-346F-4EFF-A798-B66D44DC14D7}" destId="{50836583-D565-4F57-BDA2-C4B3D5F4A9A7}" srcOrd="1" destOrd="0" parTransId="{71356160-2391-4759-B7ED-D15628F545A6}" sibTransId="{3C28F487-7A31-4109-BAF7-C2236990A156}"/>
    <dgm:cxn modelId="{3FD2D0D0-A49B-4FCE-BB53-1BC7F3FEB69B}" srcId="{50836583-D565-4F57-BDA2-C4B3D5F4A9A7}" destId="{30B7CBFF-615A-4191-B71A-3FAFC1056F97}" srcOrd="3" destOrd="0" parTransId="{A7297016-4894-46F7-9250-0BEEE812C052}" sibTransId="{15B69FE4-A252-4F02-A91E-DB245253C5F3}"/>
    <dgm:cxn modelId="{70BB58D5-D9AA-4106-84E0-E6A315B7A744}" type="presOf" srcId="{3953F646-5992-46E0-8034-1A19D0674137}" destId="{3B57D007-B411-4879-AAEC-9A8D1A8FFCF3}" srcOrd="0" destOrd="1" presId="urn:microsoft.com/office/officeart/2005/8/layout/list1"/>
    <dgm:cxn modelId="{2CDE37DA-4D68-418D-8902-39E91604FEA1}" type="presOf" srcId="{9DCBC8E0-346F-4EFF-A798-B66D44DC14D7}" destId="{244475A3-401E-419C-949C-3EC059E4A691}" srcOrd="0" destOrd="0" presId="urn:microsoft.com/office/officeart/2005/8/layout/list1"/>
    <dgm:cxn modelId="{9A4EABE7-EA5E-431A-A78E-67D11D1FE40C}" type="presOf" srcId="{C171D98C-BE6F-40EB-941F-2FC54A8C53F2}" destId="{D60165AC-900D-4802-B736-9B780B5F78FD}" srcOrd="0" destOrd="0" presId="urn:microsoft.com/office/officeart/2005/8/layout/list1"/>
    <dgm:cxn modelId="{873156F2-FB92-4DDE-9C2D-A466F7603898}" type="presOf" srcId="{BF51A3B4-D634-4EEE-A95A-39307EF4275D}" destId="{568F9148-68F6-4D29-9680-6B5A5E29C2A5}" srcOrd="0" destOrd="0" presId="urn:microsoft.com/office/officeart/2005/8/layout/list1"/>
    <dgm:cxn modelId="{23CF09F6-D0EB-4139-A85D-C1CAF066E571}" srcId="{50836583-D565-4F57-BDA2-C4B3D5F4A9A7}" destId="{2FE7D6EC-2446-4CDE-9369-8E5066F9EB86}" srcOrd="0" destOrd="0" parTransId="{2C30075F-3019-4A0E-B1AB-05511327F68F}" sibTransId="{FC042B0D-595F-4340-BCDE-FA9AF85E91D0}"/>
    <dgm:cxn modelId="{79CDC1F7-2548-4192-AF3B-608D64268325}" type="presOf" srcId="{B46C2F79-9F06-4214-9F8B-F4E839F90EC0}" destId="{3B57D007-B411-4879-AAEC-9A8D1A8FFCF3}" srcOrd="0" destOrd="4" presId="urn:microsoft.com/office/officeart/2005/8/layout/list1"/>
    <dgm:cxn modelId="{7F19A4E0-2196-408E-98E4-910C5F6060A0}" type="presParOf" srcId="{244475A3-401E-419C-949C-3EC059E4A691}" destId="{DC38DB6C-2135-4C39-9601-3BE501463C42}" srcOrd="0" destOrd="0" presId="urn:microsoft.com/office/officeart/2005/8/layout/list1"/>
    <dgm:cxn modelId="{3C37F861-B0CB-4F4D-9EA9-DBE1A49F99E3}" type="presParOf" srcId="{DC38DB6C-2135-4C39-9601-3BE501463C42}" destId="{26B8E077-4D9A-4212-9F27-387BB1D13F95}" srcOrd="0" destOrd="0" presId="urn:microsoft.com/office/officeart/2005/8/layout/list1"/>
    <dgm:cxn modelId="{ED482B8C-AED5-48B7-8D07-6FF36E2F3D86}" type="presParOf" srcId="{DC38DB6C-2135-4C39-9601-3BE501463C42}" destId="{052284C0-E13D-46DF-A8B4-D8E1471D6F1B}" srcOrd="1" destOrd="0" presId="urn:microsoft.com/office/officeart/2005/8/layout/list1"/>
    <dgm:cxn modelId="{EFFAF0A7-C2DE-4566-97FC-4DAB548A1B9B}" type="presParOf" srcId="{244475A3-401E-419C-949C-3EC059E4A691}" destId="{E147D6E5-9ED1-4421-AD81-5A73DF903D87}" srcOrd="1" destOrd="0" presId="urn:microsoft.com/office/officeart/2005/8/layout/list1"/>
    <dgm:cxn modelId="{8CAB9855-500E-4DB5-9E96-3EFF0D1F14F3}" type="presParOf" srcId="{244475A3-401E-419C-949C-3EC059E4A691}" destId="{F0649CE5-031A-4521-88B4-9E74A56DF612}" srcOrd="2" destOrd="0" presId="urn:microsoft.com/office/officeart/2005/8/layout/list1"/>
    <dgm:cxn modelId="{96B374EF-25E5-4895-88E1-CA9C82F5EDB1}" type="presParOf" srcId="{244475A3-401E-419C-949C-3EC059E4A691}" destId="{C2BD61ED-6B46-4FFE-B4F4-514F2DB3103E}" srcOrd="3" destOrd="0" presId="urn:microsoft.com/office/officeart/2005/8/layout/list1"/>
    <dgm:cxn modelId="{E9A606D4-FA02-449D-81B7-9DD11114AF56}" type="presParOf" srcId="{244475A3-401E-419C-949C-3EC059E4A691}" destId="{A71D1F60-C75F-473C-8897-74DB11164C34}" srcOrd="4" destOrd="0" presId="urn:microsoft.com/office/officeart/2005/8/layout/list1"/>
    <dgm:cxn modelId="{F10D71F2-B0FE-4C57-AD80-EDE1C76E7D71}" type="presParOf" srcId="{A71D1F60-C75F-473C-8897-74DB11164C34}" destId="{E89BDD11-8946-48B2-8767-00E98D47A37D}" srcOrd="0" destOrd="0" presId="urn:microsoft.com/office/officeart/2005/8/layout/list1"/>
    <dgm:cxn modelId="{51A9BC72-7386-4B18-B0B8-F759A5F35780}" type="presParOf" srcId="{A71D1F60-C75F-473C-8897-74DB11164C34}" destId="{4FFDA140-B15F-4AEE-8DBC-A90CFE7A9140}" srcOrd="1" destOrd="0" presId="urn:microsoft.com/office/officeart/2005/8/layout/list1"/>
    <dgm:cxn modelId="{977F5D28-E81F-4889-B193-08059F92912F}" type="presParOf" srcId="{244475A3-401E-419C-949C-3EC059E4A691}" destId="{D34CA0E3-5BE8-44E6-99F9-A9F1DC250630}" srcOrd="5" destOrd="0" presId="urn:microsoft.com/office/officeart/2005/8/layout/list1"/>
    <dgm:cxn modelId="{A9FAD433-372D-49EE-81B3-83758AB5311B}" type="presParOf" srcId="{244475A3-401E-419C-949C-3EC059E4A691}" destId="{3B57D007-B411-4879-AAEC-9A8D1A8FFCF3}" srcOrd="6" destOrd="0" presId="urn:microsoft.com/office/officeart/2005/8/layout/list1"/>
    <dgm:cxn modelId="{52AEF819-2F09-4324-A02C-E75F5AD4AC56}" type="presParOf" srcId="{244475A3-401E-419C-949C-3EC059E4A691}" destId="{5496A5F5-F94B-4942-A061-5B596C4FDAB1}" srcOrd="7" destOrd="0" presId="urn:microsoft.com/office/officeart/2005/8/layout/list1"/>
    <dgm:cxn modelId="{7022118D-2441-461E-9113-2AEC5336209D}" type="presParOf" srcId="{244475A3-401E-419C-949C-3EC059E4A691}" destId="{CF4D51A8-EAA3-4227-B4AE-EED4DF738256}" srcOrd="8" destOrd="0" presId="urn:microsoft.com/office/officeart/2005/8/layout/list1"/>
    <dgm:cxn modelId="{29CE2E7B-56D7-4DC7-BB5F-EFBF087FE2EC}" type="presParOf" srcId="{CF4D51A8-EAA3-4227-B4AE-EED4DF738256}" destId="{568F9148-68F6-4D29-9680-6B5A5E29C2A5}" srcOrd="0" destOrd="0" presId="urn:microsoft.com/office/officeart/2005/8/layout/list1"/>
    <dgm:cxn modelId="{667D8066-144F-4A71-94E5-8EB7EC40A5D3}" type="presParOf" srcId="{CF4D51A8-EAA3-4227-B4AE-EED4DF738256}" destId="{2331D5AE-0E2E-415D-85FC-64A6CF5D1989}" srcOrd="1" destOrd="0" presId="urn:microsoft.com/office/officeart/2005/8/layout/list1"/>
    <dgm:cxn modelId="{DBCD5CAF-9939-46FE-B750-60268342A2EC}" type="presParOf" srcId="{244475A3-401E-419C-949C-3EC059E4A691}" destId="{A097C0A8-3B7B-428B-885F-210C6A313493}" srcOrd="9" destOrd="0" presId="urn:microsoft.com/office/officeart/2005/8/layout/list1"/>
    <dgm:cxn modelId="{2FA5F097-ED0F-406C-9732-641677A507F3}" type="presParOf" srcId="{244475A3-401E-419C-949C-3EC059E4A691}" destId="{CE52B6D3-0BE9-4E06-80A4-C19DE3491900}" srcOrd="10" destOrd="0" presId="urn:microsoft.com/office/officeart/2005/8/layout/list1"/>
    <dgm:cxn modelId="{42AF185B-89B5-4E7B-B0A4-0A5C98E01BA9}" type="presParOf" srcId="{244475A3-401E-419C-949C-3EC059E4A691}" destId="{34BDE07F-E9F3-4BF5-B0F2-E5F8F55C97C5}" srcOrd="11" destOrd="0" presId="urn:microsoft.com/office/officeart/2005/8/layout/list1"/>
    <dgm:cxn modelId="{D9A2BE26-2903-431C-8871-2450264BEF47}" type="presParOf" srcId="{244475A3-401E-419C-949C-3EC059E4A691}" destId="{B4C47559-13DD-438F-8B56-2B5BCFD326EA}" srcOrd="12" destOrd="0" presId="urn:microsoft.com/office/officeart/2005/8/layout/list1"/>
    <dgm:cxn modelId="{2D7F2AE6-306A-4193-BB88-CA9998319621}" type="presParOf" srcId="{B4C47559-13DD-438F-8B56-2B5BCFD326EA}" destId="{D60165AC-900D-4802-B736-9B780B5F78FD}" srcOrd="0" destOrd="0" presId="urn:microsoft.com/office/officeart/2005/8/layout/list1"/>
    <dgm:cxn modelId="{D9D8BFFF-4398-4304-9848-B9E17613876A}" type="presParOf" srcId="{B4C47559-13DD-438F-8B56-2B5BCFD326EA}" destId="{E5507B52-3992-43FF-BA09-371DA6409909}" srcOrd="1" destOrd="0" presId="urn:microsoft.com/office/officeart/2005/8/layout/list1"/>
    <dgm:cxn modelId="{2C2AD807-EAED-4494-8287-0EA7C96DA7BA}" type="presParOf" srcId="{244475A3-401E-419C-949C-3EC059E4A691}" destId="{30ADC615-A4E5-4212-B7CE-CDC08866EC23}" srcOrd="13" destOrd="0" presId="urn:microsoft.com/office/officeart/2005/8/layout/list1"/>
    <dgm:cxn modelId="{EAF89D5B-98FF-4E48-951E-05BF7BC06D95}" type="presParOf" srcId="{244475A3-401E-419C-949C-3EC059E4A691}" destId="{D7088EC7-97A2-4AA0-B37D-5BA08A04E25E}" srcOrd="14" destOrd="0" presId="urn:microsoft.com/office/officeart/2005/8/layout/list1"/>
    <dgm:cxn modelId="{508C906D-EBCA-4549-8D12-B5C64CA0B2EA}" type="presParOf" srcId="{244475A3-401E-419C-949C-3EC059E4A691}" destId="{E9301AED-A7AF-4EEC-B172-AF4089B8FE7D}" srcOrd="15" destOrd="0" presId="urn:microsoft.com/office/officeart/2005/8/layout/list1"/>
    <dgm:cxn modelId="{D44FDA37-2765-4CDF-A5F1-AC297945B58B}" type="presParOf" srcId="{244475A3-401E-419C-949C-3EC059E4A691}" destId="{E4D6E86C-3489-47C8-B764-4A9FCFC9B55D}" srcOrd="16" destOrd="0" presId="urn:microsoft.com/office/officeart/2005/8/layout/list1"/>
    <dgm:cxn modelId="{914A87D7-C861-4DF2-8EE4-FF6AEA64CB82}" type="presParOf" srcId="{E4D6E86C-3489-47C8-B764-4A9FCFC9B55D}" destId="{F0F8788E-34F2-4D64-B7FE-9632A9C732B4}" srcOrd="0" destOrd="0" presId="urn:microsoft.com/office/officeart/2005/8/layout/list1"/>
    <dgm:cxn modelId="{AC08309C-B63B-4275-B207-DD04D3B89CF9}" type="presParOf" srcId="{E4D6E86C-3489-47C8-B764-4A9FCFC9B55D}" destId="{98CBDDC2-5531-4725-BD11-A1E5828E6CCA}" srcOrd="1" destOrd="0" presId="urn:microsoft.com/office/officeart/2005/8/layout/list1"/>
    <dgm:cxn modelId="{2DCDAC3F-CECF-4C4B-BCBF-272B2CDBBBB0}" type="presParOf" srcId="{244475A3-401E-419C-949C-3EC059E4A691}" destId="{21960262-B65D-4102-90A6-E4C02B214EF8}" srcOrd="17" destOrd="0" presId="urn:microsoft.com/office/officeart/2005/8/layout/list1"/>
    <dgm:cxn modelId="{7D0D4C6C-C64C-4D7A-B8EE-8E9E4F27587E}" type="presParOf" srcId="{244475A3-401E-419C-949C-3EC059E4A691}" destId="{09087EE8-2678-445F-8974-397DB751FCF4}"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0A35994-8EDE-445C-9DE0-EB9A615D416B}" type="doc">
      <dgm:prSet loTypeId="urn:microsoft.com/office/officeart/2005/8/layout/list1#3" loCatId="list" qsTypeId="urn:microsoft.com/office/officeart/2005/8/quickstyle/simple3" qsCatId="simple" csTypeId="urn:microsoft.com/office/officeart/2005/8/colors/accent1_2#2" csCatId="accent1" phldr="1"/>
      <dgm:spPr/>
      <dgm:t>
        <a:bodyPr/>
        <a:lstStyle/>
        <a:p>
          <a:endParaRPr lang="zh-CN" altLang="en-US"/>
        </a:p>
      </dgm:t>
    </dgm:pt>
    <dgm:pt modelId="{2CD63143-73D4-47D0-B703-2411E67122D7}">
      <dgm:prSet phldrT="[文本]"/>
      <dgm:spPr/>
      <dgm:t>
        <a:bodyPr/>
        <a:lstStyle/>
        <a:p>
          <a:r>
            <a:rPr lang="en-US" altLang="zh-CN"/>
            <a:t>composer require</a:t>
          </a:r>
          <a:r>
            <a:rPr lang="zh-CN" altLang="en-US"/>
            <a:t>：安装一个组件</a:t>
          </a:r>
        </a:p>
      </dgm:t>
    </dgm:pt>
    <dgm:pt modelId="{E6685AE3-37FE-4CB0-9B22-93FCD1ACD64C}" type="parTrans" cxnId="{56838038-3B55-42DA-AB25-6D67AAE81051}">
      <dgm:prSet/>
      <dgm:spPr/>
      <dgm:t>
        <a:bodyPr/>
        <a:lstStyle/>
        <a:p>
          <a:endParaRPr lang="zh-CN" altLang="en-US"/>
        </a:p>
      </dgm:t>
    </dgm:pt>
    <dgm:pt modelId="{69959BB8-28D4-4B12-8E90-04DB4ADC9BC2}" type="sibTrans" cxnId="{56838038-3B55-42DA-AB25-6D67AAE81051}">
      <dgm:prSet/>
      <dgm:spPr/>
      <dgm:t>
        <a:bodyPr/>
        <a:lstStyle/>
        <a:p>
          <a:endParaRPr lang="zh-CN" altLang="en-US"/>
        </a:p>
      </dgm:t>
    </dgm:pt>
    <dgm:pt modelId="{5C5E4343-E9A7-4D70-95F4-70E1EE98CBCC}">
      <dgm:prSet phldrT="[文本]"/>
      <dgm:spPr/>
      <dgm:t>
        <a:bodyPr/>
        <a:lstStyle/>
        <a:p>
          <a:r>
            <a:rPr lang="en-US" altLang="zh-CN"/>
            <a:t>composer install</a:t>
          </a:r>
          <a:r>
            <a:rPr lang="zh-CN" altLang="en-US"/>
            <a:t>：版本管理</a:t>
          </a:r>
        </a:p>
      </dgm:t>
    </dgm:pt>
    <dgm:pt modelId="{C3211BEA-E6C2-48FB-9AD5-EF4FF3FCA5F1}" type="parTrans" cxnId="{64CFEB6E-CCCF-4463-A045-60E2E35C8124}">
      <dgm:prSet/>
      <dgm:spPr/>
      <dgm:t>
        <a:bodyPr/>
        <a:lstStyle/>
        <a:p>
          <a:endParaRPr lang="zh-CN" altLang="en-US"/>
        </a:p>
      </dgm:t>
    </dgm:pt>
    <dgm:pt modelId="{149D8F8E-C3D3-4A42-B805-E43C8C871BBA}" type="sibTrans" cxnId="{64CFEB6E-CCCF-4463-A045-60E2E35C8124}">
      <dgm:prSet/>
      <dgm:spPr/>
      <dgm:t>
        <a:bodyPr/>
        <a:lstStyle/>
        <a:p>
          <a:endParaRPr lang="zh-CN" altLang="en-US"/>
        </a:p>
      </dgm:t>
    </dgm:pt>
    <dgm:pt modelId="{D411897B-5E6F-4BC5-AA17-A239E3806E86}">
      <dgm:prSet phldrT="[文本]"/>
      <dgm:spPr/>
      <dgm:t>
        <a:bodyPr/>
        <a:lstStyle/>
        <a:p>
          <a:r>
            <a:rPr lang="en-US" altLang="zh-CN" dirty="0"/>
            <a:t>composer update</a:t>
          </a:r>
          <a:r>
            <a:rPr lang="zh-CN" altLang="en-US" dirty="0"/>
            <a:t>：更新</a:t>
          </a:r>
          <a:r>
            <a:rPr lang="en-US" altLang="zh-CN" dirty="0"/>
            <a:t>n</a:t>
          </a:r>
          <a:r>
            <a:rPr lang="zh-CN" altLang="en-US" dirty="0"/>
            <a:t>个组件</a:t>
          </a:r>
        </a:p>
      </dgm:t>
    </dgm:pt>
    <dgm:pt modelId="{0291EFB2-4EA8-4F00-8269-93C076533758}" type="parTrans" cxnId="{E370477C-F612-40C2-AF0D-68BAFEBF698B}">
      <dgm:prSet/>
      <dgm:spPr/>
      <dgm:t>
        <a:bodyPr/>
        <a:lstStyle/>
        <a:p>
          <a:endParaRPr lang="zh-CN" altLang="en-US"/>
        </a:p>
      </dgm:t>
    </dgm:pt>
    <dgm:pt modelId="{31F7291B-863F-4A4A-A17D-8F887783D652}" type="sibTrans" cxnId="{E370477C-F612-40C2-AF0D-68BAFEBF698B}">
      <dgm:prSet/>
      <dgm:spPr/>
      <dgm:t>
        <a:bodyPr/>
        <a:lstStyle/>
        <a:p>
          <a:endParaRPr lang="zh-CN" altLang="en-US"/>
        </a:p>
      </dgm:t>
    </dgm:pt>
    <dgm:pt modelId="{D4D480EC-DA46-4522-A65A-AD6C5BAA403C}">
      <dgm:prSet phldrT="[文本]"/>
      <dgm:spPr/>
      <dgm:t>
        <a:bodyPr/>
        <a:lstStyle/>
        <a:p>
          <a:r>
            <a:rPr lang="zh-CN" altLang="en-US"/>
            <a:t>完成后写入</a:t>
          </a:r>
          <a:r>
            <a:rPr lang="en-US" altLang="zh-CN"/>
            <a:t>composer.json</a:t>
          </a:r>
          <a:r>
            <a:rPr lang="zh-CN" altLang="en-US"/>
            <a:t>和</a:t>
          </a:r>
          <a:r>
            <a:rPr lang="en-US" altLang="zh-CN"/>
            <a:t>composer.lock</a:t>
          </a:r>
          <a:endParaRPr lang="zh-CN" altLang="en-US"/>
        </a:p>
      </dgm:t>
    </dgm:pt>
    <dgm:pt modelId="{3897F731-3356-4453-92C4-C12E56E33E50}" type="parTrans" cxnId="{DFF53CB1-6021-4862-90D7-035C40EF6B48}">
      <dgm:prSet/>
      <dgm:spPr/>
      <dgm:t>
        <a:bodyPr/>
        <a:lstStyle/>
        <a:p>
          <a:endParaRPr lang="zh-CN" altLang="en-US"/>
        </a:p>
      </dgm:t>
    </dgm:pt>
    <dgm:pt modelId="{38FAE11B-6D2D-49EA-AA40-DC662C207152}" type="sibTrans" cxnId="{DFF53CB1-6021-4862-90D7-035C40EF6B48}">
      <dgm:prSet/>
      <dgm:spPr/>
      <dgm:t>
        <a:bodyPr/>
        <a:lstStyle/>
        <a:p>
          <a:endParaRPr lang="zh-CN" altLang="en-US"/>
        </a:p>
      </dgm:t>
    </dgm:pt>
    <dgm:pt modelId="{256F8BF9-93D4-4FBF-A452-2E2128C75A71}">
      <dgm:prSet phldrT="[文本]"/>
      <dgm:spPr/>
      <dgm:t>
        <a:bodyPr/>
        <a:lstStyle/>
        <a:p>
          <a:r>
            <a:rPr lang="zh-CN" altLang="en-US"/>
            <a:t>命令行定位到站点根目录</a:t>
          </a:r>
        </a:p>
      </dgm:t>
    </dgm:pt>
    <dgm:pt modelId="{2285B8C7-CA58-4AAD-BC62-349E6E9AE18D}" type="parTrans" cxnId="{D2CE545F-FE74-4738-B140-B3DB33D769C3}">
      <dgm:prSet/>
      <dgm:spPr/>
      <dgm:t>
        <a:bodyPr/>
        <a:lstStyle/>
        <a:p>
          <a:endParaRPr lang="zh-CN" altLang="en-US"/>
        </a:p>
      </dgm:t>
    </dgm:pt>
    <dgm:pt modelId="{BD8CAFCC-9703-4DAF-9E29-32E87CEF72E6}" type="sibTrans" cxnId="{D2CE545F-FE74-4738-B140-B3DB33D769C3}">
      <dgm:prSet/>
      <dgm:spPr/>
      <dgm:t>
        <a:bodyPr/>
        <a:lstStyle/>
        <a:p>
          <a:endParaRPr lang="zh-CN" altLang="en-US"/>
        </a:p>
      </dgm:t>
    </dgm:pt>
    <dgm:pt modelId="{E37A63DB-7458-4A46-9073-8646F49A6E2A}">
      <dgm:prSet phldrT="[文本]"/>
      <dgm:spPr/>
      <dgm:t>
        <a:bodyPr/>
        <a:lstStyle/>
        <a:p>
          <a:r>
            <a:rPr lang="zh-CN" altLang="en-US"/>
            <a:t>运行安装命令</a:t>
          </a:r>
        </a:p>
      </dgm:t>
    </dgm:pt>
    <dgm:pt modelId="{25F53442-1792-4EEA-9D07-495AD58FAC74}" type="parTrans" cxnId="{C4A562ED-1952-4C72-BD33-6CDBB74F85F1}">
      <dgm:prSet/>
      <dgm:spPr/>
      <dgm:t>
        <a:bodyPr/>
        <a:lstStyle/>
        <a:p>
          <a:endParaRPr lang="zh-CN" altLang="en-US"/>
        </a:p>
      </dgm:t>
    </dgm:pt>
    <dgm:pt modelId="{9490BA81-3E88-4390-9DFD-E7980D75941A}" type="sibTrans" cxnId="{C4A562ED-1952-4C72-BD33-6CDBB74F85F1}">
      <dgm:prSet/>
      <dgm:spPr/>
      <dgm:t>
        <a:bodyPr/>
        <a:lstStyle/>
        <a:p>
          <a:endParaRPr lang="zh-CN" altLang="en-US"/>
        </a:p>
      </dgm:t>
    </dgm:pt>
    <dgm:pt modelId="{0F526472-67BA-443D-A453-848F9DC419AE}">
      <dgm:prSet phldrT="[文本]"/>
      <dgm:spPr/>
      <dgm:t>
        <a:bodyPr/>
        <a:lstStyle/>
        <a:p>
          <a:r>
            <a:rPr lang="zh-CN" altLang="en-US"/>
            <a:t>根据</a:t>
          </a:r>
          <a:r>
            <a:rPr lang="en-US" altLang="zh-CN">
              <a:highlight>
                <a:srgbClr val="FFFF00"/>
              </a:highlight>
            </a:rPr>
            <a:t>composer.lock</a:t>
          </a:r>
          <a:r>
            <a:rPr lang="zh-CN" altLang="en-US"/>
            <a:t>安装相应组件的相应版本</a:t>
          </a:r>
        </a:p>
      </dgm:t>
    </dgm:pt>
    <dgm:pt modelId="{BB87EF65-FA47-47BD-BAC9-E38BB640CE00}" type="parTrans" cxnId="{7794BE0E-5A11-4C41-AB50-E94B8BA7992A}">
      <dgm:prSet/>
      <dgm:spPr/>
      <dgm:t>
        <a:bodyPr/>
        <a:lstStyle/>
        <a:p>
          <a:endParaRPr lang="zh-CN" altLang="en-US"/>
        </a:p>
      </dgm:t>
    </dgm:pt>
    <dgm:pt modelId="{8643073B-8439-490F-8F39-54BB54750D76}" type="sibTrans" cxnId="{7794BE0E-5A11-4C41-AB50-E94B8BA7992A}">
      <dgm:prSet/>
      <dgm:spPr/>
      <dgm:t>
        <a:bodyPr/>
        <a:lstStyle/>
        <a:p>
          <a:endParaRPr lang="zh-CN" altLang="en-US"/>
        </a:p>
      </dgm:t>
    </dgm:pt>
    <dgm:pt modelId="{C980D92E-F92D-42F0-80E0-69F3631BF8E4}">
      <dgm:prSet phldrT="[文本]"/>
      <dgm:spPr/>
      <dgm:t>
        <a:bodyPr/>
        <a:lstStyle/>
        <a:p>
          <a:r>
            <a:rPr lang="zh-CN" altLang="en-US"/>
            <a:t>根据</a:t>
          </a:r>
          <a:r>
            <a:rPr lang="en-US" altLang="zh-CN">
              <a:highlight>
                <a:srgbClr val="FFFF00"/>
              </a:highlight>
            </a:rPr>
            <a:t>composer.json</a:t>
          </a:r>
          <a:r>
            <a:rPr lang="zh-CN" altLang="en-US"/>
            <a:t>安装要求版本</a:t>
          </a:r>
        </a:p>
      </dgm:t>
    </dgm:pt>
    <dgm:pt modelId="{262665D4-F7D1-4500-9C08-2C68770CDB8E}" type="parTrans" cxnId="{4C68E08C-7B75-4A7F-9A98-4BDFB4462D07}">
      <dgm:prSet/>
      <dgm:spPr/>
      <dgm:t>
        <a:bodyPr/>
        <a:lstStyle/>
        <a:p>
          <a:endParaRPr lang="zh-CN" altLang="en-US"/>
        </a:p>
      </dgm:t>
    </dgm:pt>
    <dgm:pt modelId="{9764D95D-CC58-4CFF-9B1D-F23985D04E81}" type="sibTrans" cxnId="{4C68E08C-7B75-4A7F-9A98-4BDFB4462D07}">
      <dgm:prSet/>
      <dgm:spPr/>
      <dgm:t>
        <a:bodyPr/>
        <a:lstStyle/>
        <a:p>
          <a:endParaRPr lang="zh-CN" altLang="en-US"/>
        </a:p>
      </dgm:t>
    </dgm:pt>
    <dgm:pt modelId="{3D97F847-2F7D-4E9B-834E-14623C0BD2D0}">
      <dgm:prSet phldrT="[文本]"/>
      <dgm:spPr/>
      <dgm:t>
        <a:bodyPr/>
        <a:lstStyle/>
        <a:p>
          <a:r>
            <a:rPr lang="zh-CN" altLang="en-US"/>
            <a:t>安装后写入</a:t>
          </a:r>
          <a:r>
            <a:rPr lang="en-US" altLang="zh-CN"/>
            <a:t>composer.lock</a:t>
          </a:r>
          <a:endParaRPr lang="zh-CN" altLang="en-US"/>
        </a:p>
      </dgm:t>
    </dgm:pt>
    <dgm:pt modelId="{741D05C0-5C0F-4934-B18B-890F3FAAC423}" type="parTrans" cxnId="{DE37B3A7-A5D5-42F5-AB41-6553D6812A0C}">
      <dgm:prSet/>
      <dgm:spPr/>
      <dgm:t>
        <a:bodyPr/>
        <a:lstStyle/>
        <a:p>
          <a:endParaRPr lang="zh-CN" altLang="en-US"/>
        </a:p>
      </dgm:t>
    </dgm:pt>
    <dgm:pt modelId="{AEA5C880-D27F-480E-B03F-5A0310201204}" type="sibTrans" cxnId="{DE37B3A7-A5D5-42F5-AB41-6553D6812A0C}">
      <dgm:prSet/>
      <dgm:spPr/>
      <dgm:t>
        <a:bodyPr/>
        <a:lstStyle/>
        <a:p>
          <a:endParaRPr lang="zh-CN" altLang="en-US"/>
        </a:p>
      </dgm:t>
    </dgm:pt>
    <dgm:pt modelId="{797F0E30-FF46-4F77-A2D8-360AC41E4FE8}" type="pres">
      <dgm:prSet presAssocID="{B0A35994-8EDE-445C-9DE0-EB9A615D416B}" presName="linear" presStyleCnt="0">
        <dgm:presLayoutVars>
          <dgm:dir/>
          <dgm:animLvl val="lvl"/>
          <dgm:resizeHandles val="exact"/>
        </dgm:presLayoutVars>
      </dgm:prSet>
      <dgm:spPr/>
    </dgm:pt>
    <dgm:pt modelId="{97DA16E9-C10F-455B-94E4-6A66F2C6CB8E}" type="pres">
      <dgm:prSet presAssocID="{2CD63143-73D4-47D0-B703-2411E67122D7}" presName="parentLin" presStyleCnt="0"/>
      <dgm:spPr/>
    </dgm:pt>
    <dgm:pt modelId="{F2EF1B2A-B798-427F-92CE-9848DBF1D9C2}" type="pres">
      <dgm:prSet presAssocID="{2CD63143-73D4-47D0-B703-2411E67122D7}" presName="parentLeftMargin" presStyleLbl="node1" presStyleIdx="0" presStyleCnt="3"/>
      <dgm:spPr/>
    </dgm:pt>
    <dgm:pt modelId="{C6EB27F7-3A9C-4398-AB4E-124D60FE4BB1}" type="pres">
      <dgm:prSet presAssocID="{2CD63143-73D4-47D0-B703-2411E67122D7}" presName="parentText" presStyleLbl="node1" presStyleIdx="0" presStyleCnt="3">
        <dgm:presLayoutVars>
          <dgm:chMax val="0"/>
          <dgm:bulletEnabled val="1"/>
        </dgm:presLayoutVars>
      </dgm:prSet>
      <dgm:spPr/>
    </dgm:pt>
    <dgm:pt modelId="{17DC2811-2878-413C-B101-3D23CB5AD65A}" type="pres">
      <dgm:prSet presAssocID="{2CD63143-73D4-47D0-B703-2411E67122D7}" presName="negativeSpace" presStyleCnt="0"/>
      <dgm:spPr/>
    </dgm:pt>
    <dgm:pt modelId="{42F023BF-3965-4192-A3A3-33EED2968922}" type="pres">
      <dgm:prSet presAssocID="{2CD63143-73D4-47D0-B703-2411E67122D7}" presName="childText" presStyleLbl="conFgAcc1" presStyleIdx="0" presStyleCnt="3">
        <dgm:presLayoutVars>
          <dgm:bulletEnabled val="1"/>
        </dgm:presLayoutVars>
      </dgm:prSet>
      <dgm:spPr/>
    </dgm:pt>
    <dgm:pt modelId="{5944B247-D08D-4972-91E9-E42524173BF4}" type="pres">
      <dgm:prSet presAssocID="{69959BB8-28D4-4B12-8E90-04DB4ADC9BC2}" presName="spaceBetweenRectangles" presStyleCnt="0"/>
      <dgm:spPr/>
    </dgm:pt>
    <dgm:pt modelId="{BECE06BF-ADF0-4F4B-9D74-7FBA19DB6997}" type="pres">
      <dgm:prSet presAssocID="{5C5E4343-E9A7-4D70-95F4-70E1EE98CBCC}" presName="parentLin" presStyleCnt="0"/>
      <dgm:spPr/>
    </dgm:pt>
    <dgm:pt modelId="{649E1AE0-C769-4BFE-9257-DEA2B1DE4B91}" type="pres">
      <dgm:prSet presAssocID="{5C5E4343-E9A7-4D70-95F4-70E1EE98CBCC}" presName="parentLeftMargin" presStyleLbl="node1" presStyleIdx="0" presStyleCnt="3"/>
      <dgm:spPr/>
    </dgm:pt>
    <dgm:pt modelId="{9B4B5123-DFC3-47BF-9BB7-3888394400D8}" type="pres">
      <dgm:prSet presAssocID="{5C5E4343-E9A7-4D70-95F4-70E1EE98CBCC}" presName="parentText" presStyleLbl="node1" presStyleIdx="1" presStyleCnt="3">
        <dgm:presLayoutVars>
          <dgm:chMax val="0"/>
          <dgm:bulletEnabled val="1"/>
        </dgm:presLayoutVars>
      </dgm:prSet>
      <dgm:spPr/>
    </dgm:pt>
    <dgm:pt modelId="{938B1C88-7024-4CFA-866B-0037AF1DF0E7}" type="pres">
      <dgm:prSet presAssocID="{5C5E4343-E9A7-4D70-95F4-70E1EE98CBCC}" presName="negativeSpace" presStyleCnt="0"/>
      <dgm:spPr/>
    </dgm:pt>
    <dgm:pt modelId="{215B3271-14DB-4931-8F07-9A8A9FCFBC5C}" type="pres">
      <dgm:prSet presAssocID="{5C5E4343-E9A7-4D70-95F4-70E1EE98CBCC}" presName="childText" presStyleLbl="conFgAcc1" presStyleIdx="1" presStyleCnt="3">
        <dgm:presLayoutVars>
          <dgm:bulletEnabled val="1"/>
        </dgm:presLayoutVars>
      </dgm:prSet>
      <dgm:spPr/>
    </dgm:pt>
    <dgm:pt modelId="{04AEE96B-B4F2-40DE-8899-23BF3E847567}" type="pres">
      <dgm:prSet presAssocID="{149D8F8E-C3D3-4A42-B805-E43C8C871BBA}" presName="spaceBetweenRectangles" presStyleCnt="0"/>
      <dgm:spPr/>
    </dgm:pt>
    <dgm:pt modelId="{3FFBFB7B-FD05-4A19-9E99-C9F7622942B2}" type="pres">
      <dgm:prSet presAssocID="{D411897B-5E6F-4BC5-AA17-A239E3806E86}" presName="parentLin" presStyleCnt="0"/>
      <dgm:spPr/>
    </dgm:pt>
    <dgm:pt modelId="{E585AD9B-A4FF-4653-B827-D7AC096DD0A7}" type="pres">
      <dgm:prSet presAssocID="{D411897B-5E6F-4BC5-AA17-A239E3806E86}" presName="parentLeftMargin" presStyleLbl="node1" presStyleIdx="1" presStyleCnt="3"/>
      <dgm:spPr/>
    </dgm:pt>
    <dgm:pt modelId="{D2229086-8B79-4428-85E1-CA5E425B16CA}" type="pres">
      <dgm:prSet presAssocID="{D411897B-5E6F-4BC5-AA17-A239E3806E86}" presName="parentText" presStyleLbl="node1" presStyleIdx="2" presStyleCnt="3">
        <dgm:presLayoutVars>
          <dgm:chMax val="0"/>
          <dgm:bulletEnabled val="1"/>
        </dgm:presLayoutVars>
      </dgm:prSet>
      <dgm:spPr/>
    </dgm:pt>
    <dgm:pt modelId="{A96F6113-53AD-4F08-9553-9773340EF152}" type="pres">
      <dgm:prSet presAssocID="{D411897B-5E6F-4BC5-AA17-A239E3806E86}" presName="negativeSpace" presStyleCnt="0"/>
      <dgm:spPr/>
    </dgm:pt>
    <dgm:pt modelId="{30499F57-406C-4EF4-B8F2-64371096D000}" type="pres">
      <dgm:prSet presAssocID="{D411897B-5E6F-4BC5-AA17-A239E3806E86}" presName="childText" presStyleLbl="conFgAcc1" presStyleIdx="2" presStyleCnt="3">
        <dgm:presLayoutVars>
          <dgm:bulletEnabled val="1"/>
        </dgm:presLayoutVars>
      </dgm:prSet>
      <dgm:spPr/>
    </dgm:pt>
  </dgm:ptLst>
  <dgm:cxnLst>
    <dgm:cxn modelId="{7794BE0E-5A11-4C41-AB50-E94B8BA7992A}" srcId="{5C5E4343-E9A7-4D70-95F4-70E1EE98CBCC}" destId="{0F526472-67BA-443D-A453-848F9DC419AE}" srcOrd="0" destOrd="0" parTransId="{BB87EF65-FA47-47BD-BAC9-E38BB640CE00}" sibTransId="{8643073B-8439-490F-8F39-54BB54750D76}"/>
    <dgm:cxn modelId="{51B7E917-868D-489B-95F4-299E56D137DE}" type="presOf" srcId="{5C5E4343-E9A7-4D70-95F4-70E1EE98CBCC}" destId="{9B4B5123-DFC3-47BF-9BB7-3888394400D8}" srcOrd="1" destOrd="0" presId="urn:microsoft.com/office/officeart/2005/8/layout/list1#3"/>
    <dgm:cxn modelId="{56838038-3B55-42DA-AB25-6D67AAE81051}" srcId="{B0A35994-8EDE-445C-9DE0-EB9A615D416B}" destId="{2CD63143-73D4-47D0-B703-2411E67122D7}" srcOrd="0" destOrd="0" parTransId="{E6685AE3-37FE-4CB0-9B22-93FCD1ACD64C}" sibTransId="{69959BB8-28D4-4B12-8E90-04DB4ADC9BC2}"/>
    <dgm:cxn modelId="{D2CE545F-FE74-4738-B140-B3DB33D769C3}" srcId="{2CD63143-73D4-47D0-B703-2411E67122D7}" destId="{256F8BF9-93D4-4FBF-A452-2E2128C75A71}" srcOrd="0" destOrd="0" parTransId="{2285B8C7-CA58-4AAD-BC62-349E6E9AE18D}" sibTransId="{BD8CAFCC-9703-4DAF-9E29-32E87CEF72E6}"/>
    <dgm:cxn modelId="{5EE10461-FF06-4948-99FD-F647638F2940}" type="presOf" srcId="{0F526472-67BA-443D-A453-848F9DC419AE}" destId="{215B3271-14DB-4931-8F07-9A8A9FCFBC5C}" srcOrd="0" destOrd="0" presId="urn:microsoft.com/office/officeart/2005/8/layout/list1#3"/>
    <dgm:cxn modelId="{F23A7F47-870A-4E8A-BC3E-C784A100CA33}" type="presOf" srcId="{D411897B-5E6F-4BC5-AA17-A239E3806E86}" destId="{D2229086-8B79-4428-85E1-CA5E425B16CA}" srcOrd="1" destOrd="0" presId="urn:microsoft.com/office/officeart/2005/8/layout/list1#3"/>
    <dgm:cxn modelId="{169E2E49-E94A-4392-B9A4-9F50AF709D33}" type="presOf" srcId="{D4D480EC-DA46-4522-A65A-AD6C5BAA403C}" destId="{42F023BF-3965-4192-A3A3-33EED2968922}" srcOrd="0" destOrd="2" presId="urn:microsoft.com/office/officeart/2005/8/layout/list1#3"/>
    <dgm:cxn modelId="{08379B4A-25D4-47FC-8752-91F8CBE4FF1B}" type="presOf" srcId="{3D97F847-2F7D-4E9B-834E-14623C0BD2D0}" destId="{30499F57-406C-4EF4-B8F2-64371096D000}" srcOrd="0" destOrd="1" presId="urn:microsoft.com/office/officeart/2005/8/layout/list1#3"/>
    <dgm:cxn modelId="{64CFEB6E-CCCF-4463-A045-60E2E35C8124}" srcId="{B0A35994-8EDE-445C-9DE0-EB9A615D416B}" destId="{5C5E4343-E9A7-4D70-95F4-70E1EE98CBCC}" srcOrd="1" destOrd="0" parTransId="{C3211BEA-E6C2-48FB-9AD5-EF4FF3FCA5F1}" sibTransId="{149D8F8E-C3D3-4A42-B805-E43C8C871BBA}"/>
    <dgm:cxn modelId="{81DC2058-6FEE-4B0A-9002-6AEC04F32288}" type="presOf" srcId="{2CD63143-73D4-47D0-B703-2411E67122D7}" destId="{F2EF1B2A-B798-427F-92CE-9848DBF1D9C2}" srcOrd="0" destOrd="0" presId="urn:microsoft.com/office/officeart/2005/8/layout/list1#3"/>
    <dgm:cxn modelId="{22900959-E333-4F62-9B7D-D9ED4E42975D}" type="presOf" srcId="{2CD63143-73D4-47D0-B703-2411E67122D7}" destId="{C6EB27F7-3A9C-4398-AB4E-124D60FE4BB1}" srcOrd="1" destOrd="0" presId="urn:microsoft.com/office/officeart/2005/8/layout/list1#3"/>
    <dgm:cxn modelId="{E370477C-F612-40C2-AF0D-68BAFEBF698B}" srcId="{B0A35994-8EDE-445C-9DE0-EB9A615D416B}" destId="{D411897B-5E6F-4BC5-AA17-A239E3806E86}" srcOrd="2" destOrd="0" parTransId="{0291EFB2-4EA8-4F00-8269-93C076533758}" sibTransId="{31F7291B-863F-4A4A-A17D-8F887783D652}"/>
    <dgm:cxn modelId="{4C68E08C-7B75-4A7F-9A98-4BDFB4462D07}" srcId="{D411897B-5E6F-4BC5-AA17-A239E3806E86}" destId="{C980D92E-F92D-42F0-80E0-69F3631BF8E4}" srcOrd="0" destOrd="0" parTransId="{262665D4-F7D1-4500-9C08-2C68770CDB8E}" sibTransId="{9764D95D-CC58-4CFF-9B1D-F23985D04E81}"/>
    <dgm:cxn modelId="{8DFA10A3-598C-4305-95EB-F3BBA5E19639}" type="presOf" srcId="{E37A63DB-7458-4A46-9073-8646F49A6E2A}" destId="{42F023BF-3965-4192-A3A3-33EED2968922}" srcOrd="0" destOrd="1" presId="urn:microsoft.com/office/officeart/2005/8/layout/list1#3"/>
    <dgm:cxn modelId="{5C6BF9A4-7969-4A52-84E2-53EEDD5262E7}" type="presOf" srcId="{5C5E4343-E9A7-4D70-95F4-70E1EE98CBCC}" destId="{649E1AE0-C769-4BFE-9257-DEA2B1DE4B91}" srcOrd="0" destOrd="0" presId="urn:microsoft.com/office/officeart/2005/8/layout/list1#3"/>
    <dgm:cxn modelId="{DE37B3A7-A5D5-42F5-AB41-6553D6812A0C}" srcId="{D411897B-5E6F-4BC5-AA17-A239E3806E86}" destId="{3D97F847-2F7D-4E9B-834E-14623C0BD2D0}" srcOrd="1" destOrd="0" parTransId="{741D05C0-5C0F-4934-B18B-890F3FAAC423}" sibTransId="{AEA5C880-D27F-480E-B03F-5A0310201204}"/>
    <dgm:cxn modelId="{37EC17AE-6F5F-4589-B0CC-2DBBFB52D3E5}" type="presOf" srcId="{256F8BF9-93D4-4FBF-A452-2E2128C75A71}" destId="{42F023BF-3965-4192-A3A3-33EED2968922}" srcOrd="0" destOrd="0" presId="urn:microsoft.com/office/officeart/2005/8/layout/list1#3"/>
    <dgm:cxn modelId="{DFF53CB1-6021-4862-90D7-035C40EF6B48}" srcId="{2CD63143-73D4-47D0-B703-2411E67122D7}" destId="{D4D480EC-DA46-4522-A65A-AD6C5BAA403C}" srcOrd="2" destOrd="0" parTransId="{3897F731-3356-4453-92C4-C12E56E33E50}" sibTransId="{38FAE11B-6D2D-49EA-AA40-DC662C207152}"/>
    <dgm:cxn modelId="{7FEAFBB4-86AD-4F95-90A3-90C2D022FAFC}" type="presOf" srcId="{D411897B-5E6F-4BC5-AA17-A239E3806E86}" destId="{E585AD9B-A4FF-4653-B827-D7AC096DD0A7}" srcOrd="0" destOrd="0" presId="urn:microsoft.com/office/officeart/2005/8/layout/list1#3"/>
    <dgm:cxn modelId="{79FC26E0-81C5-47D1-9C73-9817C4F48698}" type="presOf" srcId="{C980D92E-F92D-42F0-80E0-69F3631BF8E4}" destId="{30499F57-406C-4EF4-B8F2-64371096D000}" srcOrd="0" destOrd="0" presId="urn:microsoft.com/office/officeart/2005/8/layout/list1#3"/>
    <dgm:cxn modelId="{C4A562ED-1952-4C72-BD33-6CDBB74F85F1}" srcId="{2CD63143-73D4-47D0-B703-2411E67122D7}" destId="{E37A63DB-7458-4A46-9073-8646F49A6E2A}" srcOrd="1" destOrd="0" parTransId="{25F53442-1792-4EEA-9D07-495AD58FAC74}" sibTransId="{9490BA81-3E88-4390-9DFD-E7980D75941A}"/>
    <dgm:cxn modelId="{A7C6FBF6-3784-429A-B7E6-A21A05789E80}" type="presOf" srcId="{B0A35994-8EDE-445C-9DE0-EB9A615D416B}" destId="{797F0E30-FF46-4F77-A2D8-360AC41E4FE8}" srcOrd="0" destOrd="0" presId="urn:microsoft.com/office/officeart/2005/8/layout/list1#3"/>
    <dgm:cxn modelId="{CF3ABA5D-FA21-4B34-8553-7AF768134ACF}" type="presParOf" srcId="{797F0E30-FF46-4F77-A2D8-360AC41E4FE8}" destId="{97DA16E9-C10F-455B-94E4-6A66F2C6CB8E}" srcOrd="0" destOrd="0" presId="urn:microsoft.com/office/officeart/2005/8/layout/list1#3"/>
    <dgm:cxn modelId="{C0ED27D8-6404-400B-9164-D8F9612D1096}" type="presParOf" srcId="{97DA16E9-C10F-455B-94E4-6A66F2C6CB8E}" destId="{F2EF1B2A-B798-427F-92CE-9848DBF1D9C2}" srcOrd="0" destOrd="0" presId="urn:microsoft.com/office/officeart/2005/8/layout/list1#3"/>
    <dgm:cxn modelId="{DD244D5D-B0DE-4917-9640-924B695D5CEA}" type="presParOf" srcId="{97DA16E9-C10F-455B-94E4-6A66F2C6CB8E}" destId="{C6EB27F7-3A9C-4398-AB4E-124D60FE4BB1}" srcOrd="1" destOrd="0" presId="urn:microsoft.com/office/officeart/2005/8/layout/list1#3"/>
    <dgm:cxn modelId="{61BBDD88-BB4E-4EE7-83DF-192C5D568ED1}" type="presParOf" srcId="{797F0E30-FF46-4F77-A2D8-360AC41E4FE8}" destId="{17DC2811-2878-413C-B101-3D23CB5AD65A}" srcOrd="1" destOrd="0" presId="urn:microsoft.com/office/officeart/2005/8/layout/list1#3"/>
    <dgm:cxn modelId="{BD108A55-C435-4EC6-A2FA-881BC3AE25AD}" type="presParOf" srcId="{797F0E30-FF46-4F77-A2D8-360AC41E4FE8}" destId="{42F023BF-3965-4192-A3A3-33EED2968922}" srcOrd="2" destOrd="0" presId="urn:microsoft.com/office/officeart/2005/8/layout/list1#3"/>
    <dgm:cxn modelId="{E5065B4F-72BC-4FDF-A7ED-88196578A184}" type="presParOf" srcId="{797F0E30-FF46-4F77-A2D8-360AC41E4FE8}" destId="{5944B247-D08D-4972-91E9-E42524173BF4}" srcOrd="3" destOrd="0" presId="urn:microsoft.com/office/officeart/2005/8/layout/list1#3"/>
    <dgm:cxn modelId="{B5686189-8F6B-44AF-8E58-1BF8FA0D39E6}" type="presParOf" srcId="{797F0E30-FF46-4F77-A2D8-360AC41E4FE8}" destId="{BECE06BF-ADF0-4F4B-9D74-7FBA19DB6997}" srcOrd="4" destOrd="0" presId="urn:microsoft.com/office/officeart/2005/8/layout/list1#3"/>
    <dgm:cxn modelId="{23CEF1EE-3A2C-4E68-83DD-18F17A38500F}" type="presParOf" srcId="{BECE06BF-ADF0-4F4B-9D74-7FBA19DB6997}" destId="{649E1AE0-C769-4BFE-9257-DEA2B1DE4B91}" srcOrd="0" destOrd="0" presId="urn:microsoft.com/office/officeart/2005/8/layout/list1#3"/>
    <dgm:cxn modelId="{2C1E3AF7-0CF7-4223-A926-16EA587E43F4}" type="presParOf" srcId="{BECE06BF-ADF0-4F4B-9D74-7FBA19DB6997}" destId="{9B4B5123-DFC3-47BF-9BB7-3888394400D8}" srcOrd="1" destOrd="0" presId="urn:microsoft.com/office/officeart/2005/8/layout/list1#3"/>
    <dgm:cxn modelId="{69DE3BB4-6380-444A-88F8-C8B0D360E587}" type="presParOf" srcId="{797F0E30-FF46-4F77-A2D8-360AC41E4FE8}" destId="{938B1C88-7024-4CFA-866B-0037AF1DF0E7}" srcOrd="5" destOrd="0" presId="urn:microsoft.com/office/officeart/2005/8/layout/list1#3"/>
    <dgm:cxn modelId="{C9226634-72DC-49A8-B77E-47BFE21E7A40}" type="presParOf" srcId="{797F0E30-FF46-4F77-A2D8-360AC41E4FE8}" destId="{215B3271-14DB-4931-8F07-9A8A9FCFBC5C}" srcOrd="6" destOrd="0" presId="urn:microsoft.com/office/officeart/2005/8/layout/list1#3"/>
    <dgm:cxn modelId="{ADE32AD0-9682-47F0-B9F9-45E671ED4106}" type="presParOf" srcId="{797F0E30-FF46-4F77-A2D8-360AC41E4FE8}" destId="{04AEE96B-B4F2-40DE-8899-23BF3E847567}" srcOrd="7" destOrd="0" presId="urn:microsoft.com/office/officeart/2005/8/layout/list1#3"/>
    <dgm:cxn modelId="{D4B77EDF-EEA3-4E61-9E77-1F20F5D00769}" type="presParOf" srcId="{797F0E30-FF46-4F77-A2D8-360AC41E4FE8}" destId="{3FFBFB7B-FD05-4A19-9E99-C9F7622942B2}" srcOrd="8" destOrd="0" presId="urn:microsoft.com/office/officeart/2005/8/layout/list1#3"/>
    <dgm:cxn modelId="{43C83A5D-5558-41A7-B9FA-E0FC2A2868E2}" type="presParOf" srcId="{3FFBFB7B-FD05-4A19-9E99-C9F7622942B2}" destId="{E585AD9B-A4FF-4653-B827-D7AC096DD0A7}" srcOrd="0" destOrd="0" presId="urn:microsoft.com/office/officeart/2005/8/layout/list1#3"/>
    <dgm:cxn modelId="{909114F7-4391-4562-98E5-C0682443D591}" type="presParOf" srcId="{3FFBFB7B-FD05-4A19-9E99-C9F7622942B2}" destId="{D2229086-8B79-4428-85E1-CA5E425B16CA}" srcOrd="1" destOrd="0" presId="urn:microsoft.com/office/officeart/2005/8/layout/list1#3"/>
    <dgm:cxn modelId="{96E6C9B2-87F5-4177-867B-FF709CB62A64}" type="presParOf" srcId="{797F0E30-FF46-4F77-A2D8-360AC41E4FE8}" destId="{A96F6113-53AD-4F08-9553-9773340EF152}" srcOrd="9" destOrd="0" presId="urn:microsoft.com/office/officeart/2005/8/layout/list1#3"/>
    <dgm:cxn modelId="{A846E5EF-6F2E-4A82-9390-77448A051C9E}" type="presParOf" srcId="{797F0E30-FF46-4F77-A2D8-360AC41E4FE8}" destId="{30499F57-406C-4EF4-B8F2-64371096D000}" srcOrd="10" destOrd="0" presId="urn:microsoft.com/office/officeart/2005/8/layout/list1#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8AE7969-BBA0-4768-98FF-ACE4D290BD59}" type="doc">
      <dgm:prSet loTypeId="urn:microsoft.com/office/officeart/2005/8/layout/vProcess5" loCatId="process" qsTypeId="urn:microsoft.com/office/officeart/2005/8/quickstyle/simple3" qsCatId="simple" csTypeId="urn:microsoft.com/office/officeart/2005/8/colors/colorful4" csCatId="colorful" phldr="1"/>
      <dgm:spPr/>
      <dgm:t>
        <a:bodyPr/>
        <a:lstStyle/>
        <a:p>
          <a:endParaRPr lang="zh-CN" altLang="en-US"/>
        </a:p>
      </dgm:t>
    </dgm:pt>
    <dgm:pt modelId="{B98EDA59-4F91-4B6F-B5A5-8ACDBB425428}">
      <dgm:prSet phldrT="[文本]"/>
      <dgm:spPr/>
      <dgm:t>
        <a:bodyPr/>
        <a:lstStyle/>
        <a:p>
          <a:r>
            <a:rPr lang="zh-CN" altLang="zh-CN"/>
            <a:t>代码中使用类：</a:t>
          </a:r>
          <a:r>
            <a:rPr lang="en-US" altLang="zh-CN"/>
            <a:t>new App\Controller\User()</a:t>
          </a:r>
          <a:r>
            <a:rPr lang="zh-CN" altLang="zh-CN"/>
            <a:t>；</a:t>
          </a:r>
          <a:endParaRPr lang="zh-CN" altLang="en-US"/>
        </a:p>
      </dgm:t>
    </dgm:pt>
    <dgm:pt modelId="{CDCF3F94-038A-4A2B-B864-24231756C4A8}" type="parTrans" cxnId="{F8541397-D5E9-417B-B920-5448A8BA1611}">
      <dgm:prSet/>
      <dgm:spPr/>
      <dgm:t>
        <a:bodyPr/>
        <a:lstStyle/>
        <a:p>
          <a:endParaRPr lang="zh-CN" altLang="en-US"/>
        </a:p>
      </dgm:t>
    </dgm:pt>
    <dgm:pt modelId="{AB3B79C7-958E-4A6F-8848-EC536E6E451E}" type="sibTrans" cxnId="{F8541397-D5E9-417B-B920-5448A8BA1611}">
      <dgm:prSet/>
      <dgm:spPr/>
      <dgm:t>
        <a:bodyPr/>
        <a:lstStyle/>
        <a:p>
          <a:endParaRPr lang="zh-CN" altLang="en-US"/>
        </a:p>
      </dgm:t>
    </dgm:pt>
    <dgm:pt modelId="{E8FC280D-9329-4379-A974-EAA8C3ECA21C}">
      <dgm:prSet/>
      <dgm:spPr/>
      <dgm:t>
        <a:bodyPr/>
        <a:lstStyle/>
        <a:p>
          <a:r>
            <a:rPr lang="en-US" altLang="zh-CN"/>
            <a:t>PHP </a:t>
          </a:r>
          <a:r>
            <a:rPr lang="zh-CN" altLang="zh-CN"/>
            <a:t>发现类不存在，触发自动加载器；</a:t>
          </a:r>
        </a:p>
      </dgm:t>
    </dgm:pt>
    <dgm:pt modelId="{84B76782-9EAA-47D0-86F0-CDBEA11491A3}" type="parTrans" cxnId="{1EADF366-6D34-4276-A052-F2611C871C2B}">
      <dgm:prSet/>
      <dgm:spPr/>
      <dgm:t>
        <a:bodyPr/>
        <a:lstStyle/>
        <a:p>
          <a:endParaRPr lang="zh-CN" altLang="en-US"/>
        </a:p>
      </dgm:t>
    </dgm:pt>
    <dgm:pt modelId="{0314EA74-1D33-4FCC-947B-6259A000B47D}" type="sibTrans" cxnId="{1EADF366-6D34-4276-A052-F2611C871C2B}">
      <dgm:prSet/>
      <dgm:spPr/>
      <dgm:t>
        <a:bodyPr/>
        <a:lstStyle/>
        <a:p>
          <a:endParaRPr lang="zh-CN" altLang="en-US"/>
        </a:p>
      </dgm:t>
    </dgm:pt>
    <dgm:pt modelId="{73D63A6B-C6DB-44F9-AE08-1ADEB0B8E8FD}">
      <dgm:prSet/>
      <dgm:spPr/>
      <dgm:t>
        <a:bodyPr/>
        <a:lstStyle/>
        <a:p>
          <a:r>
            <a:rPr lang="en-US" altLang="zh-CN"/>
            <a:t>Composer </a:t>
          </a:r>
          <a:r>
            <a:rPr lang="zh-CN" altLang="zh-CN"/>
            <a:t>自动加载器根据命名空间查找映射；</a:t>
          </a:r>
        </a:p>
      </dgm:t>
    </dgm:pt>
    <dgm:pt modelId="{30E98D3F-137D-4272-9AF4-3F32F638733D}" type="parTrans" cxnId="{D4AF678D-EC63-4B6E-B406-10836F95B8A5}">
      <dgm:prSet/>
      <dgm:spPr/>
      <dgm:t>
        <a:bodyPr/>
        <a:lstStyle/>
        <a:p>
          <a:endParaRPr lang="zh-CN" altLang="en-US"/>
        </a:p>
      </dgm:t>
    </dgm:pt>
    <dgm:pt modelId="{D5256BE6-33B6-4EC6-8DE9-D026A350C4F6}" type="sibTrans" cxnId="{D4AF678D-EC63-4B6E-B406-10836F95B8A5}">
      <dgm:prSet/>
      <dgm:spPr/>
      <dgm:t>
        <a:bodyPr/>
        <a:lstStyle/>
        <a:p>
          <a:endParaRPr lang="zh-CN" altLang="en-US"/>
        </a:p>
      </dgm:t>
    </dgm:pt>
    <dgm:pt modelId="{D7F3576D-78ED-4938-8134-C4650E0A3D85}">
      <dgm:prSet/>
      <dgm:spPr/>
      <dgm:t>
        <a:bodyPr/>
        <a:lstStyle/>
        <a:p>
          <a:r>
            <a:rPr lang="zh-CN" altLang="zh-CN"/>
            <a:t>找到对应的文件路径；</a:t>
          </a:r>
        </a:p>
      </dgm:t>
    </dgm:pt>
    <dgm:pt modelId="{94FB12B5-F074-4CCD-B046-D25C3F3F17C0}" type="parTrans" cxnId="{98ADD05E-55B9-42BA-A64E-2DDB1C88208E}">
      <dgm:prSet/>
      <dgm:spPr/>
      <dgm:t>
        <a:bodyPr/>
        <a:lstStyle/>
        <a:p>
          <a:endParaRPr lang="zh-CN" altLang="en-US"/>
        </a:p>
      </dgm:t>
    </dgm:pt>
    <dgm:pt modelId="{8F1DE7AD-A8FC-41A8-913D-B65C5FC4437F}" type="sibTrans" cxnId="{98ADD05E-55B9-42BA-A64E-2DDB1C88208E}">
      <dgm:prSet/>
      <dgm:spPr/>
      <dgm:t>
        <a:bodyPr/>
        <a:lstStyle/>
        <a:p>
          <a:endParaRPr lang="zh-CN" altLang="en-US"/>
        </a:p>
      </dgm:t>
    </dgm:pt>
    <dgm:pt modelId="{AB355355-8649-4932-A430-CC580C135200}">
      <dgm:prSet/>
      <dgm:spPr/>
      <dgm:t>
        <a:bodyPr/>
        <a:lstStyle/>
        <a:p>
          <a:r>
            <a:rPr lang="en-US" altLang="zh-CN"/>
            <a:t>require/include </a:t>
          </a:r>
          <a:r>
            <a:rPr lang="zh-CN" altLang="zh-CN"/>
            <a:t>该文件；</a:t>
          </a:r>
        </a:p>
      </dgm:t>
    </dgm:pt>
    <dgm:pt modelId="{6542B0FA-078E-4B88-A983-4AE3EC84CB69}" type="parTrans" cxnId="{58545237-D332-47CB-9D37-50B3783E05D1}">
      <dgm:prSet/>
      <dgm:spPr/>
      <dgm:t>
        <a:bodyPr/>
        <a:lstStyle/>
        <a:p>
          <a:endParaRPr lang="zh-CN" altLang="en-US"/>
        </a:p>
      </dgm:t>
    </dgm:pt>
    <dgm:pt modelId="{3B9EDF01-3F53-471B-A05A-B9E850EB7CBC}" type="sibTrans" cxnId="{58545237-D332-47CB-9D37-50B3783E05D1}">
      <dgm:prSet/>
      <dgm:spPr/>
      <dgm:t>
        <a:bodyPr/>
        <a:lstStyle/>
        <a:p>
          <a:endParaRPr lang="zh-CN" altLang="en-US"/>
        </a:p>
      </dgm:t>
    </dgm:pt>
    <dgm:pt modelId="{EEFD012A-AD3E-4583-8779-597153A20473}">
      <dgm:prSet/>
      <dgm:spPr/>
      <dgm:t>
        <a:bodyPr/>
        <a:lstStyle/>
        <a:p>
          <a:endParaRPr lang="zh-CN" altLang="en-US"/>
        </a:p>
      </dgm:t>
    </dgm:pt>
    <dgm:pt modelId="{B3816840-42E6-419F-A70E-60208FB0B1E1}" type="parTrans" cxnId="{1C6BFC7A-706B-4A3F-AA38-15368EF378B6}">
      <dgm:prSet/>
      <dgm:spPr/>
      <dgm:t>
        <a:bodyPr/>
        <a:lstStyle/>
        <a:p>
          <a:endParaRPr lang="zh-CN" altLang="en-US"/>
        </a:p>
      </dgm:t>
    </dgm:pt>
    <dgm:pt modelId="{467B788F-8B0F-4D2F-AE1C-E6F2A9BD3845}" type="sibTrans" cxnId="{1C6BFC7A-706B-4A3F-AA38-15368EF378B6}">
      <dgm:prSet/>
      <dgm:spPr/>
      <dgm:t>
        <a:bodyPr/>
        <a:lstStyle/>
        <a:p>
          <a:endParaRPr lang="zh-CN" altLang="en-US"/>
        </a:p>
      </dgm:t>
    </dgm:pt>
    <dgm:pt modelId="{D28B00E1-E5F9-462D-AFD4-04DCBACFECD5}" type="pres">
      <dgm:prSet presAssocID="{A8AE7969-BBA0-4768-98FF-ACE4D290BD59}" presName="outerComposite" presStyleCnt="0">
        <dgm:presLayoutVars>
          <dgm:chMax val="5"/>
          <dgm:dir/>
          <dgm:resizeHandles val="exact"/>
        </dgm:presLayoutVars>
      </dgm:prSet>
      <dgm:spPr/>
    </dgm:pt>
    <dgm:pt modelId="{AD25B8F5-963E-4982-A9A5-498E06DDBC80}" type="pres">
      <dgm:prSet presAssocID="{A8AE7969-BBA0-4768-98FF-ACE4D290BD59}" presName="dummyMaxCanvas" presStyleCnt="0">
        <dgm:presLayoutVars/>
      </dgm:prSet>
      <dgm:spPr/>
    </dgm:pt>
    <dgm:pt modelId="{F1612CF2-C580-4113-9D62-7436193916A7}" type="pres">
      <dgm:prSet presAssocID="{A8AE7969-BBA0-4768-98FF-ACE4D290BD59}" presName="FiveNodes_1" presStyleLbl="node1" presStyleIdx="0" presStyleCnt="5">
        <dgm:presLayoutVars>
          <dgm:bulletEnabled val="1"/>
        </dgm:presLayoutVars>
      </dgm:prSet>
      <dgm:spPr/>
    </dgm:pt>
    <dgm:pt modelId="{A6C363DF-EBFF-4E1B-8ED0-A7CE5E315156}" type="pres">
      <dgm:prSet presAssocID="{A8AE7969-BBA0-4768-98FF-ACE4D290BD59}" presName="FiveNodes_2" presStyleLbl="node1" presStyleIdx="1" presStyleCnt="5">
        <dgm:presLayoutVars>
          <dgm:bulletEnabled val="1"/>
        </dgm:presLayoutVars>
      </dgm:prSet>
      <dgm:spPr/>
    </dgm:pt>
    <dgm:pt modelId="{5E4917EB-F514-49C8-A908-EF97A3847074}" type="pres">
      <dgm:prSet presAssocID="{A8AE7969-BBA0-4768-98FF-ACE4D290BD59}" presName="FiveNodes_3" presStyleLbl="node1" presStyleIdx="2" presStyleCnt="5">
        <dgm:presLayoutVars>
          <dgm:bulletEnabled val="1"/>
        </dgm:presLayoutVars>
      </dgm:prSet>
      <dgm:spPr/>
    </dgm:pt>
    <dgm:pt modelId="{518B455B-7728-4F16-A128-D73E9C4C9E99}" type="pres">
      <dgm:prSet presAssocID="{A8AE7969-BBA0-4768-98FF-ACE4D290BD59}" presName="FiveNodes_4" presStyleLbl="node1" presStyleIdx="3" presStyleCnt="5">
        <dgm:presLayoutVars>
          <dgm:bulletEnabled val="1"/>
        </dgm:presLayoutVars>
      </dgm:prSet>
      <dgm:spPr/>
    </dgm:pt>
    <dgm:pt modelId="{86EDDF46-FA92-40E4-BED7-34EB6F67C4A2}" type="pres">
      <dgm:prSet presAssocID="{A8AE7969-BBA0-4768-98FF-ACE4D290BD59}" presName="FiveNodes_5" presStyleLbl="node1" presStyleIdx="4" presStyleCnt="5">
        <dgm:presLayoutVars>
          <dgm:bulletEnabled val="1"/>
        </dgm:presLayoutVars>
      </dgm:prSet>
      <dgm:spPr/>
    </dgm:pt>
    <dgm:pt modelId="{55A114AF-BED5-4594-A123-9A987C0CB4CE}" type="pres">
      <dgm:prSet presAssocID="{A8AE7969-BBA0-4768-98FF-ACE4D290BD59}" presName="FiveConn_1-2" presStyleLbl="fgAccFollowNode1" presStyleIdx="0" presStyleCnt="4">
        <dgm:presLayoutVars>
          <dgm:bulletEnabled val="1"/>
        </dgm:presLayoutVars>
      </dgm:prSet>
      <dgm:spPr/>
    </dgm:pt>
    <dgm:pt modelId="{B1158416-4C6F-4AB7-BC01-89DB37D58E25}" type="pres">
      <dgm:prSet presAssocID="{A8AE7969-BBA0-4768-98FF-ACE4D290BD59}" presName="FiveConn_2-3" presStyleLbl="fgAccFollowNode1" presStyleIdx="1" presStyleCnt="4">
        <dgm:presLayoutVars>
          <dgm:bulletEnabled val="1"/>
        </dgm:presLayoutVars>
      </dgm:prSet>
      <dgm:spPr/>
    </dgm:pt>
    <dgm:pt modelId="{CCEFD42C-C656-4277-B029-A67749C23552}" type="pres">
      <dgm:prSet presAssocID="{A8AE7969-BBA0-4768-98FF-ACE4D290BD59}" presName="FiveConn_3-4" presStyleLbl="fgAccFollowNode1" presStyleIdx="2" presStyleCnt="4">
        <dgm:presLayoutVars>
          <dgm:bulletEnabled val="1"/>
        </dgm:presLayoutVars>
      </dgm:prSet>
      <dgm:spPr/>
    </dgm:pt>
    <dgm:pt modelId="{C810033C-7EDD-461B-A16B-BCC90CE754EE}" type="pres">
      <dgm:prSet presAssocID="{A8AE7969-BBA0-4768-98FF-ACE4D290BD59}" presName="FiveConn_4-5" presStyleLbl="fgAccFollowNode1" presStyleIdx="3" presStyleCnt="4">
        <dgm:presLayoutVars>
          <dgm:bulletEnabled val="1"/>
        </dgm:presLayoutVars>
      </dgm:prSet>
      <dgm:spPr/>
    </dgm:pt>
    <dgm:pt modelId="{70CF8F33-A7B8-4CDB-9ADA-D730804DF19D}" type="pres">
      <dgm:prSet presAssocID="{A8AE7969-BBA0-4768-98FF-ACE4D290BD59}" presName="FiveNodes_1_text" presStyleLbl="node1" presStyleIdx="4" presStyleCnt="5">
        <dgm:presLayoutVars>
          <dgm:bulletEnabled val="1"/>
        </dgm:presLayoutVars>
      </dgm:prSet>
      <dgm:spPr/>
    </dgm:pt>
    <dgm:pt modelId="{FD5EED37-EFCF-4692-962C-797F43701F7D}" type="pres">
      <dgm:prSet presAssocID="{A8AE7969-BBA0-4768-98FF-ACE4D290BD59}" presName="FiveNodes_2_text" presStyleLbl="node1" presStyleIdx="4" presStyleCnt="5">
        <dgm:presLayoutVars>
          <dgm:bulletEnabled val="1"/>
        </dgm:presLayoutVars>
      </dgm:prSet>
      <dgm:spPr/>
    </dgm:pt>
    <dgm:pt modelId="{9ACE109A-F57C-40DD-9E58-97452BBCD46C}" type="pres">
      <dgm:prSet presAssocID="{A8AE7969-BBA0-4768-98FF-ACE4D290BD59}" presName="FiveNodes_3_text" presStyleLbl="node1" presStyleIdx="4" presStyleCnt="5">
        <dgm:presLayoutVars>
          <dgm:bulletEnabled val="1"/>
        </dgm:presLayoutVars>
      </dgm:prSet>
      <dgm:spPr/>
    </dgm:pt>
    <dgm:pt modelId="{04748ADA-CAE7-4D89-8B18-C882212FBE4B}" type="pres">
      <dgm:prSet presAssocID="{A8AE7969-BBA0-4768-98FF-ACE4D290BD59}" presName="FiveNodes_4_text" presStyleLbl="node1" presStyleIdx="4" presStyleCnt="5">
        <dgm:presLayoutVars>
          <dgm:bulletEnabled val="1"/>
        </dgm:presLayoutVars>
      </dgm:prSet>
      <dgm:spPr/>
    </dgm:pt>
    <dgm:pt modelId="{8AB1B8FB-FF42-4E34-9881-A4AEEBD1DA01}" type="pres">
      <dgm:prSet presAssocID="{A8AE7969-BBA0-4768-98FF-ACE4D290BD59}" presName="FiveNodes_5_text" presStyleLbl="node1" presStyleIdx="4" presStyleCnt="5">
        <dgm:presLayoutVars>
          <dgm:bulletEnabled val="1"/>
        </dgm:presLayoutVars>
      </dgm:prSet>
      <dgm:spPr/>
    </dgm:pt>
  </dgm:ptLst>
  <dgm:cxnLst>
    <dgm:cxn modelId="{78845627-1D0E-452B-88BF-16CB7440D14C}" type="presOf" srcId="{D7F3576D-78ED-4938-8134-C4650E0A3D85}" destId="{04748ADA-CAE7-4D89-8B18-C882212FBE4B}" srcOrd="1" destOrd="0" presId="urn:microsoft.com/office/officeart/2005/8/layout/vProcess5"/>
    <dgm:cxn modelId="{58545237-D332-47CB-9D37-50B3783E05D1}" srcId="{A8AE7969-BBA0-4768-98FF-ACE4D290BD59}" destId="{AB355355-8649-4932-A430-CC580C135200}" srcOrd="4" destOrd="0" parTransId="{6542B0FA-078E-4B88-A983-4AE3EC84CB69}" sibTransId="{3B9EDF01-3F53-471B-A05A-B9E850EB7CBC}"/>
    <dgm:cxn modelId="{5A768E5D-8935-49C9-96FA-D595D78802F0}" type="presOf" srcId="{B98EDA59-4F91-4B6F-B5A5-8ACDBB425428}" destId="{70CF8F33-A7B8-4CDB-9ADA-D730804DF19D}" srcOrd="1" destOrd="0" presId="urn:microsoft.com/office/officeart/2005/8/layout/vProcess5"/>
    <dgm:cxn modelId="{98ADD05E-55B9-42BA-A64E-2DDB1C88208E}" srcId="{A8AE7969-BBA0-4768-98FF-ACE4D290BD59}" destId="{D7F3576D-78ED-4938-8134-C4650E0A3D85}" srcOrd="3" destOrd="0" parTransId="{94FB12B5-F074-4CCD-B046-D25C3F3F17C0}" sibTransId="{8F1DE7AD-A8FC-41A8-913D-B65C5FC4437F}"/>
    <dgm:cxn modelId="{FF261665-A21F-42A0-B78E-BA6BA7BE0F13}" type="presOf" srcId="{D5256BE6-33B6-4EC6-8DE9-D026A350C4F6}" destId="{CCEFD42C-C656-4277-B029-A67749C23552}" srcOrd="0" destOrd="0" presId="urn:microsoft.com/office/officeart/2005/8/layout/vProcess5"/>
    <dgm:cxn modelId="{A1A7D866-B504-4422-B487-239AD8A256E5}" type="presOf" srcId="{0314EA74-1D33-4FCC-947B-6259A000B47D}" destId="{B1158416-4C6F-4AB7-BC01-89DB37D58E25}" srcOrd="0" destOrd="0" presId="urn:microsoft.com/office/officeart/2005/8/layout/vProcess5"/>
    <dgm:cxn modelId="{1EADF366-6D34-4276-A052-F2611C871C2B}" srcId="{A8AE7969-BBA0-4768-98FF-ACE4D290BD59}" destId="{E8FC280D-9329-4379-A974-EAA8C3ECA21C}" srcOrd="1" destOrd="0" parTransId="{84B76782-9EAA-47D0-86F0-CDBEA11491A3}" sibTransId="{0314EA74-1D33-4FCC-947B-6259A000B47D}"/>
    <dgm:cxn modelId="{0FA3AE6A-6C6C-45D8-9E93-3E9F551917C5}" type="presOf" srcId="{E8FC280D-9329-4379-A974-EAA8C3ECA21C}" destId="{FD5EED37-EFCF-4692-962C-797F43701F7D}" srcOrd="1" destOrd="0" presId="urn:microsoft.com/office/officeart/2005/8/layout/vProcess5"/>
    <dgm:cxn modelId="{EE85004E-4B8C-41E6-9910-D787124E6A1A}" type="presOf" srcId="{E8FC280D-9329-4379-A974-EAA8C3ECA21C}" destId="{A6C363DF-EBFF-4E1B-8ED0-A7CE5E315156}" srcOrd="0" destOrd="0" presId="urn:microsoft.com/office/officeart/2005/8/layout/vProcess5"/>
    <dgm:cxn modelId="{41CFD570-E782-4E58-880E-143CF662F54D}" type="presOf" srcId="{AB3B79C7-958E-4A6F-8848-EC536E6E451E}" destId="{55A114AF-BED5-4594-A123-9A987C0CB4CE}" srcOrd="0" destOrd="0" presId="urn:microsoft.com/office/officeart/2005/8/layout/vProcess5"/>
    <dgm:cxn modelId="{0CF8A275-4C21-4CB6-A23E-F93356541D80}" type="presOf" srcId="{D7F3576D-78ED-4938-8134-C4650E0A3D85}" destId="{518B455B-7728-4F16-A128-D73E9C4C9E99}" srcOrd="0" destOrd="0" presId="urn:microsoft.com/office/officeart/2005/8/layout/vProcess5"/>
    <dgm:cxn modelId="{3BB15658-BD78-400B-8C3B-522EEB89AC19}" type="presOf" srcId="{AB355355-8649-4932-A430-CC580C135200}" destId="{86EDDF46-FA92-40E4-BED7-34EB6F67C4A2}" srcOrd="0" destOrd="0" presId="urn:microsoft.com/office/officeart/2005/8/layout/vProcess5"/>
    <dgm:cxn modelId="{1C6BFC7A-706B-4A3F-AA38-15368EF378B6}" srcId="{A8AE7969-BBA0-4768-98FF-ACE4D290BD59}" destId="{EEFD012A-AD3E-4583-8779-597153A20473}" srcOrd="5" destOrd="0" parTransId="{B3816840-42E6-419F-A70E-60208FB0B1E1}" sibTransId="{467B788F-8B0F-4D2F-AE1C-E6F2A9BD3845}"/>
    <dgm:cxn modelId="{D4AF678D-EC63-4B6E-B406-10836F95B8A5}" srcId="{A8AE7969-BBA0-4768-98FF-ACE4D290BD59}" destId="{73D63A6B-C6DB-44F9-AE08-1ADEB0B8E8FD}" srcOrd="2" destOrd="0" parTransId="{30E98D3F-137D-4272-9AF4-3F32F638733D}" sibTransId="{D5256BE6-33B6-4EC6-8DE9-D026A350C4F6}"/>
    <dgm:cxn modelId="{F8541397-D5E9-417B-B920-5448A8BA1611}" srcId="{A8AE7969-BBA0-4768-98FF-ACE4D290BD59}" destId="{B98EDA59-4F91-4B6F-B5A5-8ACDBB425428}" srcOrd="0" destOrd="0" parTransId="{CDCF3F94-038A-4A2B-B864-24231756C4A8}" sibTransId="{AB3B79C7-958E-4A6F-8848-EC536E6E451E}"/>
    <dgm:cxn modelId="{43541A98-ADC1-4C0B-AD88-4D4628B2CC1D}" type="presOf" srcId="{73D63A6B-C6DB-44F9-AE08-1ADEB0B8E8FD}" destId="{5E4917EB-F514-49C8-A908-EF97A3847074}" srcOrd="0" destOrd="0" presId="urn:microsoft.com/office/officeart/2005/8/layout/vProcess5"/>
    <dgm:cxn modelId="{BAE9FC9C-5D4C-4F19-A3F5-C398D0D123CD}" type="presOf" srcId="{73D63A6B-C6DB-44F9-AE08-1ADEB0B8E8FD}" destId="{9ACE109A-F57C-40DD-9E58-97452BBCD46C}" srcOrd="1" destOrd="0" presId="urn:microsoft.com/office/officeart/2005/8/layout/vProcess5"/>
    <dgm:cxn modelId="{CFE22CBD-29EF-4230-A021-B9E057044010}" type="presOf" srcId="{B98EDA59-4F91-4B6F-B5A5-8ACDBB425428}" destId="{F1612CF2-C580-4113-9D62-7436193916A7}" srcOrd="0" destOrd="0" presId="urn:microsoft.com/office/officeart/2005/8/layout/vProcess5"/>
    <dgm:cxn modelId="{C8D054CB-B1AF-4D0C-9BEC-CF7447881327}" type="presOf" srcId="{AB355355-8649-4932-A430-CC580C135200}" destId="{8AB1B8FB-FF42-4E34-9881-A4AEEBD1DA01}" srcOrd="1" destOrd="0" presId="urn:microsoft.com/office/officeart/2005/8/layout/vProcess5"/>
    <dgm:cxn modelId="{856989CD-2BF0-4FE6-94F9-D8A8D49A96CA}" type="presOf" srcId="{8F1DE7AD-A8FC-41A8-913D-B65C5FC4437F}" destId="{C810033C-7EDD-461B-A16B-BCC90CE754EE}" srcOrd="0" destOrd="0" presId="urn:microsoft.com/office/officeart/2005/8/layout/vProcess5"/>
    <dgm:cxn modelId="{3CE94DFC-75E1-4108-B6F4-90511ADCA52D}" type="presOf" srcId="{A8AE7969-BBA0-4768-98FF-ACE4D290BD59}" destId="{D28B00E1-E5F9-462D-AFD4-04DCBACFECD5}" srcOrd="0" destOrd="0" presId="urn:microsoft.com/office/officeart/2005/8/layout/vProcess5"/>
    <dgm:cxn modelId="{9F7D9AC7-6CB4-42A5-AB3A-31CA9CEB23D8}" type="presParOf" srcId="{D28B00E1-E5F9-462D-AFD4-04DCBACFECD5}" destId="{AD25B8F5-963E-4982-A9A5-498E06DDBC80}" srcOrd="0" destOrd="0" presId="urn:microsoft.com/office/officeart/2005/8/layout/vProcess5"/>
    <dgm:cxn modelId="{59B5C469-A764-4A4A-ABEF-8F6F88FCB98B}" type="presParOf" srcId="{D28B00E1-E5F9-462D-AFD4-04DCBACFECD5}" destId="{F1612CF2-C580-4113-9D62-7436193916A7}" srcOrd="1" destOrd="0" presId="urn:microsoft.com/office/officeart/2005/8/layout/vProcess5"/>
    <dgm:cxn modelId="{23A89C2E-EE14-42EE-A2F5-3DEAB4860C32}" type="presParOf" srcId="{D28B00E1-E5F9-462D-AFD4-04DCBACFECD5}" destId="{A6C363DF-EBFF-4E1B-8ED0-A7CE5E315156}" srcOrd="2" destOrd="0" presId="urn:microsoft.com/office/officeart/2005/8/layout/vProcess5"/>
    <dgm:cxn modelId="{0D611B3D-E494-48C4-912E-E4B880EB1E25}" type="presParOf" srcId="{D28B00E1-E5F9-462D-AFD4-04DCBACFECD5}" destId="{5E4917EB-F514-49C8-A908-EF97A3847074}" srcOrd="3" destOrd="0" presId="urn:microsoft.com/office/officeart/2005/8/layout/vProcess5"/>
    <dgm:cxn modelId="{199BF452-1C46-47D1-9C9A-B662D41FD022}" type="presParOf" srcId="{D28B00E1-E5F9-462D-AFD4-04DCBACFECD5}" destId="{518B455B-7728-4F16-A128-D73E9C4C9E99}" srcOrd="4" destOrd="0" presId="urn:microsoft.com/office/officeart/2005/8/layout/vProcess5"/>
    <dgm:cxn modelId="{DA933549-2B83-41CC-A6D4-2D5F424A2BC5}" type="presParOf" srcId="{D28B00E1-E5F9-462D-AFD4-04DCBACFECD5}" destId="{86EDDF46-FA92-40E4-BED7-34EB6F67C4A2}" srcOrd="5" destOrd="0" presId="urn:microsoft.com/office/officeart/2005/8/layout/vProcess5"/>
    <dgm:cxn modelId="{86E9D88A-9175-4ED1-9B52-1825F58844F2}" type="presParOf" srcId="{D28B00E1-E5F9-462D-AFD4-04DCBACFECD5}" destId="{55A114AF-BED5-4594-A123-9A987C0CB4CE}" srcOrd="6" destOrd="0" presId="urn:microsoft.com/office/officeart/2005/8/layout/vProcess5"/>
    <dgm:cxn modelId="{D7C7F3E2-69D1-439F-B9A7-38142D36AB81}" type="presParOf" srcId="{D28B00E1-E5F9-462D-AFD4-04DCBACFECD5}" destId="{B1158416-4C6F-4AB7-BC01-89DB37D58E25}" srcOrd="7" destOrd="0" presId="urn:microsoft.com/office/officeart/2005/8/layout/vProcess5"/>
    <dgm:cxn modelId="{2FF7489B-BEF3-4F20-9533-4A477C996F9A}" type="presParOf" srcId="{D28B00E1-E5F9-462D-AFD4-04DCBACFECD5}" destId="{CCEFD42C-C656-4277-B029-A67749C23552}" srcOrd="8" destOrd="0" presId="urn:microsoft.com/office/officeart/2005/8/layout/vProcess5"/>
    <dgm:cxn modelId="{9682C92D-9DDF-4A9B-9D49-6EBF86B90002}" type="presParOf" srcId="{D28B00E1-E5F9-462D-AFD4-04DCBACFECD5}" destId="{C810033C-7EDD-461B-A16B-BCC90CE754EE}" srcOrd="9" destOrd="0" presId="urn:microsoft.com/office/officeart/2005/8/layout/vProcess5"/>
    <dgm:cxn modelId="{65F36733-D139-48A6-8B1F-60CBF39E3B38}" type="presParOf" srcId="{D28B00E1-E5F9-462D-AFD4-04DCBACFECD5}" destId="{70CF8F33-A7B8-4CDB-9ADA-D730804DF19D}" srcOrd="10" destOrd="0" presId="urn:microsoft.com/office/officeart/2005/8/layout/vProcess5"/>
    <dgm:cxn modelId="{D514E687-2C28-4F32-94BC-4DE705E4B1A4}" type="presParOf" srcId="{D28B00E1-E5F9-462D-AFD4-04DCBACFECD5}" destId="{FD5EED37-EFCF-4692-962C-797F43701F7D}" srcOrd="11" destOrd="0" presId="urn:microsoft.com/office/officeart/2005/8/layout/vProcess5"/>
    <dgm:cxn modelId="{7482C64C-565E-4533-899E-D59DDF720F83}" type="presParOf" srcId="{D28B00E1-E5F9-462D-AFD4-04DCBACFECD5}" destId="{9ACE109A-F57C-40DD-9E58-97452BBCD46C}" srcOrd="12" destOrd="0" presId="urn:microsoft.com/office/officeart/2005/8/layout/vProcess5"/>
    <dgm:cxn modelId="{06EBE92D-7571-4FD1-A47D-BD2AF02DDC0E}" type="presParOf" srcId="{D28B00E1-E5F9-462D-AFD4-04DCBACFECD5}" destId="{04748ADA-CAE7-4D89-8B18-C882212FBE4B}" srcOrd="13" destOrd="0" presId="urn:microsoft.com/office/officeart/2005/8/layout/vProcess5"/>
    <dgm:cxn modelId="{92E47918-B109-4042-B9CF-6D3328E5F65A}" type="presParOf" srcId="{D28B00E1-E5F9-462D-AFD4-04DCBACFECD5}" destId="{8AB1B8FB-FF42-4E34-9881-A4AEEBD1DA01}"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515A71-7EA4-48CC-A838-ABBADEA150D6}">
      <dsp:nvSpPr>
        <dsp:cNvPr id="0" name=""/>
        <dsp:cNvSpPr/>
      </dsp:nvSpPr>
      <dsp:spPr>
        <a:xfrm>
          <a:off x="0" y="280418"/>
          <a:ext cx="11176000" cy="25515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374904" rIns="867382" bIns="128016" numCol="1" spcCol="1270" anchor="t" anchorCtr="0">
          <a:noAutofit/>
        </a:bodyPr>
        <a:lstStyle/>
        <a:p>
          <a:pPr marL="171450" lvl="1" indent="-171450" algn="l" defTabSz="800100">
            <a:lnSpc>
              <a:spcPct val="90000"/>
            </a:lnSpc>
            <a:spcBef>
              <a:spcPct val="0"/>
            </a:spcBef>
            <a:spcAft>
              <a:spcPct val="15000"/>
            </a:spcAft>
            <a:buChar char="•"/>
          </a:pPr>
          <a:r>
            <a:rPr lang="zh-CN" altLang="en-US" sz="1800" kern="1200"/>
            <a:t>命名空间概述</a:t>
          </a:r>
        </a:p>
        <a:p>
          <a:pPr marL="171450" lvl="1" indent="-171450" algn="l" defTabSz="800100">
            <a:lnSpc>
              <a:spcPct val="90000"/>
            </a:lnSpc>
            <a:spcBef>
              <a:spcPct val="0"/>
            </a:spcBef>
            <a:spcAft>
              <a:spcPct val="15000"/>
            </a:spcAft>
            <a:buChar char="•"/>
          </a:pPr>
          <a:r>
            <a:rPr lang="zh-CN" altLang="en-US" sz="1800" kern="1200"/>
            <a:t>命名空间的声明</a:t>
          </a:r>
        </a:p>
        <a:p>
          <a:pPr marL="171450" lvl="1" indent="-171450" algn="l" defTabSz="800100">
            <a:lnSpc>
              <a:spcPct val="90000"/>
            </a:lnSpc>
            <a:spcBef>
              <a:spcPct val="0"/>
            </a:spcBef>
            <a:spcAft>
              <a:spcPct val="15000"/>
            </a:spcAft>
            <a:buChar char="•"/>
          </a:pPr>
          <a:r>
            <a:rPr lang="zh-CN" altLang="en-US" sz="1800" kern="1200"/>
            <a:t>命名空间的使用</a:t>
          </a:r>
        </a:p>
        <a:p>
          <a:pPr marL="171450" lvl="1" indent="-171450" algn="l" defTabSz="800100">
            <a:lnSpc>
              <a:spcPct val="90000"/>
            </a:lnSpc>
            <a:spcBef>
              <a:spcPct val="0"/>
            </a:spcBef>
            <a:spcAft>
              <a:spcPct val="15000"/>
            </a:spcAft>
            <a:buChar char="•"/>
          </a:pPr>
          <a:r>
            <a:rPr lang="zh-CN" altLang="en-US" sz="1800" kern="1200"/>
            <a:t>命名空间的引入</a:t>
          </a:r>
        </a:p>
        <a:p>
          <a:pPr marL="171450" lvl="1" indent="-171450" algn="l" defTabSz="800100">
            <a:lnSpc>
              <a:spcPct val="90000"/>
            </a:lnSpc>
            <a:spcBef>
              <a:spcPct val="0"/>
            </a:spcBef>
            <a:spcAft>
              <a:spcPct val="15000"/>
            </a:spcAft>
            <a:buChar char="•"/>
          </a:pPr>
          <a:r>
            <a:rPr lang="zh-CN" altLang="en-US" sz="1800" kern="1200"/>
            <a:t>作业一</a:t>
          </a:r>
        </a:p>
      </dsp:txBody>
      <dsp:txXfrm>
        <a:off x="0" y="280418"/>
        <a:ext cx="11176000" cy="2551500"/>
      </dsp:txXfrm>
    </dsp:sp>
    <dsp:sp modelId="{5819CD99-12DF-4676-BB87-1B1516323252}">
      <dsp:nvSpPr>
        <dsp:cNvPr id="0" name=""/>
        <dsp:cNvSpPr/>
      </dsp:nvSpPr>
      <dsp:spPr>
        <a:xfrm>
          <a:off x="558800" y="14738"/>
          <a:ext cx="7823200" cy="53136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800100">
            <a:lnSpc>
              <a:spcPct val="90000"/>
            </a:lnSpc>
            <a:spcBef>
              <a:spcPct val="0"/>
            </a:spcBef>
            <a:spcAft>
              <a:spcPct val="35000"/>
            </a:spcAft>
            <a:buNone/>
          </a:pPr>
          <a:r>
            <a:rPr lang="zh-CN" altLang="en-US" sz="1800" kern="1200"/>
            <a:t>命名空间</a:t>
          </a:r>
        </a:p>
      </dsp:txBody>
      <dsp:txXfrm>
        <a:off x="584739" y="40677"/>
        <a:ext cx="7771322" cy="479482"/>
      </dsp:txXfrm>
    </dsp:sp>
    <dsp:sp modelId="{EC6C785D-760B-4E3A-9917-42B87393711B}">
      <dsp:nvSpPr>
        <dsp:cNvPr id="0" name=""/>
        <dsp:cNvSpPr/>
      </dsp:nvSpPr>
      <dsp:spPr>
        <a:xfrm>
          <a:off x="0" y="3194798"/>
          <a:ext cx="11176000" cy="2551500"/>
        </a:xfrm>
        <a:prstGeom prst="rect">
          <a:avLst/>
        </a:prstGeom>
        <a:solidFill>
          <a:schemeClr val="lt1">
            <a:alpha val="90000"/>
            <a:hueOff val="0"/>
            <a:satOff val="0"/>
            <a:lumOff val="0"/>
            <a:alphaOff val="0"/>
          </a:schemeClr>
        </a:solidFill>
        <a:ln w="12700" cap="flat" cmpd="sng" algn="ctr">
          <a:solidFill>
            <a:schemeClr val="accent4">
              <a:hueOff val="-6288576"/>
              <a:satOff val="38596"/>
              <a:lumOff val="-588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374904" rIns="867382" bIns="128016" numCol="1" spcCol="1270" anchor="t" anchorCtr="0">
          <a:noAutofit/>
        </a:bodyPr>
        <a:lstStyle/>
        <a:p>
          <a:pPr marL="171450" lvl="1" indent="-171450" algn="l" defTabSz="800100">
            <a:lnSpc>
              <a:spcPct val="90000"/>
            </a:lnSpc>
            <a:spcBef>
              <a:spcPct val="0"/>
            </a:spcBef>
            <a:spcAft>
              <a:spcPct val="15000"/>
            </a:spcAft>
            <a:buChar char="•"/>
          </a:pPr>
          <a:r>
            <a:rPr lang="zh-CN" altLang="en-US" sz="1800" kern="1200"/>
            <a:t>工具概述</a:t>
          </a:r>
        </a:p>
        <a:p>
          <a:pPr marL="171450" lvl="1" indent="-171450" algn="l" defTabSz="800100">
            <a:lnSpc>
              <a:spcPct val="90000"/>
            </a:lnSpc>
            <a:spcBef>
              <a:spcPct val="0"/>
            </a:spcBef>
            <a:spcAft>
              <a:spcPct val="15000"/>
            </a:spcAft>
            <a:buChar char="•"/>
          </a:pPr>
          <a:r>
            <a:rPr lang="zh-CN" altLang="en-US" sz="1800" kern="1200"/>
            <a:t>项目初始化</a:t>
          </a:r>
        </a:p>
        <a:p>
          <a:pPr marL="171450" lvl="1" indent="-171450" algn="l" defTabSz="800100">
            <a:lnSpc>
              <a:spcPct val="90000"/>
            </a:lnSpc>
            <a:spcBef>
              <a:spcPct val="0"/>
            </a:spcBef>
            <a:spcAft>
              <a:spcPct val="15000"/>
            </a:spcAft>
            <a:buChar char="•"/>
          </a:pPr>
          <a:r>
            <a:rPr lang="zh-CN" altLang="en-US" sz="1800" kern="1200"/>
            <a:t>依赖管理</a:t>
          </a:r>
        </a:p>
        <a:p>
          <a:pPr marL="171450" lvl="1" indent="-171450" algn="l" defTabSz="800100">
            <a:lnSpc>
              <a:spcPct val="90000"/>
            </a:lnSpc>
            <a:spcBef>
              <a:spcPct val="0"/>
            </a:spcBef>
            <a:spcAft>
              <a:spcPct val="15000"/>
            </a:spcAft>
            <a:buChar char="•"/>
          </a:pPr>
          <a:r>
            <a:rPr lang="zh-CN" altLang="en-US" sz="1800" kern="1200"/>
            <a:t>自动加载</a:t>
          </a:r>
        </a:p>
        <a:p>
          <a:pPr marL="171450" lvl="1" indent="-171450" algn="l" defTabSz="800100">
            <a:lnSpc>
              <a:spcPct val="90000"/>
            </a:lnSpc>
            <a:spcBef>
              <a:spcPct val="0"/>
            </a:spcBef>
            <a:spcAft>
              <a:spcPct val="15000"/>
            </a:spcAft>
            <a:buChar char="•"/>
          </a:pPr>
          <a:r>
            <a:rPr lang="zh-CN" altLang="en-US" sz="1800" kern="1200"/>
            <a:t>作业二、三、四</a:t>
          </a:r>
        </a:p>
      </dsp:txBody>
      <dsp:txXfrm>
        <a:off x="0" y="3194798"/>
        <a:ext cx="11176000" cy="2551500"/>
      </dsp:txXfrm>
    </dsp:sp>
    <dsp:sp modelId="{D0CFFECE-78F1-4F6E-84F6-B2C218A7149C}">
      <dsp:nvSpPr>
        <dsp:cNvPr id="0" name=""/>
        <dsp:cNvSpPr/>
      </dsp:nvSpPr>
      <dsp:spPr>
        <a:xfrm>
          <a:off x="558800" y="2929118"/>
          <a:ext cx="7823200" cy="531360"/>
        </a:xfrm>
        <a:prstGeom prst="roundRect">
          <a:avLst/>
        </a:prstGeom>
        <a:solidFill>
          <a:schemeClr val="accent4">
            <a:hueOff val="-6288576"/>
            <a:satOff val="38596"/>
            <a:lumOff val="-5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800100">
            <a:lnSpc>
              <a:spcPct val="90000"/>
            </a:lnSpc>
            <a:spcBef>
              <a:spcPct val="0"/>
            </a:spcBef>
            <a:spcAft>
              <a:spcPct val="35000"/>
            </a:spcAft>
            <a:buNone/>
          </a:pPr>
          <a:r>
            <a:rPr lang="en-US" altLang="zh-CN" sz="1800" kern="1200"/>
            <a:t>Composer</a:t>
          </a:r>
          <a:r>
            <a:rPr lang="zh-CN" altLang="en-US" sz="1800" kern="1200"/>
            <a:t>工具的使用</a:t>
          </a:r>
        </a:p>
      </dsp:txBody>
      <dsp:txXfrm>
        <a:off x="584739" y="2955057"/>
        <a:ext cx="7771322" cy="4794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7B5722-4173-4506-8595-753B332B1A4C}">
      <dsp:nvSpPr>
        <dsp:cNvPr id="0" name=""/>
        <dsp:cNvSpPr/>
      </dsp:nvSpPr>
      <dsp:spPr>
        <a:xfrm>
          <a:off x="0" y="538403"/>
          <a:ext cx="11176000" cy="121905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374904" rIns="867382" bIns="128016" numCol="1" spcCol="1270" anchor="t" anchorCtr="0">
          <a:noAutofit/>
        </a:bodyPr>
        <a:lstStyle/>
        <a:p>
          <a:pPr marL="171450" lvl="1" indent="-171450" algn="l" defTabSz="800100">
            <a:lnSpc>
              <a:spcPct val="90000"/>
            </a:lnSpc>
            <a:spcBef>
              <a:spcPct val="0"/>
            </a:spcBef>
            <a:spcAft>
              <a:spcPct val="15000"/>
            </a:spcAft>
            <a:buFont typeface="+mj-lt"/>
            <a:buAutoNum type="arabicPeriod"/>
          </a:pPr>
          <a:r>
            <a:rPr lang="zh-CN" altLang="en-US" sz="1800" kern="1200"/>
            <a:t>使用 </a:t>
          </a:r>
          <a:r>
            <a:rPr lang="en-US" altLang="zh-CN" sz="1800" kern="1200"/>
            <a:t>namespace </a:t>
          </a:r>
          <a:r>
            <a:rPr lang="zh-CN" altLang="en-US" sz="1800" kern="1200"/>
            <a:t>关键字定义命名空间，必须放在文件的最顶部（在 </a:t>
          </a:r>
          <a:r>
            <a:rPr lang="en-US" altLang="zh-CN" sz="1800" kern="1200"/>
            <a:t>&lt;?php </a:t>
          </a:r>
          <a:r>
            <a:rPr lang="zh-CN" altLang="en-US" sz="1800" kern="1200"/>
            <a:t>之后，任何其他代码之前）。</a:t>
          </a:r>
        </a:p>
      </dsp:txBody>
      <dsp:txXfrm>
        <a:off x="0" y="538403"/>
        <a:ext cx="11176000" cy="1219050"/>
      </dsp:txXfrm>
    </dsp:sp>
    <dsp:sp modelId="{39D4285D-B0DA-4561-8468-8F070A79ECD8}">
      <dsp:nvSpPr>
        <dsp:cNvPr id="0" name=""/>
        <dsp:cNvSpPr/>
      </dsp:nvSpPr>
      <dsp:spPr>
        <a:xfrm>
          <a:off x="558800" y="272723"/>
          <a:ext cx="7823200" cy="53136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800100">
            <a:lnSpc>
              <a:spcPct val="90000"/>
            </a:lnSpc>
            <a:spcBef>
              <a:spcPct val="0"/>
            </a:spcBef>
            <a:spcAft>
              <a:spcPct val="35000"/>
            </a:spcAft>
            <a:buFont typeface="+mj-lt"/>
            <a:buNone/>
          </a:pPr>
          <a:r>
            <a:rPr lang="zh-CN" altLang="en-US" sz="1800" kern="1200"/>
            <a:t>关键字</a:t>
          </a:r>
          <a:r>
            <a:rPr lang="en-US" altLang="zh-CN" sz="1800" kern="1200"/>
            <a:t>——namespace</a:t>
          </a:r>
          <a:endParaRPr lang="zh-CN" altLang="en-US" sz="1800" kern="1200"/>
        </a:p>
      </dsp:txBody>
      <dsp:txXfrm>
        <a:off x="584739" y="298662"/>
        <a:ext cx="7771322" cy="479482"/>
      </dsp:txXfrm>
    </dsp:sp>
    <dsp:sp modelId="{C334CDCC-1FA9-4C50-8ED7-EF2376A96430}">
      <dsp:nvSpPr>
        <dsp:cNvPr id="0" name=""/>
        <dsp:cNvSpPr/>
      </dsp:nvSpPr>
      <dsp:spPr>
        <a:xfrm>
          <a:off x="0" y="2120333"/>
          <a:ext cx="11176000" cy="130410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374904" rIns="867382" bIns="128016" numCol="1" spcCol="1270" anchor="t" anchorCtr="0">
          <a:noAutofit/>
        </a:bodyPr>
        <a:lstStyle/>
        <a:p>
          <a:pPr marL="171450" lvl="1" indent="-171450" algn="l" defTabSz="800100">
            <a:lnSpc>
              <a:spcPct val="90000"/>
            </a:lnSpc>
            <a:spcBef>
              <a:spcPct val="0"/>
            </a:spcBef>
            <a:spcAft>
              <a:spcPct val="15000"/>
            </a:spcAft>
            <a:buChar char="•"/>
          </a:pPr>
          <a:r>
            <a:rPr lang="en-US" altLang="zh-CN" sz="1800" kern="1200"/>
            <a:t>\</a:t>
          </a:r>
          <a:r>
            <a:rPr lang="zh-CN" altLang="en-US" sz="1800" kern="1200"/>
            <a:t>，也叫全局空间</a:t>
          </a:r>
          <a:endParaRPr lang="en-US" altLang="zh-CN" sz="1800" kern="1200"/>
        </a:p>
        <a:p>
          <a:pPr marL="171450" lvl="1" indent="-171450" algn="l" defTabSz="800100">
            <a:lnSpc>
              <a:spcPct val="90000"/>
            </a:lnSpc>
            <a:spcBef>
              <a:spcPct val="0"/>
            </a:spcBef>
            <a:spcAft>
              <a:spcPct val="15000"/>
            </a:spcAft>
            <a:buChar char="•"/>
          </a:pPr>
          <a:r>
            <a:rPr lang="zh-CN" altLang="en-US" sz="1800" kern="1200"/>
            <a:t>没有 </a:t>
          </a:r>
          <a:r>
            <a:rPr lang="en-US" altLang="zh-CN" sz="1800" kern="1200"/>
            <a:t>namespace </a:t>
          </a:r>
          <a:r>
            <a:rPr lang="zh-CN" altLang="en-US" sz="1800" kern="1200"/>
            <a:t>声明的代码属于根命名空间。所有常量、类和函数名都在根命名空间下。</a:t>
          </a:r>
          <a:endParaRPr lang="en-US" altLang="zh-CN" sz="1800" kern="1200"/>
        </a:p>
      </dsp:txBody>
      <dsp:txXfrm>
        <a:off x="0" y="2120333"/>
        <a:ext cx="11176000" cy="1304100"/>
      </dsp:txXfrm>
    </dsp:sp>
    <dsp:sp modelId="{F6E48C78-6D63-4B1A-B83D-BF3CAC8A9DC1}">
      <dsp:nvSpPr>
        <dsp:cNvPr id="0" name=""/>
        <dsp:cNvSpPr/>
      </dsp:nvSpPr>
      <dsp:spPr>
        <a:xfrm>
          <a:off x="558800" y="1854653"/>
          <a:ext cx="7823200" cy="53136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800100">
            <a:lnSpc>
              <a:spcPct val="90000"/>
            </a:lnSpc>
            <a:spcBef>
              <a:spcPct val="0"/>
            </a:spcBef>
            <a:spcAft>
              <a:spcPct val="35000"/>
            </a:spcAft>
            <a:buNone/>
          </a:pPr>
          <a:r>
            <a:rPr lang="zh-CN" altLang="en-US" sz="1800" kern="1200"/>
            <a:t>根命名空间</a:t>
          </a:r>
          <a:endParaRPr lang="en-US" altLang="zh-CN" sz="1800" kern="1200"/>
        </a:p>
      </dsp:txBody>
      <dsp:txXfrm>
        <a:off x="584739" y="1880592"/>
        <a:ext cx="7771322" cy="479482"/>
      </dsp:txXfrm>
    </dsp:sp>
    <dsp:sp modelId="{449799A5-1D91-4AD2-B497-D7DE57D72F3E}">
      <dsp:nvSpPr>
        <dsp:cNvPr id="0" name=""/>
        <dsp:cNvSpPr/>
      </dsp:nvSpPr>
      <dsp:spPr>
        <a:xfrm>
          <a:off x="0" y="3787313"/>
          <a:ext cx="11176000" cy="170100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374904" rIns="867382" bIns="128016" numCol="1" spcCol="1270" anchor="t" anchorCtr="0">
          <a:noAutofit/>
        </a:bodyPr>
        <a:lstStyle/>
        <a:p>
          <a:pPr marL="171450" lvl="1" indent="-171450" algn="l" defTabSz="800100">
            <a:lnSpc>
              <a:spcPct val="90000"/>
            </a:lnSpc>
            <a:spcBef>
              <a:spcPct val="0"/>
            </a:spcBef>
            <a:spcAft>
              <a:spcPct val="15000"/>
            </a:spcAft>
            <a:buChar char="•"/>
          </a:pPr>
          <a:r>
            <a:rPr lang="zh-CN" altLang="en-US" sz="1800" kern="1200"/>
            <a:t>用反斜杠分隔</a:t>
          </a:r>
          <a:endParaRPr lang="en-US" altLang="zh-CN" sz="1800" kern="1200"/>
        </a:p>
        <a:p>
          <a:pPr marL="171450" lvl="1" indent="-171450" algn="l" defTabSz="800100">
            <a:lnSpc>
              <a:spcPct val="90000"/>
            </a:lnSpc>
            <a:spcBef>
              <a:spcPct val="0"/>
            </a:spcBef>
            <a:spcAft>
              <a:spcPct val="15000"/>
            </a:spcAft>
            <a:buChar char="•"/>
          </a:pPr>
          <a:r>
            <a:rPr lang="zh-CN" altLang="en-US" sz="1800" kern="1200"/>
            <a:t>从根空间</a:t>
          </a:r>
          <a:r>
            <a:rPr lang="en-US" altLang="zh-CN" sz="1800" kern="1200"/>
            <a:t>\</a:t>
          </a:r>
          <a:r>
            <a:rPr lang="zh-CN" altLang="en-US" sz="1800" kern="1200"/>
            <a:t>开始定义，依次是第一级子命名空间、第二级子命名空间、</a:t>
          </a:r>
          <a:r>
            <a:rPr lang="en-US" altLang="zh-CN" sz="1800" kern="1200"/>
            <a:t>……</a:t>
          </a:r>
        </a:p>
        <a:p>
          <a:pPr marL="171450" lvl="1" indent="-171450" algn="l" defTabSz="800100">
            <a:lnSpc>
              <a:spcPct val="90000"/>
            </a:lnSpc>
            <a:spcBef>
              <a:spcPct val="0"/>
            </a:spcBef>
            <a:spcAft>
              <a:spcPct val="15000"/>
            </a:spcAft>
            <a:buChar char="•"/>
          </a:pPr>
          <a:r>
            <a:rPr lang="zh-CN" altLang="en-US" sz="1800" kern="1200"/>
            <a:t>如</a:t>
          </a:r>
          <a:r>
            <a:rPr lang="en-US" altLang="zh-CN" sz="1800" kern="1200"/>
            <a:t>\think\facade\Config</a:t>
          </a:r>
        </a:p>
      </dsp:txBody>
      <dsp:txXfrm>
        <a:off x="0" y="3787313"/>
        <a:ext cx="11176000" cy="1701000"/>
      </dsp:txXfrm>
    </dsp:sp>
    <dsp:sp modelId="{AEB86B84-849C-4D9A-A55A-BA2015B2E621}">
      <dsp:nvSpPr>
        <dsp:cNvPr id="0" name=""/>
        <dsp:cNvSpPr/>
      </dsp:nvSpPr>
      <dsp:spPr>
        <a:xfrm>
          <a:off x="558800" y="3521633"/>
          <a:ext cx="7823200" cy="53136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800100">
            <a:lnSpc>
              <a:spcPct val="90000"/>
            </a:lnSpc>
            <a:spcBef>
              <a:spcPct val="0"/>
            </a:spcBef>
            <a:spcAft>
              <a:spcPct val="35000"/>
            </a:spcAft>
            <a:buNone/>
          </a:pPr>
          <a:r>
            <a:rPr lang="zh-CN" altLang="en-US" sz="1800" kern="1200"/>
            <a:t>多级命名空间</a:t>
          </a:r>
          <a:endParaRPr lang="en-US" altLang="zh-CN" sz="1800" kern="1200"/>
        </a:p>
      </dsp:txBody>
      <dsp:txXfrm>
        <a:off x="584739" y="3547572"/>
        <a:ext cx="7771322" cy="47948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845CED-7A2E-41E4-92CA-B9137C25B125}">
      <dsp:nvSpPr>
        <dsp:cNvPr id="0" name=""/>
        <dsp:cNvSpPr/>
      </dsp:nvSpPr>
      <dsp:spPr>
        <a:xfrm>
          <a:off x="0" y="376368"/>
          <a:ext cx="5461000" cy="2677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23834" tIns="520700" rIns="423834" bIns="113792" numCol="1" spcCol="1270" anchor="t" anchorCtr="0">
          <a:noAutofit/>
        </a:bodyPr>
        <a:lstStyle/>
        <a:p>
          <a:pPr marL="171450" lvl="1" indent="-171450" algn="l" defTabSz="711200">
            <a:lnSpc>
              <a:spcPct val="90000"/>
            </a:lnSpc>
            <a:spcBef>
              <a:spcPct val="0"/>
            </a:spcBef>
            <a:spcAft>
              <a:spcPct val="15000"/>
            </a:spcAft>
            <a:buChar char="•"/>
          </a:pPr>
          <a:r>
            <a:rPr lang="zh-CN" altLang="en-US" sz="1600" kern="1200"/>
            <a:t>例如 </a:t>
          </a:r>
          <a:r>
            <a:rPr lang="en-US" altLang="zh-CN" sz="1600" kern="1200"/>
            <a:t>$</a:t>
          </a:r>
          <a:r>
            <a:rPr lang="en-US" sz="1600" kern="1200"/>
            <a:t>a=new foo(); </a:t>
          </a:r>
          <a:r>
            <a:rPr lang="zh-CN" altLang="en-US" sz="1600" kern="1200"/>
            <a:t>或 </a:t>
          </a:r>
          <a:r>
            <a:rPr lang="en-US" sz="1600" kern="1200"/>
            <a:t>foo::staticmethod();。</a:t>
          </a:r>
          <a:endParaRPr lang="zh-CN" altLang="en-US" sz="1600" kern="1200"/>
        </a:p>
        <a:p>
          <a:pPr marL="171450" lvl="1" indent="-171450" algn="l" defTabSz="711200">
            <a:lnSpc>
              <a:spcPct val="90000"/>
            </a:lnSpc>
            <a:spcBef>
              <a:spcPct val="0"/>
            </a:spcBef>
            <a:spcAft>
              <a:spcPct val="15000"/>
            </a:spcAft>
            <a:buChar char="•"/>
          </a:pPr>
          <a:r>
            <a:rPr lang="zh-CN" altLang="en-US" sz="1600" kern="1200"/>
            <a:t>如果当前命名空间是 </a:t>
          </a:r>
          <a:r>
            <a:rPr lang="en-US" sz="1600" kern="1200"/>
            <a:t>currentnamespace，foo </a:t>
          </a:r>
          <a:r>
            <a:rPr lang="zh-CN" altLang="en-US" sz="1600" kern="1200"/>
            <a:t>将被解析为 </a:t>
          </a:r>
          <a:r>
            <a:rPr lang="en-US" sz="1600" kern="1200"/>
            <a:t>currentnamespace\foo。</a:t>
          </a:r>
          <a:r>
            <a:rPr lang="zh-CN" altLang="en-US" sz="1600" kern="1200"/>
            <a:t>如果使用 </a:t>
          </a:r>
          <a:r>
            <a:rPr lang="en-US" sz="1600" kern="1200"/>
            <a:t>foo </a:t>
          </a:r>
          <a:r>
            <a:rPr lang="zh-CN" altLang="en-US" sz="1600" kern="1200"/>
            <a:t>的代码是全局的，不包含在任何命名空间中的代码，则 </a:t>
          </a:r>
          <a:r>
            <a:rPr lang="en-US" sz="1600" kern="1200"/>
            <a:t>foo </a:t>
          </a:r>
          <a:r>
            <a:rPr lang="zh-CN" altLang="en-US" sz="1600" kern="1200"/>
            <a:t>会被解析为</a:t>
          </a:r>
          <a:r>
            <a:rPr lang="en-US" sz="1600" kern="1200"/>
            <a:t>foo。</a:t>
          </a:r>
          <a:endParaRPr lang="zh-CN" altLang="en-US" sz="1600" kern="1200"/>
        </a:p>
        <a:p>
          <a:pPr marL="171450" lvl="1" indent="-171450" algn="l" defTabSz="711200">
            <a:lnSpc>
              <a:spcPct val="90000"/>
            </a:lnSpc>
            <a:spcBef>
              <a:spcPct val="0"/>
            </a:spcBef>
            <a:spcAft>
              <a:spcPct val="15000"/>
            </a:spcAft>
            <a:buChar char="•"/>
          </a:pPr>
          <a:r>
            <a:rPr lang="zh-CN" altLang="en-US" sz="1600" kern="1200"/>
            <a:t>找不到会被解析为全局函数名称或常量名称。 </a:t>
          </a:r>
        </a:p>
      </dsp:txBody>
      <dsp:txXfrm>
        <a:off x="0" y="376368"/>
        <a:ext cx="5461000" cy="2677500"/>
      </dsp:txXfrm>
    </dsp:sp>
    <dsp:sp modelId="{EFB5C7CD-6FFB-496D-B01F-7664B579CB0B}">
      <dsp:nvSpPr>
        <dsp:cNvPr id="0" name=""/>
        <dsp:cNvSpPr/>
      </dsp:nvSpPr>
      <dsp:spPr>
        <a:xfrm>
          <a:off x="273050" y="7368"/>
          <a:ext cx="4882505" cy="738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489" tIns="0" rIns="144489" bIns="0" numCol="1" spcCol="1270" anchor="ctr" anchorCtr="0">
          <a:noAutofit/>
        </a:bodyPr>
        <a:lstStyle/>
        <a:p>
          <a:pPr marL="0" lvl="0" indent="0" algn="l" defTabSz="711200">
            <a:lnSpc>
              <a:spcPct val="90000"/>
            </a:lnSpc>
            <a:spcBef>
              <a:spcPct val="0"/>
            </a:spcBef>
            <a:spcAft>
              <a:spcPct val="35000"/>
            </a:spcAft>
            <a:buNone/>
          </a:pPr>
          <a:r>
            <a:rPr lang="zh-CN" altLang="en-US" sz="1600" b="1" kern="1200">
              <a:solidFill>
                <a:srgbClr val="FF0000"/>
              </a:solidFill>
              <a:highlight>
                <a:srgbClr val="FFFF00"/>
              </a:highlight>
            </a:rPr>
            <a:t>非限定名称，或不包含前缀的类名称</a:t>
          </a:r>
          <a:r>
            <a:rPr lang="en-US" altLang="zh-CN" sz="1600" b="1" kern="1200">
              <a:solidFill>
                <a:srgbClr val="FF0000"/>
              </a:solidFill>
              <a:highlight>
                <a:srgbClr val="FFFF00"/>
              </a:highlight>
            </a:rPr>
            <a:t>——</a:t>
          </a:r>
          <a:r>
            <a:rPr lang="zh-CN" altLang="en-US" sz="1600" b="1" kern="1200">
              <a:solidFill>
                <a:srgbClr val="FF0000"/>
              </a:solidFill>
              <a:highlight>
                <a:srgbClr val="FFFF00"/>
              </a:highlight>
            </a:rPr>
            <a:t>仅使用类名访问</a:t>
          </a:r>
          <a:endParaRPr lang="zh-CN" altLang="en-US" sz="1600" kern="1200">
            <a:solidFill>
              <a:srgbClr val="FF0000"/>
            </a:solidFill>
            <a:highlight>
              <a:srgbClr val="FFFF00"/>
            </a:highlight>
          </a:endParaRPr>
        </a:p>
      </dsp:txBody>
      <dsp:txXfrm>
        <a:off x="309076" y="43394"/>
        <a:ext cx="4810453" cy="665948"/>
      </dsp:txXfrm>
    </dsp:sp>
    <dsp:sp modelId="{7A5DB848-1948-41E9-B9AC-B6822ACA3CA9}">
      <dsp:nvSpPr>
        <dsp:cNvPr id="0" name=""/>
        <dsp:cNvSpPr/>
      </dsp:nvSpPr>
      <dsp:spPr>
        <a:xfrm>
          <a:off x="0" y="3557869"/>
          <a:ext cx="5461000" cy="630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23834" tIns="520700" rIns="423834" bIns="113792" numCol="1" spcCol="1270" anchor="t" anchorCtr="0">
          <a:noAutofit/>
        </a:bodyPr>
        <a:lstStyle/>
        <a:p>
          <a:pPr marL="171450" lvl="1" indent="-171450" algn="l" defTabSz="711200">
            <a:lnSpc>
              <a:spcPct val="90000"/>
            </a:lnSpc>
            <a:spcBef>
              <a:spcPct val="0"/>
            </a:spcBef>
            <a:spcAft>
              <a:spcPct val="15000"/>
            </a:spcAft>
            <a:buChar char="•"/>
          </a:pPr>
          <a:endParaRPr lang="en-US" sz="1600" kern="1200"/>
        </a:p>
      </dsp:txBody>
      <dsp:txXfrm>
        <a:off x="0" y="3557869"/>
        <a:ext cx="5461000" cy="630000"/>
      </dsp:txXfrm>
    </dsp:sp>
    <dsp:sp modelId="{8DC9516A-751D-4523-B8A0-1A4BE33BDCCF}">
      <dsp:nvSpPr>
        <dsp:cNvPr id="0" name=""/>
        <dsp:cNvSpPr/>
      </dsp:nvSpPr>
      <dsp:spPr>
        <a:xfrm>
          <a:off x="273050" y="3188869"/>
          <a:ext cx="4882505" cy="738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489" tIns="0" rIns="144489" bIns="0" numCol="1" spcCol="1270" anchor="ctr" anchorCtr="0">
          <a:noAutofit/>
        </a:bodyPr>
        <a:lstStyle/>
        <a:p>
          <a:pPr marL="0" lvl="0" indent="0" algn="l" defTabSz="711200">
            <a:lnSpc>
              <a:spcPct val="90000"/>
            </a:lnSpc>
            <a:spcBef>
              <a:spcPct val="0"/>
            </a:spcBef>
            <a:spcAft>
              <a:spcPct val="35000"/>
            </a:spcAft>
            <a:buNone/>
          </a:pPr>
          <a:r>
            <a:rPr lang="zh-CN" altLang="en-US" sz="1600" b="1" kern="1200"/>
            <a:t>限定名称</a:t>
          </a:r>
          <a:r>
            <a:rPr lang="en-US" altLang="zh-CN" sz="1600" b="1" kern="1200"/>
            <a:t>,</a:t>
          </a:r>
          <a:r>
            <a:rPr lang="zh-CN" altLang="en-US" sz="1600" b="1" kern="1200"/>
            <a:t>或包含前缀的名称</a:t>
          </a:r>
          <a:endParaRPr lang="en-US" sz="1600" kern="1200"/>
        </a:p>
      </dsp:txBody>
      <dsp:txXfrm>
        <a:off x="309076" y="3224895"/>
        <a:ext cx="4810453" cy="665948"/>
      </dsp:txXfrm>
    </dsp:sp>
    <dsp:sp modelId="{5C10CB25-B016-40CF-9B76-F021115B9306}">
      <dsp:nvSpPr>
        <dsp:cNvPr id="0" name=""/>
        <dsp:cNvSpPr/>
      </dsp:nvSpPr>
      <dsp:spPr>
        <a:xfrm>
          <a:off x="0" y="4691869"/>
          <a:ext cx="5461000" cy="630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23834" tIns="520700" rIns="423834" bIns="113792" numCol="1" spcCol="1270" anchor="t" anchorCtr="0">
          <a:noAutofit/>
        </a:bodyPr>
        <a:lstStyle/>
        <a:p>
          <a:pPr marL="171450" lvl="1" indent="-171450" algn="l" defTabSz="711200">
            <a:lnSpc>
              <a:spcPct val="90000"/>
            </a:lnSpc>
            <a:spcBef>
              <a:spcPct val="0"/>
            </a:spcBef>
            <a:spcAft>
              <a:spcPct val="15000"/>
            </a:spcAft>
            <a:buChar char="•"/>
          </a:pPr>
          <a:endParaRPr lang="en-US" sz="1600" kern="1200"/>
        </a:p>
      </dsp:txBody>
      <dsp:txXfrm>
        <a:off x="0" y="4691869"/>
        <a:ext cx="5461000" cy="630000"/>
      </dsp:txXfrm>
    </dsp:sp>
    <dsp:sp modelId="{B271D5DE-6254-4E5B-8F01-DABDC6279764}">
      <dsp:nvSpPr>
        <dsp:cNvPr id="0" name=""/>
        <dsp:cNvSpPr/>
      </dsp:nvSpPr>
      <dsp:spPr>
        <a:xfrm>
          <a:off x="273050" y="4322869"/>
          <a:ext cx="4882505" cy="738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489" tIns="0" rIns="144489" bIns="0" numCol="1" spcCol="1270" anchor="ctr" anchorCtr="0">
          <a:noAutofit/>
        </a:bodyPr>
        <a:lstStyle/>
        <a:p>
          <a:pPr marL="0" lvl="0" indent="0" algn="l" defTabSz="711200">
            <a:lnSpc>
              <a:spcPct val="90000"/>
            </a:lnSpc>
            <a:spcBef>
              <a:spcPct val="0"/>
            </a:spcBef>
            <a:spcAft>
              <a:spcPct val="35000"/>
            </a:spcAft>
            <a:buNone/>
          </a:pPr>
          <a:r>
            <a:rPr lang="zh-CN" altLang="en-US" sz="1600" b="1" kern="1200"/>
            <a:t>完全限定名称，或包含了全局前缀操作符的名称</a:t>
          </a:r>
          <a:endParaRPr lang="en-US" sz="1600" kern="1200"/>
        </a:p>
      </dsp:txBody>
      <dsp:txXfrm>
        <a:off x="309076" y="4358895"/>
        <a:ext cx="4810453" cy="66594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845CED-7A2E-41E4-92CA-B9137C25B125}">
      <dsp:nvSpPr>
        <dsp:cNvPr id="0" name=""/>
        <dsp:cNvSpPr/>
      </dsp:nvSpPr>
      <dsp:spPr>
        <a:xfrm>
          <a:off x="0" y="432528"/>
          <a:ext cx="5461000" cy="705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23834" tIns="583184" rIns="423834" bIns="113792" numCol="1" spcCol="1270" anchor="t" anchorCtr="0">
          <a:noAutofit/>
        </a:bodyPr>
        <a:lstStyle/>
        <a:p>
          <a:pPr marL="171450" lvl="1" indent="-171450" algn="l" defTabSz="711200">
            <a:lnSpc>
              <a:spcPct val="90000"/>
            </a:lnSpc>
            <a:spcBef>
              <a:spcPct val="0"/>
            </a:spcBef>
            <a:spcAft>
              <a:spcPct val="15000"/>
            </a:spcAft>
            <a:buChar char="•"/>
          </a:pPr>
          <a:endParaRPr lang="zh-CN" altLang="en-US" sz="1600" kern="1200"/>
        </a:p>
      </dsp:txBody>
      <dsp:txXfrm>
        <a:off x="0" y="432528"/>
        <a:ext cx="5461000" cy="705600"/>
      </dsp:txXfrm>
    </dsp:sp>
    <dsp:sp modelId="{EFB5C7CD-6FFB-496D-B01F-7664B579CB0B}">
      <dsp:nvSpPr>
        <dsp:cNvPr id="0" name=""/>
        <dsp:cNvSpPr/>
      </dsp:nvSpPr>
      <dsp:spPr>
        <a:xfrm>
          <a:off x="273050" y="19248"/>
          <a:ext cx="4885181" cy="8265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489" tIns="0" rIns="144489" bIns="0" numCol="1" spcCol="1270" anchor="ctr" anchorCtr="0">
          <a:noAutofit/>
        </a:bodyPr>
        <a:lstStyle/>
        <a:p>
          <a:pPr marL="0" lvl="0" indent="0" algn="l" defTabSz="711200">
            <a:lnSpc>
              <a:spcPct val="90000"/>
            </a:lnSpc>
            <a:spcBef>
              <a:spcPct val="0"/>
            </a:spcBef>
            <a:spcAft>
              <a:spcPct val="35000"/>
            </a:spcAft>
            <a:buNone/>
          </a:pPr>
          <a:r>
            <a:rPr lang="zh-CN" altLang="en-US" sz="1600" b="1" kern="1200"/>
            <a:t>非限定名称，或不包含前缀的类名称</a:t>
          </a:r>
          <a:endParaRPr lang="zh-CN" altLang="en-US" sz="1600" kern="1200"/>
        </a:p>
      </dsp:txBody>
      <dsp:txXfrm>
        <a:off x="313399" y="59597"/>
        <a:ext cx="4804483" cy="745862"/>
      </dsp:txXfrm>
    </dsp:sp>
    <dsp:sp modelId="{7A5DB848-1948-41E9-B9AC-B6822ACA3CA9}">
      <dsp:nvSpPr>
        <dsp:cNvPr id="0" name=""/>
        <dsp:cNvSpPr/>
      </dsp:nvSpPr>
      <dsp:spPr>
        <a:xfrm>
          <a:off x="0" y="1702608"/>
          <a:ext cx="5461000" cy="23373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23834" tIns="583184" rIns="423834" bIns="113792" numCol="1" spcCol="1270" anchor="t" anchorCtr="0">
          <a:noAutofit/>
        </a:bodyPr>
        <a:lstStyle/>
        <a:p>
          <a:pPr marL="171450" lvl="1" indent="-171450" algn="l" defTabSz="711200">
            <a:lnSpc>
              <a:spcPct val="90000"/>
            </a:lnSpc>
            <a:spcBef>
              <a:spcPct val="0"/>
            </a:spcBef>
            <a:spcAft>
              <a:spcPct val="15000"/>
            </a:spcAft>
            <a:buChar char="•"/>
          </a:pPr>
          <a:r>
            <a:rPr lang="zh-CN" altLang="en-US" sz="1600" kern="1200"/>
            <a:t>例如 </a:t>
          </a:r>
          <a:r>
            <a:rPr lang="en-US" altLang="zh-CN" sz="1600" kern="1200"/>
            <a:t>$</a:t>
          </a:r>
          <a:r>
            <a:rPr lang="en-US" sz="1600" kern="1200"/>
            <a:t>a = new subnamespace\foo(); </a:t>
          </a:r>
          <a:r>
            <a:rPr lang="zh-CN" altLang="en-US" sz="1600" kern="1200"/>
            <a:t>或 </a:t>
          </a:r>
          <a:r>
            <a:rPr lang="en-US" sz="1600" kern="1200"/>
            <a:t>subnamespace\foo::staticmethod();。</a:t>
          </a:r>
        </a:p>
        <a:p>
          <a:pPr marL="171450" lvl="1" indent="-171450" algn="l" defTabSz="711200">
            <a:lnSpc>
              <a:spcPct val="90000"/>
            </a:lnSpc>
            <a:spcBef>
              <a:spcPct val="0"/>
            </a:spcBef>
            <a:spcAft>
              <a:spcPct val="15000"/>
            </a:spcAft>
            <a:buChar char="•"/>
          </a:pPr>
          <a:r>
            <a:rPr lang="zh-CN" altLang="en-US" sz="1600" kern="1200"/>
            <a:t>如果当前的命名空间是 </a:t>
          </a:r>
          <a:r>
            <a:rPr lang="en-US" sz="1600" kern="1200"/>
            <a:t>currentnamespace，</a:t>
          </a:r>
          <a:r>
            <a:rPr lang="zh-CN" altLang="en-US" sz="1600" kern="1200"/>
            <a:t>则 </a:t>
          </a:r>
          <a:r>
            <a:rPr lang="en-US" sz="1600" kern="1200"/>
            <a:t>foo </a:t>
          </a:r>
          <a:r>
            <a:rPr lang="zh-CN" altLang="en-US" sz="1600" kern="1200"/>
            <a:t>会被解析为 </a:t>
          </a:r>
          <a:r>
            <a:rPr lang="en-US" sz="1600" kern="1200">
              <a:solidFill>
                <a:srgbClr val="FF0000"/>
              </a:solidFill>
            </a:rPr>
            <a:t>currentnamespace\</a:t>
          </a:r>
          <a:r>
            <a:rPr lang="en-US" sz="1600" kern="1200"/>
            <a:t>subnamespace\foo。</a:t>
          </a:r>
        </a:p>
      </dsp:txBody>
      <dsp:txXfrm>
        <a:off x="0" y="1702608"/>
        <a:ext cx="5461000" cy="2337300"/>
      </dsp:txXfrm>
    </dsp:sp>
    <dsp:sp modelId="{8DC9516A-751D-4523-B8A0-1A4BE33BDCCF}">
      <dsp:nvSpPr>
        <dsp:cNvPr id="0" name=""/>
        <dsp:cNvSpPr/>
      </dsp:nvSpPr>
      <dsp:spPr>
        <a:xfrm>
          <a:off x="273050" y="1289328"/>
          <a:ext cx="4885181" cy="8265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489" tIns="0" rIns="144489" bIns="0" numCol="1" spcCol="1270" anchor="ctr" anchorCtr="0">
          <a:noAutofit/>
        </a:bodyPr>
        <a:lstStyle/>
        <a:p>
          <a:pPr marL="0" lvl="0" indent="0" algn="l" defTabSz="711200">
            <a:lnSpc>
              <a:spcPct val="90000"/>
            </a:lnSpc>
            <a:spcBef>
              <a:spcPct val="0"/>
            </a:spcBef>
            <a:spcAft>
              <a:spcPct val="35000"/>
            </a:spcAft>
            <a:buNone/>
          </a:pPr>
          <a:r>
            <a:rPr lang="zh-CN" altLang="en-US" sz="1600" b="1" kern="1200">
              <a:solidFill>
                <a:srgbClr val="FF0000"/>
              </a:solidFill>
              <a:highlight>
                <a:srgbClr val="FFFF00"/>
              </a:highlight>
            </a:rPr>
            <a:t>限定名称</a:t>
          </a:r>
          <a:r>
            <a:rPr lang="en-US" altLang="zh-CN" sz="1600" b="1" kern="1200">
              <a:solidFill>
                <a:srgbClr val="FF0000"/>
              </a:solidFill>
              <a:highlight>
                <a:srgbClr val="FFFF00"/>
              </a:highlight>
            </a:rPr>
            <a:t>,</a:t>
          </a:r>
          <a:r>
            <a:rPr lang="zh-CN" altLang="en-US" sz="1600" b="1" kern="1200">
              <a:solidFill>
                <a:srgbClr val="FF0000"/>
              </a:solidFill>
              <a:highlight>
                <a:srgbClr val="FFFF00"/>
              </a:highlight>
            </a:rPr>
            <a:t>或包含前缀的名称</a:t>
          </a:r>
          <a:r>
            <a:rPr lang="en-US" altLang="zh-CN" sz="1600" b="1" kern="1200">
              <a:solidFill>
                <a:srgbClr val="FF0000"/>
              </a:solidFill>
              <a:highlight>
                <a:srgbClr val="FFFF00"/>
              </a:highlight>
            </a:rPr>
            <a:t>——</a:t>
          </a:r>
          <a:r>
            <a:rPr lang="zh-CN" altLang="en-US" sz="1600" b="1" kern="1200">
              <a:solidFill>
                <a:srgbClr val="FF0000"/>
              </a:solidFill>
              <a:highlight>
                <a:srgbClr val="FFFF00"/>
              </a:highlight>
            </a:rPr>
            <a:t>使用部分命名空间</a:t>
          </a:r>
          <a:r>
            <a:rPr lang="en-US" altLang="zh-CN" sz="1600" b="1" kern="1200">
              <a:solidFill>
                <a:srgbClr val="FF0000"/>
              </a:solidFill>
              <a:highlight>
                <a:srgbClr val="FFFF00"/>
              </a:highlight>
            </a:rPr>
            <a:t>+</a:t>
          </a:r>
          <a:r>
            <a:rPr lang="zh-CN" altLang="en-US" sz="1600" b="1" kern="1200">
              <a:solidFill>
                <a:srgbClr val="FF0000"/>
              </a:solidFill>
              <a:highlight>
                <a:srgbClr val="FFFF00"/>
              </a:highlight>
            </a:rPr>
            <a:t>类名</a:t>
          </a:r>
          <a:endParaRPr lang="en-US" sz="1600" kern="1200">
            <a:solidFill>
              <a:srgbClr val="FF0000"/>
            </a:solidFill>
            <a:highlight>
              <a:srgbClr val="FFFF00"/>
            </a:highlight>
          </a:endParaRPr>
        </a:p>
      </dsp:txBody>
      <dsp:txXfrm>
        <a:off x="313399" y="1329677"/>
        <a:ext cx="4804483" cy="745862"/>
      </dsp:txXfrm>
    </dsp:sp>
    <dsp:sp modelId="{5C10CB25-B016-40CF-9B76-F021115B9306}">
      <dsp:nvSpPr>
        <dsp:cNvPr id="0" name=""/>
        <dsp:cNvSpPr/>
      </dsp:nvSpPr>
      <dsp:spPr>
        <a:xfrm>
          <a:off x="0" y="4604389"/>
          <a:ext cx="5461000" cy="705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23834" tIns="583184" rIns="423834" bIns="113792" numCol="1" spcCol="1270" anchor="t" anchorCtr="0">
          <a:noAutofit/>
        </a:bodyPr>
        <a:lstStyle/>
        <a:p>
          <a:pPr marL="171450" lvl="1" indent="-171450" algn="l" defTabSz="711200">
            <a:lnSpc>
              <a:spcPct val="90000"/>
            </a:lnSpc>
            <a:spcBef>
              <a:spcPct val="0"/>
            </a:spcBef>
            <a:spcAft>
              <a:spcPct val="15000"/>
            </a:spcAft>
            <a:buChar char="•"/>
          </a:pPr>
          <a:endParaRPr lang="en-US" sz="1600" kern="1200"/>
        </a:p>
      </dsp:txBody>
      <dsp:txXfrm>
        <a:off x="0" y="4604389"/>
        <a:ext cx="5461000" cy="705600"/>
      </dsp:txXfrm>
    </dsp:sp>
    <dsp:sp modelId="{B271D5DE-6254-4E5B-8F01-DABDC6279764}">
      <dsp:nvSpPr>
        <dsp:cNvPr id="0" name=""/>
        <dsp:cNvSpPr/>
      </dsp:nvSpPr>
      <dsp:spPr>
        <a:xfrm>
          <a:off x="273050" y="4191109"/>
          <a:ext cx="4885181" cy="8265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489" tIns="0" rIns="144489" bIns="0" numCol="1" spcCol="1270" anchor="ctr" anchorCtr="0">
          <a:noAutofit/>
        </a:bodyPr>
        <a:lstStyle/>
        <a:p>
          <a:pPr marL="0" lvl="0" indent="0" algn="l" defTabSz="711200">
            <a:lnSpc>
              <a:spcPct val="90000"/>
            </a:lnSpc>
            <a:spcBef>
              <a:spcPct val="0"/>
            </a:spcBef>
            <a:spcAft>
              <a:spcPct val="35000"/>
            </a:spcAft>
            <a:buNone/>
          </a:pPr>
          <a:r>
            <a:rPr lang="zh-CN" altLang="en-US" sz="1600" b="1" kern="1200"/>
            <a:t>完全限定名称，或包含了全局前缀操作符的名称</a:t>
          </a:r>
          <a:endParaRPr lang="en-US" sz="1600" kern="1200"/>
        </a:p>
      </dsp:txBody>
      <dsp:txXfrm>
        <a:off x="313399" y="4231458"/>
        <a:ext cx="4804483" cy="74586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845CED-7A2E-41E4-92CA-B9137C25B125}">
      <dsp:nvSpPr>
        <dsp:cNvPr id="0" name=""/>
        <dsp:cNvSpPr/>
      </dsp:nvSpPr>
      <dsp:spPr>
        <a:xfrm>
          <a:off x="0" y="485718"/>
          <a:ext cx="5461000" cy="756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23834" tIns="624840" rIns="423834" bIns="113792" numCol="1" spcCol="1270" anchor="t" anchorCtr="0">
          <a:noAutofit/>
        </a:bodyPr>
        <a:lstStyle/>
        <a:p>
          <a:pPr marL="171450" lvl="1" indent="-171450" algn="l" defTabSz="711200">
            <a:lnSpc>
              <a:spcPct val="90000"/>
            </a:lnSpc>
            <a:spcBef>
              <a:spcPct val="0"/>
            </a:spcBef>
            <a:spcAft>
              <a:spcPct val="15000"/>
            </a:spcAft>
            <a:buChar char="•"/>
          </a:pPr>
          <a:endParaRPr lang="zh-CN" altLang="en-US" sz="1600" kern="1200"/>
        </a:p>
      </dsp:txBody>
      <dsp:txXfrm>
        <a:off x="0" y="485718"/>
        <a:ext cx="5461000" cy="756000"/>
      </dsp:txXfrm>
    </dsp:sp>
    <dsp:sp modelId="{EFB5C7CD-6FFB-496D-B01F-7664B579CB0B}">
      <dsp:nvSpPr>
        <dsp:cNvPr id="0" name=""/>
        <dsp:cNvSpPr/>
      </dsp:nvSpPr>
      <dsp:spPr>
        <a:xfrm>
          <a:off x="273050" y="42918"/>
          <a:ext cx="4885181" cy="885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489" tIns="0" rIns="144489" bIns="0" numCol="1" spcCol="1270" anchor="ctr" anchorCtr="0">
          <a:noAutofit/>
        </a:bodyPr>
        <a:lstStyle/>
        <a:p>
          <a:pPr marL="0" lvl="0" indent="0" algn="l" defTabSz="711200">
            <a:lnSpc>
              <a:spcPct val="90000"/>
            </a:lnSpc>
            <a:spcBef>
              <a:spcPct val="0"/>
            </a:spcBef>
            <a:spcAft>
              <a:spcPct val="35000"/>
            </a:spcAft>
            <a:buNone/>
          </a:pPr>
          <a:r>
            <a:rPr lang="zh-CN" altLang="en-US" sz="1600" b="1" kern="1200"/>
            <a:t>非限定名称，或不包含前缀的类名称</a:t>
          </a:r>
          <a:endParaRPr lang="zh-CN" altLang="en-US" sz="1600" kern="1200"/>
        </a:p>
      </dsp:txBody>
      <dsp:txXfrm>
        <a:off x="316281" y="86149"/>
        <a:ext cx="4798719" cy="799138"/>
      </dsp:txXfrm>
    </dsp:sp>
    <dsp:sp modelId="{7A5DB848-1948-41E9-B9AC-B6822ACA3CA9}">
      <dsp:nvSpPr>
        <dsp:cNvPr id="0" name=""/>
        <dsp:cNvSpPr/>
      </dsp:nvSpPr>
      <dsp:spPr>
        <a:xfrm>
          <a:off x="0" y="1846518"/>
          <a:ext cx="5461000" cy="756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23834" tIns="624840" rIns="423834" bIns="113792" numCol="1" spcCol="1270" anchor="t" anchorCtr="0">
          <a:noAutofit/>
        </a:bodyPr>
        <a:lstStyle/>
        <a:p>
          <a:pPr marL="171450" lvl="1" indent="-171450" algn="l" defTabSz="711200">
            <a:lnSpc>
              <a:spcPct val="90000"/>
            </a:lnSpc>
            <a:spcBef>
              <a:spcPct val="0"/>
            </a:spcBef>
            <a:spcAft>
              <a:spcPct val="15000"/>
            </a:spcAft>
            <a:buChar char="•"/>
          </a:pPr>
          <a:endParaRPr lang="en-US" sz="1600" kern="1200"/>
        </a:p>
      </dsp:txBody>
      <dsp:txXfrm>
        <a:off x="0" y="1846518"/>
        <a:ext cx="5461000" cy="756000"/>
      </dsp:txXfrm>
    </dsp:sp>
    <dsp:sp modelId="{8DC9516A-751D-4523-B8A0-1A4BE33BDCCF}">
      <dsp:nvSpPr>
        <dsp:cNvPr id="0" name=""/>
        <dsp:cNvSpPr/>
      </dsp:nvSpPr>
      <dsp:spPr>
        <a:xfrm>
          <a:off x="273050" y="1403718"/>
          <a:ext cx="4885181" cy="885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489" tIns="0" rIns="144489" bIns="0" numCol="1" spcCol="1270" anchor="ctr" anchorCtr="0">
          <a:noAutofit/>
        </a:bodyPr>
        <a:lstStyle/>
        <a:p>
          <a:pPr marL="0" lvl="0" indent="0" algn="l" defTabSz="711200">
            <a:lnSpc>
              <a:spcPct val="90000"/>
            </a:lnSpc>
            <a:spcBef>
              <a:spcPct val="0"/>
            </a:spcBef>
            <a:spcAft>
              <a:spcPct val="35000"/>
            </a:spcAft>
            <a:buNone/>
          </a:pPr>
          <a:r>
            <a:rPr lang="zh-CN" altLang="en-US" sz="1600" b="1" kern="1200"/>
            <a:t>限定名称</a:t>
          </a:r>
          <a:r>
            <a:rPr lang="en-US" altLang="zh-CN" sz="1600" b="1" kern="1200"/>
            <a:t>,</a:t>
          </a:r>
          <a:r>
            <a:rPr lang="zh-CN" altLang="en-US" sz="1600" b="1" kern="1200"/>
            <a:t>或包含前缀的名称</a:t>
          </a:r>
          <a:endParaRPr lang="en-US" sz="1600" kern="1200"/>
        </a:p>
      </dsp:txBody>
      <dsp:txXfrm>
        <a:off x="316281" y="1446949"/>
        <a:ext cx="4798719" cy="799138"/>
      </dsp:txXfrm>
    </dsp:sp>
    <dsp:sp modelId="{5C10CB25-B016-40CF-9B76-F021115B9306}">
      <dsp:nvSpPr>
        <dsp:cNvPr id="0" name=""/>
        <dsp:cNvSpPr/>
      </dsp:nvSpPr>
      <dsp:spPr>
        <a:xfrm>
          <a:off x="0" y="3207319"/>
          <a:ext cx="5461000" cy="2079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23834" tIns="624840" rIns="423834" bIns="113792" numCol="1" spcCol="1270" anchor="t" anchorCtr="0">
          <a:noAutofit/>
        </a:bodyPr>
        <a:lstStyle/>
        <a:p>
          <a:pPr marL="171450" lvl="1" indent="-171450" algn="l" defTabSz="711200">
            <a:lnSpc>
              <a:spcPct val="90000"/>
            </a:lnSpc>
            <a:spcBef>
              <a:spcPct val="0"/>
            </a:spcBef>
            <a:spcAft>
              <a:spcPct val="15000"/>
            </a:spcAft>
            <a:buChar char="•"/>
          </a:pPr>
          <a:r>
            <a:rPr lang="zh-CN" altLang="en-US" sz="1600" kern="1200"/>
            <a:t>例如， </a:t>
          </a:r>
          <a:r>
            <a:rPr lang="en-US" altLang="zh-CN" sz="1600" kern="1200"/>
            <a:t>$</a:t>
          </a:r>
          <a:r>
            <a:rPr lang="en-US" sz="1600" kern="1200"/>
            <a:t>a = new \currentnamespace\foo(); </a:t>
          </a:r>
          <a:r>
            <a:rPr lang="zh-CN" altLang="en-US" sz="1600" kern="1200"/>
            <a:t>或 </a:t>
          </a:r>
          <a:r>
            <a:rPr lang="en-US" altLang="zh-CN" sz="1600" kern="1200"/>
            <a:t>\</a:t>
          </a:r>
          <a:r>
            <a:rPr lang="en-US" sz="1600" kern="1200"/>
            <a:t>currentnamespace\foo::staticmethod();。</a:t>
          </a:r>
        </a:p>
        <a:p>
          <a:pPr marL="171450" lvl="1" indent="-171450" algn="l" defTabSz="711200">
            <a:lnSpc>
              <a:spcPct val="90000"/>
            </a:lnSpc>
            <a:spcBef>
              <a:spcPct val="0"/>
            </a:spcBef>
            <a:spcAft>
              <a:spcPct val="15000"/>
            </a:spcAft>
            <a:buChar char="•"/>
          </a:pPr>
          <a:r>
            <a:rPr lang="zh-CN" altLang="en-US" sz="1600" kern="1200"/>
            <a:t>在这种情况下，</a:t>
          </a:r>
          <a:r>
            <a:rPr lang="en-US" sz="1600" kern="1200"/>
            <a:t>foo </a:t>
          </a:r>
          <a:r>
            <a:rPr lang="zh-CN" altLang="en-US" sz="1600" kern="1200"/>
            <a:t>总是被解析为代码中的文字名</a:t>
          </a:r>
          <a:r>
            <a:rPr lang="en-US" altLang="zh-CN" sz="1600" kern="1200"/>
            <a:t>(</a:t>
          </a:r>
          <a:r>
            <a:rPr lang="en-US" sz="1600" kern="1200"/>
            <a:t>literal name)currentnamespace\foo。</a:t>
          </a:r>
        </a:p>
      </dsp:txBody>
      <dsp:txXfrm>
        <a:off x="0" y="3207319"/>
        <a:ext cx="5461000" cy="2079000"/>
      </dsp:txXfrm>
    </dsp:sp>
    <dsp:sp modelId="{B271D5DE-6254-4E5B-8F01-DABDC6279764}">
      <dsp:nvSpPr>
        <dsp:cNvPr id="0" name=""/>
        <dsp:cNvSpPr/>
      </dsp:nvSpPr>
      <dsp:spPr>
        <a:xfrm>
          <a:off x="273050" y="2764518"/>
          <a:ext cx="4885181" cy="885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489" tIns="0" rIns="144489" bIns="0" numCol="1" spcCol="1270" anchor="ctr" anchorCtr="0">
          <a:noAutofit/>
        </a:bodyPr>
        <a:lstStyle/>
        <a:p>
          <a:pPr marL="0" lvl="0" indent="0" algn="l" defTabSz="711200">
            <a:lnSpc>
              <a:spcPct val="90000"/>
            </a:lnSpc>
            <a:spcBef>
              <a:spcPct val="0"/>
            </a:spcBef>
            <a:spcAft>
              <a:spcPct val="35000"/>
            </a:spcAft>
            <a:buNone/>
          </a:pPr>
          <a:r>
            <a:rPr lang="zh-CN" altLang="en-US" sz="1600" b="1" kern="1200">
              <a:solidFill>
                <a:srgbClr val="FF0000"/>
              </a:solidFill>
              <a:highlight>
                <a:srgbClr val="FFFF00"/>
              </a:highlight>
            </a:rPr>
            <a:t>完全限定名称，或包含了全局前缀操作符的名称</a:t>
          </a:r>
          <a:r>
            <a:rPr lang="en-US" altLang="zh-CN" sz="1600" b="1" kern="1200">
              <a:solidFill>
                <a:srgbClr val="FF0000"/>
              </a:solidFill>
              <a:highlight>
                <a:srgbClr val="FFFF00"/>
              </a:highlight>
            </a:rPr>
            <a:t>——</a:t>
          </a:r>
          <a:r>
            <a:rPr lang="zh-CN" altLang="en-US" sz="1600" b="1" kern="1200">
              <a:solidFill>
                <a:srgbClr val="FF0000"/>
              </a:solidFill>
              <a:highlight>
                <a:srgbClr val="FFFF00"/>
              </a:highlight>
            </a:rPr>
            <a:t>完整命名空间</a:t>
          </a:r>
          <a:r>
            <a:rPr lang="en-US" altLang="zh-CN" sz="1600" b="1" kern="1200">
              <a:solidFill>
                <a:srgbClr val="FF0000"/>
              </a:solidFill>
              <a:highlight>
                <a:srgbClr val="FFFF00"/>
              </a:highlight>
            </a:rPr>
            <a:t>+</a:t>
          </a:r>
          <a:r>
            <a:rPr lang="zh-CN" altLang="en-US" sz="1600" b="1" kern="1200">
              <a:solidFill>
                <a:srgbClr val="FF0000"/>
              </a:solidFill>
              <a:highlight>
                <a:srgbClr val="FFFF00"/>
              </a:highlight>
            </a:rPr>
            <a:t>类名</a:t>
          </a:r>
          <a:endParaRPr lang="en-US" sz="1600" kern="1200">
            <a:solidFill>
              <a:srgbClr val="FF0000"/>
            </a:solidFill>
            <a:highlight>
              <a:srgbClr val="FFFF00"/>
            </a:highlight>
          </a:endParaRPr>
        </a:p>
      </dsp:txBody>
      <dsp:txXfrm>
        <a:off x="316281" y="2807749"/>
        <a:ext cx="4798719" cy="79913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9A6C06-59DA-4294-B8BE-58A5210DE3D6}">
      <dsp:nvSpPr>
        <dsp:cNvPr id="0" name=""/>
        <dsp:cNvSpPr/>
      </dsp:nvSpPr>
      <dsp:spPr>
        <a:xfrm>
          <a:off x="0" y="562737"/>
          <a:ext cx="11176000" cy="945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520700" rIns="867382" bIns="99568" numCol="1" spcCol="1270" anchor="t" anchorCtr="0">
          <a:noAutofit/>
        </a:bodyPr>
        <a:lstStyle/>
        <a:p>
          <a:pPr marL="114300" lvl="1" indent="-114300" algn="l" defTabSz="622300">
            <a:lnSpc>
              <a:spcPct val="100000"/>
            </a:lnSpc>
            <a:spcBef>
              <a:spcPct val="0"/>
            </a:spcBef>
            <a:spcAft>
              <a:spcPct val="15000"/>
            </a:spcAft>
            <a:buChar char="•"/>
          </a:pPr>
          <a:r>
            <a:rPr lang="zh-CN" altLang="en-US" sz="1400" kern="1200" dirty="0"/>
            <a:t>是 </a:t>
          </a:r>
          <a:r>
            <a:rPr lang="en-US" altLang="zh-CN" sz="1400" kern="1200" dirty="0"/>
            <a:t>PHP5.3</a:t>
          </a:r>
          <a:r>
            <a:rPr lang="zh-CN" altLang="en-US" sz="1400" kern="1200" dirty="0"/>
            <a:t>以上的一个依赖管理工具。它允许你声明项目所依赖的代码库，它会在你的项目中为你安装他们。</a:t>
          </a:r>
        </a:p>
      </dsp:txBody>
      <dsp:txXfrm>
        <a:off x="0" y="562737"/>
        <a:ext cx="11176000" cy="945000"/>
      </dsp:txXfrm>
    </dsp:sp>
    <dsp:sp modelId="{AC02FA0D-DE40-48AF-B036-02E619ACBBB6}">
      <dsp:nvSpPr>
        <dsp:cNvPr id="0" name=""/>
        <dsp:cNvSpPr/>
      </dsp:nvSpPr>
      <dsp:spPr>
        <a:xfrm>
          <a:off x="558800" y="193737"/>
          <a:ext cx="7823200" cy="738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111250">
            <a:lnSpc>
              <a:spcPct val="90000"/>
            </a:lnSpc>
            <a:spcBef>
              <a:spcPct val="0"/>
            </a:spcBef>
            <a:spcAft>
              <a:spcPct val="35000"/>
            </a:spcAft>
            <a:buNone/>
          </a:pPr>
          <a:r>
            <a:rPr lang="zh-CN" altLang="en-US" sz="2500" kern="1200"/>
            <a:t>什么是</a:t>
          </a:r>
          <a:r>
            <a:rPr lang="en-US" altLang="zh-CN" sz="2500" kern="1200"/>
            <a:t>Composer</a:t>
          </a:r>
          <a:endParaRPr lang="zh-CN" altLang="en-US" sz="2500" kern="1200"/>
        </a:p>
      </dsp:txBody>
      <dsp:txXfrm>
        <a:off x="594826" y="229763"/>
        <a:ext cx="7751148" cy="665948"/>
      </dsp:txXfrm>
    </dsp:sp>
    <dsp:sp modelId="{238F7DE0-D464-465C-80E1-DC51703056F8}">
      <dsp:nvSpPr>
        <dsp:cNvPr id="0" name=""/>
        <dsp:cNvSpPr/>
      </dsp:nvSpPr>
      <dsp:spPr>
        <a:xfrm>
          <a:off x="0" y="2011737"/>
          <a:ext cx="11176000" cy="1240312"/>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520700" rIns="867382" bIns="99568" numCol="1" spcCol="1270" anchor="t" anchorCtr="0">
          <a:noAutofit/>
        </a:bodyPr>
        <a:lstStyle/>
        <a:p>
          <a:pPr marL="114300" lvl="1" indent="-114300" algn="l" defTabSz="622300">
            <a:lnSpc>
              <a:spcPct val="100000"/>
            </a:lnSpc>
            <a:spcBef>
              <a:spcPct val="0"/>
            </a:spcBef>
            <a:spcAft>
              <a:spcPct val="15000"/>
            </a:spcAft>
            <a:buChar char="•"/>
          </a:pPr>
          <a:r>
            <a:rPr lang="en-US" altLang="zh-CN" sz="1400" kern="1200" dirty="0"/>
            <a:t>composer</a:t>
          </a:r>
          <a:r>
            <a:rPr lang="zh-CN" altLang="en-US" sz="1400" kern="1200" dirty="0"/>
            <a:t>解决了项目的依赖关系，且实现了自动加载。开发人员只需要几个命令行，就能获取其他开发者的包，</a:t>
          </a:r>
          <a:r>
            <a:rPr lang="en-US" altLang="zh-CN" sz="1400" kern="1200" dirty="0"/>
            <a:t>PHP</a:t>
          </a:r>
          <a:r>
            <a:rPr lang="zh-CN" altLang="en-US" sz="1400" kern="1200" dirty="0"/>
            <a:t>开发工作因此变得如同堆积木，可以根据业务的需求，快速方便地拆解组合代码。</a:t>
          </a:r>
        </a:p>
      </dsp:txBody>
      <dsp:txXfrm>
        <a:off x="0" y="2011737"/>
        <a:ext cx="11176000" cy="1240312"/>
      </dsp:txXfrm>
    </dsp:sp>
    <dsp:sp modelId="{F3600E2B-DBD0-410E-A1D1-8F6CBAF48564}">
      <dsp:nvSpPr>
        <dsp:cNvPr id="0" name=""/>
        <dsp:cNvSpPr/>
      </dsp:nvSpPr>
      <dsp:spPr>
        <a:xfrm>
          <a:off x="558800" y="1642737"/>
          <a:ext cx="7823200" cy="738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111250">
            <a:lnSpc>
              <a:spcPct val="90000"/>
            </a:lnSpc>
            <a:spcBef>
              <a:spcPct val="0"/>
            </a:spcBef>
            <a:spcAft>
              <a:spcPct val="35000"/>
            </a:spcAft>
            <a:buNone/>
          </a:pPr>
          <a:r>
            <a:rPr lang="zh-CN" altLang="en-US" sz="2500" kern="1200"/>
            <a:t>优点</a:t>
          </a:r>
          <a:endParaRPr lang="en-US" altLang="zh-CN" sz="2500" kern="1200"/>
        </a:p>
      </dsp:txBody>
      <dsp:txXfrm>
        <a:off x="594826" y="1678763"/>
        <a:ext cx="7751148" cy="665948"/>
      </dsp:txXfrm>
    </dsp:sp>
    <dsp:sp modelId="{75E3222F-5407-48B5-B2C5-54FDEE5BAE31}">
      <dsp:nvSpPr>
        <dsp:cNvPr id="0" name=""/>
        <dsp:cNvSpPr/>
      </dsp:nvSpPr>
      <dsp:spPr>
        <a:xfrm>
          <a:off x="0" y="3756049"/>
          <a:ext cx="11176000" cy="18112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520700" rIns="867382" bIns="177800" numCol="1" spcCol="1270" anchor="t" anchorCtr="0">
          <a:noAutofit/>
        </a:bodyPr>
        <a:lstStyle/>
        <a:p>
          <a:pPr marL="228600" lvl="1" indent="-228600" algn="l" defTabSz="1111250">
            <a:lnSpc>
              <a:spcPct val="90000"/>
            </a:lnSpc>
            <a:spcBef>
              <a:spcPct val="0"/>
            </a:spcBef>
            <a:spcAft>
              <a:spcPct val="15000"/>
            </a:spcAft>
            <a:buChar char="•"/>
          </a:pPr>
          <a:r>
            <a:rPr lang="zh-CN" altLang="en-US" sz="2500" kern="1200"/>
            <a:t>下载</a:t>
          </a:r>
          <a:r>
            <a:rPr lang="en-US" altLang="zh-CN" sz="2500" kern="1200"/>
            <a:t> Composer-Setup.exe</a:t>
          </a:r>
          <a:r>
            <a:rPr lang="zh-CN" altLang="en-US" sz="2500" kern="1200"/>
            <a:t>：</a:t>
          </a:r>
          <a:r>
            <a:rPr lang="en-US" altLang="zh-CN" sz="2500" kern="1200">
              <a:hlinkClick xmlns:r="http://schemas.openxmlformats.org/officeDocument/2006/relationships" r:id="rId1"/>
            </a:rPr>
            <a:t>https://getcomposer.org/download/</a:t>
          </a:r>
          <a:endParaRPr lang="zh-CN" altLang="en-US" sz="2500" kern="1200"/>
        </a:p>
        <a:p>
          <a:pPr marL="228600" lvl="1" indent="-228600" algn="l" defTabSz="1111250">
            <a:lnSpc>
              <a:spcPct val="90000"/>
            </a:lnSpc>
            <a:spcBef>
              <a:spcPct val="0"/>
            </a:spcBef>
            <a:spcAft>
              <a:spcPct val="15000"/>
            </a:spcAft>
            <a:buChar char="•"/>
          </a:pPr>
          <a:r>
            <a:rPr lang="en-US" altLang="zh-CN" sz="2500" kern="1200"/>
            <a:t>PHP</a:t>
          </a:r>
          <a:r>
            <a:rPr lang="zh-CN" altLang="en-US" sz="2500" kern="1200"/>
            <a:t>扩展：</a:t>
          </a:r>
          <a:r>
            <a:rPr lang="en-US" altLang="zh-CN" sz="2500" kern="1200"/>
            <a:t>openssl</a:t>
          </a:r>
          <a:endParaRPr lang="zh-CN" altLang="en-US" sz="2500" kern="1200"/>
        </a:p>
      </dsp:txBody>
      <dsp:txXfrm>
        <a:off x="0" y="3756049"/>
        <a:ext cx="11176000" cy="1811250"/>
      </dsp:txXfrm>
    </dsp:sp>
    <dsp:sp modelId="{3D0C2ECA-AB4A-4C93-8723-AC9FE0249E8A}">
      <dsp:nvSpPr>
        <dsp:cNvPr id="0" name=""/>
        <dsp:cNvSpPr/>
      </dsp:nvSpPr>
      <dsp:spPr>
        <a:xfrm>
          <a:off x="558800" y="3387049"/>
          <a:ext cx="7823200" cy="7380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111250">
            <a:lnSpc>
              <a:spcPct val="90000"/>
            </a:lnSpc>
            <a:spcBef>
              <a:spcPct val="0"/>
            </a:spcBef>
            <a:spcAft>
              <a:spcPct val="35000"/>
            </a:spcAft>
            <a:buNone/>
          </a:pPr>
          <a:r>
            <a:rPr lang="zh-CN" altLang="en-US" sz="2500" kern="1200"/>
            <a:t>安装</a:t>
          </a:r>
        </a:p>
      </dsp:txBody>
      <dsp:txXfrm>
        <a:off x="594826" y="3423075"/>
        <a:ext cx="7751148" cy="66594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3D23DD-9AFE-4324-9F34-563674CCC476}">
      <dsp:nvSpPr>
        <dsp:cNvPr id="0" name=""/>
        <dsp:cNvSpPr/>
      </dsp:nvSpPr>
      <dsp:spPr>
        <a:xfrm>
          <a:off x="0" y="344225"/>
          <a:ext cx="5408612" cy="453600"/>
        </a:xfrm>
        <a:prstGeom prst="rect">
          <a:avLst/>
        </a:prstGeom>
        <a:solidFill>
          <a:schemeClr val="lt1">
            <a:alpha val="90000"/>
            <a:hueOff val="0"/>
            <a:satOff val="0"/>
            <a:lumOff val="0"/>
            <a:alphaOff val="0"/>
          </a:schemeClr>
        </a:solidFill>
        <a:ln w="6350" cap="flat" cmpd="sng" algn="ctr">
          <a:solidFill>
            <a:schemeClr val="accent1">
              <a:shade val="5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A13483F2-7F4E-419D-892F-5DA869509A46}">
      <dsp:nvSpPr>
        <dsp:cNvPr id="0" name=""/>
        <dsp:cNvSpPr/>
      </dsp:nvSpPr>
      <dsp:spPr>
        <a:xfrm>
          <a:off x="270430" y="78545"/>
          <a:ext cx="3786028" cy="531360"/>
        </a:xfrm>
        <a:prstGeom prst="roundRect">
          <a:avLst/>
        </a:prstGeom>
        <a:gradFill rotWithShape="0">
          <a:gsLst>
            <a:gs pos="0">
              <a:schemeClr val="accent1">
                <a:shade val="50000"/>
                <a:hueOff val="0"/>
                <a:satOff val="0"/>
                <a:lumOff val="0"/>
                <a:alphaOff val="0"/>
                <a:lumMod val="110000"/>
                <a:satMod val="105000"/>
                <a:tint val="67000"/>
              </a:schemeClr>
            </a:gs>
            <a:gs pos="50000">
              <a:schemeClr val="accent1">
                <a:shade val="50000"/>
                <a:hueOff val="0"/>
                <a:satOff val="0"/>
                <a:lumOff val="0"/>
                <a:alphaOff val="0"/>
                <a:lumMod val="105000"/>
                <a:satMod val="103000"/>
                <a:tint val="73000"/>
              </a:schemeClr>
            </a:gs>
            <a:gs pos="100000">
              <a:schemeClr val="accent1">
                <a:shade val="5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3103" tIns="0" rIns="143103" bIns="0" numCol="1" spcCol="1270" anchor="ctr" anchorCtr="0">
          <a:noAutofit/>
        </a:bodyPr>
        <a:lstStyle/>
        <a:p>
          <a:pPr marL="0" lvl="0" indent="0" algn="l" defTabSz="622300">
            <a:lnSpc>
              <a:spcPct val="90000"/>
            </a:lnSpc>
            <a:spcBef>
              <a:spcPct val="0"/>
            </a:spcBef>
            <a:spcAft>
              <a:spcPct val="35000"/>
            </a:spcAft>
            <a:buFont typeface="+mj-lt"/>
            <a:buNone/>
          </a:pPr>
          <a:r>
            <a:rPr lang="zh-CN" altLang="en-US" sz="1400" kern="1200"/>
            <a:t>安装：下载所需的库文件</a:t>
          </a:r>
        </a:p>
      </dsp:txBody>
      <dsp:txXfrm>
        <a:off x="296369" y="104484"/>
        <a:ext cx="3734150" cy="479482"/>
      </dsp:txXfrm>
    </dsp:sp>
    <dsp:sp modelId="{E8B97144-C063-462B-9445-61FF367B0680}">
      <dsp:nvSpPr>
        <dsp:cNvPr id="0" name=""/>
        <dsp:cNvSpPr/>
      </dsp:nvSpPr>
      <dsp:spPr>
        <a:xfrm>
          <a:off x="0" y="1160706"/>
          <a:ext cx="5408612" cy="453600"/>
        </a:xfrm>
        <a:prstGeom prst="rect">
          <a:avLst/>
        </a:prstGeom>
        <a:solidFill>
          <a:schemeClr val="lt1">
            <a:alpha val="90000"/>
            <a:hueOff val="0"/>
            <a:satOff val="0"/>
            <a:lumOff val="0"/>
            <a:alphaOff val="0"/>
          </a:schemeClr>
        </a:solidFill>
        <a:ln w="6350" cap="flat" cmpd="sng" algn="ctr">
          <a:solidFill>
            <a:schemeClr val="accent1">
              <a:shade val="50000"/>
              <a:hueOff val="-403027"/>
              <a:satOff val="-27824"/>
              <a:lumOff val="25400"/>
              <a:alphaOff val="0"/>
            </a:schemeClr>
          </a:solidFill>
          <a:prstDash val="solid"/>
          <a:miter lim="800000"/>
        </a:ln>
        <a:effectLst/>
      </dsp:spPr>
      <dsp:style>
        <a:lnRef idx="1">
          <a:scrgbClr r="0" g="0" b="0"/>
        </a:lnRef>
        <a:fillRef idx="1">
          <a:scrgbClr r="0" g="0" b="0"/>
        </a:fillRef>
        <a:effectRef idx="0">
          <a:scrgbClr r="0" g="0" b="0"/>
        </a:effectRef>
        <a:fontRef idx="minor"/>
      </dsp:style>
    </dsp:sp>
    <dsp:sp modelId="{753BE0F3-9E40-4F02-9ABB-F29FCA4430FF}">
      <dsp:nvSpPr>
        <dsp:cNvPr id="0" name=""/>
        <dsp:cNvSpPr/>
      </dsp:nvSpPr>
      <dsp:spPr>
        <a:xfrm>
          <a:off x="270430" y="895026"/>
          <a:ext cx="3786028" cy="531360"/>
        </a:xfrm>
        <a:prstGeom prst="roundRect">
          <a:avLst/>
        </a:prstGeom>
        <a:gradFill rotWithShape="0">
          <a:gsLst>
            <a:gs pos="0">
              <a:schemeClr val="accent1">
                <a:shade val="50000"/>
                <a:hueOff val="-403027"/>
                <a:satOff val="-27824"/>
                <a:lumOff val="25400"/>
                <a:alphaOff val="0"/>
                <a:lumMod val="110000"/>
                <a:satMod val="105000"/>
                <a:tint val="67000"/>
              </a:schemeClr>
            </a:gs>
            <a:gs pos="50000">
              <a:schemeClr val="accent1">
                <a:shade val="50000"/>
                <a:hueOff val="-403027"/>
                <a:satOff val="-27824"/>
                <a:lumOff val="25400"/>
                <a:alphaOff val="0"/>
                <a:lumMod val="105000"/>
                <a:satMod val="103000"/>
                <a:tint val="73000"/>
              </a:schemeClr>
            </a:gs>
            <a:gs pos="100000">
              <a:schemeClr val="accent1">
                <a:shade val="50000"/>
                <a:hueOff val="-403027"/>
                <a:satOff val="-27824"/>
                <a:lumOff val="2540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3103" tIns="0" rIns="143103" bIns="0" numCol="1" spcCol="1270" anchor="ctr" anchorCtr="0">
          <a:noAutofit/>
        </a:bodyPr>
        <a:lstStyle/>
        <a:p>
          <a:pPr marL="0" lvl="0" indent="0" algn="l" defTabSz="622300">
            <a:lnSpc>
              <a:spcPct val="90000"/>
            </a:lnSpc>
            <a:spcBef>
              <a:spcPct val="0"/>
            </a:spcBef>
            <a:spcAft>
              <a:spcPct val="35000"/>
            </a:spcAft>
            <a:buFont typeface="+mj-lt"/>
            <a:buNone/>
          </a:pPr>
          <a:r>
            <a:rPr lang="zh-CN" altLang="en-US" sz="1400" kern="1200"/>
            <a:t>版本控制：确保使用正确版本的库</a:t>
          </a:r>
        </a:p>
      </dsp:txBody>
      <dsp:txXfrm>
        <a:off x="296369" y="920965"/>
        <a:ext cx="3734150" cy="479482"/>
      </dsp:txXfrm>
    </dsp:sp>
    <dsp:sp modelId="{07747AAD-A43C-4097-8E59-60FF891EDCF9}">
      <dsp:nvSpPr>
        <dsp:cNvPr id="0" name=""/>
        <dsp:cNvSpPr/>
      </dsp:nvSpPr>
      <dsp:spPr>
        <a:xfrm>
          <a:off x="0" y="1977186"/>
          <a:ext cx="5408612" cy="453600"/>
        </a:xfrm>
        <a:prstGeom prst="rect">
          <a:avLst/>
        </a:prstGeom>
        <a:solidFill>
          <a:schemeClr val="lt1">
            <a:alpha val="90000"/>
            <a:hueOff val="0"/>
            <a:satOff val="0"/>
            <a:lumOff val="0"/>
            <a:alphaOff val="0"/>
          </a:schemeClr>
        </a:solidFill>
        <a:ln w="6350" cap="flat" cmpd="sng" algn="ctr">
          <a:solidFill>
            <a:schemeClr val="accent1">
              <a:shade val="50000"/>
              <a:hueOff val="-806053"/>
              <a:satOff val="-55647"/>
              <a:lumOff val="50800"/>
              <a:alphaOff val="0"/>
            </a:schemeClr>
          </a:solidFill>
          <a:prstDash val="solid"/>
          <a:miter lim="800000"/>
        </a:ln>
        <a:effectLst/>
      </dsp:spPr>
      <dsp:style>
        <a:lnRef idx="1">
          <a:scrgbClr r="0" g="0" b="0"/>
        </a:lnRef>
        <a:fillRef idx="1">
          <a:scrgbClr r="0" g="0" b="0"/>
        </a:fillRef>
        <a:effectRef idx="0">
          <a:scrgbClr r="0" g="0" b="0"/>
        </a:effectRef>
        <a:fontRef idx="minor"/>
      </dsp:style>
    </dsp:sp>
    <dsp:sp modelId="{876E6782-6A87-4C2A-BF72-DCD67D7E864E}">
      <dsp:nvSpPr>
        <dsp:cNvPr id="0" name=""/>
        <dsp:cNvSpPr/>
      </dsp:nvSpPr>
      <dsp:spPr>
        <a:xfrm>
          <a:off x="270430" y="1711506"/>
          <a:ext cx="3786028" cy="531360"/>
        </a:xfrm>
        <a:prstGeom prst="roundRect">
          <a:avLst/>
        </a:prstGeom>
        <a:gradFill rotWithShape="0">
          <a:gsLst>
            <a:gs pos="0">
              <a:schemeClr val="accent1">
                <a:shade val="50000"/>
                <a:hueOff val="-806053"/>
                <a:satOff val="-55647"/>
                <a:lumOff val="50800"/>
                <a:alphaOff val="0"/>
                <a:lumMod val="110000"/>
                <a:satMod val="105000"/>
                <a:tint val="67000"/>
              </a:schemeClr>
            </a:gs>
            <a:gs pos="50000">
              <a:schemeClr val="accent1">
                <a:shade val="50000"/>
                <a:hueOff val="-806053"/>
                <a:satOff val="-55647"/>
                <a:lumOff val="50800"/>
                <a:alphaOff val="0"/>
                <a:lumMod val="105000"/>
                <a:satMod val="103000"/>
                <a:tint val="73000"/>
              </a:schemeClr>
            </a:gs>
            <a:gs pos="100000">
              <a:schemeClr val="accent1">
                <a:shade val="50000"/>
                <a:hueOff val="-806053"/>
                <a:satOff val="-55647"/>
                <a:lumOff val="5080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3103" tIns="0" rIns="143103" bIns="0" numCol="1" spcCol="1270" anchor="ctr" anchorCtr="0">
          <a:noAutofit/>
        </a:bodyPr>
        <a:lstStyle/>
        <a:p>
          <a:pPr marL="0" lvl="0" indent="0" algn="l" defTabSz="622300">
            <a:lnSpc>
              <a:spcPct val="90000"/>
            </a:lnSpc>
            <a:spcBef>
              <a:spcPct val="0"/>
            </a:spcBef>
            <a:spcAft>
              <a:spcPct val="35000"/>
            </a:spcAft>
            <a:buFont typeface="+mj-lt"/>
            <a:buNone/>
          </a:pPr>
          <a:r>
            <a:rPr lang="zh-CN" altLang="en-US" sz="1400" kern="1200"/>
            <a:t>依赖解析：处理库之间的依赖关系</a:t>
          </a:r>
        </a:p>
      </dsp:txBody>
      <dsp:txXfrm>
        <a:off x="296369" y="1737445"/>
        <a:ext cx="3734150" cy="479482"/>
      </dsp:txXfrm>
    </dsp:sp>
    <dsp:sp modelId="{B199E8D9-E254-4CE7-A511-C689C55F3AA8}">
      <dsp:nvSpPr>
        <dsp:cNvPr id="0" name=""/>
        <dsp:cNvSpPr/>
      </dsp:nvSpPr>
      <dsp:spPr>
        <a:xfrm>
          <a:off x="0" y="2793666"/>
          <a:ext cx="5408612" cy="453600"/>
        </a:xfrm>
        <a:prstGeom prst="rect">
          <a:avLst/>
        </a:prstGeom>
        <a:solidFill>
          <a:schemeClr val="lt1">
            <a:alpha val="90000"/>
            <a:hueOff val="0"/>
            <a:satOff val="0"/>
            <a:lumOff val="0"/>
            <a:alphaOff val="0"/>
          </a:schemeClr>
        </a:solidFill>
        <a:ln w="6350" cap="flat" cmpd="sng" algn="ctr">
          <a:solidFill>
            <a:schemeClr val="accent1">
              <a:shade val="50000"/>
              <a:hueOff val="-403027"/>
              <a:satOff val="-27824"/>
              <a:lumOff val="25400"/>
              <a:alphaOff val="0"/>
            </a:schemeClr>
          </a:solidFill>
          <a:prstDash val="solid"/>
          <a:miter lim="800000"/>
        </a:ln>
        <a:effectLst/>
      </dsp:spPr>
      <dsp:style>
        <a:lnRef idx="1">
          <a:scrgbClr r="0" g="0" b="0"/>
        </a:lnRef>
        <a:fillRef idx="1">
          <a:scrgbClr r="0" g="0" b="0"/>
        </a:fillRef>
        <a:effectRef idx="0">
          <a:scrgbClr r="0" g="0" b="0"/>
        </a:effectRef>
        <a:fontRef idx="minor"/>
      </dsp:style>
    </dsp:sp>
    <dsp:sp modelId="{24DC4B4E-A814-40C2-8B9E-C0F21E6C48C5}">
      <dsp:nvSpPr>
        <dsp:cNvPr id="0" name=""/>
        <dsp:cNvSpPr/>
      </dsp:nvSpPr>
      <dsp:spPr>
        <a:xfrm>
          <a:off x="270430" y="2527986"/>
          <a:ext cx="3786028" cy="531360"/>
        </a:xfrm>
        <a:prstGeom prst="roundRect">
          <a:avLst/>
        </a:prstGeom>
        <a:gradFill rotWithShape="0">
          <a:gsLst>
            <a:gs pos="0">
              <a:schemeClr val="accent1">
                <a:shade val="50000"/>
                <a:hueOff val="-403027"/>
                <a:satOff val="-27824"/>
                <a:lumOff val="25400"/>
                <a:alphaOff val="0"/>
                <a:lumMod val="110000"/>
                <a:satMod val="105000"/>
                <a:tint val="67000"/>
              </a:schemeClr>
            </a:gs>
            <a:gs pos="50000">
              <a:schemeClr val="accent1">
                <a:shade val="50000"/>
                <a:hueOff val="-403027"/>
                <a:satOff val="-27824"/>
                <a:lumOff val="25400"/>
                <a:alphaOff val="0"/>
                <a:lumMod val="105000"/>
                <a:satMod val="103000"/>
                <a:tint val="73000"/>
              </a:schemeClr>
            </a:gs>
            <a:gs pos="100000">
              <a:schemeClr val="accent1">
                <a:shade val="50000"/>
                <a:hueOff val="-403027"/>
                <a:satOff val="-27824"/>
                <a:lumOff val="2540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3103" tIns="0" rIns="143103" bIns="0" numCol="1" spcCol="1270" anchor="ctr" anchorCtr="0">
          <a:noAutofit/>
        </a:bodyPr>
        <a:lstStyle/>
        <a:p>
          <a:pPr marL="0" lvl="0" indent="0" algn="l" defTabSz="622300">
            <a:lnSpc>
              <a:spcPct val="90000"/>
            </a:lnSpc>
            <a:spcBef>
              <a:spcPct val="0"/>
            </a:spcBef>
            <a:spcAft>
              <a:spcPct val="35000"/>
            </a:spcAft>
            <a:buFont typeface="+mj-lt"/>
            <a:buNone/>
          </a:pPr>
          <a:r>
            <a:rPr lang="zh-CN" altLang="en-US" sz="1400" kern="1200"/>
            <a:t>自动加载：让代码能自动找到并加载这些库</a:t>
          </a:r>
        </a:p>
      </dsp:txBody>
      <dsp:txXfrm>
        <a:off x="296369" y="2553925"/>
        <a:ext cx="3734150" cy="47948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649CE5-031A-4521-88B4-9E74A56DF612}">
      <dsp:nvSpPr>
        <dsp:cNvPr id="0" name=""/>
        <dsp:cNvSpPr/>
      </dsp:nvSpPr>
      <dsp:spPr>
        <a:xfrm>
          <a:off x="0" y="721508"/>
          <a:ext cx="11176000" cy="35280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52284C0-E13D-46DF-A8B4-D8E1471D6F1B}">
      <dsp:nvSpPr>
        <dsp:cNvPr id="0" name=""/>
        <dsp:cNvSpPr/>
      </dsp:nvSpPr>
      <dsp:spPr>
        <a:xfrm>
          <a:off x="558800" y="514868"/>
          <a:ext cx="7823200" cy="41328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622300">
            <a:lnSpc>
              <a:spcPct val="90000"/>
            </a:lnSpc>
            <a:spcBef>
              <a:spcPct val="0"/>
            </a:spcBef>
            <a:spcAft>
              <a:spcPct val="35000"/>
            </a:spcAft>
            <a:buNone/>
          </a:pPr>
          <a:r>
            <a:rPr lang="zh-CN" altLang="en-US" sz="1400" kern="1200"/>
            <a:t>运行 </a:t>
          </a:r>
          <a:r>
            <a:rPr lang="en-US" sz="1400" kern="1200"/>
            <a:t>composer init，</a:t>
          </a:r>
          <a:r>
            <a:rPr lang="zh-CN" altLang="en-US" sz="1400" kern="1200"/>
            <a:t>创建 </a:t>
          </a:r>
          <a:r>
            <a:rPr lang="en-US" sz="1400" kern="1200"/>
            <a:t>composer.json（</a:t>
          </a:r>
          <a:r>
            <a:rPr lang="zh-CN" altLang="en-US" sz="1400" kern="1200"/>
            <a:t>或复制已有文件）；</a:t>
          </a:r>
        </a:p>
      </dsp:txBody>
      <dsp:txXfrm>
        <a:off x="578975" y="535043"/>
        <a:ext cx="7782850" cy="372930"/>
      </dsp:txXfrm>
    </dsp:sp>
    <dsp:sp modelId="{3B57D007-B411-4879-AAEC-9A8D1A8FFCF3}">
      <dsp:nvSpPr>
        <dsp:cNvPr id="0" name=""/>
        <dsp:cNvSpPr/>
      </dsp:nvSpPr>
      <dsp:spPr>
        <a:xfrm>
          <a:off x="0" y="1356548"/>
          <a:ext cx="11176000" cy="198450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291592" rIns="867382" bIns="99568" numCol="1" spcCol="1270" anchor="t" anchorCtr="0">
          <a:noAutofit/>
        </a:bodyPr>
        <a:lstStyle/>
        <a:p>
          <a:pPr marL="114300" lvl="1" indent="-114300" algn="l" defTabSz="622300">
            <a:lnSpc>
              <a:spcPct val="90000"/>
            </a:lnSpc>
            <a:spcBef>
              <a:spcPct val="0"/>
            </a:spcBef>
            <a:spcAft>
              <a:spcPct val="15000"/>
            </a:spcAft>
            <a:buNone/>
          </a:pPr>
          <a:r>
            <a:rPr lang="en-US" sz="1400" kern="1200"/>
            <a:t>a) </a:t>
          </a:r>
          <a:r>
            <a:rPr lang="zh-CN" altLang="en-US" sz="1400" kern="1200"/>
            <a:t>读取 </a:t>
          </a:r>
          <a:r>
            <a:rPr lang="en-US" sz="1400" kern="1200"/>
            <a:t>composer.json</a:t>
          </a:r>
          <a:endParaRPr lang="zh-CN" altLang="en-US" sz="1400" kern="1200"/>
        </a:p>
        <a:p>
          <a:pPr marL="114300" lvl="1" indent="-114300" algn="l" defTabSz="622300">
            <a:lnSpc>
              <a:spcPct val="90000"/>
            </a:lnSpc>
            <a:spcBef>
              <a:spcPct val="0"/>
            </a:spcBef>
            <a:spcAft>
              <a:spcPct val="15000"/>
            </a:spcAft>
            <a:buNone/>
          </a:pPr>
          <a:r>
            <a:rPr lang="en-US" sz="1400" kern="1200"/>
            <a:t>b) </a:t>
          </a:r>
          <a:r>
            <a:rPr lang="zh-CN" altLang="en-US" sz="1400" kern="1200"/>
            <a:t>解析依赖树</a:t>
          </a:r>
        </a:p>
        <a:p>
          <a:pPr marL="114300" lvl="1" indent="-114300" algn="l" defTabSz="622300">
            <a:lnSpc>
              <a:spcPct val="90000"/>
            </a:lnSpc>
            <a:spcBef>
              <a:spcPct val="0"/>
            </a:spcBef>
            <a:spcAft>
              <a:spcPct val="15000"/>
            </a:spcAft>
            <a:buNone/>
          </a:pPr>
          <a:r>
            <a:rPr lang="en-US" sz="1400" kern="1200"/>
            <a:t>c) </a:t>
          </a:r>
          <a:r>
            <a:rPr lang="zh-CN" altLang="en-US" sz="1400" kern="1200"/>
            <a:t>下载所有依赖包</a:t>
          </a:r>
        </a:p>
        <a:p>
          <a:pPr marL="114300" lvl="1" indent="-114300" algn="l" defTabSz="622300">
            <a:lnSpc>
              <a:spcPct val="90000"/>
            </a:lnSpc>
            <a:spcBef>
              <a:spcPct val="0"/>
            </a:spcBef>
            <a:spcAft>
              <a:spcPct val="15000"/>
            </a:spcAft>
            <a:buNone/>
          </a:pPr>
          <a:r>
            <a:rPr lang="en-US" sz="1400" kern="1200"/>
            <a:t>d) </a:t>
          </a:r>
          <a:r>
            <a:rPr lang="zh-CN" altLang="en-US" sz="1400" kern="1200"/>
            <a:t>生成 </a:t>
          </a:r>
          <a:r>
            <a:rPr lang="en-US" sz="1400" kern="1200"/>
            <a:t>composer.lock</a:t>
          </a:r>
          <a:endParaRPr lang="zh-CN" altLang="en-US" sz="1400" kern="1200"/>
        </a:p>
        <a:p>
          <a:pPr marL="114300" lvl="1" indent="-114300" algn="l" defTabSz="622300">
            <a:lnSpc>
              <a:spcPct val="90000"/>
            </a:lnSpc>
            <a:spcBef>
              <a:spcPct val="0"/>
            </a:spcBef>
            <a:spcAft>
              <a:spcPct val="15000"/>
            </a:spcAft>
            <a:buNone/>
          </a:pPr>
          <a:r>
            <a:rPr lang="en-US" sz="1400" kern="1200"/>
            <a:t>e) </a:t>
          </a:r>
          <a:r>
            <a:rPr lang="zh-CN" altLang="en-US" sz="1400" kern="1200"/>
            <a:t>生成 </a:t>
          </a:r>
          <a:r>
            <a:rPr lang="en-US" sz="1400" kern="1200"/>
            <a:t>vendor/autoload.php</a:t>
          </a:r>
          <a:endParaRPr lang="zh-CN" altLang="en-US" sz="1400" kern="1200"/>
        </a:p>
      </dsp:txBody>
      <dsp:txXfrm>
        <a:off x="0" y="1356548"/>
        <a:ext cx="11176000" cy="1984500"/>
      </dsp:txXfrm>
    </dsp:sp>
    <dsp:sp modelId="{4FFDA140-B15F-4AEE-8DBC-A90CFE7A9140}">
      <dsp:nvSpPr>
        <dsp:cNvPr id="0" name=""/>
        <dsp:cNvSpPr/>
      </dsp:nvSpPr>
      <dsp:spPr>
        <a:xfrm>
          <a:off x="558800" y="1149908"/>
          <a:ext cx="7823200" cy="41328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622300">
            <a:lnSpc>
              <a:spcPct val="90000"/>
            </a:lnSpc>
            <a:spcBef>
              <a:spcPct val="0"/>
            </a:spcBef>
            <a:spcAft>
              <a:spcPct val="35000"/>
            </a:spcAft>
            <a:buNone/>
          </a:pPr>
          <a:r>
            <a:rPr lang="zh-CN" altLang="en-US" sz="1400" kern="1200"/>
            <a:t> </a:t>
          </a:r>
          <a:r>
            <a:rPr lang="en-US" altLang="zh-CN" sz="1400" kern="1200"/>
            <a:t>2) </a:t>
          </a:r>
          <a:r>
            <a:rPr lang="zh-CN" altLang="en-US" sz="1400" kern="1200"/>
            <a:t>运行 </a:t>
          </a:r>
          <a:r>
            <a:rPr lang="en-US" sz="1400" kern="1200"/>
            <a:t>composer install </a:t>
          </a:r>
          <a:r>
            <a:rPr lang="zh-CN" altLang="en-US" sz="1400" kern="1200"/>
            <a:t>安装依赖，执行过程如下：</a:t>
          </a:r>
        </a:p>
      </dsp:txBody>
      <dsp:txXfrm>
        <a:off x="578975" y="1170083"/>
        <a:ext cx="7782850" cy="372930"/>
      </dsp:txXfrm>
    </dsp:sp>
    <dsp:sp modelId="{CE52B6D3-0BE9-4E06-80A4-C19DE3491900}">
      <dsp:nvSpPr>
        <dsp:cNvPr id="0" name=""/>
        <dsp:cNvSpPr/>
      </dsp:nvSpPr>
      <dsp:spPr>
        <a:xfrm>
          <a:off x="0" y="3623288"/>
          <a:ext cx="11176000" cy="35280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331D5AE-0E2E-415D-85FC-64A6CF5D1989}">
      <dsp:nvSpPr>
        <dsp:cNvPr id="0" name=""/>
        <dsp:cNvSpPr/>
      </dsp:nvSpPr>
      <dsp:spPr>
        <a:xfrm>
          <a:off x="558800" y="3416648"/>
          <a:ext cx="7823200" cy="41328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622300">
            <a:lnSpc>
              <a:spcPct val="90000"/>
            </a:lnSpc>
            <a:spcBef>
              <a:spcPct val="0"/>
            </a:spcBef>
            <a:spcAft>
              <a:spcPct val="35000"/>
            </a:spcAft>
            <a:buNone/>
          </a:pPr>
          <a:r>
            <a:rPr lang="en-US" sz="1400" kern="1200"/>
            <a:t>3) </a:t>
          </a:r>
          <a:r>
            <a:rPr lang="zh-CN" altLang="en-US" sz="1400" kern="1200"/>
            <a:t>开发代码，让 </a:t>
          </a:r>
          <a:r>
            <a:rPr lang="en-US" sz="1400" kern="1200"/>
            <a:t>Composer </a:t>
          </a:r>
          <a:r>
            <a:rPr lang="zh-CN" altLang="en-US" sz="1400" kern="1200"/>
            <a:t>帮助引入第三方库（运行 </a:t>
          </a:r>
          <a:r>
            <a:rPr lang="en-US" sz="1400" kern="1200"/>
            <a:t>composer require </a:t>
          </a:r>
          <a:r>
            <a:rPr lang="zh-CN" altLang="en-US" sz="1400" kern="1200"/>
            <a:t>安 装第三方库）；</a:t>
          </a:r>
        </a:p>
      </dsp:txBody>
      <dsp:txXfrm>
        <a:off x="578975" y="3436823"/>
        <a:ext cx="7782850" cy="372930"/>
      </dsp:txXfrm>
    </dsp:sp>
    <dsp:sp modelId="{D7088EC7-97A2-4AA0-B37D-5BA08A04E25E}">
      <dsp:nvSpPr>
        <dsp:cNvPr id="0" name=""/>
        <dsp:cNvSpPr/>
      </dsp:nvSpPr>
      <dsp:spPr>
        <a:xfrm>
          <a:off x="0" y="4258328"/>
          <a:ext cx="11176000" cy="35280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5507B52-3992-43FF-BA09-371DA6409909}">
      <dsp:nvSpPr>
        <dsp:cNvPr id="0" name=""/>
        <dsp:cNvSpPr/>
      </dsp:nvSpPr>
      <dsp:spPr>
        <a:xfrm>
          <a:off x="558800" y="4051688"/>
          <a:ext cx="7823200" cy="41328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622300">
            <a:lnSpc>
              <a:spcPct val="90000"/>
            </a:lnSpc>
            <a:spcBef>
              <a:spcPct val="0"/>
            </a:spcBef>
            <a:spcAft>
              <a:spcPct val="35000"/>
            </a:spcAft>
            <a:buNone/>
          </a:pPr>
          <a:r>
            <a:rPr lang="en-US" altLang="zh-CN" sz="1400" kern="1200"/>
            <a:t>4) </a:t>
          </a:r>
          <a:r>
            <a:rPr lang="zh-CN" altLang="en-US" sz="1400" kern="1200"/>
            <a:t>运行 </a:t>
          </a:r>
          <a:r>
            <a:rPr lang="en-US" sz="1400" kern="1200"/>
            <a:t>composer update，</a:t>
          </a:r>
          <a:r>
            <a:rPr lang="zh-CN" altLang="en-US" sz="1400" kern="1200"/>
            <a:t>更新依赖到最新兼容版本；</a:t>
          </a:r>
        </a:p>
      </dsp:txBody>
      <dsp:txXfrm>
        <a:off x="578975" y="4071863"/>
        <a:ext cx="7782850" cy="372930"/>
      </dsp:txXfrm>
    </dsp:sp>
    <dsp:sp modelId="{09087EE8-2678-445F-8974-397DB751FCF4}">
      <dsp:nvSpPr>
        <dsp:cNvPr id="0" name=""/>
        <dsp:cNvSpPr/>
      </dsp:nvSpPr>
      <dsp:spPr>
        <a:xfrm>
          <a:off x="0" y="4893368"/>
          <a:ext cx="11176000" cy="352800"/>
        </a:xfrm>
        <a:prstGeom prst="rect">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8CBDDC2-5531-4725-BD11-A1E5828E6CCA}">
      <dsp:nvSpPr>
        <dsp:cNvPr id="0" name=""/>
        <dsp:cNvSpPr/>
      </dsp:nvSpPr>
      <dsp:spPr>
        <a:xfrm>
          <a:off x="558800" y="4686728"/>
          <a:ext cx="7823200" cy="413280"/>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622300">
            <a:lnSpc>
              <a:spcPct val="90000"/>
            </a:lnSpc>
            <a:spcBef>
              <a:spcPct val="0"/>
            </a:spcBef>
            <a:spcAft>
              <a:spcPct val="35000"/>
            </a:spcAft>
            <a:buNone/>
          </a:pPr>
          <a:r>
            <a:rPr lang="en-US" altLang="zh-CN" sz="1400" kern="1200"/>
            <a:t>5) </a:t>
          </a:r>
          <a:r>
            <a:rPr lang="zh-CN" altLang="en-US" sz="1400" kern="1200"/>
            <a:t>提交 </a:t>
          </a:r>
          <a:r>
            <a:rPr lang="en-US" sz="1400" kern="1200"/>
            <a:t>composer.json </a:t>
          </a:r>
          <a:r>
            <a:rPr lang="zh-CN" altLang="en-US" sz="1400" kern="1200"/>
            <a:t>和 </a:t>
          </a:r>
          <a:r>
            <a:rPr lang="en-US" sz="1400" kern="1200"/>
            <a:t>composer.lock </a:t>
          </a:r>
          <a:r>
            <a:rPr lang="zh-CN" altLang="en-US" sz="1400" kern="1200"/>
            <a:t>到版本控制，保证团队的开发环 境一致。 </a:t>
          </a:r>
        </a:p>
      </dsp:txBody>
      <dsp:txXfrm>
        <a:off x="578975" y="4706903"/>
        <a:ext cx="7782850" cy="37293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F023BF-3965-4192-A3A3-33EED2968922}">
      <dsp:nvSpPr>
        <dsp:cNvPr id="0" name=""/>
        <dsp:cNvSpPr/>
      </dsp:nvSpPr>
      <dsp:spPr>
        <a:xfrm>
          <a:off x="0" y="346500"/>
          <a:ext cx="11176000" cy="1984500"/>
        </a:xfrm>
        <a:prstGeom prst="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67382" tIns="437388" rIns="867382" bIns="149352" numCol="1" spcCol="1270" anchor="t" anchorCtr="0">
          <a:noAutofit/>
        </a:bodyPr>
        <a:lstStyle/>
        <a:p>
          <a:pPr marL="228600" lvl="1" indent="-228600" algn="l" defTabSz="933450">
            <a:lnSpc>
              <a:spcPct val="90000"/>
            </a:lnSpc>
            <a:spcBef>
              <a:spcPct val="0"/>
            </a:spcBef>
            <a:spcAft>
              <a:spcPct val="15000"/>
            </a:spcAft>
            <a:buChar char="•"/>
          </a:pPr>
          <a:r>
            <a:rPr lang="zh-CN" altLang="en-US" sz="2100" kern="1200"/>
            <a:t>命令行定位到站点根目录</a:t>
          </a:r>
        </a:p>
        <a:p>
          <a:pPr marL="228600" lvl="1" indent="-228600" algn="l" defTabSz="933450">
            <a:lnSpc>
              <a:spcPct val="90000"/>
            </a:lnSpc>
            <a:spcBef>
              <a:spcPct val="0"/>
            </a:spcBef>
            <a:spcAft>
              <a:spcPct val="15000"/>
            </a:spcAft>
            <a:buChar char="•"/>
          </a:pPr>
          <a:r>
            <a:rPr lang="zh-CN" altLang="en-US" sz="2100" kern="1200"/>
            <a:t>运行安装命令</a:t>
          </a:r>
        </a:p>
        <a:p>
          <a:pPr marL="228600" lvl="1" indent="-228600" algn="l" defTabSz="933450">
            <a:lnSpc>
              <a:spcPct val="90000"/>
            </a:lnSpc>
            <a:spcBef>
              <a:spcPct val="0"/>
            </a:spcBef>
            <a:spcAft>
              <a:spcPct val="15000"/>
            </a:spcAft>
            <a:buChar char="•"/>
          </a:pPr>
          <a:r>
            <a:rPr lang="zh-CN" altLang="en-US" sz="2100" kern="1200"/>
            <a:t>完成后写入</a:t>
          </a:r>
          <a:r>
            <a:rPr lang="en-US" altLang="zh-CN" sz="2100" kern="1200"/>
            <a:t>composer.json</a:t>
          </a:r>
          <a:r>
            <a:rPr lang="zh-CN" altLang="en-US" sz="2100" kern="1200"/>
            <a:t>和</a:t>
          </a:r>
          <a:r>
            <a:rPr lang="en-US" altLang="zh-CN" sz="2100" kern="1200"/>
            <a:t>composer.lock</a:t>
          </a:r>
          <a:endParaRPr lang="zh-CN" altLang="en-US" sz="2100" kern="1200"/>
        </a:p>
      </dsp:txBody>
      <dsp:txXfrm>
        <a:off x="0" y="346500"/>
        <a:ext cx="11176000" cy="1984500"/>
      </dsp:txXfrm>
    </dsp:sp>
    <dsp:sp modelId="{C6EB27F7-3A9C-4398-AB4E-124D60FE4BB1}">
      <dsp:nvSpPr>
        <dsp:cNvPr id="0" name=""/>
        <dsp:cNvSpPr/>
      </dsp:nvSpPr>
      <dsp:spPr>
        <a:xfrm>
          <a:off x="558800" y="36540"/>
          <a:ext cx="7823200" cy="61992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95698" tIns="0" rIns="295698" bIns="0" numCol="1" spcCol="1270" anchor="ctr" anchorCtr="0">
          <a:noAutofit/>
        </a:bodyPr>
        <a:lstStyle/>
        <a:p>
          <a:pPr marL="0" lvl="0" indent="0" algn="l" defTabSz="933450">
            <a:lnSpc>
              <a:spcPct val="90000"/>
            </a:lnSpc>
            <a:spcBef>
              <a:spcPct val="0"/>
            </a:spcBef>
            <a:spcAft>
              <a:spcPct val="35000"/>
            </a:spcAft>
            <a:buNone/>
          </a:pPr>
          <a:r>
            <a:rPr lang="en-US" altLang="zh-CN" sz="2100" kern="1200"/>
            <a:t>composer require</a:t>
          </a:r>
          <a:r>
            <a:rPr lang="zh-CN" altLang="en-US" sz="2100" kern="1200"/>
            <a:t>：安装一个组件</a:t>
          </a:r>
        </a:p>
      </dsp:txBody>
      <dsp:txXfrm>
        <a:off x="589062" y="66802"/>
        <a:ext cx="7762676" cy="559396"/>
      </dsp:txXfrm>
    </dsp:sp>
    <dsp:sp modelId="{215B3271-14DB-4931-8F07-9A8A9FCFBC5C}">
      <dsp:nvSpPr>
        <dsp:cNvPr id="0" name=""/>
        <dsp:cNvSpPr/>
      </dsp:nvSpPr>
      <dsp:spPr>
        <a:xfrm>
          <a:off x="0" y="2754361"/>
          <a:ext cx="11176000" cy="1025325"/>
        </a:xfrm>
        <a:prstGeom prst="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67382" tIns="437388" rIns="867382" bIns="149352" numCol="1" spcCol="1270" anchor="t" anchorCtr="0">
          <a:noAutofit/>
        </a:bodyPr>
        <a:lstStyle/>
        <a:p>
          <a:pPr marL="228600" lvl="1" indent="-228600" algn="l" defTabSz="933450">
            <a:lnSpc>
              <a:spcPct val="90000"/>
            </a:lnSpc>
            <a:spcBef>
              <a:spcPct val="0"/>
            </a:spcBef>
            <a:spcAft>
              <a:spcPct val="15000"/>
            </a:spcAft>
            <a:buChar char="•"/>
          </a:pPr>
          <a:r>
            <a:rPr lang="zh-CN" altLang="en-US" sz="2100" kern="1200"/>
            <a:t>根据</a:t>
          </a:r>
          <a:r>
            <a:rPr lang="en-US" altLang="zh-CN" sz="2100" kern="1200">
              <a:highlight>
                <a:srgbClr val="FFFF00"/>
              </a:highlight>
            </a:rPr>
            <a:t>composer.lock</a:t>
          </a:r>
          <a:r>
            <a:rPr lang="zh-CN" altLang="en-US" sz="2100" kern="1200"/>
            <a:t>安装相应组件的相应版本</a:t>
          </a:r>
        </a:p>
      </dsp:txBody>
      <dsp:txXfrm>
        <a:off x="0" y="2754361"/>
        <a:ext cx="11176000" cy="1025325"/>
      </dsp:txXfrm>
    </dsp:sp>
    <dsp:sp modelId="{9B4B5123-DFC3-47BF-9BB7-3888394400D8}">
      <dsp:nvSpPr>
        <dsp:cNvPr id="0" name=""/>
        <dsp:cNvSpPr/>
      </dsp:nvSpPr>
      <dsp:spPr>
        <a:xfrm>
          <a:off x="558800" y="2444401"/>
          <a:ext cx="7823200" cy="61992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95698" tIns="0" rIns="295698" bIns="0" numCol="1" spcCol="1270" anchor="ctr" anchorCtr="0">
          <a:noAutofit/>
        </a:bodyPr>
        <a:lstStyle/>
        <a:p>
          <a:pPr marL="0" lvl="0" indent="0" algn="l" defTabSz="933450">
            <a:lnSpc>
              <a:spcPct val="90000"/>
            </a:lnSpc>
            <a:spcBef>
              <a:spcPct val="0"/>
            </a:spcBef>
            <a:spcAft>
              <a:spcPct val="35000"/>
            </a:spcAft>
            <a:buNone/>
          </a:pPr>
          <a:r>
            <a:rPr lang="en-US" altLang="zh-CN" sz="2100" kern="1200"/>
            <a:t>composer install</a:t>
          </a:r>
          <a:r>
            <a:rPr lang="zh-CN" altLang="en-US" sz="2100" kern="1200"/>
            <a:t>：版本管理</a:t>
          </a:r>
        </a:p>
      </dsp:txBody>
      <dsp:txXfrm>
        <a:off x="589062" y="2474663"/>
        <a:ext cx="7762676" cy="559396"/>
      </dsp:txXfrm>
    </dsp:sp>
    <dsp:sp modelId="{30499F57-406C-4EF4-B8F2-64371096D000}">
      <dsp:nvSpPr>
        <dsp:cNvPr id="0" name=""/>
        <dsp:cNvSpPr/>
      </dsp:nvSpPr>
      <dsp:spPr>
        <a:xfrm>
          <a:off x="0" y="4203046"/>
          <a:ext cx="11176000" cy="1521449"/>
        </a:xfrm>
        <a:prstGeom prst="rect">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867382" tIns="437388" rIns="867382" bIns="149352" numCol="1" spcCol="1270" anchor="t" anchorCtr="0">
          <a:noAutofit/>
        </a:bodyPr>
        <a:lstStyle/>
        <a:p>
          <a:pPr marL="228600" lvl="1" indent="-228600" algn="l" defTabSz="933450">
            <a:lnSpc>
              <a:spcPct val="90000"/>
            </a:lnSpc>
            <a:spcBef>
              <a:spcPct val="0"/>
            </a:spcBef>
            <a:spcAft>
              <a:spcPct val="15000"/>
            </a:spcAft>
            <a:buChar char="•"/>
          </a:pPr>
          <a:r>
            <a:rPr lang="zh-CN" altLang="en-US" sz="2100" kern="1200"/>
            <a:t>根据</a:t>
          </a:r>
          <a:r>
            <a:rPr lang="en-US" altLang="zh-CN" sz="2100" kern="1200">
              <a:highlight>
                <a:srgbClr val="FFFF00"/>
              </a:highlight>
            </a:rPr>
            <a:t>composer.json</a:t>
          </a:r>
          <a:r>
            <a:rPr lang="zh-CN" altLang="en-US" sz="2100" kern="1200"/>
            <a:t>安装要求版本</a:t>
          </a:r>
        </a:p>
        <a:p>
          <a:pPr marL="228600" lvl="1" indent="-228600" algn="l" defTabSz="933450">
            <a:lnSpc>
              <a:spcPct val="90000"/>
            </a:lnSpc>
            <a:spcBef>
              <a:spcPct val="0"/>
            </a:spcBef>
            <a:spcAft>
              <a:spcPct val="15000"/>
            </a:spcAft>
            <a:buChar char="•"/>
          </a:pPr>
          <a:r>
            <a:rPr lang="zh-CN" altLang="en-US" sz="2100" kern="1200"/>
            <a:t>安装后写入</a:t>
          </a:r>
          <a:r>
            <a:rPr lang="en-US" altLang="zh-CN" sz="2100" kern="1200"/>
            <a:t>composer.lock</a:t>
          </a:r>
          <a:endParaRPr lang="zh-CN" altLang="en-US" sz="2100" kern="1200"/>
        </a:p>
      </dsp:txBody>
      <dsp:txXfrm>
        <a:off x="0" y="4203046"/>
        <a:ext cx="11176000" cy="1521449"/>
      </dsp:txXfrm>
    </dsp:sp>
    <dsp:sp modelId="{D2229086-8B79-4428-85E1-CA5E425B16CA}">
      <dsp:nvSpPr>
        <dsp:cNvPr id="0" name=""/>
        <dsp:cNvSpPr/>
      </dsp:nvSpPr>
      <dsp:spPr>
        <a:xfrm>
          <a:off x="558800" y="3893086"/>
          <a:ext cx="7823200" cy="61992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95698" tIns="0" rIns="295698" bIns="0" numCol="1" spcCol="1270" anchor="ctr" anchorCtr="0">
          <a:noAutofit/>
        </a:bodyPr>
        <a:lstStyle/>
        <a:p>
          <a:pPr marL="0" lvl="0" indent="0" algn="l" defTabSz="933450">
            <a:lnSpc>
              <a:spcPct val="90000"/>
            </a:lnSpc>
            <a:spcBef>
              <a:spcPct val="0"/>
            </a:spcBef>
            <a:spcAft>
              <a:spcPct val="35000"/>
            </a:spcAft>
            <a:buNone/>
          </a:pPr>
          <a:r>
            <a:rPr lang="en-US" altLang="zh-CN" sz="2100" kern="1200" dirty="0"/>
            <a:t>composer update</a:t>
          </a:r>
          <a:r>
            <a:rPr lang="zh-CN" altLang="en-US" sz="2100" kern="1200" dirty="0"/>
            <a:t>：更新</a:t>
          </a:r>
          <a:r>
            <a:rPr lang="en-US" altLang="zh-CN" sz="2100" kern="1200" dirty="0"/>
            <a:t>n</a:t>
          </a:r>
          <a:r>
            <a:rPr lang="zh-CN" altLang="en-US" sz="2100" kern="1200" dirty="0"/>
            <a:t>个组件</a:t>
          </a:r>
        </a:p>
      </dsp:txBody>
      <dsp:txXfrm>
        <a:off x="589062" y="3923348"/>
        <a:ext cx="7762676" cy="55939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612CF2-C580-4113-9D62-7436193916A7}">
      <dsp:nvSpPr>
        <dsp:cNvPr id="0" name=""/>
        <dsp:cNvSpPr/>
      </dsp:nvSpPr>
      <dsp:spPr>
        <a:xfrm>
          <a:off x="0" y="0"/>
          <a:ext cx="8605520" cy="1036986"/>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zh-CN" altLang="zh-CN" sz="2700" kern="1200"/>
            <a:t>代码中使用类：</a:t>
          </a:r>
          <a:r>
            <a:rPr lang="en-US" altLang="zh-CN" sz="2700" kern="1200"/>
            <a:t>new App\Controller\User()</a:t>
          </a:r>
          <a:r>
            <a:rPr lang="zh-CN" altLang="zh-CN" sz="2700" kern="1200"/>
            <a:t>；</a:t>
          </a:r>
          <a:endParaRPr lang="zh-CN" altLang="en-US" sz="2700" kern="1200"/>
        </a:p>
      </dsp:txBody>
      <dsp:txXfrm>
        <a:off x="30372" y="30372"/>
        <a:ext cx="7365203" cy="976242"/>
      </dsp:txXfrm>
    </dsp:sp>
    <dsp:sp modelId="{A6C363DF-EBFF-4E1B-8ED0-A7CE5E315156}">
      <dsp:nvSpPr>
        <dsp:cNvPr id="0" name=""/>
        <dsp:cNvSpPr/>
      </dsp:nvSpPr>
      <dsp:spPr>
        <a:xfrm>
          <a:off x="642620" y="1181012"/>
          <a:ext cx="8605520" cy="1036986"/>
        </a:xfrm>
        <a:prstGeom prst="roundRect">
          <a:avLst>
            <a:gd name="adj" fmla="val 10000"/>
          </a:avLst>
        </a:prstGeom>
        <a:gradFill rotWithShape="0">
          <a:gsLst>
            <a:gs pos="0">
              <a:schemeClr val="accent4">
                <a:hueOff val="-1572144"/>
                <a:satOff val="9649"/>
                <a:lumOff val="-1471"/>
                <a:alphaOff val="0"/>
                <a:lumMod val="110000"/>
                <a:satMod val="105000"/>
                <a:tint val="67000"/>
              </a:schemeClr>
            </a:gs>
            <a:gs pos="50000">
              <a:schemeClr val="accent4">
                <a:hueOff val="-1572144"/>
                <a:satOff val="9649"/>
                <a:lumOff val="-1471"/>
                <a:alphaOff val="0"/>
                <a:lumMod val="105000"/>
                <a:satMod val="103000"/>
                <a:tint val="73000"/>
              </a:schemeClr>
            </a:gs>
            <a:gs pos="100000">
              <a:schemeClr val="accent4">
                <a:hueOff val="-1572144"/>
                <a:satOff val="9649"/>
                <a:lumOff val="-1471"/>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altLang="zh-CN" sz="2700" kern="1200"/>
            <a:t>PHP </a:t>
          </a:r>
          <a:r>
            <a:rPr lang="zh-CN" altLang="zh-CN" sz="2700" kern="1200"/>
            <a:t>发现类不存在，触发自动加载器；</a:t>
          </a:r>
        </a:p>
      </dsp:txBody>
      <dsp:txXfrm>
        <a:off x="672992" y="1211384"/>
        <a:ext cx="7228114" cy="976242"/>
      </dsp:txXfrm>
    </dsp:sp>
    <dsp:sp modelId="{5E4917EB-F514-49C8-A908-EF97A3847074}">
      <dsp:nvSpPr>
        <dsp:cNvPr id="0" name=""/>
        <dsp:cNvSpPr/>
      </dsp:nvSpPr>
      <dsp:spPr>
        <a:xfrm>
          <a:off x="1285239" y="2362025"/>
          <a:ext cx="8605520" cy="1036986"/>
        </a:xfrm>
        <a:prstGeom prst="roundRect">
          <a:avLst>
            <a:gd name="adj" fmla="val 10000"/>
          </a:avLst>
        </a:prstGeom>
        <a:gradFill rotWithShape="0">
          <a:gsLst>
            <a:gs pos="0">
              <a:schemeClr val="accent4">
                <a:hueOff val="-3144288"/>
                <a:satOff val="19298"/>
                <a:lumOff val="-2941"/>
                <a:alphaOff val="0"/>
                <a:lumMod val="110000"/>
                <a:satMod val="105000"/>
                <a:tint val="67000"/>
              </a:schemeClr>
            </a:gs>
            <a:gs pos="50000">
              <a:schemeClr val="accent4">
                <a:hueOff val="-3144288"/>
                <a:satOff val="19298"/>
                <a:lumOff val="-2941"/>
                <a:alphaOff val="0"/>
                <a:lumMod val="105000"/>
                <a:satMod val="103000"/>
                <a:tint val="73000"/>
              </a:schemeClr>
            </a:gs>
            <a:gs pos="100000">
              <a:schemeClr val="accent4">
                <a:hueOff val="-3144288"/>
                <a:satOff val="19298"/>
                <a:lumOff val="-2941"/>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altLang="zh-CN" sz="2700" kern="1200"/>
            <a:t>Composer </a:t>
          </a:r>
          <a:r>
            <a:rPr lang="zh-CN" altLang="zh-CN" sz="2700" kern="1200"/>
            <a:t>自动加载器根据命名空间查找映射；</a:t>
          </a:r>
        </a:p>
      </dsp:txBody>
      <dsp:txXfrm>
        <a:off x="1315611" y="2392397"/>
        <a:ext cx="7228114" cy="976242"/>
      </dsp:txXfrm>
    </dsp:sp>
    <dsp:sp modelId="{518B455B-7728-4F16-A128-D73E9C4C9E99}">
      <dsp:nvSpPr>
        <dsp:cNvPr id="0" name=""/>
        <dsp:cNvSpPr/>
      </dsp:nvSpPr>
      <dsp:spPr>
        <a:xfrm>
          <a:off x="1927860" y="3543037"/>
          <a:ext cx="8605520" cy="1036986"/>
        </a:xfrm>
        <a:prstGeom prst="roundRect">
          <a:avLst>
            <a:gd name="adj" fmla="val 10000"/>
          </a:avLst>
        </a:prstGeom>
        <a:gradFill rotWithShape="0">
          <a:gsLst>
            <a:gs pos="0">
              <a:schemeClr val="accent4">
                <a:hueOff val="-4716432"/>
                <a:satOff val="28947"/>
                <a:lumOff val="-4412"/>
                <a:alphaOff val="0"/>
                <a:lumMod val="110000"/>
                <a:satMod val="105000"/>
                <a:tint val="67000"/>
              </a:schemeClr>
            </a:gs>
            <a:gs pos="50000">
              <a:schemeClr val="accent4">
                <a:hueOff val="-4716432"/>
                <a:satOff val="28947"/>
                <a:lumOff val="-4412"/>
                <a:alphaOff val="0"/>
                <a:lumMod val="105000"/>
                <a:satMod val="103000"/>
                <a:tint val="73000"/>
              </a:schemeClr>
            </a:gs>
            <a:gs pos="100000">
              <a:schemeClr val="accent4">
                <a:hueOff val="-4716432"/>
                <a:satOff val="28947"/>
                <a:lumOff val="-4412"/>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zh-CN" altLang="zh-CN" sz="2700" kern="1200"/>
            <a:t>找到对应的文件路径；</a:t>
          </a:r>
        </a:p>
      </dsp:txBody>
      <dsp:txXfrm>
        <a:off x="1958232" y="3573409"/>
        <a:ext cx="7228114" cy="976242"/>
      </dsp:txXfrm>
    </dsp:sp>
    <dsp:sp modelId="{86EDDF46-FA92-40E4-BED7-34EB6F67C4A2}">
      <dsp:nvSpPr>
        <dsp:cNvPr id="0" name=""/>
        <dsp:cNvSpPr/>
      </dsp:nvSpPr>
      <dsp:spPr>
        <a:xfrm>
          <a:off x="2570479" y="4724050"/>
          <a:ext cx="8605520" cy="1036986"/>
        </a:xfrm>
        <a:prstGeom prst="roundRect">
          <a:avLst>
            <a:gd name="adj" fmla="val 10000"/>
          </a:avLst>
        </a:prstGeom>
        <a:gradFill rotWithShape="0">
          <a:gsLst>
            <a:gs pos="0">
              <a:schemeClr val="accent4">
                <a:hueOff val="-6288576"/>
                <a:satOff val="38596"/>
                <a:lumOff val="-5882"/>
                <a:alphaOff val="0"/>
                <a:lumMod val="110000"/>
                <a:satMod val="105000"/>
                <a:tint val="67000"/>
              </a:schemeClr>
            </a:gs>
            <a:gs pos="50000">
              <a:schemeClr val="accent4">
                <a:hueOff val="-6288576"/>
                <a:satOff val="38596"/>
                <a:lumOff val="-5882"/>
                <a:alphaOff val="0"/>
                <a:lumMod val="105000"/>
                <a:satMod val="103000"/>
                <a:tint val="73000"/>
              </a:schemeClr>
            </a:gs>
            <a:gs pos="100000">
              <a:schemeClr val="accent4">
                <a:hueOff val="-6288576"/>
                <a:satOff val="38596"/>
                <a:lumOff val="-5882"/>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altLang="zh-CN" sz="2700" kern="1200"/>
            <a:t>require/include </a:t>
          </a:r>
          <a:r>
            <a:rPr lang="zh-CN" altLang="zh-CN" sz="2700" kern="1200"/>
            <a:t>该文件；</a:t>
          </a:r>
        </a:p>
      </dsp:txBody>
      <dsp:txXfrm>
        <a:off x="2600851" y="4754422"/>
        <a:ext cx="7228114" cy="976242"/>
      </dsp:txXfrm>
    </dsp:sp>
    <dsp:sp modelId="{55A114AF-BED5-4594-A123-9A987C0CB4CE}">
      <dsp:nvSpPr>
        <dsp:cNvPr id="0" name=""/>
        <dsp:cNvSpPr/>
      </dsp:nvSpPr>
      <dsp:spPr>
        <a:xfrm>
          <a:off x="7931478" y="757576"/>
          <a:ext cx="674041" cy="674041"/>
        </a:xfrm>
        <a:prstGeom prst="downArrow">
          <a:avLst>
            <a:gd name="adj1" fmla="val 55000"/>
            <a:gd name="adj2" fmla="val 45000"/>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zh-CN" altLang="en-US" sz="3200" kern="1200"/>
        </a:p>
      </dsp:txBody>
      <dsp:txXfrm>
        <a:off x="8083137" y="757576"/>
        <a:ext cx="370723" cy="507216"/>
      </dsp:txXfrm>
    </dsp:sp>
    <dsp:sp modelId="{B1158416-4C6F-4AB7-BC01-89DB37D58E25}">
      <dsp:nvSpPr>
        <dsp:cNvPr id="0" name=""/>
        <dsp:cNvSpPr/>
      </dsp:nvSpPr>
      <dsp:spPr>
        <a:xfrm>
          <a:off x="8574098" y="1938588"/>
          <a:ext cx="674041" cy="674041"/>
        </a:xfrm>
        <a:prstGeom prst="downArrow">
          <a:avLst>
            <a:gd name="adj1" fmla="val 55000"/>
            <a:gd name="adj2" fmla="val 45000"/>
          </a:avLst>
        </a:prstGeom>
        <a:solidFill>
          <a:schemeClr val="accent4">
            <a:tint val="40000"/>
            <a:alpha val="90000"/>
            <a:hueOff val="-2121183"/>
            <a:satOff val="15453"/>
            <a:lumOff val="743"/>
            <a:alphaOff val="0"/>
          </a:schemeClr>
        </a:solidFill>
        <a:ln w="6350" cap="flat" cmpd="sng" algn="ctr">
          <a:solidFill>
            <a:schemeClr val="accent4">
              <a:tint val="40000"/>
              <a:alpha val="90000"/>
              <a:hueOff val="-2121183"/>
              <a:satOff val="15453"/>
              <a:lumOff val="743"/>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zh-CN" altLang="en-US" sz="3200" kern="1200"/>
        </a:p>
      </dsp:txBody>
      <dsp:txXfrm>
        <a:off x="8725757" y="1938588"/>
        <a:ext cx="370723" cy="507216"/>
      </dsp:txXfrm>
    </dsp:sp>
    <dsp:sp modelId="{CCEFD42C-C656-4277-B029-A67749C23552}">
      <dsp:nvSpPr>
        <dsp:cNvPr id="0" name=""/>
        <dsp:cNvSpPr/>
      </dsp:nvSpPr>
      <dsp:spPr>
        <a:xfrm>
          <a:off x="9216718" y="3102318"/>
          <a:ext cx="674041" cy="674041"/>
        </a:xfrm>
        <a:prstGeom prst="downArrow">
          <a:avLst>
            <a:gd name="adj1" fmla="val 55000"/>
            <a:gd name="adj2" fmla="val 45000"/>
          </a:avLst>
        </a:prstGeom>
        <a:solidFill>
          <a:schemeClr val="accent4">
            <a:tint val="40000"/>
            <a:alpha val="90000"/>
            <a:hueOff val="-4242367"/>
            <a:satOff val="30906"/>
            <a:lumOff val="1485"/>
            <a:alphaOff val="0"/>
          </a:schemeClr>
        </a:solidFill>
        <a:ln w="6350" cap="flat" cmpd="sng" algn="ctr">
          <a:solidFill>
            <a:schemeClr val="accent4">
              <a:tint val="40000"/>
              <a:alpha val="90000"/>
              <a:hueOff val="-4242367"/>
              <a:satOff val="30906"/>
              <a:lumOff val="1485"/>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zh-CN" altLang="en-US" sz="3200" kern="1200"/>
        </a:p>
      </dsp:txBody>
      <dsp:txXfrm>
        <a:off x="9368377" y="3102318"/>
        <a:ext cx="370723" cy="507216"/>
      </dsp:txXfrm>
    </dsp:sp>
    <dsp:sp modelId="{C810033C-7EDD-461B-A16B-BCC90CE754EE}">
      <dsp:nvSpPr>
        <dsp:cNvPr id="0" name=""/>
        <dsp:cNvSpPr/>
      </dsp:nvSpPr>
      <dsp:spPr>
        <a:xfrm>
          <a:off x="9859338" y="4294853"/>
          <a:ext cx="674041" cy="674041"/>
        </a:xfrm>
        <a:prstGeom prst="downArrow">
          <a:avLst>
            <a:gd name="adj1" fmla="val 55000"/>
            <a:gd name="adj2" fmla="val 45000"/>
          </a:avLst>
        </a:prstGeom>
        <a:solidFill>
          <a:schemeClr val="accent4">
            <a:tint val="40000"/>
            <a:alpha val="90000"/>
            <a:hueOff val="-6363550"/>
            <a:satOff val="46359"/>
            <a:lumOff val="2228"/>
            <a:alphaOff val="0"/>
          </a:schemeClr>
        </a:solidFill>
        <a:ln w="6350" cap="flat" cmpd="sng" algn="ctr">
          <a:solidFill>
            <a:schemeClr val="accent4">
              <a:tint val="40000"/>
              <a:alpha val="90000"/>
              <a:hueOff val="-6363550"/>
              <a:satOff val="46359"/>
              <a:lumOff val="22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zh-CN" altLang="en-US" sz="3200" kern="1200"/>
        </a:p>
      </dsp:txBody>
      <dsp:txXfrm>
        <a:off x="10010997" y="4294853"/>
        <a:ext cx="370723" cy="50721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2">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3">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4">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2">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list1#3">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nodeHorzAlign" val="l"/>
          <dgm:param type="horzAlign" val="l"/>
        </dgm:alg>
      </dgm:if>
      <dgm:else name="Name2">
        <dgm:alg type="lin">
          <dgm:param type="linDir" val="fromT"/>
          <dgm:param type="vertAlign" val="mid"/>
          <dgm:param type="nodeHorzAlign" val="r"/>
          <dgm:param typ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nodeHorzAlign" val="l"/>
              <dgm:param type="horzAlign" val="l"/>
            </dgm:alg>
          </dgm:if>
          <dgm:else name="Name6">
            <dgm:alg type="lin">
              <dgm:param type="linDir" val="fromR"/>
              <dgm:param type="nodeHorzAlign" val="r"/>
              <dgm:param typ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5">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6">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14DA58-2075-4C0B-AE41-BE472E552E64}" type="datetimeFigureOut">
              <a:rPr lang="zh-CN" altLang="en-US" smtClean="0"/>
              <a:t>2026/4/4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BDA1F5-332C-4D08-887E-4E1EB79E66C3}" type="slidenum">
              <a:rPr lang="zh-CN" altLang="en-US" smtClean="0"/>
              <a:t>‹#›</a:t>
            </a:fld>
            <a:endParaRPr lang="zh-CN" altLang="en-US"/>
          </a:p>
        </p:txBody>
      </p:sp>
    </p:spTree>
    <p:extLst>
      <p:ext uri="{BB962C8B-B14F-4D97-AF65-F5344CB8AC3E}">
        <p14:creationId xmlns:p14="http://schemas.microsoft.com/office/powerpoint/2010/main" val="511951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9</a:t>
            </a:fld>
            <a:endParaRPr lang="zh-CN" altLang="en-US"/>
          </a:p>
        </p:txBody>
      </p:sp>
    </p:spTree>
    <p:extLst>
      <p:ext uri="{BB962C8B-B14F-4D97-AF65-F5344CB8AC3E}">
        <p14:creationId xmlns:p14="http://schemas.microsoft.com/office/powerpoint/2010/main" val="21091383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97A32B-B1EA-4C6B-AAB6-0303326BB354}" type="slidenum">
              <a:rPr lang="zh-CN" altLang="en-US" smtClean="0"/>
              <a:t>19</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23</a:t>
            </a:fld>
            <a:endParaRPr lang="zh-CN" altLang="en-US"/>
          </a:p>
        </p:txBody>
      </p:sp>
    </p:spTree>
    <p:extLst>
      <p:ext uri="{BB962C8B-B14F-4D97-AF65-F5344CB8AC3E}">
        <p14:creationId xmlns:p14="http://schemas.microsoft.com/office/powerpoint/2010/main" val="18168386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C97A32B-B1EA-4C6B-AAB6-0303326BB354}" type="slidenum">
              <a:rPr lang="zh-CN" altLang="en-US" smtClean="0"/>
              <a:t>24</a:t>
            </a:fld>
            <a:endParaRPr lang="zh-CN" altLang="en-US"/>
          </a:p>
        </p:txBody>
      </p:sp>
    </p:spTree>
    <p:extLst>
      <p:ext uri="{BB962C8B-B14F-4D97-AF65-F5344CB8AC3E}">
        <p14:creationId xmlns:p14="http://schemas.microsoft.com/office/powerpoint/2010/main" val="37582479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36</a:t>
            </a:fld>
            <a:endParaRPr lang="zh-CN" altLang="en-US"/>
          </a:p>
        </p:txBody>
      </p:sp>
    </p:spTree>
    <p:extLst>
      <p:ext uri="{BB962C8B-B14F-4D97-AF65-F5344CB8AC3E}">
        <p14:creationId xmlns:p14="http://schemas.microsoft.com/office/powerpoint/2010/main" val="25747246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C97A32B-B1EA-4C6B-AAB6-0303326BB354}" type="slidenum">
              <a:rPr lang="zh-CN" altLang="en-US" smtClean="0"/>
              <a:t>55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1.xml"/><Relationship Id="rId4" Type="http://schemas.openxmlformats.org/officeDocument/2006/relationships/chart" Target="../charts/chart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image" Target="../media/image1.emf"/><Relationship Id="rId1" Type="http://schemas.openxmlformats.org/officeDocument/2006/relationships/slideMaster" Target="../slideMasters/slideMaster1.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Master" Target="../slideMasters/slideMaster4.xml"/><Relationship Id="rId4" Type="http://schemas.openxmlformats.org/officeDocument/2006/relationships/chart" Target="../charts/chart7.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image" Target="../media/image1.emf"/><Relationship Id="rId1" Type="http://schemas.openxmlformats.org/officeDocument/2006/relationships/slideMaster" Target="../slideMasters/slideMaster4.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A1FFBD5-31DB-D732-1BF6-22E66C03FDFA}"/>
              </a:ext>
            </a:extLst>
          </p:cNvPr>
          <p:cNvSpPr/>
          <p:nvPr/>
        </p:nvSpPr>
        <p:spPr>
          <a:xfrm>
            <a:off x="0" y="0"/>
            <a:ext cx="12192000" cy="6858000"/>
          </a:xfrm>
          <a:prstGeom prst="rect">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平行四边形 7">
            <a:extLst>
              <a:ext uri="{FF2B5EF4-FFF2-40B4-BE49-F238E27FC236}">
                <a16:creationId xmlns:a16="http://schemas.microsoft.com/office/drawing/2014/main" id="{17604635-725D-6DF3-9DB0-AB5E07D2EFA2}"/>
              </a:ext>
            </a:extLst>
          </p:cNvPr>
          <p:cNvSpPr/>
          <p:nvPr/>
        </p:nvSpPr>
        <p:spPr>
          <a:xfrm>
            <a:off x="1176337" y="0"/>
            <a:ext cx="10196513" cy="6858000"/>
          </a:xfrm>
          <a:prstGeom prst="parallelogram">
            <a:avLst>
              <a:gd name="adj" fmla="val 52222"/>
            </a:avLst>
          </a:prstGeom>
          <a:solidFill>
            <a:schemeClr val="accent5">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AE7157AE-7B05-430A-27B0-FB38E85098FD}"/>
              </a:ext>
            </a:extLst>
          </p:cNvPr>
          <p:cNvSpPr/>
          <p:nvPr/>
        </p:nvSpPr>
        <p:spPr>
          <a:xfrm>
            <a:off x="4406900" y="2481952"/>
            <a:ext cx="7785100" cy="2131959"/>
          </a:xfrm>
          <a:prstGeom prst="rect">
            <a:avLst/>
          </a:prstGeom>
          <a:solidFill>
            <a:schemeClr val="accent1">
              <a:alpha val="5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5724680" y="3555891"/>
            <a:ext cx="6467320" cy="1058020"/>
          </a:xfrm>
          <a:prstGeom prst="rect">
            <a:avLst/>
          </a:prstGeom>
        </p:spPr>
        <p:txBody>
          <a:bodyPr anchor="ctr"/>
          <a:lstStyle>
            <a:lvl1pPr marL="0" indent="0" algn="ctr">
              <a:buNone/>
              <a:defRPr sz="32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2" name="标题 1"/>
          <p:cNvSpPr>
            <a:spLocks noGrp="1"/>
          </p:cNvSpPr>
          <p:nvPr>
            <p:ph type="ctrTitle"/>
          </p:nvPr>
        </p:nvSpPr>
        <p:spPr>
          <a:xfrm>
            <a:off x="5724679" y="2492896"/>
            <a:ext cx="6441931" cy="945806"/>
          </a:xfrm>
          <a:prstGeom prst="rect">
            <a:avLst/>
          </a:prstGeom>
        </p:spPr>
        <p:txBody>
          <a:bodyPr anchor="b">
            <a:noAutofit/>
          </a:bodyPr>
          <a:lstStyle>
            <a:lvl1pPr algn="ctr">
              <a:defRPr sz="4800" b="1">
                <a:solidFill>
                  <a:schemeClr val="bg1"/>
                </a:solidFill>
              </a:defRPr>
            </a:lvl1pPr>
          </a:lstStyle>
          <a:p>
            <a:r>
              <a:rPr lang="zh-CN" altLang="en-US"/>
              <a:t>单击此处编辑母版标题样式</a:t>
            </a:r>
          </a:p>
        </p:txBody>
      </p:sp>
      <p:grpSp>
        <p:nvGrpSpPr>
          <p:cNvPr id="15" name="组合 14">
            <a:extLst>
              <a:ext uri="{FF2B5EF4-FFF2-40B4-BE49-F238E27FC236}">
                <a16:creationId xmlns:a16="http://schemas.microsoft.com/office/drawing/2014/main" id="{4715C4BF-6DBD-6C9D-1F85-F156AA1C6D74}"/>
              </a:ext>
            </a:extLst>
          </p:cNvPr>
          <p:cNvGrpSpPr/>
          <p:nvPr/>
        </p:nvGrpSpPr>
        <p:grpSpPr>
          <a:xfrm flipH="1">
            <a:off x="1991544" y="762962"/>
            <a:ext cx="3998325" cy="5332075"/>
            <a:chOff x="3948601" y="-3615780"/>
            <a:chExt cx="3998325" cy="5332075"/>
          </a:xfrm>
          <a:effectLst>
            <a:glow rad="63500">
              <a:schemeClr val="accent3">
                <a:satMod val="175000"/>
                <a:alpha val="40000"/>
              </a:schemeClr>
            </a:glow>
          </a:effectLst>
        </p:grpSpPr>
        <p:grpSp>
          <p:nvGrpSpPr>
            <p:cNvPr id="411" name="组合 410"/>
            <p:cNvGrpSpPr/>
            <p:nvPr/>
          </p:nvGrpSpPr>
          <p:grpSpPr>
            <a:xfrm>
              <a:off x="4282833" y="-1961685"/>
              <a:ext cx="2204670" cy="2215011"/>
              <a:chOff x="6128821" y="1388791"/>
              <a:chExt cx="4182529" cy="4202150"/>
            </a:xfrm>
          </p:grpSpPr>
          <p:sp>
            <p:nvSpPr>
              <p:cNvPr id="419" name="Freeform 5"/>
              <p:cNvSpPr/>
              <p:nvPr/>
            </p:nvSpPr>
            <p:spPr bwMode="auto">
              <a:xfrm rot="10800000">
                <a:off x="6128821" y="2486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7" name="Freeform 5"/>
              <p:cNvSpPr/>
              <p:nvPr/>
            </p:nvSpPr>
            <p:spPr bwMode="auto">
              <a:xfrm rot="10800000">
                <a:off x="8047812" y="1388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5" name="Freeform 5"/>
              <p:cNvSpPr/>
              <p:nvPr/>
            </p:nvSpPr>
            <p:spPr bwMode="auto">
              <a:xfrm rot="10800000">
                <a:off x="8047812" y="3584786"/>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grpSp>
        <p:grpSp>
          <p:nvGrpSpPr>
            <p:cNvPr id="14" name="组合 13"/>
            <p:cNvGrpSpPr/>
            <p:nvPr/>
          </p:nvGrpSpPr>
          <p:grpSpPr>
            <a:xfrm>
              <a:off x="3948601" y="-3615780"/>
              <a:ext cx="3939158" cy="5332075"/>
              <a:chOff x="6798609" y="-251869"/>
              <a:chExt cx="5253578" cy="7111285"/>
            </a:xfrm>
          </p:grpSpPr>
          <p:sp>
            <p:nvSpPr>
              <p:cNvPr id="421" name="Freeform 5"/>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2" name="Freeform 5"/>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3" name="Freeform 5"/>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424" name="直接连接符 423"/>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25" name="直接连接符 424"/>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6" name="直接连接符 425"/>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34" name="组合 433"/>
              <p:cNvGrpSpPr/>
              <p:nvPr/>
            </p:nvGrpSpPr>
            <p:grpSpPr>
              <a:xfrm>
                <a:off x="8059703" y="2042916"/>
                <a:ext cx="303617" cy="258274"/>
                <a:chOff x="6339462" y="3747511"/>
                <a:chExt cx="907547" cy="772010"/>
              </a:xfrm>
              <a:solidFill>
                <a:schemeClr val="accent1"/>
              </a:solidFill>
            </p:grpSpPr>
            <p:sp>
              <p:nvSpPr>
                <p:cNvPr id="435" name="Rectangle 130"/>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6" name="Freeform 131"/>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7" name="Freeform 132"/>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8" name="Freeform 133"/>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9" name="Freeform 134"/>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0" name="Freeform 135"/>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1" name="Freeform 136"/>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2" name="Freeform 137"/>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3" name="组合 442"/>
              <p:cNvGrpSpPr/>
              <p:nvPr/>
            </p:nvGrpSpPr>
            <p:grpSpPr>
              <a:xfrm>
                <a:off x="8062201" y="4560896"/>
                <a:ext cx="300352" cy="258999"/>
                <a:chOff x="3548515" y="964154"/>
                <a:chExt cx="897787" cy="774179"/>
              </a:xfrm>
              <a:solidFill>
                <a:schemeClr val="accent2"/>
              </a:solidFill>
            </p:grpSpPr>
            <p:sp>
              <p:nvSpPr>
                <p:cNvPr id="444" name="Freeform 222"/>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5" name="Freeform 223"/>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6" name="Freeform 224"/>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7" name="Freeform 225"/>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8" name="Freeform 226"/>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9" name="组合 448"/>
              <p:cNvGrpSpPr/>
              <p:nvPr/>
            </p:nvGrpSpPr>
            <p:grpSpPr>
              <a:xfrm>
                <a:off x="10240844" y="3302449"/>
                <a:ext cx="300352" cy="257548"/>
                <a:chOff x="3546346" y="2339026"/>
                <a:chExt cx="897787" cy="769842"/>
              </a:xfrm>
              <a:solidFill>
                <a:schemeClr val="accent3"/>
              </a:solidFill>
            </p:grpSpPr>
            <p:sp>
              <p:nvSpPr>
                <p:cNvPr id="450" name="Rectangle 227"/>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1" name="Freeform 228"/>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2" name="Freeform 229"/>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3" name="Freeform 230"/>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4" name="Freeform 231"/>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5" name="Freeform 232"/>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6" name="Freeform 233"/>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nvGrpSpPr>
            <p:cNvPr id="457" name="组合 456"/>
            <p:cNvGrpSpPr/>
            <p:nvPr/>
          </p:nvGrpSpPr>
          <p:grpSpPr>
            <a:xfrm>
              <a:off x="5781112" y="-1560044"/>
              <a:ext cx="231462" cy="229714"/>
              <a:chOff x="7078908" y="5461438"/>
              <a:chExt cx="430461" cy="427208"/>
            </a:xfrm>
            <a:solidFill>
              <a:schemeClr val="bg1">
                <a:lumMod val="50000"/>
              </a:schemeClr>
            </a:solidFill>
          </p:grpSpPr>
          <p:sp>
            <p:nvSpPr>
              <p:cNvPr id="458" name="Freeform 236"/>
              <p:cNvSpPr/>
              <p:nvPr/>
            </p:nvSpPr>
            <p:spPr bwMode="auto">
              <a:xfrm>
                <a:off x="7078908" y="5461438"/>
                <a:ext cx="418534" cy="417450"/>
              </a:xfrm>
              <a:custGeom>
                <a:avLst/>
                <a:gdLst>
                  <a:gd name="T0" fmla="*/ 84 w 163"/>
                  <a:gd name="T1" fmla="*/ 129 h 163"/>
                  <a:gd name="T2" fmla="*/ 46 w 163"/>
                  <a:gd name="T3" fmla="*/ 50 h 163"/>
                  <a:gd name="T4" fmla="*/ 81 w 163"/>
                  <a:gd name="T5" fmla="*/ 34 h 163"/>
                  <a:gd name="T6" fmla="*/ 127 w 163"/>
                  <a:gd name="T7" fmla="*/ 89 h 163"/>
                  <a:gd name="T8" fmla="*/ 147 w 163"/>
                  <a:gd name="T9" fmla="*/ 94 h 163"/>
                  <a:gd name="T10" fmla="*/ 162 w 163"/>
                  <a:gd name="T11" fmla="*/ 86 h 163"/>
                  <a:gd name="T12" fmla="*/ 162 w 163"/>
                  <a:gd name="T13" fmla="*/ 70 h 163"/>
                  <a:gd name="T14" fmla="*/ 144 w 163"/>
                  <a:gd name="T15" fmla="*/ 59 h 163"/>
                  <a:gd name="T16" fmla="*/ 154 w 163"/>
                  <a:gd name="T17" fmla="*/ 45 h 163"/>
                  <a:gd name="T18" fmla="*/ 145 w 163"/>
                  <a:gd name="T19" fmla="*/ 32 h 163"/>
                  <a:gd name="T20" fmla="*/ 125 w 163"/>
                  <a:gd name="T21" fmla="*/ 30 h 163"/>
                  <a:gd name="T22" fmla="*/ 126 w 163"/>
                  <a:gd name="T23" fmla="*/ 13 h 163"/>
                  <a:gd name="T24" fmla="*/ 112 w 163"/>
                  <a:gd name="T25" fmla="*/ 6 h 163"/>
                  <a:gd name="T26" fmla="*/ 93 w 163"/>
                  <a:gd name="T27" fmla="*/ 15 h 163"/>
                  <a:gd name="T28" fmla="*/ 86 w 163"/>
                  <a:gd name="T29" fmla="*/ 0 h 163"/>
                  <a:gd name="T30" fmla="*/ 70 w 163"/>
                  <a:gd name="T31" fmla="*/ 1 h 163"/>
                  <a:gd name="T32" fmla="*/ 58 w 163"/>
                  <a:gd name="T33" fmla="*/ 18 h 163"/>
                  <a:gd name="T34" fmla="*/ 44 w 163"/>
                  <a:gd name="T35" fmla="*/ 9 h 163"/>
                  <a:gd name="T36" fmla="*/ 31 w 163"/>
                  <a:gd name="T37" fmla="*/ 17 h 163"/>
                  <a:gd name="T38" fmla="*/ 31 w 163"/>
                  <a:gd name="T39" fmla="*/ 36 h 163"/>
                  <a:gd name="T40" fmla="*/ 15 w 163"/>
                  <a:gd name="T41" fmla="*/ 33 h 163"/>
                  <a:gd name="T42" fmla="*/ 8 w 163"/>
                  <a:gd name="T43" fmla="*/ 47 h 163"/>
                  <a:gd name="T44" fmla="*/ 18 w 163"/>
                  <a:gd name="T45" fmla="*/ 59 h 163"/>
                  <a:gd name="T46" fmla="*/ 0 w 163"/>
                  <a:gd name="T47" fmla="*/ 73 h 163"/>
                  <a:gd name="T48" fmla="*/ 0 w 163"/>
                  <a:gd name="T49" fmla="*/ 88 h 163"/>
                  <a:gd name="T50" fmla="*/ 15 w 163"/>
                  <a:gd name="T51" fmla="*/ 94 h 163"/>
                  <a:gd name="T52" fmla="*/ 6 w 163"/>
                  <a:gd name="T53" fmla="*/ 114 h 163"/>
                  <a:gd name="T54" fmla="*/ 15 w 163"/>
                  <a:gd name="T55" fmla="*/ 128 h 163"/>
                  <a:gd name="T56" fmla="*/ 30 w 163"/>
                  <a:gd name="T57" fmla="*/ 125 h 163"/>
                  <a:gd name="T58" fmla="*/ 33 w 163"/>
                  <a:gd name="T59" fmla="*/ 148 h 163"/>
                  <a:gd name="T60" fmla="*/ 47 w 163"/>
                  <a:gd name="T61" fmla="*/ 155 h 163"/>
                  <a:gd name="T62" fmla="*/ 59 w 163"/>
                  <a:gd name="T63" fmla="*/ 145 h 163"/>
                  <a:gd name="T64" fmla="*/ 72 w 163"/>
                  <a:gd name="T65" fmla="*/ 163 h 163"/>
                  <a:gd name="T66" fmla="*/ 88 w 163"/>
                  <a:gd name="T67" fmla="*/ 162 h 163"/>
                  <a:gd name="T68" fmla="*/ 94 w 163"/>
                  <a:gd name="T69" fmla="*/ 148 h 163"/>
                  <a:gd name="T70" fmla="*/ 89 w 163"/>
                  <a:gd name="T71" fmla="*/ 128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3" h="163">
                    <a:moveTo>
                      <a:pt x="89" y="128"/>
                    </a:moveTo>
                    <a:cubicBezTo>
                      <a:pt x="88" y="128"/>
                      <a:pt x="86" y="129"/>
                      <a:pt x="84" y="129"/>
                    </a:cubicBezTo>
                    <a:cubicBezTo>
                      <a:pt x="58" y="130"/>
                      <a:pt x="36" y="110"/>
                      <a:pt x="35" y="84"/>
                    </a:cubicBezTo>
                    <a:cubicBezTo>
                      <a:pt x="34" y="71"/>
                      <a:pt x="38" y="59"/>
                      <a:pt x="46" y="50"/>
                    </a:cubicBezTo>
                    <a:cubicBezTo>
                      <a:pt x="55" y="40"/>
                      <a:pt x="66" y="35"/>
                      <a:pt x="79" y="34"/>
                    </a:cubicBezTo>
                    <a:cubicBezTo>
                      <a:pt x="79" y="34"/>
                      <a:pt x="80" y="34"/>
                      <a:pt x="81" y="34"/>
                    </a:cubicBezTo>
                    <a:cubicBezTo>
                      <a:pt x="106" y="34"/>
                      <a:pt x="127" y="54"/>
                      <a:pt x="128" y="79"/>
                    </a:cubicBezTo>
                    <a:cubicBezTo>
                      <a:pt x="128" y="82"/>
                      <a:pt x="128" y="85"/>
                      <a:pt x="127" y="89"/>
                    </a:cubicBezTo>
                    <a:cubicBezTo>
                      <a:pt x="144" y="105"/>
                      <a:pt x="144" y="105"/>
                      <a:pt x="144" y="105"/>
                    </a:cubicBezTo>
                    <a:cubicBezTo>
                      <a:pt x="145" y="101"/>
                      <a:pt x="146" y="97"/>
                      <a:pt x="147" y="94"/>
                    </a:cubicBezTo>
                    <a:cubicBezTo>
                      <a:pt x="163" y="90"/>
                      <a:pt x="163" y="90"/>
                      <a:pt x="163" y="90"/>
                    </a:cubicBezTo>
                    <a:cubicBezTo>
                      <a:pt x="162" y="86"/>
                      <a:pt x="162" y="86"/>
                      <a:pt x="162" y="86"/>
                    </a:cubicBezTo>
                    <a:cubicBezTo>
                      <a:pt x="162" y="75"/>
                      <a:pt x="162" y="75"/>
                      <a:pt x="162" y="75"/>
                    </a:cubicBezTo>
                    <a:cubicBezTo>
                      <a:pt x="162" y="70"/>
                      <a:pt x="162" y="70"/>
                      <a:pt x="162" y="70"/>
                    </a:cubicBezTo>
                    <a:cubicBezTo>
                      <a:pt x="147" y="69"/>
                      <a:pt x="147" y="69"/>
                      <a:pt x="147" y="69"/>
                    </a:cubicBezTo>
                    <a:cubicBezTo>
                      <a:pt x="146" y="66"/>
                      <a:pt x="145" y="62"/>
                      <a:pt x="144" y="59"/>
                    </a:cubicBezTo>
                    <a:cubicBezTo>
                      <a:pt x="156" y="48"/>
                      <a:pt x="156" y="48"/>
                      <a:pt x="156" y="48"/>
                    </a:cubicBezTo>
                    <a:cubicBezTo>
                      <a:pt x="154" y="45"/>
                      <a:pt x="154" y="45"/>
                      <a:pt x="154" y="45"/>
                    </a:cubicBezTo>
                    <a:cubicBezTo>
                      <a:pt x="148" y="35"/>
                      <a:pt x="148" y="35"/>
                      <a:pt x="148" y="35"/>
                    </a:cubicBezTo>
                    <a:cubicBezTo>
                      <a:pt x="145" y="32"/>
                      <a:pt x="145" y="32"/>
                      <a:pt x="145" y="32"/>
                    </a:cubicBezTo>
                    <a:cubicBezTo>
                      <a:pt x="132" y="38"/>
                      <a:pt x="132" y="38"/>
                      <a:pt x="132" y="38"/>
                    </a:cubicBezTo>
                    <a:cubicBezTo>
                      <a:pt x="130" y="35"/>
                      <a:pt x="127" y="32"/>
                      <a:pt x="125" y="30"/>
                    </a:cubicBezTo>
                    <a:cubicBezTo>
                      <a:pt x="130" y="15"/>
                      <a:pt x="130" y="15"/>
                      <a:pt x="130" y="15"/>
                    </a:cubicBezTo>
                    <a:cubicBezTo>
                      <a:pt x="126" y="13"/>
                      <a:pt x="126" y="13"/>
                      <a:pt x="126" y="13"/>
                    </a:cubicBezTo>
                    <a:cubicBezTo>
                      <a:pt x="116" y="8"/>
                      <a:pt x="116" y="8"/>
                      <a:pt x="116" y="8"/>
                    </a:cubicBezTo>
                    <a:cubicBezTo>
                      <a:pt x="112" y="6"/>
                      <a:pt x="112" y="6"/>
                      <a:pt x="112" y="6"/>
                    </a:cubicBezTo>
                    <a:cubicBezTo>
                      <a:pt x="104" y="18"/>
                      <a:pt x="104" y="18"/>
                      <a:pt x="104" y="18"/>
                    </a:cubicBezTo>
                    <a:cubicBezTo>
                      <a:pt x="100" y="17"/>
                      <a:pt x="97" y="16"/>
                      <a:pt x="93" y="15"/>
                    </a:cubicBezTo>
                    <a:cubicBezTo>
                      <a:pt x="90" y="0"/>
                      <a:pt x="90" y="0"/>
                      <a:pt x="90" y="0"/>
                    </a:cubicBezTo>
                    <a:cubicBezTo>
                      <a:pt x="86" y="0"/>
                      <a:pt x="86" y="0"/>
                      <a:pt x="86" y="0"/>
                    </a:cubicBezTo>
                    <a:cubicBezTo>
                      <a:pt x="75" y="1"/>
                      <a:pt x="75" y="1"/>
                      <a:pt x="75" y="1"/>
                    </a:cubicBezTo>
                    <a:cubicBezTo>
                      <a:pt x="70" y="1"/>
                      <a:pt x="70" y="1"/>
                      <a:pt x="70" y="1"/>
                    </a:cubicBezTo>
                    <a:cubicBezTo>
                      <a:pt x="69" y="15"/>
                      <a:pt x="69" y="15"/>
                      <a:pt x="69" y="15"/>
                    </a:cubicBezTo>
                    <a:cubicBezTo>
                      <a:pt x="65" y="16"/>
                      <a:pt x="62" y="17"/>
                      <a:pt x="58" y="18"/>
                    </a:cubicBezTo>
                    <a:cubicBezTo>
                      <a:pt x="48" y="6"/>
                      <a:pt x="48" y="6"/>
                      <a:pt x="48" y="6"/>
                    </a:cubicBezTo>
                    <a:cubicBezTo>
                      <a:pt x="44" y="9"/>
                      <a:pt x="44" y="9"/>
                      <a:pt x="44" y="9"/>
                    </a:cubicBezTo>
                    <a:cubicBezTo>
                      <a:pt x="35" y="15"/>
                      <a:pt x="35" y="15"/>
                      <a:pt x="35" y="15"/>
                    </a:cubicBezTo>
                    <a:cubicBezTo>
                      <a:pt x="31" y="17"/>
                      <a:pt x="31" y="17"/>
                      <a:pt x="31" y="17"/>
                    </a:cubicBezTo>
                    <a:cubicBezTo>
                      <a:pt x="37" y="30"/>
                      <a:pt x="37" y="30"/>
                      <a:pt x="37" y="30"/>
                    </a:cubicBezTo>
                    <a:cubicBezTo>
                      <a:pt x="35" y="32"/>
                      <a:pt x="33" y="34"/>
                      <a:pt x="31" y="36"/>
                    </a:cubicBezTo>
                    <a:cubicBezTo>
                      <a:pt x="31" y="37"/>
                      <a:pt x="30" y="37"/>
                      <a:pt x="30" y="38"/>
                    </a:cubicBezTo>
                    <a:cubicBezTo>
                      <a:pt x="15" y="33"/>
                      <a:pt x="15" y="33"/>
                      <a:pt x="15" y="33"/>
                    </a:cubicBezTo>
                    <a:cubicBezTo>
                      <a:pt x="13" y="37"/>
                      <a:pt x="13" y="37"/>
                      <a:pt x="13" y="37"/>
                    </a:cubicBezTo>
                    <a:cubicBezTo>
                      <a:pt x="8" y="47"/>
                      <a:pt x="8" y="47"/>
                      <a:pt x="8" y="47"/>
                    </a:cubicBezTo>
                    <a:cubicBezTo>
                      <a:pt x="6" y="51"/>
                      <a:pt x="6" y="51"/>
                      <a:pt x="6" y="51"/>
                    </a:cubicBezTo>
                    <a:cubicBezTo>
                      <a:pt x="18" y="59"/>
                      <a:pt x="18" y="59"/>
                      <a:pt x="18" y="59"/>
                    </a:cubicBezTo>
                    <a:cubicBezTo>
                      <a:pt x="17" y="63"/>
                      <a:pt x="16" y="66"/>
                      <a:pt x="15" y="69"/>
                    </a:cubicBezTo>
                    <a:cubicBezTo>
                      <a:pt x="0" y="73"/>
                      <a:pt x="0" y="73"/>
                      <a:pt x="0" y="73"/>
                    </a:cubicBezTo>
                    <a:cubicBezTo>
                      <a:pt x="0" y="77"/>
                      <a:pt x="0" y="77"/>
                      <a:pt x="0" y="77"/>
                    </a:cubicBezTo>
                    <a:cubicBezTo>
                      <a:pt x="0" y="88"/>
                      <a:pt x="0" y="88"/>
                      <a:pt x="0" y="88"/>
                    </a:cubicBezTo>
                    <a:cubicBezTo>
                      <a:pt x="1" y="92"/>
                      <a:pt x="1" y="92"/>
                      <a:pt x="1" y="92"/>
                    </a:cubicBezTo>
                    <a:cubicBezTo>
                      <a:pt x="15" y="94"/>
                      <a:pt x="15" y="94"/>
                      <a:pt x="15" y="94"/>
                    </a:cubicBezTo>
                    <a:cubicBezTo>
                      <a:pt x="16" y="97"/>
                      <a:pt x="17" y="101"/>
                      <a:pt x="18" y="104"/>
                    </a:cubicBezTo>
                    <a:cubicBezTo>
                      <a:pt x="6" y="114"/>
                      <a:pt x="6" y="114"/>
                      <a:pt x="6" y="114"/>
                    </a:cubicBezTo>
                    <a:cubicBezTo>
                      <a:pt x="9" y="118"/>
                      <a:pt x="9" y="118"/>
                      <a:pt x="9" y="118"/>
                    </a:cubicBezTo>
                    <a:cubicBezTo>
                      <a:pt x="15" y="128"/>
                      <a:pt x="15" y="128"/>
                      <a:pt x="15" y="128"/>
                    </a:cubicBezTo>
                    <a:cubicBezTo>
                      <a:pt x="17" y="131"/>
                      <a:pt x="17" y="131"/>
                      <a:pt x="17" y="131"/>
                    </a:cubicBezTo>
                    <a:cubicBezTo>
                      <a:pt x="30" y="125"/>
                      <a:pt x="30" y="125"/>
                      <a:pt x="30" y="125"/>
                    </a:cubicBezTo>
                    <a:cubicBezTo>
                      <a:pt x="33" y="128"/>
                      <a:pt x="35" y="130"/>
                      <a:pt x="38" y="133"/>
                    </a:cubicBezTo>
                    <a:cubicBezTo>
                      <a:pt x="33" y="148"/>
                      <a:pt x="33" y="148"/>
                      <a:pt x="33" y="148"/>
                    </a:cubicBezTo>
                    <a:cubicBezTo>
                      <a:pt x="37" y="150"/>
                      <a:pt x="37" y="150"/>
                      <a:pt x="37" y="150"/>
                    </a:cubicBezTo>
                    <a:cubicBezTo>
                      <a:pt x="47" y="155"/>
                      <a:pt x="47" y="155"/>
                      <a:pt x="47" y="155"/>
                    </a:cubicBezTo>
                    <a:cubicBezTo>
                      <a:pt x="51" y="157"/>
                      <a:pt x="51" y="157"/>
                      <a:pt x="51" y="157"/>
                    </a:cubicBezTo>
                    <a:cubicBezTo>
                      <a:pt x="59" y="145"/>
                      <a:pt x="59" y="145"/>
                      <a:pt x="59" y="145"/>
                    </a:cubicBezTo>
                    <a:cubicBezTo>
                      <a:pt x="62" y="146"/>
                      <a:pt x="66" y="147"/>
                      <a:pt x="69" y="148"/>
                    </a:cubicBezTo>
                    <a:cubicBezTo>
                      <a:pt x="72" y="163"/>
                      <a:pt x="72" y="163"/>
                      <a:pt x="72" y="163"/>
                    </a:cubicBezTo>
                    <a:cubicBezTo>
                      <a:pt x="77" y="163"/>
                      <a:pt x="77" y="163"/>
                      <a:pt x="77" y="163"/>
                    </a:cubicBezTo>
                    <a:cubicBezTo>
                      <a:pt x="88" y="162"/>
                      <a:pt x="88" y="162"/>
                      <a:pt x="88" y="162"/>
                    </a:cubicBezTo>
                    <a:cubicBezTo>
                      <a:pt x="92" y="162"/>
                      <a:pt x="92" y="162"/>
                      <a:pt x="92" y="162"/>
                    </a:cubicBezTo>
                    <a:cubicBezTo>
                      <a:pt x="94" y="148"/>
                      <a:pt x="94" y="148"/>
                      <a:pt x="94" y="148"/>
                    </a:cubicBezTo>
                    <a:cubicBezTo>
                      <a:pt x="98" y="147"/>
                      <a:pt x="102" y="146"/>
                      <a:pt x="105" y="144"/>
                    </a:cubicBezTo>
                    <a:lnTo>
                      <a:pt x="89" y="1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9" name="Freeform 237"/>
              <p:cNvSpPr/>
              <p:nvPr/>
            </p:nvSpPr>
            <p:spPr bwMode="auto">
              <a:xfrm>
                <a:off x="7197095" y="5576372"/>
                <a:ext cx="312274" cy="312274"/>
              </a:xfrm>
              <a:custGeom>
                <a:avLst/>
                <a:gdLst>
                  <a:gd name="T0" fmla="*/ 122 w 122"/>
                  <a:gd name="T1" fmla="*/ 101 h 122"/>
                  <a:gd name="T2" fmla="*/ 119 w 122"/>
                  <a:gd name="T3" fmla="*/ 94 h 122"/>
                  <a:gd name="T4" fmla="*/ 67 w 122"/>
                  <a:gd name="T5" fmla="*/ 43 h 122"/>
                  <a:gd name="T6" fmla="*/ 58 w 122"/>
                  <a:gd name="T7" fmla="*/ 12 h 122"/>
                  <a:gd name="T8" fmla="*/ 23 w 122"/>
                  <a:gd name="T9" fmla="*/ 5 h 122"/>
                  <a:gd name="T10" fmla="*/ 41 w 122"/>
                  <a:gd name="T11" fmla="*/ 23 h 122"/>
                  <a:gd name="T12" fmla="*/ 41 w 122"/>
                  <a:gd name="T13" fmla="*/ 29 h 122"/>
                  <a:gd name="T14" fmla="*/ 29 w 122"/>
                  <a:gd name="T15" fmla="*/ 41 h 122"/>
                  <a:gd name="T16" fmla="*/ 23 w 122"/>
                  <a:gd name="T17" fmla="*/ 41 h 122"/>
                  <a:gd name="T18" fmla="*/ 5 w 122"/>
                  <a:gd name="T19" fmla="*/ 23 h 122"/>
                  <a:gd name="T20" fmla="*/ 12 w 122"/>
                  <a:gd name="T21" fmla="*/ 58 h 122"/>
                  <a:gd name="T22" fmla="*/ 43 w 122"/>
                  <a:gd name="T23" fmla="*/ 67 h 122"/>
                  <a:gd name="T24" fmla="*/ 94 w 122"/>
                  <a:gd name="T25" fmla="*/ 119 h 122"/>
                  <a:gd name="T26" fmla="*/ 101 w 122"/>
                  <a:gd name="T27" fmla="*/ 122 h 122"/>
                  <a:gd name="T28" fmla="*/ 122 w 122"/>
                  <a:gd name="T29" fmla="*/ 10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122">
                    <a:moveTo>
                      <a:pt x="122" y="101"/>
                    </a:moveTo>
                    <a:cubicBezTo>
                      <a:pt x="122" y="99"/>
                      <a:pt x="121" y="95"/>
                      <a:pt x="119" y="94"/>
                    </a:cubicBezTo>
                    <a:cubicBezTo>
                      <a:pt x="102" y="77"/>
                      <a:pt x="84" y="60"/>
                      <a:pt x="67" y="43"/>
                    </a:cubicBezTo>
                    <a:cubicBezTo>
                      <a:pt x="69" y="32"/>
                      <a:pt x="66" y="21"/>
                      <a:pt x="58" y="12"/>
                    </a:cubicBezTo>
                    <a:cubicBezTo>
                      <a:pt x="49" y="3"/>
                      <a:pt x="35" y="0"/>
                      <a:pt x="23" y="5"/>
                    </a:cubicBezTo>
                    <a:cubicBezTo>
                      <a:pt x="41" y="23"/>
                      <a:pt x="41" y="23"/>
                      <a:pt x="41" y="23"/>
                    </a:cubicBezTo>
                    <a:cubicBezTo>
                      <a:pt x="42" y="25"/>
                      <a:pt x="42" y="27"/>
                      <a:pt x="41" y="29"/>
                    </a:cubicBezTo>
                    <a:cubicBezTo>
                      <a:pt x="29" y="41"/>
                      <a:pt x="29" y="41"/>
                      <a:pt x="29" y="41"/>
                    </a:cubicBezTo>
                    <a:cubicBezTo>
                      <a:pt x="27" y="43"/>
                      <a:pt x="25" y="43"/>
                      <a:pt x="23" y="41"/>
                    </a:cubicBezTo>
                    <a:cubicBezTo>
                      <a:pt x="5" y="23"/>
                      <a:pt x="5" y="23"/>
                      <a:pt x="5" y="23"/>
                    </a:cubicBezTo>
                    <a:cubicBezTo>
                      <a:pt x="0" y="35"/>
                      <a:pt x="3" y="49"/>
                      <a:pt x="12" y="58"/>
                    </a:cubicBezTo>
                    <a:cubicBezTo>
                      <a:pt x="20" y="66"/>
                      <a:pt x="32" y="69"/>
                      <a:pt x="43" y="67"/>
                    </a:cubicBezTo>
                    <a:cubicBezTo>
                      <a:pt x="60" y="84"/>
                      <a:pt x="77" y="102"/>
                      <a:pt x="94" y="119"/>
                    </a:cubicBezTo>
                    <a:cubicBezTo>
                      <a:pt x="95" y="121"/>
                      <a:pt x="98" y="122"/>
                      <a:pt x="101" y="122"/>
                    </a:cubicBezTo>
                    <a:cubicBezTo>
                      <a:pt x="111" y="120"/>
                      <a:pt x="120" y="112"/>
                      <a:pt x="122"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60" name="组合 459"/>
            <p:cNvGrpSpPr/>
            <p:nvPr/>
          </p:nvGrpSpPr>
          <p:grpSpPr>
            <a:xfrm>
              <a:off x="4774057" y="-1006987"/>
              <a:ext cx="260614" cy="299094"/>
              <a:chOff x="2733098" y="4187405"/>
              <a:chExt cx="484675" cy="556238"/>
            </a:xfrm>
            <a:solidFill>
              <a:schemeClr val="bg1">
                <a:lumMod val="50000"/>
              </a:schemeClr>
            </a:solidFill>
          </p:grpSpPr>
          <p:sp>
            <p:nvSpPr>
              <p:cNvPr id="461" name="Oval 302"/>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2" name="Freeform 303"/>
              <p:cNvSpPr>
                <a:spLocks noEditPoints="1"/>
              </p:cNvSpPr>
              <p:nvPr/>
            </p:nvSpPr>
            <p:spPr bwMode="auto">
              <a:xfrm>
                <a:off x="2733098" y="4304508"/>
                <a:ext cx="310105" cy="439135"/>
              </a:xfrm>
              <a:custGeom>
                <a:avLst/>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3" name="Freeform 304"/>
              <p:cNvSpPr/>
              <p:nvPr/>
            </p:nvSpPr>
            <p:spPr bwMode="auto">
              <a:xfrm>
                <a:off x="2897909" y="4668827"/>
                <a:ext cx="60720" cy="74816"/>
              </a:xfrm>
              <a:custGeom>
                <a:avLst/>
                <a:gdLst>
                  <a:gd name="T0" fmla="*/ 0 w 24"/>
                  <a:gd name="T1" fmla="*/ 0 h 29"/>
                  <a:gd name="T2" fmla="*/ 1 w 24"/>
                  <a:gd name="T3" fmla="*/ 29 h 29"/>
                  <a:gd name="T4" fmla="*/ 24 w 24"/>
                  <a:gd name="T5" fmla="*/ 29 h 29"/>
                  <a:gd name="T6" fmla="*/ 24 w 24"/>
                  <a:gd name="T7" fmla="*/ 26 h 29"/>
                  <a:gd name="T8" fmla="*/ 0 w 24"/>
                  <a:gd name="T9" fmla="*/ 0 h 29"/>
                </a:gdLst>
                <a:ahLst/>
                <a:cxnLst>
                  <a:cxn ang="0">
                    <a:pos x="T0" y="T1"/>
                  </a:cxn>
                  <a:cxn ang="0">
                    <a:pos x="T2" y="T3"/>
                  </a:cxn>
                  <a:cxn ang="0">
                    <a:pos x="T4" y="T5"/>
                  </a:cxn>
                  <a:cxn ang="0">
                    <a:pos x="T6" y="T7"/>
                  </a:cxn>
                  <a:cxn ang="0">
                    <a:pos x="T8" y="T9"/>
                  </a:cxn>
                </a:cxnLst>
                <a:rect l="0" t="0" r="r" b="b"/>
                <a:pathLst>
                  <a:path w="24" h="29">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4" name="Freeform 305"/>
              <p:cNvSpPr/>
              <p:nvPr/>
            </p:nvSpPr>
            <p:spPr bwMode="auto">
              <a:xfrm>
                <a:off x="3035614" y="4422694"/>
                <a:ext cx="54214" cy="41203"/>
              </a:xfrm>
              <a:custGeom>
                <a:avLst/>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5" name="Freeform 306"/>
              <p:cNvSpPr/>
              <p:nvPr/>
            </p:nvSpPr>
            <p:spPr bwMode="auto">
              <a:xfrm>
                <a:off x="2964051" y="4430285"/>
                <a:ext cx="61805" cy="59636"/>
              </a:xfrm>
              <a:custGeom>
                <a:avLst/>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6" name="Freeform 307"/>
              <p:cNvSpPr/>
              <p:nvPr/>
            </p:nvSpPr>
            <p:spPr bwMode="auto">
              <a:xfrm>
                <a:off x="2909837" y="4479077"/>
                <a:ext cx="61805" cy="61805"/>
              </a:xfrm>
              <a:custGeom>
                <a:avLst/>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7" name="Freeform 308"/>
              <p:cNvSpPr/>
              <p:nvPr/>
            </p:nvSpPr>
            <p:spPr bwMode="auto">
              <a:xfrm>
                <a:off x="2897909" y="4550640"/>
                <a:ext cx="40119" cy="52046"/>
              </a:xfrm>
              <a:custGeom>
                <a:avLst/>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8" name="Freeform 309"/>
              <p:cNvSpPr/>
              <p:nvPr/>
            </p:nvSpPr>
            <p:spPr bwMode="auto">
              <a:xfrm>
                <a:off x="2905500" y="4612444"/>
                <a:ext cx="58551" cy="61805"/>
              </a:xfrm>
              <a:custGeom>
                <a:avLst/>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9" name="Freeform 310"/>
              <p:cNvSpPr/>
              <p:nvPr/>
            </p:nvSpPr>
            <p:spPr bwMode="auto">
              <a:xfrm>
                <a:off x="2954292" y="4668827"/>
                <a:ext cx="60720" cy="58551"/>
              </a:xfrm>
              <a:custGeom>
                <a:avLst/>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0" name="Freeform 311"/>
              <p:cNvSpPr/>
              <p:nvPr/>
            </p:nvSpPr>
            <p:spPr bwMode="auto">
              <a:xfrm>
                <a:off x="3022602" y="4699187"/>
                <a:ext cx="54214" cy="44456"/>
              </a:xfrm>
              <a:custGeom>
                <a:avLst/>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1" name="Freeform 312"/>
              <p:cNvSpPr/>
              <p:nvPr/>
            </p:nvSpPr>
            <p:spPr bwMode="auto">
              <a:xfrm>
                <a:off x="3087659" y="4674248"/>
                <a:ext cx="60720" cy="58551"/>
              </a:xfrm>
              <a:custGeom>
                <a:avLst/>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2" name="Freeform 313"/>
              <p:cNvSpPr/>
              <p:nvPr/>
            </p:nvSpPr>
            <p:spPr bwMode="auto">
              <a:xfrm>
                <a:off x="3144042" y="4625456"/>
                <a:ext cx="58551" cy="58551"/>
              </a:xfrm>
              <a:custGeom>
                <a:avLst/>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3" name="Freeform 314"/>
              <p:cNvSpPr/>
              <p:nvPr/>
            </p:nvSpPr>
            <p:spPr bwMode="auto">
              <a:xfrm>
                <a:off x="3174402" y="4563651"/>
                <a:ext cx="43371" cy="50962"/>
              </a:xfrm>
              <a:custGeom>
                <a:avLst/>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4" name="Freeform 315"/>
              <p:cNvSpPr/>
              <p:nvPr/>
            </p:nvSpPr>
            <p:spPr bwMode="auto">
              <a:xfrm>
                <a:off x="3148379" y="4492088"/>
                <a:ext cx="59636" cy="58551"/>
              </a:xfrm>
              <a:custGeom>
                <a:avLst/>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5" name="Freeform 316"/>
              <p:cNvSpPr/>
              <p:nvPr/>
            </p:nvSpPr>
            <p:spPr bwMode="auto">
              <a:xfrm>
                <a:off x="3097418" y="4437874"/>
                <a:ext cx="61805" cy="59636"/>
              </a:xfrm>
              <a:custGeom>
                <a:avLst/>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6" name="Freeform 317"/>
              <p:cNvSpPr>
                <a:spLocks noEditPoints="1"/>
              </p:cNvSpPr>
              <p:nvPr/>
            </p:nvSpPr>
            <p:spPr bwMode="auto">
              <a:xfrm>
                <a:off x="2926101" y="4448717"/>
                <a:ext cx="263481" cy="266734"/>
              </a:xfrm>
              <a:custGeom>
                <a:avLst/>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7" name="Oval 318"/>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78" name="组合 477"/>
            <p:cNvGrpSpPr/>
            <p:nvPr/>
          </p:nvGrpSpPr>
          <p:grpSpPr>
            <a:xfrm>
              <a:off x="5756305" y="-399250"/>
              <a:ext cx="269253" cy="231621"/>
              <a:chOff x="3787022" y="1797643"/>
              <a:chExt cx="550817" cy="473832"/>
            </a:xfrm>
          </p:grpSpPr>
          <p:sp>
            <p:nvSpPr>
              <p:cNvPr id="479" name="Oval 217"/>
              <p:cNvSpPr>
                <a:spLocks noChangeArrowheads="1"/>
              </p:cNvSpPr>
              <p:nvPr/>
            </p:nvSpPr>
            <p:spPr bwMode="auto">
              <a:xfrm>
                <a:off x="4007132" y="1931010"/>
                <a:ext cx="108428" cy="135536"/>
              </a:xfrm>
              <a:prstGeom prst="ellipse">
                <a:avLst/>
              </a:pr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0" name="Freeform 218"/>
              <p:cNvSpPr/>
              <p:nvPr/>
            </p:nvSpPr>
            <p:spPr bwMode="auto">
              <a:xfrm>
                <a:off x="4079779" y="2081725"/>
                <a:ext cx="96502" cy="133367"/>
              </a:xfrm>
              <a:custGeom>
                <a:avLst/>
                <a:gdLst>
                  <a:gd name="T0" fmla="*/ 36 w 38"/>
                  <a:gd name="T1" fmla="*/ 12 h 52"/>
                  <a:gd name="T2" fmla="*/ 24 w 38"/>
                  <a:gd name="T3" fmla="*/ 1 h 52"/>
                  <a:gd name="T4" fmla="*/ 12 w 38"/>
                  <a:gd name="T5" fmla="*/ 1 h 52"/>
                  <a:gd name="T6" fmla="*/ 20 w 38"/>
                  <a:gd name="T7" fmla="*/ 7 h 52"/>
                  <a:gd name="T8" fmla="*/ 9 w 38"/>
                  <a:gd name="T9" fmla="*/ 13 h 52"/>
                  <a:gd name="T10" fmla="*/ 14 w 38"/>
                  <a:gd name="T11" fmla="*/ 21 h 52"/>
                  <a:gd name="T12" fmla="*/ 0 w 38"/>
                  <a:gd name="T13" fmla="*/ 52 h 52"/>
                  <a:gd name="T14" fmla="*/ 0 w 38"/>
                  <a:gd name="T15" fmla="*/ 52 h 52"/>
                  <a:gd name="T16" fmla="*/ 38 w 38"/>
                  <a:gd name="T17" fmla="*/ 37 h 52"/>
                  <a:gd name="T18" fmla="*/ 36 w 38"/>
                  <a:gd name="T19"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52">
                    <a:moveTo>
                      <a:pt x="36" y="12"/>
                    </a:moveTo>
                    <a:cubicBezTo>
                      <a:pt x="36" y="5"/>
                      <a:pt x="30" y="0"/>
                      <a:pt x="24" y="1"/>
                    </a:cubicBezTo>
                    <a:cubicBezTo>
                      <a:pt x="24" y="1"/>
                      <a:pt x="19" y="1"/>
                      <a:pt x="12" y="1"/>
                    </a:cubicBezTo>
                    <a:cubicBezTo>
                      <a:pt x="20" y="7"/>
                      <a:pt x="20" y="7"/>
                      <a:pt x="20" y="7"/>
                    </a:cubicBezTo>
                    <a:cubicBezTo>
                      <a:pt x="9" y="13"/>
                      <a:pt x="9" y="13"/>
                      <a:pt x="9" y="13"/>
                    </a:cubicBezTo>
                    <a:cubicBezTo>
                      <a:pt x="14" y="21"/>
                      <a:pt x="14" y="21"/>
                      <a:pt x="14" y="21"/>
                    </a:cubicBezTo>
                    <a:cubicBezTo>
                      <a:pt x="0" y="52"/>
                      <a:pt x="0" y="52"/>
                      <a:pt x="0" y="52"/>
                    </a:cubicBezTo>
                    <a:cubicBezTo>
                      <a:pt x="0" y="52"/>
                      <a:pt x="0" y="52"/>
                      <a:pt x="0" y="52"/>
                    </a:cubicBezTo>
                    <a:cubicBezTo>
                      <a:pt x="15" y="51"/>
                      <a:pt x="28" y="45"/>
                      <a:pt x="38" y="37"/>
                    </a:cubicBezTo>
                    <a:lnTo>
                      <a:pt x="36" y="12"/>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1" name="Freeform 219"/>
              <p:cNvSpPr/>
              <p:nvPr/>
            </p:nvSpPr>
            <p:spPr bwMode="auto">
              <a:xfrm>
                <a:off x="3948581" y="2081725"/>
                <a:ext cx="95417" cy="133367"/>
              </a:xfrm>
              <a:custGeom>
                <a:avLst/>
                <a:gdLst>
                  <a:gd name="T0" fmla="*/ 23 w 37"/>
                  <a:gd name="T1" fmla="*/ 21 h 52"/>
                  <a:gd name="T2" fmla="*/ 28 w 37"/>
                  <a:gd name="T3" fmla="*/ 13 h 52"/>
                  <a:gd name="T4" fmla="*/ 17 w 37"/>
                  <a:gd name="T5" fmla="*/ 7 h 52"/>
                  <a:gd name="T6" fmla="*/ 25 w 37"/>
                  <a:gd name="T7" fmla="*/ 0 h 52"/>
                  <a:gd name="T8" fmla="*/ 15 w 37"/>
                  <a:gd name="T9" fmla="*/ 1 h 52"/>
                  <a:gd name="T10" fmla="*/ 15 w 37"/>
                  <a:gd name="T11" fmla="*/ 1 h 52"/>
                  <a:gd name="T12" fmla="*/ 2 w 37"/>
                  <a:gd name="T13" fmla="*/ 12 h 52"/>
                  <a:gd name="T14" fmla="*/ 0 w 37"/>
                  <a:gd name="T15" fmla="*/ 37 h 52"/>
                  <a:gd name="T16" fmla="*/ 37 w 37"/>
                  <a:gd name="T17" fmla="*/ 52 h 52"/>
                  <a:gd name="T18" fmla="*/ 37 w 37"/>
                  <a:gd name="T19" fmla="*/ 52 h 52"/>
                  <a:gd name="T20" fmla="*/ 23 w 37"/>
                  <a:gd name="T21" fmla="*/ 2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52">
                    <a:moveTo>
                      <a:pt x="23" y="21"/>
                    </a:moveTo>
                    <a:cubicBezTo>
                      <a:pt x="28" y="13"/>
                      <a:pt x="28" y="13"/>
                      <a:pt x="28" y="13"/>
                    </a:cubicBezTo>
                    <a:cubicBezTo>
                      <a:pt x="17" y="7"/>
                      <a:pt x="17" y="7"/>
                      <a:pt x="17" y="7"/>
                    </a:cubicBezTo>
                    <a:cubicBezTo>
                      <a:pt x="25" y="0"/>
                      <a:pt x="25" y="0"/>
                      <a:pt x="25" y="0"/>
                    </a:cubicBezTo>
                    <a:cubicBezTo>
                      <a:pt x="19" y="0"/>
                      <a:pt x="15" y="0"/>
                      <a:pt x="15" y="1"/>
                    </a:cubicBezTo>
                    <a:cubicBezTo>
                      <a:pt x="15" y="1"/>
                      <a:pt x="15" y="1"/>
                      <a:pt x="15" y="1"/>
                    </a:cubicBezTo>
                    <a:cubicBezTo>
                      <a:pt x="8" y="0"/>
                      <a:pt x="3" y="5"/>
                      <a:pt x="2" y="12"/>
                    </a:cubicBezTo>
                    <a:cubicBezTo>
                      <a:pt x="0" y="37"/>
                      <a:pt x="0" y="37"/>
                      <a:pt x="0" y="37"/>
                    </a:cubicBezTo>
                    <a:cubicBezTo>
                      <a:pt x="10" y="46"/>
                      <a:pt x="23" y="51"/>
                      <a:pt x="37" y="52"/>
                    </a:cubicBezTo>
                    <a:cubicBezTo>
                      <a:pt x="37" y="52"/>
                      <a:pt x="37" y="52"/>
                      <a:pt x="37" y="52"/>
                    </a:cubicBezTo>
                    <a:lnTo>
                      <a:pt x="23" y="2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2" name="Freeform 220"/>
              <p:cNvSpPr/>
              <p:nvPr/>
            </p:nvSpPr>
            <p:spPr bwMode="auto">
              <a:xfrm>
                <a:off x="4043998" y="2081725"/>
                <a:ext cx="35782" cy="28191"/>
              </a:xfrm>
              <a:custGeom>
                <a:avLst/>
                <a:gdLst>
                  <a:gd name="T0" fmla="*/ 28 w 33"/>
                  <a:gd name="T1" fmla="*/ 26 h 26"/>
                  <a:gd name="T2" fmla="*/ 28 w 33"/>
                  <a:gd name="T3" fmla="*/ 26 h 26"/>
                  <a:gd name="T4" fmla="*/ 33 w 33"/>
                  <a:gd name="T5" fmla="*/ 24 h 26"/>
                  <a:gd name="T6" fmla="*/ 28 w 33"/>
                  <a:gd name="T7" fmla="*/ 0 h 26"/>
                  <a:gd name="T8" fmla="*/ 7 w 33"/>
                  <a:gd name="T9" fmla="*/ 0 h 26"/>
                  <a:gd name="T10" fmla="*/ 0 w 33"/>
                  <a:gd name="T11" fmla="*/ 24 h 26"/>
                  <a:gd name="T12" fmla="*/ 4 w 33"/>
                  <a:gd name="T13" fmla="*/ 26 h 26"/>
                  <a:gd name="T14" fmla="*/ 4 w 33"/>
                  <a:gd name="T15" fmla="*/ 26 h 26"/>
                  <a:gd name="T16" fmla="*/ 28 w 33"/>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6">
                    <a:moveTo>
                      <a:pt x="28" y="26"/>
                    </a:moveTo>
                    <a:lnTo>
                      <a:pt x="28" y="26"/>
                    </a:lnTo>
                    <a:lnTo>
                      <a:pt x="33" y="24"/>
                    </a:lnTo>
                    <a:lnTo>
                      <a:pt x="28" y="0"/>
                    </a:lnTo>
                    <a:lnTo>
                      <a:pt x="7" y="0"/>
                    </a:lnTo>
                    <a:lnTo>
                      <a:pt x="0" y="24"/>
                    </a:lnTo>
                    <a:lnTo>
                      <a:pt x="4" y="26"/>
                    </a:lnTo>
                    <a:lnTo>
                      <a:pt x="4" y="26"/>
                    </a:lnTo>
                    <a:lnTo>
                      <a:pt x="28" y="26"/>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3" name="Freeform 221"/>
              <p:cNvSpPr/>
              <p:nvPr/>
            </p:nvSpPr>
            <p:spPr bwMode="auto">
              <a:xfrm>
                <a:off x="4043998" y="2109916"/>
                <a:ext cx="35782" cy="108428"/>
              </a:xfrm>
              <a:custGeom>
                <a:avLst/>
                <a:gdLst>
                  <a:gd name="T0" fmla="*/ 12 w 14"/>
                  <a:gd name="T1" fmla="*/ 0 h 42"/>
                  <a:gd name="T2" fmla="*/ 12 w 14"/>
                  <a:gd name="T3" fmla="*/ 0 h 42"/>
                  <a:gd name="T4" fmla="*/ 2 w 14"/>
                  <a:gd name="T5" fmla="*/ 0 h 42"/>
                  <a:gd name="T6" fmla="*/ 2 w 14"/>
                  <a:gd name="T7" fmla="*/ 0 h 42"/>
                  <a:gd name="T8" fmla="*/ 0 w 14"/>
                  <a:gd name="T9" fmla="*/ 41 h 42"/>
                  <a:gd name="T10" fmla="*/ 0 w 14"/>
                  <a:gd name="T11" fmla="*/ 41 h 42"/>
                  <a:gd name="T12" fmla="*/ 7 w 14"/>
                  <a:gd name="T13" fmla="*/ 42 h 42"/>
                  <a:gd name="T14" fmla="*/ 14 w 14"/>
                  <a:gd name="T15" fmla="*/ 41 h 42"/>
                  <a:gd name="T16" fmla="*/ 14 w 14"/>
                  <a:gd name="T17" fmla="*/ 41 h 42"/>
                  <a:gd name="T18" fmla="*/ 12 w 14"/>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42">
                    <a:moveTo>
                      <a:pt x="12" y="0"/>
                    </a:moveTo>
                    <a:cubicBezTo>
                      <a:pt x="12" y="0"/>
                      <a:pt x="12" y="0"/>
                      <a:pt x="12" y="0"/>
                    </a:cubicBezTo>
                    <a:cubicBezTo>
                      <a:pt x="2" y="0"/>
                      <a:pt x="2" y="0"/>
                      <a:pt x="2" y="0"/>
                    </a:cubicBezTo>
                    <a:cubicBezTo>
                      <a:pt x="2" y="0"/>
                      <a:pt x="2" y="0"/>
                      <a:pt x="2" y="0"/>
                    </a:cubicBezTo>
                    <a:cubicBezTo>
                      <a:pt x="0" y="41"/>
                      <a:pt x="0" y="41"/>
                      <a:pt x="0" y="41"/>
                    </a:cubicBezTo>
                    <a:cubicBezTo>
                      <a:pt x="0" y="41"/>
                      <a:pt x="0" y="41"/>
                      <a:pt x="0" y="41"/>
                    </a:cubicBezTo>
                    <a:cubicBezTo>
                      <a:pt x="3" y="42"/>
                      <a:pt x="5" y="42"/>
                      <a:pt x="7" y="42"/>
                    </a:cubicBezTo>
                    <a:cubicBezTo>
                      <a:pt x="10" y="42"/>
                      <a:pt x="12" y="42"/>
                      <a:pt x="14" y="41"/>
                    </a:cubicBezTo>
                    <a:cubicBezTo>
                      <a:pt x="14" y="41"/>
                      <a:pt x="14" y="41"/>
                      <a:pt x="14" y="41"/>
                    </a:cubicBezTo>
                    <a:lnTo>
                      <a:pt x="12"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4" name="Freeform 222"/>
              <p:cNvSpPr/>
              <p:nvPr/>
            </p:nvSpPr>
            <p:spPr bwMode="auto">
              <a:xfrm>
                <a:off x="3826056" y="2032933"/>
                <a:ext cx="460821" cy="238542"/>
              </a:xfrm>
              <a:custGeom>
                <a:avLst/>
                <a:gdLst>
                  <a:gd name="T0" fmla="*/ 92 w 180"/>
                  <a:gd name="T1" fmla="*/ 93 h 93"/>
                  <a:gd name="T2" fmla="*/ 0 w 180"/>
                  <a:gd name="T3" fmla="*/ 0 h 93"/>
                  <a:gd name="T4" fmla="*/ 23 w 180"/>
                  <a:gd name="T5" fmla="*/ 0 h 93"/>
                  <a:gd name="T6" fmla="*/ 92 w 180"/>
                  <a:gd name="T7" fmla="*/ 70 h 93"/>
                  <a:gd name="T8" fmla="*/ 158 w 180"/>
                  <a:gd name="T9" fmla="*/ 22 h 93"/>
                  <a:gd name="T10" fmla="*/ 180 w 180"/>
                  <a:gd name="T11" fmla="*/ 30 h 93"/>
                  <a:gd name="T12" fmla="*/ 92 w 180"/>
                  <a:gd name="T13" fmla="*/ 93 h 93"/>
                </a:gdLst>
                <a:ahLst/>
                <a:cxnLst>
                  <a:cxn ang="0">
                    <a:pos x="T0" y="T1"/>
                  </a:cxn>
                  <a:cxn ang="0">
                    <a:pos x="T2" y="T3"/>
                  </a:cxn>
                  <a:cxn ang="0">
                    <a:pos x="T4" y="T5"/>
                  </a:cxn>
                  <a:cxn ang="0">
                    <a:pos x="T6" y="T7"/>
                  </a:cxn>
                  <a:cxn ang="0">
                    <a:pos x="T8" y="T9"/>
                  </a:cxn>
                  <a:cxn ang="0">
                    <a:pos x="T10" y="T11"/>
                  </a:cxn>
                  <a:cxn ang="0">
                    <a:pos x="T12" y="T13"/>
                  </a:cxn>
                </a:cxnLst>
                <a:rect l="0" t="0" r="r" b="b"/>
                <a:pathLst>
                  <a:path w="180" h="93">
                    <a:moveTo>
                      <a:pt x="92" y="93"/>
                    </a:moveTo>
                    <a:cubicBezTo>
                      <a:pt x="41" y="93"/>
                      <a:pt x="0" y="51"/>
                      <a:pt x="0" y="0"/>
                    </a:cubicBezTo>
                    <a:cubicBezTo>
                      <a:pt x="23" y="0"/>
                      <a:pt x="23" y="0"/>
                      <a:pt x="23" y="0"/>
                    </a:cubicBezTo>
                    <a:cubicBezTo>
                      <a:pt x="23" y="39"/>
                      <a:pt x="54" y="70"/>
                      <a:pt x="92" y="70"/>
                    </a:cubicBezTo>
                    <a:cubicBezTo>
                      <a:pt x="122" y="70"/>
                      <a:pt x="149" y="51"/>
                      <a:pt x="158" y="22"/>
                    </a:cubicBezTo>
                    <a:cubicBezTo>
                      <a:pt x="180" y="30"/>
                      <a:pt x="180" y="30"/>
                      <a:pt x="180" y="30"/>
                    </a:cubicBezTo>
                    <a:cubicBezTo>
                      <a:pt x="168" y="67"/>
                      <a:pt x="132" y="93"/>
                      <a:pt x="92" y="93"/>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5" name="Freeform 223"/>
              <p:cNvSpPr/>
              <p:nvPr/>
            </p:nvSpPr>
            <p:spPr bwMode="auto">
              <a:xfrm>
                <a:off x="3787022" y="1979802"/>
                <a:ext cx="133367" cy="66142"/>
              </a:xfrm>
              <a:custGeom>
                <a:avLst/>
                <a:gdLst>
                  <a:gd name="T0" fmla="*/ 123 w 123"/>
                  <a:gd name="T1" fmla="*/ 61 h 61"/>
                  <a:gd name="T2" fmla="*/ 62 w 123"/>
                  <a:gd name="T3" fmla="*/ 0 h 61"/>
                  <a:gd name="T4" fmla="*/ 0 w 123"/>
                  <a:gd name="T5" fmla="*/ 61 h 61"/>
                  <a:gd name="T6" fmla="*/ 123 w 123"/>
                  <a:gd name="T7" fmla="*/ 61 h 61"/>
                </a:gdLst>
                <a:ahLst/>
                <a:cxnLst>
                  <a:cxn ang="0">
                    <a:pos x="T0" y="T1"/>
                  </a:cxn>
                  <a:cxn ang="0">
                    <a:pos x="T2" y="T3"/>
                  </a:cxn>
                  <a:cxn ang="0">
                    <a:pos x="T4" y="T5"/>
                  </a:cxn>
                  <a:cxn ang="0">
                    <a:pos x="T6" y="T7"/>
                  </a:cxn>
                </a:cxnLst>
                <a:rect l="0" t="0" r="r" b="b"/>
                <a:pathLst>
                  <a:path w="123" h="61">
                    <a:moveTo>
                      <a:pt x="123" y="61"/>
                    </a:moveTo>
                    <a:lnTo>
                      <a:pt x="62" y="0"/>
                    </a:lnTo>
                    <a:lnTo>
                      <a:pt x="0" y="61"/>
                    </a:lnTo>
                    <a:lnTo>
                      <a:pt x="123" y="6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6" name="Freeform 224"/>
              <p:cNvSpPr/>
              <p:nvPr/>
            </p:nvSpPr>
            <p:spPr bwMode="auto">
              <a:xfrm>
                <a:off x="3837984" y="1797643"/>
                <a:ext cx="461905" cy="235290"/>
              </a:xfrm>
              <a:custGeom>
                <a:avLst/>
                <a:gdLst>
                  <a:gd name="T0" fmla="*/ 180 w 180"/>
                  <a:gd name="T1" fmla="*/ 92 h 92"/>
                  <a:gd name="T2" fmla="*/ 157 w 180"/>
                  <a:gd name="T3" fmla="*/ 92 h 92"/>
                  <a:gd name="T4" fmla="*/ 88 w 180"/>
                  <a:gd name="T5" fmla="*/ 23 h 92"/>
                  <a:gd name="T6" fmla="*/ 21 w 180"/>
                  <a:gd name="T7" fmla="*/ 70 h 92"/>
                  <a:gd name="T8" fmla="*/ 0 w 180"/>
                  <a:gd name="T9" fmla="*/ 63 h 92"/>
                  <a:gd name="T10" fmla="*/ 88 w 180"/>
                  <a:gd name="T11" fmla="*/ 0 h 92"/>
                  <a:gd name="T12" fmla="*/ 180 w 180"/>
                  <a:gd name="T13" fmla="*/ 92 h 92"/>
                </a:gdLst>
                <a:ahLst/>
                <a:cxnLst>
                  <a:cxn ang="0">
                    <a:pos x="T0" y="T1"/>
                  </a:cxn>
                  <a:cxn ang="0">
                    <a:pos x="T2" y="T3"/>
                  </a:cxn>
                  <a:cxn ang="0">
                    <a:pos x="T4" y="T5"/>
                  </a:cxn>
                  <a:cxn ang="0">
                    <a:pos x="T6" y="T7"/>
                  </a:cxn>
                  <a:cxn ang="0">
                    <a:pos x="T8" y="T9"/>
                  </a:cxn>
                  <a:cxn ang="0">
                    <a:pos x="T10" y="T11"/>
                  </a:cxn>
                  <a:cxn ang="0">
                    <a:pos x="T12" y="T13"/>
                  </a:cxn>
                </a:cxnLst>
                <a:rect l="0" t="0" r="r" b="b"/>
                <a:pathLst>
                  <a:path w="180" h="92">
                    <a:moveTo>
                      <a:pt x="180" y="92"/>
                    </a:moveTo>
                    <a:cubicBezTo>
                      <a:pt x="157" y="92"/>
                      <a:pt x="157" y="92"/>
                      <a:pt x="157" y="92"/>
                    </a:cubicBezTo>
                    <a:cubicBezTo>
                      <a:pt x="157" y="54"/>
                      <a:pt x="126" y="23"/>
                      <a:pt x="88" y="23"/>
                    </a:cubicBezTo>
                    <a:cubicBezTo>
                      <a:pt x="57" y="23"/>
                      <a:pt x="31" y="42"/>
                      <a:pt x="21" y="70"/>
                    </a:cubicBezTo>
                    <a:cubicBezTo>
                      <a:pt x="0" y="63"/>
                      <a:pt x="0" y="63"/>
                      <a:pt x="0" y="63"/>
                    </a:cubicBezTo>
                    <a:cubicBezTo>
                      <a:pt x="12" y="25"/>
                      <a:pt x="48" y="0"/>
                      <a:pt x="88" y="0"/>
                    </a:cubicBezTo>
                    <a:cubicBezTo>
                      <a:pt x="139" y="0"/>
                      <a:pt x="180" y="41"/>
                      <a:pt x="180" y="92"/>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7" name="Freeform 225"/>
              <p:cNvSpPr/>
              <p:nvPr/>
            </p:nvSpPr>
            <p:spPr bwMode="auto">
              <a:xfrm>
                <a:off x="4202303" y="2021005"/>
                <a:ext cx="135536" cy="68310"/>
              </a:xfrm>
              <a:custGeom>
                <a:avLst/>
                <a:gdLst>
                  <a:gd name="T0" fmla="*/ 0 w 125"/>
                  <a:gd name="T1" fmla="*/ 0 h 63"/>
                  <a:gd name="T2" fmla="*/ 64 w 125"/>
                  <a:gd name="T3" fmla="*/ 63 h 63"/>
                  <a:gd name="T4" fmla="*/ 125 w 125"/>
                  <a:gd name="T5" fmla="*/ 0 h 63"/>
                  <a:gd name="T6" fmla="*/ 0 w 125"/>
                  <a:gd name="T7" fmla="*/ 0 h 63"/>
                </a:gdLst>
                <a:ahLst/>
                <a:cxnLst>
                  <a:cxn ang="0">
                    <a:pos x="T0" y="T1"/>
                  </a:cxn>
                  <a:cxn ang="0">
                    <a:pos x="T2" y="T3"/>
                  </a:cxn>
                  <a:cxn ang="0">
                    <a:pos x="T4" y="T5"/>
                  </a:cxn>
                  <a:cxn ang="0">
                    <a:pos x="T6" y="T7"/>
                  </a:cxn>
                </a:cxnLst>
                <a:rect l="0" t="0" r="r" b="b"/>
                <a:pathLst>
                  <a:path w="125" h="63">
                    <a:moveTo>
                      <a:pt x="0" y="0"/>
                    </a:moveTo>
                    <a:lnTo>
                      <a:pt x="64" y="63"/>
                    </a:lnTo>
                    <a:lnTo>
                      <a:pt x="125" y="0"/>
                    </a:lnTo>
                    <a:lnTo>
                      <a:pt x="0"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0" name="组合 69">
              <a:extLst>
                <a:ext uri="{FF2B5EF4-FFF2-40B4-BE49-F238E27FC236}">
                  <a16:creationId xmlns:a16="http://schemas.microsoft.com/office/drawing/2014/main" id="{764F48E9-8124-4EC5-AED7-4631C3BC53E1}"/>
                </a:ext>
              </a:extLst>
            </p:cNvPr>
            <p:cNvGrpSpPr/>
            <p:nvPr/>
          </p:nvGrpSpPr>
          <p:grpSpPr>
            <a:xfrm>
              <a:off x="4007768" y="-3615780"/>
              <a:ext cx="3939158" cy="5332075"/>
              <a:chOff x="6798609" y="-251869"/>
              <a:chExt cx="5253578" cy="7111285"/>
            </a:xfrm>
          </p:grpSpPr>
          <p:sp>
            <p:nvSpPr>
              <p:cNvPr id="71" name="Freeform 5">
                <a:extLst>
                  <a:ext uri="{FF2B5EF4-FFF2-40B4-BE49-F238E27FC236}">
                    <a16:creationId xmlns:a16="http://schemas.microsoft.com/office/drawing/2014/main" id="{3D6F0BFB-CAF6-4DEA-8566-72D967064318}"/>
                  </a:ext>
                </a:extLst>
              </p:cNvPr>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2" name="Freeform 5">
                <a:extLst>
                  <a:ext uri="{FF2B5EF4-FFF2-40B4-BE49-F238E27FC236}">
                    <a16:creationId xmlns:a16="http://schemas.microsoft.com/office/drawing/2014/main" id="{F2AE030B-5667-435C-8BBF-7E48C439BA87}"/>
                  </a:ext>
                </a:extLst>
              </p:cNvPr>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3" name="Freeform 5">
                <a:extLst>
                  <a:ext uri="{FF2B5EF4-FFF2-40B4-BE49-F238E27FC236}">
                    <a16:creationId xmlns:a16="http://schemas.microsoft.com/office/drawing/2014/main" id="{828350D6-B416-44D0-8ABA-20F1FCA9168E}"/>
                  </a:ext>
                </a:extLst>
              </p:cNvPr>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74" name="直接连接符 73">
                <a:extLst>
                  <a:ext uri="{FF2B5EF4-FFF2-40B4-BE49-F238E27FC236}">
                    <a16:creationId xmlns:a16="http://schemas.microsoft.com/office/drawing/2014/main" id="{26E7FDF5-8D5D-48BC-82CB-6360080D8520}"/>
                  </a:ext>
                </a:extLst>
              </p:cNvPr>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69B30286-D4EF-45D0-B91F-2A470B7805A8}"/>
                  </a:ext>
                </a:extLst>
              </p:cNvPr>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9BD49E39-8CF8-4826-A9F9-C91759763FD2}"/>
                  </a:ext>
                </a:extLst>
              </p:cNvPr>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7" name="组合 76">
                <a:extLst>
                  <a:ext uri="{FF2B5EF4-FFF2-40B4-BE49-F238E27FC236}">
                    <a16:creationId xmlns:a16="http://schemas.microsoft.com/office/drawing/2014/main" id="{FE4C8BE3-E42F-4583-B9DE-98CDC77B2F19}"/>
                  </a:ext>
                </a:extLst>
              </p:cNvPr>
              <p:cNvGrpSpPr/>
              <p:nvPr/>
            </p:nvGrpSpPr>
            <p:grpSpPr>
              <a:xfrm>
                <a:off x="8059703" y="2042916"/>
                <a:ext cx="303617" cy="258274"/>
                <a:chOff x="6339462" y="3747511"/>
                <a:chExt cx="907547" cy="772010"/>
              </a:xfrm>
              <a:solidFill>
                <a:schemeClr val="accent1"/>
              </a:solidFill>
            </p:grpSpPr>
            <p:sp>
              <p:nvSpPr>
                <p:cNvPr id="92" name="Rectangle 130">
                  <a:extLst>
                    <a:ext uri="{FF2B5EF4-FFF2-40B4-BE49-F238E27FC236}">
                      <a16:creationId xmlns:a16="http://schemas.microsoft.com/office/drawing/2014/main" id="{F36D7D66-2920-45A7-9E88-BE4F293C4361}"/>
                    </a:ext>
                  </a:extLst>
                </p:cNvPr>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3" name="Freeform 131">
                  <a:extLst>
                    <a:ext uri="{FF2B5EF4-FFF2-40B4-BE49-F238E27FC236}">
                      <a16:creationId xmlns:a16="http://schemas.microsoft.com/office/drawing/2014/main" id="{76B146A0-6971-4F3A-8D4F-22024F8375F4}"/>
                    </a:ext>
                  </a:extLst>
                </p:cNvPr>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4" name="Freeform 132">
                  <a:extLst>
                    <a:ext uri="{FF2B5EF4-FFF2-40B4-BE49-F238E27FC236}">
                      <a16:creationId xmlns:a16="http://schemas.microsoft.com/office/drawing/2014/main" id="{4564F2DC-2599-4736-9140-A121B2AF05F0}"/>
                    </a:ext>
                  </a:extLst>
                </p:cNvPr>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5" name="Freeform 133">
                  <a:extLst>
                    <a:ext uri="{FF2B5EF4-FFF2-40B4-BE49-F238E27FC236}">
                      <a16:creationId xmlns:a16="http://schemas.microsoft.com/office/drawing/2014/main" id="{A3ACF883-5DA0-43B3-B6E1-E50365E0CE48}"/>
                    </a:ext>
                  </a:extLst>
                </p:cNvPr>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6" name="Freeform 134">
                  <a:extLst>
                    <a:ext uri="{FF2B5EF4-FFF2-40B4-BE49-F238E27FC236}">
                      <a16:creationId xmlns:a16="http://schemas.microsoft.com/office/drawing/2014/main" id="{F8809223-A0CB-4DB2-BD85-3ABC213AD486}"/>
                    </a:ext>
                  </a:extLst>
                </p:cNvPr>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7" name="Freeform 135">
                  <a:extLst>
                    <a:ext uri="{FF2B5EF4-FFF2-40B4-BE49-F238E27FC236}">
                      <a16:creationId xmlns:a16="http://schemas.microsoft.com/office/drawing/2014/main" id="{51CC99D3-60E9-432A-88A8-7B410FAE9D85}"/>
                    </a:ext>
                  </a:extLst>
                </p:cNvPr>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8" name="Freeform 136">
                  <a:extLst>
                    <a:ext uri="{FF2B5EF4-FFF2-40B4-BE49-F238E27FC236}">
                      <a16:creationId xmlns:a16="http://schemas.microsoft.com/office/drawing/2014/main" id="{37C39D3B-4793-49D6-A99D-396057A4AC35}"/>
                    </a:ext>
                  </a:extLst>
                </p:cNvPr>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9" name="Freeform 137">
                  <a:extLst>
                    <a:ext uri="{FF2B5EF4-FFF2-40B4-BE49-F238E27FC236}">
                      <a16:creationId xmlns:a16="http://schemas.microsoft.com/office/drawing/2014/main" id="{11249225-1C33-4D93-9662-DE4464179C82}"/>
                    </a:ext>
                  </a:extLst>
                </p:cNvPr>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8" name="组合 77">
                <a:extLst>
                  <a:ext uri="{FF2B5EF4-FFF2-40B4-BE49-F238E27FC236}">
                    <a16:creationId xmlns:a16="http://schemas.microsoft.com/office/drawing/2014/main" id="{463E8E8F-F6EB-49B2-BAB4-3A5B3EF9CB55}"/>
                  </a:ext>
                </a:extLst>
              </p:cNvPr>
              <p:cNvGrpSpPr/>
              <p:nvPr/>
            </p:nvGrpSpPr>
            <p:grpSpPr>
              <a:xfrm>
                <a:off x="8062201" y="4560896"/>
                <a:ext cx="300352" cy="258999"/>
                <a:chOff x="3548515" y="964154"/>
                <a:chExt cx="897787" cy="774179"/>
              </a:xfrm>
              <a:solidFill>
                <a:schemeClr val="accent2"/>
              </a:solidFill>
            </p:grpSpPr>
            <p:sp>
              <p:nvSpPr>
                <p:cNvPr id="87" name="Freeform 222">
                  <a:extLst>
                    <a:ext uri="{FF2B5EF4-FFF2-40B4-BE49-F238E27FC236}">
                      <a16:creationId xmlns:a16="http://schemas.microsoft.com/office/drawing/2014/main" id="{FDF2CC09-92E5-41DD-90C6-FCAB80DBA5E9}"/>
                    </a:ext>
                  </a:extLst>
                </p:cNvPr>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8" name="Freeform 223">
                  <a:extLst>
                    <a:ext uri="{FF2B5EF4-FFF2-40B4-BE49-F238E27FC236}">
                      <a16:creationId xmlns:a16="http://schemas.microsoft.com/office/drawing/2014/main" id="{BDE85F74-05F8-4A5F-9004-E798E5985E47}"/>
                    </a:ext>
                  </a:extLst>
                </p:cNvPr>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9" name="Freeform 224">
                  <a:extLst>
                    <a:ext uri="{FF2B5EF4-FFF2-40B4-BE49-F238E27FC236}">
                      <a16:creationId xmlns:a16="http://schemas.microsoft.com/office/drawing/2014/main" id="{BB00FD37-96D4-4F30-9BC4-811433821B3D}"/>
                    </a:ext>
                  </a:extLst>
                </p:cNvPr>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0" name="Freeform 225">
                  <a:extLst>
                    <a:ext uri="{FF2B5EF4-FFF2-40B4-BE49-F238E27FC236}">
                      <a16:creationId xmlns:a16="http://schemas.microsoft.com/office/drawing/2014/main" id="{4ABF2568-3AC0-4737-A2FF-8A0909F5DD1E}"/>
                    </a:ext>
                  </a:extLst>
                </p:cNvPr>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1" name="Freeform 226">
                  <a:extLst>
                    <a:ext uri="{FF2B5EF4-FFF2-40B4-BE49-F238E27FC236}">
                      <a16:creationId xmlns:a16="http://schemas.microsoft.com/office/drawing/2014/main" id="{2BF2CD50-8510-4AE9-A6A1-417ABFE6EF31}"/>
                    </a:ext>
                  </a:extLst>
                </p:cNvPr>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9" name="组合 78">
                <a:extLst>
                  <a:ext uri="{FF2B5EF4-FFF2-40B4-BE49-F238E27FC236}">
                    <a16:creationId xmlns:a16="http://schemas.microsoft.com/office/drawing/2014/main" id="{096047AD-208F-49B4-A931-EC2B14126379}"/>
                  </a:ext>
                </a:extLst>
              </p:cNvPr>
              <p:cNvGrpSpPr/>
              <p:nvPr/>
            </p:nvGrpSpPr>
            <p:grpSpPr>
              <a:xfrm>
                <a:off x="10240844" y="3302449"/>
                <a:ext cx="300352" cy="257548"/>
                <a:chOff x="3546346" y="2339026"/>
                <a:chExt cx="897787" cy="769842"/>
              </a:xfrm>
              <a:solidFill>
                <a:schemeClr val="accent3"/>
              </a:solidFill>
            </p:grpSpPr>
            <p:sp>
              <p:nvSpPr>
                <p:cNvPr id="80" name="Rectangle 227">
                  <a:extLst>
                    <a:ext uri="{FF2B5EF4-FFF2-40B4-BE49-F238E27FC236}">
                      <a16:creationId xmlns:a16="http://schemas.microsoft.com/office/drawing/2014/main" id="{2C90B86F-3D1F-46CC-A273-74D2A5B8B038}"/>
                    </a:ext>
                  </a:extLst>
                </p:cNvPr>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1" name="Freeform 228">
                  <a:extLst>
                    <a:ext uri="{FF2B5EF4-FFF2-40B4-BE49-F238E27FC236}">
                      <a16:creationId xmlns:a16="http://schemas.microsoft.com/office/drawing/2014/main" id="{39ADDB32-7C47-4D9E-9C73-864338C1E689}"/>
                    </a:ext>
                  </a:extLst>
                </p:cNvPr>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2" name="Freeform 229">
                  <a:extLst>
                    <a:ext uri="{FF2B5EF4-FFF2-40B4-BE49-F238E27FC236}">
                      <a16:creationId xmlns:a16="http://schemas.microsoft.com/office/drawing/2014/main" id="{9B30A394-0855-4DD0-97C8-B858390B9A04}"/>
                    </a:ext>
                  </a:extLst>
                </p:cNvPr>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3" name="Freeform 230">
                  <a:extLst>
                    <a:ext uri="{FF2B5EF4-FFF2-40B4-BE49-F238E27FC236}">
                      <a16:creationId xmlns:a16="http://schemas.microsoft.com/office/drawing/2014/main" id="{C7341948-7774-416E-AD10-7BD12E82650C}"/>
                    </a:ext>
                  </a:extLst>
                </p:cNvPr>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4" name="Freeform 231">
                  <a:extLst>
                    <a:ext uri="{FF2B5EF4-FFF2-40B4-BE49-F238E27FC236}">
                      <a16:creationId xmlns:a16="http://schemas.microsoft.com/office/drawing/2014/main" id="{178F46E3-4F1D-4608-B82F-6B88648DF19E}"/>
                    </a:ext>
                  </a:extLst>
                </p:cNvPr>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5" name="Freeform 232">
                  <a:extLst>
                    <a:ext uri="{FF2B5EF4-FFF2-40B4-BE49-F238E27FC236}">
                      <a16:creationId xmlns:a16="http://schemas.microsoft.com/office/drawing/2014/main" id="{23AAC843-4545-4EA0-9CF5-874ACF043084}"/>
                    </a:ext>
                  </a:extLst>
                </p:cNvPr>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6" name="Freeform 233">
                  <a:extLst>
                    <a:ext uri="{FF2B5EF4-FFF2-40B4-BE49-F238E27FC236}">
                      <a16:creationId xmlns:a16="http://schemas.microsoft.com/office/drawing/2014/main" id="{D7763F08-C5FD-4348-AA44-A4B29C75B18A}"/>
                    </a:ext>
                  </a:extLst>
                </p:cNvPr>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sp>
        <p:nvSpPr>
          <p:cNvPr id="18" name="文本占位符 17">
            <a:extLst>
              <a:ext uri="{FF2B5EF4-FFF2-40B4-BE49-F238E27FC236}">
                <a16:creationId xmlns:a16="http://schemas.microsoft.com/office/drawing/2014/main" id="{EC5435B3-EB5C-27EC-C1BC-72B5DE1023D0}"/>
              </a:ext>
            </a:extLst>
          </p:cNvPr>
          <p:cNvSpPr>
            <a:spLocks noGrp="1"/>
          </p:cNvSpPr>
          <p:nvPr>
            <p:ph type="body" sz="quarter" idx="10"/>
          </p:nvPr>
        </p:nvSpPr>
        <p:spPr>
          <a:xfrm>
            <a:off x="7175500" y="4724400"/>
            <a:ext cx="4991100" cy="649288"/>
          </a:xfrm>
          <a:prstGeom prst="rect">
            <a:avLst/>
          </a:prstGeom>
        </p:spPr>
        <p:txBody>
          <a:bodyPr anchor="ctr"/>
          <a:lstStyle>
            <a:lvl1pPr algn="r">
              <a:buNone/>
              <a:defRPr sz="2400">
                <a:solidFill>
                  <a:schemeClr val="bg1"/>
                </a:solidFill>
              </a:defRPr>
            </a:lvl1pPr>
          </a:lstStyle>
          <a:p>
            <a:pPr lvl="0"/>
            <a:r>
              <a:rPr lang="zh-CN" altLang="en-US"/>
              <a:t>单击此处编辑母版文本样式</a:t>
            </a:r>
          </a:p>
        </p:txBody>
      </p:sp>
    </p:spTree>
    <p:extLst>
      <p:ext uri="{BB962C8B-B14F-4D97-AF65-F5344CB8AC3E}">
        <p14:creationId xmlns:p14="http://schemas.microsoft.com/office/powerpoint/2010/main" val="672645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4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4" name="文本占位符 33">
            <a:extLst>
              <a:ext uri="{FF2B5EF4-FFF2-40B4-BE49-F238E27FC236}">
                <a16:creationId xmlns:a16="http://schemas.microsoft.com/office/drawing/2014/main" id="{48A005F6-C87D-D98A-AECC-DE82D174EB34}"/>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26" name="内容占位符 25">
            <a:extLst>
              <a:ext uri="{FF2B5EF4-FFF2-40B4-BE49-F238E27FC236}">
                <a16:creationId xmlns:a16="http://schemas.microsoft.com/office/drawing/2014/main" id="{583369E4-FD6D-200A-DA5A-18FE52D4B805}"/>
              </a:ext>
            </a:extLst>
          </p:cNvPr>
          <p:cNvSpPr>
            <a:spLocks noGrp="1"/>
          </p:cNvSpPr>
          <p:nvPr>
            <p:ph sz="quarter" idx="19"/>
          </p:nvPr>
        </p:nvSpPr>
        <p:spPr>
          <a:xfrm>
            <a:off x="536575" y="836613"/>
            <a:ext cx="11176000" cy="5761037"/>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181149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pSp>
        <p:nvGrpSpPr>
          <p:cNvPr id="16" name="组合 15">
            <a:extLst>
              <a:ext uri="{FF2B5EF4-FFF2-40B4-BE49-F238E27FC236}">
                <a16:creationId xmlns:a16="http://schemas.microsoft.com/office/drawing/2014/main" id="{60FE3752-5275-5C12-482A-5A67E8B0FA4D}"/>
              </a:ext>
            </a:extLst>
          </p:cNvPr>
          <p:cNvGrpSpPr/>
          <p:nvPr/>
        </p:nvGrpSpPr>
        <p:grpSpPr>
          <a:xfrm>
            <a:off x="3388519" y="1894908"/>
            <a:ext cx="4392613" cy="3910012"/>
            <a:chOff x="0" y="0"/>
            <a:chExt cx="3264319" cy="2905377"/>
          </a:xfrm>
        </p:grpSpPr>
        <p:sp>
          <p:nvSpPr>
            <p:cNvPr id="17" name="Oval 274">
              <a:extLst>
                <a:ext uri="{FF2B5EF4-FFF2-40B4-BE49-F238E27FC236}">
                  <a16:creationId xmlns:a16="http://schemas.microsoft.com/office/drawing/2014/main" id="{DF8E0F90-5AC7-91E3-AF6F-93E0D276E712}"/>
                </a:ext>
              </a:extLst>
            </p:cNvPr>
            <p:cNvSpPr/>
            <p:nvPr/>
          </p:nvSpPr>
          <p:spPr>
            <a:xfrm>
              <a:off x="0" y="95883"/>
              <a:ext cx="1653905" cy="1654300"/>
            </a:xfrm>
            <a:prstGeom prst="ellipse">
              <a:avLst/>
            </a:prstGeom>
            <a:solidFill>
              <a:schemeClr val="accent3"/>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18" name="Oval 276">
              <a:extLst>
                <a:ext uri="{FF2B5EF4-FFF2-40B4-BE49-F238E27FC236}">
                  <a16:creationId xmlns:a16="http://schemas.microsoft.com/office/drawing/2014/main" id="{29E6018D-5446-1513-216E-29FBDB74CCFF}"/>
                </a:ext>
              </a:extLst>
            </p:cNvPr>
            <p:cNvSpPr/>
            <p:nvPr/>
          </p:nvSpPr>
          <p:spPr>
            <a:xfrm>
              <a:off x="1247771" y="0"/>
              <a:ext cx="2016548" cy="2016000"/>
            </a:xfrm>
            <a:prstGeom prst="ellipse">
              <a:avLst/>
            </a:prstGeom>
            <a:solidFill>
              <a:schemeClr val="accent1"/>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solidFill>
                  <a:srgbClr val="F8F8F8"/>
                </a:solidFill>
                <a:cs typeface="+mn-ea"/>
                <a:sym typeface="+mn-lt"/>
              </a:endParaRPr>
            </a:p>
          </p:txBody>
        </p:sp>
        <p:sp>
          <p:nvSpPr>
            <p:cNvPr id="19" name="Oval 277">
              <a:extLst>
                <a:ext uri="{FF2B5EF4-FFF2-40B4-BE49-F238E27FC236}">
                  <a16:creationId xmlns:a16="http://schemas.microsoft.com/office/drawing/2014/main" id="{108AACB0-D719-89D8-500E-A812FE6AC53D}"/>
                </a:ext>
              </a:extLst>
            </p:cNvPr>
            <p:cNvSpPr/>
            <p:nvPr/>
          </p:nvSpPr>
          <p:spPr>
            <a:xfrm>
              <a:off x="550635" y="1211962"/>
              <a:ext cx="1694223" cy="1693415"/>
            </a:xfrm>
            <a:prstGeom prst="ellipse">
              <a:avLst/>
            </a:prstGeom>
            <a:solidFill>
              <a:schemeClr val="accent5"/>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20" name="矩形 19">
              <a:extLst>
                <a:ext uri="{FF2B5EF4-FFF2-40B4-BE49-F238E27FC236}">
                  <a16:creationId xmlns:a16="http://schemas.microsoft.com/office/drawing/2014/main" id="{3BC1C92F-D9A8-83B6-C285-4D7E93740B79}"/>
                </a:ext>
              </a:extLst>
            </p:cNvPr>
            <p:cNvSpPr/>
            <p:nvPr/>
          </p:nvSpPr>
          <p:spPr>
            <a:xfrm>
              <a:off x="550636" y="1824239"/>
              <a:ext cx="1648800" cy="297345"/>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algn="ctr" eaLnBrk="1" hangingPunct="1"/>
              <a:endParaRPr lang="zh-CN" altLang="en-US" sz="2000" b="1" dirty="0">
                <a:solidFill>
                  <a:srgbClr val="F8F8F8"/>
                </a:solidFill>
                <a:cs typeface="+mn-ea"/>
                <a:sym typeface="+mn-lt"/>
              </a:endParaRPr>
            </a:p>
          </p:txBody>
        </p:sp>
        <p:sp>
          <p:nvSpPr>
            <p:cNvPr id="21" name="矩形 20">
              <a:extLst>
                <a:ext uri="{FF2B5EF4-FFF2-40B4-BE49-F238E27FC236}">
                  <a16:creationId xmlns:a16="http://schemas.microsoft.com/office/drawing/2014/main" id="{9E8FB666-AAA1-D847-AF80-404C44DD215F}"/>
                </a:ext>
              </a:extLst>
            </p:cNvPr>
            <p:cNvSpPr/>
            <p:nvPr/>
          </p:nvSpPr>
          <p:spPr>
            <a:xfrm>
              <a:off x="106421" y="679355"/>
              <a:ext cx="1495887" cy="274473"/>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b="1" dirty="0">
                <a:solidFill>
                  <a:srgbClr val="F8F8F8"/>
                </a:solidFill>
                <a:cs typeface="+mn-ea"/>
                <a:sym typeface="+mn-lt"/>
              </a:endParaRPr>
            </a:p>
          </p:txBody>
        </p:sp>
      </p:grpSp>
      <p:sp>
        <p:nvSpPr>
          <p:cNvPr id="26" name="文本占位符 25">
            <a:extLst>
              <a:ext uri="{FF2B5EF4-FFF2-40B4-BE49-F238E27FC236}">
                <a16:creationId xmlns:a16="http://schemas.microsoft.com/office/drawing/2014/main" id="{F4237448-4CAC-521F-A268-2EE40158E43F}"/>
              </a:ext>
            </a:extLst>
          </p:cNvPr>
          <p:cNvSpPr>
            <a:spLocks noGrp="1"/>
          </p:cNvSpPr>
          <p:nvPr>
            <p:ph type="body" sz="quarter" idx="12" hasCustomPrompt="1"/>
          </p:nvPr>
        </p:nvSpPr>
        <p:spPr>
          <a:xfrm>
            <a:off x="5614087" y="2886558"/>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③ 您的标题</a:t>
            </a:r>
            <a:endParaRPr lang="zh-CN" altLang="en-US"/>
          </a:p>
        </p:txBody>
      </p:sp>
      <p:sp>
        <p:nvSpPr>
          <p:cNvPr id="27" name="文本占位符 25">
            <a:extLst>
              <a:ext uri="{FF2B5EF4-FFF2-40B4-BE49-F238E27FC236}">
                <a16:creationId xmlns:a16="http://schemas.microsoft.com/office/drawing/2014/main" id="{D07E998E-7B9D-E738-BEDA-C78B0619B4E9}"/>
              </a:ext>
            </a:extLst>
          </p:cNvPr>
          <p:cNvSpPr>
            <a:spLocks noGrp="1"/>
          </p:cNvSpPr>
          <p:nvPr>
            <p:ph type="body" sz="quarter" idx="13" hasCustomPrompt="1"/>
          </p:nvPr>
        </p:nvSpPr>
        <p:spPr>
          <a:xfrm>
            <a:off x="3415372" y="2974562"/>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① 您的标题</a:t>
            </a:r>
            <a:endParaRPr lang="zh-CN" altLang="en-US"/>
          </a:p>
        </p:txBody>
      </p:sp>
      <p:sp>
        <p:nvSpPr>
          <p:cNvPr id="28" name="文本占位符 25">
            <a:extLst>
              <a:ext uri="{FF2B5EF4-FFF2-40B4-BE49-F238E27FC236}">
                <a16:creationId xmlns:a16="http://schemas.microsoft.com/office/drawing/2014/main" id="{034B57DF-1D1B-D6BC-6DBC-871BD3945D25}"/>
              </a:ext>
            </a:extLst>
          </p:cNvPr>
          <p:cNvSpPr>
            <a:spLocks noGrp="1"/>
          </p:cNvSpPr>
          <p:nvPr>
            <p:ph type="body" sz="quarter" idx="14" hasCustomPrompt="1"/>
          </p:nvPr>
        </p:nvSpPr>
        <p:spPr>
          <a:xfrm>
            <a:off x="4405789" y="4470794"/>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② 您的标题</a:t>
            </a:r>
            <a:endParaRPr lang="zh-CN" altLang="en-US"/>
          </a:p>
        </p:txBody>
      </p:sp>
      <p:sp>
        <p:nvSpPr>
          <p:cNvPr id="30" name="文本占位符 29">
            <a:extLst>
              <a:ext uri="{FF2B5EF4-FFF2-40B4-BE49-F238E27FC236}">
                <a16:creationId xmlns:a16="http://schemas.microsoft.com/office/drawing/2014/main" id="{14CEC64B-E495-1482-A7B2-CD508765BB77}"/>
              </a:ext>
            </a:extLst>
          </p:cNvPr>
          <p:cNvSpPr>
            <a:spLocks noGrp="1"/>
          </p:cNvSpPr>
          <p:nvPr>
            <p:ph type="body" sz="quarter" idx="15" hasCustomPrompt="1"/>
          </p:nvPr>
        </p:nvSpPr>
        <p:spPr>
          <a:xfrm>
            <a:off x="839789" y="2636839"/>
            <a:ext cx="2375792" cy="158425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1" name="文本占位符 29">
            <a:extLst>
              <a:ext uri="{FF2B5EF4-FFF2-40B4-BE49-F238E27FC236}">
                <a16:creationId xmlns:a16="http://schemas.microsoft.com/office/drawing/2014/main" id="{ECAFF70C-AE9D-E423-D41C-5B321990E591}"/>
              </a:ext>
            </a:extLst>
          </p:cNvPr>
          <p:cNvSpPr>
            <a:spLocks noGrp="1"/>
          </p:cNvSpPr>
          <p:nvPr>
            <p:ph type="body" sz="quarter" idx="16" hasCustomPrompt="1"/>
          </p:nvPr>
        </p:nvSpPr>
        <p:spPr>
          <a:xfrm>
            <a:off x="7009964" y="4605442"/>
            <a:ext cx="4414628" cy="1559862"/>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2" name="文本占位符 29">
            <a:extLst>
              <a:ext uri="{FF2B5EF4-FFF2-40B4-BE49-F238E27FC236}">
                <a16:creationId xmlns:a16="http://schemas.microsoft.com/office/drawing/2014/main" id="{8382CFE8-7725-9B80-FC4C-06756C161475}"/>
              </a:ext>
            </a:extLst>
          </p:cNvPr>
          <p:cNvSpPr>
            <a:spLocks noGrp="1"/>
          </p:cNvSpPr>
          <p:nvPr>
            <p:ph type="body" sz="quarter" idx="17" hasCustomPrompt="1"/>
          </p:nvPr>
        </p:nvSpPr>
        <p:spPr>
          <a:xfrm>
            <a:off x="7945150" y="1916833"/>
            <a:ext cx="3623457" cy="180020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4" name="文本占位符 33">
            <a:extLst>
              <a:ext uri="{FF2B5EF4-FFF2-40B4-BE49-F238E27FC236}">
                <a16:creationId xmlns:a16="http://schemas.microsoft.com/office/drawing/2014/main" id="{34310E94-E74A-031B-CB1C-FDDDF0F6EAED}"/>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892605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标题和竖排文字">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1F766BBA-1D1A-C1B3-98D9-E8E9961E8786}"/>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B869EC8E-6602-D61C-B014-FE333D9FFF34}"/>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90578A3A-B35F-8F96-1861-4D698F836B75}"/>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D9A1E6DF-17BA-84C8-BA7A-3DB038AC249F}"/>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B05A5ABE-FDAB-4F24-0946-7196A3D9B929}"/>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9A021F4B-DEDB-5516-A6FC-4245D8DA87E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Freeform 2">
            <a:extLst>
              <a:ext uri="{FF2B5EF4-FFF2-40B4-BE49-F238E27FC236}">
                <a16:creationId xmlns:a16="http://schemas.microsoft.com/office/drawing/2014/main" id="{E5BE2212-B4E2-E20D-A88E-750A322ECD30}"/>
              </a:ext>
            </a:extLst>
          </p:cNvPr>
          <p:cNvSpPr/>
          <p:nvPr/>
        </p:nvSpPr>
        <p:spPr bwMode="gray">
          <a:xfrm rot="3046289" flipH="1">
            <a:off x="4219574" y="93023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2"/>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dirty="0">
              <a:ln>
                <a:noFill/>
              </a:ln>
              <a:solidFill>
                <a:sysClr val="window" lastClr="FFFFFF"/>
              </a:solidFill>
              <a:effectLst/>
              <a:uLnTx/>
              <a:uFillTx/>
              <a:latin typeface="Calibri"/>
              <a:ea typeface="微软雅黑" pitchFamily="34" charset="-122"/>
              <a:cs typeface="+mn-cs"/>
            </a:endParaRPr>
          </a:p>
        </p:txBody>
      </p:sp>
      <p:sp>
        <p:nvSpPr>
          <p:cNvPr id="15" name="Freeform 3">
            <a:extLst>
              <a:ext uri="{FF2B5EF4-FFF2-40B4-BE49-F238E27FC236}">
                <a16:creationId xmlns:a16="http://schemas.microsoft.com/office/drawing/2014/main" id="{759227D0-73FF-E900-4649-45E8C6549FFA}"/>
              </a:ext>
            </a:extLst>
          </p:cNvPr>
          <p:cNvSpPr/>
          <p:nvPr/>
        </p:nvSpPr>
        <p:spPr bwMode="ltGray">
          <a:xfrm rot="3171804" flipH="1">
            <a:off x="1681161" y="3141623"/>
            <a:ext cx="1952625" cy="3117850"/>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4"/>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6" name="Freeform 4">
            <a:extLst>
              <a:ext uri="{FF2B5EF4-FFF2-40B4-BE49-F238E27FC236}">
                <a16:creationId xmlns:a16="http://schemas.microsoft.com/office/drawing/2014/main" id="{4338A1C4-E78F-383C-6B6A-AB06CDE936C8}"/>
              </a:ext>
            </a:extLst>
          </p:cNvPr>
          <p:cNvSpPr/>
          <p:nvPr/>
        </p:nvSpPr>
        <p:spPr bwMode="gray">
          <a:xfrm rot="-46326947">
            <a:off x="4219574" y="314638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5"/>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7" name="Freeform 5">
            <a:extLst>
              <a:ext uri="{FF2B5EF4-FFF2-40B4-BE49-F238E27FC236}">
                <a16:creationId xmlns:a16="http://schemas.microsoft.com/office/drawing/2014/main" id="{F16ECBC8-1AB6-33EB-AA2E-F3742F5D3029}"/>
              </a:ext>
            </a:extLst>
          </p:cNvPr>
          <p:cNvSpPr/>
          <p:nvPr/>
        </p:nvSpPr>
        <p:spPr bwMode="ltGray">
          <a:xfrm rot="-46246289">
            <a:off x="1685924" y="928648"/>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1"/>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8" name="Oval 7">
            <a:extLst>
              <a:ext uri="{FF2B5EF4-FFF2-40B4-BE49-F238E27FC236}">
                <a16:creationId xmlns:a16="http://schemas.microsoft.com/office/drawing/2014/main" id="{399073B3-EFE2-6D3A-29A1-D7EFC5D8CC84}"/>
              </a:ext>
            </a:extLst>
          </p:cNvPr>
          <p:cNvSpPr>
            <a:spLocks noChangeArrowheads="1"/>
          </p:cNvSpPr>
          <p:nvPr/>
        </p:nvSpPr>
        <p:spPr bwMode="gray">
          <a:xfrm>
            <a:off x="3101974" y="2800310"/>
            <a:ext cx="1647825" cy="1647825"/>
          </a:xfrm>
          <a:prstGeom prst="ellipse">
            <a:avLst/>
          </a:prstGeom>
          <a:solidFill>
            <a:sysClr val="window" lastClr="FFFFFF">
              <a:alpha val="50195"/>
            </a:sys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 name="Content Placeholder 2">
            <a:extLst>
              <a:ext uri="{FF2B5EF4-FFF2-40B4-BE49-F238E27FC236}">
                <a16:creationId xmlns:a16="http://schemas.microsoft.com/office/drawing/2014/main" id="{52464A7E-1A57-B2CC-B4EA-0353D38A8D0C}"/>
              </a:ext>
            </a:extLst>
          </p:cNvPr>
          <p:cNvSpPr txBox="1"/>
          <p:nvPr/>
        </p:nvSpPr>
        <p:spPr>
          <a:xfrm>
            <a:off x="7991400" y="2467471"/>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nSpc>
                <a:spcPct val="150000"/>
              </a:lnSpc>
              <a:buNone/>
              <a:defRPr/>
            </a:pPr>
            <a:endParaRPr lang="en-US" altLang="zh-CN" sz="1200" dirty="0">
              <a:solidFill>
                <a:sysClr val="window" lastClr="FFFFFF">
                  <a:lumMod val="65000"/>
                </a:sysClr>
              </a:solidFill>
              <a:cs typeface="+mn-ea"/>
              <a:sym typeface="+mn-lt"/>
            </a:endParaRPr>
          </a:p>
        </p:txBody>
      </p:sp>
      <p:cxnSp>
        <p:nvCxnSpPr>
          <p:cNvPr id="29" name="直接连接符 28">
            <a:extLst>
              <a:ext uri="{FF2B5EF4-FFF2-40B4-BE49-F238E27FC236}">
                <a16:creationId xmlns:a16="http://schemas.microsoft.com/office/drawing/2014/main" id="{A847F930-1BB1-811B-BDAB-35DBE8E6BD14}"/>
              </a:ext>
            </a:extLst>
          </p:cNvPr>
          <p:cNvCxnSpPr/>
          <p:nvPr/>
        </p:nvCxnSpPr>
        <p:spPr>
          <a:xfrm>
            <a:off x="7794171" y="1917933"/>
            <a:ext cx="43978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325E58A4-260B-06DA-E48F-B6807CE08DF6}"/>
              </a:ext>
            </a:extLst>
          </p:cNvPr>
          <p:cNvCxnSpPr/>
          <p:nvPr/>
        </p:nvCxnSpPr>
        <p:spPr>
          <a:xfrm>
            <a:off x="7794171" y="5561460"/>
            <a:ext cx="4397829" cy="0"/>
          </a:xfrm>
          <a:prstGeom prst="line">
            <a:avLst/>
          </a:prstGeom>
        </p:spPr>
        <p:style>
          <a:lnRef idx="1">
            <a:schemeClr val="accent1"/>
          </a:lnRef>
          <a:fillRef idx="0">
            <a:schemeClr val="accent1"/>
          </a:fillRef>
          <a:effectRef idx="0">
            <a:schemeClr val="accent1"/>
          </a:effectRef>
          <a:fontRef idx="minor">
            <a:schemeClr val="tx1"/>
          </a:fontRef>
        </p:style>
      </p:cxnSp>
      <p:sp>
        <p:nvSpPr>
          <p:cNvPr id="31" name="文本占位符 33">
            <a:extLst>
              <a:ext uri="{FF2B5EF4-FFF2-40B4-BE49-F238E27FC236}">
                <a16:creationId xmlns:a16="http://schemas.microsoft.com/office/drawing/2014/main" id="{4F1343F8-57AD-8399-4C4C-B6C541BE6531}"/>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33" name="文本占位符 32">
            <a:extLst>
              <a:ext uri="{FF2B5EF4-FFF2-40B4-BE49-F238E27FC236}">
                <a16:creationId xmlns:a16="http://schemas.microsoft.com/office/drawing/2014/main" id="{E5C8F0BE-FA05-7FDE-F9F5-9FB02CD67ACB}"/>
              </a:ext>
            </a:extLst>
          </p:cNvPr>
          <p:cNvSpPr>
            <a:spLocks noGrp="1"/>
          </p:cNvSpPr>
          <p:nvPr>
            <p:ph type="body" sz="quarter" idx="19" hasCustomPrompt="1"/>
          </p:nvPr>
        </p:nvSpPr>
        <p:spPr>
          <a:xfrm>
            <a:off x="7982179" y="208127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5" name="文本占位符 34">
            <a:extLst>
              <a:ext uri="{FF2B5EF4-FFF2-40B4-BE49-F238E27FC236}">
                <a16:creationId xmlns:a16="http://schemas.microsoft.com/office/drawing/2014/main" id="{A376DBBC-D3D5-F754-EDFB-D1DDFB1DCADD}"/>
              </a:ext>
            </a:extLst>
          </p:cNvPr>
          <p:cNvSpPr>
            <a:spLocks noGrp="1"/>
          </p:cNvSpPr>
          <p:nvPr>
            <p:ph type="body" sz="quarter" idx="20" hasCustomPrompt="1"/>
          </p:nvPr>
        </p:nvSpPr>
        <p:spPr>
          <a:xfrm>
            <a:off x="7965616" y="288491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36" name="文本占位符 32">
            <a:extLst>
              <a:ext uri="{FF2B5EF4-FFF2-40B4-BE49-F238E27FC236}">
                <a16:creationId xmlns:a16="http://schemas.microsoft.com/office/drawing/2014/main" id="{C3B9B79D-6E0C-BDA0-26CB-E1C646CC6E65}"/>
              </a:ext>
            </a:extLst>
          </p:cNvPr>
          <p:cNvSpPr>
            <a:spLocks noGrp="1"/>
          </p:cNvSpPr>
          <p:nvPr>
            <p:ph type="body" sz="quarter" idx="21" hasCustomPrompt="1"/>
          </p:nvPr>
        </p:nvSpPr>
        <p:spPr>
          <a:xfrm>
            <a:off x="7982179" y="384078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7" name="文本占位符 34">
            <a:extLst>
              <a:ext uri="{FF2B5EF4-FFF2-40B4-BE49-F238E27FC236}">
                <a16:creationId xmlns:a16="http://schemas.microsoft.com/office/drawing/2014/main" id="{97409247-52AF-5DDB-D9B8-8252CB0A9310}"/>
              </a:ext>
            </a:extLst>
          </p:cNvPr>
          <p:cNvSpPr>
            <a:spLocks noGrp="1"/>
          </p:cNvSpPr>
          <p:nvPr>
            <p:ph type="body" sz="quarter" idx="22" hasCustomPrompt="1"/>
          </p:nvPr>
        </p:nvSpPr>
        <p:spPr>
          <a:xfrm>
            <a:off x="7965616" y="464442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Tree>
    <p:extLst>
      <p:ext uri="{BB962C8B-B14F-4D97-AF65-F5344CB8AC3E}">
        <p14:creationId xmlns:p14="http://schemas.microsoft.com/office/powerpoint/2010/main" val="216924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3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 name="文本占位符 33">
            <a:extLst>
              <a:ext uri="{FF2B5EF4-FFF2-40B4-BE49-F238E27FC236}">
                <a16:creationId xmlns:a16="http://schemas.microsoft.com/office/drawing/2014/main" id="{A9AFE747-13C4-BFE7-E463-EEE69BCA790B}"/>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916499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_标题和内容">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BD4109D-D9F4-AEA9-753B-1A0FCF8694D0}"/>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平行四边形 2">
            <a:extLst>
              <a:ext uri="{FF2B5EF4-FFF2-40B4-BE49-F238E27FC236}">
                <a16:creationId xmlns:a16="http://schemas.microsoft.com/office/drawing/2014/main" id="{E478E1EC-3572-AF6B-42A7-03350BA7369E}"/>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12">
            <a:extLst>
              <a:ext uri="{FF2B5EF4-FFF2-40B4-BE49-F238E27FC236}">
                <a16:creationId xmlns:a16="http://schemas.microsoft.com/office/drawing/2014/main" id="{0030B76D-7DD4-B78A-CD71-39BE8AC45B33}"/>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13">
            <a:extLst>
              <a:ext uri="{FF2B5EF4-FFF2-40B4-BE49-F238E27FC236}">
                <a16:creationId xmlns:a16="http://schemas.microsoft.com/office/drawing/2014/main" id="{0A4A0C0F-6F92-A512-F75C-F9479EA1FE67}"/>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14">
            <a:extLst>
              <a:ext uri="{FF2B5EF4-FFF2-40B4-BE49-F238E27FC236}">
                <a16:creationId xmlns:a16="http://schemas.microsoft.com/office/drawing/2014/main" id="{8AE79F6B-FE29-C4D7-6E82-26D617D91703}"/>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15">
            <a:extLst>
              <a:ext uri="{FF2B5EF4-FFF2-40B4-BE49-F238E27FC236}">
                <a16:creationId xmlns:a16="http://schemas.microsoft.com/office/drawing/2014/main" id="{3B131B26-7B3C-3B02-8422-C3B5C812133D}"/>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1">
            <a:extLst>
              <a:ext uri="{FF2B5EF4-FFF2-40B4-BE49-F238E27FC236}">
                <a16:creationId xmlns:a16="http://schemas.microsoft.com/office/drawing/2014/main" id="{DAB64CF7-41BF-FDF3-0763-8237FB8B51F6}"/>
              </a:ext>
            </a:extLst>
          </p:cNvPr>
          <p:cNvSpPr/>
          <p:nvPr/>
        </p:nvSpPr>
        <p:spPr>
          <a:xfrm>
            <a:off x="1524000" y="1161143"/>
            <a:ext cx="9486900" cy="4822893"/>
          </a:xfrm>
          <a:prstGeom prst="roundRect">
            <a:avLst>
              <a:gd name="adj" fmla="val 0"/>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占位符 34">
            <a:extLst>
              <a:ext uri="{FF2B5EF4-FFF2-40B4-BE49-F238E27FC236}">
                <a16:creationId xmlns:a16="http://schemas.microsoft.com/office/drawing/2014/main" id="{D8EA7DCB-0735-CB36-C3DE-B33A0ED6B057}"/>
              </a:ext>
            </a:extLst>
          </p:cNvPr>
          <p:cNvSpPr>
            <a:spLocks noGrp="1"/>
          </p:cNvSpPr>
          <p:nvPr>
            <p:ph type="body" sz="quarter" idx="10"/>
          </p:nvPr>
        </p:nvSpPr>
        <p:spPr>
          <a:xfrm>
            <a:off x="2176438" y="2329996"/>
            <a:ext cx="8421688" cy="3380694"/>
          </a:xfrm>
          <a:prstGeom prst="rect">
            <a:avLst/>
          </a:prstGeom>
        </p:spPr>
        <p:txBody>
          <a:bodyPr>
            <a:normAutofit/>
          </a:bodyPr>
          <a:lstStyle>
            <a:lvl1pPr>
              <a:defRPr lang="zh-CN" altLang="en-US" sz="2800" b="0" kern="1200" smtClean="0">
                <a:solidFill>
                  <a:schemeClr val="accent1"/>
                </a:solidFill>
                <a:latin typeface="+mn-lt"/>
                <a:ea typeface="+mn-ea"/>
                <a:cs typeface="+mn-cs"/>
              </a:defRPr>
            </a:lvl1pPr>
            <a:lvl2pPr>
              <a:defRPr lang="zh-CN" altLang="en-US" sz="2800" b="0" kern="1200" smtClean="0">
                <a:solidFill>
                  <a:schemeClr val="accent1"/>
                </a:solidFill>
                <a:latin typeface="+mn-lt"/>
                <a:ea typeface="+mn-ea"/>
                <a:cs typeface="+mn-cs"/>
              </a:defRPr>
            </a:lvl2pPr>
            <a:lvl3pPr>
              <a:defRPr lang="zh-CN" altLang="en-US" sz="2800" b="0" kern="1200">
                <a:solidFill>
                  <a:schemeClr val="accent1"/>
                </a:solidFill>
                <a:latin typeface="+mn-lt"/>
                <a:ea typeface="+mn-ea"/>
                <a:cs typeface="+mn-cs"/>
              </a:defRPr>
            </a:lvl3pPr>
          </a:lstStyle>
          <a:p>
            <a:pPr lvl="0"/>
            <a:r>
              <a:rPr lang="zh-CN" altLang="en-US"/>
              <a:t>单击此处编辑母版文本样式</a:t>
            </a:r>
          </a:p>
          <a:p>
            <a:pPr lvl="1"/>
            <a:r>
              <a:rPr lang="zh-CN" altLang="en-US"/>
              <a:t>二级</a:t>
            </a:r>
          </a:p>
          <a:p>
            <a:pPr lvl="2"/>
            <a:r>
              <a:rPr lang="zh-CN" altLang="en-US"/>
              <a:t>三级</a:t>
            </a:r>
          </a:p>
        </p:txBody>
      </p:sp>
      <p:sp>
        <p:nvSpPr>
          <p:cNvPr id="42" name="文本占位符 41">
            <a:extLst>
              <a:ext uri="{FF2B5EF4-FFF2-40B4-BE49-F238E27FC236}">
                <a16:creationId xmlns:a16="http://schemas.microsoft.com/office/drawing/2014/main" id="{D383F290-6A8F-2919-0DB9-D512BEA6393B}"/>
              </a:ext>
            </a:extLst>
          </p:cNvPr>
          <p:cNvSpPr>
            <a:spLocks noGrp="1"/>
          </p:cNvSpPr>
          <p:nvPr>
            <p:ph type="body" sz="quarter" idx="12" hasCustomPrompt="1"/>
          </p:nvPr>
        </p:nvSpPr>
        <p:spPr>
          <a:xfrm>
            <a:off x="2164098" y="1340768"/>
            <a:ext cx="8421688" cy="864097"/>
          </a:xfrm>
          <a:prstGeom prst="rect">
            <a:avLst/>
          </a:prstGeom>
        </p:spPr>
        <p:txBody>
          <a:bodyPr anchor="ctr"/>
          <a:lstStyle>
            <a:lvl1pPr algn="ctr">
              <a:buNone/>
              <a:defRPr lang="zh-CN" altLang="en-US" sz="4400" b="1" kern="1200">
                <a:solidFill>
                  <a:schemeClr val="accent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dirty="0"/>
              <a:t>要点</a:t>
            </a:r>
          </a:p>
        </p:txBody>
      </p:sp>
    </p:spTree>
    <p:extLst>
      <p:ext uri="{BB962C8B-B14F-4D97-AF65-F5344CB8AC3E}">
        <p14:creationId xmlns:p14="http://schemas.microsoft.com/office/powerpoint/2010/main" val="1740090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1_标题和内容">
    <p:bg>
      <p:bgRef idx="1002">
        <a:schemeClr val="bg1"/>
      </p:bgRef>
    </p:bg>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65339013-D057-B4A0-EF6F-6A8666057B05}"/>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E374D57A-345A-0E03-F785-A3E632CF0758}"/>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66126D29-B171-914F-2BC6-5AA9359F821B}"/>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0DFD4CA3-397F-5789-6AEA-8AB217FF83A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A0F90D9C-03BF-5CBF-D609-AF7394418B3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1B9B7C45-195D-9A4C-29DA-F89EB30CAB05}"/>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六边形 13">
            <a:extLst>
              <a:ext uri="{FF2B5EF4-FFF2-40B4-BE49-F238E27FC236}">
                <a16:creationId xmlns:a16="http://schemas.microsoft.com/office/drawing/2014/main" id="{AD77C92C-30F0-3E8E-5585-086BBEB8303A}"/>
              </a:ext>
            </a:extLst>
          </p:cNvPr>
          <p:cNvSpPr/>
          <p:nvPr/>
        </p:nvSpPr>
        <p:spPr>
          <a:xfrm>
            <a:off x="2561431" y="2565967"/>
            <a:ext cx="2048068" cy="1765300"/>
          </a:xfrm>
          <a:prstGeom prst="hexagon">
            <a:avLst>
              <a:gd name="adj" fmla="val 24999"/>
              <a:gd name="vf" fmla="val 115470"/>
            </a:avLst>
          </a:prstGeom>
          <a:solidFill>
            <a:schemeClr val="accent1"/>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5" name="六边形 14">
            <a:extLst>
              <a:ext uri="{FF2B5EF4-FFF2-40B4-BE49-F238E27FC236}">
                <a16:creationId xmlns:a16="http://schemas.microsoft.com/office/drawing/2014/main" id="{6DC8B096-D421-A26A-CC44-D94B23778E38}"/>
              </a:ext>
            </a:extLst>
          </p:cNvPr>
          <p:cNvSpPr/>
          <p:nvPr/>
        </p:nvSpPr>
        <p:spPr>
          <a:xfrm>
            <a:off x="4235121" y="3448617"/>
            <a:ext cx="2048068" cy="1765300"/>
          </a:xfrm>
          <a:prstGeom prst="hexagon">
            <a:avLst>
              <a:gd name="adj" fmla="val 24999"/>
              <a:gd name="vf" fmla="val 115470"/>
            </a:avLst>
          </a:prstGeom>
          <a:solidFill>
            <a:schemeClr val="accent2"/>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6" name="六边形 15">
            <a:extLst>
              <a:ext uri="{FF2B5EF4-FFF2-40B4-BE49-F238E27FC236}">
                <a16:creationId xmlns:a16="http://schemas.microsoft.com/office/drawing/2014/main" id="{F8E4BF9B-74F3-7E38-0D85-B0D3E3AB3D27}"/>
              </a:ext>
            </a:extLst>
          </p:cNvPr>
          <p:cNvSpPr/>
          <p:nvPr/>
        </p:nvSpPr>
        <p:spPr>
          <a:xfrm>
            <a:off x="5908811" y="2565967"/>
            <a:ext cx="2048068" cy="1765300"/>
          </a:xfrm>
          <a:prstGeom prst="hexagon">
            <a:avLst>
              <a:gd name="adj" fmla="val 24999"/>
              <a:gd name="vf" fmla="val 115470"/>
            </a:avLst>
          </a:prstGeom>
          <a:solidFill>
            <a:schemeClr val="accent3"/>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7" name="六边形 16">
            <a:extLst>
              <a:ext uri="{FF2B5EF4-FFF2-40B4-BE49-F238E27FC236}">
                <a16:creationId xmlns:a16="http://schemas.microsoft.com/office/drawing/2014/main" id="{247997AE-B98D-D4F5-5D12-B4196FC53D37}"/>
              </a:ext>
            </a:extLst>
          </p:cNvPr>
          <p:cNvSpPr/>
          <p:nvPr/>
        </p:nvSpPr>
        <p:spPr>
          <a:xfrm>
            <a:off x="7582501" y="3448617"/>
            <a:ext cx="2048068" cy="1765300"/>
          </a:xfrm>
          <a:prstGeom prst="hexagon">
            <a:avLst>
              <a:gd name="adj" fmla="val 24999"/>
              <a:gd name="vf" fmla="val 115470"/>
            </a:avLst>
          </a:prstGeom>
          <a:solidFill>
            <a:schemeClr val="accent5"/>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8" name="六边形 17">
            <a:extLst>
              <a:ext uri="{FF2B5EF4-FFF2-40B4-BE49-F238E27FC236}">
                <a16:creationId xmlns:a16="http://schemas.microsoft.com/office/drawing/2014/main" id="{B35DB72E-73A8-1B7C-D4EE-42D6FBCE98E5}"/>
              </a:ext>
            </a:extLst>
          </p:cNvPr>
          <p:cNvSpPr/>
          <p:nvPr/>
        </p:nvSpPr>
        <p:spPr>
          <a:xfrm>
            <a:off x="888206" y="3448617"/>
            <a:ext cx="2047875" cy="1765300"/>
          </a:xfrm>
          <a:prstGeom prst="hexagon">
            <a:avLst>
              <a:gd name="adj" fmla="val 24994"/>
              <a:gd name="vf" fmla="val 115470"/>
            </a:avLst>
          </a:prstGeom>
          <a:noFill/>
          <a:ln w="12700" cap="flat" cmpd="sng">
            <a:solidFill>
              <a:schemeClr val="accent1"/>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9" name="六边形 18">
            <a:extLst>
              <a:ext uri="{FF2B5EF4-FFF2-40B4-BE49-F238E27FC236}">
                <a16:creationId xmlns:a16="http://schemas.microsoft.com/office/drawing/2014/main" id="{E132C582-4819-1296-3DF7-1A4DB6AB64BB}"/>
              </a:ext>
            </a:extLst>
          </p:cNvPr>
          <p:cNvSpPr/>
          <p:nvPr/>
        </p:nvSpPr>
        <p:spPr>
          <a:xfrm>
            <a:off x="9255918" y="2591367"/>
            <a:ext cx="2047875" cy="1765300"/>
          </a:xfrm>
          <a:prstGeom prst="hexagon">
            <a:avLst>
              <a:gd name="adj" fmla="val 24994"/>
              <a:gd name="vf" fmla="val 115470"/>
            </a:avLst>
          </a:prstGeom>
          <a:noFill/>
          <a:ln w="12700" cap="flat" cmpd="sng">
            <a:solidFill>
              <a:schemeClr val="accent4"/>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21" name="Freeform 2345">
            <a:extLst>
              <a:ext uri="{FF2B5EF4-FFF2-40B4-BE49-F238E27FC236}">
                <a16:creationId xmlns:a16="http://schemas.microsoft.com/office/drawing/2014/main" id="{C90D0ADA-4BCD-E775-7AD0-F2C80A1F813B}"/>
              </a:ext>
            </a:extLst>
          </p:cNvPr>
          <p:cNvSpPr>
            <a:spLocks noEditPoints="1"/>
          </p:cNvSpPr>
          <p:nvPr/>
        </p:nvSpPr>
        <p:spPr>
          <a:xfrm>
            <a:off x="1626393" y="387248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1"/>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2" name="Freeform 2345">
            <a:extLst>
              <a:ext uri="{FF2B5EF4-FFF2-40B4-BE49-F238E27FC236}">
                <a16:creationId xmlns:a16="http://schemas.microsoft.com/office/drawing/2014/main" id="{FF47CEAF-5712-87B0-087E-9035FA38EE1B}"/>
              </a:ext>
            </a:extLst>
          </p:cNvPr>
          <p:cNvSpPr>
            <a:spLocks noEditPoints="1"/>
          </p:cNvSpPr>
          <p:nvPr/>
        </p:nvSpPr>
        <p:spPr>
          <a:xfrm>
            <a:off x="9970293" y="297713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4"/>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4" name="文本占位符 33">
            <a:extLst>
              <a:ext uri="{FF2B5EF4-FFF2-40B4-BE49-F238E27FC236}">
                <a16:creationId xmlns:a16="http://schemas.microsoft.com/office/drawing/2014/main" id="{AC93CC88-DF53-ED60-04D4-923BCD5916EF}"/>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35" name="文本占位符 33">
            <a:extLst>
              <a:ext uri="{FF2B5EF4-FFF2-40B4-BE49-F238E27FC236}">
                <a16:creationId xmlns:a16="http://schemas.microsoft.com/office/drawing/2014/main" id="{5F496F79-D258-84DC-F12D-FB549C223BA3}"/>
              </a:ext>
            </a:extLst>
          </p:cNvPr>
          <p:cNvSpPr>
            <a:spLocks noGrp="1"/>
          </p:cNvSpPr>
          <p:nvPr>
            <p:ph type="body" sz="quarter" idx="19" hasCustomPrompt="1"/>
          </p:nvPr>
        </p:nvSpPr>
        <p:spPr>
          <a:xfrm>
            <a:off x="3006930" y="3167278"/>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6" name="文本占位符 33">
            <a:extLst>
              <a:ext uri="{FF2B5EF4-FFF2-40B4-BE49-F238E27FC236}">
                <a16:creationId xmlns:a16="http://schemas.microsoft.com/office/drawing/2014/main" id="{48EF5595-EF37-3DA0-EB84-23666A166ECC}"/>
              </a:ext>
            </a:extLst>
          </p:cNvPr>
          <p:cNvSpPr>
            <a:spLocks noGrp="1"/>
          </p:cNvSpPr>
          <p:nvPr>
            <p:ph type="body" sz="quarter" idx="20" hasCustomPrompt="1"/>
          </p:nvPr>
        </p:nvSpPr>
        <p:spPr>
          <a:xfrm>
            <a:off x="4741722" y="4068899"/>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7" name="文本占位符 33">
            <a:extLst>
              <a:ext uri="{FF2B5EF4-FFF2-40B4-BE49-F238E27FC236}">
                <a16:creationId xmlns:a16="http://schemas.microsoft.com/office/drawing/2014/main" id="{CA7E7BD0-AD52-2585-B083-5712EBBCBE28}"/>
              </a:ext>
            </a:extLst>
          </p:cNvPr>
          <p:cNvSpPr>
            <a:spLocks noGrp="1"/>
          </p:cNvSpPr>
          <p:nvPr>
            <p:ph type="body" sz="quarter" idx="21" hasCustomPrompt="1"/>
          </p:nvPr>
        </p:nvSpPr>
        <p:spPr>
          <a:xfrm>
            <a:off x="6355104" y="3212522"/>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8" name="文本占位符 33">
            <a:extLst>
              <a:ext uri="{FF2B5EF4-FFF2-40B4-BE49-F238E27FC236}">
                <a16:creationId xmlns:a16="http://schemas.microsoft.com/office/drawing/2014/main" id="{340EA819-7B4C-5A1C-45A5-96EF3DFE08DF}"/>
              </a:ext>
            </a:extLst>
          </p:cNvPr>
          <p:cNvSpPr>
            <a:spLocks noGrp="1"/>
          </p:cNvSpPr>
          <p:nvPr>
            <p:ph type="body" sz="quarter" idx="22" hasCustomPrompt="1"/>
          </p:nvPr>
        </p:nvSpPr>
        <p:spPr>
          <a:xfrm>
            <a:off x="7984668" y="4128710"/>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40" name="文本占位符 39">
            <a:extLst>
              <a:ext uri="{FF2B5EF4-FFF2-40B4-BE49-F238E27FC236}">
                <a16:creationId xmlns:a16="http://schemas.microsoft.com/office/drawing/2014/main" id="{E44E5B8B-1FBB-A365-A6A2-C63C459CB320}"/>
              </a:ext>
            </a:extLst>
          </p:cNvPr>
          <p:cNvSpPr>
            <a:spLocks noGrp="1"/>
          </p:cNvSpPr>
          <p:nvPr>
            <p:ph type="body" sz="quarter" idx="23" hasCustomPrompt="1"/>
          </p:nvPr>
        </p:nvSpPr>
        <p:spPr>
          <a:xfrm>
            <a:off x="2886075" y="532130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2" name="文本占位符 41">
            <a:extLst>
              <a:ext uri="{FF2B5EF4-FFF2-40B4-BE49-F238E27FC236}">
                <a16:creationId xmlns:a16="http://schemas.microsoft.com/office/drawing/2014/main" id="{C8AC7D5F-72EE-8FF8-0FB3-CC0737EBF1AE}"/>
              </a:ext>
            </a:extLst>
          </p:cNvPr>
          <p:cNvSpPr>
            <a:spLocks noGrp="1"/>
          </p:cNvSpPr>
          <p:nvPr>
            <p:ph type="body" sz="quarter" idx="24" hasCustomPrompt="1"/>
          </p:nvPr>
        </p:nvSpPr>
        <p:spPr>
          <a:xfrm>
            <a:off x="2886074" y="587692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3" name="文本占位符 39">
            <a:extLst>
              <a:ext uri="{FF2B5EF4-FFF2-40B4-BE49-F238E27FC236}">
                <a16:creationId xmlns:a16="http://schemas.microsoft.com/office/drawing/2014/main" id="{7CCE2DB7-B2A4-A9BC-B8FE-249A1B89DF9F}"/>
              </a:ext>
            </a:extLst>
          </p:cNvPr>
          <p:cNvSpPr>
            <a:spLocks noGrp="1"/>
          </p:cNvSpPr>
          <p:nvPr>
            <p:ph type="body" sz="quarter" idx="25" hasCustomPrompt="1"/>
          </p:nvPr>
        </p:nvSpPr>
        <p:spPr>
          <a:xfrm>
            <a:off x="7804451" y="5338385"/>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4" name="文本占位符 41">
            <a:extLst>
              <a:ext uri="{FF2B5EF4-FFF2-40B4-BE49-F238E27FC236}">
                <a16:creationId xmlns:a16="http://schemas.microsoft.com/office/drawing/2014/main" id="{A72EEE5F-3B5C-CC5A-7111-AE258AA7B471}"/>
              </a:ext>
            </a:extLst>
          </p:cNvPr>
          <p:cNvSpPr>
            <a:spLocks noGrp="1"/>
          </p:cNvSpPr>
          <p:nvPr>
            <p:ph type="body" sz="quarter" idx="26" hasCustomPrompt="1"/>
          </p:nvPr>
        </p:nvSpPr>
        <p:spPr>
          <a:xfrm>
            <a:off x="7804450" y="5894010"/>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7" name="文本占位符 39">
            <a:extLst>
              <a:ext uri="{FF2B5EF4-FFF2-40B4-BE49-F238E27FC236}">
                <a16:creationId xmlns:a16="http://schemas.microsoft.com/office/drawing/2014/main" id="{6113786E-8599-9491-FF22-667875596C6F}"/>
              </a:ext>
            </a:extLst>
          </p:cNvPr>
          <p:cNvSpPr>
            <a:spLocks noGrp="1"/>
          </p:cNvSpPr>
          <p:nvPr>
            <p:ph type="body" sz="quarter" idx="27" hasCustomPrompt="1"/>
          </p:nvPr>
        </p:nvSpPr>
        <p:spPr>
          <a:xfrm>
            <a:off x="1626394" y="1001952"/>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8" name="文本占位符 41">
            <a:extLst>
              <a:ext uri="{FF2B5EF4-FFF2-40B4-BE49-F238E27FC236}">
                <a16:creationId xmlns:a16="http://schemas.microsoft.com/office/drawing/2014/main" id="{9AAB08AC-FFD3-9F4C-FECD-9ED71BB7CAB3}"/>
              </a:ext>
            </a:extLst>
          </p:cNvPr>
          <p:cNvSpPr>
            <a:spLocks noGrp="1"/>
          </p:cNvSpPr>
          <p:nvPr>
            <p:ph type="body" sz="quarter" idx="28" hasCustomPrompt="1"/>
          </p:nvPr>
        </p:nvSpPr>
        <p:spPr>
          <a:xfrm>
            <a:off x="1626393" y="1557577"/>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9" name="文本占位符 39">
            <a:extLst>
              <a:ext uri="{FF2B5EF4-FFF2-40B4-BE49-F238E27FC236}">
                <a16:creationId xmlns:a16="http://schemas.microsoft.com/office/drawing/2014/main" id="{E72B69E5-FCB4-2E72-02AF-57251A4F40C3}"/>
              </a:ext>
            </a:extLst>
          </p:cNvPr>
          <p:cNvSpPr>
            <a:spLocks noGrp="1"/>
          </p:cNvSpPr>
          <p:nvPr>
            <p:ph type="body" sz="quarter" idx="29" hasCustomPrompt="1"/>
          </p:nvPr>
        </p:nvSpPr>
        <p:spPr>
          <a:xfrm>
            <a:off x="6355105" y="102133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50" name="文本占位符 41">
            <a:extLst>
              <a:ext uri="{FF2B5EF4-FFF2-40B4-BE49-F238E27FC236}">
                <a16:creationId xmlns:a16="http://schemas.microsoft.com/office/drawing/2014/main" id="{9699A9DC-E945-1B38-08DC-6E60A04F535B}"/>
              </a:ext>
            </a:extLst>
          </p:cNvPr>
          <p:cNvSpPr>
            <a:spLocks noGrp="1"/>
          </p:cNvSpPr>
          <p:nvPr>
            <p:ph type="body" sz="quarter" idx="30" hasCustomPrompt="1"/>
          </p:nvPr>
        </p:nvSpPr>
        <p:spPr>
          <a:xfrm>
            <a:off x="6355104" y="157695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Tree>
    <p:extLst>
      <p:ext uri="{BB962C8B-B14F-4D97-AF65-F5344CB8AC3E}">
        <p14:creationId xmlns:p14="http://schemas.microsoft.com/office/powerpoint/2010/main" val="216544042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节标题">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5757528A-E74B-B984-AE26-8A0AABFFAD59}"/>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8A354E97-B216-6A28-0173-328B037444EF}"/>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3F5DE21F-54FC-3CB2-1F31-0633BFBDACA1}"/>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CC2B7A51-7274-78A0-3814-D3702E4481EC}"/>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58E5124B-2B3B-2266-EE32-E28C55802CEE}"/>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4A2DCFCA-1B9C-B9FB-C9F2-DC6414D0923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Freeform 12">
            <a:extLst>
              <a:ext uri="{FF2B5EF4-FFF2-40B4-BE49-F238E27FC236}">
                <a16:creationId xmlns:a16="http://schemas.microsoft.com/office/drawing/2014/main" id="{FD972DCB-3451-30B0-BE68-AC067F3CBDF8}"/>
              </a:ext>
            </a:extLst>
          </p:cNvPr>
          <p:cNvSpPr/>
          <p:nvPr/>
        </p:nvSpPr>
        <p:spPr bwMode="auto">
          <a:xfrm>
            <a:off x="10134037" y="1817421"/>
            <a:ext cx="742736" cy="742736"/>
          </a:xfrm>
          <a:custGeom>
            <a:avLst/>
            <a:gdLst>
              <a:gd name="T0" fmla="*/ 11 w 90"/>
              <a:gd name="T1" fmla="*/ 65 h 90"/>
              <a:gd name="T2" fmla="*/ 26 w 90"/>
              <a:gd name="T3" fmla="*/ 11 h 90"/>
              <a:gd name="T4" fmla="*/ 79 w 90"/>
              <a:gd name="T5" fmla="*/ 26 h 90"/>
              <a:gd name="T6" fmla="*/ 65 w 90"/>
              <a:gd name="T7" fmla="*/ 80 h 90"/>
              <a:gd name="T8" fmla="*/ 11 w 90"/>
              <a:gd name="T9" fmla="*/ 65 h 90"/>
            </a:gdLst>
            <a:ahLst/>
            <a:cxnLst>
              <a:cxn ang="0">
                <a:pos x="T0" y="T1"/>
              </a:cxn>
              <a:cxn ang="0">
                <a:pos x="T2" y="T3"/>
              </a:cxn>
              <a:cxn ang="0">
                <a:pos x="T4" y="T5"/>
              </a:cxn>
              <a:cxn ang="0">
                <a:pos x="T6" y="T7"/>
              </a:cxn>
              <a:cxn ang="0">
                <a:pos x="T8" y="T9"/>
              </a:cxn>
            </a:cxnLst>
            <a:rect l="0" t="0" r="r" b="b"/>
            <a:pathLst>
              <a:path w="90" h="90">
                <a:moveTo>
                  <a:pt x="11" y="65"/>
                </a:moveTo>
                <a:cubicBezTo>
                  <a:pt x="0" y="46"/>
                  <a:pt x="7" y="22"/>
                  <a:pt x="26" y="11"/>
                </a:cubicBezTo>
                <a:cubicBezTo>
                  <a:pt x="44" y="0"/>
                  <a:pt x="68" y="7"/>
                  <a:pt x="79" y="26"/>
                </a:cubicBezTo>
                <a:cubicBezTo>
                  <a:pt x="90" y="45"/>
                  <a:pt x="84" y="69"/>
                  <a:pt x="65" y="80"/>
                </a:cubicBezTo>
                <a:cubicBezTo>
                  <a:pt x="46" y="90"/>
                  <a:pt x="22" y="84"/>
                  <a:pt x="11" y="65"/>
                </a:cubicBezTo>
              </a:path>
            </a:pathLst>
          </a:custGeom>
          <a:solidFill>
            <a:schemeClr val="accent1"/>
          </a:solidFill>
          <a:ln>
            <a:noFill/>
          </a:ln>
        </p:spPr>
        <p:txBody>
          <a:bodyPr/>
          <a:lstStyle/>
          <a:p>
            <a:endParaRPr lang="zh-CN" altLang="en-US" sz="2135">
              <a:cs typeface="+mn-ea"/>
              <a:sym typeface="+mn-lt"/>
            </a:endParaRPr>
          </a:p>
        </p:txBody>
      </p:sp>
      <p:sp>
        <p:nvSpPr>
          <p:cNvPr id="15" name="Freeform 13">
            <a:extLst>
              <a:ext uri="{FF2B5EF4-FFF2-40B4-BE49-F238E27FC236}">
                <a16:creationId xmlns:a16="http://schemas.microsoft.com/office/drawing/2014/main" id="{14D9C7EF-E304-9716-D66E-6FD4E81CB433}"/>
              </a:ext>
            </a:extLst>
          </p:cNvPr>
          <p:cNvSpPr>
            <a:spLocks noEditPoints="1"/>
          </p:cNvSpPr>
          <p:nvPr/>
        </p:nvSpPr>
        <p:spPr bwMode="auto">
          <a:xfrm>
            <a:off x="10514462" y="1941641"/>
            <a:ext cx="323491" cy="577108"/>
          </a:xfrm>
          <a:custGeom>
            <a:avLst/>
            <a:gdLst>
              <a:gd name="T0" fmla="*/ 2 w 39"/>
              <a:gd name="T1" fmla="*/ 70 h 70"/>
              <a:gd name="T2" fmla="*/ 0 w 39"/>
              <a:gd name="T3" fmla="*/ 70 h 70"/>
              <a:gd name="T4" fmla="*/ 0 w 39"/>
              <a:gd name="T5" fmla="*/ 70 h 70"/>
              <a:gd name="T6" fmla="*/ 2 w 39"/>
              <a:gd name="T7" fmla="*/ 70 h 70"/>
              <a:gd name="T8" fmla="*/ 3 w 39"/>
              <a:gd name="T9" fmla="*/ 70 h 70"/>
              <a:gd name="T10" fmla="*/ 3 w 39"/>
              <a:gd name="T11" fmla="*/ 70 h 70"/>
              <a:gd name="T12" fmla="*/ 3 w 39"/>
              <a:gd name="T13" fmla="*/ 70 h 70"/>
              <a:gd name="T14" fmla="*/ 26 w 39"/>
              <a:gd name="T15" fmla="*/ 2 h 70"/>
              <a:gd name="T16" fmla="*/ 33 w 39"/>
              <a:gd name="T17" fmla="*/ 11 h 70"/>
              <a:gd name="T18" fmla="*/ 39 w 39"/>
              <a:gd name="T19" fmla="*/ 30 h 70"/>
              <a:gd name="T20" fmla="*/ 33 w 39"/>
              <a:gd name="T21" fmla="*/ 11 h 70"/>
              <a:gd name="T22" fmla="*/ 26 w 39"/>
              <a:gd name="T23" fmla="*/ 2 h 70"/>
              <a:gd name="T24" fmla="*/ 26 w 39"/>
              <a:gd name="T25" fmla="*/ 1 h 70"/>
              <a:gd name="T26" fmla="*/ 26 w 39"/>
              <a:gd name="T27" fmla="*/ 2 h 70"/>
              <a:gd name="T28" fmla="*/ 26 w 39"/>
              <a:gd name="T29" fmla="*/ 1 h 70"/>
              <a:gd name="T30" fmla="*/ 25 w 39"/>
              <a:gd name="T31" fmla="*/ 1 h 70"/>
              <a:gd name="T32" fmla="*/ 26 w 39"/>
              <a:gd name="T33" fmla="*/ 1 h 70"/>
              <a:gd name="T34" fmla="*/ 25 w 39"/>
              <a:gd name="T35" fmla="*/ 1 h 70"/>
              <a:gd name="T36" fmla="*/ 25 w 39"/>
              <a:gd name="T37" fmla="*/ 1 h 70"/>
              <a:gd name="T38" fmla="*/ 25 w 39"/>
              <a:gd name="T39" fmla="*/ 1 h 70"/>
              <a:gd name="T40" fmla="*/ 25 w 39"/>
              <a:gd name="T41" fmla="*/ 1 h 70"/>
              <a:gd name="T42" fmla="*/ 25 w 39"/>
              <a:gd name="T43" fmla="*/ 0 h 70"/>
              <a:gd name="T44" fmla="*/ 25 w 39"/>
              <a:gd name="T45" fmla="*/ 0 h 70"/>
              <a:gd name="T46" fmla="*/ 25 w 39"/>
              <a:gd name="T4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70">
                <a:moveTo>
                  <a:pt x="2" y="70"/>
                </a:moveTo>
                <a:cubicBezTo>
                  <a:pt x="2" y="70"/>
                  <a:pt x="1" y="70"/>
                  <a:pt x="0" y="70"/>
                </a:cubicBezTo>
                <a:cubicBezTo>
                  <a:pt x="0" y="70"/>
                  <a:pt x="0" y="70"/>
                  <a:pt x="0" y="70"/>
                </a:cubicBezTo>
                <a:cubicBezTo>
                  <a:pt x="1" y="70"/>
                  <a:pt x="2" y="70"/>
                  <a:pt x="2" y="70"/>
                </a:cubicBezTo>
                <a:moveTo>
                  <a:pt x="3" y="70"/>
                </a:moveTo>
                <a:cubicBezTo>
                  <a:pt x="3" y="70"/>
                  <a:pt x="3" y="70"/>
                  <a:pt x="3" y="70"/>
                </a:cubicBezTo>
                <a:cubicBezTo>
                  <a:pt x="3" y="70"/>
                  <a:pt x="3" y="70"/>
                  <a:pt x="3" y="70"/>
                </a:cubicBezTo>
                <a:moveTo>
                  <a:pt x="26" y="2"/>
                </a:moveTo>
                <a:cubicBezTo>
                  <a:pt x="29" y="4"/>
                  <a:pt x="31" y="7"/>
                  <a:pt x="33" y="11"/>
                </a:cubicBezTo>
                <a:cubicBezTo>
                  <a:pt x="37" y="17"/>
                  <a:pt x="38" y="24"/>
                  <a:pt x="39" y="30"/>
                </a:cubicBezTo>
                <a:cubicBezTo>
                  <a:pt x="39" y="24"/>
                  <a:pt x="37" y="17"/>
                  <a:pt x="33" y="11"/>
                </a:cubicBezTo>
                <a:cubicBezTo>
                  <a:pt x="31" y="7"/>
                  <a:pt x="29" y="4"/>
                  <a:pt x="26" y="2"/>
                </a:cubicBezTo>
                <a:moveTo>
                  <a:pt x="26" y="1"/>
                </a:moveTo>
                <a:cubicBezTo>
                  <a:pt x="26" y="2"/>
                  <a:pt x="26" y="2"/>
                  <a:pt x="26" y="2"/>
                </a:cubicBezTo>
                <a:cubicBezTo>
                  <a:pt x="26" y="2"/>
                  <a:pt x="26" y="2"/>
                  <a:pt x="26" y="1"/>
                </a:cubicBezTo>
                <a:moveTo>
                  <a:pt x="25" y="1"/>
                </a:moveTo>
                <a:cubicBezTo>
                  <a:pt x="26" y="1"/>
                  <a:pt x="26" y="1"/>
                  <a:pt x="26" y="1"/>
                </a:cubicBezTo>
                <a:cubicBezTo>
                  <a:pt x="26" y="1"/>
                  <a:pt x="26" y="1"/>
                  <a:pt x="25" y="1"/>
                </a:cubicBezTo>
                <a:moveTo>
                  <a:pt x="25" y="1"/>
                </a:moveTo>
                <a:cubicBezTo>
                  <a:pt x="25" y="1"/>
                  <a:pt x="25" y="1"/>
                  <a:pt x="25" y="1"/>
                </a:cubicBezTo>
                <a:cubicBezTo>
                  <a:pt x="25" y="1"/>
                  <a:pt x="25" y="1"/>
                  <a:pt x="25" y="1"/>
                </a:cubicBezTo>
                <a:moveTo>
                  <a:pt x="25" y="0"/>
                </a:moveTo>
                <a:cubicBezTo>
                  <a:pt x="25" y="0"/>
                  <a:pt x="25" y="0"/>
                  <a:pt x="25" y="0"/>
                </a:cubicBezTo>
                <a:cubicBezTo>
                  <a:pt x="25" y="0"/>
                  <a:pt x="25" y="0"/>
                  <a:pt x="25"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15">
            <a:extLst>
              <a:ext uri="{FF2B5EF4-FFF2-40B4-BE49-F238E27FC236}">
                <a16:creationId xmlns:a16="http://schemas.microsoft.com/office/drawing/2014/main" id="{AE5C0A2D-A335-AA7F-2481-55C61196C98B}"/>
              </a:ext>
            </a:extLst>
          </p:cNvPr>
          <p:cNvSpPr>
            <a:spLocks noEditPoints="1"/>
          </p:cNvSpPr>
          <p:nvPr/>
        </p:nvSpPr>
        <p:spPr bwMode="auto">
          <a:xfrm>
            <a:off x="10333308" y="2032218"/>
            <a:ext cx="346783" cy="320903"/>
          </a:xfrm>
          <a:custGeom>
            <a:avLst/>
            <a:gdLst>
              <a:gd name="T0" fmla="*/ 121 w 134"/>
              <a:gd name="T1" fmla="*/ 118 h 124"/>
              <a:gd name="T2" fmla="*/ 70 w 134"/>
              <a:gd name="T3" fmla="*/ 16 h 124"/>
              <a:gd name="T4" fmla="*/ 76 w 134"/>
              <a:gd name="T5" fmla="*/ 0 h 124"/>
              <a:gd name="T6" fmla="*/ 73 w 134"/>
              <a:gd name="T7" fmla="*/ 0 h 124"/>
              <a:gd name="T8" fmla="*/ 67 w 134"/>
              <a:gd name="T9" fmla="*/ 12 h 124"/>
              <a:gd name="T10" fmla="*/ 67 w 134"/>
              <a:gd name="T11" fmla="*/ 12 h 124"/>
              <a:gd name="T12" fmla="*/ 67 w 134"/>
              <a:gd name="T13" fmla="*/ 12 h 124"/>
              <a:gd name="T14" fmla="*/ 67 w 134"/>
              <a:gd name="T15" fmla="*/ 9 h 124"/>
              <a:gd name="T16" fmla="*/ 61 w 134"/>
              <a:gd name="T17" fmla="*/ 0 h 124"/>
              <a:gd name="T18" fmla="*/ 57 w 134"/>
              <a:gd name="T19" fmla="*/ 0 h 124"/>
              <a:gd name="T20" fmla="*/ 64 w 134"/>
              <a:gd name="T21" fmla="*/ 16 h 124"/>
              <a:gd name="T22" fmla="*/ 13 w 134"/>
              <a:gd name="T23" fmla="*/ 118 h 124"/>
              <a:gd name="T24" fmla="*/ 0 w 134"/>
              <a:gd name="T25" fmla="*/ 118 h 124"/>
              <a:gd name="T26" fmla="*/ 0 w 134"/>
              <a:gd name="T27" fmla="*/ 124 h 124"/>
              <a:gd name="T28" fmla="*/ 134 w 134"/>
              <a:gd name="T29" fmla="*/ 124 h 124"/>
              <a:gd name="T30" fmla="*/ 134 w 134"/>
              <a:gd name="T31" fmla="*/ 118 h 124"/>
              <a:gd name="T32" fmla="*/ 121 w 134"/>
              <a:gd name="T33" fmla="*/ 118 h 124"/>
              <a:gd name="T34" fmla="*/ 51 w 134"/>
              <a:gd name="T35" fmla="*/ 118 h 124"/>
              <a:gd name="T36" fmla="*/ 67 w 134"/>
              <a:gd name="T37" fmla="*/ 86 h 124"/>
              <a:gd name="T38" fmla="*/ 67 w 134"/>
              <a:gd name="T39" fmla="*/ 83 h 124"/>
              <a:gd name="T40" fmla="*/ 86 w 134"/>
              <a:gd name="T41" fmla="*/ 118 h 124"/>
              <a:gd name="T42" fmla="*/ 51 w 134"/>
              <a:gd name="T43" fmla="*/ 11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4" h="124">
                <a:moveTo>
                  <a:pt x="121" y="118"/>
                </a:moveTo>
                <a:lnTo>
                  <a:pt x="70" y="16"/>
                </a:lnTo>
                <a:lnTo>
                  <a:pt x="76" y="0"/>
                </a:lnTo>
                <a:lnTo>
                  <a:pt x="73" y="0"/>
                </a:lnTo>
                <a:lnTo>
                  <a:pt x="67" y="12"/>
                </a:lnTo>
                <a:lnTo>
                  <a:pt x="67" y="12"/>
                </a:lnTo>
                <a:lnTo>
                  <a:pt x="67" y="12"/>
                </a:lnTo>
                <a:lnTo>
                  <a:pt x="67" y="9"/>
                </a:lnTo>
                <a:lnTo>
                  <a:pt x="61" y="0"/>
                </a:lnTo>
                <a:lnTo>
                  <a:pt x="57" y="0"/>
                </a:lnTo>
                <a:lnTo>
                  <a:pt x="64" y="16"/>
                </a:lnTo>
                <a:lnTo>
                  <a:pt x="13" y="118"/>
                </a:lnTo>
                <a:lnTo>
                  <a:pt x="0" y="118"/>
                </a:lnTo>
                <a:lnTo>
                  <a:pt x="0" y="124"/>
                </a:lnTo>
                <a:lnTo>
                  <a:pt x="134" y="124"/>
                </a:lnTo>
                <a:lnTo>
                  <a:pt x="134" y="118"/>
                </a:lnTo>
                <a:lnTo>
                  <a:pt x="121" y="118"/>
                </a:lnTo>
                <a:close/>
                <a:moveTo>
                  <a:pt x="51" y="118"/>
                </a:moveTo>
                <a:lnTo>
                  <a:pt x="67" y="86"/>
                </a:lnTo>
                <a:lnTo>
                  <a:pt x="67" y="83"/>
                </a:lnTo>
                <a:lnTo>
                  <a:pt x="86" y="118"/>
                </a:lnTo>
                <a:lnTo>
                  <a:pt x="51" y="118"/>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7" name="Freeform 16">
            <a:extLst>
              <a:ext uri="{FF2B5EF4-FFF2-40B4-BE49-F238E27FC236}">
                <a16:creationId xmlns:a16="http://schemas.microsoft.com/office/drawing/2014/main" id="{AC0DA509-F106-9233-6F16-FC872020A665}"/>
              </a:ext>
            </a:extLst>
          </p:cNvPr>
          <p:cNvSpPr>
            <a:spLocks noEditPoints="1"/>
          </p:cNvSpPr>
          <p:nvPr/>
        </p:nvSpPr>
        <p:spPr bwMode="auto">
          <a:xfrm>
            <a:off x="10152153" y="1832948"/>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4 h 86"/>
              <a:gd name="T30" fmla="*/ 9 w 86"/>
              <a:gd name="T31" fmla="*/ 69 h 86"/>
              <a:gd name="T32" fmla="*/ 82 w 86"/>
              <a:gd name="T33" fmla="*/ 57 h 86"/>
              <a:gd name="T34" fmla="*/ 81 w 86"/>
              <a:gd name="T35" fmla="*/ 64 h 86"/>
              <a:gd name="T36" fmla="*/ 2 w 86"/>
              <a:gd name="T37" fmla="*/ 56 h 86"/>
              <a:gd name="T38" fmla="*/ 6 w 86"/>
              <a:gd name="T39" fmla="*/ 63 h 86"/>
              <a:gd name="T40" fmla="*/ 2 w 86"/>
              <a:gd name="T41" fmla="*/ 56 h 86"/>
              <a:gd name="T42" fmla="*/ 85 w 86"/>
              <a:gd name="T43" fmla="*/ 43 h 86"/>
              <a:gd name="T44" fmla="*/ 86 w 86"/>
              <a:gd name="T45" fmla="*/ 51 h 86"/>
              <a:gd name="T46" fmla="*/ 0 w 86"/>
              <a:gd name="T47" fmla="*/ 43 h 86"/>
              <a:gd name="T48" fmla="*/ 1 w 86"/>
              <a:gd name="T49" fmla="*/ 42 h 86"/>
              <a:gd name="T50" fmla="*/ 2 w 86"/>
              <a:gd name="T51" fmla="*/ 49 h 86"/>
              <a:gd name="T52" fmla="*/ 0 w 86"/>
              <a:gd name="T53" fmla="*/ 43 h 86"/>
              <a:gd name="T54" fmla="*/ 84 w 86"/>
              <a:gd name="T55" fmla="*/ 31 h 86"/>
              <a:gd name="T56" fmla="*/ 84 w 86"/>
              <a:gd name="T57" fmla="*/ 39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7 w 86"/>
              <a:gd name="T75" fmla="*/ 9 h 86"/>
              <a:gd name="T76" fmla="*/ 74 w 86"/>
              <a:gd name="T77" fmla="*/ 13 h 86"/>
              <a:gd name="T78" fmla="*/ 67 w 86"/>
              <a:gd name="T79" fmla="*/ 9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5" y="72"/>
                  <a:pt x="74" y="74"/>
                  <a:pt x="72" y="75"/>
                </a:cubicBezTo>
                <a:lnTo>
                  <a:pt x="71" y="74"/>
                </a:lnTo>
                <a:close/>
                <a:moveTo>
                  <a:pt x="9" y="69"/>
                </a:moveTo>
                <a:cubicBezTo>
                  <a:pt x="10" y="68"/>
                  <a:pt x="10" y="68"/>
                  <a:pt x="10" y="68"/>
                </a:cubicBezTo>
                <a:cubicBezTo>
                  <a:pt x="11" y="70"/>
                  <a:pt x="13" y="72"/>
                  <a:pt x="14" y="74"/>
                </a:cubicBezTo>
                <a:cubicBezTo>
                  <a:pt x="13" y="75"/>
                  <a:pt x="13" y="75"/>
                  <a:pt x="13" y="75"/>
                </a:cubicBezTo>
                <a:cubicBezTo>
                  <a:pt x="12" y="73"/>
                  <a:pt x="10" y="71"/>
                  <a:pt x="9" y="69"/>
                </a:cubicBezTo>
                <a:close/>
                <a:moveTo>
                  <a:pt x="80" y="63"/>
                </a:moveTo>
                <a:cubicBezTo>
                  <a:pt x="81" y="61"/>
                  <a:pt x="82" y="59"/>
                  <a:pt x="82" y="57"/>
                </a:cubicBezTo>
                <a:cubicBezTo>
                  <a:pt x="84" y="57"/>
                  <a:pt x="84" y="57"/>
                  <a:pt x="84" y="57"/>
                </a:cubicBezTo>
                <a:cubicBezTo>
                  <a:pt x="83" y="60"/>
                  <a:pt x="82" y="62"/>
                  <a:pt x="81" y="64"/>
                </a:cubicBezTo>
                <a:lnTo>
                  <a:pt x="80" y="63"/>
                </a:lnTo>
                <a:close/>
                <a:moveTo>
                  <a:pt x="2" y="56"/>
                </a:moveTo>
                <a:cubicBezTo>
                  <a:pt x="3" y="56"/>
                  <a:pt x="3" y="56"/>
                  <a:pt x="3" y="56"/>
                </a:cubicBezTo>
                <a:cubicBezTo>
                  <a:pt x="4" y="58"/>
                  <a:pt x="5" y="61"/>
                  <a:pt x="6" y="63"/>
                </a:cubicBezTo>
                <a:cubicBezTo>
                  <a:pt x="5" y="63"/>
                  <a:pt x="5" y="63"/>
                  <a:pt x="5" y="63"/>
                </a:cubicBezTo>
                <a:cubicBezTo>
                  <a:pt x="4" y="61"/>
                  <a:pt x="3" y="59"/>
                  <a:pt x="2" y="56"/>
                </a:cubicBezTo>
                <a:close/>
                <a:moveTo>
                  <a:pt x="84" y="50"/>
                </a:moveTo>
                <a:cubicBezTo>
                  <a:pt x="84" y="48"/>
                  <a:pt x="85" y="46"/>
                  <a:pt x="85" y="43"/>
                </a:cubicBezTo>
                <a:cubicBezTo>
                  <a:pt x="86" y="43"/>
                  <a:pt x="86" y="43"/>
                  <a:pt x="86" y="43"/>
                </a:cubicBezTo>
                <a:cubicBezTo>
                  <a:pt x="86" y="46"/>
                  <a:pt x="86" y="48"/>
                  <a:pt x="86" y="51"/>
                </a:cubicBezTo>
                <a:lnTo>
                  <a:pt x="84" y="50"/>
                </a:lnTo>
                <a:close/>
                <a:moveTo>
                  <a:pt x="0" y="43"/>
                </a:moveTo>
                <a:cubicBezTo>
                  <a:pt x="0" y="42"/>
                  <a:pt x="0" y="42"/>
                  <a:pt x="0" y="42"/>
                </a:cubicBezTo>
                <a:cubicBezTo>
                  <a:pt x="1" y="42"/>
                  <a:pt x="1" y="42"/>
                  <a:pt x="1" y="42"/>
                </a:cubicBezTo>
                <a:cubicBezTo>
                  <a:pt x="1" y="43"/>
                  <a:pt x="1" y="43"/>
                  <a:pt x="1" y="43"/>
                </a:cubicBezTo>
                <a:cubicBezTo>
                  <a:pt x="1" y="45"/>
                  <a:pt x="2" y="47"/>
                  <a:pt x="2" y="49"/>
                </a:cubicBezTo>
                <a:cubicBezTo>
                  <a:pt x="1" y="50"/>
                  <a:pt x="1" y="50"/>
                  <a:pt x="1" y="50"/>
                </a:cubicBezTo>
                <a:cubicBezTo>
                  <a:pt x="0" y="47"/>
                  <a:pt x="0" y="45"/>
                  <a:pt x="0" y="43"/>
                </a:cubicBezTo>
                <a:close/>
                <a:moveTo>
                  <a:pt x="83" y="32"/>
                </a:moveTo>
                <a:cubicBezTo>
                  <a:pt x="84" y="31"/>
                  <a:pt x="84" y="31"/>
                  <a:pt x="84" y="31"/>
                </a:cubicBezTo>
                <a:cubicBezTo>
                  <a:pt x="85" y="34"/>
                  <a:pt x="86" y="36"/>
                  <a:pt x="86" y="38"/>
                </a:cubicBezTo>
                <a:cubicBezTo>
                  <a:pt x="84" y="39"/>
                  <a:pt x="84" y="39"/>
                  <a:pt x="84"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8"/>
                  <a:pt x="78" y="18"/>
                  <a:pt x="78" y="18"/>
                </a:cubicBezTo>
                <a:cubicBezTo>
                  <a:pt x="80" y="20"/>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9"/>
                </a:moveTo>
                <a:cubicBezTo>
                  <a:pt x="67" y="9"/>
                  <a:pt x="67" y="9"/>
                  <a:pt x="67" y="9"/>
                </a:cubicBezTo>
                <a:cubicBezTo>
                  <a:pt x="68" y="8"/>
                  <a:pt x="68" y="8"/>
                  <a:pt x="68" y="8"/>
                </a:cubicBezTo>
                <a:cubicBezTo>
                  <a:pt x="70" y="10"/>
                  <a:pt x="72" y="11"/>
                  <a:pt x="74" y="13"/>
                </a:cubicBezTo>
                <a:cubicBezTo>
                  <a:pt x="72" y="14"/>
                  <a:pt x="72" y="14"/>
                  <a:pt x="72" y="14"/>
                </a:cubicBezTo>
                <a:cubicBezTo>
                  <a:pt x="71" y="12"/>
                  <a:pt x="69" y="11"/>
                  <a:pt x="67" y="9"/>
                </a:cubicBezTo>
                <a:close/>
                <a:moveTo>
                  <a:pt x="15" y="11"/>
                </a:moveTo>
                <a:cubicBezTo>
                  <a:pt x="17" y="9"/>
                  <a:pt x="19" y="8"/>
                  <a:pt x="21" y="7"/>
                </a:cubicBezTo>
                <a:cubicBezTo>
                  <a:pt x="21" y="8"/>
                  <a:pt x="21" y="8"/>
                  <a:pt x="21" y="8"/>
                </a:cubicBezTo>
                <a:cubicBezTo>
                  <a:pt x="19" y="9"/>
                  <a:pt x="18" y="10"/>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2" y="2"/>
                  <a:pt x="42" y="2"/>
                  <a:pt x="41" y="2"/>
                </a:cubicBezTo>
                <a:cubicBezTo>
                  <a:pt x="41" y="1"/>
                  <a:pt x="41" y="1"/>
                  <a:pt x="41" y="1"/>
                </a:cubicBezTo>
                <a:cubicBezTo>
                  <a:pt x="42" y="1"/>
                  <a:pt x="42" y="0"/>
                  <a:pt x="43" y="0"/>
                </a:cubicBezTo>
                <a:cubicBezTo>
                  <a:pt x="45" y="0"/>
                  <a:pt x="46"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8" name="Oval 22">
            <a:extLst>
              <a:ext uri="{FF2B5EF4-FFF2-40B4-BE49-F238E27FC236}">
                <a16:creationId xmlns:a16="http://schemas.microsoft.com/office/drawing/2014/main" id="{D6E2315D-B995-E732-4324-6FB19BE9A220}"/>
              </a:ext>
            </a:extLst>
          </p:cNvPr>
          <p:cNvSpPr>
            <a:spLocks noChangeArrowheads="1"/>
          </p:cNvSpPr>
          <p:nvPr/>
        </p:nvSpPr>
        <p:spPr bwMode="auto">
          <a:xfrm>
            <a:off x="10185797"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19" name="Freeform 23">
            <a:extLst>
              <a:ext uri="{FF2B5EF4-FFF2-40B4-BE49-F238E27FC236}">
                <a16:creationId xmlns:a16="http://schemas.microsoft.com/office/drawing/2014/main" id="{A68826B0-294C-C496-67DB-329C2DC9DB36}"/>
              </a:ext>
            </a:extLst>
          </p:cNvPr>
          <p:cNvSpPr>
            <a:spLocks noEditPoints="1"/>
          </p:cNvSpPr>
          <p:nvPr/>
        </p:nvSpPr>
        <p:spPr bwMode="auto">
          <a:xfrm>
            <a:off x="10514463"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20" name="组合 19">
            <a:extLst>
              <a:ext uri="{FF2B5EF4-FFF2-40B4-BE49-F238E27FC236}">
                <a16:creationId xmlns:a16="http://schemas.microsoft.com/office/drawing/2014/main" id="{6A67998E-ED80-2B28-8BDA-E297E8402244}"/>
              </a:ext>
            </a:extLst>
          </p:cNvPr>
          <p:cNvGrpSpPr/>
          <p:nvPr/>
        </p:nvGrpSpPr>
        <p:grpSpPr>
          <a:xfrm>
            <a:off x="10333309" y="5018690"/>
            <a:ext cx="346783" cy="476180"/>
            <a:chOff x="10231709" y="4917090"/>
            <a:chExt cx="346783" cy="476180"/>
          </a:xfrm>
        </p:grpSpPr>
        <p:sp>
          <p:nvSpPr>
            <p:cNvPr id="21" name="Freeform 25">
              <a:extLst>
                <a:ext uri="{FF2B5EF4-FFF2-40B4-BE49-F238E27FC236}">
                  <a16:creationId xmlns:a16="http://schemas.microsoft.com/office/drawing/2014/main" id="{245FB2D7-7E32-7A93-402D-0EFA36A934A4}"/>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2" name="Freeform 26">
              <a:extLst>
                <a:ext uri="{FF2B5EF4-FFF2-40B4-BE49-F238E27FC236}">
                  <a16:creationId xmlns:a16="http://schemas.microsoft.com/office/drawing/2014/main" id="{111618D3-8C4C-6BE8-4B05-7E0DC99A749C}"/>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3" name="Freeform 27">
              <a:extLst>
                <a:ext uri="{FF2B5EF4-FFF2-40B4-BE49-F238E27FC236}">
                  <a16:creationId xmlns:a16="http://schemas.microsoft.com/office/drawing/2014/main" id="{71D62721-2E54-9414-9B5E-210BDA9BBF8B}"/>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4" name="Freeform 28">
              <a:extLst>
                <a:ext uri="{FF2B5EF4-FFF2-40B4-BE49-F238E27FC236}">
                  <a16:creationId xmlns:a16="http://schemas.microsoft.com/office/drawing/2014/main" id="{F59103ED-45DC-6E20-1F30-49464641EB8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5" name="Freeform 29">
              <a:extLst>
                <a:ext uri="{FF2B5EF4-FFF2-40B4-BE49-F238E27FC236}">
                  <a16:creationId xmlns:a16="http://schemas.microsoft.com/office/drawing/2014/main" id="{264FF5B7-127E-F087-57DB-DB6C6F94CC0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6" name="Freeform 30">
              <a:extLst>
                <a:ext uri="{FF2B5EF4-FFF2-40B4-BE49-F238E27FC236}">
                  <a16:creationId xmlns:a16="http://schemas.microsoft.com/office/drawing/2014/main" id="{CCE37E75-1D95-C7E7-15C5-3FBD2C5493E2}"/>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7" name="Freeform 31">
              <a:extLst>
                <a:ext uri="{FF2B5EF4-FFF2-40B4-BE49-F238E27FC236}">
                  <a16:creationId xmlns:a16="http://schemas.microsoft.com/office/drawing/2014/main" id="{5A7E5110-57FA-D5D1-7A56-495D6E54D0F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8" name="Freeform 32">
              <a:extLst>
                <a:ext uri="{FF2B5EF4-FFF2-40B4-BE49-F238E27FC236}">
                  <a16:creationId xmlns:a16="http://schemas.microsoft.com/office/drawing/2014/main" id="{53027B8E-BC45-D510-FEC5-B75704145357}"/>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9" name="Freeform 33">
              <a:extLst>
                <a:ext uri="{FF2B5EF4-FFF2-40B4-BE49-F238E27FC236}">
                  <a16:creationId xmlns:a16="http://schemas.microsoft.com/office/drawing/2014/main" id="{FFD41422-C689-D02E-5339-D1FB2350B36E}"/>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0" name="Freeform 34">
              <a:extLst>
                <a:ext uri="{FF2B5EF4-FFF2-40B4-BE49-F238E27FC236}">
                  <a16:creationId xmlns:a16="http://schemas.microsoft.com/office/drawing/2014/main" id="{3AA0A108-2CB6-04DA-2D0E-6855603C4B46}"/>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1" name="Freeform 35">
              <a:extLst>
                <a:ext uri="{FF2B5EF4-FFF2-40B4-BE49-F238E27FC236}">
                  <a16:creationId xmlns:a16="http://schemas.microsoft.com/office/drawing/2014/main" id="{03F60C13-AD75-3B73-D4D0-D4999313DFD4}"/>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2" name="Freeform 36">
              <a:extLst>
                <a:ext uri="{FF2B5EF4-FFF2-40B4-BE49-F238E27FC236}">
                  <a16:creationId xmlns:a16="http://schemas.microsoft.com/office/drawing/2014/main" id="{F01CE081-5CD5-92C4-D2E6-5D7D80ED2B5F}"/>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33" name="Freeform 37">
            <a:extLst>
              <a:ext uri="{FF2B5EF4-FFF2-40B4-BE49-F238E27FC236}">
                <a16:creationId xmlns:a16="http://schemas.microsoft.com/office/drawing/2014/main" id="{64378558-D950-9913-DC27-C741591DC235}"/>
              </a:ext>
            </a:extLst>
          </p:cNvPr>
          <p:cNvSpPr>
            <a:spLocks noEditPoints="1"/>
          </p:cNvSpPr>
          <p:nvPr/>
        </p:nvSpPr>
        <p:spPr bwMode="auto">
          <a:xfrm>
            <a:off x="10152154"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4" name="Oval 48">
            <a:extLst>
              <a:ext uri="{FF2B5EF4-FFF2-40B4-BE49-F238E27FC236}">
                <a16:creationId xmlns:a16="http://schemas.microsoft.com/office/drawing/2014/main" id="{00B09C78-A89A-76FE-55C8-168C6687245D}"/>
              </a:ext>
            </a:extLst>
          </p:cNvPr>
          <p:cNvSpPr>
            <a:spLocks noChangeArrowheads="1"/>
          </p:cNvSpPr>
          <p:nvPr/>
        </p:nvSpPr>
        <p:spPr bwMode="auto">
          <a:xfrm>
            <a:off x="10185797" y="3401234"/>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35" name="Freeform 49">
            <a:extLst>
              <a:ext uri="{FF2B5EF4-FFF2-40B4-BE49-F238E27FC236}">
                <a16:creationId xmlns:a16="http://schemas.microsoft.com/office/drawing/2014/main" id="{E9DCB71A-48A9-8827-D3F7-081BDD6497AA}"/>
              </a:ext>
            </a:extLst>
          </p:cNvPr>
          <p:cNvSpPr/>
          <p:nvPr/>
        </p:nvSpPr>
        <p:spPr bwMode="auto">
          <a:xfrm>
            <a:off x="10514463" y="4027513"/>
            <a:ext cx="116457" cy="25879"/>
          </a:xfrm>
          <a:custGeom>
            <a:avLst/>
            <a:gdLst>
              <a:gd name="T0" fmla="*/ 14 w 14"/>
              <a:gd name="T1" fmla="*/ 0 h 3"/>
              <a:gd name="T2" fmla="*/ 0 w 14"/>
              <a:gd name="T3" fmla="*/ 3 h 3"/>
              <a:gd name="T4" fmla="*/ 0 w 14"/>
              <a:gd name="T5" fmla="*/ 3 h 3"/>
              <a:gd name="T6" fmla="*/ 14 w 14"/>
              <a:gd name="T7" fmla="*/ 0 h 3"/>
            </a:gdLst>
            <a:ahLst/>
            <a:cxnLst>
              <a:cxn ang="0">
                <a:pos x="T0" y="T1"/>
              </a:cxn>
              <a:cxn ang="0">
                <a:pos x="T2" y="T3"/>
              </a:cxn>
              <a:cxn ang="0">
                <a:pos x="T4" y="T5"/>
              </a:cxn>
              <a:cxn ang="0">
                <a:pos x="T6" y="T7"/>
              </a:cxn>
            </a:cxnLst>
            <a:rect l="0" t="0" r="r" b="b"/>
            <a:pathLst>
              <a:path w="14" h="3">
                <a:moveTo>
                  <a:pt x="14" y="0"/>
                </a:moveTo>
                <a:cubicBezTo>
                  <a:pt x="10" y="2"/>
                  <a:pt x="5" y="3"/>
                  <a:pt x="0" y="3"/>
                </a:cubicBezTo>
                <a:cubicBezTo>
                  <a:pt x="0" y="3"/>
                  <a:pt x="0" y="3"/>
                  <a:pt x="0" y="3"/>
                </a:cubicBezTo>
                <a:cubicBezTo>
                  <a:pt x="5" y="3"/>
                  <a:pt x="9" y="2"/>
                  <a:pt x="14"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6" name="Freeform 51">
            <a:extLst>
              <a:ext uri="{FF2B5EF4-FFF2-40B4-BE49-F238E27FC236}">
                <a16:creationId xmlns:a16="http://schemas.microsoft.com/office/drawing/2014/main" id="{EEF36E94-DC39-0F53-0EF6-380DFCB03507}"/>
              </a:ext>
            </a:extLst>
          </p:cNvPr>
          <p:cNvSpPr/>
          <p:nvPr/>
        </p:nvSpPr>
        <p:spPr bwMode="auto">
          <a:xfrm>
            <a:off x="10284138" y="3499575"/>
            <a:ext cx="452888" cy="452888"/>
          </a:xfrm>
          <a:custGeom>
            <a:avLst/>
            <a:gdLst>
              <a:gd name="T0" fmla="*/ 48 w 55"/>
              <a:gd name="T1" fmla="*/ 26 h 55"/>
              <a:gd name="T2" fmla="*/ 48 w 55"/>
              <a:gd name="T3" fmla="*/ 23 h 55"/>
              <a:gd name="T4" fmla="*/ 44 w 55"/>
              <a:gd name="T5" fmla="*/ 23 h 55"/>
              <a:gd name="T6" fmla="*/ 44 w 55"/>
              <a:gd name="T7" fmla="*/ 24 h 55"/>
              <a:gd name="T8" fmla="*/ 40 w 55"/>
              <a:gd name="T9" fmla="*/ 22 h 55"/>
              <a:gd name="T10" fmla="*/ 40 w 55"/>
              <a:gd name="T11" fmla="*/ 19 h 55"/>
              <a:gd name="T12" fmla="*/ 36 w 55"/>
              <a:gd name="T13" fmla="*/ 19 h 55"/>
              <a:gd name="T14" fmla="*/ 36 w 55"/>
              <a:gd name="T15" fmla="*/ 20 h 55"/>
              <a:gd name="T16" fmla="*/ 30 w 55"/>
              <a:gd name="T17" fmla="*/ 17 h 55"/>
              <a:gd name="T18" fmla="*/ 30 w 55"/>
              <a:gd name="T19" fmla="*/ 6 h 55"/>
              <a:gd name="T20" fmla="*/ 27 w 55"/>
              <a:gd name="T21" fmla="*/ 0 h 55"/>
              <a:gd name="T22" fmla="*/ 27 w 55"/>
              <a:gd name="T23" fmla="*/ 0 h 55"/>
              <a:gd name="T24" fmla="*/ 27 w 55"/>
              <a:gd name="T25" fmla="*/ 0 h 55"/>
              <a:gd name="T26" fmla="*/ 24 w 55"/>
              <a:gd name="T27" fmla="*/ 6 h 55"/>
              <a:gd name="T28" fmla="*/ 24 w 55"/>
              <a:gd name="T29" fmla="*/ 17 h 55"/>
              <a:gd name="T30" fmla="*/ 18 w 55"/>
              <a:gd name="T31" fmla="*/ 20 h 55"/>
              <a:gd name="T32" fmla="*/ 18 w 55"/>
              <a:gd name="T33" fmla="*/ 19 h 55"/>
              <a:gd name="T34" fmla="*/ 15 w 55"/>
              <a:gd name="T35" fmla="*/ 19 h 55"/>
              <a:gd name="T36" fmla="*/ 15 w 55"/>
              <a:gd name="T37" fmla="*/ 22 h 55"/>
              <a:gd name="T38" fmla="*/ 10 w 55"/>
              <a:gd name="T39" fmla="*/ 24 h 55"/>
              <a:gd name="T40" fmla="*/ 10 w 55"/>
              <a:gd name="T41" fmla="*/ 23 h 55"/>
              <a:gd name="T42" fmla="*/ 6 w 55"/>
              <a:gd name="T43" fmla="*/ 23 h 55"/>
              <a:gd name="T44" fmla="*/ 6 w 55"/>
              <a:gd name="T45" fmla="*/ 26 h 55"/>
              <a:gd name="T46" fmla="*/ 0 w 55"/>
              <a:gd name="T47" fmla="*/ 30 h 55"/>
              <a:gd name="T48" fmla="*/ 0 w 55"/>
              <a:gd name="T49" fmla="*/ 33 h 55"/>
              <a:gd name="T50" fmla="*/ 16 w 55"/>
              <a:gd name="T51" fmla="*/ 28 h 55"/>
              <a:gd name="T52" fmla="*/ 24 w 55"/>
              <a:gd name="T53" fmla="*/ 28 h 55"/>
              <a:gd name="T54" fmla="*/ 24 w 55"/>
              <a:gd name="T55" fmla="*/ 30 h 55"/>
              <a:gd name="T56" fmla="*/ 26 w 55"/>
              <a:gd name="T57" fmla="*/ 45 h 55"/>
              <a:gd name="T58" fmla="*/ 17 w 55"/>
              <a:gd name="T59" fmla="*/ 51 h 55"/>
              <a:gd name="T60" fmla="*/ 17 w 55"/>
              <a:gd name="T61" fmla="*/ 54 h 55"/>
              <a:gd name="T62" fmla="*/ 27 w 55"/>
              <a:gd name="T63" fmla="*/ 50 h 55"/>
              <a:gd name="T64" fmla="*/ 27 w 55"/>
              <a:gd name="T65" fmla="*/ 55 h 55"/>
              <a:gd name="T66" fmla="*/ 28 w 55"/>
              <a:gd name="T67" fmla="*/ 55 h 55"/>
              <a:gd name="T68" fmla="*/ 28 w 55"/>
              <a:gd name="T69" fmla="*/ 50 h 55"/>
              <a:gd name="T70" fmla="*/ 37 w 55"/>
              <a:gd name="T71" fmla="*/ 53 h 55"/>
              <a:gd name="T72" fmla="*/ 37 w 55"/>
              <a:gd name="T73" fmla="*/ 51 h 55"/>
              <a:gd name="T74" fmla="*/ 29 w 55"/>
              <a:gd name="T75" fmla="*/ 45 h 55"/>
              <a:gd name="T76" fmla="*/ 30 w 55"/>
              <a:gd name="T77" fmla="*/ 30 h 55"/>
              <a:gd name="T78" fmla="*/ 30 w 55"/>
              <a:gd name="T79" fmla="*/ 28 h 55"/>
              <a:gd name="T80" fmla="*/ 38 w 55"/>
              <a:gd name="T81" fmla="*/ 28 h 55"/>
              <a:gd name="T82" fmla="*/ 55 w 55"/>
              <a:gd name="T83" fmla="*/ 33 h 55"/>
              <a:gd name="T84" fmla="*/ 55 w 55"/>
              <a:gd name="T85" fmla="*/ 30 h 55"/>
              <a:gd name="T86" fmla="*/ 48 w 55"/>
              <a:gd name="T87" fmla="*/ 2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5" h="55">
                <a:moveTo>
                  <a:pt x="48" y="26"/>
                </a:moveTo>
                <a:cubicBezTo>
                  <a:pt x="48" y="23"/>
                  <a:pt x="48" y="23"/>
                  <a:pt x="48" y="23"/>
                </a:cubicBezTo>
                <a:cubicBezTo>
                  <a:pt x="44" y="23"/>
                  <a:pt x="44" y="23"/>
                  <a:pt x="44" y="23"/>
                </a:cubicBezTo>
                <a:cubicBezTo>
                  <a:pt x="44" y="24"/>
                  <a:pt x="44" y="24"/>
                  <a:pt x="44" y="24"/>
                </a:cubicBezTo>
                <a:cubicBezTo>
                  <a:pt x="40" y="22"/>
                  <a:pt x="40" y="22"/>
                  <a:pt x="40" y="22"/>
                </a:cubicBezTo>
                <a:cubicBezTo>
                  <a:pt x="40" y="19"/>
                  <a:pt x="40" y="19"/>
                  <a:pt x="40" y="19"/>
                </a:cubicBezTo>
                <a:cubicBezTo>
                  <a:pt x="36" y="19"/>
                  <a:pt x="36" y="19"/>
                  <a:pt x="36" y="19"/>
                </a:cubicBezTo>
                <a:cubicBezTo>
                  <a:pt x="36" y="20"/>
                  <a:pt x="36" y="20"/>
                  <a:pt x="36" y="20"/>
                </a:cubicBezTo>
                <a:cubicBezTo>
                  <a:pt x="30" y="17"/>
                  <a:pt x="30" y="17"/>
                  <a:pt x="30" y="17"/>
                </a:cubicBezTo>
                <a:cubicBezTo>
                  <a:pt x="30" y="6"/>
                  <a:pt x="30" y="6"/>
                  <a:pt x="30" y="6"/>
                </a:cubicBezTo>
                <a:cubicBezTo>
                  <a:pt x="30" y="1"/>
                  <a:pt x="28" y="0"/>
                  <a:pt x="27" y="0"/>
                </a:cubicBezTo>
                <a:cubicBezTo>
                  <a:pt x="27" y="0"/>
                  <a:pt x="27" y="0"/>
                  <a:pt x="27" y="0"/>
                </a:cubicBezTo>
                <a:cubicBezTo>
                  <a:pt x="27" y="0"/>
                  <a:pt x="27" y="0"/>
                  <a:pt x="27" y="0"/>
                </a:cubicBezTo>
                <a:cubicBezTo>
                  <a:pt x="26" y="0"/>
                  <a:pt x="24" y="1"/>
                  <a:pt x="24" y="6"/>
                </a:cubicBezTo>
                <a:cubicBezTo>
                  <a:pt x="24" y="17"/>
                  <a:pt x="24" y="17"/>
                  <a:pt x="24" y="17"/>
                </a:cubicBezTo>
                <a:cubicBezTo>
                  <a:pt x="18" y="20"/>
                  <a:pt x="18" y="20"/>
                  <a:pt x="18" y="20"/>
                </a:cubicBezTo>
                <a:cubicBezTo>
                  <a:pt x="18" y="19"/>
                  <a:pt x="18" y="19"/>
                  <a:pt x="18" y="19"/>
                </a:cubicBezTo>
                <a:cubicBezTo>
                  <a:pt x="15" y="19"/>
                  <a:pt x="15" y="19"/>
                  <a:pt x="15" y="19"/>
                </a:cubicBezTo>
                <a:cubicBezTo>
                  <a:pt x="15" y="22"/>
                  <a:pt x="15" y="22"/>
                  <a:pt x="15" y="22"/>
                </a:cubicBezTo>
                <a:cubicBezTo>
                  <a:pt x="10" y="24"/>
                  <a:pt x="10" y="24"/>
                  <a:pt x="10" y="24"/>
                </a:cubicBezTo>
                <a:cubicBezTo>
                  <a:pt x="10" y="23"/>
                  <a:pt x="10" y="23"/>
                  <a:pt x="10" y="23"/>
                </a:cubicBezTo>
                <a:cubicBezTo>
                  <a:pt x="6" y="23"/>
                  <a:pt x="6" y="23"/>
                  <a:pt x="6" y="23"/>
                </a:cubicBezTo>
                <a:cubicBezTo>
                  <a:pt x="6" y="26"/>
                  <a:pt x="6" y="26"/>
                  <a:pt x="6" y="26"/>
                </a:cubicBezTo>
                <a:cubicBezTo>
                  <a:pt x="0" y="30"/>
                  <a:pt x="0" y="30"/>
                  <a:pt x="0" y="30"/>
                </a:cubicBezTo>
                <a:cubicBezTo>
                  <a:pt x="0" y="33"/>
                  <a:pt x="0" y="33"/>
                  <a:pt x="0" y="33"/>
                </a:cubicBezTo>
                <a:cubicBezTo>
                  <a:pt x="16" y="28"/>
                  <a:pt x="16" y="28"/>
                  <a:pt x="16" y="28"/>
                </a:cubicBezTo>
                <a:cubicBezTo>
                  <a:pt x="24" y="28"/>
                  <a:pt x="24" y="28"/>
                  <a:pt x="24" y="28"/>
                </a:cubicBezTo>
                <a:cubicBezTo>
                  <a:pt x="24" y="29"/>
                  <a:pt x="24" y="30"/>
                  <a:pt x="24" y="30"/>
                </a:cubicBezTo>
                <a:cubicBezTo>
                  <a:pt x="26" y="45"/>
                  <a:pt x="26" y="45"/>
                  <a:pt x="26" y="45"/>
                </a:cubicBezTo>
                <a:cubicBezTo>
                  <a:pt x="17" y="51"/>
                  <a:pt x="17" y="51"/>
                  <a:pt x="17" y="51"/>
                </a:cubicBezTo>
                <a:cubicBezTo>
                  <a:pt x="17" y="54"/>
                  <a:pt x="17" y="54"/>
                  <a:pt x="17" y="54"/>
                </a:cubicBezTo>
                <a:cubicBezTo>
                  <a:pt x="27" y="50"/>
                  <a:pt x="27" y="50"/>
                  <a:pt x="27" y="50"/>
                </a:cubicBezTo>
                <a:cubicBezTo>
                  <a:pt x="27" y="55"/>
                  <a:pt x="27" y="55"/>
                  <a:pt x="27" y="55"/>
                </a:cubicBezTo>
                <a:cubicBezTo>
                  <a:pt x="28" y="55"/>
                  <a:pt x="28" y="55"/>
                  <a:pt x="28" y="55"/>
                </a:cubicBezTo>
                <a:cubicBezTo>
                  <a:pt x="28" y="50"/>
                  <a:pt x="28" y="50"/>
                  <a:pt x="28" y="50"/>
                </a:cubicBezTo>
                <a:cubicBezTo>
                  <a:pt x="37" y="53"/>
                  <a:pt x="37" y="53"/>
                  <a:pt x="37" y="53"/>
                </a:cubicBezTo>
                <a:cubicBezTo>
                  <a:pt x="37" y="51"/>
                  <a:pt x="37" y="51"/>
                  <a:pt x="37" y="51"/>
                </a:cubicBezTo>
                <a:cubicBezTo>
                  <a:pt x="29" y="45"/>
                  <a:pt x="29" y="45"/>
                  <a:pt x="29" y="45"/>
                </a:cubicBezTo>
                <a:cubicBezTo>
                  <a:pt x="30" y="30"/>
                  <a:pt x="30" y="30"/>
                  <a:pt x="30" y="30"/>
                </a:cubicBezTo>
                <a:cubicBezTo>
                  <a:pt x="30" y="30"/>
                  <a:pt x="30" y="29"/>
                  <a:pt x="30" y="28"/>
                </a:cubicBezTo>
                <a:cubicBezTo>
                  <a:pt x="38" y="28"/>
                  <a:pt x="38" y="28"/>
                  <a:pt x="38" y="28"/>
                </a:cubicBezTo>
                <a:cubicBezTo>
                  <a:pt x="55" y="33"/>
                  <a:pt x="55" y="33"/>
                  <a:pt x="55" y="33"/>
                </a:cubicBezTo>
                <a:cubicBezTo>
                  <a:pt x="55" y="30"/>
                  <a:pt x="55" y="30"/>
                  <a:pt x="55" y="30"/>
                </a:cubicBezTo>
                <a:lnTo>
                  <a:pt x="48" y="26"/>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7" name="Freeform 52">
            <a:extLst>
              <a:ext uri="{FF2B5EF4-FFF2-40B4-BE49-F238E27FC236}">
                <a16:creationId xmlns:a16="http://schemas.microsoft.com/office/drawing/2014/main" id="{06BA2CB6-C3F9-8BBE-D31A-4EA21A85D467}"/>
              </a:ext>
            </a:extLst>
          </p:cNvPr>
          <p:cNvSpPr>
            <a:spLocks noEditPoints="1"/>
          </p:cNvSpPr>
          <p:nvPr/>
        </p:nvSpPr>
        <p:spPr bwMode="auto">
          <a:xfrm>
            <a:off x="10152154" y="3367591"/>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5 w 86"/>
              <a:gd name="T29" fmla="*/ 74 h 86"/>
              <a:gd name="T30" fmla="*/ 9 w 86"/>
              <a:gd name="T31" fmla="*/ 69 h 86"/>
              <a:gd name="T32" fmla="*/ 82 w 86"/>
              <a:gd name="T33" fmla="*/ 57 h 86"/>
              <a:gd name="T34" fmla="*/ 81 w 86"/>
              <a:gd name="T35" fmla="*/ 64 h 86"/>
              <a:gd name="T36" fmla="*/ 2 w 86"/>
              <a:gd name="T37" fmla="*/ 57 h 86"/>
              <a:gd name="T38" fmla="*/ 6 w 86"/>
              <a:gd name="T39" fmla="*/ 63 h 86"/>
              <a:gd name="T40" fmla="*/ 2 w 86"/>
              <a:gd name="T41" fmla="*/ 57 h 86"/>
              <a:gd name="T42" fmla="*/ 85 w 86"/>
              <a:gd name="T43" fmla="*/ 44 h 86"/>
              <a:gd name="T44" fmla="*/ 86 w 86"/>
              <a:gd name="T45" fmla="*/ 51 h 86"/>
              <a:gd name="T46" fmla="*/ 0 w 86"/>
              <a:gd name="T47" fmla="*/ 44 h 86"/>
              <a:gd name="T48" fmla="*/ 2 w 86"/>
              <a:gd name="T49" fmla="*/ 43 h 86"/>
              <a:gd name="T50" fmla="*/ 2 w 86"/>
              <a:gd name="T51" fmla="*/ 49 h 86"/>
              <a:gd name="T52" fmla="*/ 0 w 86"/>
              <a:gd name="T53" fmla="*/ 44 h 86"/>
              <a:gd name="T54" fmla="*/ 85 w 86"/>
              <a:gd name="T55" fmla="*/ 31 h 86"/>
              <a:gd name="T56" fmla="*/ 85 w 86"/>
              <a:gd name="T57" fmla="*/ 39 h 86"/>
              <a:gd name="T58" fmla="*/ 1 w 86"/>
              <a:gd name="T59" fmla="*/ 35 h 86"/>
              <a:gd name="T60" fmla="*/ 4 w 86"/>
              <a:gd name="T61" fmla="*/ 29 h 86"/>
              <a:gd name="T62" fmla="*/ 1 w 86"/>
              <a:gd name="T63" fmla="*/ 35 h 86"/>
              <a:gd name="T64" fmla="*/ 78 w 86"/>
              <a:gd name="T65" fmla="*/ 19 h 86"/>
              <a:gd name="T66" fmla="*/ 81 w 86"/>
              <a:gd name="T67" fmla="*/ 25 h 86"/>
              <a:gd name="T68" fmla="*/ 6 w 86"/>
              <a:gd name="T69" fmla="*/ 22 h 86"/>
              <a:gd name="T70" fmla="*/ 11 w 86"/>
              <a:gd name="T71" fmla="*/ 17 h 86"/>
              <a:gd name="T72" fmla="*/ 6 w 86"/>
              <a:gd name="T73" fmla="*/ 22 h 86"/>
              <a:gd name="T74" fmla="*/ 67 w 86"/>
              <a:gd name="T75" fmla="*/ 10 h 86"/>
              <a:gd name="T76" fmla="*/ 73 w 86"/>
              <a:gd name="T77" fmla="*/ 13 h 86"/>
              <a:gd name="T78" fmla="*/ 67 w 86"/>
              <a:gd name="T79" fmla="*/ 10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3"/>
                  <a:pt x="25" y="83"/>
                  <a:pt x="25" y="83"/>
                </a:cubicBezTo>
                <a:cubicBezTo>
                  <a:pt x="23" y="82"/>
                  <a:pt x="21" y="81"/>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6" y="72"/>
                  <a:pt x="74" y="74"/>
                  <a:pt x="72" y="75"/>
                </a:cubicBezTo>
                <a:lnTo>
                  <a:pt x="71" y="74"/>
                </a:lnTo>
                <a:close/>
                <a:moveTo>
                  <a:pt x="9" y="69"/>
                </a:moveTo>
                <a:cubicBezTo>
                  <a:pt x="10" y="68"/>
                  <a:pt x="10" y="68"/>
                  <a:pt x="10" y="68"/>
                </a:cubicBezTo>
                <a:cubicBezTo>
                  <a:pt x="11" y="70"/>
                  <a:pt x="13" y="72"/>
                  <a:pt x="15" y="74"/>
                </a:cubicBezTo>
                <a:cubicBezTo>
                  <a:pt x="13" y="75"/>
                  <a:pt x="13" y="75"/>
                  <a:pt x="13" y="75"/>
                </a:cubicBezTo>
                <a:cubicBezTo>
                  <a:pt x="12" y="73"/>
                  <a:pt x="10" y="71"/>
                  <a:pt x="9" y="69"/>
                </a:cubicBezTo>
                <a:close/>
                <a:moveTo>
                  <a:pt x="80" y="63"/>
                </a:moveTo>
                <a:cubicBezTo>
                  <a:pt x="81" y="61"/>
                  <a:pt x="82" y="59"/>
                  <a:pt x="82" y="57"/>
                </a:cubicBezTo>
                <a:cubicBezTo>
                  <a:pt x="84" y="58"/>
                  <a:pt x="84" y="58"/>
                  <a:pt x="84" y="58"/>
                </a:cubicBezTo>
                <a:cubicBezTo>
                  <a:pt x="83" y="60"/>
                  <a:pt x="82" y="62"/>
                  <a:pt x="81" y="64"/>
                </a:cubicBezTo>
                <a:lnTo>
                  <a:pt x="80" y="63"/>
                </a:lnTo>
                <a:close/>
                <a:moveTo>
                  <a:pt x="2" y="57"/>
                </a:moveTo>
                <a:cubicBezTo>
                  <a:pt x="4" y="56"/>
                  <a:pt x="4" y="56"/>
                  <a:pt x="4" y="56"/>
                </a:cubicBezTo>
                <a:cubicBezTo>
                  <a:pt x="4" y="58"/>
                  <a:pt x="5" y="61"/>
                  <a:pt x="6" y="63"/>
                </a:cubicBezTo>
                <a:cubicBezTo>
                  <a:pt x="5" y="63"/>
                  <a:pt x="5" y="63"/>
                  <a:pt x="5" y="63"/>
                </a:cubicBezTo>
                <a:cubicBezTo>
                  <a:pt x="4" y="61"/>
                  <a:pt x="3" y="59"/>
                  <a:pt x="2" y="57"/>
                </a:cubicBezTo>
                <a:close/>
                <a:moveTo>
                  <a:pt x="84" y="50"/>
                </a:moveTo>
                <a:cubicBezTo>
                  <a:pt x="85" y="48"/>
                  <a:pt x="85" y="46"/>
                  <a:pt x="85" y="44"/>
                </a:cubicBezTo>
                <a:cubicBezTo>
                  <a:pt x="86" y="44"/>
                  <a:pt x="86" y="44"/>
                  <a:pt x="86" y="44"/>
                </a:cubicBezTo>
                <a:cubicBezTo>
                  <a:pt x="86" y="46"/>
                  <a:pt x="86" y="48"/>
                  <a:pt x="86" y="51"/>
                </a:cubicBezTo>
                <a:lnTo>
                  <a:pt x="84" y="50"/>
                </a:lnTo>
                <a:close/>
                <a:moveTo>
                  <a:pt x="0" y="44"/>
                </a:moveTo>
                <a:cubicBezTo>
                  <a:pt x="0" y="43"/>
                  <a:pt x="0" y="43"/>
                  <a:pt x="0" y="43"/>
                </a:cubicBezTo>
                <a:cubicBezTo>
                  <a:pt x="2" y="43"/>
                  <a:pt x="2" y="43"/>
                  <a:pt x="2" y="43"/>
                </a:cubicBezTo>
                <a:cubicBezTo>
                  <a:pt x="2" y="43"/>
                  <a:pt x="2" y="43"/>
                  <a:pt x="2" y="44"/>
                </a:cubicBezTo>
                <a:cubicBezTo>
                  <a:pt x="2" y="46"/>
                  <a:pt x="2" y="47"/>
                  <a:pt x="2" y="49"/>
                </a:cubicBezTo>
                <a:cubicBezTo>
                  <a:pt x="1" y="50"/>
                  <a:pt x="1" y="50"/>
                  <a:pt x="1" y="50"/>
                </a:cubicBezTo>
                <a:cubicBezTo>
                  <a:pt x="0" y="48"/>
                  <a:pt x="0" y="46"/>
                  <a:pt x="0" y="44"/>
                </a:cubicBezTo>
                <a:close/>
                <a:moveTo>
                  <a:pt x="83" y="32"/>
                </a:moveTo>
                <a:cubicBezTo>
                  <a:pt x="85" y="31"/>
                  <a:pt x="85" y="31"/>
                  <a:pt x="85" y="31"/>
                </a:cubicBezTo>
                <a:cubicBezTo>
                  <a:pt x="85" y="34"/>
                  <a:pt x="86" y="36"/>
                  <a:pt x="86" y="38"/>
                </a:cubicBezTo>
                <a:cubicBezTo>
                  <a:pt x="85" y="39"/>
                  <a:pt x="85" y="39"/>
                  <a:pt x="85"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9"/>
                  <a:pt x="78" y="19"/>
                  <a:pt x="78" y="19"/>
                </a:cubicBezTo>
                <a:cubicBezTo>
                  <a:pt x="80" y="21"/>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10"/>
                </a:moveTo>
                <a:cubicBezTo>
                  <a:pt x="67" y="10"/>
                  <a:pt x="67" y="10"/>
                  <a:pt x="67" y="10"/>
                </a:cubicBezTo>
                <a:cubicBezTo>
                  <a:pt x="68" y="9"/>
                  <a:pt x="68" y="9"/>
                  <a:pt x="68" y="9"/>
                </a:cubicBezTo>
                <a:cubicBezTo>
                  <a:pt x="70" y="10"/>
                  <a:pt x="72" y="11"/>
                  <a:pt x="73" y="13"/>
                </a:cubicBezTo>
                <a:cubicBezTo>
                  <a:pt x="72" y="14"/>
                  <a:pt x="72" y="14"/>
                  <a:pt x="72" y="14"/>
                </a:cubicBezTo>
                <a:cubicBezTo>
                  <a:pt x="71" y="12"/>
                  <a:pt x="69" y="11"/>
                  <a:pt x="67" y="10"/>
                </a:cubicBezTo>
                <a:close/>
                <a:moveTo>
                  <a:pt x="15" y="11"/>
                </a:moveTo>
                <a:cubicBezTo>
                  <a:pt x="17" y="9"/>
                  <a:pt x="19" y="8"/>
                  <a:pt x="21" y="7"/>
                </a:cubicBezTo>
                <a:cubicBezTo>
                  <a:pt x="21" y="8"/>
                  <a:pt x="21" y="8"/>
                  <a:pt x="21" y="8"/>
                </a:cubicBezTo>
                <a:cubicBezTo>
                  <a:pt x="20" y="9"/>
                  <a:pt x="18" y="11"/>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3" y="2"/>
                  <a:pt x="42" y="2"/>
                  <a:pt x="41" y="2"/>
                </a:cubicBezTo>
                <a:cubicBezTo>
                  <a:pt x="41" y="1"/>
                  <a:pt x="41" y="1"/>
                  <a:pt x="41" y="1"/>
                </a:cubicBezTo>
                <a:cubicBezTo>
                  <a:pt x="42" y="1"/>
                  <a:pt x="42" y="0"/>
                  <a:pt x="43" y="0"/>
                </a:cubicBezTo>
                <a:cubicBezTo>
                  <a:pt x="45" y="0"/>
                  <a:pt x="47"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8" name="TextBox 1401">
            <a:extLst>
              <a:ext uri="{FF2B5EF4-FFF2-40B4-BE49-F238E27FC236}">
                <a16:creationId xmlns:a16="http://schemas.microsoft.com/office/drawing/2014/main" id="{38C5DCC5-D458-0B25-7DD6-38AC7E04DCA6}"/>
              </a:ext>
            </a:extLst>
          </p:cNvPr>
          <p:cNvSpPr txBox="1"/>
          <p:nvPr/>
        </p:nvSpPr>
        <p:spPr bwMode="auto">
          <a:xfrm>
            <a:off x="222654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9" name="TextBox 1412">
            <a:extLst>
              <a:ext uri="{FF2B5EF4-FFF2-40B4-BE49-F238E27FC236}">
                <a16:creationId xmlns:a16="http://schemas.microsoft.com/office/drawing/2014/main" id="{01C6D69F-2DB6-CC06-F7AF-756253B399F7}"/>
              </a:ext>
            </a:extLst>
          </p:cNvPr>
          <p:cNvSpPr txBox="1"/>
          <p:nvPr/>
        </p:nvSpPr>
        <p:spPr bwMode="auto">
          <a:xfrm>
            <a:off x="222654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0" name="TextBox 1414">
            <a:extLst>
              <a:ext uri="{FF2B5EF4-FFF2-40B4-BE49-F238E27FC236}">
                <a16:creationId xmlns:a16="http://schemas.microsoft.com/office/drawing/2014/main" id="{463AFDFF-A2DC-2CA2-B23B-5EA56A0B391D}"/>
              </a:ext>
            </a:extLst>
          </p:cNvPr>
          <p:cNvSpPr txBox="1"/>
          <p:nvPr/>
        </p:nvSpPr>
        <p:spPr bwMode="auto">
          <a:xfrm>
            <a:off x="222654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sp>
        <p:nvSpPr>
          <p:cNvPr id="41" name="TextBox 1416">
            <a:extLst>
              <a:ext uri="{FF2B5EF4-FFF2-40B4-BE49-F238E27FC236}">
                <a16:creationId xmlns:a16="http://schemas.microsoft.com/office/drawing/2014/main" id="{F79E5CEE-AEFB-E46E-E08D-54F3DF0F6834}"/>
              </a:ext>
            </a:extLst>
          </p:cNvPr>
          <p:cNvSpPr txBox="1"/>
          <p:nvPr/>
        </p:nvSpPr>
        <p:spPr bwMode="auto">
          <a:xfrm>
            <a:off x="698636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42" name="TextBox 1418">
            <a:extLst>
              <a:ext uri="{FF2B5EF4-FFF2-40B4-BE49-F238E27FC236}">
                <a16:creationId xmlns:a16="http://schemas.microsoft.com/office/drawing/2014/main" id="{A435ED69-01AC-33F2-27BD-F714B597A9A2}"/>
              </a:ext>
            </a:extLst>
          </p:cNvPr>
          <p:cNvSpPr txBox="1"/>
          <p:nvPr/>
        </p:nvSpPr>
        <p:spPr bwMode="auto">
          <a:xfrm>
            <a:off x="698636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3" name="TextBox 1420">
            <a:extLst>
              <a:ext uri="{FF2B5EF4-FFF2-40B4-BE49-F238E27FC236}">
                <a16:creationId xmlns:a16="http://schemas.microsoft.com/office/drawing/2014/main" id="{1CF8A38A-DEA6-E6F4-7613-49109DCE7F69}"/>
              </a:ext>
            </a:extLst>
          </p:cNvPr>
          <p:cNvSpPr txBox="1"/>
          <p:nvPr/>
        </p:nvSpPr>
        <p:spPr bwMode="auto">
          <a:xfrm>
            <a:off x="698636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cxnSp>
        <p:nvCxnSpPr>
          <p:cNvPr id="44" name="直接连接符 43">
            <a:extLst>
              <a:ext uri="{FF2B5EF4-FFF2-40B4-BE49-F238E27FC236}">
                <a16:creationId xmlns:a16="http://schemas.microsoft.com/office/drawing/2014/main" id="{EDE8F9B9-1A13-189F-7B29-A8186658DAD2}"/>
              </a:ext>
            </a:extLst>
          </p:cNvPr>
          <p:cNvCxnSpPr/>
          <p:nvPr/>
        </p:nvCxnSpPr>
        <p:spPr>
          <a:xfrm flipH="1">
            <a:off x="1251778"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E2A0F361-AA24-D6B4-8C25-9649AECE21D0}"/>
              </a:ext>
            </a:extLst>
          </p:cNvPr>
          <p:cNvCxnSpPr/>
          <p:nvPr/>
        </p:nvCxnSpPr>
        <p:spPr>
          <a:xfrm flipH="1">
            <a:off x="1251778"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891B9AE2-56C1-54E5-75DA-785DD3056D75}"/>
              </a:ext>
            </a:extLst>
          </p:cNvPr>
          <p:cNvCxnSpPr/>
          <p:nvPr/>
        </p:nvCxnSpPr>
        <p:spPr>
          <a:xfrm flipH="1">
            <a:off x="7034741"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6DFFBED-120E-2F03-7A54-9F4106F76DEE}"/>
              </a:ext>
            </a:extLst>
          </p:cNvPr>
          <p:cNvCxnSpPr/>
          <p:nvPr/>
        </p:nvCxnSpPr>
        <p:spPr>
          <a:xfrm flipH="1">
            <a:off x="7034741"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8" name="Oval 22">
            <a:extLst>
              <a:ext uri="{FF2B5EF4-FFF2-40B4-BE49-F238E27FC236}">
                <a16:creationId xmlns:a16="http://schemas.microsoft.com/office/drawing/2014/main" id="{A05BEC9D-52B1-8F2F-58D6-78B8C576429C}"/>
              </a:ext>
            </a:extLst>
          </p:cNvPr>
          <p:cNvSpPr>
            <a:spLocks noChangeArrowheads="1"/>
          </p:cNvSpPr>
          <p:nvPr/>
        </p:nvSpPr>
        <p:spPr bwMode="auto">
          <a:xfrm>
            <a:off x="1322719"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49" name="Freeform 23">
            <a:extLst>
              <a:ext uri="{FF2B5EF4-FFF2-40B4-BE49-F238E27FC236}">
                <a16:creationId xmlns:a16="http://schemas.microsoft.com/office/drawing/2014/main" id="{A772B3A9-940B-745C-4756-006A1CCC5F4B}"/>
              </a:ext>
            </a:extLst>
          </p:cNvPr>
          <p:cNvSpPr>
            <a:spLocks noEditPoints="1"/>
          </p:cNvSpPr>
          <p:nvPr/>
        </p:nvSpPr>
        <p:spPr bwMode="auto">
          <a:xfrm>
            <a:off x="1651385"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50" name="组合 49">
            <a:extLst>
              <a:ext uri="{FF2B5EF4-FFF2-40B4-BE49-F238E27FC236}">
                <a16:creationId xmlns:a16="http://schemas.microsoft.com/office/drawing/2014/main" id="{33CCE7DB-A895-055E-4A4E-BD0A322870D7}"/>
              </a:ext>
            </a:extLst>
          </p:cNvPr>
          <p:cNvGrpSpPr/>
          <p:nvPr/>
        </p:nvGrpSpPr>
        <p:grpSpPr>
          <a:xfrm>
            <a:off x="1470231" y="5018690"/>
            <a:ext cx="346783" cy="476180"/>
            <a:chOff x="10231709" y="4917090"/>
            <a:chExt cx="346783" cy="476180"/>
          </a:xfrm>
        </p:grpSpPr>
        <p:sp>
          <p:nvSpPr>
            <p:cNvPr id="51" name="Freeform 25">
              <a:extLst>
                <a:ext uri="{FF2B5EF4-FFF2-40B4-BE49-F238E27FC236}">
                  <a16:creationId xmlns:a16="http://schemas.microsoft.com/office/drawing/2014/main" id="{E7993D3A-4DB8-6420-1C93-791712A178AE}"/>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2" name="Freeform 26">
              <a:extLst>
                <a:ext uri="{FF2B5EF4-FFF2-40B4-BE49-F238E27FC236}">
                  <a16:creationId xmlns:a16="http://schemas.microsoft.com/office/drawing/2014/main" id="{04F49CC3-F751-F5DA-3120-961EFEBE006B}"/>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3" name="Freeform 27">
              <a:extLst>
                <a:ext uri="{FF2B5EF4-FFF2-40B4-BE49-F238E27FC236}">
                  <a16:creationId xmlns:a16="http://schemas.microsoft.com/office/drawing/2014/main" id="{4E5B3D37-33D9-E0BE-6336-A8274B8ED089}"/>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4" name="Freeform 28">
              <a:extLst>
                <a:ext uri="{FF2B5EF4-FFF2-40B4-BE49-F238E27FC236}">
                  <a16:creationId xmlns:a16="http://schemas.microsoft.com/office/drawing/2014/main" id="{5085791F-720A-9393-CADF-39DB0504E19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5" name="Freeform 29">
              <a:extLst>
                <a:ext uri="{FF2B5EF4-FFF2-40B4-BE49-F238E27FC236}">
                  <a16:creationId xmlns:a16="http://schemas.microsoft.com/office/drawing/2014/main" id="{2478FF30-B0F5-8C7F-EF07-434C78745289}"/>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6" name="Freeform 30">
              <a:extLst>
                <a:ext uri="{FF2B5EF4-FFF2-40B4-BE49-F238E27FC236}">
                  <a16:creationId xmlns:a16="http://schemas.microsoft.com/office/drawing/2014/main" id="{86EC713C-47D8-1D00-79D6-E611C9DC4118}"/>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7" name="Freeform 31">
              <a:extLst>
                <a:ext uri="{FF2B5EF4-FFF2-40B4-BE49-F238E27FC236}">
                  <a16:creationId xmlns:a16="http://schemas.microsoft.com/office/drawing/2014/main" id="{1A1718C6-8F17-CC28-1B01-FD697F20EFB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8" name="Freeform 32">
              <a:extLst>
                <a:ext uri="{FF2B5EF4-FFF2-40B4-BE49-F238E27FC236}">
                  <a16:creationId xmlns:a16="http://schemas.microsoft.com/office/drawing/2014/main" id="{82878612-A4A6-FCA0-A677-37A7048AF0A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9" name="Freeform 33">
              <a:extLst>
                <a:ext uri="{FF2B5EF4-FFF2-40B4-BE49-F238E27FC236}">
                  <a16:creationId xmlns:a16="http://schemas.microsoft.com/office/drawing/2014/main" id="{040B087E-E239-B98C-CFB5-475288685460}"/>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0" name="Freeform 34">
              <a:extLst>
                <a:ext uri="{FF2B5EF4-FFF2-40B4-BE49-F238E27FC236}">
                  <a16:creationId xmlns:a16="http://schemas.microsoft.com/office/drawing/2014/main" id="{C3BCB0B8-2824-F581-B2E8-F447FBFD64DE}"/>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1" name="Freeform 35">
              <a:extLst>
                <a:ext uri="{FF2B5EF4-FFF2-40B4-BE49-F238E27FC236}">
                  <a16:creationId xmlns:a16="http://schemas.microsoft.com/office/drawing/2014/main" id="{B4B9565E-175A-F385-38E5-80DEE2086EA3}"/>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2" name="Freeform 36">
              <a:extLst>
                <a:ext uri="{FF2B5EF4-FFF2-40B4-BE49-F238E27FC236}">
                  <a16:creationId xmlns:a16="http://schemas.microsoft.com/office/drawing/2014/main" id="{C9AB93C4-6605-E17D-1CDA-9CDF0D6C486C}"/>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63" name="Freeform 37">
            <a:extLst>
              <a:ext uri="{FF2B5EF4-FFF2-40B4-BE49-F238E27FC236}">
                <a16:creationId xmlns:a16="http://schemas.microsoft.com/office/drawing/2014/main" id="{8D856841-81F9-504F-FAE8-CEFDBC46BE66}"/>
              </a:ext>
            </a:extLst>
          </p:cNvPr>
          <p:cNvSpPr>
            <a:spLocks noEditPoints="1"/>
          </p:cNvSpPr>
          <p:nvPr/>
        </p:nvSpPr>
        <p:spPr bwMode="auto">
          <a:xfrm>
            <a:off x="1289076"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4" name="Oval 22">
            <a:extLst>
              <a:ext uri="{FF2B5EF4-FFF2-40B4-BE49-F238E27FC236}">
                <a16:creationId xmlns:a16="http://schemas.microsoft.com/office/drawing/2014/main" id="{08766537-DD27-36AD-71A5-7D773D89205B}"/>
              </a:ext>
            </a:extLst>
          </p:cNvPr>
          <p:cNvSpPr>
            <a:spLocks noChangeArrowheads="1"/>
          </p:cNvSpPr>
          <p:nvPr/>
        </p:nvSpPr>
        <p:spPr bwMode="auto">
          <a:xfrm>
            <a:off x="1322719" y="3450277"/>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65" name="Freeform 23">
            <a:extLst>
              <a:ext uri="{FF2B5EF4-FFF2-40B4-BE49-F238E27FC236}">
                <a16:creationId xmlns:a16="http://schemas.microsoft.com/office/drawing/2014/main" id="{641405F5-EF5F-9B2C-5035-07D40E998A4A}"/>
              </a:ext>
            </a:extLst>
          </p:cNvPr>
          <p:cNvSpPr>
            <a:spLocks noEditPoints="1"/>
          </p:cNvSpPr>
          <p:nvPr/>
        </p:nvSpPr>
        <p:spPr bwMode="auto">
          <a:xfrm>
            <a:off x="1651385" y="3450277"/>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66" name="组合 65">
            <a:extLst>
              <a:ext uri="{FF2B5EF4-FFF2-40B4-BE49-F238E27FC236}">
                <a16:creationId xmlns:a16="http://schemas.microsoft.com/office/drawing/2014/main" id="{2B3C6AF5-05EB-59E8-EA02-D3D7C3969957}"/>
              </a:ext>
            </a:extLst>
          </p:cNvPr>
          <p:cNvGrpSpPr/>
          <p:nvPr/>
        </p:nvGrpSpPr>
        <p:grpSpPr>
          <a:xfrm>
            <a:off x="1470231" y="3543442"/>
            <a:ext cx="346783" cy="476180"/>
            <a:chOff x="10231709" y="4917090"/>
            <a:chExt cx="346783" cy="476180"/>
          </a:xfrm>
        </p:grpSpPr>
        <p:sp>
          <p:nvSpPr>
            <p:cNvPr id="67" name="Freeform 25">
              <a:extLst>
                <a:ext uri="{FF2B5EF4-FFF2-40B4-BE49-F238E27FC236}">
                  <a16:creationId xmlns:a16="http://schemas.microsoft.com/office/drawing/2014/main" id="{4E7A4054-65F6-9F58-CF94-7B6B90857DA7}"/>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8" name="Freeform 26">
              <a:extLst>
                <a:ext uri="{FF2B5EF4-FFF2-40B4-BE49-F238E27FC236}">
                  <a16:creationId xmlns:a16="http://schemas.microsoft.com/office/drawing/2014/main" id="{BFD8BBF5-26B0-A3FC-5DC7-EFF67DC724D6}"/>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9" name="Freeform 27">
              <a:extLst>
                <a:ext uri="{FF2B5EF4-FFF2-40B4-BE49-F238E27FC236}">
                  <a16:creationId xmlns:a16="http://schemas.microsoft.com/office/drawing/2014/main" id="{801231C6-4D91-8783-FE78-1A7D75DC06E1}"/>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0" name="Freeform 28">
              <a:extLst>
                <a:ext uri="{FF2B5EF4-FFF2-40B4-BE49-F238E27FC236}">
                  <a16:creationId xmlns:a16="http://schemas.microsoft.com/office/drawing/2014/main" id="{0167244E-E161-08F6-CF58-0C652AFFEFE4}"/>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1" name="Freeform 29">
              <a:extLst>
                <a:ext uri="{FF2B5EF4-FFF2-40B4-BE49-F238E27FC236}">
                  <a16:creationId xmlns:a16="http://schemas.microsoft.com/office/drawing/2014/main" id="{300E2851-FE7E-2648-8EE1-DAC23232A39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2" name="Freeform 30">
              <a:extLst>
                <a:ext uri="{FF2B5EF4-FFF2-40B4-BE49-F238E27FC236}">
                  <a16:creationId xmlns:a16="http://schemas.microsoft.com/office/drawing/2014/main" id="{38CC1341-E89B-F384-145F-644D28FA38EE}"/>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3" name="Freeform 31">
              <a:extLst>
                <a:ext uri="{FF2B5EF4-FFF2-40B4-BE49-F238E27FC236}">
                  <a16:creationId xmlns:a16="http://schemas.microsoft.com/office/drawing/2014/main" id="{060C4C4C-6857-89BE-4E03-0B70C0BF1988}"/>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4" name="Freeform 32">
              <a:extLst>
                <a:ext uri="{FF2B5EF4-FFF2-40B4-BE49-F238E27FC236}">
                  <a16:creationId xmlns:a16="http://schemas.microsoft.com/office/drawing/2014/main" id="{E8A70FEC-7378-82FE-49DE-350F6E08B63D}"/>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5" name="Freeform 33">
              <a:extLst>
                <a:ext uri="{FF2B5EF4-FFF2-40B4-BE49-F238E27FC236}">
                  <a16:creationId xmlns:a16="http://schemas.microsoft.com/office/drawing/2014/main" id="{4C5B9A52-245C-503B-3698-C3C714957C6D}"/>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6" name="Freeform 34">
              <a:extLst>
                <a:ext uri="{FF2B5EF4-FFF2-40B4-BE49-F238E27FC236}">
                  <a16:creationId xmlns:a16="http://schemas.microsoft.com/office/drawing/2014/main" id="{C241FE8D-05B0-F741-6CE4-A335B9B36E2C}"/>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7" name="Freeform 35">
              <a:extLst>
                <a:ext uri="{FF2B5EF4-FFF2-40B4-BE49-F238E27FC236}">
                  <a16:creationId xmlns:a16="http://schemas.microsoft.com/office/drawing/2014/main" id="{5BDBA9CD-A76F-5EB3-5007-BB91848B4380}"/>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8" name="Freeform 36">
              <a:extLst>
                <a:ext uri="{FF2B5EF4-FFF2-40B4-BE49-F238E27FC236}">
                  <a16:creationId xmlns:a16="http://schemas.microsoft.com/office/drawing/2014/main" id="{3F4769CD-3671-26AB-6413-C723295842FA}"/>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79" name="Freeform 37">
            <a:extLst>
              <a:ext uri="{FF2B5EF4-FFF2-40B4-BE49-F238E27FC236}">
                <a16:creationId xmlns:a16="http://schemas.microsoft.com/office/drawing/2014/main" id="{F1309EC4-13C1-FEF9-0BBD-4C30934C2246}"/>
              </a:ext>
            </a:extLst>
          </p:cNvPr>
          <p:cNvSpPr>
            <a:spLocks noEditPoints="1"/>
          </p:cNvSpPr>
          <p:nvPr/>
        </p:nvSpPr>
        <p:spPr bwMode="auto">
          <a:xfrm>
            <a:off x="1289076" y="3419222"/>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0" name="Oval 22">
            <a:extLst>
              <a:ext uri="{FF2B5EF4-FFF2-40B4-BE49-F238E27FC236}">
                <a16:creationId xmlns:a16="http://schemas.microsoft.com/office/drawing/2014/main" id="{68313D47-C5F2-9236-DC37-AF6DD9B7F7A7}"/>
              </a:ext>
            </a:extLst>
          </p:cNvPr>
          <p:cNvSpPr>
            <a:spLocks noChangeArrowheads="1"/>
          </p:cNvSpPr>
          <p:nvPr/>
        </p:nvSpPr>
        <p:spPr bwMode="auto">
          <a:xfrm>
            <a:off x="1322719" y="1864584"/>
            <a:ext cx="652159" cy="652158"/>
          </a:xfrm>
          <a:prstGeom prst="ellipse">
            <a:avLst/>
          </a:prstGeom>
          <a:solidFill>
            <a:schemeClr val="accent1"/>
          </a:solidFill>
          <a:ln>
            <a:noFill/>
          </a:ln>
        </p:spPr>
        <p:txBody>
          <a:bodyPr/>
          <a:lstStyle/>
          <a:p>
            <a:endParaRPr lang="zh-CN" altLang="en-US" sz="2135">
              <a:cs typeface="+mn-ea"/>
              <a:sym typeface="+mn-lt"/>
            </a:endParaRPr>
          </a:p>
        </p:txBody>
      </p:sp>
      <p:sp>
        <p:nvSpPr>
          <p:cNvPr id="81" name="Freeform 23">
            <a:extLst>
              <a:ext uri="{FF2B5EF4-FFF2-40B4-BE49-F238E27FC236}">
                <a16:creationId xmlns:a16="http://schemas.microsoft.com/office/drawing/2014/main" id="{CA38C6A5-3D06-648D-4B9B-8F9BA6811DE0}"/>
              </a:ext>
            </a:extLst>
          </p:cNvPr>
          <p:cNvSpPr>
            <a:spLocks noEditPoints="1"/>
          </p:cNvSpPr>
          <p:nvPr/>
        </p:nvSpPr>
        <p:spPr bwMode="auto">
          <a:xfrm>
            <a:off x="1651385" y="1864584"/>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82" name="组合 81">
            <a:extLst>
              <a:ext uri="{FF2B5EF4-FFF2-40B4-BE49-F238E27FC236}">
                <a16:creationId xmlns:a16="http://schemas.microsoft.com/office/drawing/2014/main" id="{6E03ECF6-E456-177A-96C0-E86AEE8122DD}"/>
              </a:ext>
            </a:extLst>
          </p:cNvPr>
          <p:cNvGrpSpPr/>
          <p:nvPr/>
        </p:nvGrpSpPr>
        <p:grpSpPr>
          <a:xfrm>
            <a:off x="1470231" y="1957749"/>
            <a:ext cx="346783" cy="476180"/>
            <a:chOff x="10231709" y="4917090"/>
            <a:chExt cx="346783" cy="476180"/>
          </a:xfrm>
        </p:grpSpPr>
        <p:sp>
          <p:nvSpPr>
            <p:cNvPr id="83" name="Freeform 25">
              <a:extLst>
                <a:ext uri="{FF2B5EF4-FFF2-40B4-BE49-F238E27FC236}">
                  <a16:creationId xmlns:a16="http://schemas.microsoft.com/office/drawing/2014/main" id="{E5D43ABB-D2B6-DF6E-4232-E3E2D11E33FD}"/>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4" name="Freeform 26">
              <a:extLst>
                <a:ext uri="{FF2B5EF4-FFF2-40B4-BE49-F238E27FC236}">
                  <a16:creationId xmlns:a16="http://schemas.microsoft.com/office/drawing/2014/main" id="{A30E9585-E50D-C29E-63A9-5BCD7A93C113}"/>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5" name="Freeform 27">
              <a:extLst>
                <a:ext uri="{FF2B5EF4-FFF2-40B4-BE49-F238E27FC236}">
                  <a16:creationId xmlns:a16="http://schemas.microsoft.com/office/drawing/2014/main" id="{4DBBB6A1-7FC9-D1AF-ACB2-95C929278B1A}"/>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6" name="Freeform 28">
              <a:extLst>
                <a:ext uri="{FF2B5EF4-FFF2-40B4-BE49-F238E27FC236}">
                  <a16:creationId xmlns:a16="http://schemas.microsoft.com/office/drawing/2014/main" id="{3D039298-5530-B447-47E3-8452FF10FD69}"/>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7" name="Freeform 29">
              <a:extLst>
                <a:ext uri="{FF2B5EF4-FFF2-40B4-BE49-F238E27FC236}">
                  <a16:creationId xmlns:a16="http://schemas.microsoft.com/office/drawing/2014/main" id="{8CC7C2C8-A3BC-A43F-EFD9-88F8CF3F5D4E}"/>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8" name="Freeform 30">
              <a:extLst>
                <a:ext uri="{FF2B5EF4-FFF2-40B4-BE49-F238E27FC236}">
                  <a16:creationId xmlns:a16="http://schemas.microsoft.com/office/drawing/2014/main" id="{04BCC21F-6475-CD6A-9417-7453AF859EA0}"/>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9" name="Freeform 31">
              <a:extLst>
                <a:ext uri="{FF2B5EF4-FFF2-40B4-BE49-F238E27FC236}">
                  <a16:creationId xmlns:a16="http://schemas.microsoft.com/office/drawing/2014/main" id="{7E191426-4B3D-A384-75AF-3432C6076961}"/>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0" name="Freeform 32">
              <a:extLst>
                <a:ext uri="{FF2B5EF4-FFF2-40B4-BE49-F238E27FC236}">
                  <a16:creationId xmlns:a16="http://schemas.microsoft.com/office/drawing/2014/main" id="{C4217A3D-20D3-A3D1-59DB-D4F604D6E31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1" name="Freeform 33">
              <a:extLst>
                <a:ext uri="{FF2B5EF4-FFF2-40B4-BE49-F238E27FC236}">
                  <a16:creationId xmlns:a16="http://schemas.microsoft.com/office/drawing/2014/main" id="{8D25334C-352C-6DD7-C7C9-DE20840635B1}"/>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2" name="Freeform 34">
              <a:extLst>
                <a:ext uri="{FF2B5EF4-FFF2-40B4-BE49-F238E27FC236}">
                  <a16:creationId xmlns:a16="http://schemas.microsoft.com/office/drawing/2014/main" id="{E7D71668-5D7E-A16C-764A-3E77959E347A}"/>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3" name="Freeform 35">
              <a:extLst>
                <a:ext uri="{FF2B5EF4-FFF2-40B4-BE49-F238E27FC236}">
                  <a16:creationId xmlns:a16="http://schemas.microsoft.com/office/drawing/2014/main" id="{C93D005F-F381-0440-3715-9C86580057B8}"/>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4" name="Freeform 36">
              <a:extLst>
                <a:ext uri="{FF2B5EF4-FFF2-40B4-BE49-F238E27FC236}">
                  <a16:creationId xmlns:a16="http://schemas.microsoft.com/office/drawing/2014/main" id="{2D244018-5AB6-1BB8-CEBE-A55B40E7E0E4}"/>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95" name="Freeform 37">
            <a:extLst>
              <a:ext uri="{FF2B5EF4-FFF2-40B4-BE49-F238E27FC236}">
                <a16:creationId xmlns:a16="http://schemas.microsoft.com/office/drawing/2014/main" id="{73065374-D4DC-14F0-B036-5E94EB05DB71}"/>
              </a:ext>
            </a:extLst>
          </p:cNvPr>
          <p:cNvSpPr>
            <a:spLocks noEditPoints="1"/>
          </p:cNvSpPr>
          <p:nvPr/>
        </p:nvSpPr>
        <p:spPr bwMode="auto">
          <a:xfrm>
            <a:off x="1289076" y="1833529"/>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aphicFrame>
        <p:nvGraphicFramePr>
          <p:cNvPr id="96" name="图表 95">
            <a:extLst>
              <a:ext uri="{FF2B5EF4-FFF2-40B4-BE49-F238E27FC236}">
                <a16:creationId xmlns:a16="http://schemas.microsoft.com/office/drawing/2014/main" id="{DB270B36-DBE4-DA07-5CC9-EA53F125A969}"/>
              </a:ext>
            </a:extLst>
          </p:cNvPr>
          <p:cNvGraphicFramePr/>
          <p:nvPr>
            <p:extLst>
              <p:ext uri="{D42A27DB-BD31-4B8C-83A1-F6EECF244321}">
                <p14:modId xmlns:p14="http://schemas.microsoft.com/office/powerpoint/2010/main" val="3292556865"/>
              </p:ext>
            </p:extLst>
          </p:nvPr>
        </p:nvGraphicFramePr>
        <p:xfrm>
          <a:off x="4812537" y="1517805"/>
          <a:ext cx="2635005" cy="14247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7" name="图表 96">
            <a:extLst>
              <a:ext uri="{FF2B5EF4-FFF2-40B4-BE49-F238E27FC236}">
                <a16:creationId xmlns:a16="http://schemas.microsoft.com/office/drawing/2014/main" id="{0F8660F6-5774-2EBA-6BB9-8912CD5E0EFE}"/>
              </a:ext>
            </a:extLst>
          </p:cNvPr>
          <p:cNvGraphicFramePr/>
          <p:nvPr/>
        </p:nvGraphicFramePr>
        <p:xfrm>
          <a:off x="4812537" y="2988964"/>
          <a:ext cx="2635005" cy="14247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8" name="图表 97">
            <a:extLst>
              <a:ext uri="{FF2B5EF4-FFF2-40B4-BE49-F238E27FC236}">
                <a16:creationId xmlns:a16="http://schemas.microsoft.com/office/drawing/2014/main" id="{F14E2319-BFBF-1922-91AB-5FCD829413FD}"/>
              </a:ext>
            </a:extLst>
          </p:cNvPr>
          <p:cNvGraphicFramePr/>
          <p:nvPr/>
        </p:nvGraphicFramePr>
        <p:xfrm>
          <a:off x="4812537" y="4460122"/>
          <a:ext cx="2635005" cy="1424780"/>
        </p:xfrm>
        <a:graphic>
          <a:graphicData uri="http://schemas.openxmlformats.org/drawingml/2006/chart">
            <c:chart xmlns:c="http://schemas.openxmlformats.org/drawingml/2006/chart" xmlns:r="http://schemas.openxmlformats.org/officeDocument/2006/relationships" r:id="rId4"/>
          </a:graphicData>
        </a:graphic>
      </p:graphicFrame>
      <p:sp>
        <p:nvSpPr>
          <p:cNvPr id="99" name="文本框 98">
            <a:extLst>
              <a:ext uri="{FF2B5EF4-FFF2-40B4-BE49-F238E27FC236}">
                <a16:creationId xmlns:a16="http://schemas.microsoft.com/office/drawing/2014/main" id="{69AC6F2C-35E8-72E7-3442-01E55A5C1462}"/>
              </a:ext>
            </a:extLst>
          </p:cNvPr>
          <p:cNvSpPr txBox="1"/>
          <p:nvPr/>
        </p:nvSpPr>
        <p:spPr>
          <a:xfrm>
            <a:off x="5643454" y="1941641"/>
            <a:ext cx="1005403" cy="584775"/>
          </a:xfrm>
          <a:prstGeom prst="rect">
            <a:avLst/>
          </a:prstGeom>
          <a:noFill/>
        </p:spPr>
        <p:txBody>
          <a:bodyPr wrap="none" rtlCol="0">
            <a:spAutoFit/>
          </a:bodyPr>
          <a:lstStyle/>
          <a:p>
            <a:r>
              <a:rPr lang="en-US" altLang="zh-CN" sz="3200" b="1" dirty="0">
                <a:solidFill>
                  <a:schemeClr val="accent1"/>
                </a:solidFill>
              </a:rPr>
              <a:t>45%</a:t>
            </a:r>
            <a:endParaRPr lang="zh-CN" altLang="en-US" sz="3200" b="1" dirty="0">
              <a:solidFill>
                <a:schemeClr val="accent1"/>
              </a:solidFill>
            </a:endParaRPr>
          </a:p>
        </p:txBody>
      </p:sp>
      <p:sp>
        <p:nvSpPr>
          <p:cNvPr id="100" name="文本框 99">
            <a:extLst>
              <a:ext uri="{FF2B5EF4-FFF2-40B4-BE49-F238E27FC236}">
                <a16:creationId xmlns:a16="http://schemas.microsoft.com/office/drawing/2014/main" id="{6B380649-17A9-BE43-E7F7-C343FD6289EC}"/>
              </a:ext>
            </a:extLst>
          </p:cNvPr>
          <p:cNvSpPr txBox="1"/>
          <p:nvPr/>
        </p:nvSpPr>
        <p:spPr>
          <a:xfrm>
            <a:off x="5643454" y="3414094"/>
            <a:ext cx="1005403" cy="584775"/>
          </a:xfrm>
          <a:prstGeom prst="rect">
            <a:avLst/>
          </a:prstGeom>
          <a:noFill/>
        </p:spPr>
        <p:txBody>
          <a:bodyPr wrap="none" rtlCol="0">
            <a:spAutoFit/>
          </a:bodyPr>
          <a:lstStyle/>
          <a:p>
            <a:r>
              <a:rPr lang="en-US" altLang="zh-CN" sz="3200" b="1" dirty="0">
                <a:solidFill>
                  <a:schemeClr val="accent2"/>
                </a:solidFill>
              </a:rPr>
              <a:t>85%</a:t>
            </a:r>
            <a:endParaRPr lang="zh-CN" altLang="en-US" sz="3200" b="1" dirty="0">
              <a:solidFill>
                <a:schemeClr val="accent2"/>
              </a:solidFill>
            </a:endParaRPr>
          </a:p>
        </p:txBody>
      </p:sp>
      <p:sp>
        <p:nvSpPr>
          <p:cNvPr id="101" name="文本框 100">
            <a:extLst>
              <a:ext uri="{FF2B5EF4-FFF2-40B4-BE49-F238E27FC236}">
                <a16:creationId xmlns:a16="http://schemas.microsoft.com/office/drawing/2014/main" id="{C89D4C97-2803-FCE1-A8D3-9BE328E812C2}"/>
              </a:ext>
            </a:extLst>
          </p:cNvPr>
          <p:cNvSpPr txBox="1"/>
          <p:nvPr/>
        </p:nvSpPr>
        <p:spPr>
          <a:xfrm>
            <a:off x="5643454" y="4886547"/>
            <a:ext cx="1005403" cy="584775"/>
          </a:xfrm>
          <a:prstGeom prst="rect">
            <a:avLst/>
          </a:prstGeom>
          <a:noFill/>
        </p:spPr>
        <p:txBody>
          <a:bodyPr wrap="none" rtlCol="0">
            <a:spAutoFit/>
          </a:bodyPr>
          <a:lstStyle/>
          <a:p>
            <a:r>
              <a:rPr lang="en-US" altLang="zh-CN" sz="3200" b="1" dirty="0">
                <a:solidFill>
                  <a:schemeClr val="accent5"/>
                </a:solidFill>
              </a:rPr>
              <a:t>36%</a:t>
            </a:r>
            <a:endParaRPr lang="zh-CN" altLang="en-US" sz="3200" b="1" dirty="0">
              <a:solidFill>
                <a:schemeClr val="accent5"/>
              </a:solidFill>
            </a:endParaRPr>
          </a:p>
        </p:txBody>
      </p:sp>
      <p:sp>
        <p:nvSpPr>
          <p:cNvPr id="102" name="矩形 101">
            <a:extLst>
              <a:ext uri="{FF2B5EF4-FFF2-40B4-BE49-F238E27FC236}">
                <a16:creationId xmlns:a16="http://schemas.microsoft.com/office/drawing/2014/main" id="{C73B19B9-21A9-ACF8-732A-88BE46BF679B}"/>
              </a:ext>
            </a:extLst>
          </p:cNvPr>
          <p:cNvSpPr/>
          <p:nvPr/>
        </p:nvSpPr>
        <p:spPr>
          <a:xfrm>
            <a:off x="2246466"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3" name="矩形 102">
            <a:extLst>
              <a:ext uri="{FF2B5EF4-FFF2-40B4-BE49-F238E27FC236}">
                <a16:creationId xmlns:a16="http://schemas.microsoft.com/office/drawing/2014/main" id="{76B2962E-3D80-D5A9-2F25-836AE0409124}"/>
              </a:ext>
            </a:extLst>
          </p:cNvPr>
          <p:cNvSpPr/>
          <p:nvPr/>
        </p:nvSpPr>
        <p:spPr>
          <a:xfrm>
            <a:off x="2246466"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4" name="矩形 103">
            <a:extLst>
              <a:ext uri="{FF2B5EF4-FFF2-40B4-BE49-F238E27FC236}">
                <a16:creationId xmlns:a16="http://schemas.microsoft.com/office/drawing/2014/main" id="{C2BCDE67-04E7-E428-FC47-DD5A496A54FA}"/>
              </a:ext>
            </a:extLst>
          </p:cNvPr>
          <p:cNvSpPr/>
          <p:nvPr/>
        </p:nvSpPr>
        <p:spPr>
          <a:xfrm>
            <a:off x="2246466"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5" name="矩形 104">
            <a:extLst>
              <a:ext uri="{FF2B5EF4-FFF2-40B4-BE49-F238E27FC236}">
                <a16:creationId xmlns:a16="http://schemas.microsoft.com/office/drawing/2014/main" id="{1F087D42-509C-4388-6940-8EB8325D7A88}"/>
              </a:ext>
            </a:extLst>
          </p:cNvPr>
          <p:cNvSpPr/>
          <p:nvPr/>
        </p:nvSpPr>
        <p:spPr>
          <a:xfrm>
            <a:off x="7034741"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6" name="矩形 105">
            <a:extLst>
              <a:ext uri="{FF2B5EF4-FFF2-40B4-BE49-F238E27FC236}">
                <a16:creationId xmlns:a16="http://schemas.microsoft.com/office/drawing/2014/main" id="{93D74FD4-67D5-42F1-52F5-378D55C1D033}"/>
              </a:ext>
            </a:extLst>
          </p:cNvPr>
          <p:cNvSpPr/>
          <p:nvPr/>
        </p:nvSpPr>
        <p:spPr>
          <a:xfrm>
            <a:off x="7034741"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7" name="矩形 106">
            <a:extLst>
              <a:ext uri="{FF2B5EF4-FFF2-40B4-BE49-F238E27FC236}">
                <a16:creationId xmlns:a16="http://schemas.microsoft.com/office/drawing/2014/main" id="{5C493509-2957-5881-3F9E-86B7BD52EAF9}"/>
              </a:ext>
            </a:extLst>
          </p:cNvPr>
          <p:cNvSpPr/>
          <p:nvPr/>
        </p:nvSpPr>
        <p:spPr>
          <a:xfrm>
            <a:off x="7034741"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8" name="文本占位符 33">
            <a:extLst>
              <a:ext uri="{FF2B5EF4-FFF2-40B4-BE49-F238E27FC236}">
                <a16:creationId xmlns:a16="http://schemas.microsoft.com/office/drawing/2014/main" id="{BF67191C-584B-C03E-EFA6-C93920721C88}"/>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485174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两栏内容">
    <p:spTree>
      <p:nvGrpSpPr>
        <p:cNvPr id="1" name=""/>
        <p:cNvGrpSpPr/>
        <p:nvPr/>
      </p:nvGrpSpPr>
      <p:grpSpPr>
        <a:xfrm>
          <a:off x="0" y="0"/>
          <a:ext cx="0" cy="0"/>
          <a:chOff x="0" y="0"/>
          <a:chExt cx="0" cy="0"/>
        </a:xfrm>
      </p:grpSpPr>
      <p:sp>
        <p:nvSpPr>
          <p:cNvPr id="8" name="任意多边形 19">
            <a:extLst>
              <a:ext uri="{FF2B5EF4-FFF2-40B4-BE49-F238E27FC236}">
                <a16:creationId xmlns:a16="http://schemas.microsoft.com/office/drawing/2014/main" id="{7407DA8B-1D45-2159-6DE0-FE153046B617}"/>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18">
            <a:extLst>
              <a:ext uri="{FF2B5EF4-FFF2-40B4-BE49-F238E27FC236}">
                <a16:creationId xmlns:a16="http://schemas.microsoft.com/office/drawing/2014/main" id="{B6575145-25FF-EF71-7344-4B185786E52B}"/>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1" name="组合 10">
            <a:extLst>
              <a:ext uri="{FF2B5EF4-FFF2-40B4-BE49-F238E27FC236}">
                <a16:creationId xmlns:a16="http://schemas.microsoft.com/office/drawing/2014/main" id="{DBDEE3AF-2DB8-3D8B-987F-310D11F6C202}"/>
              </a:ext>
            </a:extLst>
          </p:cNvPr>
          <p:cNvGrpSpPr/>
          <p:nvPr/>
        </p:nvGrpSpPr>
        <p:grpSpPr>
          <a:xfrm>
            <a:off x="123826" y="59558"/>
            <a:ext cx="593817" cy="593817"/>
            <a:chOff x="1131485" y="2234042"/>
            <a:chExt cx="1607262" cy="1607262"/>
          </a:xfrm>
        </p:grpSpPr>
        <p:sp>
          <p:nvSpPr>
            <p:cNvPr id="12" name="椭圆 11">
              <a:extLst>
                <a:ext uri="{FF2B5EF4-FFF2-40B4-BE49-F238E27FC236}">
                  <a16:creationId xmlns:a16="http://schemas.microsoft.com/office/drawing/2014/main" id="{FF9522AD-9AD1-1E1A-A03B-3F21D3C579A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椭圆 12">
              <a:extLst>
                <a:ext uri="{FF2B5EF4-FFF2-40B4-BE49-F238E27FC236}">
                  <a16:creationId xmlns:a16="http://schemas.microsoft.com/office/drawing/2014/main" id="{3DA89778-4C63-9F82-6FA6-25DC75F71A0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KSO_Shape">
              <a:extLst>
                <a:ext uri="{FF2B5EF4-FFF2-40B4-BE49-F238E27FC236}">
                  <a16:creationId xmlns:a16="http://schemas.microsoft.com/office/drawing/2014/main" id="{1EF6CB7D-1C43-57E2-AA84-CFAFEB8E6521}"/>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AutoShape 3">
            <a:extLst>
              <a:ext uri="{FF2B5EF4-FFF2-40B4-BE49-F238E27FC236}">
                <a16:creationId xmlns:a16="http://schemas.microsoft.com/office/drawing/2014/main" id="{DB37BAB4-EB9C-2C03-CECA-B94660B69B34}"/>
              </a:ext>
            </a:extLst>
          </p:cNvPr>
          <p:cNvSpPr>
            <a:spLocks noChangeAspect="1" noChangeArrowheads="1" noTextEdit="1"/>
          </p:cNvSpPr>
          <p:nvPr/>
        </p:nvSpPr>
        <p:spPr bwMode="auto">
          <a:xfrm>
            <a:off x="1371600" y="1758155"/>
            <a:ext cx="462491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5">
            <a:extLst>
              <a:ext uri="{FF2B5EF4-FFF2-40B4-BE49-F238E27FC236}">
                <a16:creationId xmlns:a16="http://schemas.microsoft.com/office/drawing/2014/main" id="{1D004782-4A35-5982-769D-DA7D8E88E129}"/>
              </a:ext>
            </a:extLst>
          </p:cNvPr>
          <p:cNvSpPr/>
          <p:nvPr/>
        </p:nvSpPr>
        <p:spPr bwMode="auto">
          <a:xfrm>
            <a:off x="1371600" y="1756039"/>
            <a:ext cx="4055533" cy="4345517"/>
          </a:xfrm>
          <a:custGeom>
            <a:avLst/>
            <a:gdLst>
              <a:gd name="T0" fmla="*/ 223 w 1247"/>
              <a:gd name="T1" fmla="*/ 1336 h 1336"/>
              <a:gd name="T2" fmla="*/ 167 w 1247"/>
              <a:gd name="T3" fmla="*/ 1309 h 1336"/>
              <a:gd name="T4" fmla="*/ 144 w 1247"/>
              <a:gd name="T5" fmla="*/ 1246 h 1336"/>
              <a:gd name="T6" fmla="*/ 144 w 1247"/>
              <a:gd name="T7" fmla="*/ 90 h 1336"/>
              <a:gd name="T8" fmla="*/ 127 w 1247"/>
              <a:gd name="T9" fmla="*/ 40 h 1336"/>
              <a:gd name="T10" fmla="*/ 85 w 1247"/>
              <a:gd name="T11" fmla="*/ 20 h 1336"/>
              <a:gd name="T12" fmla="*/ 37 w 1247"/>
              <a:gd name="T13" fmla="*/ 40 h 1336"/>
              <a:gd name="T14" fmla="*/ 20 w 1247"/>
              <a:gd name="T15" fmla="*/ 90 h 1336"/>
              <a:gd name="T16" fmla="*/ 0 w 1247"/>
              <a:gd name="T17" fmla="*/ 90 h 1336"/>
              <a:gd name="T18" fmla="*/ 22 w 1247"/>
              <a:gd name="T19" fmla="*/ 27 h 1336"/>
              <a:gd name="T20" fmla="*/ 79 w 1247"/>
              <a:gd name="T21" fmla="*/ 0 h 1336"/>
              <a:gd name="T22" fmla="*/ 142 w 1247"/>
              <a:gd name="T23" fmla="*/ 27 h 1336"/>
              <a:gd name="T24" fmla="*/ 164 w 1247"/>
              <a:gd name="T25" fmla="*/ 90 h 1336"/>
              <a:gd name="T26" fmla="*/ 164 w 1247"/>
              <a:gd name="T27" fmla="*/ 91 h 1336"/>
              <a:gd name="T28" fmla="*/ 164 w 1247"/>
              <a:gd name="T29" fmla="*/ 91 h 1336"/>
              <a:gd name="T30" fmla="*/ 182 w 1247"/>
              <a:gd name="T31" fmla="*/ 1296 h 1336"/>
              <a:gd name="T32" fmla="*/ 223 w 1247"/>
              <a:gd name="T33" fmla="*/ 1316 h 1336"/>
              <a:gd name="T34" fmla="*/ 1024 w 1247"/>
              <a:gd name="T35" fmla="*/ 1316 h 1336"/>
              <a:gd name="T36" fmla="*/ 1065 w 1247"/>
              <a:gd name="T37" fmla="*/ 1296 h 1336"/>
              <a:gd name="T38" fmla="*/ 1082 w 1247"/>
              <a:gd name="T39" fmla="*/ 1246 h 1336"/>
              <a:gd name="T40" fmla="*/ 1082 w 1247"/>
              <a:gd name="T41" fmla="*/ 91 h 1336"/>
              <a:gd name="T42" fmla="*/ 1105 w 1247"/>
              <a:gd name="T43" fmla="*/ 27 h 1336"/>
              <a:gd name="T44" fmla="*/ 1161 w 1247"/>
              <a:gd name="T45" fmla="*/ 0 h 1336"/>
              <a:gd name="T46" fmla="*/ 1168 w 1247"/>
              <a:gd name="T47" fmla="*/ 0 h 1336"/>
              <a:gd name="T48" fmla="*/ 1224 w 1247"/>
              <a:gd name="T49" fmla="*/ 27 h 1336"/>
              <a:gd name="T50" fmla="*/ 1247 w 1247"/>
              <a:gd name="T51" fmla="*/ 90 h 1336"/>
              <a:gd name="T52" fmla="*/ 1227 w 1247"/>
              <a:gd name="T53" fmla="*/ 90 h 1336"/>
              <a:gd name="T54" fmla="*/ 1209 w 1247"/>
              <a:gd name="T55" fmla="*/ 40 h 1336"/>
              <a:gd name="T56" fmla="*/ 1168 w 1247"/>
              <a:gd name="T57" fmla="*/ 20 h 1336"/>
              <a:gd name="T58" fmla="*/ 1120 w 1247"/>
              <a:gd name="T59" fmla="*/ 40 h 1336"/>
              <a:gd name="T60" fmla="*/ 1102 w 1247"/>
              <a:gd name="T61" fmla="*/ 90 h 1336"/>
              <a:gd name="T62" fmla="*/ 1102 w 1247"/>
              <a:gd name="T63" fmla="*/ 90 h 1336"/>
              <a:gd name="T64" fmla="*/ 1080 w 1247"/>
              <a:gd name="T65" fmla="*/ 1309 h 1336"/>
              <a:gd name="T66" fmla="*/ 1024 w 1247"/>
              <a:gd name="T67" fmla="*/ 1336 h 1336"/>
              <a:gd name="T68" fmla="*/ 1024 w 1247"/>
              <a:gd name="T69" fmla="*/ 1336 h 1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47" h="1336">
                <a:moveTo>
                  <a:pt x="1024" y="1336"/>
                </a:moveTo>
                <a:cubicBezTo>
                  <a:pt x="223" y="1336"/>
                  <a:pt x="223" y="1336"/>
                  <a:pt x="223" y="1336"/>
                </a:cubicBezTo>
                <a:cubicBezTo>
                  <a:pt x="201" y="1336"/>
                  <a:pt x="181" y="1326"/>
                  <a:pt x="167" y="1309"/>
                </a:cubicBezTo>
                <a:cubicBezTo>
                  <a:pt x="167" y="1309"/>
                  <a:pt x="167" y="1309"/>
                  <a:pt x="167" y="1309"/>
                </a:cubicBezTo>
                <a:cubicBezTo>
                  <a:pt x="153" y="1293"/>
                  <a:pt x="144" y="1271"/>
                  <a:pt x="144" y="1246"/>
                </a:cubicBezTo>
                <a:cubicBezTo>
                  <a:pt x="144" y="1246"/>
                  <a:pt x="144" y="1246"/>
                  <a:pt x="144" y="1246"/>
                </a:cubicBezTo>
                <a:cubicBezTo>
                  <a:pt x="144" y="91"/>
                  <a:pt x="144" y="91"/>
                  <a:pt x="144" y="91"/>
                </a:cubicBezTo>
                <a:cubicBezTo>
                  <a:pt x="144" y="90"/>
                  <a:pt x="144" y="90"/>
                  <a:pt x="144" y="90"/>
                </a:cubicBezTo>
                <a:cubicBezTo>
                  <a:pt x="144" y="71"/>
                  <a:pt x="137" y="53"/>
                  <a:pt x="127" y="40"/>
                </a:cubicBezTo>
                <a:cubicBezTo>
                  <a:pt x="127" y="40"/>
                  <a:pt x="127" y="40"/>
                  <a:pt x="127" y="40"/>
                </a:cubicBezTo>
                <a:cubicBezTo>
                  <a:pt x="116" y="28"/>
                  <a:pt x="101" y="21"/>
                  <a:pt x="85" y="20"/>
                </a:cubicBezTo>
                <a:cubicBezTo>
                  <a:pt x="85" y="20"/>
                  <a:pt x="85" y="20"/>
                  <a:pt x="85" y="20"/>
                </a:cubicBezTo>
                <a:cubicBezTo>
                  <a:pt x="79" y="20"/>
                  <a:pt x="79" y="20"/>
                  <a:pt x="79" y="20"/>
                </a:cubicBezTo>
                <a:cubicBezTo>
                  <a:pt x="63" y="21"/>
                  <a:pt x="48" y="28"/>
                  <a:pt x="37" y="40"/>
                </a:cubicBezTo>
                <a:cubicBezTo>
                  <a:pt x="37" y="40"/>
                  <a:pt x="37" y="40"/>
                  <a:pt x="37" y="40"/>
                </a:cubicBezTo>
                <a:cubicBezTo>
                  <a:pt x="27" y="53"/>
                  <a:pt x="20" y="71"/>
                  <a:pt x="20" y="90"/>
                </a:cubicBezTo>
                <a:cubicBezTo>
                  <a:pt x="20" y="90"/>
                  <a:pt x="20" y="90"/>
                  <a:pt x="20" y="90"/>
                </a:cubicBezTo>
                <a:cubicBezTo>
                  <a:pt x="0" y="90"/>
                  <a:pt x="0" y="90"/>
                  <a:pt x="0" y="90"/>
                </a:cubicBezTo>
                <a:cubicBezTo>
                  <a:pt x="0" y="66"/>
                  <a:pt x="8" y="44"/>
                  <a:pt x="22" y="27"/>
                </a:cubicBezTo>
                <a:cubicBezTo>
                  <a:pt x="22" y="27"/>
                  <a:pt x="22" y="27"/>
                  <a:pt x="22" y="27"/>
                </a:cubicBezTo>
                <a:cubicBezTo>
                  <a:pt x="36" y="11"/>
                  <a:pt x="56" y="0"/>
                  <a:pt x="79" y="0"/>
                </a:cubicBezTo>
                <a:cubicBezTo>
                  <a:pt x="79" y="0"/>
                  <a:pt x="79" y="0"/>
                  <a:pt x="79" y="0"/>
                </a:cubicBezTo>
                <a:cubicBezTo>
                  <a:pt x="85" y="0"/>
                  <a:pt x="85" y="0"/>
                  <a:pt x="85" y="0"/>
                </a:cubicBezTo>
                <a:cubicBezTo>
                  <a:pt x="108" y="0"/>
                  <a:pt x="128" y="11"/>
                  <a:pt x="142" y="27"/>
                </a:cubicBezTo>
                <a:cubicBezTo>
                  <a:pt x="142" y="27"/>
                  <a:pt x="142" y="27"/>
                  <a:pt x="142" y="27"/>
                </a:cubicBezTo>
                <a:cubicBezTo>
                  <a:pt x="156" y="44"/>
                  <a:pt x="164" y="66"/>
                  <a:pt x="164" y="90"/>
                </a:cubicBezTo>
                <a:cubicBezTo>
                  <a:pt x="164" y="90"/>
                  <a:pt x="164" y="90"/>
                  <a:pt x="164" y="90"/>
                </a:cubicBezTo>
                <a:cubicBezTo>
                  <a:pt x="164" y="91"/>
                  <a:pt x="164" y="91"/>
                  <a:pt x="164" y="91"/>
                </a:cubicBezTo>
                <a:cubicBezTo>
                  <a:pt x="164" y="91"/>
                  <a:pt x="164" y="91"/>
                  <a:pt x="164" y="91"/>
                </a:cubicBezTo>
                <a:cubicBezTo>
                  <a:pt x="164" y="91"/>
                  <a:pt x="164" y="91"/>
                  <a:pt x="164" y="91"/>
                </a:cubicBezTo>
                <a:cubicBezTo>
                  <a:pt x="164" y="1246"/>
                  <a:pt x="164" y="1246"/>
                  <a:pt x="164" y="1246"/>
                </a:cubicBezTo>
                <a:cubicBezTo>
                  <a:pt x="164" y="1266"/>
                  <a:pt x="171" y="1284"/>
                  <a:pt x="182" y="1296"/>
                </a:cubicBezTo>
                <a:cubicBezTo>
                  <a:pt x="182" y="1296"/>
                  <a:pt x="182" y="1296"/>
                  <a:pt x="182" y="1296"/>
                </a:cubicBezTo>
                <a:cubicBezTo>
                  <a:pt x="193" y="1309"/>
                  <a:pt x="207" y="1316"/>
                  <a:pt x="223" y="1316"/>
                </a:cubicBezTo>
                <a:cubicBezTo>
                  <a:pt x="223" y="1316"/>
                  <a:pt x="223" y="1316"/>
                  <a:pt x="223" y="1316"/>
                </a:cubicBezTo>
                <a:cubicBezTo>
                  <a:pt x="1024" y="1316"/>
                  <a:pt x="1024" y="1316"/>
                  <a:pt x="1024" y="1316"/>
                </a:cubicBezTo>
                <a:cubicBezTo>
                  <a:pt x="1039" y="1316"/>
                  <a:pt x="1054" y="1309"/>
                  <a:pt x="1065" y="1296"/>
                </a:cubicBezTo>
                <a:cubicBezTo>
                  <a:pt x="1065" y="1296"/>
                  <a:pt x="1065" y="1296"/>
                  <a:pt x="1065" y="1296"/>
                </a:cubicBezTo>
                <a:cubicBezTo>
                  <a:pt x="1075" y="1284"/>
                  <a:pt x="1082" y="1266"/>
                  <a:pt x="1082" y="1246"/>
                </a:cubicBezTo>
                <a:cubicBezTo>
                  <a:pt x="1082" y="1246"/>
                  <a:pt x="1082" y="1246"/>
                  <a:pt x="1082" y="1246"/>
                </a:cubicBezTo>
                <a:cubicBezTo>
                  <a:pt x="1082" y="92"/>
                  <a:pt x="1082" y="92"/>
                  <a:pt x="1082" y="92"/>
                </a:cubicBezTo>
                <a:cubicBezTo>
                  <a:pt x="1082" y="91"/>
                  <a:pt x="1082" y="91"/>
                  <a:pt x="1082" y="91"/>
                </a:cubicBezTo>
                <a:cubicBezTo>
                  <a:pt x="1082" y="90"/>
                  <a:pt x="1082" y="90"/>
                  <a:pt x="1082" y="90"/>
                </a:cubicBezTo>
                <a:cubicBezTo>
                  <a:pt x="1082" y="66"/>
                  <a:pt x="1091" y="44"/>
                  <a:pt x="1105" y="27"/>
                </a:cubicBezTo>
                <a:cubicBezTo>
                  <a:pt x="1105" y="27"/>
                  <a:pt x="1105" y="27"/>
                  <a:pt x="1105" y="27"/>
                </a:cubicBezTo>
                <a:cubicBezTo>
                  <a:pt x="1119" y="11"/>
                  <a:pt x="1139" y="0"/>
                  <a:pt x="1161" y="0"/>
                </a:cubicBezTo>
                <a:cubicBezTo>
                  <a:pt x="1161" y="0"/>
                  <a:pt x="1161" y="0"/>
                  <a:pt x="1161" y="0"/>
                </a:cubicBezTo>
                <a:cubicBezTo>
                  <a:pt x="1168" y="0"/>
                  <a:pt x="1168" y="0"/>
                  <a:pt x="1168" y="0"/>
                </a:cubicBezTo>
                <a:cubicBezTo>
                  <a:pt x="1190" y="0"/>
                  <a:pt x="1210" y="11"/>
                  <a:pt x="1224" y="27"/>
                </a:cubicBezTo>
                <a:cubicBezTo>
                  <a:pt x="1224" y="27"/>
                  <a:pt x="1224" y="27"/>
                  <a:pt x="1224" y="27"/>
                </a:cubicBezTo>
                <a:cubicBezTo>
                  <a:pt x="1239" y="44"/>
                  <a:pt x="1247" y="66"/>
                  <a:pt x="1247" y="90"/>
                </a:cubicBezTo>
                <a:cubicBezTo>
                  <a:pt x="1247" y="90"/>
                  <a:pt x="1247" y="90"/>
                  <a:pt x="1247" y="90"/>
                </a:cubicBezTo>
                <a:cubicBezTo>
                  <a:pt x="1247" y="90"/>
                  <a:pt x="1247" y="90"/>
                  <a:pt x="1247" y="90"/>
                </a:cubicBezTo>
                <a:cubicBezTo>
                  <a:pt x="1227" y="90"/>
                  <a:pt x="1227" y="90"/>
                  <a:pt x="1227" y="90"/>
                </a:cubicBezTo>
                <a:cubicBezTo>
                  <a:pt x="1227" y="71"/>
                  <a:pt x="1220" y="53"/>
                  <a:pt x="1209" y="40"/>
                </a:cubicBezTo>
                <a:cubicBezTo>
                  <a:pt x="1209" y="40"/>
                  <a:pt x="1209" y="40"/>
                  <a:pt x="1209" y="40"/>
                </a:cubicBezTo>
                <a:cubicBezTo>
                  <a:pt x="1198" y="28"/>
                  <a:pt x="1184" y="21"/>
                  <a:pt x="1168" y="20"/>
                </a:cubicBezTo>
                <a:cubicBezTo>
                  <a:pt x="1168" y="20"/>
                  <a:pt x="1168" y="20"/>
                  <a:pt x="1168" y="20"/>
                </a:cubicBezTo>
                <a:cubicBezTo>
                  <a:pt x="1161" y="20"/>
                  <a:pt x="1161" y="20"/>
                  <a:pt x="1161" y="20"/>
                </a:cubicBezTo>
                <a:cubicBezTo>
                  <a:pt x="1145" y="21"/>
                  <a:pt x="1131" y="28"/>
                  <a:pt x="1120" y="40"/>
                </a:cubicBezTo>
                <a:cubicBezTo>
                  <a:pt x="1120" y="40"/>
                  <a:pt x="1120" y="40"/>
                  <a:pt x="1120" y="40"/>
                </a:cubicBezTo>
                <a:cubicBezTo>
                  <a:pt x="1109" y="53"/>
                  <a:pt x="1103" y="70"/>
                  <a:pt x="1102" y="90"/>
                </a:cubicBezTo>
                <a:cubicBezTo>
                  <a:pt x="1102" y="90"/>
                  <a:pt x="1102" y="90"/>
                  <a:pt x="1102" y="90"/>
                </a:cubicBezTo>
                <a:cubicBezTo>
                  <a:pt x="1102" y="90"/>
                  <a:pt x="1102" y="90"/>
                  <a:pt x="1102" y="90"/>
                </a:cubicBezTo>
                <a:cubicBezTo>
                  <a:pt x="1102" y="1246"/>
                  <a:pt x="1102" y="1246"/>
                  <a:pt x="1102" y="1246"/>
                </a:cubicBezTo>
                <a:cubicBezTo>
                  <a:pt x="1102" y="1271"/>
                  <a:pt x="1094" y="1293"/>
                  <a:pt x="1080" y="1309"/>
                </a:cubicBezTo>
                <a:cubicBezTo>
                  <a:pt x="1080" y="1309"/>
                  <a:pt x="1080" y="1309"/>
                  <a:pt x="1080" y="1309"/>
                </a:cubicBezTo>
                <a:cubicBezTo>
                  <a:pt x="1066" y="1326"/>
                  <a:pt x="1046" y="1336"/>
                  <a:pt x="1024" y="1336"/>
                </a:cubicBezTo>
                <a:cubicBezTo>
                  <a:pt x="1024" y="1336"/>
                  <a:pt x="1024" y="1336"/>
                  <a:pt x="1024" y="1336"/>
                </a:cubicBezTo>
                <a:cubicBezTo>
                  <a:pt x="1024" y="1336"/>
                  <a:pt x="1024" y="1336"/>
                  <a:pt x="1024" y="1336"/>
                </a:cubicBez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17" name="任意多边形 15">
            <a:extLst>
              <a:ext uri="{FF2B5EF4-FFF2-40B4-BE49-F238E27FC236}">
                <a16:creationId xmlns:a16="http://schemas.microsoft.com/office/drawing/2014/main" id="{3001ED72-3B18-09F2-FF37-884774E57062}"/>
              </a:ext>
            </a:extLst>
          </p:cNvPr>
          <p:cNvSpPr/>
          <p:nvPr/>
        </p:nvSpPr>
        <p:spPr bwMode="auto">
          <a:xfrm>
            <a:off x="1943100" y="3476889"/>
            <a:ext cx="2912533" cy="2523067"/>
          </a:xfrm>
          <a:custGeom>
            <a:avLst/>
            <a:gdLst>
              <a:gd name="connsiteX0" fmla="*/ 156203 w 2912533"/>
              <a:gd name="connsiteY0" fmla="*/ 0 h 2523067"/>
              <a:gd name="connsiteX1" fmla="*/ 318914 w 2912533"/>
              <a:gd name="connsiteY1" fmla="*/ 104140 h 2523067"/>
              <a:gd name="connsiteX2" fmla="*/ 478371 w 2912533"/>
              <a:gd name="connsiteY2" fmla="*/ 0 h 2523067"/>
              <a:gd name="connsiteX3" fmla="*/ 641083 w 2912533"/>
              <a:gd name="connsiteY3" fmla="*/ 104140 h 2523067"/>
              <a:gd name="connsiteX4" fmla="*/ 800540 w 2912533"/>
              <a:gd name="connsiteY4" fmla="*/ 0 h 2523067"/>
              <a:gd name="connsiteX5" fmla="*/ 959997 w 2912533"/>
              <a:gd name="connsiteY5" fmla="*/ 104140 h 2523067"/>
              <a:gd name="connsiteX6" fmla="*/ 1122708 w 2912533"/>
              <a:gd name="connsiteY6" fmla="*/ 0 h 2523067"/>
              <a:gd name="connsiteX7" fmla="*/ 1282166 w 2912533"/>
              <a:gd name="connsiteY7" fmla="*/ 104140 h 2523067"/>
              <a:gd name="connsiteX8" fmla="*/ 1444877 w 2912533"/>
              <a:gd name="connsiteY8" fmla="*/ 0 h 2523067"/>
              <a:gd name="connsiteX9" fmla="*/ 1604334 w 2912533"/>
              <a:gd name="connsiteY9" fmla="*/ 104140 h 2523067"/>
              <a:gd name="connsiteX10" fmla="*/ 1767045 w 2912533"/>
              <a:gd name="connsiteY10" fmla="*/ 0 h 2523067"/>
              <a:gd name="connsiteX11" fmla="*/ 1926502 w 2912533"/>
              <a:gd name="connsiteY11" fmla="*/ 104140 h 2523067"/>
              <a:gd name="connsiteX12" fmla="*/ 2089214 w 2912533"/>
              <a:gd name="connsiteY12" fmla="*/ 0 h 2523067"/>
              <a:gd name="connsiteX13" fmla="*/ 2248671 w 2912533"/>
              <a:gd name="connsiteY13" fmla="*/ 104140 h 2523067"/>
              <a:gd name="connsiteX14" fmla="*/ 2411382 w 2912533"/>
              <a:gd name="connsiteY14" fmla="*/ 0 h 2523067"/>
              <a:gd name="connsiteX15" fmla="*/ 2570839 w 2912533"/>
              <a:gd name="connsiteY15" fmla="*/ 104140 h 2523067"/>
              <a:gd name="connsiteX16" fmla="*/ 2730296 w 2912533"/>
              <a:gd name="connsiteY16" fmla="*/ 0 h 2523067"/>
              <a:gd name="connsiteX17" fmla="*/ 2893008 w 2912533"/>
              <a:gd name="connsiteY17" fmla="*/ 104140 h 2523067"/>
              <a:gd name="connsiteX18" fmla="*/ 2912533 w 2912533"/>
              <a:gd name="connsiteY18" fmla="*/ 104140 h 2523067"/>
              <a:gd name="connsiteX19" fmla="*/ 2912533 w 2912533"/>
              <a:gd name="connsiteY19" fmla="*/ 447375 h 2523067"/>
              <a:gd name="connsiteX20" fmla="*/ 2912533 w 2912533"/>
              <a:gd name="connsiteY20" fmla="*/ 479652 h 2523067"/>
              <a:gd name="connsiteX21" fmla="*/ 2912533 w 2912533"/>
              <a:gd name="connsiteY21" fmla="*/ 520700 h 2523067"/>
              <a:gd name="connsiteX22" fmla="*/ 2912533 w 2912533"/>
              <a:gd name="connsiteY22" fmla="*/ 2295298 h 2523067"/>
              <a:gd name="connsiteX23" fmla="*/ 2697754 w 2912533"/>
              <a:gd name="connsiteY23" fmla="*/ 2523067 h 2523067"/>
              <a:gd name="connsiteX24" fmla="*/ 214779 w 2912533"/>
              <a:gd name="connsiteY24" fmla="*/ 2523067 h 2523067"/>
              <a:gd name="connsiteX25" fmla="*/ 0 w 2912533"/>
              <a:gd name="connsiteY25" fmla="*/ 2295298 h 2523067"/>
              <a:gd name="connsiteX26" fmla="*/ 0 w 2912533"/>
              <a:gd name="connsiteY26" fmla="*/ 535062 h 2523067"/>
              <a:gd name="connsiteX27" fmla="*/ 0 w 2912533"/>
              <a:gd name="connsiteY27" fmla="*/ 520700 h 2523067"/>
              <a:gd name="connsiteX28" fmla="*/ 0 w 2912533"/>
              <a:gd name="connsiteY28" fmla="*/ 519887 h 2523067"/>
              <a:gd name="connsiteX29" fmla="*/ 0 w 2912533"/>
              <a:gd name="connsiteY29" fmla="*/ 514191 h 2523067"/>
              <a:gd name="connsiteX30" fmla="*/ 0 w 2912533"/>
              <a:gd name="connsiteY30" fmla="*/ 508022 h 2523067"/>
              <a:gd name="connsiteX31" fmla="*/ 0 w 2912533"/>
              <a:gd name="connsiteY31" fmla="*/ 498733 h 2523067"/>
              <a:gd name="connsiteX32" fmla="*/ 0 w 2912533"/>
              <a:gd name="connsiteY32" fmla="*/ 491621 h 2523067"/>
              <a:gd name="connsiteX33" fmla="*/ 0 w 2912533"/>
              <a:gd name="connsiteY33" fmla="*/ 479652 h 2523067"/>
              <a:gd name="connsiteX34" fmla="*/ 0 w 2912533"/>
              <a:gd name="connsiteY34" fmla="*/ 468630 h 2523067"/>
              <a:gd name="connsiteX35" fmla="*/ 0 w 2912533"/>
              <a:gd name="connsiteY35" fmla="*/ 104140 h 2523067"/>
              <a:gd name="connsiteX36" fmla="*/ 156203 w 2912533"/>
              <a:gd name="connsiteY36" fmla="*/ 0 h 2523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12533" h="2523067">
                <a:moveTo>
                  <a:pt x="156203" y="0"/>
                </a:moveTo>
                <a:cubicBezTo>
                  <a:pt x="188745" y="61833"/>
                  <a:pt x="250576" y="104140"/>
                  <a:pt x="318914" y="104140"/>
                </a:cubicBezTo>
                <a:cubicBezTo>
                  <a:pt x="387253" y="104140"/>
                  <a:pt x="445829" y="61833"/>
                  <a:pt x="478371" y="0"/>
                </a:cubicBezTo>
                <a:cubicBezTo>
                  <a:pt x="510914" y="61833"/>
                  <a:pt x="572744" y="104140"/>
                  <a:pt x="641083" y="104140"/>
                </a:cubicBezTo>
                <a:cubicBezTo>
                  <a:pt x="706167" y="104140"/>
                  <a:pt x="767998" y="61833"/>
                  <a:pt x="800540" y="0"/>
                </a:cubicBezTo>
                <a:cubicBezTo>
                  <a:pt x="833082" y="61833"/>
                  <a:pt x="894913" y="104140"/>
                  <a:pt x="959997" y="104140"/>
                </a:cubicBezTo>
                <a:cubicBezTo>
                  <a:pt x="1028336" y="104140"/>
                  <a:pt x="1090166" y="61833"/>
                  <a:pt x="1122708" y="0"/>
                </a:cubicBezTo>
                <a:cubicBezTo>
                  <a:pt x="1155251" y="61833"/>
                  <a:pt x="1213827" y="104140"/>
                  <a:pt x="1282166" y="104140"/>
                </a:cubicBezTo>
                <a:cubicBezTo>
                  <a:pt x="1350504" y="104140"/>
                  <a:pt x="1412335" y="61833"/>
                  <a:pt x="1444877" y="0"/>
                </a:cubicBezTo>
                <a:cubicBezTo>
                  <a:pt x="1477419" y="61833"/>
                  <a:pt x="1535995" y="104140"/>
                  <a:pt x="1604334" y="104140"/>
                </a:cubicBezTo>
                <a:cubicBezTo>
                  <a:pt x="1672673" y="104140"/>
                  <a:pt x="1734503" y="61833"/>
                  <a:pt x="1767045" y="0"/>
                </a:cubicBezTo>
                <a:cubicBezTo>
                  <a:pt x="1799588" y="61833"/>
                  <a:pt x="1858164" y="104140"/>
                  <a:pt x="1926502" y="104140"/>
                </a:cubicBezTo>
                <a:cubicBezTo>
                  <a:pt x="1994841" y="104140"/>
                  <a:pt x="2053417" y="61833"/>
                  <a:pt x="2089214" y="0"/>
                </a:cubicBezTo>
                <a:cubicBezTo>
                  <a:pt x="2121756" y="61833"/>
                  <a:pt x="2180332" y="104140"/>
                  <a:pt x="2248671" y="104140"/>
                </a:cubicBezTo>
                <a:cubicBezTo>
                  <a:pt x="2317010" y="104140"/>
                  <a:pt x="2375586" y="61833"/>
                  <a:pt x="2411382" y="0"/>
                </a:cubicBezTo>
                <a:cubicBezTo>
                  <a:pt x="2443924" y="61833"/>
                  <a:pt x="2502501" y="104140"/>
                  <a:pt x="2570839" y="104140"/>
                </a:cubicBezTo>
                <a:cubicBezTo>
                  <a:pt x="2639178" y="104140"/>
                  <a:pt x="2697754" y="61833"/>
                  <a:pt x="2730296" y="0"/>
                </a:cubicBezTo>
                <a:cubicBezTo>
                  <a:pt x="2766093" y="61833"/>
                  <a:pt x="2824669" y="104140"/>
                  <a:pt x="2893008" y="104140"/>
                </a:cubicBezTo>
                <a:cubicBezTo>
                  <a:pt x="2899516" y="104140"/>
                  <a:pt x="2906025" y="104140"/>
                  <a:pt x="2912533" y="104140"/>
                </a:cubicBezTo>
                <a:cubicBezTo>
                  <a:pt x="2912533" y="104140"/>
                  <a:pt x="2912533" y="104140"/>
                  <a:pt x="2912533" y="447375"/>
                </a:cubicBezTo>
                <a:lnTo>
                  <a:pt x="2912533" y="479652"/>
                </a:lnTo>
                <a:lnTo>
                  <a:pt x="2912533" y="520700"/>
                </a:lnTo>
                <a:lnTo>
                  <a:pt x="2912533" y="2295298"/>
                </a:lnTo>
                <a:cubicBezTo>
                  <a:pt x="2912533" y="2422198"/>
                  <a:pt x="2814906" y="2523067"/>
                  <a:pt x="2697754" y="2523067"/>
                </a:cubicBezTo>
                <a:cubicBezTo>
                  <a:pt x="214779" y="2523067"/>
                  <a:pt x="214779" y="2523067"/>
                  <a:pt x="214779" y="2523067"/>
                </a:cubicBezTo>
                <a:cubicBezTo>
                  <a:pt x="94373" y="2523067"/>
                  <a:pt x="0" y="2422198"/>
                  <a:pt x="0" y="2295298"/>
                </a:cubicBezTo>
                <a:cubicBezTo>
                  <a:pt x="0" y="1047042"/>
                  <a:pt x="0" y="656962"/>
                  <a:pt x="0" y="535062"/>
                </a:cubicBezTo>
                <a:lnTo>
                  <a:pt x="0" y="520700"/>
                </a:lnTo>
                <a:lnTo>
                  <a:pt x="0" y="519887"/>
                </a:lnTo>
                <a:lnTo>
                  <a:pt x="0" y="514191"/>
                </a:lnTo>
                <a:lnTo>
                  <a:pt x="0" y="508022"/>
                </a:lnTo>
                <a:lnTo>
                  <a:pt x="0" y="498733"/>
                </a:lnTo>
                <a:lnTo>
                  <a:pt x="0" y="491621"/>
                </a:lnTo>
                <a:cubicBezTo>
                  <a:pt x="0" y="479652"/>
                  <a:pt x="0" y="479652"/>
                  <a:pt x="0" y="479652"/>
                </a:cubicBezTo>
                <a:lnTo>
                  <a:pt x="0" y="468630"/>
                </a:lnTo>
                <a:cubicBezTo>
                  <a:pt x="0" y="416560"/>
                  <a:pt x="0" y="312420"/>
                  <a:pt x="0" y="104140"/>
                </a:cubicBezTo>
                <a:cubicBezTo>
                  <a:pt x="65085" y="104140"/>
                  <a:pt x="123661" y="61833"/>
                  <a:pt x="156203" y="0"/>
                </a:cubicBezTo>
                <a:close/>
              </a:path>
            </a:pathLst>
          </a:custGeom>
          <a:solidFill>
            <a:schemeClr val="accent1"/>
          </a:solidFill>
          <a:ln>
            <a:noFill/>
          </a:ln>
        </p:spPr>
        <p:txBody>
          <a:bodyPr wrap="square">
            <a:noAutofit/>
          </a:bodyPr>
          <a:lstStyle/>
          <a:p>
            <a:endParaRPr lang="zh-CN" altLang="en-US" sz="2135">
              <a:cs typeface="+mn-ea"/>
              <a:sym typeface="+mn-lt"/>
            </a:endParaRPr>
          </a:p>
        </p:txBody>
      </p:sp>
      <p:sp>
        <p:nvSpPr>
          <p:cNvPr id="18" name="Rectangle 9">
            <a:extLst>
              <a:ext uri="{FF2B5EF4-FFF2-40B4-BE49-F238E27FC236}">
                <a16:creationId xmlns:a16="http://schemas.microsoft.com/office/drawing/2014/main" id="{F0B1532A-ABDF-AA6A-B3D6-E267C67C3353}"/>
              </a:ext>
            </a:extLst>
          </p:cNvPr>
          <p:cNvSpPr>
            <a:spLocks noChangeArrowheads="1"/>
          </p:cNvSpPr>
          <p:nvPr/>
        </p:nvSpPr>
        <p:spPr bwMode="auto">
          <a:xfrm>
            <a:off x="4182534" y="2086239"/>
            <a:ext cx="427567" cy="3500967"/>
          </a:xfrm>
          <a:prstGeom prst="rect">
            <a:avLst/>
          </a:prstGeom>
          <a:solidFill>
            <a:schemeClr val="accent5"/>
          </a:solidFill>
          <a:ln>
            <a:noFill/>
          </a:ln>
        </p:spPr>
        <p:txBody>
          <a:bodyPr/>
          <a:lstStyle/>
          <a:p>
            <a:endParaRPr lang="zh-CN" altLang="en-US" sz="2135">
              <a:cs typeface="+mn-ea"/>
              <a:sym typeface="+mn-lt"/>
            </a:endParaRPr>
          </a:p>
        </p:txBody>
      </p:sp>
      <p:sp>
        <p:nvSpPr>
          <p:cNvPr id="19" name="Rectangle 10">
            <a:extLst>
              <a:ext uri="{FF2B5EF4-FFF2-40B4-BE49-F238E27FC236}">
                <a16:creationId xmlns:a16="http://schemas.microsoft.com/office/drawing/2014/main" id="{260E17B6-DDC1-5772-A3DB-287364401BDB}"/>
              </a:ext>
            </a:extLst>
          </p:cNvPr>
          <p:cNvSpPr>
            <a:spLocks noChangeArrowheads="1"/>
          </p:cNvSpPr>
          <p:nvPr/>
        </p:nvSpPr>
        <p:spPr bwMode="auto">
          <a:xfrm>
            <a:off x="3843868" y="2386805"/>
            <a:ext cx="116417" cy="3200400"/>
          </a:xfrm>
          <a:prstGeom prst="rect">
            <a:avLst/>
          </a:prstGeom>
          <a:solidFill>
            <a:schemeClr val="accent2"/>
          </a:solidFill>
          <a:ln>
            <a:noFill/>
          </a:ln>
        </p:spPr>
        <p:txBody>
          <a:bodyPr/>
          <a:lstStyle/>
          <a:p>
            <a:endParaRPr lang="zh-CN" altLang="en-US" sz="2135">
              <a:cs typeface="+mn-ea"/>
              <a:sym typeface="+mn-lt"/>
            </a:endParaRPr>
          </a:p>
        </p:txBody>
      </p:sp>
      <p:sp>
        <p:nvSpPr>
          <p:cNvPr id="20" name="Freeform 20">
            <a:extLst>
              <a:ext uri="{FF2B5EF4-FFF2-40B4-BE49-F238E27FC236}">
                <a16:creationId xmlns:a16="http://schemas.microsoft.com/office/drawing/2014/main" id="{2B3F4AD3-4DEE-A854-F374-E5F8684677DF}"/>
              </a:ext>
            </a:extLst>
          </p:cNvPr>
          <p:cNvSpPr/>
          <p:nvPr/>
        </p:nvSpPr>
        <p:spPr bwMode="auto">
          <a:xfrm>
            <a:off x="4449233" y="3091656"/>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1" name="Freeform 21">
            <a:extLst>
              <a:ext uri="{FF2B5EF4-FFF2-40B4-BE49-F238E27FC236}">
                <a16:creationId xmlns:a16="http://schemas.microsoft.com/office/drawing/2014/main" id="{70E1F164-1D35-9A0C-849B-8F5D3827981B}"/>
              </a:ext>
            </a:extLst>
          </p:cNvPr>
          <p:cNvSpPr/>
          <p:nvPr/>
        </p:nvSpPr>
        <p:spPr bwMode="auto">
          <a:xfrm>
            <a:off x="4614334" y="3364706"/>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2" name="Freeform 22">
            <a:extLst>
              <a:ext uri="{FF2B5EF4-FFF2-40B4-BE49-F238E27FC236}">
                <a16:creationId xmlns:a16="http://schemas.microsoft.com/office/drawing/2014/main" id="{A7B46AA4-8AB3-97A2-24B3-2145F1537B81}"/>
              </a:ext>
            </a:extLst>
          </p:cNvPr>
          <p:cNvSpPr/>
          <p:nvPr/>
        </p:nvSpPr>
        <p:spPr bwMode="auto">
          <a:xfrm>
            <a:off x="4614334" y="3641989"/>
            <a:ext cx="285751" cy="38100"/>
          </a:xfrm>
          <a:custGeom>
            <a:avLst/>
            <a:gdLst>
              <a:gd name="T0" fmla="*/ 135 w 135"/>
              <a:gd name="T1" fmla="*/ 18 h 18"/>
              <a:gd name="T2" fmla="*/ 135 w 135"/>
              <a:gd name="T3" fmla="*/ 0 h 18"/>
              <a:gd name="T4" fmla="*/ 0 w 135"/>
              <a:gd name="T5" fmla="*/ 0 h 18"/>
              <a:gd name="T6" fmla="*/ 0 w 135"/>
              <a:gd name="T7" fmla="*/ 18 h 18"/>
              <a:gd name="T8" fmla="*/ 135 w 135"/>
              <a:gd name="T9" fmla="*/ 18 h 18"/>
              <a:gd name="T10" fmla="*/ 135 w 135"/>
              <a:gd name="T11" fmla="*/ 18 h 18"/>
            </a:gdLst>
            <a:ahLst/>
            <a:cxnLst>
              <a:cxn ang="0">
                <a:pos x="T0" y="T1"/>
              </a:cxn>
              <a:cxn ang="0">
                <a:pos x="T2" y="T3"/>
              </a:cxn>
              <a:cxn ang="0">
                <a:pos x="T4" y="T5"/>
              </a:cxn>
              <a:cxn ang="0">
                <a:pos x="T6" y="T7"/>
              </a:cxn>
              <a:cxn ang="0">
                <a:pos x="T8" y="T9"/>
              </a:cxn>
              <a:cxn ang="0">
                <a:pos x="T10" y="T11"/>
              </a:cxn>
            </a:cxnLst>
            <a:rect l="0" t="0" r="r" b="b"/>
            <a:pathLst>
              <a:path w="135" h="18">
                <a:moveTo>
                  <a:pt x="135" y="18"/>
                </a:moveTo>
                <a:lnTo>
                  <a:pt x="135" y="0"/>
                </a:lnTo>
                <a:lnTo>
                  <a:pt x="0" y="0"/>
                </a:lnTo>
                <a:lnTo>
                  <a:pt x="0" y="18"/>
                </a:lnTo>
                <a:lnTo>
                  <a:pt x="135" y="18"/>
                </a:lnTo>
                <a:lnTo>
                  <a:pt x="135"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3" name="Freeform 23">
            <a:extLst>
              <a:ext uri="{FF2B5EF4-FFF2-40B4-BE49-F238E27FC236}">
                <a16:creationId xmlns:a16="http://schemas.microsoft.com/office/drawing/2014/main" id="{12C5E101-2726-6B29-9FB5-693F226C0048}"/>
              </a:ext>
            </a:extLst>
          </p:cNvPr>
          <p:cNvSpPr/>
          <p:nvPr/>
        </p:nvSpPr>
        <p:spPr bwMode="auto">
          <a:xfrm>
            <a:off x="4614334" y="3915040"/>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4" name="Freeform 24">
            <a:extLst>
              <a:ext uri="{FF2B5EF4-FFF2-40B4-BE49-F238E27FC236}">
                <a16:creationId xmlns:a16="http://schemas.microsoft.com/office/drawing/2014/main" id="{7CE94FCE-6BEE-2230-0F51-A5E72A3F0D46}"/>
              </a:ext>
            </a:extLst>
          </p:cNvPr>
          <p:cNvSpPr/>
          <p:nvPr/>
        </p:nvSpPr>
        <p:spPr bwMode="auto">
          <a:xfrm>
            <a:off x="4449233" y="4188089"/>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5" name="Freeform 25">
            <a:extLst>
              <a:ext uri="{FF2B5EF4-FFF2-40B4-BE49-F238E27FC236}">
                <a16:creationId xmlns:a16="http://schemas.microsoft.com/office/drawing/2014/main" id="{64E37C8A-D80E-B82A-91CE-3B3EE0822DE3}"/>
              </a:ext>
            </a:extLst>
          </p:cNvPr>
          <p:cNvSpPr/>
          <p:nvPr/>
        </p:nvSpPr>
        <p:spPr bwMode="auto">
          <a:xfrm>
            <a:off x="4614334" y="4465373"/>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6" name="Freeform 26">
            <a:extLst>
              <a:ext uri="{FF2B5EF4-FFF2-40B4-BE49-F238E27FC236}">
                <a16:creationId xmlns:a16="http://schemas.microsoft.com/office/drawing/2014/main" id="{E139E5F2-0772-64FA-F8F2-0EB2383BF9C5}"/>
              </a:ext>
            </a:extLst>
          </p:cNvPr>
          <p:cNvSpPr/>
          <p:nvPr/>
        </p:nvSpPr>
        <p:spPr bwMode="auto">
          <a:xfrm>
            <a:off x="4614334" y="4738422"/>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7" name="Freeform 27">
            <a:extLst>
              <a:ext uri="{FF2B5EF4-FFF2-40B4-BE49-F238E27FC236}">
                <a16:creationId xmlns:a16="http://schemas.microsoft.com/office/drawing/2014/main" id="{6263AB37-696A-802D-9A6C-BA58A00ECD2C}"/>
              </a:ext>
            </a:extLst>
          </p:cNvPr>
          <p:cNvSpPr/>
          <p:nvPr/>
        </p:nvSpPr>
        <p:spPr bwMode="auto">
          <a:xfrm>
            <a:off x="4614334" y="5011473"/>
            <a:ext cx="302684" cy="40217"/>
          </a:xfrm>
          <a:custGeom>
            <a:avLst/>
            <a:gdLst>
              <a:gd name="T0" fmla="*/ 143 w 143"/>
              <a:gd name="T1" fmla="*/ 19 h 19"/>
              <a:gd name="T2" fmla="*/ 143 w 143"/>
              <a:gd name="T3" fmla="*/ 0 h 19"/>
              <a:gd name="T4" fmla="*/ 0 w 143"/>
              <a:gd name="T5" fmla="*/ 0 h 19"/>
              <a:gd name="T6" fmla="*/ 0 w 143"/>
              <a:gd name="T7" fmla="*/ 19 h 19"/>
              <a:gd name="T8" fmla="*/ 143 w 143"/>
              <a:gd name="T9" fmla="*/ 19 h 19"/>
              <a:gd name="T10" fmla="*/ 143 w 143"/>
              <a:gd name="T11" fmla="*/ 19 h 19"/>
            </a:gdLst>
            <a:ahLst/>
            <a:cxnLst>
              <a:cxn ang="0">
                <a:pos x="T0" y="T1"/>
              </a:cxn>
              <a:cxn ang="0">
                <a:pos x="T2" y="T3"/>
              </a:cxn>
              <a:cxn ang="0">
                <a:pos x="T4" y="T5"/>
              </a:cxn>
              <a:cxn ang="0">
                <a:pos x="T6" y="T7"/>
              </a:cxn>
              <a:cxn ang="0">
                <a:pos x="T8" y="T9"/>
              </a:cxn>
              <a:cxn ang="0">
                <a:pos x="T10" y="T11"/>
              </a:cxn>
            </a:cxnLst>
            <a:rect l="0" t="0" r="r" b="b"/>
            <a:pathLst>
              <a:path w="143" h="19">
                <a:moveTo>
                  <a:pt x="143" y="19"/>
                </a:moveTo>
                <a:lnTo>
                  <a:pt x="143" y="0"/>
                </a:lnTo>
                <a:lnTo>
                  <a:pt x="0" y="0"/>
                </a:lnTo>
                <a:lnTo>
                  <a:pt x="0" y="19"/>
                </a:lnTo>
                <a:lnTo>
                  <a:pt x="143" y="19"/>
                </a:lnTo>
                <a:lnTo>
                  <a:pt x="14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8" name="Freeform 28">
            <a:extLst>
              <a:ext uri="{FF2B5EF4-FFF2-40B4-BE49-F238E27FC236}">
                <a16:creationId xmlns:a16="http://schemas.microsoft.com/office/drawing/2014/main" id="{BC6F4C46-D933-ED21-C996-FF1339F6C1D3}"/>
              </a:ext>
            </a:extLst>
          </p:cNvPr>
          <p:cNvSpPr/>
          <p:nvPr/>
        </p:nvSpPr>
        <p:spPr bwMode="auto">
          <a:xfrm>
            <a:off x="4449233" y="5288755"/>
            <a:ext cx="450851" cy="38100"/>
          </a:xfrm>
          <a:custGeom>
            <a:avLst/>
            <a:gdLst>
              <a:gd name="T0" fmla="*/ 213 w 213"/>
              <a:gd name="T1" fmla="*/ 18 h 18"/>
              <a:gd name="T2" fmla="*/ 213 w 213"/>
              <a:gd name="T3" fmla="*/ 0 h 18"/>
              <a:gd name="T4" fmla="*/ 0 w 213"/>
              <a:gd name="T5" fmla="*/ 0 h 18"/>
              <a:gd name="T6" fmla="*/ 0 w 213"/>
              <a:gd name="T7" fmla="*/ 18 h 18"/>
              <a:gd name="T8" fmla="*/ 213 w 213"/>
              <a:gd name="T9" fmla="*/ 18 h 18"/>
              <a:gd name="T10" fmla="*/ 213 w 213"/>
              <a:gd name="T11" fmla="*/ 18 h 18"/>
            </a:gdLst>
            <a:ahLst/>
            <a:cxnLst>
              <a:cxn ang="0">
                <a:pos x="T0" y="T1"/>
              </a:cxn>
              <a:cxn ang="0">
                <a:pos x="T2" y="T3"/>
              </a:cxn>
              <a:cxn ang="0">
                <a:pos x="T4" y="T5"/>
              </a:cxn>
              <a:cxn ang="0">
                <a:pos x="T6" y="T7"/>
              </a:cxn>
              <a:cxn ang="0">
                <a:pos x="T8" y="T9"/>
              </a:cxn>
              <a:cxn ang="0">
                <a:pos x="T10" y="T11"/>
              </a:cxn>
            </a:cxnLst>
            <a:rect l="0" t="0" r="r" b="b"/>
            <a:pathLst>
              <a:path w="213" h="18">
                <a:moveTo>
                  <a:pt x="213" y="18"/>
                </a:moveTo>
                <a:lnTo>
                  <a:pt x="213" y="0"/>
                </a:lnTo>
                <a:lnTo>
                  <a:pt x="0" y="0"/>
                </a:lnTo>
                <a:lnTo>
                  <a:pt x="0" y="18"/>
                </a:lnTo>
                <a:lnTo>
                  <a:pt x="213" y="18"/>
                </a:lnTo>
                <a:lnTo>
                  <a:pt x="21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9" name="TextBox 682">
            <a:extLst>
              <a:ext uri="{FF2B5EF4-FFF2-40B4-BE49-F238E27FC236}">
                <a16:creationId xmlns:a16="http://schemas.microsoft.com/office/drawing/2014/main" id="{1E1E6097-8D98-D0B5-C666-84E5E371305D}"/>
              </a:ext>
            </a:extLst>
          </p:cNvPr>
          <p:cNvSpPr txBox="1"/>
          <p:nvPr/>
        </p:nvSpPr>
        <p:spPr>
          <a:xfrm>
            <a:off x="5066348" y="5051689"/>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18%</a:t>
            </a:r>
            <a:endParaRPr lang="zh-CN" altLang="en-US" sz="2665" dirty="0">
              <a:solidFill>
                <a:schemeClr val="tx1">
                  <a:lumMod val="50000"/>
                  <a:lumOff val="50000"/>
                </a:schemeClr>
              </a:solidFill>
              <a:latin typeface="+mn-lt"/>
              <a:ea typeface="+mn-ea"/>
              <a:cs typeface="+mn-ea"/>
              <a:sym typeface="+mn-lt"/>
            </a:endParaRPr>
          </a:p>
        </p:txBody>
      </p:sp>
      <p:sp>
        <p:nvSpPr>
          <p:cNvPr id="30" name="TextBox 682">
            <a:extLst>
              <a:ext uri="{FF2B5EF4-FFF2-40B4-BE49-F238E27FC236}">
                <a16:creationId xmlns:a16="http://schemas.microsoft.com/office/drawing/2014/main" id="{A31F837B-FC66-A0C1-5DDB-2583F07E03BE}"/>
              </a:ext>
            </a:extLst>
          </p:cNvPr>
          <p:cNvSpPr txBox="1"/>
          <p:nvPr/>
        </p:nvSpPr>
        <p:spPr>
          <a:xfrm>
            <a:off x="5066348" y="419266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26%</a:t>
            </a:r>
            <a:endParaRPr lang="zh-CN" altLang="en-US" sz="2665" dirty="0">
              <a:solidFill>
                <a:schemeClr val="tx1">
                  <a:lumMod val="50000"/>
                  <a:lumOff val="50000"/>
                </a:schemeClr>
              </a:solidFill>
              <a:latin typeface="+mn-lt"/>
              <a:ea typeface="+mn-ea"/>
              <a:cs typeface="+mn-ea"/>
              <a:sym typeface="+mn-lt"/>
            </a:endParaRPr>
          </a:p>
        </p:txBody>
      </p:sp>
      <p:sp>
        <p:nvSpPr>
          <p:cNvPr id="31" name="TextBox 682">
            <a:extLst>
              <a:ext uri="{FF2B5EF4-FFF2-40B4-BE49-F238E27FC236}">
                <a16:creationId xmlns:a16="http://schemas.microsoft.com/office/drawing/2014/main" id="{DDA398B2-97F3-DEC2-BCDF-F8A834A0491F}"/>
              </a:ext>
            </a:extLst>
          </p:cNvPr>
          <p:cNvSpPr txBox="1"/>
          <p:nvPr/>
        </p:nvSpPr>
        <p:spPr>
          <a:xfrm>
            <a:off x="5066348" y="332410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55%</a:t>
            </a:r>
            <a:endParaRPr lang="zh-CN" altLang="en-US" sz="2665" dirty="0">
              <a:solidFill>
                <a:schemeClr val="tx1">
                  <a:lumMod val="50000"/>
                  <a:lumOff val="50000"/>
                </a:schemeClr>
              </a:solidFill>
              <a:latin typeface="+mn-lt"/>
              <a:ea typeface="+mn-ea"/>
              <a:cs typeface="+mn-ea"/>
              <a:sym typeface="+mn-lt"/>
            </a:endParaRPr>
          </a:p>
        </p:txBody>
      </p:sp>
      <p:cxnSp>
        <p:nvCxnSpPr>
          <p:cNvPr id="32" name="直接连接符 31">
            <a:extLst>
              <a:ext uri="{FF2B5EF4-FFF2-40B4-BE49-F238E27FC236}">
                <a16:creationId xmlns:a16="http://schemas.microsoft.com/office/drawing/2014/main" id="{73FB675E-185C-9CCD-EBD0-BC8BB50A96A5}"/>
              </a:ext>
            </a:extLst>
          </p:cNvPr>
          <p:cNvCxnSpPr/>
          <p:nvPr/>
        </p:nvCxnSpPr>
        <p:spPr>
          <a:xfrm>
            <a:off x="5917858" y="2266156"/>
            <a:ext cx="5107860" cy="0"/>
          </a:xfrm>
          <a:prstGeom prst="line">
            <a:avLst/>
          </a:prstGeom>
          <a:solidFill>
            <a:srgbClr val="070606"/>
          </a:solidFill>
          <a:ln w="15875">
            <a:solidFill>
              <a:schemeClr val="tx1">
                <a:lumMod val="50000"/>
                <a:lumOff val="50000"/>
              </a:schemeClr>
            </a:solidFill>
            <a:round/>
          </a:ln>
        </p:spPr>
      </p:cxnSp>
      <p:sp>
        <p:nvSpPr>
          <p:cNvPr id="33" name="TextBox 64">
            <a:extLst>
              <a:ext uri="{FF2B5EF4-FFF2-40B4-BE49-F238E27FC236}">
                <a16:creationId xmlns:a16="http://schemas.microsoft.com/office/drawing/2014/main" id="{A5D7B11A-E849-3B5D-F668-864B66951437}"/>
              </a:ext>
            </a:extLst>
          </p:cNvPr>
          <p:cNvSpPr txBox="1"/>
          <p:nvPr/>
        </p:nvSpPr>
        <p:spPr bwMode="auto">
          <a:xfrm>
            <a:off x="5976112" y="1814751"/>
            <a:ext cx="1435008" cy="420564"/>
          </a:xfrm>
          <a:prstGeom prst="rect">
            <a:avLst/>
          </a:prstGeom>
          <a:noFill/>
        </p:spPr>
        <p:txBody>
          <a:bodyPr wrap="none">
            <a:spAutoFit/>
          </a:bodyPr>
          <a:lstStyle>
            <a:defPPr>
              <a:defRPr lang="zh-CN"/>
            </a:defPPr>
            <a:lvl1pPr fontAlgn="auto">
              <a:spcBef>
                <a:spcPts val="0"/>
              </a:spcBef>
              <a:spcAft>
                <a:spcPts val="0"/>
              </a:spcAft>
              <a:defRPr sz="1200" spc="300">
                <a:latin typeface="微软雅黑" pitchFamily="34" charset="-122"/>
                <a:ea typeface="微软雅黑" pitchFamily="34" charset="-122"/>
                <a:cs typeface="Arial" pitchFamily="34" charset="0"/>
              </a:defRPr>
            </a:lvl1pPr>
          </a:lstStyle>
          <a:p>
            <a:r>
              <a:rPr lang="zh-CN" altLang="en-US" sz="2135" b="1" dirty="0">
                <a:solidFill>
                  <a:schemeClr val="tx1">
                    <a:lumMod val="75000"/>
                    <a:lumOff val="25000"/>
                  </a:schemeClr>
                </a:solidFill>
                <a:latin typeface="+mn-lt"/>
                <a:ea typeface="+mn-ea"/>
                <a:cs typeface="+mn-ea"/>
                <a:sym typeface="+mn-lt"/>
              </a:rPr>
              <a:t>添加标题</a:t>
            </a:r>
          </a:p>
        </p:txBody>
      </p:sp>
      <p:sp>
        <p:nvSpPr>
          <p:cNvPr id="34" name="TextBox 24">
            <a:extLst>
              <a:ext uri="{FF2B5EF4-FFF2-40B4-BE49-F238E27FC236}">
                <a16:creationId xmlns:a16="http://schemas.microsoft.com/office/drawing/2014/main" id="{E6085FCF-AD07-D6DF-A59F-2924CF427CD1}"/>
              </a:ext>
            </a:extLst>
          </p:cNvPr>
          <p:cNvSpPr txBox="1"/>
          <p:nvPr/>
        </p:nvSpPr>
        <p:spPr bwMode="auto">
          <a:xfrm>
            <a:off x="3341251" y="1558324"/>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pPr algn="r"/>
            <a:r>
              <a:rPr lang="zh-CN" altLang="en-US" sz="2135" b="1" dirty="0">
                <a:solidFill>
                  <a:schemeClr val="accent5"/>
                </a:solidFill>
                <a:latin typeface="+mn-lt"/>
                <a:ea typeface="+mn-ea"/>
                <a:cs typeface="+mn-ea"/>
                <a:sym typeface="+mn-lt"/>
              </a:rPr>
              <a:t>添加标题</a:t>
            </a:r>
          </a:p>
        </p:txBody>
      </p:sp>
      <p:sp>
        <p:nvSpPr>
          <p:cNvPr id="35" name="TextBox 25">
            <a:extLst>
              <a:ext uri="{FF2B5EF4-FFF2-40B4-BE49-F238E27FC236}">
                <a16:creationId xmlns:a16="http://schemas.microsoft.com/office/drawing/2014/main" id="{5A39C51E-22E9-08E0-A96A-3A3BADD119D1}"/>
              </a:ext>
            </a:extLst>
          </p:cNvPr>
          <p:cNvSpPr txBox="1"/>
          <p:nvPr/>
        </p:nvSpPr>
        <p:spPr bwMode="auto">
          <a:xfrm>
            <a:off x="2737221" y="1943835"/>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pPr algn="r"/>
            <a:r>
              <a:rPr lang="zh-CN" altLang="en-US" sz="2135" b="1" dirty="0">
                <a:solidFill>
                  <a:schemeClr val="accent2"/>
                </a:solidFill>
                <a:latin typeface="+mn-lt"/>
                <a:ea typeface="+mn-ea"/>
                <a:cs typeface="+mn-ea"/>
                <a:sym typeface="+mn-lt"/>
              </a:rPr>
              <a:t>添加标题</a:t>
            </a:r>
          </a:p>
        </p:txBody>
      </p:sp>
      <p:sp>
        <p:nvSpPr>
          <p:cNvPr id="36" name="TextBox 26">
            <a:extLst>
              <a:ext uri="{FF2B5EF4-FFF2-40B4-BE49-F238E27FC236}">
                <a16:creationId xmlns:a16="http://schemas.microsoft.com/office/drawing/2014/main" id="{8956A6CE-7FAA-9F39-AD17-2C7C179C8763}"/>
              </a:ext>
            </a:extLst>
          </p:cNvPr>
          <p:cNvSpPr txBox="1"/>
          <p:nvPr/>
        </p:nvSpPr>
        <p:spPr bwMode="auto">
          <a:xfrm>
            <a:off x="2188600" y="2942152"/>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7" name="矩形 36">
            <a:extLst>
              <a:ext uri="{FF2B5EF4-FFF2-40B4-BE49-F238E27FC236}">
                <a16:creationId xmlns:a16="http://schemas.microsoft.com/office/drawing/2014/main" id="{EC0BEE95-24BF-39CF-A07B-40ACC0DA0BC0}"/>
              </a:ext>
            </a:extLst>
          </p:cNvPr>
          <p:cNvSpPr/>
          <p:nvPr/>
        </p:nvSpPr>
        <p:spPr>
          <a:xfrm>
            <a:off x="6021943" y="2364399"/>
            <a:ext cx="5255657" cy="1669688"/>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a:t>
            </a:r>
          </a:p>
        </p:txBody>
      </p:sp>
      <p:sp>
        <p:nvSpPr>
          <p:cNvPr id="38" name="矩形 37">
            <a:extLst>
              <a:ext uri="{FF2B5EF4-FFF2-40B4-BE49-F238E27FC236}">
                <a16:creationId xmlns:a16="http://schemas.microsoft.com/office/drawing/2014/main" id="{7D4CAFD9-1667-6C02-8DD8-678ACB077A6B}"/>
              </a:ext>
            </a:extLst>
          </p:cNvPr>
          <p:cNvSpPr/>
          <p:nvPr/>
        </p:nvSpPr>
        <p:spPr>
          <a:xfrm>
            <a:off x="6086429"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sp>
        <p:nvSpPr>
          <p:cNvPr id="39" name="矩形 38">
            <a:extLst>
              <a:ext uri="{FF2B5EF4-FFF2-40B4-BE49-F238E27FC236}">
                <a16:creationId xmlns:a16="http://schemas.microsoft.com/office/drawing/2014/main" id="{E2A8E86E-4DB4-4BE8-0433-DB6FA8E8F942}"/>
              </a:ext>
            </a:extLst>
          </p:cNvPr>
          <p:cNvSpPr/>
          <p:nvPr/>
        </p:nvSpPr>
        <p:spPr>
          <a:xfrm>
            <a:off x="8897363"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cxnSp>
        <p:nvCxnSpPr>
          <p:cNvPr id="40" name="直接连接符 39">
            <a:extLst>
              <a:ext uri="{FF2B5EF4-FFF2-40B4-BE49-F238E27FC236}">
                <a16:creationId xmlns:a16="http://schemas.microsoft.com/office/drawing/2014/main" id="{C95792FF-ABC6-F7B0-01D6-8BDDCE32CF34}"/>
              </a:ext>
            </a:extLst>
          </p:cNvPr>
          <p:cNvCxnSpPr/>
          <p:nvPr/>
        </p:nvCxnSpPr>
        <p:spPr>
          <a:xfrm>
            <a:off x="5917858" y="4188089"/>
            <a:ext cx="5107860" cy="0"/>
          </a:xfrm>
          <a:prstGeom prst="line">
            <a:avLst/>
          </a:prstGeom>
          <a:solidFill>
            <a:srgbClr val="070606"/>
          </a:solidFill>
          <a:ln w="15875">
            <a:solidFill>
              <a:schemeClr val="tx1">
                <a:lumMod val="50000"/>
                <a:lumOff val="50000"/>
              </a:schemeClr>
            </a:solidFill>
            <a:round/>
          </a:ln>
        </p:spPr>
      </p:cxnSp>
      <p:sp>
        <p:nvSpPr>
          <p:cNvPr id="41" name="文本占位符 33">
            <a:extLst>
              <a:ext uri="{FF2B5EF4-FFF2-40B4-BE49-F238E27FC236}">
                <a16:creationId xmlns:a16="http://schemas.microsoft.com/office/drawing/2014/main" id="{A95EA908-A745-185B-055B-78584A4CFABC}"/>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260080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比较">
    <p:spTree>
      <p:nvGrpSpPr>
        <p:cNvPr id="1" name=""/>
        <p:cNvGrpSpPr/>
        <p:nvPr/>
      </p:nvGrpSpPr>
      <p:grpSpPr>
        <a:xfrm>
          <a:off x="0" y="0"/>
          <a:ext cx="0" cy="0"/>
          <a:chOff x="0" y="0"/>
          <a:chExt cx="0" cy="0"/>
        </a:xfrm>
      </p:grpSpPr>
      <p:sp>
        <p:nvSpPr>
          <p:cNvPr id="10" name="任意多边形 19">
            <a:extLst>
              <a:ext uri="{FF2B5EF4-FFF2-40B4-BE49-F238E27FC236}">
                <a16:creationId xmlns:a16="http://schemas.microsoft.com/office/drawing/2014/main" id="{93575A42-ED96-07D0-5F00-797106732D94}"/>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18">
            <a:extLst>
              <a:ext uri="{FF2B5EF4-FFF2-40B4-BE49-F238E27FC236}">
                <a16:creationId xmlns:a16="http://schemas.microsoft.com/office/drawing/2014/main" id="{DB32254D-9F3E-9CE5-1306-8BC38D55EB48}"/>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3" name="组合 12">
            <a:extLst>
              <a:ext uri="{FF2B5EF4-FFF2-40B4-BE49-F238E27FC236}">
                <a16:creationId xmlns:a16="http://schemas.microsoft.com/office/drawing/2014/main" id="{35E30FD8-077D-B5A3-CE5C-EA3FD0E2BAD1}"/>
              </a:ext>
            </a:extLst>
          </p:cNvPr>
          <p:cNvGrpSpPr/>
          <p:nvPr/>
        </p:nvGrpSpPr>
        <p:grpSpPr>
          <a:xfrm>
            <a:off x="123826" y="59558"/>
            <a:ext cx="593817" cy="593817"/>
            <a:chOff x="1131485" y="2234042"/>
            <a:chExt cx="1607262" cy="1607262"/>
          </a:xfrm>
        </p:grpSpPr>
        <p:sp>
          <p:nvSpPr>
            <p:cNvPr id="14" name="椭圆 13">
              <a:extLst>
                <a:ext uri="{FF2B5EF4-FFF2-40B4-BE49-F238E27FC236}">
                  <a16:creationId xmlns:a16="http://schemas.microsoft.com/office/drawing/2014/main" id="{5701137A-7095-2FB8-325A-2535E5FA5FCD}"/>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5" name="椭圆 14">
              <a:extLst>
                <a:ext uri="{FF2B5EF4-FFF2-40B4-BE49-F238E27FC236}">
                  <a16:creationId xmlns:a16="http://schemas.microsoft.com/office/drawing/2014/main" id="{B131BFD9-0F54-637D-5F78-F0077443D510}"/>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6" name="KSO_Shape">
              <a:extLst>
                <a:ext uri="{FF2B5EF4-FFF2-40B4-BE49-F238E27FC236}">
                  <a16:creationId xmlns:a16="http://schemas.microsoft.com/office/drawing/2014/main" id="{1D64EA1D-6C96-F4F6-6ADC-C3254FE161AC}"/>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7" name="椭圆 16">
            <a:extLst>
              <a:ext uri="{FF2B5EF4-FFF2-40B4-BE49-F238E27FC236}">
                <a16:creationId xmlns:a16="http://schemas.microsoft.com/office/drawing/2014/main" id="{06C07459-634F-8707-41A5-2F1BD91FB743}"/>
              </a:ext>
            </a:extLst>
          </p:cNvPr>
          <p:cNvSpPr/>
          <p:nvPr/>
        </p:nvSpPr>
        <p:spPr>
          <a:xfrm>
            <a:off x="1260712" y="3026613"/>
            <a:ext cx="1309133" cy="1309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8" name="椭圆 17">
            <a:extLst>
              <a:ext uri="{FF2B5EF4-FFF2-40B4-BE49-F238E27FC236}">
                <a16:creationId xmlns:a16="http://schemas.microsoft.com/office/drawing/2014/main" id="{4BD09E54-E665-47BF-469F-C02DDB6B4C81}"/>
              </a:ext>
            </a:extLst>
          </p:cNvPr>
          <p:cNvSpPr/>
          <p:nvPr/>
        </p:nvSpPr>
        <p:spPr>
          <a:xfrm flipV="1">
            <a:off x="3331864" y="2970613"/>
            <a:ext cx="1309133" cy="1309133"/>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9" name="椭圆 18">
            <a:extLst>
              <a:ext uri="{FF2B5EF4-FFF2-40B4-BE49-F238E27FC236}">
                <a16:creationId xmlns:a16="http://schemas.microsoft.com/office/drawing/2014/main" id="{6005E3A2-4B78-938B-1318-371DB1A8BD0C}"/>
              </a:ext>
            </a:extLst>
          </p:cNvPr>
          <p:cNvSpPr/>
          <p:nvPr/>
        </p:nvSpPr>
        <p:spPr>
          <a:xfrm>
            <a:off x="5405503" y="3011695"/>
            <a:ext cx="1309133" cy="130913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0" name="椭圆 19">
            <a:extLst>
              <a:ext uri="{FF2B5EF4-FFF2-40B4-BE49-F238E27FC236}">
                <a16:creationId xmlns:a16="http://schemas.microsoft.com/office/drawing/2014/main" id="{CF40B1D2-3EF5-8B35-DB30-BE96BF8067EB}"/>
              </a:ext>
            </a:extLst>
          </p:cNvPr>
          <p:cNvSpPr/>
          <p:nvPr/>
        </p:nvSpPr>
        <p:spPr>
          <a:xfrm flipV="1">
            <a:off x="7476655" y="2955695"/>
            <a:ext cx="1309133" cy="1309133"/>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1" name="椭圆 20">
            <a:extLst>
              <a:ext uri="{FF2B5EF4-FFF2-40B4-BE49-F238E27FC236}">
                <a16:creationId xmlns:a16="http://schemas.microsoft.com/office/drawing/2014/main" id="{1FE51DAC-8244-61EB-AF5C-43016B040F01}"/>
              </a:ext>
            </a:extLst>
          </p:cNvPr>
          <p:cNvSpPr/>
          <p:nvPr/>
        </p:nvSpPr>
        <p:spPr>
          <a:xfrm>
            <a:off x="9550293" y="2988497"/>
            <a:ext cx="1309133" cy="1309133"/>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2" name="任意形状 64">
            <a:extLst>
              <a:ext uri="{FF2B5EF4-FFF2-40B4-BE49-F238E27FC236}">
                <a16:creationId xmlns:a16="http://schemas.microsoft.com/office/drawing/2014/main" id="{A29CF2BD-F64A-5EC9-00D7-57E616E26A03}"/>
              </a:ext>
            </a:extLst>
          </p:cNvPr>
          <p:cNvSpPr/>
          <p:nvPr/>
        </p:nvSpPr>
        <p:spPr>
          <a:xfrm flipV="1">
            <a:off x="9010554" y="2447767"/>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3" name="任意形状 65">
            <a:extLst>
              <a:ext uri="{FF2B5EF4-FFF2-40B4-BE49-F238E27FC236}">
                <a16:creationId xmlns:a16="http://schemas.microsoft.com/office/drawing/2014/main" id="{7B323CE4-8EB7-5078-C0D4-75E3A22226FA}"/>
              </a:ext>
            </a:extLst>
          </p:cNvPr>
          <p:cNvSpPr/>
          <p:nvPr/>
        </p:nvSpPr>
        <p:spPr>
          <a:xfrm>
            <a:off x="6936916" y="3336976"/>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4" name="任意形状 66">
            <a:extLst>
              <a:ext uri="{FF2B5EF4-FFF2-40B4-BE49-F238E27FC236}">
                <a16:creationId xmlns:a16="http://schemas.microsoft.com/office/drawing/2014/main" id="{1F42A847-25C7-93BC-9A66-024389F4E045}"/>
              </a:ext>
            </a:extLst>
          </p:cNvPr>
          <p:cNvSpPr/>
          <p:nvPr/>
        </p:nvSpPr>
        <p:spPr>
          <a:xfrm flipV="1">
            <a:off x="4865764" y="247096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5" name="任意形状 67">
            <a:extLst>
              <a:ext uri="{FF2B5EF4-FFF2-40B4-BE49-F238E27FC236}">
                <a16:creationId xmlns:a16="http://schemas.microsoft.com/office/drawing/2014/main" id="{5B24F391-9D6E-A703-30ED-923398762AD4}"/>
              </a:ext>
            </a:extLst>
          </p:cNvPr>
          <p:cNvSpPr/>
          <p:nvPr/>
        </p:nvSpPr>
        <p:spPr>
          <a:xfrm>
            <a:off x="2792125" y="335189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6" name="任意形状 68">
            <a:extLst>
              <a:ext uri="{FF2B5EF4-FFF2-40B4-BE49-F238E27FC236}">
                <a16:creationId xmlns:a16="http://schemas.microsoft.com/office/drawing/2014/main" id="{57097062-F88C-8713-DB2B-B367430FD050}"/>
              </a:ext>
            </a:extLst>
          </p:cNvPr>
          <p:cNvSpPr/>
          <p:nvPr/>
        </p:nvSpPr>
        <p:spPr>
          <a:xfrm flipV="1">
            <a:off x="720973" y="2485883"/>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grpSp>
        <p:nvGrpSpPr>
          <p:cNvPr id="27" name="组 69">
            <a:extLst>
              <a:ext uri="{FF2B5EF4-FFF2-40B4-BE49-F238E27FC236}">
                <a16:creationId xmlns:a16="http://schemas.microsoft.com/office/drawing/2014/main" id="{2F2AB61E-9430-D6EA-F278-E96947EB5F96}"/>
              </a:ext>
            </a:extLst>
          </p:cNvPr>
          <p:cNvGrpSpPr/>
          <p:nvPr/>
        </p:nvGrpSpPr>
        <p:grpSpPr>
          <a:xfrm>
            <a:off x="1718361" y="3380290"/>
            <a:ext cx="393835" cy="631619"/>
            <a:chOff x="898525" y="1076325"/>
            <a:chExt cx="504825" cy="809625"/>
          </a:xfrm>
          <a:solidFill>
            <a:schemeClr val="bg1"/>
          </a:solidFill>
          <a:effectLst/>
        </p:grpSpPr>
        <p:sp>
          <p:nvSpPr>
            <p:cNvPr id="28" name="Freeform 44">
              <a:extLst>
                <a:ext uri="{FF2B5EF4-FFF2-40B4-BE49-F238E27FC236}">
                  <a16:creationId xmlns:a16="http://schemas.microsoft.com/office/drawing/2014/main" id="{62FAD4F7-1CCE-5A27-44CB-7F1501F8A55E}"/>
                </a:ext>
              </a:extLst>
            </p:cNvPr>
            <p:cNvSpPr/>
            <p:nvPr/>
          </p:nvSpPr>
          <p:spPr bwMode="auto">
            <a:xfrm>
              <a:off x="1028700" y="1736725"/>
              <a:ext cx="247650" cy="50800"/>
            </a:xfrm>
            <a:custGeom>
              <a:avLst/>
              <a:gdLst/>
              <a:ahLst/>
              <a:cxnLst>
                <a:cxn ang="0">
                  <a:pos x="140" y="0"/>
                </a:cxn>
                <a:cxn ang="0">
                  <a:pos x="16" y="0"/>
                </a:cxn>
                <a:cxn ang="0">
                  <a:pos x="16" y="0"/>
                </a:cxn>
                <a:cxn ang="0">
                  <a:pos x="10" y="0"/>
                </a:cxn>
                <a:cxn ang="0">
                  <a:pos x="4" y="4"/>
                </a:cxn>
                <a:cxn ang="0">
                  <a:pos x="2" y="10"/>
                </a:cxn>
                <a:cxn ang="0">
                  <a:pos x="0" y="16"/>
                </a:cxn>
                <a:cxn ang="0">
                  <a:pos x="0" y="16"/>
                </a:cxn>
                <a:cxn ang="0">
                  <a:pos x="2" y="22"/>
                </a:cxn>
                <a:cxn ang="0">
                  <a:pos x="4" y="28"/>
                </a:cxn>
                <a:cxn ang="0">
                  <a:pos x="10" y="32"/>
                </a:cxn>
                <a:cxn ang="0">
                  <a:pos x="16" y="32"/>
                </a:cxn>
                <a:cxn ang="0">
                  <a:pos x="140" y="32"/>
                </a:cxn>
                <a:cxn ang="0">
                  <a:pos x="140" y="32"/>
                </a:cxn>
                <a:cxn ang="0">
                  <a:pos x="146" y="32"/>
                </a:cxn>
                <a:cxn ang="0">
                  <a:pos x="152" y="28"/>
                </a:cxn>
                <a:cxn ang="0">
                  <a:pos x="154" y="22"/>
                </a:cxn>
                <a:cxn ang="0">
                  <a:pos x="156" y="16"/>
                </a:cxn>
                <a:cxn ang="0">
                  <a:pos x="156" y="16"/>
                </a:cxn>
                <a:cxn ang="0">
                  <a:pos x="154" y="10"/>
                </a:cxn>
                <a:cxn ang="0">
                  <a:pos x="152" y="4"/>
                </a:cxn>
                <a:cxn ang="0">
                  <a:pos x="146" y="0"/>
                </a:cxn>
                <a:cxn ang="0">
                  <a:pos x="140" y="0"/>
                </a:cxn>
                <a:cxn ang="0">
                  <a:pos x="140" y="0"/>
                </a:cxn>
              </a:cxnLst>
              <a:rect l="0" t="0" r="r" b="b"/>
              <a:pathLst>
                <a:path w="156" h="32">
                  <a:moveTo>
                    <a:pt x="140" y="0"/>
                  </a:moveTo>
                  <a:lnTo>
                    <a:pt x="16" y="0"/>
                  </a:lnTo>
                  <a:lnTo>
                    <a:pt x="16" y="0"/>
                  </a:lnTo>
                  <a:lnTo>
                    <a:pt x="10" y="0"/>
                  </a:lnTo>
                  <a:lnTo>
                    <a:pt x="4" y="4"/>
                  </a:lnTo>
                  <a:lnTo>
                    <a:pt x="2" y="10"/>
                  </a:lnTo>
                  <a:lnTo>
                    <a:pt x="0" y="16"/>
                  </a:lnTo>
                  <a:lnTo>
                    <a:pt x="0" y="16"/>
                  </a:lnTo>
                  <a:lnTo>
                    <a:pt x="2" y="22"/>
                  </a:lnTo>
                  <a:lnTo>
                    <a:pt x="4" y="28"/>
                  </a:lnTo>
                  <a:lnTo>
                    <a:pt x="10" y="32"/>
                  </a:lnTo>
                  <a:lnTo>
                    <a:pt x="16" y="32"/>
                  </a:lnTo>
                  <a:lnTo>
                    <a:pt x="140" y="32"/>
                  </a:lnTo>
                  <a:lnTo>
                    <a:pt x="140" y="32"/>
                  </a:lnTo>
                  <a:lnTo>
                    <a:pt x="146" y="32"/>
                  </a:lnTo>
                  <a:lnTo>
                    <a:pt x="152" y="28"/>
                  </a:lnTo>
                  <a:lnTo>
                    <a:pt x="154" y="22"/>
                  </a:lnTo>
                  <a:lnTo>
                    <a:pt x="156" y="16"/>
                  </a:lnTo>
                  <a:lnTo>
                    <a:pt x="156" y="16"/>
                  </a:lnTo>
                  <a:lnTo>
                    <a:pt x="154" y="10"/>
                  </a:lnTo>
                  <a:lnTo>
                    <a:pt x="152" y="4"/>
                  </a:lnTo>
                  <a:lnTo>
                    <a:pt x="146" y="0"/>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29" name="Freeform 45">
              <a:extLst>
                <a:ext uri="{FF2B5EF4-FFF2-40B4-BE49-F238E27FC236}">
                  <a16:creationId xmlns:a16="http://schemas.microsoft.com/office/drawing/2014/main" id="{6F52B4E6-FFA4-6B72-EE1E-1844D6837516}"/>
                </a:ext>
              </a:extLst>
            </p:cNvPr>
            <p:cNvSpPr/>
            <p:nvPr/>
          </p:nvSpPr>
          <p:spPr bwMode="auto">
            <a:xfrm>
              <a:off x="1028700" y="1831975"/>
              <a:ext cx="247650" cy="53975"/>
            </a:xfrm>
            <a:custGeom>
              <a:avLst/>
              <a:gdLst/>
              <a:ahLst/>
              <a:cxnLst>
                <a:cxn ang="0">
                  <a:pos x="140" y="0"/>
                </a:cxn>
                <a:cxn ang="0">
                  <a:pos x="16" y="0"/>
                </a:cxn>
                <a:cxn ang="0">
                  <a:pos x="16" y="0"/>
                </a:cxn>
                <a:cxn ang="0">
                  <a:pos x="10" y="2"/>
                </a:cxn>
                <a:cxn ang="0">
                  <a:pos x="4" y="4"/>
                </a:cxn>
                <a:cxn ang="0">
                  <a:pos x="2" y="10"/>
                </a:cxn>
                <a:cxn ang="0">
                  <a:pos x="0" y="16"/>
                </a:cxn>
                <a:cxn ang="0">
                  <a:pos x="0" y="16"/>
                </a:cxn>
                <a:cxn ang="0">
                  <a:pos x="2" y="24"/>
                </a:cxn>
                <a:cxn ang="0">
                  <a:pos x="4" y="28"/>
                </a:cxn>
                <a:cxn ang="0">
                  <a:pos x="10" y="32"/>
                </a:cxn>
                <a:cxn ang="0">
                  <a:pos x="16" y="34"/>
                </a:cxn>
                <a:cxn ang="0">
                  <a:pos x="140" y="34"/>
                </a:cxn>
                <a:cxn ang="0">
                  <a:pos x="140" y="34"/>
                </a:cxn>
                <a:cxn ang="0">
                  <a:pos x="146" y="32"/>
                </a:cxn>
                <a:cxn ang="0">
                  <a:pos x="152" y="28"/>
                </a:cxn>
                <a:cxn ang="0">
                  <a:pos x="154" y="24"/>
                </a:cxn>
                <a:cxn ang="0">
                  <a:pos x="156" y="16"/>
                </a:cxn>
                <a:cxn ang="0">
                  <a:pos x="156" y="16"/>
                </a:cxn>
                <a:cxn ang="0">
                  <a:pos x="154" y="10"/>
                </a:cxn>
                <a:cxn ang="0">
                  <a:pos x="152" y="4"/>
                </a:cxn>
                <a:cxn ang="0">
                  <a:pos x="146" y="2"/>
                </a:cxn>
                <a:cxn ang="0">
                  <a:pos x="140" y="0"/>
                </a:cxn>
                <a:cxn ang="0">
                  <a:pos x="140" y="0"/>
                </a:cxn>
              </a:cxnLst>
              <a:rect l="0" t="0" r="r" b="b"/>
              <a:pathLst>
                <a:path w="156" h="34">
                  <a:moveTo>
                    <a:pt x="140" y="0"/>
                  </a:moveTo>
                  <a:lnTo>
                    <a:pt x="16" y="0"/>
                  </a:lnTo>
                  <a:lnTo>
                    <a:pt x="16" y="0"/>
                  </a:lnTo>
                  <a:lnTo>
                    <a:pt x="10" y="2"/>
                  </a:lnTo>
                  <a:lnTo>
                    <a:pt x="4" y="4"/>
                  </a:lnTo>
                  <a:lnTo>
                    <a:pt x="2" y="10"/>
                  </a:lnTo>
                  <a:lnTo>
                    <a:pt x="0" y="16"/>
                  </a:lnTo>
                  <a:lnTo>
                    <a:pt x="0" y="16"/>
                  </a:lnTo>
                  <a:lnTo>
                    <a:pt x="2" y="24"/>
                  </a:lnTo>
                  <a:lnTo>
                    <a:pt x="4" y="28"/>
                  </a:lnTo>
                  <a:lnTo>
                    <a:pt x="10" y="32"/>
                  </a:lnTo>
                  <a:lnTo>
                    <a:pt x="16" y="34"/>
                  </a:lnTo>
                  <a:lnTo>
                    <a:pt x="140" y="34"/>
                  </a:lnTo>
                  <a:lnTo>
                    <a:pt x="140" y="34"/>
                  </a:lnTo>
                  <a:lnTo>
                    <a:pt x="146" y="32"/>
                  </a:lnTo>
                  <a:lnTo>
                    <a:pt x="152" y="28"/>
                  </a:lnTo>
                  <a:lnTo>
                    <a:pt x="154" y="24"/>
                  </a:lnTo>
                  <a:lnTo>
                    <a:pt x="156" y="16"/>
                  </a:lnTo>
                  <a:lnTo>
                    <a:pt x="156" y="16"/>
                  </a:lnTo>
                  <a:lnTo>
                    <a:pt x="154" y="10"/>
                  </a:lnTo>
                  <a:lnTo>
                    <a:pt x="152" y="4"/>
                  </a:lnTo>
                  <a:lnTo>
                    <a:pt x="146" y="2"/>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30" name="Freeform 46">
              <a:extLst>
                <a:ext uri="{FF2B5EF4-FFF2-40B4-BE49-F238E27FC236}">
                  <a16:creationId xmlns:a16="http://schemas.microsoft.com/office/drawing/2014/main" id="{20DDC22A-8F4A-2A96-EA2C-0B973EF658D8}"/>
                </a:ext>
              </a:extLst>
            </p:cNvPr>
            <p:cNvSpPr>
              <a:spLocks noEditPoints="1"/>
            </p:cNvSpPr>
            <p:nvPr/>
          </p:nvSpPr>
          <p:spPr bwMode="auto">
            <a:xfrm>
              <a:off x="898525" y="1076325"/>
              <a:ext cx="504825" cy="615950"/>
            </a:xfrm>
            <a:custGeom>
              <a:avLst/>
              <a:gdLst/>
              <a:ahLst/>
              <a:cxnLst>
                <a:cxn ang="0">
                  <a:pos x="160" y="0"/>
                </a:cxn>
                <a:cxn ang="0">
                  <a:pos x="152" y="0"/>
                </a:cxn>
                <a:cxn ang="0">
                  <a:pos x="106" y="10"/>
                </a:cxn>
                <a:cxn ang="0">
                  <a:pos x="66" y="30"/>
                </a:cxn>
                <a:cxn ang="0">
                  <a:pos x="34" y="60"/>
                </a:cxn>
                <a:cxn ang="0">
                  <a:pos x="12" y="98"/>
                </a:cxn>
                <a:cxn ang="0">
                  <a:pos x="2" y="144"/>
                </a:cxn>
                <a:cxn ang="0">
                  <a:pos x="2" y="176"/>
                </a:cxn>
                <a:cxn ang="0">
                  <a:pos x="18" y="226"/>
                </a:cxn>
                <a:cxn ang="0">
                  <a:pos x="60" y="282"/>
                </a:cxn>
                <a:cxn ang="0">
                  <a:pos x="74" y="300"/>
                </a:cxn>
                <a:cxn ang="0">
                  <a:pos x="80" y="322"/>
                </a:cxn>
                <a:cxn ang="0">
                  <a:pos x="82" y="354"/>
                </a:cxn>
                <a:cxn ang="0">
                  <a:pos x="88" y="372"/>
                </a:cxn>
                <a:cxn ang="0">
                  <a:pos x="102" y="384"/>
                </a:cxn>
                <a:cxn ang="0">
                  <a:pos x="158" y="388"/>
                </a:cxn>
                <a:cxn ang="0">
                  <a:pos x="202" y="388"/>
                </a:cxn>
                <a:cxn ang="0">
                  <a:pos x="222" y="382"/>
                </a:cxn>
                <a:cxn ang="0">
                  <a:pos x="234" y="366"/>
                </a:cxn>
                <a:cxn ang="0">
                  <a:pos x="236" y="340"/>
                </a:cxn>
                <a:cxn ang="0">
                  <a:pos x="242" y="306"/>
                </a:cxn>
                <a:cxn ang="0">
                  <a:pos x="250" y="292"/>
                </a:cxn>
                <a:cxn ang="0">
                  <a:pos x="282" y="256"/>
                </a:cxn>
                <a:cxn ang="0">
                  <a:pos x="308" y="210"/>
                </a:cxn>
                <a:cxn ang="0">
                  <a:pos x="318" y="158"/>
                </a:cxn>
                <a:cxn ang="0">
                  <a:pos x="314" y="128"/>
                </a:cxn>
                <a:cxn ang="0">
                  <a:pos x="300" y="86"/>
                </a:cxn>
                <a:cxn ang="0">
                  <a:pos x="274" y="50"/>
                </a:cxn>
                <a:cxn ang="0">
                  <a:pos x="240" y="22"/>
                </a:cxn>
                <a:cxn ang="0">
                  <a:pos x="198" y="6"/>
                </a:cxn>
                <a:cxn ang="0">
                  <a:pos x="168" y="0"/>
                </a:cxn>
                <a:cxn ang="0">
                  <a:pos x="258" y="164"/>
                </a:cxn>
                <a:cxn ang="0">
                  <a:pos x="246" y="146"/>
                </a:cxn>
                <a:cxn ang="0">
                  <a:pos x="240" y="120"/>
                </a:cxn>
                <a:cxn ang="0">
                  <a:pos x="216" y="88"/>
                </a:cxn>
                <a:cxn ang="0">
                  <a:pos x="178" y="74"/>
                </a:cxn>
                <a:cxn ang="0">
                  <a:pos x="164" y="68"/>
                </a:cxn>
                <a:cxn ang="0">
                  <a:pos x="158" y="52"/>
                </a:cxn>
                <a:cxn ang="0">
                  <a:pos x="172" y="34"/>
                </a:cxn>
                <a:cxn ang="0">
                  <a:pos x="202" y="36"/>
                </a:cxn>
                <a:cxn ang="0">
                  <a:pos x="256" y="68"/>
                </a:cxn>
                <a:cxn ang="0">
                  <a:pos x="284" y="124"/>
                </a:cxn>
                <a:cxn ang="0">
                  <a:pos x="284" y="154"/>
                </a:cxn>
                <a:cxn ang="0">
                  <a:pos x="266" y="166"/>
                </a:cxn>
              </a:cxnLst>
              <a:rect l="0" t="0" r="r" b="b"/>
              <a:pathLst>
                <a:path w="318" h="388">
                  <a:moveTo>
                    <a:pt x="168" y="0"/>
                  </a:moveTo>
                  <a:lnTo>
                    <a:pt x="168" y="0"/>
                  </a:lnTo>
                  <a:lnTo>
                    <a:pt x="160" y="0"/>
                  </a:lnTo>
                  <a:lnTo>
                    <a:pt x="160" y="0"/>
                  </a:lnTo>
                  <a:lnTo>
                    <a:pt x="152" y="0"/>
                  </a:lnTo>
                  <a:lnTo>
                    <a:pt x="152" y="0"/>
                  </a:lnTo>
                  <a:lnTo>
                    <a:pt x="136" y="2"/>
                  </a:lnTo>
                  <a:lnTo>
                    <a:pt x="120" y="4"/>
                  </a:lnTo>
                  <a:lnTo>
                    <a:pt x="106" y="10"/>
                  </a:lnTo>
                  <a:lnTo>
                    <a:pt x="92" y="16"/>
                  </a:lnTo>
                  <a:lnTo>
                    <a:pt x="80" y="22"/>
                  </a:lnTo>
                  <a:lnTo>
                    <a:pt x="66" y="30"/>
                  </a:lnTo>
                  <a:lnTo>
                    <a:pt x="56" y="40"/>
                  </a:lnTo>
                  <a:lnTo>
                    <a:pt x="44" y="50"/>
                  </a:lnTo>
                  <a:lnTo>
                    <a:pt x="34" y="60"/>
                  </a:lnTo>
                  <a:lnTo>
                    <a:pt x="26" y="72"/>
                  </a:lnTo>
                  <a:lnTo>
                    <a:pt x="18" y="86"/>
                  </a:lnTo>
                  <a:lnTo>
                    <a:pt x="12" y="98"/>
                  </a:lnTo>
                  <a:lnTo>
                    <a:pt x="8" y="114"/>
                  </a:lnTo>
                  <a:lnTo>
                    <a:pt x="4" y="128"/>
                  </a:lnTo>
                  <a:lnTo>
                    <a:pt x="2" y="144"/>
                  </a:lnTo>
                  <a:lnTo>
                    <a:pt x="0" y="158"/>
                  </a:lnTo>
                  <a:lnTo>
                    <a:pt x="0" y="158"/>
                  </a:lnTo>
                  <a:lnTo>
                    <a:pt x="2" y="176"/>
                  </a:lnTo>
                  <a:lnTo>
                    <a:pt x="6" y="192"/>
                  </a:lnTo>
                  <a:lnTo>
                    <a:pt x="10" y="210"/>
                  </a:lnTo>
                  <a:lnTo>
                    <a:pt x="18" y="226"/>
                  </a:lnTo>
                  <a:lnTo>
                    <a:pt x="26" y="240"/>
                  </a:lnTo>
                  <a:lnTo>
                    <a:pt x="36" y="256"/>
                  </a:lnTo>
                  <a:lnTo>
                    <a:pt x="60" y="282"/>
                  </a:lnTo>
                  <a:lnTo>
                    <a:pt x="60" y="282"/>
                  </a:lnTo>
                  <a:lnTo>
                    <a:pt x="68" y="292"/>
                  </a:lnTo>
                  <a:lnTo>
                    <a:pt x="74" y="300"/>
                  </a:lnTo>
                  <a:lnTo>
                    <a:pt x="78" y="306"/>
                  </a:lnTo>
                  <a:lnTo>
                    <a:pt x="78" y="306"/>
                  </a:lnTo>
                  <a:lnTo>
                    <a:pt x="80" y="322"/>
                  </a:lnTo>
                  <a:lnTo>
                    <a:pt x="82" y="340"/>
                  </a:lnTo>
                  <a:lnTo>
                    <a:pt x="82" y="354"/>
                  </a:lnTo>
                  <a:lnTo>
                    <a:pt x="82" y="354"/>
                  </a:lnTo>
                  <a:lnTo>
                    <a:pt x="82" y="360"/>
                  </a:lnTo>
                  <a:lnTo>
                    <a:pt x="84" y="366"/>
                  </a:lnTo>
                  <a:lnTo>
                    <a:pt x="88" y="372"/>
                  </a:lnTo>
                  <a:lnTo>
                    <a:pt x="92" y="378"/>
                  </a:lnTo>
                  <a:lnTo>
                    <a:pt x="96" y="382"/>
                  </a:lnTo>
                  <a:lnTo>
                    <a:pt x="102" y="384"/>
                  </a:lnTo>
                  <a:lnTo>
                    <a:pt x="110" y="386"/>
                  </a:lnTo>
                  <a:lnTo>
                    <a:pt x="116" y="388"/>
                  </a:lnTo>
                  <a:lnTo>
                    <a:pt x="158" y="388"/>
                  </a:lnTo>
                  <a:lnTo>
                    <a:pt x="160" y="388"/>
                  </a:lnTo>
                  <a:lnTo>
                    <a:pt x="202" y="388"/>
                  </a:lnTo>
                  <a:lnTo>
                    <a:pt x="202" y="388"/>
                  </a:lnTo>
                  <a:lnTo>
                    <a:pt x="210" y="386"/>
                  </a:lnTo>
                  <a:lnTo>
                    <a:pt x="216" y="384"/>
                  </a:lnTo>
                  <a:lnTo>
                    <a:pt x="222" y="382"/>
                  </a:lnTo>
                  <a:lnTo>
                    <a:pt x="226" y="378"/>
                  </a:lnTo>
                  <a:lnTo>
                    <a:pt x="230" y="372"/>
                  </a:lnTo>
                  <a:lnTo>
                    <a:pt x="234" y="366"/>
                  </a:lnTo>
                  <a:lnTo>
                    <a:pt x="236" y="360"/>
                  </a:lnTo>
                  <a:lnTo>
                    <a:pt x="236" y="354"/>
                  </a:lnTo>
                  <a:lnTo>
                    <a:pt x="236" y="340"/>
                  </a:lnTo>
                  <a:lnTo>
                    <a:pt x="236" y="340"/>
                  </a:lnTo>
                  <a:lnTo>
                    <a:pt x="238" y="322"/>
                  </a:lnTo>
                  <a:lnTo>
                    <a:pt x="242" y="306"/>
                  </a:lnTo>
                  <a:lnTo>
                    <a:pt x="242" y="306"/>
                  </a:lnTo>
                  <a:lnTo>
                    <a:pt x="244" y="300"/>
                  </a:lnTo>
                  <a:lnTo>
                    <a:pt x="250" y="292"/>
                  </a:lnTo>
                  <a:lnTo>
                    <a:pt x="260" y="282"/>
                  </a:lnTo>
                  <a:lnTo>
                    <a:pt x="260" y="282"/>
                  </a:lnTo>
                  <a:lnTo>
                    <a:pt x="282" y="256"/>
                  </a:lnTo>
                  <a:lnTo>
                    <a:pt x="292" y="240"/>
                  </a:lnTo>
                  <a:lnTo>
                    <a:pt x="300" y="226"/>
                  </a:lnTo>
                  <a:lnTo>
                    <a:pt x="308" y="210"/>
                  </a:lnTo>
                  <a:lnTo>
                    <a:pt x="312" y="192"/>
                  </a:lnTo>
                  <a:lnTo>
                    <a:pt x="316" y="176"/>
                  </a:lnTo>
                  <a:lnTo>
                    <a:pt x="318" y="158"/>
                  </a:lnTo>
                  <a:lnTo>
                    <a:pt x="318" y="158"/>
                  </a:lnTo>
                  <a:lnTo>
                    <a:pt x="316" y="144"/>
                  </a:lnTo>
                  <a:lnTo>
                    <a:pt x="314" y="128"/>
                  </a:lnTo>
                  <a:lnTo>
                    <a:pt x="312" y="114"/>
                  </a:lnTo>
                  <a:lnTo>
                    <a:pt x="306" y="100"/>
                  </a:lnTo>
                  <a:lnTo>
                    <a:pt x="300" y="86"/>
                  </a:lnTo>
                  <a:lnTo>
                    <a:pt x="292" y="72"/>
                  </a:lnTo>
                  <a:lnTo>
                    <a:pt x="284" y="60"/>
                  </a:lnTo>
                  <a:lnTo>
                    <a:pt x="274" y="50"/>
                  </a:lnTo>
                  <a:lnTo>
                    <a:pt x="264" y="40"/>
                  </a:lnTo>
                  <a:lnTo>
                    <a:pt x="252" y="30"/>
                  </a:lnTo>
                  <a:lnTo>
                    <a:pt x="240" y="22"/>
                  </a:lnTo>
                  <a:lnTo>
                    <a:pt x="226" y="16"/>
                  </a:lnTo>
                  <a:lnTo>
                    <a:pt x="212" y="10"/>
                  </a:lnTo>
                  <a:lnTo>
                    <a:pt x="198" y="6"/>
                  </a:lnTo>
                  <a:lnTo>
                    <a:pt x="184" y="2"/>
                  </a:lnTo>
                  <a:lnTo>
                    <a:pt x="168" y="0"/>
                  </a:lnTo>
                  <a:lnTo>
                    <a:pt x="168" y="0"/>
                  </a:lnTo>
                  <a:close/>
                  <a:moveTo>
                    <a:pt x="266" y="166"/>
                  </a:moveTo>
                  <a:lnTo>
                    <a:pt x="266" y="166"/>
                  </a:lnTo>
                  <a:lnTo>
                    <a:pt x="258" y="164"/>
                  </a:lnTo>
                  <a:lnTo>
                    <a:pt x="252" y="160"/>
                  </a:lnTo>
                  <a:lnTo>
                    <a:pt x="248" y="154"/>
                  </a:lnTo>
                  <a:lnTo>
                    <a:pt x="246" y="146"/>
                  </a:lnTo>
                  <a:lnTo>
                    <a:pt x="246" y="146"/>
                  </a:lnTo>
                  <a:lnTo>
                    <a:pt x="244" y="132"/>
                  </a:lnTo>
                  <a:lnTo>
                    <a:pt x="240" y="120"/>
                  </a:lnTo>
                  <a:lnTo>
                    <a:pt x="234" y="108"/>
                  </a:lnTo>
                  <a:lnTo>
                    <a:pt x="226" y="96"/>
                  </a:lnTo>
                  <a:lnTo>
                    <a:pt x="216" y="88"/>
                  </a:lnTo>
                  <a:lnTo>
                    <a:pt x="204" y="80"/>
                  </a:lnTo>
                  <a:lnTo>
                    <a:pt x="192" y="76"/>
                  </a:lnTo>
                  <a:lnTo>
                    <a:pt x="178" y="74"/>
                  </a:lnTo>
                  <a:lnTo>
                    <a:pt x="178" y="74"/>
                  </a:lnTo>
                  <a:lnTo>
                    <a:pt x="170" y="72"/>
                  </a:lnTo>
                  <a:lnTo>
                    <a:pt x="164" y="68"/>
                  </a:lnTo>
                  <a:lnTo>
                    <a:pt x="160" y="60"/>
                  </a:lnTo>
                  <a:lnTo>
                    <a:pt x="158" y="52"/>
                  </a:lnTo>
                  <a:lnTo>
                    <a:pt x="158" y="52"/>
                  </a:lnTo>
                  <a:lnTo>
                    <a:pt x="160" y="44"/>
                  </a:lnTo>
                  <a:lnTo>
                    <a:pt x="166" y="38"/>
                  </a:lnTo>
                  <a:lnTo>
                    <a:pt x="172" y="34"/>
                  </a:lnTo>
                  <a:lnTo>
                    <a:pt x="180" y="34"/>
                  </a:lnTo>
                  <a:lnTo>
                    <a:pt x="180" y="34"/>
                  </a:lnTo>
                  <a:lnTo>
                    <a:pt x="202" y="36"/>
                  </a:lnTo>
                  <a:lnTo>
                    <a:pt x="222" y="44"/>
                  </a:lnTo>
                  <a:lnTo>
                    <a:pt x="240" y="54"/>
                  </a:lnTo>
                  <a:lnTo>
                    <a:pt x="256" y="68"/>
                  </a:lnTo>
                  <a:lnTo>
                    <a:pt x="268" y="86"/>
                  </a:lnTo>
                  <a:lnTo>
                    <a:pt x="278" y="104"/>
                  </a:lnTo>
                  <a:lnTo>
                    <a:pt x="284" y="124"/>
                  </a:lnTo>
                  <a:lnTo>
                    <a:pt x="286" y="146"/>
                  </a:lnTo>
                  <a:lnTo>
                    <a:pt x="286" y="146"/>
                  </a:lnTo>
                  <a:lnTo>
                    <a:pt x="284" y="154"/>
                  </a:lnTo>
                  <a:lnTo>
                    <a:pt x="280" y="160"/>
                  </a:lnTo>
                  <a:lnTo>
                    <a:pt x="274" y="164"/>
                  </a:lnTo>
                  <a:lnTo>
                    <a:pt x="266" y="166"/>
                  </a:lnTo>
                  <a:lnTo>
                    <a:pt x="266" y="166"/>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grpSp>
      <p:grpSp>
        <p:nvGrpSpPr>
          <p:cNvPr id="31" name="组 73">
            <a:extLst>
              <a:ext uri="{FF2B5EF4-FFF2-40B4-BE49-F238E27FC236}">
                <a16:creationId xmlns:a16="http://schemas.microsoft.com/office/drawing/2014/main" id="{37599D08-E1B7-E820-373A-3824C08EA5F5}"/>
              </a:ext>
            </a:extLst>
          </p:cNvPr>
          <p:cNvGrpSpPr/>
          <p:nvPr/>
        </p:nvGrpSpPr>
        <p:grpSpPr>
          <a:xfrm>
            <a:off x="3661044" y="3351896"/>
            <a:ext cx="663469" cy="660013"/>
            <a:chOff x="8328025" y="3667125"/>
            <a:chExt cx="609600" cy="606425"/>
          </a:xfrm>
          <a:solidFill>
            <a:schemeClr val="bg1"/>
          </a:solidFill>
          <a:effectLst/>
        </p:grpSpPr>
        <p:sp>
          <p:nvSpPr>
            <p:cNvPr id="32" name="Freeform 213">
              <a:extLst>
                <a:ext uri="{FF2B5EF4-FFF2-40B4-BE49-F238E27FC236}">
                  <a16:creationId xmlns:a16="http://schemas.microsoft.com/office/drawing/2014/main" id="{E04D5860-6565-D1E8-8FD0-A776BBBCEA3F}"/>
                </a:ext>
              </a:extLst>
            </p:cNvPr>
            <p:cNvSpPr>
              <a:spLocks noEditPoints="1"/>
            </p:cNvSpPr>
            <p:nvPr/>
          </p:nvSpPr>
          <p:spPr bwMode="auto">
            <a:xfrm>
              <a:off x="8328025" y="3667125"/>
              <a:ext cx="609600" cy="606425"/>
            </a:xfrm>
            <a:custGeom>
              <a:avLst/>
              <a:gdLst/>
              <a:ahLst/>
              <a:cxnLst>
                <a:cxn ang="0">
                  <a:pos x="64" y="0"/>
                </a:cxn>
                <a:cxn ang="0">
                  <a:pos x="52" y="0"/>
                </a:cxn>
                <a:cxn ang="0">
                  <a:pos x="28" y="10"/>
                </a:cxn>
                <a:cxn ang="0">
                  <a:pos x="10" y="28"/>
                </a:cxn>
                <a:cxn ang="0">
                  <a:pos x="2" y="50"/>
                </a:cxn>
                <a:cxn ang="0">
                  <a:pos x="0" y="232"/>
                </a:cxn>
                <a:cxn ang="0">
                  <a:pos x="2" y="244"/>
                </a:cxn>
                <a:cxn ang="0">
                  <a:pos x="10" y="266"/>
                </a:cxn>
                <a:cxn ang="0">
                  <a:pos x="28" y="284"/>
                </a:cxn>
                <a:cxn ang="0">
                  <a:pos x="52" y="294"/>
                </a:cxn>
                <a:cxn ang="0">
                  <a:pos x="124" y="296"/>
                </a:cxn>
                <a:cxn ang="0">
                  <a:pos x="230" y="296"/>
                </a:cxn>
                <a:cxn ang="0">
                  <a:pos x="320" y="296"/>
                </a:cxn>
                <a:cxn ang="0">
                  <a:pos x="344" y="290"/>
                </a:cxn>
                <a:cxn ang="0">
                  <a:pos x="364" y="276"/>
                </a:cxn>
                <a:cxn ang="0">
                  <a:pos x="378" y="256"/>
                </a:cxn>
                <a:cxn ang="0">
                  <a:pos x="384" y="232"/>
                </a:cxn>
                <a:cxn ang="0">
                  <a:pos x="384" y="64"/>
                </a:cxn>
                <a:cxn ang="0">
                  <a:pos x="378" y="38"/>
                </a:cxn>
                <a:cxn ang="0">
                  <a:pos x="364" y="18"/>
                </a:cxn>
                <a:cxn ang="0">
                  <a:pos x="344" y="4"/>
                </a:cxn>
                <a:cxn ang="0">
                  <a:pos x="320" y="0"/>
                </a:cxn>
                <a:cxn ang="0">
                  <a:pos x="344" y="232"/>
                </a:cxn>
                <a:cxn ang="0">
                  <a:pos x="342" y="240"/>
                </a:cxn>
                <a:cxn ang="0">
                  <a:pos x="328" y="254"/>
                </a:cxn>
                <a:cxn ang="0">
                  <a:pos x="230" y="256"/>
                </a:cxn>
                <a:cxn ang="0">
                  <a:pos x="204" y="264"/>
                </a:cxn>
                <a:cxn ang="0">
                  <a:pos x="164" y="296"/>
                </a:cxn>
                <a:cxn ang="0">
                  <a:pos x="124" y="256"/>
                </a:cxn>
                <a:cxn ang="0">
                  <a:pos x="64" y="256"/>
                </a:cxn>
                <a:cxn ang="0">
                  <a:pos x="48" y="248"/>
                </a:cxn>
                <a:cxn ang="0">
                  <a:pos x="40" y="232"/>
                </a:cxn>
                <a:cxn ang="0">
                  <a:pos x="40" y="64"/>
                </a:cxn>
                <a:cxn ang="0">
                  <a:pos x="48" y="46"/>
                </a:cxn>
                <a:cxn ang="0">
                  <a:pos x="64" y="40"/>
                </a:cxn>
                <a:cxn ang="0">
                  <a:pos x="320" y="40"/>
                </a:cxn>
                <a:cxn ang="0">
                  <a:pos x="336" y="46"/>
                </a:cxn>
                <a:cxn ang="0">
                  <a:pos x="344" y="64"/>
                </a:cxn>
                <a:cxn ang="0">
                  <a:pos x="344" y="232"/>
                </a:cxn>
              </a:cxnLst>
              <a:rect l="0" t="0" r="r" b="b"/>
              <a:pathLst>
                <a:path w="384" h="382">
                  <a:moveTo>
                    <a:pt x="320" y="0"/>
                  </a:moveTo>
                  <a:lnTo>
                    <a:pt x="64" y="0"/>
                  </a:lnTo>
                  <a:lnTo>
                    <a:pt x="64" y="0"/>
                  </a:lnTo>
                  <a:lnTo>
                    <a:pt x="52" y="0"/>
                  </a:lnTo>
                  <a:lnTo>
                    <a:pt x="40" y="4"/>
                  </a:lnTo>
                  <a:lnTo>
                    <a:pt x="28" y="10"/>
                  </a:lnTo>
                  <a:lnTo>
                    <a:pt x="18" y="18"/>
                  </a:lnTo>
                  <a:lnTo>
                    <a:pt x="10" y="28"/>
                  </a:lnTo>
                  <a:lnTo>
                    <a:pt x="6" y="38"/>
                  </a:lnTo>
                  <a:lnTo>
                    <a:pt x="2" y="50"/>
                  </a:lnTo>
                  <a:lnTo>
                    <a:pt x="0" y="64"/>
                  </a:lnTo>
                  <a:lnTo>
                    <a:pt x="0" y="232"/>
                  </a:lnTo>
                  <a:lnTo>
                    <a:pt x="0" y="232"/>
                  </a:lnTo>
                  <a:lnTo>
                    <a:pt x="2" y="244"/>
                  </a:lnTo>
                  <a:lnTo>
                    <a:pt x="6" y="256"/>
                  </a:lnTo>
                  <a:lnTo>
                    <a:pt x="10" y="266"/>
                  </a:lnTo>
                  <a:lnTo>
                    <a:pt x="18" y="276"/>
                  </a:lnTo>
                  <a:lnTo>
                    <a:pt x="28" y="284"/>
                  </a:lnTo>
                  <a:lnTo>
                    <a:pt x="40" y="290"/>
                  </a:lnTo>
                  <a:lnTo>
                    <a:pt x="52" y="294"/>
                  </a:lnTo>
                  <a:lnTo>
                    <a:pt x="64" y="296"/>
                  </a:lnTo>
                  <a:lnTo>
                    <a:pt x="124" y="296"/>
                  </a:lnTo>
                  <a:lnTo>
                    <a:pt x="124" y="382"/>
                  </a:lnTo>
                  <a:lnTo>
                    <a:pt x="230" y="296"/>
                  </a:lnTo>
                  <a:lnTo>
                    <a:pt x="320" y="296"/>
                  </a:lnTo>
                  <a:lnTo>
                    <a:pt x="320" y="296"/>
                  </a:lnTo>
                  <a:lnTo>
                    <a:pt x="332" y="294"/>
                  </a:lnTo>
                  <a:lnTo>
                    <a:pt x="344" y="290"/>
                  </a:lnTo>
                  <a:lnTo>
                    <a:pt x="356" y="284"/>
                  </a:lnTo>
                  <a:lnTo>
                    <a:pt x="364" y="276"/>
                  </a:lnTo>
                  <a:lnTo>
                    <a:pt x="372" y="266"/>
                  </a:lnTo>
                  <a:lnTo>
                    <a:pt x="378" y="256"/>
                  </a:lnTo>
                  <a:lnTo>
                    <a:pt x="382" y="244"/>
                  </a:lnTo>
                  <a:lnTo>
                    <a:pt x="384" y="232"/>
                  </a:lnTo>
                  <a:lnTo>
                    <a:pt x="384" y="64"/>
                  </a:lnTo>
                  <a:lnTo>
                    <a:pt x="384" y="64"/>
                  </a:lnTo>
                  <a:lnTo>
                    <a:pt x="382" y="50"/>
                  </a:lnTo>
                  <a:lnTo>
                    <a:pt x="378" y="38"/>
                  </a:lnTo>
                  <a:lnTo>
                    <a:pt x="372" y="28"/>
                  </a:lnTo>
                  <a:lnTo>
                    <a:pt x="364" y="18"/>
                  </a:lnTo>
                  <a:lnTo>
                    <a:pt x="356" y="10"/>
                  </a:lnTo>
                  <a:lnTo>
                    <a:pt x="344" y="4"/>
                  </a:lnTo>
                  <a:lnTo>
                    <a:pt x="332" y="0"/>
                  </a:lnTo>
                  <a:lnTo>
                    <a:pt x="320" y="0"/>
                  </a:lnTo>
                  <a:lnTo>
                    <a:pt x="320" y="0"/>
                  </a:lnTo>
                  <a:close/>
                  <a:moveTo>
                    <a:pt x="344" y="232"/>
                  </a:moveTo>
                  <a:lnTo>
                    <a:pt x="344" y="232"/>
                  </a:lnTo>
                  <a:lnTo>
                    <a:pt x="342" y="240"/>
                  </a:lnTo>
                  <a:lnTo>
                    <a:pt x="336" y="248"/>
                  </a:lnTo>
                  <a:lnTo>
                    <a:pt x="328" y="254"/>
                  </a:lnTo>
                  <a:lnTo>
                    <a:pt x="320" y="256"/>
                  </a:lnTo>
                  <a:lnTo>
                    <a:pt x="230" y="256"/>
                  </a:lnTo>
                  <a:lnTo>
                    <a:pt x="216" y="256"/>
                  </a:lnTo>
                  <a:lnTo>
                    <a:pt x="204" y="264"/>
                  </a:lnTo>
                  <a:lnTo>
                    <a:pt x="164" y="298"/>
                  </a:lnTo>
                  <a:lnTo>
                    <a:pt x="164" y="296"/>
                  </a:lnTo>
                  <a:lnTo>
                    <a:pt x="164" y="256"/>
                  </a:lnTo>
                  <a:lnTo>
                    <a:pt x="124" y="256"/>
                  </a:lnTo>
                  <a:lnTo>
                    <a:pt x="64" y="256"/>
                  </a:lnTo>
                  <a:lnTo>
                    <a:pt x="64" y="256"/>
                  </a:lnTo>
                  <a:lnTo>
                    <a:pt x="54" y="254"/>
                  </a:lnTo>
                  <a:lnTo>
                    <a:pt x="48" y="248"/>
                  </a:lnTo>
                  <a:lnTo>
                    <a:pt x="42" y="240"/>
                  </a:lnTo>
                  <a:lnTo>
                    <a:pt x="40" y="232"/>
                  </a:lnTo>
                  <a:lnTo>
                    <a:pt x="40" y="64"/>
                  </a:lnTo>
                  <a:lnTo>
                    <a:pt x="40" y="64"/>
                  </a:lnTo>
                  <a:lnTo>
                    <a:pt x="42" y="54"/>
                  </a:lnTo>
                  <a:lnTo>
                    <a:pt x="48" y="46"/>
                  </a:lnTo>
                  <a:lnTo>
                    <a:pt x="54" y="42"/>
                  </a:lnTo>
                  <a:lnTo>
                    <a:pt x="64" y="40"/>
                  </a:lnTo>
                  <a:lnTo>
                    <a:pt x="320" y="40"/>
                  </a:lnTo>
                  <a:lnTo>
                    <a:pt x="320" y="40"/>
                  </a:lnTo>
                  <a:lnTo>
                    <a:pt x="328" y="42"/>
                  </a:lnTo>
                  <a:lnTo>
                    <a:pt x="336" y="46"/>
                  </a:lnTo>
                  <a:lnTo>
                    <a:pt x="342" y="54"/>
                  </a:lnTo>
                  <a:lnTo>
                    <a:pt x="344" y="64"/>
                  </a:lnTo>
                  <a:lnTo>
                    <a:pt x="344" y="232"/>
                  </a:lnTo>
                  <a:lnTo>
                    <a:pt x="344" y="232"/>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3" name="Freeform 214">
              <a:extLst>
                <a:ext uri="{FF2B5EF4-FFF2-40B4-BE49-F238E27FC236}">
                  <a16:creationId xmlns:a16="http://schemas.microsoft.com/office/drawing/2014/main" id="{05190F3F-D254-E1E3-43CE-8D1E67C99112}"/>
                </a:ext>
              </a:extLst>
            </p:cNvPr>
            <p:cNvSpPr/>
            <p:nvPr/>
          </p:nvSpPr>
          <p:spPr bwMode="auto">
            <a:xfrm>
              <a:off x="8464550"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4" name="Freeform 215">
              <a:extLst>
                <a:ext uri="{FF2B5EF4-FFF2-40B4-BE49-F238E27FC236}">
                  <a16:creationId xmlns:a16="http://schemas.microsoft.com/office/drawing/2014/main" id="{2631E145-4CE0-10E8-900A-EE88A74721FF}"/>
                </a:ext>
              </a:extLst>
            </p:cNvPr>
            <p:cNvSpPr/>
            <p:nvPr/>
          </p:nvSpPr>
          <p:spPr bwMode="auto">
            <a:xfrm>
              <a:off x="8594725"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5" name="Freeform 216">
              <a:extLst>
                <a:ext uri="{FF2B5EF4-FFF2-40B4-BE49-F238E27FC236}">
                  <a16:creationId xmlns:a16="http://schemas.microsoft.com/office/drawing/2014/main" id="{F19A2EFE-0E1A-6E7F-D813-655FE54A6659}"/>
                </a:ext>
              </a:extLst>
            </p:cNvPr>
            <p:cNvSpPr/>
            <p:nvPr/>
          </p:nvSpPr>
          <p:spPr bwMode="auto">
            <a:xfrm>
              <a:off x="8724900" y="3863975"/>
              <a:ext cx="76200" cy="73025"/>
            </a:xfrm>
            <a:custGeom>
              <a:avLst/>
              <a:gdLst/>
              <a:ahLst/>
              <a:cxnLst>
                <a:cxn ang="0">
                  <a:pos x="24" y="0"/>
                </a:cxn>
                <a:cxn ang="0">
                  <a:pos x="24" y="0"/>
                </a:cxn>
                <a:cxn ang="0">
                  <a:pos x="32" y="2"/>
                </a:cxn>
                <a:cxn ang="0">
                  <a:pos x="40" y="6"/>
                </a:cxn>
                <a:cxn ang="0">
                  <a:pos x="46" y="14"/>
                </a:cxn>
                <a:cxn ang="0">
                  <a:pos x="48" y="24"/>
                </a:cxn>
                <a:cxn ang="0">
                  <a:pos x="48"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8" h="46">
                  <a:moveTo>
                    <a:pt x="24" y="0"/>
                  </a:moveTo>
                  <a:lnTo>
                    <a:pt x="24" y="0"/>
                  </a:lnTo>
                  <a:lnTo>
                    <a:pt x="32" y="2"/>
                  </a:lnTo>
                  <a:lnTo>
                    <a:pt x="40" y="6"/>
                  </a:lnTo>
                  <a:lnTo>
                    <a:pt x="46" y="14"/>
                  </a:lnTo>
                  <a:lnTo>
                    <a:pt x="48" y="24"/>
                  </a:lnTo>
                  <a:lnTo>
                    <a:pt x="48"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6" name="组 78">
            <a:extLst>
              <a:ext uri="{FF2B5EF4-FFF2-40B4-BE49-F238E27FC236}">
                <a16:creationId xmlns:a16="http://schemas.microsoft.com/office/drawing/2014/main" id="{A66C0463-85FC-94D6-D6A8-A33AD7E61823}"/>
              </a:ext>
            </a:extLst>
          </p:cNvPr>
          <p:cNvGrpSpPr/>
          <p:nvPr/>
        </p:nvGrpSpPr>
        <p:grpSpPr>
          <a:xfrm>
            <a:off x="5853991" y="3351896"/>
            <a:ext cx="412157" cy="582336"/>
            <a:chOff x="7912100" y="117475"/>
            <a:chExt cx="492125" cy="695325"/>
          </a:xfrm>
          <a:solidFill>
            <a:schemeClr val="bg1"/>
          </a:solidFill>
          <a:effectLst/>
        </p:grpSpPr>
        <p:sp>
          <p:nvSpPr>
            <p:cNvPr id="37" name="Freeform 75">
              <a:extLst>
                <a:ext uri="{FF2B5EF4-FFF2-40B4-BE49-F238E27FC236}">
                  <a16:creationId xmlns:a16="http://schemas.microsoft.com/office/drawing/2014/main" id="{268C1D9F-2EB4-98C9-666C-39A9650AA0C2}"/>
                </a:ext>
              </a:extLst>
            </p:cNvPr>
            <p:cNvSpPr/>
            <p:nvPr/>
          </p:nvSpPr>
          <p:spPr bwMode="auto">
            <a:xfrm>
              <a:off x="8248650" y="117475"/>
              <a:ext cx="155575" cy="180975"/>
            </a:xfrm>
            <a:custGeom>
              <a:avLst/>
              <a:gdLst/>
              <a:ahLst/>
              <a:cxnLst>
                <a:cxn ang="0">
                  <a:pos x="16" y="114"/>
                </a:cxn>
                <a:cxn ang="0">
                  <a:pos x="98" y="114"/>
                </a:cxn>
                <a:cxn ang="0">
                  <a:pos x="0" y="0"/>
                </a:cxn>
                <a:cxn ang="0">
                  <a:pos x="0" y="98"/>
                </a:cxn>
                <a:cxn ang="0">
                  <a:pos x="0" y="98"/>
                </a:cxn>
                <a:cxn ang="0">
                  <a:pos x="0" y="104"/>
                </a:cxn>
                <a:cxn ang="0">
                  <a:pos x="4" y="110"/>
                </a:cxn>
                <a:cxn ang="0">
                  <a:pos x="10" y="112"/>
                </a:cxn>
                <a:cxn ang="0">
                  <a:pos x="16" y="114"/>
                </a:cxn>
                <a:cxn ang="0">
                  <a:pos x="16" y="114"/>
                </a:cxn>
              </a:cxnLst>
              <a:rect l="0" t="0" r="r" b="b"/>
              <a:pathLst>
                <a:path w="98" h="114">
                  <a:moveTo>
                    <a:pt x="16" y="114"/>
                  </a:moveTo>
                  <a:lnTo>
                    <a:pt x="98" y="114"/>
                  </a:lnTo>
                  <a:lnTo>
                    <a:pt x="0" y="0"/>
                  </a:lnTo>
                  <a:lnTo>
                    <a:pt x="0" y="98"/>
                  </a:lnTo>
                  <a:lnTo>
                    <a:pt x="0" y="98"/>
                  </a:lnTo>
                  <a:lnTo>
                    <a:pt x="0" y="104"/>
                  </a:lnTo>
                  <a:lnTo>
                    <a:pt x="4" y="110"/>
                  </a:lnTo>
                  <a:lnTo>
                    <a:pt x="10" y="112"/>
                  </a:lnTo>
                  <a:lnTo>
                    <a:pt x="16" y="114"/>
                  </a:lnTo>
                  <a:lnTo>
                    <a:pt x="16" y="114"/>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8" name="Freeform 76">
              <a:extLst>
                <a:ext uri="{FF2B5EF4-FFF2-40B4-BE49-F238E27FC236}">
                  <a16:creationId xmlns:a16="http://schemas.microsoft.com/office/drawing/2014/main" id="{5136CC46-2DB3-0981-0EB1-80991E16F976}"/>
                </a:ext>
              </a:extLst>
            </p:cNvPr>
            <p:cNvSpPr>
              <a:spLocks noEditPoints="1"/>
            </p:cNvSpPr>
            <p:nvPr/>
          </p:nvSpPr>
          <p:spPr bwMode="auto">
            <a:xfrm>
              <a:off x="7912100" y="117475"/>
              <a:ext cx="492125" cy="695325"/>
            </a:xfrm>
            <a:custGeom>
              <a:avLst/>
              <a:gdLst/>
              <a:ahLst/>
              <a:cxnLst>
                <a:cxn ang="0">
                  <a:pos x="196" y="0"/>
                </a:cxn>
                <a:cxn ang="0">
                  <a:pos x="34" y="0"/>
                </a:cxn>
                <a:cxn ang="0">
                  <a:pos x="20" y="4"/>
                </a:cxn>
                <a:cxn ang="0">
                  <a:pos x="10" y="10"/>
                </a:cxn>
                <a:cxn ang="0">
                  <a:pos x="4" y="20"/>
                </a:cxn>
                <a:cxn ang="0">
                  <a:pos x="0" y="34"/>
                </a:cxn>
                <a:cxn ang="0">
                  <a:pos x="0" y="406"/>
                </a:cxn>
                <a:cxn ang="0">
                  <a:pos x="4" y="418"/>
                </a:cxn>
                <a:cxn ang="0">
                  <a:pos x="10" y="428"/>
                </a:cxn>
                <a:cxn ang="0">
                  <a:pos x="20" y="436"/>
                </a:cxn>
                <a:cxn ang="0">
                  <a:pos x="34" y="438"/>
                </a:cxn>
                <a:cxn ang="0">
                  <a:pos x="276" y="438"/>
                </a:cxn>
                <a:cxn ang="0">
                  <a:pos x="290" y="436"/>
                </a:cxn>
                <a:cxn ang="0">
                  <a:pos x="300" y="430"/>
                </a:cxn>
                <a:cxn ang="0">
                  <a:pos x="306" y="418"/>
                </a:cxn>
                <a:cxn ang="0">
                  <a:pos x="310" y="406"/>
                </a:cxn>
                <a:cxn ang="0">
                  <a:pos x="228" y="130"/>
                </a:cxn>
                <a:cxn ang="0">
                  <a:pos x="222" y="130"/>
                </a:cxn>
                <a:cxn ang="0">
                  <a:pos x="210" y="124"/>
                </a:cxn>
                <a:cxn ang="0">
                  <a:pos x="202" y="116"/>
                </a:cxn>
                <a:cxn ang="0">
                  <a:pos x="196" y="104"/>
                </a:cxn>
                <a:cxn ang="0">
                  <a:pos x="196" y="98"/>
                </a:cxn>
                <a:cxn ang="0">
                  <a:pos x="164" y="66"/>
                </a:cxn>
                <a:cxn ang="0">
                  <a:pos x="50" y="82"/>
                </a:cxn>
                <a:cxn ang="0">
                  <a:pos x="50" y="114"/>
                </a:cxn>
                <a:cxn ang="0">
                  <a:pos x="130" y="130"/>
                </a:cxn>
                <a:cxn ang="0">
                  <a:pos x="50" y="114"/>
                </a:cxn>
                <a:cxn ang="0">
                  <a:pos x="212" y="212"/>
                </a:cxn>
                <a:cxn ang="0">
                  <a:pos x="50" y="228"/>
                </a:cxn>
                <a:cxn ang="0">
                  <a:pos x="50" y="308"/>
                </a:cxn>
                <a:cxn ang="0">
                  <a:pos x="196" y="324"/>
                </a:cxn>
                <a:cxn ang="0">
                  <a:pos x="50" y="308"/>
                </a:cxn>
                <a:cxn ang="0">
                  <a:pos x="50" y="374"/>
                </a:cxn>
                <a:cxn ang="0">
                  <a:pos x="260" y="358"/>
                </a:cxn>
                <a:cxn ang="0">
                  <a:pos x="260" y="276"/>
                </a:cxn>
                <a:cxn ang="0">
                  <a:pos x="50" y="260"/>
                </a:cxn>
                <a:cxn ang="0">
                  <a:pos x="260" y="276"/>
                </a:cxn>
                <a:cxn ang="0">
                  <a:pos x="50" y="178"/>
                </a:cxn>
                <a:cxn ang="0">
                  <a:pos x="260" y="162"/>
                </a:cxn>
              </a:cxnLst>
              <a:rect l="0" t="0" r="r" b="b"/>
              <a:pathLst>
                <a:path w="310" h="438">
                  <a:moveTo>
                    <a:pt x="196" y="98"/>
                  </a:moveTo>
                  <a:lnTo>
                    <a:pt x="196" y="0"/>
                  </a:lnTo>
                  <a:lnTo>
                    <a:pt x="34" y="0"/>
                  </a:lnTo>
                  <a:lnTo>
                    <a:pt x="34" y="0"/>
                  </a:lnTo>
                  <a:lnTo>
                    <a:pt x="26" y="2"/>
                  </a:lnTo>
                  <a:lnTo>
                    <a:pt x="20" y="4"/>
                  </a:lnTo>
                  <a:lnTo>
                    <a:pt x="16" y="6"/>
                  </a:lnTo>
                  <a:lnTo>
                    <a:pt x="10" y="10"/>
                  </a:lnTo>
                  <a:lnTo>
                    <a:pt x="6" y="14"/>
                  </a:lnTo>
                  <a:lnTo>
                    <a:pt x="4" y="20"/>
                  </a:lnTo>
                  <a:lnTo>
                    <a:pt x="2" y="26"/>
                  </a:lnTo>
                  <a:lnTo>
                    <a:pt x="0" y="34"/>
                  </a:lnTo>
                  <a:lnTo>
                    <a:pt x="0" y="406"/>
                  </a:lnTo>
                  <a:lnTo>
                    <a:pt x="0" y="406"/>
                  </a:lnTo>
                  <a:lnTo>
                    <a:pt x="2" y="412"/>
                  </a:lnTo>
                  <a:lnTo>
                    <a:pt x="4" y="418"/>
                  </a:lnTo>
                  <a:lnTo>
                    <a:pt x="6" y="424"/>
                  </a:lnTo>
                  <a:lnTo>
                    <a:pt x="10" y="428"/>
                  </a:lnTo>
                  <a:lnTo>
                    <a:pt x="16" y="432"/>
                  </a:lnTo>
                  <a:lnTo>
                    <a:pt x="20" y="436"/>
                  </a:lnTo>
                  <a:lnTo>
                    <a:pt x="26" y="438"/>
                  </a:lnTo>
                  <a:lnTo>
                    <a:pt x="34" y="438"/>
                  </a:lnTo>
                  <a:lnTo>
                    <a:pt x="276" y="438"/>
                  </a:lnTo>
                  <a:lnTo>
                    <a:pt x="276" y="438"/>
                  </a:lnTo>
                  <a:lnTo>
                    <a:pt x="284" y="438"/>
                  </a:lnTo>
                  <a:lnTo>
                    <a:pt x="290" y="436"/>
                  </a:lnTo>
                  <a:lnTo>
                    <a:pt x="294" y="432"/>
                  </a:lnTo>
                  <a:lnTo>
                    <a:pt x="300" y="430"/>
                  </a:lnTo>
                  <a:lnTo>
                    <a:pt x="304" y="424"/>
                  </a:lnTo>
                  <a:lnTo>
                    <a:pt x="306" y="418"/>
                  </a:lnTo>
                  <a:lnTo>
                    <a:pt x="308" y="412"/>
                  </a:lnTo>
                  <a:lnTo>
                    <a:pt x="310" y="406"/>
                  </a:lnTo>
                  <a:lnTo>
                    <a:pt x="310" y="130"/>
                  </a:lnTo>
                  <a:lnTo>
                    <a:pt x="228" y="130"/>
                  </a:lnTo>
                  <a:lnTo>
                    <a:pt x="228" y="130"/>
                  </a:lnTo>
                  <a:lnTo>
                    <a:pt x="222" y="130"/>
                  </a:lnTo>
                  <a:lnTo>
                    <a:pt x="216" y="128"/>
                  </a:lnTo>
                  <a:lnTo>
                    <a:pt x="210" y="124"/>
                  </a:lnTo>
                  <a:lnTo>
                    <a:pt x="206" y="120"/>
                  </a:lnTo>
                  <a:lnTo>
                    <a:pt x="202" y="116"/>
                  </a:lnTo>
                  <a:lnTo>
                    <a:pt x="198" y="110"/>
                  </a:lnTo>
                  <a:lnTo>
                    <a:pt x="196" y="104"/>
                  </a:lnTo>
                  <a:lnTo>
                    <a:pt x="196" y="98"/>
                  </a:lnTo>
                  <a:lnTo>
                    <a:pt x="196" y="98"/>
                  </a:lnTo>
                  <a:close/>
                  <a:moveTo>
                    <a:pt x="50" y="66"/>
                  </a:moveTo>
                  <a:lnTo>
                    <a:pt x="164" y="66"/>
                  </a:lnTo>
                  <a:lnTo>
                    <a:pt x="164" y="82"/>
                  </a:lnTo>
                  <a:lnTo>
                    <a:pt x="50" y="82"/>
                  </a:lnTo>
                  <a:lnTo>
                    <a:pt x="50" y="66"/>
                  </a:lnTo>
                  <a:close/>
                  <a:moveTo>
                    <a:pt x="50" y="114"/>
                  </a:moveTo>
                  <a:lnTo>
                    <a:pt x="130" y="114"/>
                  </a:lnTo>
                  <a:lnTo>
                    <a:pt x="130" y="130"/>
                  </a:lnTo>
                  <a:lnTo>
                    <a:pt x="50" y="130"/>
                  </a:lnTo>
                  <a:lnTo>
                    <a:pt x="50" y="114"/>
                  </a:lnTo>
                  <a:close/>
                  <a:moveTo>
                    <a:pt x="50" y="212"/>
                  </a:moveTo>
                  <a:lnTo>
                    <a:pt x="212" y="212"/>
                  </a:lnTo>
                  <a:lnTo>
                    <a:pt x="212" y="228"/>
                  </a:lnTo>
                  <a:lnTo>
                    <a:pt x="50" y="228"/>
                  </a:lnTo>
                  <a:lnTo>
                    <a:pt x="50" y="212"/>
                  </a:lnTo>
                  <a:close/>
                  <a:moveTo>
                    <a:pt x="50" y="308"/>
                  </a:moveTo>
                  <a:lnTo>
                    <a:pt x="196" y="308"/>
                  </a:lnTo>
                  <a:lnTo>
                    <a:pt x="196" y="324"/>
                  </a:lnTo>
                  <a:lnTo>
                    <a:pt x="50" y="324"/>
                  </a:lnTo>
                  <a:lnTo>
                    <a:pt x="50" y="308"/>
                  </a:lnTo>
                  <a:close/>
                  <a:moveTo>
                    <a:pt x="260" y="374"/>
                  </a:moveTo>
                  <a:lnTo>
                    <a:pt x="50" y="374"/>
                  </a:lnTo>
                  <a:lnTo>
                    <a:pt x="50" y="358"/>
                  </a:lnTo>
                  <a:lnTo>
                    <a:pt x="260" y="358"/>
                  </a:lnTo>
                  <a:lnTo>
                    <a:pt x="260" y="374"/>
                  </a:lnTo>
                  <a:close/>
                  <a:moveTo>
                    <a:pt x="260" y="276"/>
                  </a:moveTo>
                  <a:lnTo>
                    <a:pt x="50" y="276"/>
                  </a:lnTo>
                  <a:lnTo>
                    <a:pt x="50" y="260"/>
                  </a:lnTo>
                  <a:lnTo>
                    <a:pt x="260" y="260"/>
                  </a:lnTo>
                  <a:lnTo>
                    <a:pt x="260" y="276"/>
                  </a:lnTo>
                  <a:close/>
                  <a:moveTo>
                    <a:pt x="260" y="178"/>
                  </a:moveTo>
                  <a:lnTo>
                    <a:pt x="50" y="178"/>
                  </a:lnTo>
                  <a:lnTo>
                    <a:pt x="50" y="162"/>
                  </a:lnTo>
                  <a:lnTo>
                    <a:pt x="260" y="162"/>
                  </a:lnTo>
                  <a:lnTo>
                    <a:pt x="260" y="178"/>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9" name="组 81">
            <a:extLst>
              <a:ext uri="{FF2B5EF4-FFF2-40B4-BE49-F238E27FC236}">
                <a16:creationId xmlns:a16="http://schemas.microsoft.com/office/drawing/2014/main" id="{07972EAA-DA65-0368-E25A-D6C717F2D653}"/>
              </a:ext>
            </a:extLst>
          </p:cNvPr>
          <p:cNvGrpSpPr/>
          <p:nvPr/>
        </p:nvGrpSpPr>
        <p:grpSpPr>
          <a:xfrm>
            <a:off x="7848805" y="3321225"/>
            <a:ext cx="564832" cy="572136"/>
            <a:chOff x="7639243" y="2325084"/>
            <a:chExt cx="726802" cy="736201"/>
          </a:xfrm>
          <a:effectLst/>
        </p:grpSpPr>
        <p:sp>
          <p:nvSpPr>
            <p:cNvPr id="40" name="Freeform 9">
              <a:extLst>
                <a:ext uri="{FF2B5EF4-FFF2-40B4-BE49-F238E27FC236}">
                  <a16:creationId xmlns:a16="http://schemas.microsoft.com/office/drawing/2014/main" id="{F631E1BC-320B-43F8-199C-489E34C28CDA}"/>
                </a:ext>
              </a:extLst>
            </p:cNvPr>
            <p:cNvSpPr>
              <a:spLocks noEditPoints="1"/>
            </p:cNvSpPr>
            <p:nvPr/>
          </p:nvSpPr>
          <p:spPr bwMode="auto">
            <a:xfrm>
              <a:off x="7639243" y="2621131"/>
              <a:ext cx="440154" cy="440154"/>
            </a:xfrm>
            <a:custGeom>
              <a:avLst/>
              <a:gdLst>
                <a:gd name="T0" fmla="*/ 508 w 562"/>
                <a:gd name="T1" fmla="*/ 110 h 562"/>
                <a:gd name="T2" fmla="*/ 398 w 562"/>
                <a:gd name="T3" fmla="*/ 108 h 562"/>
                <a:gd name="T4" fmla="*/ 380 w 562"/>
                <a:gd name="T5" fmla="*/ 98 h 562"/>
                <a:gd name="T6" fmla="*/ 340 w 562"/>
                <a:gd name="T7" fmla="*/ 82 h 562"/>
                <a:gd name="T8" fmla="*/ 320 w 562"/>
                <a:gd name="T9" fmla="*/ 0 h 562"/>
                <a:gd name="T10" fmla="*/ 242 w 562"/>
                <a:gd name="T11" fmla="*/ 76 h 562"/>
                <a:gd name="T12" fmla="*/ 220 w 562"/>
                <a:gd name="T13" fmla="*/ 82 h 562"/>
                <a:gd name="T14" fmla="*/ 182 w 562"/>
                <a:gd name="T15" fmla="*/ 98 h 562"/>
                <a:gd name="T16" fmla="*/ 110 w 562"/>
                <a:gd name="T17" fmla="*/ 54 h 562"/>
                <a:gd name="T18" fmla="*/ 108 w 562"/>
                <a:gd name="T19" fmla="*/ 164 h 562"/>
                <a:gd name="T20" fmla="*/ 98 w 562"/>
                <a:gd name="T21" fmla="*/ 182 h 562"/>
                <a:gd name="T22" fmla="*/ 82 w 562"/>
                <a:gd name="T23" fmla="*/ 220 h 562"/>
                <a:gd name="T24" fmla="*/ 0 w 562"/>
                <a:gd name="T25" fmla="*/ 242 h 562"/>
                <a:gd name="T26" fmla="*/ 78 w 562"/>
                <a:gd name="T27" fmla="*/ 320 h 562"/>
                <a:gd name="T28" fmla="*/ 82 w 562"/>
                <a:gd name="T29" fmla="*/ 340 h 562"/>
                <a:gd name="T30" fmla="*/ 98 w 562"/>
                <a:gd name="T31" fmla="*/ 378 h 562"/>
                <a:gd name="T32" fmla="*/ 54 w 562"/>
                <a:gd name="T33" fmla="*/ 452 h 562"/>
                <a:gd name="T34" fmla="*/ 164 w 562"/>
                <a:gd name="T35" fmla="*/ 452 h 562"/>
                <a:gd name="T36" fmla="*/ 182 w 562"/>
                <a:gd name="T37" fmla="*/ 464 h 562"/>
                <a:gd name="T38" fmla="*/ 220 w 562"/>
                <a:gd name="T39" fmla="*/ 480 h 562"/>
                <a:gd name="T40" fmla="*/ 242 w 562"/>
                <a:gd name="T41" fmla="*/ 562 h 562"/>
                <a:gd name="T42" fmla="*/ 320 w 562"/>
                <a:gd name="T43" fmla="*/ 484 h 562"/>
                <a:gd name="T44" fmla="*/ 340 w 562"/>
                <a:gd name="T45" fmla="*/ 478 h 562"/>
                <a:gd name="T46" fmla="*/ 380 w 562"/>
                <a:gd name="T47" fmla="*/ 464 h 562"/>
                <a:gd name="T48" fmla="*/ 452 w 562"/>
                <a:gd name="T49" fmla="*/ 506 h 562"/>
                <a:gd name="T50" fmla="*/ 452 w 562"/>
                <a:gd name="T51" fmla="*/ 396 h 562"/>
                <a:gd name="T52" fmla="*/ 464 w 562"/>
                <a:gd name="T53" fmla="*/ 378 h 562"/>
                <a:gd name="T54" fmla="*/ 480 w 562"/>
                <a:gd name="T55" fmla="*/ 340 h 562"/>
                <a:gd name="T56" fmla="*/ 562 w 562"/>
                <a:gd name="T57" fmla="*/ 320 h 562"/>
                <a:gd name="T58" fmla="*/ 484 w 562"/>
                <a:gd name="T59" fmla="*/ 240 h 562"/>
                <a:gd name="T60" fmla="*/ 480 w 562"/>
                <a:gd name="T61" fmla="*/ 220 h 562"/>
                <a:gd name="T62" fmla="*/ 464 w 562"/>
                <a:gd name="T63" fmla="*/ 182 h 562"/>
                <a:gd name="T64" fmla="*/ 452 w 562"/>
                <a:gd name="T65" fmla="*/ 164 h 562"/>
                <a:gd name="T66" fmla="*/ 280 w 562"/>
                <a:gd name="T67" fmla="*/ 366 h 562"/>
                <a:gd name="T68" fmla="*/ 248 w 562"/>
                <a:gd name="T69" fmla="*/ 360 h 562"/>
                <a:gd name="T70" fmla="*/ 220 w 562"/>
                <a:gd name="T71" fmla="*/ 342 h 562"/>
                <a:gd name="T72" fmla="*/ 202 w 562"/>
                <a:gd name="T73" fmla="*/ 314 h 562"/>
                <a:gd name="T74" fmla="*/ 194 w 562"/>
                <a:gd name="T75" fmla="*/ 280 h 562"/>
                <a:gd name="T76" fmla="*/ 196 w 562"/>
                <a:gd name="T77" fmla="*/ 262 h 562"/>
                <a:gd name="T78" fmla="*/ 210 w 562"/>
                <a:gd name="T79" fmla="*/ 232 h 562"/>
                <a:gd name="T80" fmla="*/ 232 w 562"/>
                <a:gd name="T81" fmla="*/ 210 h 562"/>
                <a:gd name="T82" fmla="*/ 264 w 562"/>
                <a:gd name="T83" fmla="*/ 196 h 562"/>
                <a:gd name="T84" fmla="*/ 280 w 562"/>
                <a:gd name="T85" fmla="*/ 194 h 562"/>
                <a:gd name="T86" fmla="*/ 314 w 562"/>
                <a:gd name="T87" fmla="*/ 202 h 562"/>
                <a:gd name="T88" fmla="*/ 342 w 562"/>
                <a:gd name="T89" fmla="*/ 220 h 562"/>
                <a:gd name="T90" fmla="*/ 360 w 562"/>
                <a:gd name="T91" fmla="*/ 246 h 562"/>
                <a:gd name="T92" fmla="*/ 366 w 562"/>
                <a:gd name="T93" fmla="*/ 280 h 562"/>
                <a:gd name="T94" fmla="*/ 366 w 562"/>
                <a:gd name="T95" fmla="*/ 298 h 562"/>
                <a:gd name="T96" fmla="*/ 352 w 562"/>
                <a:gd name="T97" fmla="*/ 328 h 562"/>
                <a:gd name="T98" fmla="*/ 328 w 562"/>
                <a:gd name="T99" fmla="*/ 352 h 562"/>
                <a:gd name="T100" fmla="*/ 298 w 562"/>
                <a:gd name="T101" fmla="*/ 364 h 562"/>
                <a:gd name="T102" fmla="*/ 280 w 562"/>
                <a:gd name="T103" fmla="*/ 3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62" h="562">
                  <a:moveTo>
                    <a:pt x="452" y="164"/>
                  </a:moveTo>
                  <a:lnTo>
                    <a:pt x="508" y="110"/>
                  </a:lnTo>
                  <a:lnTo>
                    <a:pt x="452" y="54"/>
                  </a:lnTo>
                  <a:lnTo>
                    <a:pt x="398" y="108"/>
                  </a:lnTo>
                  <a:lnTo>
                    <a:pt x="398" y="108"/>
                  </a:lnTo>
                  <a:lnTo>
                    <a:pt x="380" y="98"/>
                  </a:lnTo>
                  <a:lnTo>
                    <a:pt x="360" y="88"/>
                  </a:lnTo>
                  <a:lnTo>
                    <a:pt x="340" y="82"/>
                  </a:lnTo>
                  <a:lnTo>
                    <a:pt x="320" y="76"/>
                  </a:lnTo>
                  <a:lnTo>
                    <a:pt x="320" y="0"/>
                  </a:lnTo>
                  <a:lnTo>
                    <a:pt x="242" y="0"/>
                  </a:lnTo>
                  <a:lnTo>
                    <a:pt x="242" y="76"/>
                  </a:lnTo>
                  <a:lnTo>
                    <a:pt x="242" y="76"/>
                  </a:lnTo>
                  <a:lnTo>
                    <a:pt x="220" y="82"/>
                  </a:lnTo>
                  <a:lnTo>
                    <a:pt x="202" y="88"/>
                  </a:lnTo>
                  <a:lnTo>
                    <a:pt x="182" y="98"/>
                  </a:lnTo>
                  <a:lnTo>
                    <a:pt x="164" y="108"/>
                  </a:lnTo>
                  <a:lnTo>
                    <a:pt x="110" y="54"/>
                  </a:lnTo>
                  <a:lnTo>
                    <a:pt x="54" y="110"/>
                  </a:lnTo>
                  <a:lnTo>
                    <a:pt x="108" y="164"/>
                  </a:lnTo>
                  <a:lnTo>
                    <a:pt x="108" y="164"/>
                  </a:lnTo>
                  <a:lnTo>
                    <a:pt x="98" y="182"/>
                  </a:lnTo>
                  <a:lnTo>
                    <a:pt x="90" y="200"/>
                  </a:lnTo>
                  <a:lnTo>
                    <a:pt x="82" y="220"/>
                  </a:lnTo>
                  <a:lnTo>
                    <a:pt x="78" y="242"/>
                  </a:lnTo>
                  <a:lnTo>
                    <a:pt x="0" y="242"/>
                  </a:lnTo>
                  <a:lnTo>
                    <a:pt x="0" y="320"/>
                  </a:lnTo>
                  <a:lnTo>
                    <a:pt x="78" y="320"/>
                  </a:lnTo>
                  <a:lnTo>
                    <a:pt x="78" y="320"/>
                  </a:lnTo>
                  <a:lnTo>
                    <a:pt x="82" y="340"/>
                  </a:lnTo>
                  <a:lnTo>
                    <a:pt x="90" y="360"/>
                  </a:lnTo>
                  <a:lnTo>
                    <a:pt x="98" y="378"/>
                  </a:lnTo>
                  <a:lnTo>
                    <a:pt x="108" y="396"/>
                  </a:lnTo>
                  <a:lnTo>
                    <a:pt x="54" y="452"/>
                  </a:lnTo>
                  <a:lnTo>
                    <a:pt x="110" y="506"/>
                  </a:lnTo>
                  <a:lnTo>
                    <a:pt x="164" y="452"/>
                  </a:lnTo>
                  <a:lnTo>
                    <a:pt x="164" y="452"/>
                  </a:lnTo>
                  <a:lnTo>
                    <a:pt x="182" y="464"/>
                  </a:lnTo>
                  <a:lnTo>
                    <a:pt x="202" y="472"/>
                  </a:lnTo>
                  <a:lnTo>
                    <a:pt x="220" y="480"/>
                  </a:lnTo>
                  <a:lnTo>
                    <a:pt x="242" y="484"/>
                  </a:lnTo>
                  <a:lnTo>
                    <a:pt x="242" y="562"/>
                  </a:lnTo>
                  <a:lnTo>
                    <a:pt x="320" y="562"/>
                  </a:lnTo>
                  <a:lnTo>
                    <a:pt x="320" y="484"/>
                  </a:lnTo>
                  <a:lnTo>
                    <a:pt x="320" y="484"/>
                  </a:lnTo>
                  <a:lnTo>
                    <a:pt x="340" y="478"/>
                  </a:lnTo>
                  <a:lnTo>
                    <a:pt x="360" y="472"/>
                  </a:lnTo>
                  <a:lnTo>
                    <a:pt x="380" y="464"/>
                  </a:lnTo>
                  <a:lnTo>
                    <a:pt x="398" y="452"/>
                  </a:lnTo>
                  <a:lnTo>
                    <a:pt x="452" y="506"/>
                  </a:lnTo>
                  <a:lnTo>
                    <a:pt x="508" y="452"/>
                  </a:lnTo>
                  <a:lnTo>
                    <a:pt x="452" y="396"/>
                  </a:lnTo>
                  <a:lnTo>
                    <a:pt x="452" y="396"/>
                  </a:lnTo>
                  <a:lnTo>
                    <a:pt x="464" y="378"/>
                  </a:lnTo>
                  <a:lnTo>
                    <a:pt x="472" y="360"/>
                  </a:lnTo>
                  <a:lnTo>
                    <a:pt x="480" y="340"/>
                  </a:lnTo>
                  <a:lnTo>
                    <a:pt x="484" y="320"/>
                  </a:lnTo>
                  <a:lnTo>
                    <a:pt x="562" y="320"/>
                  </a:lnTo>
                  <a:lnTo>
                    <a:pt x="562" y="240"/>
                  </a:lnTo>
                  <a:lnTo>
                    <a:pt x="484" y="240"/>
                  </a:lnTo>
                  <a:lnTo>
                    <a:pt x="484" y="240"/>
                  </a:lnTo>
                  <a:lnTo>
                    <a:pt x="480" y="220"/>
                  </a:lnTo>
                  <a:lnTo>
                    <a:pt x="472" y="200"/>
                  </a:lnTo>
                  <a:lnTo>
                    <a:pt x="464" y="182"/>
                  </a:lnTo>
                  <a:lnTo>
                    <a:pt x="452" y="164"/>
                  </a:lnTo>
                  <a:lnTo>
                    <a:pt x="452" y="164"/>
                  </a:lnTo>
                  <a:close/>
                  <a:moveTo>
                    <a:pt x="280" y="366"/>
                  </a:moveTo>
                  <a:lnTo>
                    <a:pt x="280" y="366"/>
                  </a:lnTo>
                  <a:lnTo>
                    <a:pt x="264" y="364"/>
                  </a:lnTo>
                  <a:lnTo>
                    <a:pt x="248" y="360"/>
                  </a:lnTo>
                  <a:lnTo>
                    <a:pt x="232" y="352"/>
                  </a:lnTo>
                  <a:lnTo>
                    <a:pt x="220" y="342"/>
                  </a:lnTo>
                  <a:lnTo>
                    <a:pt x="210" y="328"/>
                  </a:lnTo>
                  <a:lnTo>
                    <a:pt x="202" y="314"/>
                  </a:lnTo>
                  <a:lnTo>
                    <a:pt x="196" y="298"/>
                  </a:lnTo>
                  <a:lnTo>
                    <a:pt x="194" y="280"/>
                  </a:lnTo>
                  <a:lnTo>
                    <a:pt x="194" y="280"/>
                  </a:lnTo>
                  <a:lnTo>
                    <a:pt x="196" y="262"/>
                  </a:lnTo>
                  <a:lnTo>
                    <a:pt x="202" y="246"/>
                  </a:lnTo>
                  <a:lnTo>
                    <a:pt x="210" y="232"/>
                  </a:lnTo>
                  <a:lnTo>
                    <a:pt x="220" y="220"/>
                  </a:lnTo>
                  <a:lnTo>
                    <a:pt x="232" y="210"/>
                  </a:lnTo>
                  <a:lnTo>
                    <a:pt x="248" y="202"/>
                  </a:lnTo>
                  <a:lnTo>
                    <a:pt x="264" y="196"/>
                  </a:lnTo>
                  <a:lnTo>
                    <a:pt x="280" y="194"/>
                  </a:lnTo>
                  <a:lnTo>
                    <a:pt x="280" y="194"/>
                  </a:lnTo>
                  <a:lnTo>
                    <a:pt x="298" y="196"/>
                  </a:lnTo>
                  <a:lnTo>
                    <a:pt x="314" y="202"/>
                  </a:lnTo>
                  <a:lnTo>
                    <a:pt x="328" y="210"/>
                  </a:lnTo>
                  <a:lnTo>
                    <a:pt x="342" y="220"/>
                  </a:lnTo>
                  <a:lnTo>
                    <a:pt x="352" y="232"/>
                  </a:lnTo>
                  <a:lnTo>
                    <a:pt x="360" y="246"/>
                  </a:lnTo>
                  <a:lnTo>
                    <a:pt x="366" y="262"/>
                  </a:lnTo>
                  <a:lnTo>
                    <a:pt x="366" y="280"/>
                  </a:lnTo>
                  <a:lnTo>
                    <a:pt x="366" y="280"/>
                  </a:lnTo>
                  <a:lnTo>
                    <a:pt x="366" y="298"/>
                  </a:lnTo>
                  <a:lnTo>
                    <a:pt x="360" y="314"/>
                  </a:lnTo>
                  <a:lnTo>
                    <a:pt x="352" y="328"/>
                  </a:lnTo>
                  <a:lnTo>
                    <a:pt x="342" y="342"/>
                  </a:lnTo>
                  <a:lnTo>
                    <a:pt x="328" y="352"/>
                  </a:lnTo>
                  <a:lnTo>
                    <a:pt x="314" y="360"/>
                  </a:lnTo>
                  <a:lnTo>
                    <a:pt x="298" y="364"/>
                  </a:lnTo>
                  <a:lnTo>
                    <a:pt x="280" y="366"/>
                  </a:lnTo>
                  <a:lnTo>
                    <a:pt x="280" y="36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sp>
          <p:nvSpPr>
            <p:cNvPr id="41" name="Freeform 10">
              <a:extLst>
                <a:ext uri="{FF2B5EF4-FFF2-40B4-BE49-F238E27FC236}">
                  <a16:creationId xmlns:a16="http://schemas.microsoft.com/office/drawing/2014/main" id="{7DBF68FA-D009-C42F-44FC-D02347F990AF}"/>
                </a:ext>
              </a:extLst>
            </p:cNvPr>
            <p:cNvSpPr>
              <a:spLocks noEditPoints="1"/>
            </p:cNvSpPr>
            <p:nvPr/>
          </p:nvSpPr>
          <p:spPr bwMode="auto">
            <a:xfrm>
              <a:off x="7799014" y="2325084"/>
              <a:ext cx="567031" cy="570164"/>
            </a:xfrm>
            <a:custGeom>
              <a:avLst/>
              <a:gdLst>
                <a:gd name="T0" fmla="*/ 704 w 724"/>
                <a:gd name="T1" fmla="*/ 616 h 728"/>
                <a:gd name="T2" fmla="*/ 706 w 724"/>
                <a:gd name="T3" fmla="*/ 616 h 728"/>
                <a:gd name="T4" fmla="*/ 322 w 724"/>
                <a:gd name="T5" fmla="*/ 232 h 728"/>
                <a:gd name="T6" fmla="*/ 322 w 724"/>
                <a:gd name="T7" fmla="*/ 50 h 728"/>
                <a:gd name="T8" fmla="*/ 136 w 724"/>
                <a:gd name="T9" fmla="*/ 0 h 728"/>
                <a:gd name="T10" fmla="*/ 116 w 724"/>
                <a:gd name="T11" fmla="*/ 20 h 728"/>
                <a:gd name="T12" fmla="*/ 214 w 724"/>
                <a:gd name="T13" fmla="*/ 118 h 728"/>
                <a:gd name="T14" fmla="*/ 118 w 724"/>
                <a:gd name="T15" fmla="*/ 214 h 728"/>
                <a:gd name="T16" fmla="*/ 20 w 724"/>
                <a:gd name="T17" fmla="*/ 116 h 728"/>
                <a:gd name="T18" fmla="*/ 0 w 724"/>
                <a:gd name="T19" fmla="*/ 136 h 728"/>
                <a:gd name="T20" fmla="*/ 50 w 724"/>
                <a:gd name="T21" fmla="*/ 322 h 728"/>
                <a:gd name="T22" fmla="*/ 226 w 724"/>
                <a:gd name="T23" fmla="*/ 322 h 728"/>
                <a:gd name="T24" fmla="*/ 226 w 724"/>
                <a:gd name="T25" fmla="*/ 322 h 728"/>
                <a:gd name="T26" fmla="*/ 610 w 724"/>
                <a:gd name="T27" fmla="*/ 710 h 728"/>
                <a:gd name="T28" fmla="*/ 612 w 724"/>
                <a:gd name="T29" fmla="*/ 710 h 728"/>
                <a:gd name="T30" fmla="*/ 612 w 724"/>
                <a:gd name="T31" fmla="*/ 710 h 728"/>
                <a:gd name="T32" fmla="*/ 622 w 724"/>
                <a:gd name="T33" fmla="*/ 718 h 728"/>
                <a:gd name="T34" fmla="*/ 634 w 724"/>
                <a:gd name="T35" fmla="*/ 724 h 728"/>
                <a:gd name="T36" fmla="*/ 646 w 724"/>
                <a:gd name="T37" fmla="*/ 728 h 728"/>
                <a:gd name="T38" fmla="*/ 658 w 724"/>
                <a:gd name="T39" fmla="*/ 728 h 728"/>
                <a:gd name="T40" fmla="*/ 670 w 724"/>
                <a:gd name="T41" fmla="*/ 728 h 728"/>
                <a:gd name="T42" fmla="*/ 682 w 724"/>
                <a:gd name="T43" fmla="*/ 724 h 728"/>
                <a:gd name="T44" fmla="*/ 694 w 724"/>
                <a:gd name="T45" fmla="*/ 718 h 728"/>
                <a:gd name="T46" fmla="*/ 704 w 724"/>
                <a:gd name="T47" fmla="*/ 710 h 728"/>
                <a:gd name="T48" fmla="*/ 704 w 724"/>
                <a:gd name="T49" fmla="*/ 710 h 728"/>
                <a:gd name="T50" fmla="*/ 712 w 724"/>
                <a:gd name="T51" fmla="*/ 700 h 728"/>
                <a:gd name="T52" fmla="*/ 718 w 724"/>
                <a:gd name="T53" fmla="*/ 688 h 728"/>
                <a:gd name="T54" fmla="*/ 722 w 724"/>
                <a:gd name="T55" fmla="*/ 676 h 728"/>
                <a:gd name="T56" fmla="*/ 724 w 724"/>
                <a:gd name="T57" fmla="*/ 664 h 728"/>
                <a:gd name="T58" fmla="*/ 722 w 724"/>
                <a:gd name="T59" fmla="*/ 652 h 728"/>
                <a:gd name="T60" fmla="*/ 718 w 724"/>
                <a:gd name="T61" fmla="*/ 638 h 728"/>
                <a:gd name="T62" fmla="*/ 712 w 724"/>
                <a:gd name="T63" fmla="*/ 628 h 728"/>
                <a:gd name="T64" fmla="*/ 704 w 724"/>
                <a:gd name="T65" fmla="*/ 616 h 728"/>
                <a:gd name="T66" fmla="*/ 704 w 724"/>
                <a:gd name="T67" fmla="*/ 616 h 728"/>
                <a:gd name="T68" fmla="*/ 680 w 724"/>
                <a:gd name="T69" fmla="*/ 686 h 728"/>
                <a:gd name="T70" fmla="*/ 680 w 724"/>
                <a:gd name="T71" fmla="*/ 686 h 728"/>
                <a:gd name="T72" fmla="*/ 670 w 724"/>
                <a:gd name="T73" fmla="*/ 692 h 728"/>
                <a:gd name="T74" fmla="*/ 658 w 724"/>
                <a:gd name="T75" fmla="*/ 694 h 728"/>
                <a:gd name="T76" fmla="*/ 648 w 724"/>
                <a:gd name="T77" fmla="*/ 692 h 728"/>
                <a:gd name="T78" fmla="*/ 642 w 724"/>
                <a:gd name="T79" fmla="*/ 690 h 728"/>
                <a:gd name="T80" fmla="*/ 638 w 724"/>
                <a:gd name="T81" fmla="*/ 686 h 728"/>
                <a:gd name="T82" fmla="*/ 638 w 724"/>
                <a:gd name="T83" fmla="*/ 686 h 728"/>
                <a:gd name="T84" fmla="*/ 632 w 724"/>
                <a:gd name="T85" fmla="*/ 676 h 728"/>
                <a:gd name="T86" fmla="*/ 630 w 724"/>
                <a:gd name="T87" fmla="*/ 664 h 728"/>
                <a:gd name="T88" fmla="*/ 632 w 724"/>
                <a:gd name="T89" fmla="*/ 654 h 728"/>
                <a:gd name="T90" fmla="*/ 638 w 724"/>
                <a:gd name="T91" fmla="*/ 644 h 728"/>
                <a:gd name="T92" fmla="*/ 638 w 724"/>
                <a:gd name="T93" fmla="*/ 644 h 728"/>
                <a:gd name="T94" fmla="*/ 648 w 724"/>
                <a:gd name="T95" fmla="*/ 638 h 728"/>
                <a:gd name="T96" fmla="*/ 658 w 724"/>
                <a:gd name="T97" fmla="*/ 636 h 728"/>
                <a:gd name="T98" fmla="*/ 670 w 724"/>
                <a:gd name="T99" fmla="*/ 638 h 728"/>
                <a:gd name="T100" fmla="*/ 680 w 724"/>
                <a:gd name="T101" fmla="*/ 644 h 728"/>
                <a:gd name="T102" fmla="*/ 680 w 724"/>
                <a:gd name="T103" fmla="*/ 644 h 728"/>
                <a:gd name="T104" fmla="*/ 686 w 724"/>
                <a:gd name="T105" fmla="*/ 654 h 728"/>
                <a:gd name="T106" fmla="*/ 688 w 724"/>
                <a:gd name="T107" fmla="*/ 664 h 728"/>
                <a:gd name="T108" fmla="*/ 686 w 724"/>
                <a:gd name="T109" fmla="*/ 676 h 728"/>
                <a:gd name="T110" fmla="*/ 684 w 724"/>
                <a:gd name="T111" fmla="*/ 680 h 728"/>
                <a:gd name="T112" fmla="*/ 680 w 724"/>
                <a:gd name="T113" fmla="*/ 686 h 728"/>
                <a:gd name="T114" fmla="*/ 680 w 724"/>
                <a:gd name="T115" fmla="*/ 686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4" h="728">
                  <a:moveTo>
                    <a:pt x="704" y="616"/>
                  </a:moveTo>
                  <a:lnTo>
                    <a:pt x="706" y="616"/>
                  </a:lnTo>
                  <a:lnTo>
                    <a:pt x="322" y="232"/>
                  </a:lnTo>
                  <a:lnTo>
                    <a:pt x="322" y="50"/>
                  </a:lnTo>
                  <a:lnTo>
                    <a:pt x="136" y="0"/>
                  </a:lnTo>
                  <a:lnTo>
                    <a:pt x="116" y="20"/>
                  </a:lnTo>
                  <a:lnTo>
                    <a:pt x="214" y="118"/>
                  </a:lnTo>
                  <a:lnTo>
                    <a:pt x="118" y="214"/>
                  </a:lnTo>
                  <a:lnTo>
                    <a:pt x="20" y="116"/>
                  </a:lnTo>
                  <a:lnTo>
                    <a:pt x="0" y="136"/>
                  </a:lnTo>
                  <a:lnTo>
                    <a:pt x="50" y="322"/>
                  </a:lnTo>
                  <a:lnTo>
                    <a:pt x="226" y="322"/>
                  </a:lnTo>
                  <a:lnTo>
                    <a:pt x="226" y="322"/>
                  </a:lnTo>
                  <a:lnTo>
                    <a:pt x="610" y="710"/>
                  </a:lnTo>
                  <a:lnTo>
                    <a:pt x="612" y="710"/>
                  </a:lnTo>
                  <a:lnTo>
                    <a:pt x="612" y="710"/>
                  </a:lnTo>
                  <a:lnTo>
                    <a:pt x="622" y="718"/>
                  </a:lnTo>
                  <a:lnTo>
                    <a:pt x="634" y="724"/>
                  </a:lnTo>
                  <a:lnTo>
                    <a:pt x="646" y="728"/>
                  </a:lnTo>
                  <a:lnTo>
                    <a:pt x="658" y="728"/>
                  </a:lnTo>
                  <a:lnTo>
                    <a:pt x="670" y="728"/>
                  </a:lnTo>
                  <a:lnTo>
                    <a:pt x="682" y="724"/>
                  </a:lnTo>
                  <a:lnTo>
                    <a:pt x="694" y="718"/>
                  </a:lnTo>
                  <a:lnTo>
                    <a:pt x="704" y="710"/>
                  </a:lnTo>
                  <a:lnTo>
                    <a:pt x="704" y="710"/>
                  </a:lnTo>
                  <a:lnTo>
                    <a:pt x="712" y="700"/>
                  </a:lnTo>
                  <a:lnTo>
                    <a:pt x="718" y="688"/>
                  </a:lnTo>
                  <a:lnTo>
                    <a:pt x="722" y="676"/>
                  </a:lnTo>
                  <a:lnTo>
                    <a:pt x="724" y="664"/>
                  </a:lnTo>
                  <a:lnTo>
                    <a:pt x="722" y="652"/>
                  </a:lnTo>
                  <a:lnTo>
                    <a:pt x="718" y="638"/>
                  </a:lnTo>
                  <a:lnTo>
                    <a:pt x="712" y="628"/>
                  </a:lnTo>
                  <a:lnTo>
                    <a:pt x="704" y="616"/>
                  </a:lnTo>
                  <a:lnTo>
                    <a:pt x="704" y="616"/>
                  </a:lnTo>
                  <a:close/>
                  <a:moveTo>
                    <a:pt x="680" y="686"/>
                  </a:moveTo>
                  <a:lnTo>
                    <a:pt x="680" y="686"/>
                  </a:lnTo>
                  <a:lnTo>
                    <a:pt x="670" y="692"/>
                  </a:lnTo>
                  <a:lnTo>
                    <a:pt x="658" y="694"/>
                  </a:lnTo>
                  <a:lnTo>
                    <a:pt x="648" y="692"/>
                  </a:lnTo>
                  <a:lnTo>
                    <a:pt x="642" y="690"/>
                  </a:lnTo>
                  <a:lnTo>
                    <a:pt x="638" y="686"/>
                  </a:lnTo>
                  <a:lnTo>
                    <a:pt x="638" y="686"/>
                  </a:lnTo>
                  <a:lnTo>
                    <a:pt x="632" y="676"/>
                  </a:lnTo>
                  <a:lnTo>
                    <a:pt x="630" y="664"/>
                  </a:lnTo>
                  <a:lnTo>
                    <a:pt x="632" y="654"/>
                  </a:lnTo>
                  <a:lnTo>
                    <a:pt x="638" y="644"/>
                  </a:lnTo>
                  <a:lnTo>
                    <a:pt x="638" y="644"/>
                  </a:lnTo>
                  <a:lnTo>
                    <a:pt x="648" y="638"/>
                  </a:lnTo>
                  <a:lnTo>
                    <a:pt x="658" y="636"/>
                  </a:lnTo>
                  <a:lnTo>
                    <a:pt x="670" y="638"/>
                  </a:lnTo>
                  <a:lnTo>
                    <a:pt x="680" y="644"/>
                  </a:lnTo>
                  <a:lnTo>
                    <a:pt x="680" y="644"/>
                  </a:lnTo>
                  <a:lnTo>
                    <a:pt x="686" y="654"/>
                  </a:lnTo>
                  <a:lnTo>
                    <a:pt x="688" y="664"/>
                  </a:lnTo>
                  <a:lnTo>
                    <a:pt x="686" y="676"/>
                  </a:lnTo>
                  <a:lnTo>
                    <a:pt x="684" y="680"/>
                  </a:lnTo>
                  <a:lnTo>
                    <a:pt x="680" y="686"/>
                  </a:lnTo>
                  <a:lnTo>
                    <a:pt x="680" y="68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42" name="组 84">
            <a:extLst>
              <a:ext uri="{FF2B5EF4-FFF2-40B4-BE49-F238E27FC236}">
                <a16:creationId xmlns:a16="http://schemas.microsoft.com/office/drawing/2014/main" id="{AF90F31E-D920-50EE-5246-57C2E04A2039}"/>
              </a:ext>
            </a:extLst>
          </p:cNvPr>
          <p:cNvGrpSpPr/>
          <p:nvPr/>
        </p:nvGrpSpPr>
        <p:grpSpPr>
          <a:xfrm>
            <a:off x="9899352" y="3380291"/>
            <a:ext cx="611016" cy="577988"/>
            <a:chOff x="4321175" y="111125"/>
            <a:chExt cx="704850" cy="666750"/>
          </a:xfrm>
          <a:solidFill>
            <a:schemeClr val="bg1"/>
          </a:solidFill>
          <a:effectLst/>
        </p:grpSpPr>
        <p:sp>
          <p:nvSpPr>
            <p:cNvPr id="43" name="Freeform 34">
              <a:extLst>
                <a:ext uri="{FF2B5EF4-FFF2-40B4-BE49-F238E27FC236}">
                  <a16:creationId xmlns:a16="http://schemas.microsoft.com/office/drawing/2014/main" id="{668E254A-CCBD-DB12-1DE6-D824A365F9A5}"/>
                </a:ext>
              </a:extLst>
            </p:cNvPr>
            <p:cNvSpPr>
              <a:spLocks noEditPoints="1"/>
            </p:cNvSpPr>
            <p:nvPr/>
          </p:nvSpPr>
          <p:spPr bwMode="auto">
            <a:xfrm>
              <a:off x="4321175" y="111125"/>
              <a:ext cx="704850" cy="666750"/>
            </a:xfrm>
            <a:custGeom>
              <a:avLst/>
              <a:gdLst/>
              <a:ahLst/>
              <a:cxnLst>
                <a:cxn ang="0">
                  <a:pos x="444" y="0"/>
                </a:cxn>
                <a:cxn ang="0">
                  <a:pos x="0" y="0"/>
                </a:cxn>
                <a:cxn ang="0">
                  <a:pos x="0" y="54"/>
                </a:cxn>
                <a:cxn ang="0">
                  <a:pos x="36" y="54"/>
                </a:cxn>
                <a:cxn ang="0">
                  <a:pos x="36" y="330"/>
                </a:cxn>
                <a:cxn ang="0">
                  <a:pos x="194" y="330"/>
                </a:cxn>
                <a:cxn ang="0">
                  <a:pos x="194" y="368"/>
                </a:cxn>
                <a:cxn ang="0">
                  <a:pos x="194" y="368"/>
                </a:cxn>
                <a:cxn ang="0">
                  <a:pos x="172" y="374"/>
                </a:cxn>
                <a:cxn ang="0">
                  <a:pos x="154" y="382"/>
                </a:cxn>
                <a:cxn ang="0">
                  <a:pos x="148" y="386"/>
                </a:cxn>
                <a:cxn ang="0">
                  <a:pos x="144" y="392"/>
                </a:cxn>
                <a:cxn ang="0">
                  <a:pos x="140" y="398"/>
                </a:cxn>
                <a:cxn ang="0">
                  <a:pos x="140" y="404"/>
                </a:cxn>
                <a:cxn ang="0">
                  <a:pos x="140" y="404"/>
                </a:cxn>
                <a:cxn ang="0">
                  <a:pos x="142" y="408"/>
                </a:cxn>
                <a:cxn ang="0">
                  <a:pos x="146" y="410"/>
                </a:cxn>
                <a:cxn ang="0">
                  <a:pos x="166" y="416"/>
                </a:cxn>
                <a:cxn ang="0">
                  <a:pos x="192" y="418"/>
                </a:cxn>
                <a:cxn ang="0">
                  <a:pos x="222" y="420"/>
                </a:cxn>
                <a:cxn ang="0">
                  <a:pos x="252" y="418"/>
                </a:cxn>
                <a:cxn ang="0">
                  <a:pos x="278" y="416"/>
                </a:cxn>
                <a:cxn ang="0">
                  <a:pos x="298" y="410"/>
                </a:cxn>
                <a:cxn ang="0">
                  <a:pos x="302" y="408"/>
                </a:cxn>
                <a:cxn ang="0">
                  <a:pos x="304" y="404"/>
                </a:cxn>
                <a:cxn ang="0">
                  <a:pos x="304" y="404"/>
                </a:cxn>
                <a:cxn ang="0">
                  <a:pos x="304" y="398"/>
                </a:cxn>
                <a:cxn ang="0">
                  <a:pos x="300" y="392"/>
                </a:cxn>
                <a:cxn ang="0">
                  <a:pos x="296" y="386"/>
                </a:cxn>
                <a:cxn ang="0">
                  <a:pos x="290" y="382"/>
                </a:cxn>
                <a:cxn ang="0">
                  <a:pos x="272" y="374"/>
                </a:cxn>
                <a:cxn ang="0">
                  <a:pos x="250" y="368"/>
                </a:cxn>
                <a:cxn ang="0">
                  <a:pos x="250" y="330"/>
                </a:cxn>
                <a:cxn ang="0">
                  <a:pos x="408" y="330"/>
                </a:cxn>
                <a:cxn ang="0">
                  <a:pos x="408" y="54"/>
                </a:cxn>
                <a:cxn ang="0">
                  <a:pos x="444" y="54"/>
                </a:cxn>
                <a:cxn ang="0">
                  <a:pos x="444" y="0"/>
                </a:cxn>
                <a:cxn ang="0">
                  <a:pos x="444" y="0"/>
                </a:cxn>
                <a:cxn ang="0">
                  <a:pos x="378" y="300"/>
                </a:cxn>
                <a:cxn ang="0">
                  <a:pos x="66" y="300"/>
                </a:cxn>
                <a:cxn ang="0">
                  <a:pos x="66" y="56"/>
                </a:cxn>
                <a:cxn ang="0">
                  <a:pos x="378" y="56"/>
                </a:cxn>
                <a:cxn ang="0">
                  <a:pos x="378" y="300"/>
                </a:cxn>
                <a:cxn ang="0">
                  <a:pos x="378" y="300"/>
                </a:cxn>
              </a:cxnLst>
              <a:rect l="0" t="0" r="r" b="b"/>
              <a:pathLst>
                <a:path w="444" h="420">
                  <a:moveTo>
                    <a:pt x="444" y="0"/>
                  </a:moveTo>
                  <a:lnTo>
                    <a:pt x="0" y="0"/>
                  </a:lnTo>
                  <a:lnTo>
                    <a:pt x="0" y="54"/>
                  </a:lnTo>
                  <a:lnTo>
                    <a:pt x="36" y="54"/>
                  </a:lnTo>
                  <a:lnTo>
                    <a:pt x="36" y="330"/>
                  </a:lnTo>
                  <a:lnTo>
                    <a:pt x="194" y="330"/>
                  </a:lnTo>
                  <a:lnTo>
                    <a:pt x="194" y="368"/>
                  </a:lnTo>
                  <a:lnTo>
                    <a:pt x="194" y="368"/>
                  </a:lnTo>
                  <a:lnTo>
                    <a:pt x="172" y="374"/>
                  </a:lnTo>
                  <a:lnTo>
                    <a:pt x="154" y="382"/>
                  </a:lnTo>
                  <a:lnTo>
                    <a:pt x="148" y="386"/>
                  </a:lnTo>
                  <a:lnTo>
                    <a:pt x="144" y="392"/>
                  </a:lnTo>
                  <a:lnTo>
                    <a:pt x="140" y="398"/>
                  </a:lnTo>
                  <a:lnTo>
                    <a:pt x="140" y="404"/>
                  </a:lnTo>
                  <a:lnTo>
                    <a:pt x="140" y="404"/>
                  </a:lnTo>
                  <a:lnTo>
                    <a:pt x="142" y="408"/>
                  </a:lnTo>
                  <a:lnTo>
                    <a:pt x="146" y="410"/>
                  </a:lnTo>
                  <a:lnTo>
                    <a:pt x="166" y="416"/>
                  </a:lnTo>
                  <a:lnTo>
                    <a:pt x="192" y="418"/>
                  </a:lnTo>
                  <a:lnTo>
                    <a:pt x="222" y="420"/>
                  </a:lnTo>
                  <a:lnTo>
                    <a:pt x="252" y="418"/>
                  </a:lnTo>
                  <a:lnTo>
                    <a:pt x="278" y="416"/>
                  </a:lnTo>
                  <a:lnTo>
                    <a:pt x="298" y="410"/>
                  </a:lnTo>
                  <a:lnTo>
                    <a:pt x="302" y="408"/>
                  </a:lnTo>
                  <a:lnTo>
                    <a:pt x="304" y="404"/>
                  </a:lnTo>
                  <a:lnTo>
                    <a:pt x="304" y="404"/>
                  </a:lnTo>
                  <a:lnTo>
                    <a:pt x="304" y="398"/>
                  </a:lnTo>
                  <a:lnTo>
                    <a:pt x="300" y="392"/>
                  </a:lnTo>
                  <a:lnTo>
                    <a:pt x="296" y="386"/>
                  </a:lnTo>
                  <a:lnTo>
                    <a:pt x="290" y="382"/>
                  </a:lnTo>
                  <a:lnTo>
                    <a:pt x="272" y="374"/>
                  </a:lnTo>
                  <a:lnTo>
                    <a:pt x="250" y="368"/>
                  </a:lnTo>
                  <a:lnTo>
                    <a:pt x="250" y="330"/>
                  </a:lnTo>
                  <a:lnTo>
                    <a:pt x="408" y="330"/>
                  </a:lnTo>
                  <a:lnTo>
                    <a:pt x="408" y="54"/>
                  </a:lnTo>
                  <a:lnTo>
                    <a:pt x="444" y="54"/>
                  </a:lnTo>
                  <a:lnTo>
                    <a:pt x="444" y="0"/>
                  </a:lnTo>
                  <a:lnTo>
                    <a:pt x="444" y="0"/>
                  </a:lnTo>
                  <a:close/>
                  <a:moveTo>
                    <a:pt x="378" y="300"/>
                  </a:moveTo>
                  <a:lnTo>
                    <a:pt x="66" y="300"/>
                  </a:lnTo>
                  <a:lnTo>
                    <a:pt x="66" y="56"/>
                  </a:lnTo>
                  <a:lnTo>
                    <a:pt x="378" y="56"/>
                  </a:lnTo>
                  <a:lnTo>
                    <a:pt x="378" y="300"/>
                  </a:lnTo>
                  <a:lnTo>
                    <a:pt x="378" y="30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44" name="Rectangle 35">
              <a:extLst>
                <a:ext uri="{FF2B5EF4-FFF2-40B4-BE49-F238E27FC236}">
                  <a16:creationId xmlns:a16="http://schemas.microsoft.com/office/drawing/2014/main" id="{D32851CB-F229-8E86-2540-1CACC82BE32E}"/>
                </a:ext>
              </a:extLst>
            </p:cNvPr>
            <p:cNvSpPr>
              <a:spLocks noChangeArrowheads="1"/>
            </p:cNvSpPr>
            <p:nvPr/>
          </p:nvSpPr>
          <p:spPr bwMode="auto">
            <a:xfrm>
              <a:off x="4476750" y="276225"/>
              <a:ext cx="139700" cy="142875"/>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5" name="Rectangle 36">
              <a:extLst>
                <a:ext uri="{FF2B5EF4-FFF2-40B4-BE49-F238E27FC236}">
                  <a16:creationId xmlns:a16="http://schemas.microsoft.com/office/drawing/2014/main" id="{60A6A7F3-A0E4-36F4-A207-AC89B8E3643A}"/>
                </a:ext>
              </a:extLst>
            </p:cNvPr>
            <p:cNvSpPr>
              <a:spLocks noChangeArrowheads="1"/>
            </p:cNvSpPr>
            <p:nvPr/>
          </p:nvSpPr>
          <p:spPr bwMode="auto">
            <a:xfrm>
              <a:off x="4667250" y="276225"/>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6" name="Rectangle 37">
              <a:extLst>
                <a:ext uri="{FF2B5EF4-FFF2-40B4-BE49-F238E27FC236}">
                  <a16:creationId xmlns:a16="http://schemas.microsoft.com/office/drawing/2014/main" id="{852C30E8-76FC-39D3-A33B-CC45F61E2DD2}"/>
                </a:ext>
              </a:extLst>
            </p:cNvPr>
            <p:cNvSpPr>
              <a:spLocks noChangeArrowheads="1"/>
            </p:cNvSpPr>
            <p:nvPr/>
          </p:nvSpPr>
          <p:spPr bwMode="auto">
            <a:xfrm>
              <a:off x="4667250" y="368300"/>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7" name="Rectangle 38">
              <a:extLst>
                <a:ext uri="{FF2B5EF4-FFF2-40B4-BE49-F238E27FC236}">
                  <a16:creationId xmlns:a16="http://schemas.microsoft.com/office/drawing/2014/main" id="{77C08BCE-DF8F-2714-0188-CF9ABA15FEC8}"/>
                </a:ext>
              </a:extLst>
            </p:cNvPr>
            <p:cNvSpPr>
              <a:spLocks noChangeArrowheads="1"/>
            </p:cNvSpPr>
            <p:nvPr/>
          </p:nvSpPr>
          <p:spPr bwMode="auto">
            <a:xfrm>
              <a:off x="4476750" y="460375"/>
              <a:ext cx="3937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grpSp>
      <p:sp>
        <p:nvSpPr>
          <p:cNvPr id="48" name="文本框 47">
            <a:extLst>
              <a:ext uri="{FF2B5EF4-FFF2-40B4-BE49-F238E27FC236}">
                <a16:creationId xmlns:a16="http://schemas.microsoft.com/office/drawing/2014/main" id="{89909D78-2A60-1D1F-0CB8-5E5DE9E8C67C}"/>
              </a:ext>
            </a:extLst>
          </p:cNvPr>
          <p:cNvSpPr txBox="1"/>
          <p:nvPr/>
        </p:nvSpPr>
        <p:spPr>
          <a:xfrm>
            <a:off x="588825"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49" name="矩形 48">
            <a:extLst>
              <a:ext uri="{FF2B5EF4-FFF2-40B4-BE49-F238E27FC236}">
                <a16:creationId xmlns:a16="http://schemas.microsoft.com/office/drawing/2014/main" id="{1F7BD576-0E8E-347F-1A7C-D2CA9FCE1339}"/>
              </a:ext>
            </a:extLst>
          </p:cNvPr>
          <p:cNvSpPr/>
          <p:nvPr/>
        </p:nvSpPr>
        <p:spPr>
          <a:xfrm>
            <a:off x="588825"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0" name="文本框 49">
            <a:extLst>
              <a:ext uri="{FF2B5EF4-FFF2-40B4-BE49-F238E27FC236}">
                <a16:creationId xmlns:a16="http://schemas.microsoft.com/office/drawing/2014/main" id="{AD145256-93F5-E6F2-56A3-BD81F438E780}"/>
              </a:ext>
            </a:extLst>
          </p:cNvPr>
          <p:cNvSpPr txBox="1"/>
          <p:nvPr/>
        </p:nvSpPr>
        <p:spPr>
          <a:xfrm>
            <a:off x="4793773"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1" name="矩形 50">
            <a:extLst>
              <a:ext uri="{FF2B5EF4-FFF2-40B4-BE49-F238E27FC236}">
                <a16:creationId xmlns:a16="http://schemas.microsoft.com/office/drawing/2014/main" id="{50569153-0648-7EE9-9A94-C5EF832E5ACC}"/>
              </a:ext>
            </a:extLst>
          </p:cNvPr>
          <p:cNvSpPr/>
          <p:nvPr/>
        </p:nvSpPr>
        <p:spPr>
          <a:xfrm>
            <a:off x="4793773"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2" name="文本框 51">
            <a:extLst>
              <a:ext uri="{FF2B5EF4-FFF2-40B4-BE49-F238E27FC236}">
                <a16:creationId xmlns:a16="http://schemas.microsoft.com/office/drawing/2014/main" id="{7A8A0AE0-8E18-8081-5B9B-8FDDDA98C7F5}"/>
              </a:ext>
            </a:extLst>
          </p:cNvPr>
          <p:cNvSpPr txBox="1"/>
          <p:nvPr/>
        </p:nvSpPr>
        <p:spPr>
          <a:xfrm>
            <a:off x="9138848"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3" name="矩形 52">
            <a:extLst>
              <a:ext uri="{FF2B5EF4-FFF2-40B4-BE49-F238E27FC236}">
                <a16:creationId xmlns:a16="http://schemas.microsoft.com/office/drawing/2014/main" id="{DEABBA7B-7BCF-1AF8-BD8C-6501D03F5039}"/>
              </a:ext>
            </a:extLst>
          </p:cNvPr>
          <p:cNvSpPr/>
          <p:nvPr/>
        </p:nvSpPr>
        <p:spPr>
          <a:xfrm>
            <a:off x="9138848"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4" name="文本框 53">
            <a:extLst>
              <a:ext uri="{FF2B5EF4-FFF2-40B4-BE49-F238E27FC236}">
                <a16:creationId xmlns:a16="http://schemas.microsoft.com/office/drawing/2014/main" id="{2725965E-D9E7-986D-FFCC-626A65023A7C}"/>
              </a:ext>
            </a:extLst>
          </p:cNvPr>
          <p:cNvSpPr txBox="1"/>
          <p:nvPr/>
        </p:nvSpPr>
        <p:spPr>
          <a:xfrm>
            <a:off x="6936916"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5" name="矩形 54">
            <a:extLst>
              <a:ext uri="{FF2B5EF4-FFF2-40B4-BE49-F238E27FC236}">
                <a16:creationId xmlns:a16="http://schemas.microsoft.com/office/drawing/2014/main" id="{A5C6F089-07F1-082D-1B56-1206D7C8530C}"/>
              </a:ext>
            </a:extLst>
          </p:cNvPr>
          <p:cNvSpPr/>
          <p:nvPr/>
        </p:nvSpPr>
        <p:spPr>
          <a:xfrm>
            <a:off x="6936916"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6" name="文本框 55">
            <a:extLst>
              <a:ext uri="{FF2B5EF4-FFF2-40B4-BE49-F238E27FC236}">
                <a16:creationId xmlns:a16="http://schemas.microsoft.com/office/drawing/2014/main" id="{32DCF397-EFBE-9B5F-0218-38E69C47F631}"/>
              </a:ext>
            </a:extLst>
          </p:cNvPr>
          <p:cNvSpPr txBox="1"/>
          <p:nvPr/>
        </p:nvSpPr>
        <p:spPr>
          <a:xfrm>
            <a:off x="2792125"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7" name="矩形 56">
            <a:extLst>
              <a:ext uri="{FF2B5EF4-FFF2-40B4-BE49-F238E27FC236}">
                <a16:creationId xmlns:a16="http://schemas.microsoft.com/office/drawing/2014/main" id="{DD2E467D-57CF-97F4-DC72-A254BCD52B86}"/>
              </a:ext>
            </a:extLst>
          </p:cNvPr>
          <p:cNvSpPr/>
          <p:nvPr/>
        </p:nvSpPr>
        <p:spPr>
          <a:xfrm>
            <a:off x="2792125"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8" name="文本占位符 33">
            <a:extLst>
              <a:ext uri="{FF2B5EF4-FFF2-40B4-BE49-F238E27FC236}">
                <a16:creationId xmlns:a16="http://schemas.microsoft.com/office/drawing/2014/main" id="{B40F74BD-2A6F-508F-5FB4-8D1A56C87800}"/>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800931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sp>
        <p:nvSpPr>
          <p:cNvPr id="6" name="任意多边形 19">
            <a:extLst>
              <a:ext uri="{FF2B5EF4-FFF2-40B4-BE49-F238E27FC236}">
                <a16:creationId xmlns:a16="http://schemas.microsoft.com/office/drawing/2014/main" id="{FDD4FE82-7D6F-720C-4871-714AEBA3A7C7}"/>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18">
            <a:extLst>
              <a:ext uri="{FF2B5EF4-FFF2-40B4-BE49-F238E27FC236}">
                <a16:creationId xmlns:a16="http://schemas.microsoft.com/office/drawing/2014/main" id="{3E45CAA6-13E6-B6A3-2555-54BD2D3532BB}"/>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B5091FD3-1609-36DC-D01C-A73EF31511F4}"/>
              </a:ext>
            </a:extLst>
          </p:cNvPr>
          <p:cNvGrpSpPr/>
          <p:nvPr/>
        </p:nvGrpSpPr>
        <p:grpSpPr>
          <a:xfrm>
            <a:off x="123826" y="59558"/>
            <a:ext cx="593817" cy="593817"/>
            <a:chOff x="1131485" y="2234042"/>
            <a:chExt cx="1607262" cy="1607262"/>
          </a:xfrm>
        </p:grpSpPr>
        <p:sp>
          <p:nvSpPr>
            <p:cNvPr id="10" name="椭圆 9">
              <a:extLst>
                <a:ext uri="{FF2B5EF4-FFF2-40B4-BE49-F238E27FC236}">
                  <a16:creationId xmlns:a16="http://schemas.microsoft.com/office/drawing/2014/main" id="{A60A328F-B093-068A-A243-557DCBBCB8C0}"/>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75D484E8-7212-326B-14C8-E61E0FFBB3BB}"/>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271CD6B8-CE1A-EDDB-0E8D-31587A0F46B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aphicFrame>
        <p:nvGraphicFramePr>
          <p:cNvPr id="13" name="图表 12">
            <a:extLst>
              <a:ext uri="{FF2B5EF4-FFF2-40B4-BE49-F238E27FC236}">
                <a16:creationId xmlns:a16="http://schemas.microsoft.com/office/drawing/2014/main" id="{EA96DBCB-5C90-8781-C6BF-55324A1A022C}"/>
              </a:ext>
            </a:extLst>
          </p:cNvPr>
          <p:cNvGraphicFramePr/>
          <p:nvPr/>
        </p:nvGraphicFramePr>
        <p:xfrm>
          <a:off x="4667250" y="1066749"/>
          <a:ext cx="7073900"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14" name="文本框 13">
            <a:extLst>
              <a:ext uri="{FF2B5EF4-FFF2-40B4-BE49-F238E27FC236}">
                <a16:creationId xmlns:a16="http://schemas.microsoft.com/office/drawing/2014/main" id="{E00D3B58-7B05-1318-BC72-A5D57DACEB9B}"/>
              </a:ext>
            </a:extLst>
          </p:cNvPr>
          <p:cNvSpPr txBox="1"/>
          <p:nvPr/>
        </p:nvSpPr>
        <p:spPr>
          <a:xfrm>
            <a:off x="1522955" y="3470572"/>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5" name="矩形 14">
            <a:extLst>
              <a:ext uri="{FF2B5EF4-FFF2-40B4-BE49-F238E27FC236}">
                <a16:creationId xmlns:a16="http://schemas.microsoft.com/office/drawing/2014/main" id="{1C81DC61-21C4-1F02-05C7-4313D4699761}"/>
              </a:ext>
            </a:extLst>
          </p:cNvPr>
          <p:cNvSpPr/>
          <p:nvPr/>
        </p:nvSpPr>
        <p:spPr>
          <a:xfrm>
            <a:off x="1522955" y="3070462"/>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16" name="文本框 15">
            <a:extLst>
              <a:ext uri="{FF2B5EF4-FFF2-40B4-BE49-F238E27FC236}">
                <a16:creationId xmlns:a16="http://schemas.microsoft.com/office/drawing/2014/main" id="{FF83A840-98F0-F89C-C1C7-1210A82A02CA}"/>
              </a:ext>
            </a:extLst>
          </p:cNvPr>
          <p:cNvSpPr txBox="1"/>
          <p:nvPr/>
        </p:nvSpPr>
        <p:spPr>
          <a:xfrm>
            <a:off x="1522955" y="510178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7" name="矩形 16">
            <a:extLst>
              <a:ext uri="{FF2B5EF4-FFF2-40B4-BE49-F238E27FC236}">
                <a16:creationId xmlns:a16="http://schemas.microsoft.com/office/drawing/2014/main" id="{D029E13C-79F2-0925-032A-972CEFCC8D93}"/>
              </a:ext>
            </a:extLst>
          </p:cNvPr>
          <p:cNvSpPr/>
          <p:nvPr/>
        </p:nvSpPr>
        <p:spPr>
          <a:xfrm>
            <a:off x="1522955" y="4701679"/>
            <a:ext cx="2236510" cy="400110"/>
          </a:xfrm>
          <a:prstGeom prst="rect">
            <a:avLst/>
          </a:prstGeom>
        </p:spPr>
        <p:txBody>
          <a:bodyPr wrap="none">
            <a:spAutoFit/>
          </a:bodyPr>
          <a:lstStyle/>
          <a:p>
            <a:r>
              <a:rPr lang="zh-CN" altLang="en-US" sz="2000" b="1" dirty="0">
                <a:solidFill>
                  <a:schemeClr val="accent5"/>
                </a:solidFill>
                <a:cs typeface="+mn-ea"/>
                <a:sym typeface="+mn-lt"/>
              </a:rPr>
              <a:t>这里添加文字标题</a:t>
            </a:r>
            <a:endParaRPr lang="zh-CN" altLang="en-US" sz="2000" dirty="0">
              <a:solidFill>
                <a:schemeClr val="accent5"/>
              </a:solidFill>
              <a:cs typeface="+mn-ea"/>
              <a:sym typeface="+mn-lt"/>
            </a:endParaRPr>
          </a:p>
        </p:txBody>
      </p:sp>
      <p:sp>
        <p:nvSpPr>
          <p:cNvPr id="18" name="KSO_Shape">
            <a:extLst>
              <a:ext uri="{FF2B5EF4-FFF2-40B4-BE49-F238E27FC236}">
                <a16:creationId xmlns:a16="http://schemas.microsoft.com/office/drawing/2014/main" id="{6326DB1D-15BC-C4F0-20B2-1DF5DE475A52}"/>
              </a:ext>
            </a:extLst>
          </p:cNvPr>
          <p:cNvSpPr/>
          <p:nvPr/>
        </p:nvSpPr>
        <p:spPr bwMode="auto">
          <a:xfrm>
            <a:off x="616376" y="1887319"/>
            <a:ext cx="800100" cy="784098"/>
          </a:xfrm>
          <a:custGeom>
            <a:avLst/>
            <a:gdLst>
              <a:gd name="T0" fmla="*/ 2166826 w 3073399"/>
              <a:gd name="T1" fmla="*/ 1987218 h 3009901"/>
              <a:gd name="T2" fmla="*/ 2210027 w 3073399"/>
              <a:gd name="T3" fmla="*/ 2130672 h 3009901"/>
              <a:gd name="T4" fmla="*/ 2105838 w 3073399"/>
              <a:gd name="T5" fmla="*/ 2235088 h 3009901"/>
              <a:gd name="T6" fmla="*/ 2217333 w 3073399"/>
              <a:gd name="T7" fmla="*/ 2248101 h 3009901"/>
              <a:gd name="T8" fmla="*/ 3043858 w 3073399"/>
              <a:gd name="T9" fmla="*/ 2189069 h 3009901"/>
              <a:gd name="T10" fmla="*/ 3067364 w 3073399"/>
              <a:gd name="T11" fmla="*/ 2325540 h 3009901"/>
              <a:gd name="T12" fmla="*/ 2986681 w 3073399"/>
              <a:gd name="T13" fmla="*/ 2419166 h 3009901"/>
              <a:gd name="T14" fmla="*/ 1073158 w 3073399"/>
              <a:gd name="T15" fmla="*/ 2720355 h 3009901"/>
              <a:gd name="T16" fmla="*/ 622407 w 3073399"/>
              <a:gd name="T17" fmla="*/ 1982922 h 3009901"/>
              <a:gd name="T18" fmla="*/ 593524 w 3073399"/>
              <a:gd name="T19" fmla="*/ 2101163 h 3009901"/>
              <a:gd name="T20" fmla="*/ 682077 w 3073399"/>
              <a:gd name="T21" fmla="*/ 2181579 h 3009901"/>
              <a:gd name="T22" fmla="*/ 796338 w 3073399"/>
              <a:gd name="T23" fmla="*/ 2140894 h 3009901"/>
              <a:gd name="T24" fmla="*/ 814112 w 3073399"/>
              <a:gd name="T25" fmla="*/ 2020111 h 3009901"/>
              <a:gd name="T26" fmla="*/ 717625 w 3073399"/>
              <a:gd name="T27" fmla="*/ 1948912 h 3009901"/>
              <a:gd name="T28" fmla="*/ 1746106 w 3073399"/>
              <a:gd name="T29" fmla="*/ 1195455 h 3009901"/>
              <a:gd name="T30" fmla="*/ 1690575 w 3073399"/>
              <a:gd name="T31" fmla="*/ 1270442 h 3009901"/>
              <a:gd name="T32" fmla="*/ 1789578 w 3073399"/>
              <a:gd name="T33" fmla="*/ 1411202 h 3009901"/>
              <a:gd name="T34" fmla="*/ 1748644 w 3073399"/>
              <a:gd name="T35" fmla="*/ 1427725 h 3009901"/>
              <a:gd name="T36" fmla="*/ 1655353 w 3073399"/>
              <a:gd name="T37" fmla="*/ 1411838 h 3009901"/>
              <a:gd name="T38" fmla="*/ 1855264 w 3073399"/>
              <a:gd name="T39" fmla="*/ 1493815 h 3009901"/>
              <a:gd name="T40" fmla="*/ 1893342 w 3073399"/>
              <a:gd name="T41" fmla="*/ 1417875 h 3009901"/>
              <a:gd name="T42" fmla="*/ 1804492 w 3073399"/>
              <a:gd name="T43" fmla="*/ 1289824 h 3009901"/>
              <a:gd name="T44" fmla="*/ 1850821 w 3073399"/>
              <a:gd name="T45" fmla="*/ 1265040 h 3009901"/>
              <a:gd name="T46" fmla="*/ 1937132 w 3073399"/>
              <a:gd name="T47" fmla="*/ 1279021 h 3009901"/>
              <a:gd name="T48" fmla="*/ 1996153 w 3073399"/>
              <a:gd name="T49" fmla="*/ 1165905 h 3009901"/>
              <a:gd name="T50" fmla="*/ 2009481 w 3073399"/>
              <a:gd name="T51" fmla="*/ 1399128 h 3009901"/>
              <a:gd name="T52" fmla="*/ 1870178 w 3073399"/>
              <a:gd name="T53" fmla="*/ 1586279 h 3009901"/>
              <a:gd name="T54" fmla="*/ 2244614 w 3073399"/>
              <a:gd name="T55" fmla="*/ 1785503 h 3009901"/>
              <a:gd name="T56" fmla="*/ 2319819 w 3073399"/>
              <a:gd name="T57" fmla="*/ 1729263 h 3009901"/>
              <a:gd name="T58" fmla="*/ 2426438 w 3073399"/>
              <a:gd name="T59" fmla="*/ 1356550 h 3009901"/>
              <a:gd name="T60" fmla="*/ 2403591 w 3073399"/>
              <a:gd name="T61" fmla="*/ 1267900 h 3009901"/>
              <a:gd name="T62" fmla="*/ 1379920 w 3073399"/>
              <a:gd name="T63" fmla="*/ 892963 h 3009901"/>
              <a:gd name="T64" fmla="*/ 1113054 w 3073399"/>
              <a:gd name="T65" fmla="*/ 1215790 h 3009901"/>
              <a:gd name="T66" fmla="*/ 1167633 w 3073399"/>
              <a:gd name="T67" fmla="*/ 1294273 h 3009901"/>
              <a:gd name="T68" fmla="*/ 1620448 w 3073399"/>
              <a:gd name="T69" fmla="*/ 1557682 h 3009901"/>
              <a:gd name="T70" fmla="*/ 1567138 w 3073399"/>
              <a:gd name="T71" fmla="*/ 1336533 h 3009901"/>
              <a:gd name="T72" fmla="*/ 1690258 w 3073399"/>
              <a:gd name="T73" fmla="*/ 1125551 h 3009901"/>
              <a:gd name="T74" fmla="*/ 1630284 w 3073399"/>
              <a:gd name="T75" fmla="*/ 966044 h 3009901"/>
              <a:gd name="T76" fmla="*/ 1977749 w 3073399"/>
              <a:gd name="T77" fmla="*/ 1016565 h 3009901"/>
              <a:gd name="T78" fmla="*/ 2126889 w 3073399"/>
              <a:gd name="T79" fmla="*/ 1849370 h 3009901"/>
              <a:gd name="T80" fmla="*/ 1114324 w 3073399"/>
              <a:gd name="T81" fmla="*/ 1422959 h 3009901"/>
              <a:gd name="T82" fmla="*/ 2261492 w 3073399"/>
              <a:gd name="T83" fmla="*/ 424657 h 3009901"/>
              <a:gd name="T84" fmla="*/ 2387119 w 3073399"/>
              <a:gd name="T85" fmla="*/ 478017 h 3009901"/>
              <a:gd name="T86" fmla="*/ 2378236 w 3073399"/>
              <a:gd name="T87" fmla="*/ 506603 h 3009901"/>
              <a:gd name="T88" fmla="*/ 2367450 w 3073399"/>
              <a:gd name="T89" fmla="*/ 546940 h 3009901"/>
              <a:gd name="T90" fmla="*/ 2465477 w 3073399"/>
              <a:gd name="T91" fmla="*/ 453243 h 3009901"/>
              <a:gd name="T92" fmla="*/ 2342705 w 3073399"/>
              <a:gd name="T93" fmla="*/ 411635 h 3009901"/>
              <a:gd name="T94" fmla="*/ 2369671 w 3073399"/>
              <a:gd name="T95" fmla="*/ 410999 h 3009901"/>
              <a:gd name="T96" fmla="*/ 2357616 w 3073399"/>
              <a:gd name="T97" fmla="*/ 340488 h 3009901"/>
              <a:gd name="T98" fmla="*/ 1928390 w 3073399"/>
              <a:gd name="T99" fmla="*/ 431009 h 3009901"/>
              <a:gd name="T100" fmla="*/ 2026417 w 3073399"/>
              <a:gd name="T101" fmla="*/ 723854 h 3009901"/>
              <a:gd name="T102" fmla="*/ 2325892 w 3073399"/>
              <a:gd name="T103" fmla="*/ 621581 h 3009901"/>
              <a:gd name="T104" fmla="*/ 2220251 w 3073399"/>
              <a:gd name="T105" fmla="*/ 500886 h 3009901"/>
              <a:gd name="T106" fmla="*/ 2218982 w 3073399"/>
              <a:gd name="T107" fmla="*/ 333500 h 3009901"/>
              <a:gd name="T108" fmla="*/ 2343340 w 3073399"/>
              <a:gd name="T109" fmla="*/ 248696 h 3009901"/>
              <a:gd name="T110" fmla="*/ 2472774 w 3073399"/>
              <a:gd name="T111" fmla="*/ 328101 h 3009901"/>
              <a:gd name="T112" fmla="*/ 2524801 w 3073399"/>
              <a:gd name="T113" fmla="*/ 488181 h 3009901"/>
              <a:gd name="T114" fmla="*/ 2639008 w 3073399"/>
              <a:gd name="T115" fmla="*/ 537094 h 3009901"/>
              <a:gd name="T116" fmla="*/ 2841724 w 3073399"/>
              <a:gd name="T117" fmla="*/ 369391 h 3009901"/>
              <a:gd name="T118" fmla="*/ 2931186 w 3073399"/>
              <a:gd name="T119" fmla="*/ 467218 h 3009901"/>
              <a:gd name="T120" fmla="*/ 2221520 w 3073399"/>
              <a:gd name="T121" fmla="*/ 758157 h 3009901"/>
              <a:gd name="T122" fmla="*/ 2156168 w 3073399"/>
              <a:gd name="T123" fmla="*/ 242661 h 3009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73399" h="3009901">
                <a:moveTo>
                  <a:pt x="1055687" y="1949450"/>
                </a:moveTo>
                <a:lnTo>
                  <a:pt x="1078240" y="1949450"/>
                </a:lnTo>
                <a:lnTo>
                  <a:pt x="1078927" y="1949450"/>
                </a:lnTo>
                <a:lnTo>
                  <a:pt x="1086499" y="1949450"/>
                </a:lnTo>
                <a:lnTo>
                  <a:pt x="1351101" y="1949450"/>
                </a:lnTo>
                <a:lnTo>
                  <a:pt x="1804388" y="1949450"/>
                </a:lnTo>
                <a:lnTo>
                  <a:pt x="2069625" y="1949450"/>
                </a:lnTo>
                <a:lnTo>
                  <a:pt x="2076931" y="1949450"/>
                </a:lnTo>
                <a:lnTo>
                  <a:pt x="2084237" y="1950085"/>
                </a:lnTo>
                <a:lnTo>
                  <a:pt x="2091543" y="1951355"/>
                </a:lnTo>
                <a:lnTo>
                  <a:pt x="2098532" y="1952307"/>
                </a:lnTo>
                <a:lnTo>
                  <a:pt x="2105838" y="1953894"/>
                </a:lnTo>
                <a:lnTo>
                  <a:pt x="2112508" y="1956115"/>
                </a:lnTo>
                <a:lnTo>
                  <a:pt x="2119496" y="1958337"/>
                </a:lnTo>
                <a:lnTo>
                  <a:pt x="2126167" y="1960876"/>
                </a:lnTo>
                <a:lnTo>
                  <a:pt x="2132202" y="1963732"/>
                </a:lnTo>
                <a:lnTo>
                  <a:pt x="2138555" y="1966906"/>
                </a:lnTo>
                <a:lnTo>
                  <a:pt x="2144591" y="1970397"/>
                </a:lnTo>
                <a:lnTo>
                  <a:pt x="2150626" y="1974206"/>
                </a:lnTo>
                <a:lnTo>
                  <a:pt x="2156344" y="1978331"/>
                </a:lnTo>
                <a:lnTo>
                  <a:pt x="2161744" y="1982775"/>
                </a:lnTo>
                <a:lnTo>
                  <a:pt x="2166826" y="1987218"/>
                </a:lnTo>
                <a:lnTo>
                  <a:pt x="2172226" y="1991979"/>
                </a:lnTo>
                <a:lnTo>
                  <a:pt x="2176991" y="1997057"/>
                </a:lnTo>
                <a:lnTo>
                  <a:pt x="2181438" y="2002135"/>
                </a:lnTo>
                <a:lnTo>
                  <a:pt x="2185568" y="2007847"/>
                </a:lnTo>
                <a:lnTo>
                  <a:pt x="2190015" y="2013243"/>
                </a:lnTo>
                <a:lnTo>
                  <a:pt x="2193826" y="2019273"/>
                </a:lnTo>
                <a:lnTo>
                  <a:pt x="2197321" y="2025620"/>
                </a:lnTo>
                <a:lnTo>
                  <a:pt x="2200497" y="2031651"/>
                </a:lnTo>
                <a:lnTo>
                  <a:pt x="2203038" y="2037998"/>
                </a:lnTo>
                <a:lnTo>
                  <a:pt x="2205897" y="2044663"/>
                </a:lnTo>
                <a:lnTo>
                  <a:pt x="2208121" y="2051328"/>
                </a:lnTo>
                <a:lnTo>
                  <a:pt x="2210027" y="2058310"/>
                </a:lnTo>
                <a:lnTo>
                  <a:pt x="2211615" y="2065292"/>
                </a:lnTo>
                <a:lnTo>
                  <a:pt x="2212886" y="2072592"/>
                </a:lnTo>
                <a:lnTo>
                  <a:pt x="2213838" y="2079892"/>
                </a:lnTo>
                <a:lnTo>
                  <a:pt x="2214474" y="2087191"/>
                </a:lnTo>
                <a:lnTo>
                  <a:pt x="2214791" y="2094491"/>
                </a:lnTo>
                <a:lnTo>
                  <a:pt x="2214474" y="2102108"/>
                </a:lnTo>
                <a:lnTo>
                  <a:pt x="2213838" y="2109408"/>
                </a:lnTo>
                <a:lnTo>
                  <a:pt x="2212886" y="2116707"/>
                </a:lnTo>
                <a:lnTo>
                  <a:pt x="2211615" y="2123689"/>
                </a:lnTo>
                <a:lnTo>
                  <a:pt x="2210027" y="2130672"/>
                </a:lnTo>
                <a:lnTo>
                  <a:pt x="2208121" y="2137654"/>
                </a:lnTo>
                <a:lnTo>
                  <a:pt x="2205897" y="2144319"/>
                </a:lnTo>
                <a:lnTo>
                  <a:pt x="2203038" y="2150984"/>
                </a:lnTo>
                <a:lnTo>
                  <a:pt x="2200497" y="2157649"/>
                </a:lnTo>
                <a:lnTo>
                  <a:pt x="2197321" y="2163996"/>
                </a:lnTo>
                <a:lnTo>
                  <a:pt x="2193826" y="2169709"/>
                </a:lnTo>
                <a:lnTo>
                  <a:pt x="2190015" y="2175739"/>
                </a:lnTo>
                <a:lnTo>
                  <a:pt x="2185568" y="2181452"/>
                </a:lnTo>
                <a:lnTo>
                  <a:pt x="2181438" y="2186847"/>
                </a:lnTo>
                <a:lnTo>
                  <a:pt x="2176991" y="2192243"/>
                </a:lnTo>
                <a:lnTo>
                  <a:pt x="2172226" y="2197003"/>
                </a:lnTo>
                <a:lnTo>
                  <a:pt x="2166826" y="2201764"/>
                </a:lnTo>
                <a:lnTo>
                  <a:pt x="2161744" y="2206524"/>
                </a:lnTo>
                <a:lnTo>
                  <a:pt x="2156344" y="2210968"/>
                </a:lnTo>
                <a:lnTo>
                  <a:pt x="2150626" y="2214776"/>
                </a:lnTo>
                <a:lnTo>
                  <a:pt x="2144591" y="2218585"/>
                </a:lnTo>
                <a:lnTo>
                  <a:pt x="2138555" y="2222076"/>
                </a:lnTo>
                <a:lnTo>
                  <a:pt x="2132202" y="2225250"/>
                </a:lnTo>
                <a:lnTo>
                  <a:pt x="2126167" y="2228423"/>
                </a:lnTo>
                <a:lnTo>
                  <a:pt x="2119496" y="2230645"/>
                </a:lnTo>
                <a:lnTo>
                  <a:pt x="2112508" y="2233184"/>
                </a:lnTo>
                <a:lnTo>
                  <a:pt x="2105838" y="2235088"/>
                </a:lnTo>
                <a:lnTo>
                  <a:pt x="2098532" y="2236675"/>
                </a:lnTo>
                <a:lnTo>
                  <a:pt x="2091543" y="2238262"/>
                </a:lnTo>
                <a:lnTo>
                  <a:pt x="2084237" y="2238897"/>
                </a:lnTo>
                <a:lnTo>
                  <a:pt x="2076931" y="2239531"/>
                </a:lnTo>
                <a:lnTo>
                  <a:pt x="2069625" y="2239531"/>
                </a:lnTo>
                <a:lnTo>
                  <a:pt x="1804388" y="2239531"/>
                </a:lnTo>
                <a:lnTo>
                  <a:pt x="1584256" y="2239531"/>
                </a:lnTo>
                <a:lnTo>
                  <a:pt x="1584256" y="2308085"/>
                </a:lnTo>
                <a:lnTo>
                  <a:pt x="2069625" y="2308085"/>
                </a:lnTo>
                <a:lnTo>
                  <a:pt x="2082331" y="2307767"/>
                </a:lnTo>
                <a:lnTo>
                  <a:pt x="2095355" y="2306815"/>
                </a:lnTo>
                <a:lnTo>
                  <a:pt x="2108379" y="2304593"/>
                </a:lnTo>
                <a:lnTo>
                  <a:pt x="2120767" y="2302054"/>
                </a:lnTo>
                <a:lnTo>
                  <a:pt x="2133155" y="2298563"/>
                </a:lnTo>
                <a:lnTo>
                  <a:pt x="2144908" y="2294437"/>
                </a:lnTo>
                <a:lnTo>
                  <a:pt x="2156344" y="2289677"/>
                </a:lnTo>
                <a:lnTo>
                  <a:pt x="2167462" y="2284281"/>
                </a:lnTo>
                <a:lnTo>
                  <a:pt x="2178262" y="2278251"/>
                </a:lnTo>
                <a:lnTo>
                  <a:pt x="2188744" y="2271586"/>
                </a:lnTo>
                <a:lnTo>
                  <a:pt x="2198909" y="2264287"/>
                </a:lnTo>
                <a:lnTo>
                  <a:pt x="2208438" y="2256670"/>
                </a:lnTo>
                <a:lnTo>
                  <a:pt x="2217333" y="2248101"/>
                </a:lnTo>
                <a:lnTo>
                  <a:pt x="2226227" y="2239531"/>
                </a:lnTo>
                <a:lnTo>
                  <a:pt x="2234168" y="2230010"/>
                </a:lnTo>
                <a:lnTo>
                  <a:pt x="2241792" y="2220489"/>
                </a:lnTo>
                <a:lnTo>
                  <a:pt x="2946339" y="2149079"/>
                </a:lnTo>
                <a:lnTo>
                  <a:pt x="2952057" y="2148445"/>
                </a:lnTo>
                <a:lnTo>
                  <a:pt x="2958410" y="2148445"/>
                </a:lnTo>
                <a:lnTo>
                  <a:pt x="2964445" y="2148762"/>
                </a:lnTo>
                <a:lnTo>
                  <a:pt x="2970480" y="2149079"/>
                </a:lnTo>
                <a:lnTo>
                  <a:pt x="2976198" y="2150349"/>
                </a:lnTo>
                <a:lnTo>
                  <a:pt x="2982234" y="2151301"/>
                </a:lnTo>
                <a:lnTo>
                  <a:pt x="2988269" y="2152571"/>
                </a:lnTo>
                <a:lnTo>
                  <a:pt x="2993669" y="2154792"/>
                </a:lnTo>
                <a:lnTo>
                  <a:pt x="2999704" y="2157014"/>
                </a:lnTo>
                <a:lnTo>
                  <a:pt x="3004787" y="2159235"/>
                </a:lnTo>
                <a:lnTo>
                  <a:pt x="3010504" y="2161774"/>
                </a:lnTo>
                <a:lnTo>
                  <a:pt x="3015587" y="2164948"/>
                </a:lnTo>
                <a:lnTo>
                  <a:pt x="3020987" y="2168439"/>
                </a:lnTo>
                <a:lnTo>
                  <a:pt x="3025752" y="2171930"/>
                </a:lnTo>
                <a:lnTo>
                  <a:pt x="3030834" y="2175739"/>
                </a:lnTo>
                <a:lnTo>
                  <a:pt x="3035281" y="2179865"/>
                </a:lnTo>
                <a:lnTo>
                  <a:pt x="3039728" y="2184308"/>
                </a:lnTo>
                <a:lnTo>
                  <a:pt x="3043858" y="2189069"/>
                </a:lnTo>
                <a:lnTo>
                  <a:pt x="3047669" y="2193829"/>
                </a:lnTo>
                <a:lnTo>
                  <a:pt x="3051164" y="2199225"/>
                </a:lnTo>
                <a:lnTo>
                  <a:pt x="3054658" y="2204303"/>
                </a:lnTo>
                <a:lnTo>
                  <a:pt x="3057834" y="2209381"/>
                </a:lnTo>
                <a:lnTo>
                  <a:pt x="3060693" y="2215094"/>
                </a:lnTo>
                <a:lnTo>
                  <a:pt x="3063234" y="2220806"/>
                </a:lnTo>
                <a:lnTo>
                  <a:pt x="3065458" y="2226519"/>
                </a:lnTo>
                <a:lnTo>
                  <a:pt x="3067681" y="2232549"/>
                </a:lnTo>
                <a:lnTo>
                  <a:pt x="3069270" y="2238897"/>
                </a:lnTo>
                <a:lnTo>
                  <a:pt x="3070858" y="2244609"/>
                </a:lnTo>
                <a:lnTo>
                  <a:pt x="3071811" y="2250957"/>
                </a:lnTo>
                <a:lnTo>
                  <a:pt x="3072446" y="2257305"/>
                </a:lnTo>
                <a:lnTo>
                  <a:pt x="3072764" y="2263652"/>
                </a:lnTo>
                <a:lnTo>
                  <a:pt x="3073399" y="2270317"/>
                </a:lnTo>
                <a:lnTo>
                  <a:pt x="3073399" y="2283647"/>
                </a:lnTo>
                <a:lnTo>
                  <a:pt x="3073399" y="2289994"/>
                </a:lnTo>
                <a:lnTo>
                  <a:pt x="3072764" y="2296342"/>
                </a:lnTo>
                <a:lnTo>
                  <a:pt x="3072128" y="2302372"/>
                </a:lnTo>
                <a:lnTo>
                  <a:pt x="3071176" y="2308085"/>
                </a:lnTo>
                <a:lnTo>
                  <a:pt x="3070222" y="2314115"/>
                </a:lnTo>
                <a:lnTo>
                  <a:pt x="3068952" y="2320145"/>
                </a:lnTo>
                <a:lnTo>
                  <a:pt x="3067364" y="2325540"/>
                </a:lnTo>
                <a:lnTo>
                  <a:pt x="3065458" y="2331570"/>
                </a:lnTo>
                <a:lnTo>
                  <a:pt x="3063870" y="2336966"/>
                </a:lnTo>
                <a:lnTo>
                  <a:pt x="3061646" y="2342361"/>
                </a:lnTo>
                <a:lnTo>
                  <a:pt x="3059422" y="2347757"/>
                </a:lnTo>
                <a:lnTo>
                  <a:pt x="3056564" y="2353152"/>
                </a:lnTo>
                <a:lnTo>
                  <a:pt x="3054022" y="2357913"/>
                </a:lnTo>
                <a:lnTo>
                  <a:pt x="3050846" y="2363308"/>
                </a:lnTo>
                <a:lnTo>
                  <a:pt x="3047669" y="2368069"/>
                </a:lnTo>
                <a:lnTo>
                  <a:pt x="3044493" y="2372512"/>
                </a:lnTo>
                <a:lnTo>
                  <a:pt x="3040999" y="2377272"/>
                </a:lnTo>
                <a:lnTo>
                  <a:pt x="3037187" y="2381716"/>
                </a:lnTo>
                <a:lnTo>
                  <a:pt x="3033375" y="2385842"/>
                </a:lnTo>
                <a:lnTo>
                  <a:pt x="3029563" y="2389967"/>
                </a:lnTo>
                <a:lnTo>
                  <a:pt x="3025434" y="2394411"/>
                </a:lnTo>
                <a:lnTo>
                  <a:pt x="3020987" y="2397902"/>
                </a:lnTo>
                <a:lnTo>
                  <a:pt x="3016857" y="2401710"/>
                </a:lnTo>
                <a:lnTo>
                  <a:pt x="3011775" y="2405202"/>
                </a:lnTo>
                <a:lnTo>
                  <a:pt x="3007328" y="2408058"/>
                </a:lnTo>
                <a:lnTo>
                  <a:pt x="3002563" y="2410914"/>
                </a:lnTo>
                <a:lnTo>
                  <a:pt x="2997163" y="2414088"/>
                </a:lnTo>
                <a:lnTo>
                  <a:pt x="2992398" y="2416627"/>
                </a:lnTo>
                <a:lnTo>
                  <a:pt x="2986681" y="2419166"/>
                </a:lnTo>
                <a:lnTo>
                  <a:pt x="2981598" y="2421070"/>
                </a:lnTo>
                <a:lnTo>
                  <a:pt x="2975880" y="2423292"/>
                </a:lnTo>
                <a:lnTo>
                  <a:pt x="2970480" y="2424879"/>
                </a:lnTo>
                <a:lnTo>
                  <a:pt x="1949871" y="2711469"/>
                </a:lnTo>
                <a:lnTo>
                  <a:pt x="1922236" y="2718769"/>
                </a:lnTo>
                <a:lnTo>
                  <a:pt x="1894600" y="2725433"/>
                </a:lnTo>
                <a:lnTo>
                  <a:pt x="1867282" y="2731781"/>
                </a:lnTo>
                <a:lnTo>
                  <a:pt x="1839329" y="2737176"/>
                </a:lnTo>
                <a:lnTo>
                  <a:pt x="1811376" y="2742254"/>
                </a:lnTo>
                <a:lnTo>
                  <a:pt x="1783423" y="2746380"/>
                </a:lnTo>
                <a:lnTo>
                  <a:pt x="1755470" y="2750189"/>
                </a:lnTo>
                <a:lnTo>
                  <a:pt x="1727199" y="2753362"/>
                </a:lnTo>
                <a:lnTo>
                  <a:pt x="1698928" y="2755584"/>
                </a:lnTo>
                <a:lnTo>
                  <a:pt x="1670975" y="2757488"/>
                </a:lnTo>
                <a:lnTo>
                  <a:pt x="1643022" y="2758440"/>
                </a:lnTo>
                <a:lnTo>
                  <a:pt x="1614751" y="2759075"/>
                </a:lnTo>
                <a:lnTo>
                  <a:pt x="1586480" y="2758758"/>
                </a:lnTo>
                <a:lnTo>
                  <a:pt x="1558209" y="2758123"/>
                </a:lnTo>
                <a:lnTo>
                  <a:pt x="1529621" y="2757171"/>
                </a:lnTo>
                <a:lnTo>
                  <a:pt x="1501350" y="2754949"/>
                </a:lnTo>
                <a:lnTo>
                  <a:pt x="1079193" y="2720990"/>
                </a:lnTo>
                <a:lnTo>
                  <a:pt x="1073158" y="2720355"/>
                </a:lnTo>
                <a:lnTo>
                  <a:pt x="1067122" y="2719403"/>
                </a:lnTo>
                <a:lnTo>
                  <a:pt x="1061405" y="2718451"/>
                </a:lnTo>
                <a:lnTo>
                  <a:pt x="1055687" y="2717182"/>
                </a:lnTo>
                <a:lnTo>
                  <a:pt x="1055687" y="1952625"/>
                </a:lnTo>
                <a:lnTo>
                  <a:pt x="1055687" y="1952624"/>
                </a:lnTo>
                <a:lnTo>
                  <a:pt x="1055687" y="1949450"/>
                </a:lnTo>
                <a:close/>
                <a:moveTo>
                  <a:pt x="699851" y="1948276"/>
                </a:moveTo>
                <a:lnTo>
                  <a:pt x="693503" y="1948912"/>
                </a:lnTo>
                <a:lnTo>
                  <a:pt x="687790" y="1949865"/>
                </a:lnTo>
                <a:lnTo>
                  <a:pt x="682077" y="1950819"/>
                </a:lnTo>
                <a:lnTo>
                  <a:pt x="676364" y="1951772"/>
                </a:lnTo>
                <a:lnTo>
                  <a:pt x="670651" y="1953680"/>
                </a:lnTo>
                <a:lnTo>
                  <a:pt x="665255" y="1955269"/>
                </a:lnTo>
                <a:lnTo>
                  <a:pt x="659860" y="1957494"/>
                </a:lnTo>
                <a:lnTo>
                  <a:pt x="654781" y="1959719"/>
                </a:lnTo>
                <a:lnTo>
                  <a:pt x="649386" y="1962579"/>
                </a:lnTo>
                <a:lnTo>
                  <a:pt x="644625" y="1965440"/>
                </a:lnTo>
                <a:lnTo>
                  <a:pt x="639864" y="1968619"/>
                </a:lnTo>
                <a:lnTo>
                  <a:pt x="635103" y="1971797"/>
                </a:lnTo>
                <a:lnTo>
                  <a:pt x="630659" y="1975294"/>
                </a:lnTo>
                <a:lnTo>
                  <a:pt x="626533" y="1979108"/>
                </a:lnTo>
                <a:lnTo>
                  <a:pt x="622407" y="1982922"/>
                </a:lnTo>
                <a:lnTo>
                  <a:pt x="618599" y="1986736"/>
                </a:lnTo>
                <a:lnTo>
                  <a:pt x="615107" y="1991186"/>
                </a:lnTo>
                <a:lnTo>
                  <a:pt x="611616" y="1995318"/>
                </a:lnTo>
                <a:lnTo>
                  <a:pt x="608125" y="2000404"/>
                </a:lnTo>
                <a:lnTo>
                  <a:pt x="604951" y="2004854"/>
                </a:lnTo>
                <a:lnTo>
                  <a:pt x="602094" y="2010257"/>
                </a:lnTo>
                <a:lnTo>
                  <a:pt x="599555" y="2015025"/>
                </a:lnTo>
                <a:lnTo>
                  <a:pt x="597333" y="2020111"/>
                </a:lnTo>
                <a:lnTo>
                  <a:pt x="595112" y="2025514"/>
                </a:lnTo>
                <a:lnTo>
                  <a:pt x="593524" y="2030918"/>
                </a:lnTo>
                <a:lnTo>
                  <a:pt x="591620" y="2036639"/>
                </a:lnTo>
                <a:lnTo>
                  <a:pt x="590351" y="2042360"/>
                </a:lnTo>
                <a:lnTo>
                  <a:pt x="589081" y="2048082"/>
                </a:lnTo>
                <a:lnTo>
                  <a:pt x="588446" y="2054121"/>
                </a:lnTo>
                <a:lnTo>
                  <a:pt x="588129" y="2060160"/>
                </a:lnTo>
                <a:lnTo>
                  <a:pt x="587811" y="2065881"/>
                </a:lnTo>
                <a:lnTo>
                  <a:pt x="588129" y="2072238"/>
                </a:lnTo>
                <a:lnTo>
                  <a:pt x="588446" y="2078277"/>
                </a:lnTo>
                <a:lnTo>
                  <a:pt x="589081" y="2083999"/>
                </a:lnTo>
                <a:lnTo>
                  <a:pt x="590351" y="2089720"/>
                </a:lnTo>
                <a:lnTo>
                  <a:pt x="591620" y="2095759"/>
                </a:lnTo>
                <a:lnTo>
                  <a:pt x="593524" y="2101163"/>
                </a:lnTo>
                <a:lnTo>
                  <a:pt x="595112" y="2106566"/>
                </a:lnTo>
                <a:lnTo>
                  <a:pt x="597333" y="2111970"/>
                </a:lnTo>
                <a:lnTo>
                  <a:pt x="599555" y="2117373"/>
                </a:lnTo>
                <a:lnTo>
                  <a:pt x="602094" y="2122141"/>
                </a:lnTo>
                <a:lnTo>
                  <a:pt x="604951" y="2127227"/>
                </a:lnTo>
                <a:lnTo>
                  <a:pt x="608125" y="2131994"/>
                </a:lnTo>
                <a:lnTo>
                  <a:pt x="611616" y="2136444"/>
                </a:lnTo>
                <a:lnTo>
                  <a:pt x="615107" y="2140894"/>
                </a:lnTo>
                <a:lnTo>
                  <a:pt x="618599" y="2145344"/>
                </a:lnTo>
                <a:lnTo>
                  <a:pt x="622407" y="2149476"/>
                </a:lnTo>
                <a:lnTo>
                  <a:pt x="626533" y="2153291"/>
                </a:lnTo>
                <a:lnTo>
                  <a:pt x="630659" y="2157105"/>
                </a:lnTo>
                <a:lnTo>
                  <a:pt x="635103" y="2160601"/>
                </a:lnTo>
                <a:lnTo>
                  <a:pt x="639864" y="2163780"/>
                </a:lnTo>
                <a:lnTo>
                  <a:pt x="644625" y="2166958"/>
                </a:lnTo>
                <a:lnTo>
                  <a:pt x="649386" y="2169501"/>
                </a:lnTo>
                <a:lnTo>
                  <a:pt x="654781" y="2172362"/>
                </a:lnTo>
                <a:lnTo>
                  <a:pt x="659860" y="2174587"/>
                </a:lnTo>
                <a:lnTo>
                  <a:pt x="665255" y="2176494"/>
                </a:lnTo>
                <a:lnTo>
                  <a:pt x="670651" y="2178719"/>
                </a:lnTo>
                <a:lnTo>
                  <a:pt x="676364" y="2179990"/>
                </a:lnTo>
                <a:lnTo>
                  <a:pt x="682077" y="2181579"/>
                </a:lnTo>
                <a:lnTo>
                  <a:pt x="687790" y="2182533"/>
                </a:lnTo>
                <a:lnTo>
                  <a:pt x="693503" y="2183169"/>
                </a:lnTo>
                <a:lnTo>
                  <a:pt x="699851" y="2183486"/>
                </a:lnTo>
                <a:lnTo>
                  <a:pt x="705564" y="2184122"/>
                </a:lnTo>
                <a:lnTo>
                  <a:pt x="711595" y="2183486"/>
                </a:lnTo>
                <a:lnTo>
                  <a:pt x="717625" y="2183169"/>
                </a:lnTo>
                <a:lnTo>
                  <a:pt x="723338" y="2182533"/>
                </a:lnTo>
                <a:lnTo>
                  <a:pt x="729369" y="2181579"/>
                </a:lnTo>
                <a:lnTo>
                  <a:pt x="735082" y="2179990"/>
                </a:lnTo>
                <a:lnTo>
                  <a:pt x="740477" y="2178719"/>
                </a:lnTo>
                <a:lnTo>
                  <a:pt x="746190" y="2176494"/>
                </a:lnTo>
                <a:lnTo>
                  <a:pt x="751269" y="2174587"/>
                </a:lnTo>
                <a:lnTo>
                  <a:pt x="756664" y="2172362"/>
                </a:lnTo>
                <a:lnTo>
                  <a:pt x="761743" y="2169501"/>
                </a:lnTo>
                <a:lnTo>
                  <a:pt x="766821" y="2166958"/>
                </a:lnTo>
                <a:lnTo>
                  <a:pt x="771582" y="2163780"/>
                </a:lnTo>
                <a:lnTo>
                  <a:pt x="776025" y="2160601"/>
                </a:lnTo>
                <a:lnTo>
                  <a:pt x="780469" y="2157105"/>
                </a:lnTo>
                <a:lnTo>
                  <a:pt x="784912" y="2153291"/>
                </a:lnTo>
                <a:lnTo>
                  <a:pt x="789038" y="2149476"/>
                </a:lnTo>
                <a:lnTo>
                  <a:pt x="792847" y="2145344"/>
                </a:lnTo>
                <a:lnTo>
                  <a:pt x="796338" y="2140894"/>
                </a:lnTo>
                <a:lnTo>
                  <a:pt x="799830" y="2136444"/>
                </a:lnTo>
                <a:lnTo>
                  <a:pt x="803321" y="2131994"/>
                </a:lnTo>
                <a:lnTo>
                  <a:pt x="806495" y="2127227"/>
                </a:lnTo>
                <a:lnTo>
                  <a:pt x="809352" y="2122141"/>
                </a:lnTo>
                <a:lnTo>
                  <a:pt x="811573" y="2117373"/>
                </a:lnTo>
                <a:lnTo>
                  <a:pt x="814112" y="2111970"/>
                </a:lnTo>
                <a:lnTo>
                  <a:pt x="816017" y="2106566"/>
                </a:lnTo>
                <a:lnTo>
                  <a:pt x="817921" y="2101163"/>
                </a:lnTo>
                <a:lnTo>
                  <a:pt x="819508" y="2095759"/>
                </a:lnTo>
                <a:lnTo>
                  <a:pt x="821095" y="2089720"/>
                </a:lnTo>
                <a:lnTo>
                  <a:pt x="822047" y="2083999"/>
                </a:lnTo>
                <a:lnTo>
                  <a:pt x="822682" y="2078277"/>
                </a:lnTo>
                <a:lnTo>
                  <a:pt x="823000" y="2072238"/>
                </a:lnTo>
                <a:lnTo>
                  <a:pt x="823000" y="2065881"/>
                </a:lnTo>
                <a:lnTo>
                  <a:pt x="823000" y="2060160"/>
                </a:lnTo>
                <a:lnTo>
                  <a:pt x="822682" y="2054121"/>
                </a:lnTo>
                <a:lnTo>
                  <a:pt x="822047" y="2048082"/>
                </a:lnTo>
                <a:lnTo>
                  <a:pt x="821095" y="2042360"/>
                </a:lnTo>
                <a:lnTo>
                  <a:pt x="819508" y="2036639"/>
                </a:lnTo>
                <a:lnTo>
                  <a:pt x="817921" y="2030918"/>
                </a:lnTo>
                <a:lnTo>
                  <a:pt x="816017" y="2025514"/>
                </a:lnTo>
                <a:lnTo>
                  <a:pt x="814112" y="2020111"/>
                </a:lnTo>
                <a:lnTo>
                  <a:pt x="811573" y="2015025"/>
                </a:lnTo>
                <a:lnTo>
                  <a:pt x="809352" y="2010257"/>
                </a:lnTo>
                <a:lnTo>
                  <a:pt x="806495" y="2004854"/>
                </a:lnTo>
                <a:lnTo>
                  <a:pt x="803321" y="2000404"/>
                </a:lnTo>
                <a:lnTo>
                  <a:pt x="799830" y="1995318"/>
                </a:lnTo>
                <a:lnTo>
                  <a:pt x="796338" y="1991186"/>
                </a:lnTo>
                <a:lnTo>
                  <a:pt x="792847" y="1986736"/>
                </a:lnTo>
                <a:lnTo>
                  <a:pt x="789038" y="1982922"/>
                </a:lnTo>
                <a:lnTo>
                  <a:pt x="784912" y="1979108"/>
                </a:lnTo>
                <a:lnTo>
                  <a:pt x="780469" y="1975294"/>
                </a:lnTo>
                <a:lnTo>
                  <a:pt x="776025" y="1971797"/>
                </a:lnTo>
                <a:lnTo>
                  <a:pt x="771582" y="1968619"/>
                </a:lnTo>
                <a:lnTo>
                  <a:pt x="766821" y="1965440"/>
                </a:lnTo>
                <a:lnTo>
                  <a:pt x="761743" y="1962579"/>
                </a:lnTo>
                <a:lnTo>
                  <a:pt x="756664" y="1959719"/>
                </a:lnTo>
                <a:lnTo>
                  <a:pt x="751269" y="1957494"/>
                </a:lnTo>
                <a:lnTo>
                  <a:pt x="746190" y="1955269"/>
                </a:lnTo>
                <a:lnTo>
                  <a:pt x="740477" y="1953680"/>
                </a:lnTo>
                <a:lnTo>
                  <a:pt x="735082" y="1951772"/>
                </a:lnTo>
                <a:lnTo>
                  <a:pt x="729369" y="1950819"/>
                </a:lnTo>
                <a:lnTo>
                  <a:pt x="723338" y="1949865"/>
                </a:lnTo>
                <a:lnTo>
                  <a:pt x="717625" y="1948912"/>
                </a:lnTo>
                <a:lnTo>
                  <a:pt x="711595" y="1948276"/>
                </a:lnTo>
                <a:lnTo>
                  <a:pt x="705564" y="1948276"/>
                </a:lnTo>
                <a:lnTo>
                  <a:pt x="699851" y="1948276"/>
                </a:lnTo>
                <a:close/>
                <a:moveTo>
                  <a:pt x="0" y="1862138"/>
                </a:moveTo>
                <a:lnTo>
                  <a:pt x="941387" y="1862138"/>
                </a:lnTo>
                <a:lnTo>
                  <a:pt x="941387" y="2093534"/>
                </a:lnTo>
                <a:lnTo>
                  <a:pt x="941387" y="2574126"/>
                </a:lnTo>
                <a:lnTo>
                  <a:pt x="941387" y="3009901"/>
                </a:lnTo>
                <a:lnTo>
                  <a:pt x="0" y="3009901"/>
                </a:lnTo>
                <a:lnTo>
                  <a:pt x="0" y="1862138"/>
                </a:lnTo>
                <a:close/>
                <a:moveTo>
                  <a:pt x="1839398" y="1177026"/>
                </a:moveTo>
                <a:lnTo>
                  <a:pt x="1829243" y="1201810"/>
                </a:lnTo>
                <a:lnTo>
                  <a:pt x="1816551" y="1198314"/>
                </a:lnTo>
                <a:lnTo>
                  <a:pt x="1805127" y="1195455"/>
                </a:lnTo>
                <a:lnTo>
                  <a:pt x="1793704" y="1193230"/>
                </a:lnTo>
                <a:lnTo>
                  <a:pt x="1783232" y="1192277"/>
                </a:lnTo>
                <a:lnTo>
                  <a:pt x="1773078" y="1191959"/>
                </a:lnTo>
                <a:lnTo>
                  <a:pt x="1763241" y="1192277"/>
                </a:lnTo>
                <a:lnTo>
                  <a:pt x="1758799" y="1192595"/>
                </a:lnTo>
                <a:lnTo>
                  <a:pt x="1754356" y="1193230"/>
                </a:lnTo>
                <a:lnTo>
                  <a:pt x="1750231" y="1194501"/>
                </a:lnTo>
                <a:lnTo>
                  <a:pt x="1746106" y="1195455"/>
                </a:lnTo>
                <a:lnTo>
                  <a:pt x="1741981" y="1196726"/>
                </a:lnTo>
                <a:lnTo>
                  <a:pt x="1737856" y="1198314"/>
                </a:lnTo>
                <a:lnTo>
                  <a:pt x="1734365" y="1199903"/>
                </a:lnTo>
                <a:lnTo>
                  <a:pt x="1730557" y="1201810"/>
                </a:lnTo>
                <a:lnTo>
                  <a:pt x="1727067" y="1203716"/>
                </a:lnTo>
                <a:lnTo>
                  <a:pt x="1723576" y="1205940"/>
                </a:lnTo>
                <a:lnTo>
                  <a:pt x="1720403" y="1208482"/>
                </a:lnTo>
                <a:lnTo>
                  <a:pt x="1717230" y="1211024"/>
                </a:lnTo>
                <a:lnTo>
                  <a:pt x="1714691" y="1213884"/>
                </a:lnTo>
                <a:lnTo>
                  <a:pt x="1711835" y="1217061"/>
                </a:lnTo>
                <a:lnTo>
                  <a:pt x="1708980" y="1220239"/>
                </a:lnTo>
                <a:lnTo>
                  <a:pt x="1706441" y="1223734"/>
                </a:lnTo>
                <a:lnTo>
                  <a:pt x="1704220" y="1227547"/>
                </a:lnTo>
                <a:lnTo>
                  <a:pt x="1701998" y="1231360"/>
                </a:lnTo>
                <a:lnTo>
                  <a:pt x="1700095" y="1235173"/>
                </a:lnTo>
                <a:lnTo>
                  <a:pt x="1697873" y="1239303"/>
                </a:lnTo>
                <a:lnTo>
                  <a:pt x="1695652" y="1245023"/>
                </a:lnTo>
                <a:lnTo>
                  <a:pt x="1694066" y="1250106"/>
                </a:lnTo>
                <a:lnTo>
                  <a:pt x="1692162" y="1255508"/>
                </a:lnTo>
                <a:lnTo>
                  <a:pt x="1691210" y="1260592"/>
                </a:lnTo>
                <a:lnTo>
                  <a:pt x="1690575" y="1265676"/>
                </a:lnTo>
                <a:lnTo>
                  <a:pt x="1690575" y="1270442"/>
                </a:lnTo>
                <a:lnTo>
                  <a:pt x="1690575" y="1275526"/>
                </a:lnTo>
                <a:lnTo>
                  <a:pt x="1690892" y="1279974"/>
                </a:lnTo>
                <a:lnTo>
                  <a:pt x="1691844" y="1284423"/>
                </a:lnTo>
                <a:lnTo>
                  <a:pt x="1693114" y="1288871"/>
                </a:lnTo>
                <a:lnTo>
                  <a:pt x="1694066" y="1293320"/>
                </a:lnTo>
                <a:lnTo>
                  <a:pt x="1695335" y="1297450"/>
                </a:lnTo>
                <a:lnTo>
                  <a:pt x="1697239" y="1301263"/>
                </a:lnTo>
                <a:lnTo>
                  <a:pt x="1699143" y="1305076"/>
                </a:lnTo>
                <a:lnTo>
                  <a:pt x="1701364" y="1308889"/>
                </a:lnTo>
                <a:lnTo>
                  <a:pt x="1703902" y="1312384"/>
                </a:lnTo>
                <a:lnTo>
                  <a:pt x="1709931" y="1320328"/>
                </a:lnTo>
                <a:lnTo>
                  <a:pt x="1718816" y="1330495"/>
                </a:lnTo>
                <a:lnTo>
                  <a:pt x="1729923" y="1342570"/>
                </a:lnTo>
                <a:lnTo>
                  <a:pt x="1743885" y="1357186"/>
                </a:lnTo>
                <a:lnTo>
                  <a:pt x="1760385" y="1373073"/>
                </a:lnTo>
                <a:lnTo>
                  <a:pt x="1772443" y="1386418"/>
                </a:lnTo>
                <a:lnTo>
                  <a:pt x="1781646" y="1396268"/>
                </a:lnTo>
                <a:lnTo>
                  <a:pt x="1784184" y="1400081"/>
                </a:lnTo>
                <a:lnTo>
                  <a:pt x="1786405" y="1402623"/>
                </a:lnTo>
                <a:lnTo>
                  <a:pt x="1787675" y="1405165"/>
                </a:lnTo>
                <a:lnTo>
                  <a:pt x="1788944" y="1408025"/>
                </a:lnTo>
                <a:lnTo>
                  <a:pt x="1789578" y="1411202"/>
                </a:lnTo>
                <a:lnTo>
                  <a:pt x="1789896" y="1414062"/>
                </a:lnTo>
                <a:lnTo>
                  <a:pt x="1789896" y="1417557"/>
                </a:lnTo>
                <a:lnTo>
                  <a:pt x="1789261" y="1420734"/>
                </a:lnTo>
                <a:lnTo>
                  <a:pt x="1787992" y="1424230"/>
                </a:lnTo>
                <a:lnTo>
                  <a:pt x="1786723" y="1428360"/>
                </a:lnTo>
                <a:lnTo>
                  <a:pt x="1784501" y="1432491"/>
                </a:lnTo>
                <a:lnTo>
                  <a:pt x="1782598" y="1435986"/>
                </a:lnTo>
                <a:lnTo>
                  <a:pt x="1779742" y="1438210"/>
                </a:lnTo>
                <a:lnTo>
                  <a:pt x="1778472" y="1439481"/>
                </a:lnTo>
                <a:lnTo>
                  <a:pt x="1776568" y="1440435"/>
                </a:lnTo>
                <a:lnTo>
                  <a:pt x="1774982" y="1440752"/>
                </a:lnTo>
                <a:lnTo>
                  <a:pt x="1773395" y="1441070"/>
                </a:lnTo>
                <a:lnTo>
                  <a:pt x="1769587" y="1441388"/>
                </a:lnTo>
                <a:lnTo>
                  <a:pt x="1765462" y="1440752"/>
                </a:lnTo>
                <a:lnTo>
                  <a:pt x="1761337" y="1439481"/>
                </a:lnTo>
                <a:lnTo>
                  <a:pt x="1756260" y="1436939"/>
                </a:lnTo>
                <a:lnTo>
                  <a:pt x="1754356" y="1435668"/>
                </a:lnTo>
                <a:lnTo>
                  <a:pt x="1752452" y="1434080"/>
                </a:lnTo>
                <a:lnTo>
                  <a:pt x="1751183" y="1432809"/>
                </a:lnTo>
                <a:lnTo>
                  <a:pt x="1750231" y="1431220"/>
                </a:lnTo>
                <a:lnTo>
                  <a:pt x="1749279" y="1429631"/>
                </a:lnTo>
                <a:lnTo>
                  <a:pt x="1748644" y="1427725"/>
                </a:lnTo>
                <a:lnTo>
                  <a:pt x="1748644" y="1426136"/>
                </a:lnTo>
                <a:lnTo>
                  <a:pt x="1748644" y="1423912"/>
                </a:lnTo>
                <a:lnTo>
                  <a:pt x="1749914" y="1418510"/>
                </a:lnTo>
                <a:lnTo>
                  <a:pt x="1751818" y="1411838"/>
                </a:lnTo>
                <a:lnTo>
                  <a:pt x="1754991" y="1403894"/>
                </a:lnTo>
                <a:lnTo>
                  <a:pt x="1759433" y="1393091"/>
                </a:lnTo>
                <a:lnTo>
                  <a:pt x="1710883" y="1372438"/>
                </a:lnTo>
                <a:lnTo>
                  <a:pt x="1662334" y="1351466"/>
                </a:lnTo>
                <a:lnTo>
                  <a:pt x="1658526" y="1358457"/>
                </a:lnTo>
                <a:lnTo>
                  <a:pt x="1655987" y="1363223"/>
                </a:lnTo>
                <a:lnTo>
                  <a:pt x="1653131" y="1370531"/>
                </a:lnTo>
                <a:lnTo>
                  <a:pt x="1651545" y="1377521"/>
                </a:lnTo>
                <a:lnTo>
                  <a:pt x="1650910" y="1381017"/>
                </a:lnTo>
                <a:lnTo>
                  <a:pt x="1650593" y="1384512"/>
                </a:lnTo>
                <a:lnTo>
                  <a:pt x="1650593" y="1388007"/>
                </a:lnTo>
                <a:lnTo>
                  <a:pt x="1650593" y="1391502"/>
                </a:lnTo>
                <a:lnTo>
                  <a:pt x="1650910" y="1394997"/>
                </a:lnTo>
                <a:lnTo>
                  <a:pt x="1651227" y="1398492"/>
                </a:lnTo>
                <a:lnTo>
                  <a:pt x="1651862" y="1401670"/>
                </a:lnTo>
                <a:lnTo>
                  <a:pt x="1652814" y="1405165"/>
                </a:lnTo>
                <a:lnTo>
                  <a:pt x="1654083" y="1408660"/>
                </a:lnTo>
                <a:lnTo>
                  <a:pt x="1655353" y="1411838"/>
                </a:lnTo>
                <a:lnTo>
                  <a:pt x="1658843" y="1418510"/>
                </a:lnTo>
                <a:lnTo>
                  <a:pt x="1662968" y="1425183"/>
                </a:lnTo>
                <a:lnTo>
                  <a:pt x="1668363" y="1431220"/>
                </a:lnTo>
                <a:lnTo>
                  <a:pt x="1674392" y="1437575"/>
                </a:lnTo>
                <a:lnTo>
                  <a:pt x="1681373" y="1443930"/>
                </a:lnTo>
                <a:lnTo>
                  <a:pt x="1689623" y="1450285"/>
                </a:lnTo>
                <a:lnTo>
                  <a:pt x="1698191" y="1456004"/>
                </a:lnTo>
                <a:lnTo>
                  <a:pt x="1707710" y="1462041"/>
                </a:lnTo>
                <a:lnTo>
                  <a:pt x="1718499" y="1467760"/>
                </a:lnTo>
                <a:lnTo>
                  <a:pt x="1709614" y="1489049"/>
                </a:lnTo>
                <a:lnTo>
                  <a:pt x="1755308" y="1507796"/>
                </a:lnTo>
                <a:lnTo>
                  <a:pt x="1764193" y="1486507"/>
                </a:lnTo>
                <a:lnTo>
                  <a:pt x="1776568" y="1490320"/>
                </a:lnTo>
                <a:lnTo>
                  <a:pt x="1788944" y="1493498"/>
                </a:lnTo>
                <a:lnTo>
                  <a:pt x="1800050" y="1495722"/>
                </a:lnTo>
                <a:lnTo>
                  <a:pt x="1810839" y="1497311"/>
                </a:lnTo>
                <a:lnTo>
                  <a:pt x="1820993" y="1497946"/>
                </a:lnTo>
                <a:lnTo>
                  <a:pt x="1830513" y="1497946"/>
                </a:lnTo>
                <a:lnTo>
                  <a:pt x="1839398" y="1497311"/>
                </a:lnTo>
                <a:lnTo>
                  <a:pt x="1847648" y="1496040"/>
                </a:lnTo>
                <a:lnTo>
                  <a:pt x="1851456" y="1495086"/>
                </a:lnTo>
                <a:lnTo>
                  <a:pt x="1855264" y="1493815"/>
                </a:lnTo>
                <a:lnTo>
                  <a:pt x="1858754" y="1492862"/>
                </a:lnTo>
                <a:lnTo>
                  <a:pt x="1862245" y="1490956"/>
                </a:lnTo>
                <a:lnTo>
                  <a:pt x="1865418" y="1489367"/>
                </a:lnTo>
                <a:lnTo>
                  <a:pt x="1868591" y="1487460"/>
                </a:lnTo>
                <a:lnTo>
                  <a:pt x="1871764" y="1485554"/>
                </a:lnTo>
                <a:lnTo>
                  <a:pt x="1874620" y="1483330"/>
                </a:lnTo>
                <a:lnTo>
                  <a:pt x="1876841" y="1480788"/>
                </a:lnTo>
                <a:lnTo>
                  <a:pt x="1879380" y="1478564"/>
                </a:lnTo>
                <a:lnTo>
                  <a:pt x="1881918" y="1475704"/>
                </a:lnTo>
                <a:lnTo>
                  <a:pt x="1883822" y="1472527"/>
                </a:lnTo>
                <a:lnTo>
                  <a:pt x="1886044" y="1469667"/>
                </a:lnTo>
                <a:lnTo>
                  <a:pt x="1887947" y="1466172"/>
                </a:lnTo>
                <a:lnTo>
                  <a:pt x="1889534" y="1462677"/>
                </a:lnTo>
                <a:lnTo>
                  <a:pt x="1890803" y="1459181"/>
                </a:lnTo>
                <a:lnTo>
                  <a:pt x="1892707" y="1454097"/>
                </a:lnTo>
                <a:lnTo>
                  <a:pt x="1893976" y="1448696"/>
                </a:lnTo>
                <a:lnTo>
                  <a:pt x="1895246" y="1443930"/>
                </a:lnTo>
                <a:lnTo>
                  <a:pt x="1895563" y="1438846"/>
                </a:lnTo>
                <a:lnTo>
                  <a:pt x="1895880" y="1433444"/>
                </a:lnTo>
                <a:lnTo>
                  <a:pt x="1895563" y="1428360"/>
                </a:lnTo>
                <a:lnTo>
                  <a:pt x="1894611" y="1422959"/>
                </a:lnTo>
                <a:lnTo>
                  <a:pt x="1893342" y="1417875"/>
                </a:lnTo>
                <a:lnTo>
                  <a:pt x="1892073" y="1412791"/>
                </a:lnTo>
                <a:lnTo>
                  <a:pt x="1890169" y="1407707"/>
                </a:lnTo>
                <a:lnTo>
                  <a:pt x="1888582" y="1402941"/>
                </a:lnTo>
                <a:lnTo>
                  <a:pt x="1886361" y="1398492"/>
                </a:lnTo>
                <a:lnTo>
                  <a:pt x="1883822" y="1394044"/>
                </a:lnTo>
                <a:lnTo>
                  <a:pt x="1881601" y="1389913"/>
                </a:lnTo>
                <a:lnTo>
                  <a:pt x="1878745" y="1385783"/>
                </a:lnTo>
                <a:lnTo>
                  <a:pt x="1875572" y="1381652"/>
                </a:lnTo>
                <a:lnTo>
                  <a:pt x="1867956" y="1372755"/>
                </a:lnTo>
                <a:lnTo>
                  <a:pt x="1857168" y="1361317"/>
                </a:lnTo>
                <a:lnTo>
                  <a:pt x="1843205" y="1346700"/>
                </a:lnTo>
                <a:lnTo>
                  <a:pt x="1826388" y="1329542"/>
                </a:lnTo>
                <a:lnTo>
                  <a:pt x="1821310" y="1324141"/>
                </a:lnTo>
                <a:lnTo>
                  <a:pt x="1816551" y="1319374"/>
                </a:lnTo>
                <a:lnTo>
                  <a:pt x="1812743" y="1314608"/>
                </a:lnTo>
                <a:lnTo>
                  <a:pt x="1810204" y="1310160"/>
                </a:lnTo>
                <a:lnTo>
                  <a:pt x="1807348" y="1306029"/>
                </a:lnTo>
                <a:lnTo>
                  <a:pt x="1805444" y="1302534"/>
                </a:lnTo>
                <a:lnTo>
                  <a:pt x="1804492" y="1299039"/>
                </a:lnTo>
                <a:lnTo>
                  <a:pt x="1804175" y="1295861"/>
                </a:lnTo>
                <a:lnTo>
                  <a:pt x="1804175" y="1293320"/>
                </a:lnTo>
                <a:lnTo>
                  <a:pt x="1804492" y="1289824"/>
                </a:lnTo>
                <a:lnTo>
                  <a:pt x="1804810" y="1286329"/>
                </a:lnTo>
                <a:lnTo>
                  <a:pt x="1805762" y="1281881"/>
                </a:lnTo>
                <a:lnTo>
                  <a:pt x="1808618" y="1272984"/>
                </a:lnTo>
                <a:lnTo>
                  <a:pt x="1812426" y="1262498"/>
                </a:lnTo>
                <a:lnTo>
                  <a:pt x="1814647" y="1258686"/>
                </a:lnTo>
                <a:lnTo>
                  <a:pt x="1817185" y="1255508"/>
                </a:lnTo>
                <a:lnTo>
                  <a:pt x="1819724" y="1252966"/>
                </a:lnTo>
                <a:lnTo>
                  <a:pt x="1821310" y="1252013"/>
                </a:lnTo>
                <a:lnTo>
                  <a:pt x="1822897" y="1251377"/>
                </a:lnTo>
                <a:lnTo>
                  <a:pt x="1824801" y="1251060"/>
                </a:lnTo>
                <a:lnTo>
                  <a:pt x="1826388" y="1250742"/>
                </a:lnTo>
                <a:lnTo>
                  <a:pt x="1830195" y="1250106"/>
                </a:lnTo>
                <a:lnTo>
                  <a:pt x="1834320" y="1251377"/>
                </a:lnTo>
                <a:lnTo>
                  <a:pt x="1839080" y="1252648"/>
                </a:lnTo>
                <a:lnTo>
                  <a:pt x="1841936" y="1254237"/>
                </a:lnTo>
                <a:lnTo>
                  <a:pt x="1843840" y="1255190"/>
                </a:lnTo>
                <a:lnTo>
                  <a:pt x="1846061" y="1256461"/>
                </a:lnTo>
                <a:lnTo>
                  <a:pt x="1847648" y="1258368"/>
                </a:lnTo>
                <a:lnTo>
                  <a:pt x="1848917" y="1259639"/>
                </a:lnTo>
                <a:lnTo>
                  <a:pt x="1849869" y="1261545"/>
                </a:lnTo>
                <a:lnTo>
                  <a:pt x="1850504" y="1263134"/>
                </a:lnTo>
                <a:lnTo>
                  <a:pt x="1850821" y="1265040"/>
                </a:lnTo>
                <a:lnTo>
                  <a:pt x="1850504" y="1267265"/>
                </a:lnTo>
                <a:lnTo>
                  <a:pt x="1850186" y="1270124"/>
                </a:lnTo>
                <a:lnTo>
                  <a:pt x="1847965" y="1277432"/>
                </a:lnTo>
                <a:lnTo>
                  <a:pt x="1844792" y="1287282"/>
                </a:lnTo>
                <a:lnTo>
                  <a:pt x="1840032" y="1299039"/>
                </a:lnTo>
                <a:lnTo>
                  <a:pt x="1833369" y="1315562"/>
                </a:lnTo>
                <a:lnTo>
                  <a:pt x="1881918" y="1334944"/>
                </a:lnTo>
                <a:lnTo>
                  <a:pt x="1929834" y="1354008"/>
                </a:lnTo>
                <a:lnTo>
                  <a:pt x="1935228" y="1340981"/>
                </a:lnTo>
                <a:lnTo>
                  <a:pt x="1937132" y="1335262"/>
                </a:lnTo>
                <a:lnTo>
                  <a:pt x="1938718" y="1330178"/>
                </a:lnTo>
                <a:lnTo>
                  <a:pt x="1939988" y="1324776"/>
                </a:lnTo>
                <a:lnTo>
                  <a:pt x="1941257" y="1319692"/>
                </a:lnTo>
                <a:lnTo>
                  <a:pt x="1942209" y="1314926"/>
                </a:lnTo>
                <a:lnTo>
                  <a:pt x="1942526" y="1309842"/>
                </a:lnTo>
                <a:lnTo>
                  <a:pt x="1942844" y="1305076"/>
                </a:lnTo>
                <a:lnTo>
                  <a:pt x="1942526" y="1300628"/>
                </a:lnTo>
                <a:lnTo>
                  <a:pt x="1942209" y="1295861"/>
                </a:lnTo>
                <a:lnTo>
                  <a:pt x="1941574" y="1291413"/>
                </a:lnTo>
                <a:lnTo>
                  <a:pt x="1940305" y="1287282"/>
                </a:lnTo>
                <a:lnTo>
                  <a:pt x="1939036" y="1283152"/>
                </a:lnTo>
                <a:lnTo>
                  <a:pt x="1937132" y="1279021"/>
                </a:lnTo>
                <a:lnTo>
                  <a:pt x="1935545" y="1274890"/>
                </a:lnTo>
                <a:lnTo>
                  <a:pt x="1933007" y="1271078"/>
                </a:lnTo>
                <a:lnTo>
                  <a:pt x="1930786" y="1267265"/>
                </a:lnTo>
                <a:lnTo>
                  <a:pt x="1925074" y="1260274"/>
                </a:lnTo>
                <a:lnTo>
                  <a:pt x="1918727" y="1253602"/>
                </a:lnTo>
                <a:lnTo>
                  <a:pt x="1912064" y="1247565"/>
                </a:lnTo>
                <a:lnTo>
                  <a:pt x="1905083" y="1241210"/>
                </a:lnTo>
                <a:lnTo>
                  <a:pt x="1897467" y="1235490"/>
                </a:lnTo>
                <a:lnTo>
                  <a:pt x="1889534" y="1230089"/>
                </a:lnTo>
                <a:lnTo>
                  <a:pt x="1881284" y="1225005"/>
                </a:lnTo>
                <a:lnTo>
                  <a:pt x="1872082" y="1220556"/>
                </a:lnTo>
                <a:lnTo>
                  <a:pt x="1882553" y="1194819"/>
                </a:lnTo>
                <a:lnTo>
                  <a:pt x="1839398" y="1177026"/>
                </a:lnTo>
                <a:close/>
                <a:moveTo>
                  <a:pt x="1952046" y="1106804"/>
                </a:moveTo>
                <a:lnTo>
                  <a:pt x="1958075" y="1113159"/>
                </a:lnTo>
                <a:lnTo>
                  <a:pt x="1964421" y="1119832"/>
                </a:lnTo>
                <a:lnTo>
                  <a:pt x="1970768" y="1126504"/>
                </a:lnTo>
                <a:lnTo>
                  <a:pt x="1976162" y="1133813"/>
                </a:lnTo>
                <a:lnTo>
                  <a:pt x="1981557" y="1141438"/>
                </a:lnTo>
                <a:lnTo>
                  <a:pt x="1986634" y="1149064"/>
                </a:lnTo>
                <a:lnTo>
                  <a:pt x="1991711" y="1157326"/>
                </a:lnTo>
                <a:lnTo>
                  <a:pt x="1996153" y="1165905"/>
                </a:lnTo>
                <a:lnTo>
                  <a:pt x="2000278" y="1174484"/>
                </a:lnTo>
                <a:lnTo>
                  <a:pt x="2004086" y="1183698"/>
                </a:lnTo>
                <a:lnTo>
                  <a:pt x="2007577" y="1192595"/>
                </a:lnTo>
                <a:lnTo>
                  <a:pt x="2010750" y="1202127"/>
                </a:lnTo>
                <a:lnTo>
                  <a:pt x="2013606" y="1211977"/>
                </a:lnTo>
                <a:lnTo>
                  <a:pt x="2016462" y="1221510"/>
                </a:lnTo>
                <a:lnTo>
                  <a:pt x="2018366" y="1231677"/>
                </a:lnTo>
                <a:lnTo>
                  <a:pt x="2020587" y="1242163"/>
                </a:lnTo>
                <a:lnTo>
                  <a:pt x="2021856" y="1252648"/>
                </a:lnTo>
                <a:lnTo>
                  <a:pt x="2023443" y="1263134"/>
                </a:lnTo>
                <a:lnTo>
                  <a:pt x="2024077" y="1273937"/>
                </a:lnTo>
                <a:lnTo>
                  <a:pt x="2024395" y="1285058"/>
                </a:lnTo>
                <a:lnTo>
                  <a:pt x="2024712" y="1295861"/>
                </a:lnTo>
                <a:lnTo>
                  <a:pt x="2024395" y="1306982"/>
                </a:lnTo>
                <a:lnTo>
                  <a:pt x="2024077" y="1318739"/>
                </a:lnTo>
                <a:lnTo>
                  <a:pt x="2023125" y="1329860"/>
                </a:lnTo>
                <a:lnTo>
                  <a:pt x="2021539" y="1341299"/>
                </a:lnTo>
                <a:lnTo>
                  <a:pt x="2019952" y="1352737"/>
                </a:lnTo>
                <a:lnTo>
                  <a:pt x="2018048" y="1364494"/>
                </a:lnTo>
                <a:lnTo>
                  <a:pt x="2015827" y="1375933"/>
                </a:lnTo>
                <a:lnTo>
                  <a:pt x="2012654" y="1387371"/>
                </a:lnTo>
                <a:lnTo>
                  <a:pt x="2009481" y="1399128"/>
                </a:lnTo>
                <a:lnTo>
                  <a:pt x="2005990" y="1410884"/>
                </a:lnTo>
                <a:lnTo>
                  <a:pt x="2001865" y="1422323"/>
                </a:lnTo>
                <a:lnTo>
                  <a:pt x="1998057" y="1432809"/>
                </a:lnTo>
                <a:lnTo>
                  <a:pt x="1993615" y="1442976"/>
                </a:lnTo>
                <a:lnTo>
                  <a:pt x="1989172" y="1452509"/>
                </a:lnTo>
                <a:lnTo>
                  <a:pt x="1984412" y="1462359"/>
                </a:lnTo>
                <a:lnTo>
                  <a:pt x="1979018" y="1472209"/>
                </a:lnTo>
                <a:lnTo>
                  <a:pt x="1973941" y="1481106"/>
                </a:lnTo>
                <a:lnTo>
                  <a:pt x="1967912" y="1490638"/>
                </a:lnTo>
                <a:lnTo>
                  <a:pt x="1961883" y="1499852"/>
                </a:lnTo>
                <a:lnTo>
                  <a:pt x="1955854" y="1508432"/>
                </a:lnTo>
                <a:lnTo>
                  <a:pt x="1949507" y="1517011"/>
                </a:lnTo>
                <a:lnTo>
                  <a:pt x="1942526" y="1525272"/>
                </a:lnTo>
                <a:lnTo>
                  <a:pt x="1935545" y="1533215"/>
                </a:lnTo>
                <a:lnTo>
                  <a:pt x="1928247" y="1540841"/>
                </a:lnTo>
                <a:lnTo>
                  <a:pt x="1920631" y="1548149"/>
                </a:lnTo>
                <a:lnTo>
                  <a:pt x="1912381" y="1555457"/>
                </a:lnTo>
                <a:lnTo>
                  <a:pt x="1904448" y="1562130"/>
                </a:lnTo>
                <a:lnTo>
                  <a:pt x="1896198" y="1568803"/>
                </a:lnTo>
                <a:lnTo>
                  <a:pt x="1887947" y="1575158"/>
                </a:lnTo>
                <a:lnTo>
                  <a:pt x="1878745" y="1581195"/>
                </a:lnTo>
                <a:lnTo>
                  <a:pt x="1870178" y="1586279"/>
                </a:lnTo>
                <a:lnTo>
                  <a:pt x="1860658" y="1591680"/>
                </a:lnTo>
                <a:lnTo>
                  <a:pt x="1851138" y="1596129"/>
                </a:lnTo>
                <a:lnTo>
                  <a:pt x="1841302" y="1600577"/>
                </a:lnTo>
                <a:lnTo>
                  <a:pt x="1831782" y="1604390"/>
                </a:lnTo>
                <a:lnTo>
                  <a:pt x="1821628" y="1607885"/>
                </a:lnTo>
                <a:lnTo>
                  <a:pt x="1811474" y="1611063"/>
                </a:lnTo>
                <a:lnTo>
                  <a:pt x="1801002" y="1613922"/>
                </a:lnTo>
                <a:lnTo>
                  <a:pt x="1790213" y="1615829"/>
                </a:lnTo>
                <a:lnTo>
                  <a:pt x="1779742" y="1617735"/>
                </a:lnTo>
                <a:lnTo>
                  <a:pt x="1768636" y="1618688"/>
                </a:lnTo>
                <a:lnTo>
                  <a:pt x="1757529" y="1619324"/>
                </a:lnTo>
                <a:lnTo>
                  <a:pt x="1746423" y="1619642"/>
                </a:lnTo>
                <a:lnTo>
                  <a:pt x="1807666" y="1643472"/>
                </a:lnTo>
                <a:lnTo>
                  <a:pt x="1869226" y="1666668"/>
                </a:lnTo>
                <a:lnTo>
                  <a:pt x="1931103" y="1689227"/>
                </a:lnTo>
                <a:lnTo>
                  <a:pt x="1992663" y="1711469"/>
                </a:lnTo>
                <a:lnTo>
                  <a:pt x="2054857" y="1733076"/>
                </a:lnTo>
                <a:lnTo>
                  <a:pt x="2116734" y="1754047"/>
                </a:lnTo>
                <a:lnTo>
                  <a:pt x="2179246" y="1775018"/>
                </a:lnTo>
                <a:lnTo>
                  <a:pt x="2241758" y="1795353"/>
                </a:lnTo>
                <a:lnTo>
                  <a:pt x="2243345" y="1789952"/>
                </a:lnTo>
                <a:lnTo>
                  <a:pt x="2244614" y="1785503"/>
                </a:lnTo>
                <a:lnTo>
                  <a:pt x="2246518" y="1781373"/>
                </a:lnTo>
                <a:lnTo>
                  <a:pt x="2248422" y="1777242"/>
                </a:lnTo>
                <a:lnTo>
                  <a:pt x="2250643" y="1773429"/>
                </a:lnTo>
                <a:lnTo>
                  <a:pt x="2252547" y="1769616"/>
                </a:lnTo>
                <a:lnTo>
                  <a:pt x="2255086" y="1766121"/>
                </a:lnTo>
                <a:lnTo>
                  <a:pt x="2257941" y="1762626"/>
                </a:lnTo>
                <a:lnTo>
                  <a:pt x="2260797" y="1759131"/>
                </a:lnTo>
                <a:lnTo>
                  <a:pt x="2263970" y="1755953"/>
                </a:lnTo>
                <a:lnTo>
                  <a:pt x="2266826" y="1752776"/>
                </a:lnTo>
                <a:lnTo>
                  <a:pt x="2270317" y="1749916"/>
                </a:lnTo>
                <a:lnTo>
                  <a:pt x="2273807" y="1747057"/>
                </a:lnTo>
                <a:lnTo>
                  <a:pt x="2277298" y="1744832"/>
                </a:lnTo>
                <a:lnTo>
                  <a:pt x="2281106" y="1742290"/>
                </a:lnTo>
                <a:lnTo>
                  <a:pt x="2285231" y="1740066"/>
                </a:lnTo>
                <a:lnTo>
                  <a:pt x="2289356" y="1738160"/>
                </a:lnTo>
                <a:lnTo>
                  <a:pt x="2293481" y="1736253"/>
                </a:lnTo>
                <a:lnTo>
                  <a:pt x="2297606" y="1734665"/>
                </a:lnTo>
                <a:lnTo>
                  <a:pt x="2301731" y="1733076"/>
                </a:lnTo>
                <a:lnTo>
                  <a:pt x="2306491" y="1731805"/>
                </a:lnTo>
                <a:lnTo>
                  <a:pt x="2310934" y="1730852"/>
                </a:lnTo>
                <a:lnTo>
                  <a:pt x="2315376" y="1730216"/>
                </a:lnTo>
                <a:lnTo>
                  <a:pt x="2319819" y="1729263"/>
                </a:lnTo>
                <a:lnTo>
                  <a:pt x="2324578" y="1728627"/>
                </a:lnTo>
                <a:lnTo>
                  <a:pt x="2329338" y="1728627"/>
                </a:lnTo>
                <a:lnTo>
                  <a:pt x="2334098" y="1728310"/>
                </a:lnTo>
                <a:lnTo>
                  <a:pt x="2339175" y="1728627"/>
                </a:lnTo>
                <a:lnTo>
                  <a:pt x="2343618" y="1728945"/>
                </a:lnTo>
                <a:lnTo>
                  <a:pt x="2348377" y="1729581"/>
                </a:lnTo>
                <a:lnTo>
                  <a:pt x="2353454" y="1730534"/>
                </a:lnTo>
                <a:lnTo>
                  <a:pt x="2358214" y="1731487"/>
                </a:lnTo>
                <a:lnTo>
                  <a:pt x="2363291" y="1732758"/>
                </a:lnTo>
                <a:lnTo>
                  <a:pt x="2369003" y="1734982"/>
                </a:lnTo>
                <a:lnTo>
                  <a:pt x="2471180" y="1380699"/>
                </a:lnTo>
                <a:lnTo>
                  <a:pt x="2465468" y="1379428"/>
                </a:lnTo>
                <a:lnTo>
                  <a:pt x="2461026" y="1377839"/>
                </a:lnTo>
                <a:lnTo>
                  <a:pt x="2456583" y="1376250"/>
                </a:lnTo>
                <a:lnTo>
                  <a:pt x="2452458" y="1374344"/>
                </a:lnTo>
                <a:lnTo>
                  <a:pt x="2448333" y="1372438"/>
                </a:lnTo>
                <a:lnTo>
                  <a:pt x="2444208" y="1370213"/>
                </a:lnTo>
                <a:lnTo>
                  <a:pt x="2440400" y="1367989"/>
                </a:lnTo>
                <a:lnTo>
                  <a:pt x="2436592" y="1365447"/>
                </a:lnTo>
                <a:lnTo>
                  <a:pt x="2433102" y="1362587"/>
                </a:lnTo>
                <a:lnTo>
                  <a:pt x="2429611" y="1359728"/>
                </a:lnTo>
                <a:lnTo>
                  <a:pt x="2426438" y="1356550"/>
                </a:lnTo>
                <a:lnTo>
                  <a:pt x="2423582" y="1353691"/>
                </a:lnTo>
                <a:lnTo>
                  <a:pt x="2420726" y="1350513"/>
                </a:lnTo>
                <a:lnTo>
                  <a:pt x="2417870" y="1347018"/>
                </a:lnTo>
                <a:lnTo>
                  <a:pt x="2415332" y="1343523"/>
                </a:lnTo>
                <a:lnTo>
                  <a:pt x="2413110" y="1339710"/>
                </a:lnTo>
                <a:lnTo>
                  <a:pt x="2410889" y="1336215"/>
                </a:lnTo>
                <a:lnTo>
                  <a:pt x="2408668" y="1332402"/>
                </a:lnTo>
                <a:lnTo>
                  <a:pt x="2407081" y="1327954"/>
                </a:lnTo>
                <a:lnTo>
                  <a:pt x="2405177" y="1324141"/>
                </a:lnTo>
                <a:lnTo>
                  <a:pt x="2403908" y="1320010"/>
                </a:lnTo>
                <a:lnTo>
                  <a:pt x="2402639" y="1315879"/>
                </a:lnTo>
                <a:lnTo>
                  <a:pt x="2401370" y="1311749"/>
                </a:lnTo>
                <a:lnTo>
                  <a:pt x="2400735" y="1307618"/>
                </a:lnTo>
                <a:lnTo>
                  <a:pt x="2400100" y="1303170"/>
                </a:lnTo>
                <a:lnTo>
                  <a:pt x="2399783" y="1298721"/>
                </a:lnTo>
                <a:lnTo>
                  <a:pt x="2399783" y="1294590"/>
                </a:lnTo>
                <a:lnTo>
                  <a:pt x="2399783" y="1290142"/>
                </a:lnTo>
                <a:lnTo>
                  <a:pt x="2400100" y="1285376"/>
                </a:lnTo>
                <a:lnTo>
                  <a:pt x="2400418" y="1281245"/>
                </a:lnTo>
                <a:lnTo>
                  <a:pt x="2401052" y="1276797"/>
                </a:lnTo>
                <a:lnTo>
                  <a:pt x="2402322" y="1272348"/>
                </a:lnTo>
                <a:lnTo>
                  <a:pt x="2403591" y="1267900"/>
                </a:lnTo>
                <a:lnTo>
                  <a:pt x="2403908" y="1266947"/>
                </a:lnTo>
                <a:lnTo>
                  <a:pt x="2346473" y="1248835"/>
                </a:lnTo>
                <a:lnTo>
                  <a:pt x="2289673" y="1230406"/>
                </a:lnTo>
                <a:lnTo>
                  <a:pt x="2232873" y="1211660"/>
                </a:lnTo>
                <a:lnTo>
                  <a:pt x="2176073" y="1191642"/>
                </a:lnTo>
                <a:lnTo>
                  <a:pt x="2119590" y="1171306"/>
                </a:lnTo>
                <a:lnTo>
                  <a:pt x="2063425" y="1150335"/>
                </a:lnTo>
                <a:lnTo>
                  <a:pt x="2007577" y="1128729"/>
                </a:lnTo>
                <a:lnTo>
                  <a:pt x="1952046" y="1106804"/>
                </a:lnTo>
                <a:close/>
                <a:moveTo>
                  <a:pt x="1413556" y="857694"/>
                </a:moveTo>
                <a:lnTo>
                  <a:pt x="1413238" y="858329"/>
                </a:lnTo>
                <a:lnTo>
                  <a:pt x="1411017" y="862460"/>
                </a:lnTo>
                <a:lnTo>
                  <a:pt x="1408478" y="866273"/>
                </a:lnTo>
                <a:lnTo>
                  <a:pt x="1405940" y="869768"/>
                </a:lnTo>
                <a:lnTo>
                  <a:pt x="1403401" y="873263"/>
                </a:lnTo>
                <a:lnTo>
                  <a:pt x="1400228" y="876758"/>
                </a:lnTo>
                <a:lnTo>
                  <a:pt x="1397055" y="879936"/>
                </a:lnTo>
                <a:lnTo>
                  <a:pt x="1393882" y="882796"/>
                </a:lnTo>
                <a:lnTo>
                  <a:pt x="1390709" y="885655"/>
                </a:lnTo>
                <a:lnTo>
                  <a:pt x="1387218" y="888515"/>
                </a:lnTo>
                <a:lnTo>
                  <a:pt x="1383410" y="890739"/>
                </a:lnTo>
                <a:lnTo>
                  <a:pt x="1379920" y="892963"/>
                </a:lnTo>
                <a:lnTo>
                  <a:pt x="1376112" y="894870"/>
                </a:lnTo>
                <a:lnTo>
                  <a:pt x="1372304" y="897094"/>
                </a:lnTo>
                <a:lnTo>
                  <a:pt x="1368179" y="899000"/>
                </a:lnTo>
                <a:lnTo>
                  <a:pt x="1364371" y="900271"/>
                </a:lnTo>
                <a:lnTo>
                  <a:pt x="1360246" y="901542"/>
                </a:lnTo>
                <a:lnTo>
                  <a:pt x="1351361" y="903449"/>
                </a:lnTo>
                <a:lnTo>
                  <a:pt x="1347236" y="904084"/>
                </a:lnTo>
                <a:lnTo>
                  <a:pt x="1343111" y="904720"/>
                </a:lnTo>
                <a:lnTo>
                  <a:pt x="1338668" y="905038"/>
                </a:lnTo>
                <a:lnTo>
                  <a:pt x="1333908" y="905038"/>
                </a:lnTo>
                <a:lnTo>
                  <a:pt x="1329783" y="904720"/>
                </a:lnTo>
                <a:lnTo>
                  <a:pt x="1325341" y="904402"/>
                </a:lnTo>
                <a:lnTo>
                  <a:pt x="1320898" y="904084"/>
                </a:lnTo>
                <a:lnTo>
                  <a:pt x="1316456" y="903131"/>
                </a:lnTo>
                <a:lnTo>
                  <a:pt x="1312013" y="901860"/>
                </a:lnTo>
                <a:lnTo>
                  <a:pt x="1307571" y="900907"/>
                </a:lnTo>
                <a:lnTo>
                  <a:pt x="1303446" y="899636"/>
                </a:lnTo>
                <a:lnTo>
                  <a:pt x="1299321" y="897729"/>
                </a:lnTo>
                <a:lnTo>
                  <a:pt x="1294561" y="895823"/>
                </a:lnTo>
                <a:lnTo>
                  <a:pt x="1290436" y="893599"/>
                </a:lnTo>
                <a:lnTo>
                  <a:pt x="1289801" y="892963"/>
                </a:lnTo>
                <a:lnTo>
                  <a:pt x="1113054" y="1215790"/>
                </a:lnTo>
                <a:lnTo>
                  <a:pt x="1114006" y="1216426"/>
                </a:lnTo>
                <a:lnTo>
                  <a:pt x="1118131" y="1218968"/>
                </a:lnTo>
                <a:lnTo>
                  <a:pt x="1122891" y="1221510"/>
                </a:lnTo>
                <a:lnTo>
                  <a:pt x="1126699" y="1224369"/>
                </a:lnTo>
                <a:lnTo>
                  <a:pt x="1130507" y="1227547"/>
                </a:lnTo>
                <a:lnTo>
                  <a:pt x="1134315" y="1230724"/>
                </a:lnTo>
                <a:lnTo>
                  <a:pt x="1137805" y="1233902"/>
                </a:lnTo>
                <a:lnTo>
                  <a:pt x="1141296" y="1237397"/>
                </a:lnTo>
                <a:lnTo>
                  <a:pt x="1144469" y="1240892"/>
                </a:lnTo>
                <a:lnTo>
                  <a:pt x="1147325" y="1244387"/>
                </a:lnTo>
                <a:lnTo>
                  <a:pt x="1149863" y="1248200"/>
                </a:lnTo>
                <a:lnTo>
                  <a:pt x="1152719" y="1252013"/>
                </a:lnTo>
                <a:lnTo>
                  <a:pt x="1155258" y="1255826"/>
                </a:lnTo>
                <a:lnTo>
                  <a:pt x="1157479" y="1259957"/>
                </a:lnTo>
                <a:lnTo>
                  <a:pt x="1159383" y="1264087"/>
                </a:lnTo>
                <a:lnTo>
                  <a:pt x="1161287" y="1268536"/>
                </a:lnTo>
                <a:lnTo>
                  <a:pt x="1162873" y="1272666"/>
                </a:lnTo>
                <a:lnTo>
                  <a:pt x="1164143" y="1276797"/>
                </a:lnTo>
                <a:lnTo>
                  <a:pt x="1165412" y="1280928"/>
                </a:lnTo>
                <a:lnTo>
                  <a:pt x="1166364" y="1285376"/>
                </a:lnTo>
                <a:lnTo>
                  <a:pt x="1167316" y="1289824"/>
                </a:lnTo>
                <a:lnTo>
                  <a:pt x="1167633" y="1294273"/>
                </a:lnTo>
                <a:lnTo>
                  <a:pt x="1168268" y="1298403"/>
                </a:lnTo>
                <a:lnTo>
                  <a:pt x="1168585" y="1302852"/>
                </a:lnTo>
                <a:lnTo>
                  <a:pt x="1168268" y="1307618"/>
                </a:lnTo>
                <a:lnTo>
                  <a:pt x="1167633" y="1311749"/>
                </a:lnTo>
                <a:lnTo>
                  <a:pt x="1167316" y="1316197"/>
                </a:lnTo>
                <a:lnTo>
                  <a:pt x="1166364" y="1320328"/>
                </a:lnTo>
                <a:lnTo>
                  <a:pt x="1165412" y="1324776"/>
                </a:lnTo>
                <a:lnTo>
                  <a:pt x="1164143" y="1329224"/>
                </a:lnTo>
                <a:lnTo>
                  <a:pt x="1162556" y="1333355"/>
                </a:lnTo>
                <a:lnTo>
                  <a:pt x="1160652" y="1337486"/>
                </a:lnTo>
                <a:lnTo>
                  <a:pt x="1159066" y="1341616"/>
                </a:lnTo>
                <a:lnTo>
                  <a:pt x="1155892" y="1346700"/>
                </a:lnTo>
                <a:lnTo>
                  <a:pt x="1215231" y="1376568"/>
                </a:lnTo>
                <a:lnTo>
                  <a:pt x="1274887" y="1406118"/>
                </a:lnTo>
                <a:lnTo>
                  <a:pt x="1334226" y="1435351"/>
                </a:lnTo>
                <a:lnTo>
                  <a:pt x="1393882" y="1464265"/>
                </a:lnTo>
                <a:lnTo>
                  <a:pt x="1453855" y="1492227"/>
                </a:lnTo>
                <a:lnTo>
                  <a:pt x="1514146" y="1519870"/>
                </a:lnTo>
                <a:lnTo>
                  <a:pt x="1574754" y="1547196"/>
                </a:lnTo>
                <a:lnTo>
                  <a:pt x="1635679" y="1574204"/>
                </a:lnTo>
                <a:lnTo>
                  <a:pt x="1627746" y="1565943"/>
                </a:lnTo>
                <a:lnTo>
                  <a:pt x="1620448" y="1557682"/>
                </a:lnTo>
                <a:lnTo>
                  <a:pt x="1613466" y="1549103"/>
                </a:lnTo>
                <a:lnTo>
                  <a:pt x="1607120" y="1540206"/>
                </a:lnTo>
                <a:lnTo>
                  <a:pt x="1601091" y="1531309"/>
                </a:lnTo>
                <a:lnTo>
                  <a:pt x="1595379" y="1522094"/>
                </a:lnTo>
                <a:lnTo>
                  <a:pt x="1590620" y="1512562"/>
                </a:lnTo>
                <a:lnTo>
                  <a:pt x="1585542" y="1503030"/>
                </a:lnTo>
                <a:lnTo>
                  <a:pt x="1581417" y="1493180"/>
                </a:lnTo>
                <a:lnTo>
                  <a:pt x="1577609" y="1483330"/>
                </a:lnTo>
                <a:lnTo>
                  <a:pt x="1574436" y="1473162"/>
                </a:lnTo>
                <a:lnTo>
                  <a:pt x="1571263" y="1462994"/>
                </a:lnTo>
                <a:lnTo>
                  <a:pt x="1569042" y="1453144"/>
                </a:lnTo>
                <a:lnTo>
                  <a:pt x="1566821" y="1442659"/>
                </a:lnTo>
                <a:lnTo>
                  <a:pt x="1565234" y="1432173"/>
                </a:lnTo>
                <a:lnTo>
                  <a:pt x="1563647" y="1421688"/>
                </a:lnTo>
                <a:lnTo>
                  <a:pt x="1563013" y="1411202"/>
                </a:lnTo>
                <a:lnTo>
                  <a:pt x="1562378" y="1400717"/>
                </a:lnTo>
                <a:lnTo>
                  <a:pt x="1562378" y="1389913"/>
                </a:lnTo>
                <a:lnTo>
                  <a:pt x="1562378" y="1379110"/>
                </a:lnTo>
                <a:lnTo>
                  <a:pt x="1563013" y="1368625"/>
                </a:lnTo>
                <a:lnTo>
                  <a:pt x="1563965" y="1357821"/>
                </a:lnTo>
                <a:lnTo>
                  <a:pt x="1565551" y="1347336"/>
                </a:lnTo>
                <a:lnTo>
                  <a:pt x="1567138" y="1336533"/>
                </a:lnTo>
                <a:lnTo>
                  <a:pt x="1569359" y="1326047"/>
                </a:lnTo>
                <a:lnTo>
                  <a:pt x="1571580" y="1315562"/>
                </a:lnTo>
                <a:lnTo>
                  <a:pt x="1574436" y="1305076"/>
                </a:lnTo>
                <a:lnTo>
                  <a:pt x="1577609" y="1294590"/>
                </a:lnTo>
                <a:lnTo>
                  <a:pt x="1581100" y="1284105"/>
                </a:lnTo>
                <a:lnTo>
                  <a:pt x="1584908" y="1273937"/>
                </a:lnTo>
                <a:lnTo>
                  <a:pt x="1588716" y="1263769"/>
                </a:lnTo>
                <a:lnTo>
                  <a:pt x="1593158" y="1253602"/>
                </a:lnTo>
                <a:lnTo>
                  <a:pt x="1598552" y="1242481"/>
                </a:lnTo>
                <a:lnTo>
                  <a:pt x="1604582" y="1231677"/>
                </a:lnTo>
                <a:lnTo>
                  <a:pt x="1610293" y="1221192"/>
                </a:lnTo>
                <a:lnTo>
                  <a:pt x="1616322" y="1211024"/>
                </a:lnTo>
                <a:lnTo>
                  <a:pt x="1622986" y="1201174"/>
                </a:lnTo>
                <a:lnTo>
                  <a:pt x="1629650" y="1191642"/>
                </a:lnTo>
                <a:lnTo>
                  <a:pt x="1636631" y="1182109"/>
                </a:lnTo>
                <a:lnTo>
                  <a:pt x="1643612" y="1173213"/>
                </a:lnTo>
                <a:lnTo>
                  <a:pt x="1650910" y="1164316"/>
                </a:lnTo>
                <a:lnTo>
                  <a:pt x="1658526" y="1156055"/>
                </a:lnTo>
                <a:lnTo>
                  <a:pt x="1666141" y="1148111"/>
                </a:lnTo>
                <a:lnTo>
                  <a:pt x="1673757" y="1140485"/>
                </a:lnTo>
                <a:lnTo>
                  <a:pt x="1682325" y="1132859"/>
                </a:lnTo>
                <a:lnTo>
                  <a:pt x="1690258" y="1125551"/>
                </a:lnTo>
                <a:lnTo>
                  <a:pt x="1698508" y="1119196"/>
                </a:lnTo>
                <a:lnTo>
                  <a:pt x="1707076" y="1112841"/>
                </a:lnTo>
                <a:lnTo>
                  <a:pt x="1715643" y="1106804"/>
                </a:lnTo>
                <a:lnTo>
                  <a:pt x="1724211" y="1101403"/>
                </a:lnTo>
                <a:lnTo>
                  <a:pt x="1733096" y="1096001"/>
                </a:lnTo>
                <a:lnTo>
                  <a:pt x="1741981" y="1091235"/>
                </a:lnTo>
                <a:lnTo>
                  <a:pt x="1750866" y="1086469"/>
                </a:lnTo>
                <a:lnTo>
                  <a:pt x="1759751" y="1082656"/>
                </a:lnTo>
                <a:lnTo>
                  <a:pt x="1768953" y="1078843"/>
                </a:lnTo>
                <a:lnTo>
                  <a:pt x="1778155" y="1075666"/>
                </a:lnTo>
                <a:lnTo>
                  <a:pt x="1787357" y="1073124"/>
                </a:lnTo>
                <a:lnTo>
                  <a:pt x="1796560" y="1070582"/>
                </a:lnTo>
                <a:lnTo>
                  <a:pt x="1805444" y="1068357"/>
                </a:lnTo>
                <a:lnTo>
                  <a:pt x="1814647" y="1067086"/>
                </a:lnTo>
                <a:lnTo>
                  <a:pt x="1824166" y="1066133"/>
                </a:lnTo>
                <a:lnTo>
                  <a:pt x="1833051" y="1065180"/>
                </a:lnTo>
                <a:lnTo>
                  <a:pt x="1842254" y="1064862"/>
                </a:lnTo>
                <a:lnTo>
                  <a:pt x="1850821" y="1065180"/>
                </a:lnTo>
                <a:lnTo>
                  <a:pt x="1795290" y="1041349"/>
                </a:lnTo>
                <a:lnTo>
                  <a:pt x="1740077" y="1016883"/>
                </a:lnTo>
                <a:lnTo>
                  <a:pt x="1684863" y="991781"/>
                </a:lnTo>
                <a:lnTo>
                  <a:pt x="1630284" y="966044"/>
                </a:lnTo>
                <a:lnTo>
                  <a:pt x="1575388" y="939672"/>
                </a:lnTo>
                <a:lnTo>
                  <a:pt x="1521127" y="912663"/>
                </a:lnTo>
                <a:lnTo>
                  <a:pt x="1467182" y="885655"/>
                </a:lnTo>
                <a:lnTo>
                  <a:pt x="1413556" y="857694"/>
                </a:lnTo>
                <a:close/>
                <a:moveTo>
                  <a:pt x="1297417" y="692150"/>
                </a:moveTo>
                <a:lnTo>
                  <a:pt x="1336764" y="713756"/>
                </a:lnTo>
                <a:lnTo>
                  <a:pt x="1376112" y="734727"/>
                </a:lnTo>
                <a:lnTo>
                  <a:pt x="1415459" y="755698"/>
                </a:lnTo>
                <a:lnTo>
                  <a:pt x="1454807" y="776352"/>
                </a:lnTo>
                <a:lnTo>
                  <a:pt x="1494789" y="796687"/>
                </a:lnTo>
                <a:lnTo>
                  <a:pt x="1534454" y="816387"/>
                </a:lnTo>
                <a:lnTo>
                  <a:pt x="1574119" y="836405"/>
                </a:lnTo>
                <a:lnTo>
                  <a:pt x="1613784" y="855470"/>
                </a:lnTo>
                <a:lnTo>
                  <a:pt x="1654083" y="874852"/>
                </a:lnTo>
                <a:lnTo>
                  <a:pt x="1694066" y="893599"/>
                </a:lnTo>
                <a:lnTo>
                  <a:pt x="1734048" y="912028"/>
                </a:lnTo>
                <a:lnTo>
                  <a:pt x="1774664" y="930139"/>
                </a:lnTo>
                <a:lnTo>
                  <a:pt x="1814964" y="947933"/>
                </a:lnTo>
                <a:lnTo>
                  <a:pt x="1855264" y="965409"/>
                </a:lnTo>
                <a:lnTo>
                  <a:pt x="1896198" y="982885"/>
                </a:lnTo>
                <a:lnTo>
                  <a:pt x="1936815" y="999725"/>
                </a:lnTo>
                <a:lnTo>
                  <a:pt x="1977749" y="1016565"/>
                </a:lnTo>
                <a:lnTo>
                  <a:pt x="2018683" y="1032770"/>
                </a:lnTo>
                <a:lnTo>
                  <a:pt x="2059934" y="1049293"/>
                </a:lnTo>
                <a:lnTo>
                  <a:pt x="2101186" y="1064862"/>
                </a:lnTo>
                <a:lnTo>
                  <a:pt x="2142437" y="1080749"/>
                </a:lnTo>
                <a:lnTo>
                  <a:pt x="2184006" y="1095683"/>
                </a:lnTo>
                <a:lnTo>
                  <a:pt x="2225575" y="1110617"/>
                </a:lnTo>
                <a:lnTo>
                  <a:pt x="2267461" y="1125233"/>
                </a:lnTo>
                <a:lnTo>
                  <a:pt x="2309347" y="1139850"/>
                </a:lnTo>
                <a:lnTo>
                  <a:pt x="2351233" y="1153830"/>
                </a:lnTo>
                <a:lnTo>
                  <a:pt x="2393437" y="1167811"/>
                </a:lnTo>
                <a:lnTo>
                  <a:pt x="2435957" y="1181474"/>
                </a:lnTo>
                <a:lnTo>
                  <a:pt x="2478478" y="1194819"/>
                </a:lnTo>
                <a:lnTo>
                  <a:pt x="2520999" y="1207529"/>
                </a:lnTo>
                <a:lnTo>
                  <a:pt x="2563837" y="1220556"/>
                </a:lnTo>
                <a:lnTo>
                  <a:pt x="2606675" y="1233266"/>
                </a:lnTo>
                <a:lnTo>
                  <a:pt x="2415332" y="1938338"/>
                </a:lnTo>
                <a:lnTo>
                  <a:pt x="2366782" y="1924357"/>
                </a:lnTo>
                <a:lnTo>
                  <a:pt x="2318549" y="1910059"/>
                </a:lnTo>
                <a:lnTo>
                  <a:pt x="2270317" y="1895443"/>
                </a:lnTo>
                <a:lnTo>
                  <a:pt x="2222402" y="1880509"/>
                </a:lnTo>
                <a:lnTo>
                  <a:pt x="2174486" y="1865257"/>
                </a:lnTo>
                <a:lnTo>
                  <a:pt x="2126889" y="1849370"/>
                </a:lnTo>
                <a:lnTo>
                  <a:pt x="2079608" y="1833800"/>
                </a:lnTo>
                <a:lnTo>
                  <a:pt x="2032010" y="1817278"/>
                </a:lnTo>
                <a:lnTo>
                  <a:pt x="1984730" y="1800755"/>
                </a:lnTo>
                <a:lnTo>
                  <a:pt x="1937766" y="1783915"/>
                </a:lnTo>
                <a:lnTo>
                  <a:pt x="1890803" y="1766757"/>
                </a:lnTo>
                <a:lnTo>
                  <a:pt x="1844157" y="1749281"/>
                </a:lnTo>
                <a:lnTo>
                  <a:pt x="1797512" y="1731169"/>
                </a:lnTo>
                <a:lnTo>
                  <a:pt x="1751183" y="1713058"/>
                </a:lnTo>
                <a:lnTo>
                  <a:pt x="1704854" y="1694629"/>
                </a:lnTo>
                <a:lnTo>
                  <a:pt x="1658526" y="1675564"/>
                </a:lnTo>
                <a:lnTo>
                  <a:pt x="1612514" y="1656500"/>
                </a:lnTo>
                <a:lnTo>
                  <a:pt x="1566503" y="1636800"/>
                </a:lnTo>
                <a:lnTo>
                  <a:pt x="1520809" y="1617100"/>
                </a:lnTo>
                <a:lnTo>
                  <a:pt x="1475115" y="1596764"/>
                </a:lnTo>
                <a:lnTo>
                  <a:pt x="1429739" y="1576111"/>
                </a:lnTo>
                <a:lnTo>
                  <a:pt x="1384045" y="1555140"/>
                </a:lnTo>
                <a:lnTo>
                  <a:pt x="1338986" y="1534169"/>
                </a:lnTo>
                <a:lnTo>
                  <a:pt x="1293926" y="1512562"/>
                </a:lnTo>
                <a:lnTo>
                  <a:pt x="1248867" y="1490638"/>
                </a:lnTo>
                <a:lnTo>
                  <a:pt x="1204125" y="1468396"/>
                </a:lnTo>
                <a:lnTo>
                  <a:pt x="1159066" y="1446154"/>
                </a:lnTo>
                <a:lnTo>
                  <a:pt x="1114324" y="1422959"/>
                </a:lnTo>
                <a:lnTo>
                  <a:pt x="1069899" y="1399446"/>
                </a:lnTo>
                <a:lnTo>
                  <a:pt x="1025474" y="1376250"/>
                </a:lnTo>
                <a:lnTo>
                  <a:pt x="981050" y="1352102"/>
                </a:lnTo>
                <a:lnTo>
                  <a:pt x="936625" y="1327636"/>
                </a:lnTo>
                <a:lnTo>
                  <a:pt x="1297417" y="692150"/>
                </a:lnTo>
                <a:close/>
                <a:moveTo>
                  <a:pt x="2337312" y="325877"/>
                </a:moveTo>
                <a:lnTo>
                  <a:pt x="2306540" y="337312"/>
                </a:lnTo>
                <a:lnTo>
                  <a:pt x="2313202" y="355098"/>
                </a:lnTo>
                <a:lnTo>
                  <a:pt x="2305271" y="358910"/>
                </a:lnTo>
                <a:lnTo>
                  <a:pt x="2297974" y="363356"/>
                </a:lnTo>
                <a:lnTo>
                  <a:pt x="2291312" y="367803"/>
                </a:lnTo>
                <a:lnTo>
                  <a:pt x="2285285" y="372250"/>
                </a:lnTo>
                <a:lnTo>
                  <a:pt x="2280209" y="376696"/>
                </a:lnTo>
                <a:lnTo>
                  <a:pt x="2275450" y="381778"/>
                </a:lnTo>
                <a:lnTo>
                  <a:pt x="2271644" y="386543"/>
                </a:lnTo>
                <a:lnTo>
                  <a:pt x="2268154" y="391625"/>
                </a:lnTo>
                <a:lnTo>
                  <a:pt x="2265299" y="396706"/>
                </a:lnTo>
                <a:lnTo>
                  <a:pt x="2263078" y="402106"/>
                </a:lnTo>
                <a:lnTo>
                  <a:pt x="2261809" y="407506"/>
                </a:lnTo>
                <a:lnTo>
                  <a:pt x="2261175" y="413223"/>
                </a:lnTo>
                <a:lnTo>
                  <a:pt x="2260540" y="418622"/>
                </a:lnTo>
                <a:lnTo>
                  <a:pt x="2261492" y="424657"/>
                </a:lnTo>
                <a:lnTo>
                  <a:pt x="2262444" y="431009"/>
                </a:lnTo>
                <a:lnTo>
                  <a:pt x="2264664" y="436727"/>
                </a:lnTo>
                <a:lnTo>
                  <a:pt x="2265933" y="440538"/>
                </a:lnTo>
                <a:lnTo>
                  <a:pt x="2267202" y="444032"/>
                </a:lnTo>
                <a:lnTo>
                  <a:pt x="2269106" y="447526"/>
                </a:lnTo>
                <a:lnTo>
                  <a:pt x="2271009" y="450702"/>
                </a:lnTo>
                <a:lnTo>
                  <a:pt x="2273230" y="453560"/>
                </a:lnTo>
                <a:lnTo>
                  <a:pt x="2275450" y="456419"/>
                </a:lnTo>
                <a:lnTo>
                  <a:pt x="2277671" y="458325"/>
                </a:lnTo>
                <a:lnTo>
                  <a:pt x="2280209" y="460866"/>
                </a:lnTo>
                <a:lnTo>
                  <a:pt x="2285285" y="464359"/>
                </a:lnTo>
                <a:lnTo>
                  <a:pt x="2290678" y="467536"/>
                </a:lnTo>
                <a:lnTo>
                  <a:pt x="2296388" y="469759"/>
                </a:lnTo>
                <a:lnTo>
                  <a:pt x="2301781" y="471347"/>
                </a:lnTo>
                <a:lnTo>
                  <a:pt x="2308761" y="472300"/>
                </a:lnTo>
                <a:lnTo>
                  <a:pt x="2318278" y="473253"/>
                </a:lnTo>
                <a:lnTo>
                  <a:pt x="2329698" y="474206"/>
                </a:lnTo>
                <a:lnTo>
                  <a:pt x="2343657" y="474841"/>
                </a:lnTo>
                <a:lnTo>
                  <a:pt x="2359519" y="475158"/>
                </a:lnTo>
                <a:lnTo>
                  <a:pt x="2372209" y="476111"/>
                </a:lnTo>
                <a:lnTo>
                  <a:pt x="2381726" y="477064"/>
                </a:lnTo>
                <a:lnTo>
                  <a:pt x="2387119" y="478017"/>
                </a:lnTo>
                <a:lnTo>
                  <a:pt x="2389340" y="478335"/>
                </a:lnTo>
                <a:lnTo>
                  <a:pt x="2390926" y="479288"/>
                </a:lnTo>
                <a:lnTo>
                  <a:pt x="2392829" y="480558"/>
                </a:lnTo>
                <a:lnTo>
                  <a:pt x="2394098" y="481828"/>
                </a:lnTo>
                <a:lnTo>
                  <a:pt x="2396002" y="483734"/>
                </a:lnTo>
                <a:lnTo>
                  <a:pt x="2396953" y="485640"/>
                </a:lnTo>
                <a:lnTo>
                  <a:pt x="2398222" y="488181"/>
                </a:lnTo>
                <a:lnTo>
                  <a:pt x="2399491" y="490722"/>
                </a:lnTo>
                <a:lnTo>
                  <a:pt x="2400443" y="493580"/>
                </a:lnTo>
                <a:lnTo>
                  <a:pt x="2400760" y="496439"/>
                </a:lnTo>
                <a:lnTo>
                  <a:pt x="2400760" y="499298"/>
                </a:lnTo>
                <a:lnTo>
                  <a:pt x="2400126" y="501839"/>
                </a:lnTo>
                <a:lnTo>
                  <a:pt x="2398540" y="503744"/>
                </a:lnTo>
                <a:lnTo>
                  <a:pt x="2396953" y="505650"/>
                </a:lnTo>
                <a:lnTo>
                  <a:pt x="2394415" y="507238"/>
                </a:lnTo>
                <a:lnTo>
                  <a:pt x="2391560" y="508826"/>
                </a:lnTo>
                <a:lnTo>
                  <a:pt x="2387753" y="509779"/>
                </a:lnTo>
                <a:lnTo>
                  <a:pt x="2384581" y="510097"/>
                </a:lnTo>
                <a:lnTo>
                  <a:pt x="2382360" y="509779"/>
                </a:lnTo>
                <a:lnTo>
                  <a:pt x="2380774" y="509461"/>
                </a:lnTo>
                <a:lnTo>
                  <a:pt x="2379822" y="508826"/>
                </a:lnTo>
                <a:lnTo>
                  <a:pt x="2378236" y="506603"/>
                </a:lnTo>
                <a:lnTo>
                  <a:pt x="2376016" y="503427"/>
                </a:lnTo>
                <a:lnTo>
                  <a:pt x="2373795" y="498980"/>
                </a:lnTo>
                <a:lnTo>
                  <a:pt x="2371574" y="493263"/>
                </a:lnTo>
                <a:lnTo>
                  <a:pt x="2368719" y="485640"/>
                </a:lnTo>
                <a:lnTo>
                  <a:pt x="2334140" y="498662"/>
                </a:lnTo>
                <a:lnTo>
                  <a:pt x="2299243" y="510732"/>
                </a:lnTo>
                <a:lnTo>
                  <a:pt x="2300830" y="516449"/>
                </a:lnTo>
                <a:lnTo>
                  <a:pt x="2301781" y="519943"/>
                </a:lnTo>
                <a:lnTo>
                  <a:pt x="2304002" y="525025"/>
                </a:lnTo>
                <a:lnTo>
                  <a:pt x="2306223" y="529154"/>
                </a:lnTo>
                <a:lnTo>
                  <a:pt x="2309078" y="533600"/>
                </a:lnTo>
                <a:lnTo>
                  <a:pt x="2312568" y="537094"/>
                </a:lnTo>
                <a:lnTo>
                  <a:pt x="2316057" y="539953"/>
                </a:lnTo>
                <a:lnTo>
                  <a:pt x="2320181" y="542811"/>
                </a:lnTo>
                <a:lnTo>
                  <a:pt x="2324940" y="545035"/>
                </a:lnTo>
                <a:lnTo>
                  <a:pt x="2329698" y="546623"/>
                </a:lnTo>
                <a:lnTo>
                  <a:pt x="2334774" y="548211"/>
                </a:lnTo>
                <a:lnTo>
                  <a:pt x="2340485" y="548846"/>
                </a:lnTo>
                <a:lnTo>
                  <a:pt x="2346829" y="549164"/>
                </a:lnTo>
                <a:lnTo>
                  <a:pt x="2353174" y="548846"/>
                </a:lnTo>
                <a:lnTo>
                  <a:pt x="2360154" y="548211"/>
                </a:lnTo>
                <a:lnTo>
                  <a:pt x="2367450" y="546940"/>
                </a:lnTo>
                <a:lnTo>
                  <a:pt x="2375381" y="545670"/>
                </a:lnTo>
                <a:lnTo>
                  <a:pt x="2383312" y="543447"/>
                </a:lnTo>
                <a:lnTo>
                  <a:pt x="2389022" y="558375"/>
                </a:lnTo>
                <a:lnTo>
                  <a:pt x="2421381" y="545988"/>
                </a:lnTo>
                <a:lnTo>
                  <a:pt x="2415353" y="531377"/>
                </a:lnTo>
                <a:lnTo>
                  <a:pt x="2423602" y="527248"/>
                </a:lnTo>
                <a:lnTo>
                  <a:pt x="2431533" y="523119"/>
                </a:lnTo>
                <a:lnTo>
                  <a:pt x="2438512" y="518672"/>
                </a:lnTo>
                <a:lnTo>
                  <a:pt x="2444222" y="514226"/>
                </a:lnTo>
                <a:lnTo>
                  <a:pt x="2449932" y="509779"/>
                </a:lnTo>
                <a:lnTo>
                  <a:pt x="2455008" y="505650"/>
                </a:lnTo>
                <a:lnTo>
                  <a:pt x="2459450" y="500568"/>
                </a:lnTo>
                <a:lnTo>
                  <a:pt x="2462939" y="496121"/>
                </a:lnTo>
                <a:lnTo>
                  <a:pt x="2465477" y="491675"/>
                </a:lnTo>
                <a:lnTo>
                  <a:pt x="2467698" y="486593"/>
                </a:lnTo>
                <a:lnTo>
                  <a:pt x="2469284" y="481828"/>
                </a:lnTo>
                <a:lnTo>
                  <a:pt x="2470553" y="477064"/>
                </a:lnTo>
                <a:lnTo>
                  <a:pt x="2470553" y="471982"/>
                </a:lnTo>
                <a:lnTo>
                  <a:pt x="2470236" y="466900"/>
                </a:lnTo>
                <a:lnTo>
                  <a:pt x="2468967" y="461818"/>
                </a:lnTo>
                <a:lnTo>
                  <a:pt x="2467381" y="456737"/>
                </a:lnTo>
                <a:lnTo>
                  <a:pt x="2465477" y="453243"/>
                </a:lnTo>
                <a:lnTo>
                  <a:pt x="2463891" y="450067"/>
                </a:lnTo>
                <a:lnTo>
                  <a:pt x="2461988" y="446890"/>
                </a:lnTo>
                <a:lnTo>
                  <a:pt x="2459767" y="444032"/>
                </a:lnTo>
                <a:lnTo>
                  <a:pt x="2457546" y="441491"/>
                </a:lnTo>
                <a:lnTo>
                  <a:pt x="2454691" y="438950"/>
                </a:lnTo>
                <a:lnTo>
                  <a:pt x="2451836" y="436409"/>
                </a:lnTo>
                <a:lnTo>
                  <a:pt x="2448981" y="434503"/>
                </a:lnTo>
                <a:lnTo>
                  <a:pt x="2442636" y="431009"/>
                </a:lnTo>
                <a:lnTo>
                  <a:pt x="2435974" y="428151"/>
                </a:lnTo>
                <a:lnTo>
                  <a:pt x="2429312" y="425927"/>
                </a:lnTo>
                <a:lnTo>
                  <a:pt x="2422650" y="424657"/>
                </a:lnTo>
                <a:lnTo>
                  <a:pt x="2414402" y="424022"/>
                </a:lnTo>
                <a:lnTo>
                  <a:pt x="2403298" y="422751"/>
                </a:lnTo>
                <a:lnTo>
                  <a:pt x="2372843" y="421481"/>
                </a:lnTo>
                <a:lnTo>
                  <a:pt x="2362691" y="420846"/>
                </a:lnTo>
                <a:lnTo>
                  <a:pt x="2358567" y="420210"/>
                </a:lnTo>
                <a:lnTo>
                  <a:pt x="2355078" y="419257"/>
                </a:lnTo>
                <a:lnTo>
                  <a:pt x="2351905" y="418622"/>
                </a:lnTo>
                <a:lnTo>
                  <a:pt x="2349050" y="417669"/>
                </a:lnTo>
                <a:lnTo>
                  <a:pt x="2347147" y="416717"/>
                </a:lnTo>
                <a:lnTo>
                  <a:pt x="2345243" y="415128"/>
                </a:lnTo>
                <a:lnTo>
                  <a:pt x="2342705" y="411635"/>
                </a:lnTo>
                <a:lnTo>
                  <a:pt x="2339850" y="407188"/>
                </a:lnTo>
                <a:lnTo>
                  <a:pt x="2336678" y="401153"/>
                </a:lnTo>
                <a:lnTo>
                  <a:pt x="2333823" y="393848"/>
                </a:lnTo>
                <a:lnTo>
                  <a:pt x="2332871" y="390672"/>
                </a:lnTo>
                <a:lnTo>
                  <a:pt x="2332554" y="388448"/>
                </a:lnTo>
                <a:lnTo>
                  <a:pt x="2332871" y="385590"/>
                </a:lnTo>
                <a:lnTo>
                  <a:pt x="2333505" y="383366"/>
                </a:lnTo>
                <a:lnTo>
                  <a:pt x="2334774" y="381461"/>
                </a:lnTo>
                <a:lnTo>
                  <a:pt x="2336995" y="379237"/>
                </a:lnTo>
                <a:lnTo>
                  <a:pt x="2339533" y="377967"/>
                </a:lnTo>
                <a:lnTo>
                  <a:pt x="2342705" y="376379"/>
                </a:lnTo>
                <a:lnTo>
                  <a:pt x="2346512" y="375108"/>
                </a:lnTo>
                <a:lnTo>
                  <a:pt x="2349685" y="375108"/>
                </a:lnTo>
                <a:lnTo>
                  <a:pt x="2350954" y="375108"/>
                </a:lnTo>
                <a:lnTo>
                  <a:pt x="2352223" y="375426"/>
                </a:lnTo>
                <a:lnTo>
                  <a:pt x="2353492" y="376061"/>
                </a:lnTo>
                <a:lnTo>
                  <a:pt x="2354443" y="377332"/>
                </a:lnTo>
                <a:lnTo>
                  <a:pt x="2356664" y="379873"/>
                </a:lnTo>
                <a:lnTo>
                  <a:pt x="2358885" y="384637"/>
                </a:lnTo>
                <a:lnTo>
                  <a:pt x="2362057" y="391307"/>
                </a:lnTo>
                <a:lnTo>
                  <a:pt x="2365229" y="399565"/>
                </a:lnTo>
                <a:lnTo>
                  <a:pt x="2369671" y="410999"/>
                </a:lnTo>
                <a:lnTo>
                  <a:pt x="2403615" y="397659"/>
                </a:lnTo>
                <a:lnTo>
                  <a:pt x="2436926" y="384637"/>
                </a:lnTo>
                <a:lnTo>
                  <a:pt x="2433436" y="375426"/>
                </a:lnTo>
                <a:lnTo>
                  <a:pt x="2429946" y="368121"/>
                </a:lnTo>
                <a:lnTo>
                  <a:pt x="2426457" y="361768"/>
                </a:lnTo>
                <a:lnTo>
                  <a:pt x="2422333" y="356051"/>
                </a:lnTo>
                <a:lnTo>
                  <a:pt x="2420429" y="353510"/>
                </a:lnTo>
                <a:lnTo>
                  <a:pt x="2417891" y="351287"/>
                </a:lnTo>
                <a:lnTo>
                  <a:pt x="2415671" y="349381"/>
                </a:lnTo>
                <a:lnTo>
                  <a:pt x="2412815" y="347158"/>
                </a:lnTo>
                <a:lnTo>
                  <a:pt x="2410595" y="345570"/>
                </a:lnTo>
                <a:lnTo>
                  <a:pt x="2407740" y="343982"/>
                </a:lnTo>
                <a:lnTo>
                  <a:pt x="2405202" y="343029"/>
                </a:lnTo>
                <a:lnTo>
                  <a:pt x="2402029" y="341758"/>
                </a:lnTo>
                <a:lnTo>
                  <a:pt x="2399491" y="340805"/>
                </a:lnTo>
                <a:lnTo>
                  <a:pt x="2396319" y="340170"/>
                </a:lnTo>
                <a:lnTo>
                  <a:pt x="2389974" y="339217"/>
                </a:lnTo>
                <a:lnTo>
                  <a:pt x="2383629" y="338900"/>
                </a:lnTo>
                <a:lnTo>
                  <a:pt x="2377284" y="338582"/>
                </a:lnTo>
                <a:lnTo>
                  <a:pt x="2370940" y="338900"/>
                </a:lnTo>
                <a:lnTo>
                  <a:pt x="2364278" y="339535"/>
                </a:lnTo>
                <a:lnTo>
                  <a:pt x="2357616" y="340488"/>
                </a:lnTo>
                <a:lnTo>
                  <a:pt x="2350954" y="342394"/>
                </a:lnTo>
                <a:lnTo>
                  <a:pt x="2344292" y="343982"/>
                </a:lnTo>
                <a:lnTo>
                  <a:pt x="2337312" y="325877"/>
                </a:lnTo>
                <a:close/>
                <a:moveTo>
                  <a:pt x="2259588" y="275058"/>
                </a:moveTo>
                <a:lnTo>
                  <a:pt x="2219933" y="289351"/>
                </a:lnTo>
                <a:lnTo>
                  <a:pt x="2179961" y="303326"/>
                </a:lnTo>
                <a:lnTo>
                  <a:pt x="2139672" y="316984"/>
                </a:lnTo>
                <a:lnTo>
                  <a:pt x="2099700" y="329689"/>
                </a:lnTo>
                <a:lnTo>
                  <a:pt x="2059727" y="342394"/>
                </a:lnTo>
                <a:lnTo>
                  <a:pt x="2019121" y="354463"/>
                </a:lnTo>
                <a:lnTo>
                  <a:pt x="1978514" y="366533"/>
                </a:lnTo>
                <a:lnTo>
                  <a:pt x="1937590" y="377967"/>
                </a:lnTo>
                <a:lnTo>
                  <a:pt x="1937907" y="378285"/>
                </a:lnTo>
                <a:lnTo>
                  <a:pt x="1939493" y="384637"/>
                </a:lnTo>
                <a:lnTo>
                  <a:pt x="1940128" y="390672"/>
                </a:lnTo>
                <a:lnTo>
                  <a:pt x="1940128" y="397024"/>
                </a:lnTo>
                <a:lnTo>
                  <a:pt x="1939493" y="403059"/>
                </a:lnTo>
                <a:lnTo>
                  <a:pt x="1938542" y="409094"/>
                </a:lnTo>
                <a:lnTo>
                  <a:pt x="1936638" y="414811"/>
                </a:lnTo>
                <a:lnTo>
                  <a:pt x="1934100" y="420528"/>
                </a:lnTo>
                <a:lnTo>
                  <a:pt x="1931562" y="425610"/>
                </a:lnTo>
                <a:lnTo>
                  <a:pt x="1928390" y="431009"/>
                </a:lnTo>
                <a:lnTo>
                  <a:pt x="1924583" y="435456"/>
                </a:lnTo>
                <a:lnTo>
                  <a:pt x="1919824" y="439903"/>
                </a:lnTo>
                <a:lnTo>
                  <a:pt x="1915383" y="443714"/>
                </a:lnTo>
                <a:lnTo>
                  <a:pt x="1910307" y="447208"/>
                </a:lnTo>
                <a:lnTo>
                  <a:pt x="1904597" y="450384"/>
                </a:lnTo>
                <a:lnTo>
                  <a:pt x="1898569" y="452925"/>
                </a:lnTo>
                <a:lnTo>
                  <a:pt x="1892542" y="454513"/>
                </a:lnTo>
                <a:lnTo>
                  <a:pt x="1891590" y="454831"/>
                </a:lnTo>
                <a:lnTo>
                  <a:pt x="1955038" y="703844"/>
                </a:lnTo>
                <a:lnTo>
                  <a:pt x="1955673" y="703209"/>
                </a:lnTo>
                <a:lnTo>
                  <a:pt x="1962652" y="701939"/>
                </a:lnTo>
                <a:lnTo>
                  <a:pt x="1969314" y="701303"/>
                </a:lnTo>
                <a:lnTo>
                  <a:pt x="1976293" y="700986"/>
                </a:lnTo>
                <a:lnTo>
                  <a:pt x="1982955" y="701303"/>
                </a:lnTo>
                <a:lnTo>
                  <a:pt x="1989300" y="702256"/>
                </a:lnTo>
                <a:lnTo>
                  <a:pt x="1995645" y="704162"/>
                </a:lnTo>
                <a:lnTo>
                  <a:pt x="2001355" y="706068"/>
                </a:lnTo>
                <a:lnTo>
                  <a:pt x="2007383" y="708609"/>
                </a:lnTo>
                <a:lnTo>
                  <a:pt x="2012776" y="711785"/>
                </a:lnTo>
                <a:lnTo>
                  <a:pt x="2017852" y="715279"/>
                </a:lnTo>
                <a:lnTo>
                  <a:pt x="2022293" y="719408"/>
                </a:lnTo>
                <a:lnTo>
                  <a:pt x="2026417" y="723854"/>
                </a:lnTo>
                <a:lnTo>
                  <a:pt x="2030541" y="728936"/>
                </a:lnTo>
                <a:lnTo>
                  <a:pt x="2033396" y="734018"/>
                </a:lnTo>
                <a:lnTo>
                  <a:pt x="2036252" y="740053"/>
                </a:lnTo>
                <a:lnTo>
                  <a:pt x="2038472" y="745770"/>
                </a:lnTo>
                <a:lnTo>
                  <a:pt x="2039107" y="749582"/>
                </a:lnTo>
                <a:lnTo>
                  <a:pt x="2083838" y="736877"/>
                </a:lnTo>
                <a:lnTo>
                  <a:pt x="2127934" y="723537"/>
                </a:lnTo>
                <a:lnTo>
                  <a:pt x="2172347" y="709879"/>
                </a:lnTo>
                <a:lnTo>
                  <a:pt x="2216444" y="695904"/>
                </a:lnTo>
                <a:lnTo>
                  <a:pt x="2260223" y="681611"/>
                </a:lnTo>
                <a:lnTo>
                  <a:pt x="2304319" y="667318"/>
                </a:lnTo>
                <a:lnTo>
                  <a:pt x="2348098" y="652390"/>
                </a:lnTo>
                <a:lnTo>
                  <a:pt x="2391560" y="637144"/>
                </a:lnTo>
                <a:lnTo>
                  <a:pt x="2383947" y="636827"/>
                </a:lnTo>
                <a:lnTo>
                  <a:pt x="2376016" y="635874"/>
                </a:lnTo>
                <a:lnTo>
                  <a:pt x="2368719" y="634921"/>
                </a:lnTo>
                <a:lnTo>
                  <a:pt x="2361105" y="633333"/>
                </a:lnTo>
                <a:lnTo>
                  <a:pt x="2353809" y="631427"/>
                </a:lnTo>
                <a:lnTo>
                  <a:pt x="2346512" y="629839"/>
                </a:lnTo>
                <a:lnTo>
                  <a:pt x="2339533" y="627298"/>
                </a:lnTo>
                <a:lnTo>
                  <a:pt x="2332554" y="624440"/>
                </a:lnTo>
                <a:lnTo>
                  <a:pt x="2325892" y="621581"/>
                </a:lnTo>
                <a:lnTo>
                  <a:pt x="2319230" y="618087"/>
                </a:lnTo>
                <a:lnTo>
                  <a:pt x="2312568" y="614593"/>
                </a:lnTo>
                <a:lnTo>
                  <a:pt x="2306223" y="611100"/>
                </a:lnTo>
                <a:lnTo>
                  <a:pt x="2300195" y="606970"/>
                </a:lnTo>
                <a:lnTo>
                  <a:pt x="2294168" y="602841"/>
                </a:lnTo>
                <a:lnTo>
                  <a:pt x="2288140" y="598395"/>
                </a:lnTo>
                <a:lnTo>
                  <a:pt x="2282747" y="593313"/>
                </a:lnTo>
                <a:lnTo>
                  <a:pt x="2277037" y="588549"/>
                </a:lnTo>
                <a:lnTo>
                  <a:pt x="2271961" y="583467"/>
                </a:lnTo>
                <a:lnTo>
                  <a:pt x="2266568" y="578067"/>
                </a:lnTo>
                <a:lnTo>
                  <a:pt x="2261809" y="572668"/>
                </a:lnTo>
                <a:lnTo>
                  <a:pt x="2256733" y="566950"/>
                </a:lnTo>
                <a:lnTo>
                  <a:pt x="2252292" y="560916"/>
                </a:lnTo>
                <a:lnTo>
                  <a:pt x="2248168" y="554881"/>
                </a:lnTo>
                <a:lnTo>
                  <a:pt x="2244044" y="548528"/>
                </a:lnTo>
                <a:lnTo>
                  <a:pt x="2239920" y="542176"/>
                </a:lnTo>
                <a:lnTo>
                  <a:pt x="2236113" y="535506"/>
                </a:lnTo>
                <a:lnTo>
                  <a:pt x="2232623" y="528836"/>
                </a:lnTo>
                <a:lnTo>
                  <a:pt x="2229133" y="522166"/>
                </a:lnTo>
                <a:lnTo>
                  <a:pt x="2225961" y="515178"/>
                </a:lnTo>
                <a:lnTo>
                  <a:pt x="2223106" y="508509"/>
                </a:lnTo>
                <a:lnTo>
                  <a:pt x="2220251" y="500886"/>
                </a:lnTo>
                <a:lnTo>
                  <a:pt x="2217713" y="493898"/>
                </a:lnTo>
                <a:lnTo>
                  <a:pt x="2215492" y="485640"/>
                </a:lnTo>
                <a:lnTo>
                  <a:pt x="2212954" y="477699"/>
                </a:lnTo>
                <a:lnTo>
                  <a:pt x="2210734" y="469441"/>
                </a:lnTo>
                <a:lnTo>
                  <a:pt x="2209465" y="461183"/>
                </a:lnTo>
                <a:lnTo>
                  <a:pt x="2207878" y="453243"/>
                </a:lnTo>
                <a:lnTo>
                  <a:pt x="2206609" y="444985"/>
                </a:lnTo>
                <a:lnTo>
                  <a:pt x="2205658" y="436727"/>
                </a:lnTo>
                <a:lnTo>
                  <a:pt x="2205023" y="429104"/>
                </a:lnTo>
                <a:lnTo>
                  <a:pt x="2204706" y="421163"/>
                </a:lnTo>
                <a:lnTo>
                  <a:pt x="2204706" y="413223"/>
                </a:lnTo>
                <a:lnTo>
                  <a:pt x="2204706" y="405600"/>
                </a:lnTo>
                <a:lnTo>
                  <a:pt x="2205023" y="397659"/>
                </a:lnTo>
                <a:lnTo>
                  <a:pt x="2205658" y="390036"/>
                </a:lnTo>
                <a:lnTo>
                  <a:pt x="2206292" y="382414"/>
                </a:lnTo>
                <a:lnTo>
                  <a:pt x="2207244" y="375108"/>
                </a:lnTo>
                <a:lnTo>
                  <a:pt x="2208830" y="367803"/>
                </a:lnTo>
                <a:lnTo>
                  <a:pt x="2210099" y="360816"/>
                </a:lnTo>
                <a:lnTo>
                  <a:pt x="2212320" y="353828"/>
                </a:lnTo>
                <a:lnTo>
                  <a:pt x="2213906" y="346840"/>
                </a:lnTo>
                <a:lnTo>
                  <a:pt x="2216444" y="340170"/>
                </a:lnTo>
                <a:lnTo>
                  <a:pt x="2218982" y="333500"/>
                </a:lnTo>
                <a:lnTo>
                  <a:pt x="2221202" y="327465"/>
                </a:lnTo>
                <a:lnTo>
                  <a:pt x="2224375" y="321113"/>
                </a:lnTo>
                <a:lnTo>
                  <a:pt x="2227547" y="315078"/>
                </a:lnTo>
                <a:lnTo>
                  <a:pt x="2230720" y="309679"/>
                </a:lnTo>
                <a:lnTo>
                  <a:pt x="2234209" y="303962"/>
                </a:lnTo>
                <a:lnTo>
                  <a:pt x="2238016" y="298244"/>
                </a:lnTo>
                <a:lnTo>
                  <a:pt x="2241823" y="293163"/>
                </a:lnTo>
                <a:lnTo>
                  <a:pt x="2245947" y="288398"/>
                </a:lnTo>
                <a:lnTo>
                  <a:pt x="2250388" y="283634"/>
                </a:lnTo>
                <a:lnTo>
                  <a:pt x="2254830" y="279187"/>
                </a:lnTo>
                <a:lnTo>
                  <a:pt x="2259588" y="275058"/>
                </a:lnTo>
                <a:close/>
                <a:moveTo>
                  <a:pt x="2637421" y="114660"/>
                </a:moveTo>
                <a:lnTo>
                  <a:pt x="2599352" y="132765"/>
                </a:lnTo>
                <a:lnTo>
                  <a:pt x="2561601" y="150551"/>
                </a:lnTo>
                <a:lnTo>
                  <a:pt x="2523849" y="167703"/>
                </a:lnTo>
                <a:lnTo>
                  <a:pt x="2485463" y="184537"/>
                </a:lnTo>
                <a:lnTo>
                  <a:pt x="2447077" y="201053"/>
                </a:lnTo>
                <a:lnTo>
                  <a:pt x="2408374" y="216934"/>
                </a:lnTo>
                <a:lnTo>
                  <a:pt x="2369671" y="233133"/>
                </a:lnTo>
                <a:lnTo>
                  <a:pt x="2330650" y="248061"/>
                </a:lnTo>
                <a:lnTo>
                  <a:pt x="2336995" y="248378"/>
                </a:lnTo>
                <a:lnTo>
                  <a:pt x="2343340" y="248696"/>
                </a:lnTo>
                <a:lnTo>
                  <a:pt x="2349685" y="249331"/>
                </a:lnTo>
                <a:lnTo>
                  <a:pt x="2355712" y="250284"/>
                </a:lnTo>
                <a:lnTo>
                  <a:pt x="2362374" y="251554"/>
                </a:lnTo>
                <a:lnTo>
                  <a:pt x="2368719" y="253143"/>
                </a:lnTo>
                <a:lnTo>
                  <a:pt x="2375064" y="255048"/>
                </a:lnTo>
                <a:lnTo>
                  <a:pt x="2381409" y="257272"/>
                </a:lnTo>
                <a:lnTo>
                  <a:pt x="2387436" y="259495"/>
                </a:lnTo>
                <a:lnTo>
                  <a:pt x="2393781" y="262353"/>
                </a:lnTo>
                <a:lnTo>
                  <a:pt x="2400126" y="265212"/>
                </a:lnTo>
                <a:lnTo>
                  <a:pt x="2405836" y="268706"/>
                </a:lnTo>
                <a:lnTo>
                  <a:pt x="2412181" y="272200"/>
                </a:lnTo>
                <a:lnTo>
                  <a:pt x="2418208" y="276011"/>
                </a:lnTo>
                <a:lnTo>
                  <a:pt x="2424236" y="280140"/>
                </a:lnTo>
                <a:lnTo>
                  <a:pt x="2429946" y="284269"/>
                </a:lnTo>
                <a:lnTo>
                  <a:pt x="2435974" y="289034"/>
                </a:lnTo>
                <a:lnTo>
                  <a:pt x="2441684" y="293798"/>
                </a:lnTo>
                <a:lnTo>
                  <a:pt x="2447077" y="299197"/>
                </a:lnTo>
                <a:lnTo>
                  <a:pt x="2452788" y="304279"/>
                </a:lnTo>
                <a:lnTo>
                  <a:pt x="2457863" y="309996"/>
                </a:lnTo>
                <a:lnTo>
                  <a:pt x="2463257" y="315714"/>
                </a:lnTo>
                <a:lnTo>
                  <a:pt x="2468015" y="321748"/>
                </a:lnTo>
                <a:lnTo>
                  <a:pt x="2472774" y="328101"/>
                </a:lnTo>
                <a:lnTo>
                  <a:pt x="2477850" y="334453"/>
                </a:lnTo>
                <a:lnTo>
                  <a:pt x="2482291" y="340805"/>
                </a:lnTo>
                <a:lnTo>
                  <a:pt x="2486732" y="347793"/>
                </a:lnTo>
                <a:lnTo>
                  <a:pt x="2490856" y="354781"/>
                </a:lnTo>
                <a:lnTo>
                  <a:pt x="2495298" y="362086"/>
                </a:lnTo>
                <a:lnTo>
                  <a:pt x="2499105" y="370026"/>
                </a:lnTo>
                <a:lnTo>
                  <a:pt x="2502912" y="377332"/>
                </a:lnTo>
                <a:lnTo>
                  <a:pt x="2506401" y="385272"/>
                </a:lnTo>
                <a:lnTo>
                  <a:pt x="2509256" y="392260"/>
                </a:lnTo>
                <a:lnTo>
                  <a:pt x="2511794" y="399565"/>
                </a:lnTo>
                <a:lnTo>
                  <a:pt x="2514015" y="406553"/>
                </a:lnTo>
                <a:lnTo>
                  <a:pt x="2516553" y="413858"/>
                </a:lnTo>
                <a:lnTo>
                  <a:pt x="2518139" y="421163"/>
                </a:lnTo>
                <a:lnTo>
                  <a:pt x="2520042" y="428468"/>
                </a:lnTo>
                <a:lnTo>
                  <a:pt x="2521311" y="436091"/>
                </a:lnTo>
                <a:lnTo>
                  <a:pt x="2522580" y="443397"/>
                </a:lnTo>
                <a:lnTo>
                  <a:pt x="2523849" y="450702"/>
                </a:lnTo>
                <a:lnTo>
                  <a:pt x="2524484" y="458325"/>
                </a:lnTo>
                <a:lnTo>
                  <a:pt x="2524801" y="465948"/>
                </a:lnTo>
                <a:lnTo>
                  <a:pt x="2525118" y="473570"/>
                </a:lnTo>
                <a:lnTo>
                  <a:pt x="2525118" y="480876"/>
                </a:lnTo>
                <a:lnTo>
                  <a:pt x="2524801" y="488181"/>
                </a:lnTo>
                <a:lnTo>
                  <a:pt x="2524167" y="495486"/>
                </a:lnTo>
                <a:lnTo>
                  <a:pt x="2523215" y="502791"/>
                </a:lnTo>
                <a:lnTo>
                  <a:pt x="2521946" y="510097"/>
                </a:lnTo>
                <a:lnTo>
                  <a:pt x="2520677" y="517402"/>
                </a:lnTo>
                <a:lnTo>
                  <a:pt x="2518774" y="524389"/>
                </a:lnTo>
                <a:lnTo>
                  <a:pt x="2516870" y="531695"/>
                </a:lnTo>
                <a:lnTo>
                  <a:pt x="2514649" y="538682"/>
                </a:lnTo>
                <a:lnTo>
                  <a:pt x="2512112" y="545670"/>
                </a:lnTo>
                <a:lnTo>
                  <a:pt x="2509256" y="552340"/>
                </a:lnTo>
                <a:lnTo>
                  <a:pt x="2506084" y="559010"/>
                </a:lnTo>
                <a:lnTo>
                  <a:pt x="2502594" y="565680"/>
                </a:lnTo>
                <a:lnTo>
                  <a:pt x="2499105" y="572032"/>
                </a:lnTo>
                <a:lnTo>
                  <a:pt x="2494980" y="578385"/>
                </a:lnTo>
                <a:lnTo>
                  <a:pt x="2490222" y="584737"/>
                </a:lnTo>
                <a:lnTo>
                  <a:pt x="2485781" y="590772"/>
                </a:lnTo>
                <a:lnTo>
                  <a:pt x="2481022" y="596489"/>
                </a:lnTo>
                <a:lnTo>
                  <a:pt x="2475312" y="602206"/>
                </a:lnTo>
                <a:lnTo>
                  <a:pt x="2469601" y="607923"/>
                </a:lnTo>
                <a:lnTo>
                  <a:pt x="2512112" y="590454"/>
                </a:lnTo>
                <a:lnTo>
                  <a:pt x="2554622" y="572985"/>
                </a:lnTo>
                <a:lnTo>
                  <a:pt x="2596815" y="555199"/>
                </a:lnTo>
                <a:lnTo>
                  <a:pt x="2639008" y="537094"/>
                </a:lnTo>
                <a:lnTo>
                  <a:pt x="2680883" y="518355"/>
                </a:lnTo>
                <a:lnTo>
                  <a:pt x="2722759" y="499615"/>
                </a:lnTo>
                <a:lnTo>
                  <a:pt x="2764634" y="480558"/>
                </a:lnTo>
                <a:lnTo>
                  <a:pt x="2805876" y="460866"/>
                </a:lnTo>
                <a:lnTo>
                  <a:pt x="2803972" y="457372"/>
                </a:lnTo>
                <a:lnTo>
                  <a:pt x="2801434" y="451655"/>
                </a:lnTo>
                <a:lnTo>
                  <a:pt x="2799848" y="445620"/>
                </a:lnTo>
                <a:lnTo>
                  <a:pt x="2798579" y="439585"/>
                </a:lnTo>
                <a:lnTo>
                  <a:pt x="2798262" y="433233"/>
                </a:lnTo>
                <a:lnTo>
                  <a:pt x="2798579" y="427198"/>
                </a:lnTo>
                <a:lnTo>
                  <a:pt x="2799214" y="421163"/>
                </a:lnTo>
                <a:lnTo>
                  <a:pt x="2800800" y="414811"/>
                </a:lnTo>
                <a:lnTo>
                  <a:pt x="2802703" y="409411"/>
                </a:lnTo>
                <a:lnTo>
                  <a:pt x="2805241" y="403377"/>
                </a:lnTo>
                <a:lnTo>
                  <a:pt x="2808414" y="397659"/>
                </a:lnTo>
                <a:lnTo>
                  <a:pt x="2812220" y="392577"/>
                </a:lnTo>
                <a:lnTo>
                  <a:pt x="2816345" y="387813"/>
                </a:lnTo>
                <a:lnTo>
                  <a:pt x="2821103" y="382731"/>
                </a:lnTo>
                <a:lnTo>
                  <a:pt x="2826179" y="378602"/>
                </a:lnTo>
                <a:lnTo>
                  <a:pt x="2831889" y="374473"/>
                </a:lnTo>
                <a:lnTo>
                  <a:pt x="2837917" y="371297"/>
                </a:lnTo>
                <a:lnTo>
                  <a:pt x="2841724" y="369391"/>
                </a:lnTo>
                <a:lnTo>
                  <a:pt x="2725614" y="140388"/>
                </a:lnTo>
                <a:lnTo>
                  <a:pt x="2722124" y="141976"/>
                </a:lnTo>
                <a:lnTo>
                  <a:pt x="2716097" y="144834"/>
                </a:lnTo>
                <a:lnTo>
                  <a:pt x="2710069" y="147058"/>
                </a:lnTo>
                <a:lnTo>
                  <a:pt x="2704042" y="148328"/>
                </a:lnTo>
                <a:lnTo>
                  <a:pt x="2697697" y="148963"/>
                </a:lnTo>
                <a:lnTo>
                  <a:pt x="2691669" y="149281"/>
                </a:lnTo>
                <a:lnTo>
                  <a:pt x="2685324" y="148646"/>
                </a:lnTo>
                <a:lnTo>
                  <a:pt x="2679614" y="147693"/>
                </a:lnTo>
                <a:lnTo>
                  <a:pt x="2673587" y="146422"/>
                </a:lnTo>
                <a:lnTo>
                  <a:pt x="2667876" y="144199"/>
                </a:lnTo>
                <a:lnTo>
                  <a:pt x="2662483" y="141341"/>
                </a:lnTo>
                <a:lnTo>
                  <a:pt x="2657407" y="138164"/>
                </a:lnTo>
                <a:lnTo>
                  <a:pt x="2652649" y="134353"/>
                </a:lnTo>
                <a:lnTo>
                  <a:pt x="2648207" y="130224"/>
                </a:lnTo>
                <a:lnTo>
                  <a:pt x="2644083" y="125777"/>
                </a:lnTo>
                <a:lnTo>
                  <a:pt x="2640594" y="120378"/>
                </a:lnTo>
                <a:lnTo>
                  <a:pt x="2637421" y="114978"/>
                </a:lnTo>
                <a:lnTo>
                  <a:pt x="2637421" y="114660"/>
                </a:lnTo>
                <a:close/>
                <a:moveTo>
                  <a:pt x="2724345" y="0"/>
                </a:moveTo>
                <a:lnTo>
                  <a:pt x="2962275" y="451019"/>
                </a:lnTo>
                <a:lnTo>
                  <a:pt x="2931186" y="467218"/>
                </a:lnTo>
                <a:lnTo>
                  <a:pt x="2899779" y="482781"/>
                </a:lnTo>
                <a:lnTo>
                  <a:pt x="2868055" y="498345"/>
                </a:lnTo>
                <a:lnTo>
                  <a:pt x="2836331" y="513590"/>
                </a:lnTo>
                <a:lnTo>
                  <a:pt x="2804924" y="528518"/>
                </a:lnTo>
                <a:lnTo>
                  <a:pt x="2773200" y="543129"/>
                </a:lnTo>
                <a:lnTo>
                  <a:pt x="2741159" y="557739"/>
                </a:lnTo>
                <a:lnTo>
                  <a:pt x="2709435" y="572032"/>
                </a:lnTo>
                <a:lnTo>
                  <a:pt x="2677394" y="586008"/>
                </a:lnTo>
                <a:lnTo>
                  <a:pt x="2645352" y="599983"/>
                </a:lnTo>
                <a:lnTo>
                  <a:pt x="2613311" y="613640"/>
                </a:lnTo>
                <a:lnTo>
                  <a:pt x="2581270" y="626980"/>
                </a:lnTo>
                <a:lnTo>
                  <a:pt x="2548911" y="640003"/>
                </a:lnTo>
                <a:lnTo>
                  <a:pt x="2516870" y="652708"/>
                </a:lnTo>
                <a:lnTo>
                  <a:pt x="2483877" y="665412"/>
                </a:lnTo>
                <a:lnTo>
                  <a:pt x="2451519" y="677800"/>
                </a:lnTo>
                <a:lnTo>
                  <a:pt x="2419160" y="690187"/>
                </a:lnTo>
                <a:lnTo>
                  <a:pt x="2386484" y="701939"/>
                </a:lnTo>
                <a:lnTo>
                  <a:pt x="2353809" y="713373"/>
                </a:lnTo>
                <a:lnTo>
                  <a:pt x="2320499" y="725125"/>
                </a:lnTo>
                <a:lnTo>
                  <a:pt x="2287823" y="736242"/>
                </a:lnTo>
                <a:lnTo>
                  <a:pt x="2254830" y="747358"/>
                </a:lnTo>
                <a:lnTo>
                  <a:pt x="2221520" y="758157"/>
                </a:lnTo>
                <a:lnTo>
                  <a:pt x="2188209" y="768639"/>
                </a:lnTo>
                <a:lnTo>
                  <a:pt x="2155217" y="779120"/>
                </a:lnTo>
                <a:lnTo>
                  <a:pt x="2121589" y="789284"/>
                </a:lnTo>
                <a:lnTo>
                  <a:pt x="2087962" y="798813"/>
                </a:lnTo>
                <a:lnTo>
                  <a:pt x="2054334" y="808341"/>
                </a:lnTo>
                <a:lnTo>
                  <a:pt x="2020707" y="817870"/>
                </a:lnTo>
                <a:lnTo>
                  <a:pt x="1986445" y="827081"/>
                </a:lnTo>
                <a:lnTo>
                  <a:pt x="1952817" y="835974"/>
                </a:lnTo>
                <a:lnTo>
                  <a:pt x="1918556" y="844550"/>
                </a:lnTo>
                <a:lnTo>
                  <a:pt x="1800225" y="349064"/>
                </a:lnTo>
                <a:lnTo>
                  <a:pt x="1830363" y="341123"/>
                </a:lnTo>
                <a:lnTo>
                  <a:pt x="1860501" y="333183"/>
                </a:lnTo>
                <a:lnTo>
                  <a:pt x="1890321" y="324925"/>
                </a:lnTo>
                <a:lnTo>
                  <a:pt x="1920142" y="316349"/>
                </a:lnTo>
                <a:lnTo>
                  <a:pt x="1950280" y="308091"/>
                </a:lnTo>
                <a:lnTo>
                  <a:pt x="1979783" y="299515"/>
                </a:lnTo>
                <a:lnTo>
                  <a:pt x="2009603" y="290304"/>
                </a:lnTo>
                <a:lnTo>
                  <a:pt x="2039107" y="281411"/>
                </a:lnTo>
                <a:lnTo>
                  <a:pt x="2068293" y="271882"/>
                </a:lnTo>
                <a:lnTo>
                  <a:pt x="2098113" y="262353"/>
                </a:lnTo>
                <a:lnTo>
                  <a:pt x="2127299" y="252825"/>
                </a:lnTo>
                <a:lnTo>
                  <a:pt x="2156168" y="242661"/>
                </a:lnTo>
                <a:lnTo>
                  <a:pt x="2185354" y="232497"/>
                </a:lnTo>
                <a:lnTo>
                  <a:pt x="2214223" y="222333"/>
                </a:lnTo>
                <a:lnTo>
                  <a:pt x="2243409" y="211534"/>
                </a:lnTo>
                <a:lnTo>
                  <a:pt x="2272278" y="200735"/>
                </a:lnTo>
                <a:lnTo>
                  <a:pt x="2301147" y="189936"/>
                </a:lnTo>
                <a:lnTo>
                  <a:pt x="2329698" y="178820"/>
                </a:lnTo>
                <a:lnTo>
                  <a:pt x="2358250" y="167068"/>
                </a:lnTo>
                <a:lnTo>
                  <a:pt x="2386802" y="155633"/>
                </a:lnTo>
                <a:lnTo>
                  <a:pt x="2415353" y="143881"/>
                </a:lnTo>
                <a:lnTo>
                  <a:pt x="2443588" y="132130"/>
                </a:lnTo>
                <a:lnTo>
                  <a:pt x="2472139" y="119742"/>
                </a:lnTo>
                <a:lnTo>
                  <a:pt x="2500374" y="107355"/>
                </a:lnTo>
                <a:lnTo>
                  <a:pt x="2528608" y="94650"/>
                </a:lnTo>
                <a:lnTo>
                  <a:pt x="2556842" y="81628"/>
                </a:lnTo>
                <a:lnTo>
                  <a:pt x="2584759" y="68923"/>
                </a:lnTo>
                <a:lnTo>
                  <a:pt x="2612994" y="55583"/>
                </a:lnTo>
                <a:lnTo>
                  <a:pt x="2640911" y="41926"/>
                </a:lnTo>
                <a:lnTo>
                  <a:pt x="2668828" y="28268"/>
                </a:lnTo>
                <a:lnTo>
                  <a:pt x="2696428" y="14293"/>
                </a:lnTo>
                <a:lnTo>
                  <a:pt x="2724345"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19" name="KSO_Shape">
            <a:extLst>
              <a:ext uri="{FF2B5EF4-FFF2-40B4-BE49-F238E27FC236}">
                <a16:creationId xmlns:a16="http://schemas.microsoft.com/office/drawing/2014/main" id="{9E200844-F22D-3852-E65C-7035B9BD918B}"/>
              </a:ext>
            </a:extLst>
          </p:cNvPr>
          <p:cNvSpPr/>
          <p:nvPr/>
        </p:nvSpPr>
        <p:spPr bwMode="auto">
          <a:xfrm>
            <a:off x="616376" y="5086679"/>
            <a:ext cx="800100" cy="800100"/>
          </a:xfrm>
          <a:custGeom>
            <a:avLst/>
            <a:gdLst>
              <a:gd name="T0" fmla="*/ 366124 w 1611313"/>
              <a:gd name="T1" fmla="*/ 1610945 h 1611313"/>
              <a:gd name="T2" fmla="*/ 489434 w 1611313"/>
              <a:gd name="T3" fmla="*/ 1727064 h 1611313"/>
              <a:gd name="T4" fmla="*/ 599113 w 1611313"/>
              <a:gd name="T5" fmla="*/ 1611260 h 1611313"/>
              <a:gd name="T6" fmla="*/ 599113 w 1611313"/>
              <a:gd name="T7" fmla="*/ 1952659 h 1611313"/>
              <a:gd name="T8" fmla="*/ 366124 w 1611313"/>
              <a:gd name="T9" fmla="*/ 1952659 h 1611313"/>
              <a:gd name="T10" fmla="*/ 1027366 w 1611313"/>
              <a:gd name="T11" fmla="*/ 1324703 h 1611313"/>
              <a:gd name="T12" fmla="*/ 1156381 w 1611313"/>
              <a:gd name="T13" fmla="*/ 1446550 h 1611313"/>
              <a:gd name="T14" fmla="*/ 1252430 w 1611313"/>
              <a:gd name="T15" fmla="*/ 1537618 h 1611313"/>
              <a:gd name="T16" fmla="*/ 1260354 w 1611313"/>
              <a:gd name="T17" fmla="*/ 1529368 h 1611313"/>
              <a:gd name="T18" fmla="*/ 1260354 w 1611313"/>
              <a:gd name="T19" fmla="*/ 1952661 h 1611313"/>
              <a:gd name="T20" fmla="*/ 1027366 w 1611313"/>
              <a:gd name="T21" fmla="*/ 1952661 h 1611313"/>
              <a:gd name="T22" fmla="*/ 929733 w 1611313"/>
              <a:gd name="T23" fmla="*/ 1260353 h 1611313"/>
              <a:gd name="T24" fmla="*/ 929733 w 1611313"/>
              <a:gd name="T25" fmla="*/ 1952659 h 1611313"/>
              <a:gd name="T26" fmla="*/ 696745 w 1611313"/>
              <a:gd name="T27" fmla="*/ 1952659 h 1611313"/>
              <a:gd name="T28" fmla="*/ 696745 w 1611313"/>
              <a:gd name="T29" fmla="*/ 1507605 h 1611313"/>
              <a:gd name="T30" fmla="*/ 1590975 w 1611313"/>
              <a:gd name="T31" fmla="*/ 1180471 h 1611313"/>
              <a:gd name="T32" fmla="*/ 1590975 w 1611313"/>
              <a:gd name="T33" fmla="*/ 1952659 h 1611313"/>
              <a:gd name="T34" fmla="*/ 1357986 w 1611313"/>
              <a:gd name="T35" fmla="*/ 1952659 h 1611313"/>
              <a:gd name="T36" fmla="*/ 1357986 w 1611313"/>
              <a:gd name="T37" fmla="*/ 1427204 h 1611313"/>
              <a:gd name="T38" fmla="*/ 1846571 w 1611313"/>
              <a:gd name="T39" fmla="*/ 909762 h 1611313"/>
              <a:gd name="T40" fmla="*/ 1921595 w 1611313"/>
              <a:gd name="T41" fmla="*/ 980386 h 1611313"/>
              <a:gd name="T42" fmla="*/ 1921595 w 1611313"/>
              <a:gd name="T43" fmla="*/ 1952659 h 1611313"/>
              <a:gd name="T44" fmla="*/ 1688608 w 1611313"/>
              <a:gd name="T45" fmla="*/ 1952659 h 1611313"/>
              <a:gd name="T46" fmla="*/ 1688608 w 1611313"/>
              <a:gd name="T47" fmla="*/ 1077614 h 1611313"/>
              <a:gd name="T48" fmla="*/ 1369516 w 1611313"/>
              <a:gd name="T49" fmla="*/ 201924 h 1611313"/>
              <a:gd name="T50" fmla="*/ 1966622 w 1611313"/>
              <a:gd name="T51" fmla="*/ 256445 h 1611313"/>
              <a:gd name="T52" fmla="*/ 2048074 w 1611313"/>
              <a:gd name="T53" fmla="*/ 848901 h 1611313"/>
              <a:gd name="T54" fmla="*/ 1846503 w 1611313"/>
              <a:gd name="T55" fmla="*/ 655536 h 1611313"/>
              <a:gd name="T56" fmla="*/ 1253200 w 1611313"/>
              <a:gd name="T57" fmla="*/ 1284446 h 1611313"/>
              <a:gd name="T58" fmla="*/ 1157170 w 1611313"/>
              <a:gd name="T59" fmla="*/ 1193787 h 1611313"/>
              <a:gd name="T60" fmla="*/ 977783 w 1611313"/>
              <a:gd name="T61" fmla="*/ 1024514 h 1611313"/>
              <a:gd name="T62" fmla="*/ 944188 w 1611313"/>
              <a:gd name="T63" fmla="*/ 992815 h 1611313"/>
              <a:gd name="T64" fmla="*/ 490970 w 1611313"/>
              <a:gd name="T65" fmla="*/ 1473371 h 1611313"/>
              <a:gd name="T66" fmla="*/ 215237 w 1611313"/>
              <a:gd name="T67" fmla="*/ 1213123 h 1611313"/>
              <a:gd name="T68" fmla="*/ 668454 w 1611313"/>
              <a:gd name="T69" fmla="*/ 732565 h 1611313"/>
              <a:gd name="T70" fmla="*/ 793961 w 1611313"/>
              <a:gd name="T71" fmla="*/ 599429 h 1611313"/>
              <a:gd name="T72" fmla="*/ 919784 w 1611313"/>
              <a:gd name="T73" fmla="*/ 466293 h 1611313"/>
              <a:gd name="T74" fmla="*/ 1228796 w 1611313"/>
              <a:gd name="T75" fmla="*/ 757924 h 1611313"/>
              <a:gd name="T76" fmla="*/ 1570770 w 1611313"/>
              <a:gd name="T77" fmla="*/ 395287 h 1611313"/>
              <a:gd name="T78" fmla="*/ 0 w 1611313"/>
              <a:gd name="T79" fmla="*/ 0 h 1611313"/>
              <a:gd name="T80" fmla="*/ 96958 w 1611313"/>
              <a:gd name="T81" fmla="*/ 0 h 1611313"/>
              <a:gd name="T82" fmla="*/ 96958 w 1611313"/>
              <a:gd name="T83" fmla="*/ 2155273 h 1611313"/>
              <a:gd name="T84" fmla="*/ 2252216 w 1611313"/>
              <a:gd name="T85" fmla="*/ 2155273 h 1611313"/>
              <a:gd name="T86" fmla="*/ 2252216 w 1611313"/>
              <a:gd name="T87" fmla="*/ 2252216 h 1611313"/>
              <a:gd name="T88" fmla="*/ 96958 w 1611313"/>
              <a:gd name="T89" fmla="*/ 2252216 h 1611313"/>
              <a:gd name="T90" fmla="*/ 0 w 1611313"/>
              <a:gd name="T91" fmla="*/ 2252216 h 1611313"/>
              <a:gd name="T92" fmla="*/ 0 w 1611313"/>
              <a:gd name="T93" fmla="*/ 2155273 h 161131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11313" h="1611313">
                <a:moveTo>
                  <a:pt x="261938" y="1152525"/>
                </a:moveTo>
                <a:lnTo>
                  <a:pt x="350158" y="1235601"/>
                </a:lnTo>
                <a:lnTo>
                  <a:pt x="428626" y="1152751"/>
                </a:lnTo>
                <a:lnTo>
                  <a:pt x="428626" y="1397000"/>
                </a:lnTo>
                <a:lnTo>
                  <a:pt x="261938" y="1397000"/>
                </a:lnTo>
                <a:lnTo>
                  <a:pt x="261938" y="1152525"/>
                </a:lnTo>
                <a:close/>
                <a:moveTo>
                  <a:pt x="735013" y="947738"/>
                </a:moveTo>
                <a:lnTo>
                  <a:pt x="827315" y="1034912"/>
                </a:lnTo>
                <a:lnTo>
                  <a:pt x="896031" y="1100065"/>
                </a:lnTo>
                <a:lnTo>
                  <a:pt x="901701" y="1094163"/>
                </a:lnTo>
                <a:lnTo>
                  <a:pt x="901701" y="1397001"/>
                </a:lnTo>
                <a:lnTo>
                  <a:pt x="735013" y="1397001"/>
                </a:lnTo>
                <a:lnTo>
                  <a:pt x="735013" y="947738"/>
                </a:lnTo>
                <a:close/>
                <a:moveTo>
                  <a:pt x="665163" y="901700"/>
                </a:moveTo>
                <a:lnTo>
                  <a:pt x="665163" y="1397000"/>
                </a:lnTo>
                <a:lnTo>
                  <a:pt x="498475" y="1397000"/>
                </a:lnTo>
                <a:lnTo>
                  <a:pt x="498475" y="1078593"/>
                </a:lnTo>
                <a:lnTo>
                  <a:pt x="665163" y="901700"/>
                </a:lnTo>
                <a:close/>
                <a:moveTo>
                  <a:pt x="1138238" y="844550"/>
                </a:moveTo>
                <a:lnTo>
                  <a:pt x="1138238" y="1397000"/>
                </a:lnTo>
                <a:lnTo>
                  <a:pt x="971550" y="1397000"/>
                </a:lnTo>
                <a:lnTo>
                  <a:pt x="971550" y="1021071"/>
                </a:lnTo>
                <a:lnTo>
                  <a:pt x="1138238" y="844550"/>
                </a:lnTo>
                <a:close/>
                <a:moveTo>
                  <a:pt x="1321101" y="650875"/>
                </a:moveTo>
                <a:lnTo>
                  <a:pt x="1374776" y="701402"/>
                </a:lnTo>
                <a:lnTo>
                  <a:pt x="1374776" y="1397000"/>
                </a:lnTo>
                <a:lnTo>
                  <a:pt x="1208088" y="1397000"/>
                </a:lnTo>
                <a:lnTo>
                  <a:pt x="1208088" y="770962"/>
                </a:lnTo>
                <a:lnTo>
                  <a:pt x="1321101" y="650875"/>
                </a:lnTo>
                <a:close/>
                <a:moveTo>
                  <a:pt x="979799" y="144463"/>
                </a:moveTo>
                <a:lnTo>
                  <a:pt x="1406989" y="183470"/>
                </a:lnTo>
                <a:lnTo>
                  <a:pt x="1465263" y="607333"/>
                </a:lnTo>
                <a:lnTo>
                  <a:pt x="1321052" y="468993"/>
                </a:lnTo>
                <a:lnTo>
                  <a:pt x="896583" y="918937"/>
                </a:lnTo>
                <a:lnTo>
                  <a:pt x="827879" y="854076"/>
                </a:lnTo>
                <a:lnTo>
                  <a:pt x="699540" y="732972"/>
                </a:lnTo>
                <a:lnTo>
                  <a:pt x="675505" y="710294"/>
                </a:lnTo>
                <a:lnTo>
                  <a:pt x="351257" y="1054101"/>
                </a:lnTo>
                <a:lnTo>
                  <a:pt x="153988" y="867910"/>
                </a:lnTo>
                <a:lnTo>
                  <a:pt x="478235" y="524102"/>
                </a:lnTo>
                <a:lnTo>
                  <a:pt x="568027" y="428852"/>
                </a:lnTo>
                <a:lnTo>
                  <a:pt x="658045" y="333602"/>
                </a:lnTo>
                <a:lnTo>
                  <a:pt x="879123" y="542245"/>
                </a:lnTo>
                <a:lnTo>
                  <a:pt x="1123783" y="282802"/>
                </a:lnTo>
                <a:lnTo>
                  <a:pt x="979799" y="144463"/>
                </a:lnTo>
                <a:close/>
                <a:moveTo>
                  <a:pt x="0" y="0"/>
                </a:moveTo>
                <a:lnTo>
                  <a:pt x="69367" y="0"/>
                </a:lnTo>
                <a:lnTo>
                  <a:pt x="69367" y="1541956"/>
                </a:lnTo>
                <a:lnTo>
                  <a:pt x="1611313" y="1541956"/>
                </a:lnTo>
                <a:lnTo>
                  <a:pt x="1611313" y="1611313"/>
                </a:lnTo>
                <a:lnTo>
                  <a:pt x="69367" y="1611313"/>
                </a:lnTo>
                <a:lnTo>
                  <a:pt x="0" y="1611313"/>
                </a:lnTo>
                <a:lnTo>
                  <a:pt x="0" y="1541956"/>
                </a:lnTo>
                <a:lnTo>
                  <a:pt x="0" y="0"/>
                </a:lnTo>
                <a:close/>
              </a:path>
            </a:pathLst>
          </a:custGeom>
          <a:solidFill>
            <a:schemeClr val="accent5"/>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chemeClr val="accent5"/>
              </a:solidFill>
              <a:latin typeface="+mn-lt"/>
              <a:ea typeface="+mn-ea"/>
              <a:cs typeface="+mn-ea"/>
              <a:sym typeface="+mn-lt"/>
            </a:endParaRPr>
          </a:p>
        </p:txBody>
      </p:sp>
      <p:sp>
        <p:nvSpPr>
          <p:cNvPr id="20" name="KSO_Shape">
            <a:extLst>
              <a:ext uri="{FF2B5EF4-FFF2-40B4-BE49-F238E27FC236}">
                <a16:creationId xmlns:a16="http://schemas.microsoft.com/office/drawing/2014/main" id="{6C341A70-709B-D3C0-9618-E44FB1C2E3B8}"/>
              </a:ext>
            </a:extLst>
          </p:cNvPr>
          <p:cNvSpPr/>
          <p:nvPr/>
        </p:nvSpPr>
        <p:spPr bwMode="auto">
          <a:xfrm>
            <a:off x="616376" y="3307974"/>
            <a:ext cx="800100" cy="762762"/>
          </a:xfrm>
          <a:custGeom>
            <a:avLst/>
            <a:gdLst>
              <a:gd name="T0" fmla="*/ 809074 w 1703388"/>
              <a:gd name="T1" fmla="*/ 1478228 h 1624013"/>
              <a:gd name="T2" fmla="*/ 791320 w 1703388"/>
              <a:gd name="T3" fmla="*/ 1498504 h 1624013"/>
              <a:gd name="T4" fmla="*/ 767225 w 1703388"/>
              <a:gd name="T5" fmla="*/ 1669343 h 1624013"/>
              <a:gd name="T6" fmla="*/ 784979 w 1703388"/>
              <a:gd name="T7" fmla="*/ 1689619 h 1624013"/>
              <a:gd name="T8" fmla="*/ 1094912 w 1703388"/>
              <a:gd name="T9" fmla="*/ 1696209 h 1624013"/>
              <a:gd name="T10" fmla="*/ 1123318 w 1703388"/>
              <a:gd name="T11" fmla="*/ 1687592 h 1624013"/>
              <a:gd name="T12" fmla="*/ 1138790 w 1703388"/>
              <a:gd name="T13" fmla="*/ 1665793 h 1624013"/>
              <a:gd name="T14" fmla="*/ 1112159 w 1703388"/>
              <a:gd name="T15" fmla="*/ 1494956 h 1624013"/>
              <a:gd name="T16" fmla="*/ 1091869 w 1703388"/>
              <a:gd name="T17" fmla="*/ 1476453 h 1624013"/>
              <a:gd name="T18" fmla="*/ 420515 w 1703388"/>
              <a:gd name="T19" fmla="*/ 1084591 h 1624013"/>
              <a:gd name="T20" fmla="*/ 1484232 w 1703388"/>
              <a:gd name="T21" fmla="*/ 1089660 h 1624013"/>
              <a:gd name="T22" fmla="*/ 991959 w 1703388"/>
              <a:gd name="T23" fmla="*/ 702499 h 1624013"/>
              <a:gd name="T24" fmla="*/ 840325 w 1703388"/>
              <a:gd name="T25" fmla="*/ 542724 h 1624013"/>
              <a:gd name="T26" fmla="*/ 585098 w 1703388"/>
              <a:gd name="T27" fmla="*/ 161549 h 1624013"/>
              <a:gd name="T28" fmla="*/ 552147 w 1703388"/>
              <a:gd name="T29" fmla="*/ 161549 h 1624013"/>
              <a:gd name="T30" fmla="*/ 946033 w 1703388"/>
              <a:gd name="T31" fmla="*/ 19770 h 1624013"/>
              <a:gd name="T32" fmla="*/ 936648 w 1703388"/>
              <a:gd name="T33" fmla="*/ 33458 h 1624013"/>
              <a:gd name="T34" fmla="*/ 943496 w 1703388"/>
              <a:gd name="T35" fmla="*/ 53482 h 1624013"/>
              <a:gd name="T36" fmla="*/ 970128 w 1703388"/>
              <a:gd name="T37" fmla="*/ 54496 h 1624013"/>
              <a:gd name="T38" fmla="*/ 979258 w 1703388"/>
              <a:gd name="T39" fmla="*/ 40556 h 1624013"/>
              <a:gd name="T40" fmla="*/ 972156 w 1703388"/>
              <a:gd name="T41" fmla="*/ 20784 h 1624013"/>
              <a:gd name="T42" fmla="*/ 227758 w 1703388"/>
              <a:gd name="T43" fmla="*/ 0 h 1624013"/>
              <a:gd name="T44" fmla="*/ 1692713 w 1703388"/>
              <a:gd name="T45" fmla="*/ 2281 h 1624013"/>
              <a:gd name="T46" fmla="*/ 1716554 w 1703388"/>
              <a:gd name="T47" fmla="*/ 12167 h 1624013"/>
              <a:gd name="T48" fmla="*/ 1735324 w 1703388"/>
              <a:gd name="T49" fmla="*/ 28389 h 1624013"/>
              <a:gd name="T50" fmla="*/ 1746990 w 1703388"/>
              <a:gd name="T51" fmla="*/ 49427 h 1624013"/>
              <a:gd name="T52" fmla="*/ 1750794 w 1703388"/>
              <a:gd name="T53" fmla="*/ 1014127 h 1624013"/>
              <a:gd name="T54" fmla="*/ 1745976 w 1703388"/>
              <a:gd name="T55" fmla="*/ 1038460 h 1624013"/>
              <a:gd name="T56" fmla="*/ 1733040 w 1703388"/>
              <a:gd name="T57" fmla="*/ 1058990 h 1624013"/>
              <a:gd name="T58" fmla="*/ 1713257 w 1703388"/>
              <a:gd name="T59" fmla="*/ 1074452 h 1624013"/>
              <a:gd name="T60" fmla="*/ 1688909 w 1703388"/>
              <a:gd name="T61" fmla="*/ 1083070 h 1624013"/>
              <a:gd name="T62" fmla="*/ 1619162 w 1703388"/>
              <a:gd name="T63" fmla="*/ 1089660 h 1624013"/>
              <a:gd name="T64" fmla="*/ 1688402 w 1703388"/>
              <a:gd name="T65" fmla="*/ 1097011 h 1624013"/>
              <a:gd name="T66" fmla="*/ 1711229 w 1703388"/>
              <a:gd name="T67" fmla="*/ 1105882 h 1624013"/>
              <a:gd name="T68" fmla="*/ 1733294 w 1703388"/>
              <a:gd name="T69" fmla="*/ 1127681 h 1624013"/>
              <a:gd name="T70" fmla="*/ 1905000 w 1703388"/>
              <a:gd name="T71" fmla="*/ 1740820 h 1624013"/>
              <a:gd name="T72" fmla="*/ 1900435 w 1703388"/>
              <a:gd name="T73" fmla="*/ 1766674 h 1624013"/>
              <a:gd name="T74" fmla="*/ 1887500 w 1703388"/>
              <a:gd name="T75" fmla="*/ 1788472 h 1624013"/>
              <a:gd name="T76" fmla="*/ 1867970 w 1703388"/>
              <a:gd name="T77" fmla="*/ 1804947 h 1624013"/>
              <a:gd name="T78" fmla="*/ 1843368 w 1703388"/>
              <a:gd name="T79" fmla="*/ 1814579 h 1624013"/>
              <a:gd name="T80" fmla="*/ 69241 w 1703388"/>
              <a:gd name="T81" fmla="*/ 1815593 h 1624013"/>
              <a:gd name="T82" fmla="*/ 43624 w 1703388"/>
              <a:gd name="T83" fmla="*/ 1808750 h 1624013"/>
              <a:gd name="T84" fmla="*/ 22573 w 1703388"/>
              <a:gd name="T85" fmla="*/ 1794049 h 1624013"/>
              <a:gd name="T86" fmla="*/ 7609 w 1703388"/>
              <a:gd name="T87" fmla="*/ 1773517 h 1624013"/>
              <a:gd name="T88" fmla="*/ 508 w 1703388"/>
              <a:gd name="T89" fmla="*/ 1748678 h 1624013"/>
              <a:gd name="T90" fmla="*/ 165365 w 1703388"/>
              <a:gd name="T91" fmla="*/ 1142635 h 1624013"/>
              <a:gd name="T92" fmla="*/ 191490 w 1703388"/>
              <a:gd name="T93" fmla="*/ 1108924 h 1624013"/>
              <a:gd name="T94" fmla="*/ 213047 w 1703388"/>
              <a:gd name="T95" fmla="*/ 1098025 h 1624013"/>
              <a:gd name="T96" fmla="*/ 286093 w 1703388"/>
              <a:gd name="T97" fmla="*/ 1092448 h 1624013"/>
              <a:gd name="T98" fmla="*/ 219896 w 1703388"/>
              <a:gd name="T99" fmla="*/ 1083831 h 1624013"/>
              <a:gd name="T100" fmla="*/ 194787 w 1703388"/>
              <a:gd name="T101" fmla="*/ 1075972 h 1624013"/>
              <a:gd name="T102" fmla="*/ 174497 w 1703388"/>
              <a:gd name="T103" fmla="*/ 1061778 h 1624013"/>
              <a:gd name="T104" fmla="*/ 160547 w 1703388"/>
              <a:gd name="T105" fmla="*/ 1041502 h 1624013"/>
              <a:gd name="T106" fmla="*/ 154460 w 1703388"/>
              <a:gd name="T107" fmla="*/ 1017675 h 1624013"/>
              <a:gd name="T108" fmla="*/ 156996 w 1703388"/>
              <a:gd name="T109" fmla="*/ 52975 h 1624013"/>
              <a:gd name="T110" fmla="*/ 167649 w 1703388"/>
              <a:gd name="T111" fmla="*/ 31177 h 1624013"/>
              <a:gd name="T112" fmla="*/ 185403 w 1703388"/>
              <a:gd name="T113" fmla="*/ 14194 h 1624013"/>
              <a:gd name="T114" fmla="*/ 208736 w 1703388"/>
              <a:gd name="T115" fmla="*/ 3296 h 162401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703388" h="1624013">
                <a:moveTo>
                  <a:pt x="746125" y="1315983"/>
                </a:moveTo>
                <a:lnTo>
                  <a:pt x="742043" y="1316210"/>
                </a:lnTo>
                <a:lnTo>
                  <a:pt x="737961" y="1316663"/>
                </a:lnTo>
                <a:lnTo>
                  <a:pt x="734333" y="1317570"/>
                </a:lnTo>
                <a:lnTo>
                  <a:pt x="730477" y="1318930"/>
                </a:lnTo>
                <a:lnTo>
                  <a:pt x="727075" y="1320290"/>
                </a:lnTo>
                <a:lnTo>
                  <a:pt x="723447" y="1321877"/>
                </a:lnTo>
                <a:lnTo>
                  <a:pt x="720499" y="1323690"/>
                </a:lnTo>
                <a:lnTo>
                  <a:pt x="717550" y="1326183"/>
                </a:lnTo>
                <a:lnTo>
                  <a:pt x="715056" y="1328450"/>
                </a:lnTo>
                <a:lnTo>
                  <a:pt x="712788" y="1331170"/>
                </a:lnTo>
                <a:lnTo>
                  <a:pt x="710520" y="1334116"/>
                </a:lnTo>
                <a:lnTo>
                  <a:pt x="708933" y="1336836"/>
                </a:lnTo>
                <a:lnTo>
                  <a:pt x="707572" y="1340009"/>
                </a:lnTo>
                <a:lnTo>
                  <a:pt x="706665" y="1343409"/>
                </a:lnTo>
                <a:lnTo>
                  <a:pt x="705984" y="1346582"/>
                </a:lnTo>
                <a:lnTo>
                  <a:pt x="705984" y="1350209"/>
                </a:lnTo>
                <a:lnTo>
                  <a:pt x="684213" y="1482805"/>
                </a:lnTo>
                <a:lnTo>
                  <a:pt x="684440" y="1486204"/>
                </a:lnTo>
                <a:lnTo>
                  <a:pt x="685120" y="1489604"/>
                </a:lnTo>
                <a:lnTo>
                  <a:pt x="686027" y="1492778"/>
                </a:lnTo>
                <a:lnTo>
                  <a:pt x="687388" y="1495951"/>
                </a:lnTo>
                <a:lnTo>
                  <a:pt x="689202" y="1499124"/>
                </a:lnTo>
                <a:lnTo>
                  <a:pt x="691243" y="1501844"/>
                </a:lnTo>
                <a:lnTo>
                  <a:pt x="693511" y="1504564"/>
                </a:lnTo>
                <a:lnTo>
                  <a:pt x="696233" y="1506830"/>
                </a:lnTo>
                <a:lnTo>
                  <a:pt x="698954" y="1509097"/>
                </a:lnTo>
                <a:lnTo>
                  <a:pt x="701902" y="1510910"/>
                </a:lnTo>
                <a:lnTo>
                  <a:pt x="705304" y="1512950"/>
                </a:lnTo>
                <a:lnTo>
                  <a:pt x="708706" y="1514310"/>
                </a:lnTo>
                <a:lnTo>
                  <a:pt x="712561" y="1515443"/>
                </a:lnTo>
                <a:lnTo>
                  <a:pt x="716417" y="1516123"/>
                </a:lnTo>
                <a:lnTo>
                  <a:pt x="720499" y="1516803"/>
                </a:lnTo>
                <a:lnTo>
                  <a:pt x="724354" y="1516803"/>
                </a:lnTo>
                <a:lnTo>
                  <a:pt x="979034" y="1516803"/>
                </a:lnTo>
                <a:lnTo>
                  <a:pt x="982890" y="1516803"/>
                </a:lnTo>
                <a:lnTo>
                  <a:pt x="986972" y="1516123"/>
                </a:lnTo>
                <a:lnTo>
                  <a:pt x="990827" y="1515443"/>
                </a:lnTo>
                <a:lnTo>
                  <a:pt x="994683" y="1514310"/>
                </a:lnTo>
                <a:lnTo>
                  <a:pt x="998084" y="1512950"/>
                </a:lnTo>
                <a:lnTo>
                  <a:pt x="1001486" y="1510910"/>
                </a:lnTo>
                <a:lnTo>
                  <a:pt x="1004434" y="1509097"/>
                </a:lnTo>
                <a:lnTo>
                  <a:pt x="1007156" y="1506830"/>
                </a:lnTo>
                <a:lnTo>
                  <a:pt x="1009877" y="1504564"/>
                </a:lnTo>
                <a:lnTo>
                  <a:pt x="1012145" y="1501844"/>
                </a:lnTo>
                <a:lnTo>
                  <a:pt x="1014186" y="1499124"/>
                </a:lnTo>
                <a:lnTo>
                  <a:pt x="1016001" y="1495951"/>
                </a:lnTo>
                <a:lnTo>
                  <a:pt x="1017361" y="1492778"/>
                </a:lnTo>
                <a:lnTo>
                  <a:pt x="1018268" y="1489604"/>
                </a:lnTo>
                <a:lnTo>
                  <a:pt x="1018949" y="1486204"/>
                </a:lnTo>
                <a:lnTo>
                  <a:pt x="1019176" y="1482805"/>
                </a:lnTo>
                <a:lnTo>
                  <a:pt x="997404" y="1350209"/>
                </a:lnTo>
                <a:lnTo>
                  <a:pt x="997404" y="1346582"/>
                </a:lnTo>
                <a:lnTo>
                  <a:pt x="996724" y="1343409"/>
                </a:lnTo>
                <a:lnTo>
                  <a:pt x="995817" y="1340009"/>
                </a:lnTo>
                <a:lnTo>
                  <a:pt x="994456" y="1336836"/>
                </a:lnTo>
                <a:lnTo>
                  <a:pt x="992868" y="1334116"/>
                </a:lnTo>
                <a:lnTo>
                  <a:pt x="990601" y="1331170"/>
                </a:lnTo>
                <a:lnTo>
                  <a:pt x="988333" y="1328450"/>
                </a:lnTo>
                <a:lnTo>
                  <a:pt x="985838" y="1326183"/>
                </a:lnTo>
                <a:lnTo>
                  <a:pt x="982890" y="1323690"/>
                </a:lnTo>
                <a:lnTo>
                  <a:pt x="979942" y="1321877"/>
                </a:lnTo>
                <a:lnTo>
                  <a:pt x="976313" y="1320290"/>
                </a:lnTo>
                <a:lnTo>
                  <a:pt x="972911" y="1318930"/>
                </a:lnTo>
                <a:lnTo>
                  <a:pt x="969056" y="1317570"/>
                </a:lnTo>
                <a:lnTo>
                  <a:pt x="965427" y="1316663"/>
                </a:lnTo>
                <a:lnTo>
                  <a:pt x="961345" y="1316210"/>
                </a:lnTo>
                <a:lnTo>
                  <a:pt x="957263" y="1315983"/>
                </a:lnTo>
                <a:lnTo>
                  <a:pt x="746125" y="1315983"/>
                </a:lnTo>
                <a:close/>
                <a:moveTo>
                  <a:pt x="376011" y="969875"/>
                </a:moveTo>
                <a:lnTo>
                  <a:pt x="376238" y="972141"/>
                </a:lnTo>
                <a:lnTo>
                  <a:pt x="376238" y="974408"/>
                </a:lnTo>
                <a:lnTo>
                  <a:pt x="376238" y="976901"/>
                </a:lnTo>
                <a:lnTo>
                  <a:pt x="375784" y="979848"/>
                </a:lnTo>
                <a:lnTo>
                  <a:pt x="1327604" y="979848"/>
                </a:lnTo>
                <a:lnTo>
                  <a:pt x="1327151" y="976901"/>
                </a:lnTo>
                <a:lnTo>
                  <a:pt x="1327151" y="974408"/>
                </a:lnTo>
                <a:lnTo>
                  <a:pt x="1327151" y="972141"/>
                </a:lnTo>
                <a:lnTo>
                  <a:pt x="1327377" y="969875"/>
                </a:lnTo>
                <a:lnTo>
                  <a:pt x="376011" y="969875"/>
                </a:lnTo>
                <a:close/>
                <a:moveTo>
                  <a:pt x="1190625" y="246062"/>
                </a:moveTo>
                <a:lnTo>
                  <a:pt x="1179043" y="466952"/>
                </a:lnTo>
                <a:lnTo>
                  <a:pt x="1105004" y="394834"/>
                </a:lnTo>
                <a:lnTo>
                  <a:pt x="886977" y="628196"/>
                </a:lnTo>
                <a:lnTo>
                  <a:pt x="869943" y="612775"/>
                </a:lnTo>
                <a:lnTo>
                  <a:pt x="821114" y="566964"/>
                </a:lnTo>
                <a:lnTo>
                  <a:pt x="810667" y="557212"/>
                </a:lnTo>
                <a:lnTo>
                  <a:pt x="624436" y="758825"/>
                </a:lnTo>
                <a:lnTo>
                  <a:pt x="558800" y="693284"/>
                </a:lnTo>
                <a:lnTo>
                  <a:pt x="695067" y="545193"/>
                </a:lnTo>
                <a:lnTo>
                  <a:pt x="751391" y="485321"/>
                </a:lnTo>
                <a:lnTo>
                  <a:pt x="808169" y="425450"/>
                </a:lnTo>
                <a:lnTo>
                  <a:pt x="890838" y="502557"/>
                </a:lnTo>
                <a:lnTo>
                  <a:pt x="1044819" y="339498"/>
                </a:lnTo>
                <a:lnTo>
                  <a:pt x="970781" y="267607"/>
                </a:lnTo>
                <a:lnTo>
                  <a:pt x="1190625" y="246062"/>
                </a:lnTo>
                <a:close/>
                <a:moveTo>
                  <a:pt x="493712" y="144462"/>
                </a:moveTo>
                <a:lnTo>
                  <a:pt x="523175" y="144462"/>
                </a:lnTo>
                <a:lnTo>
                  <a:pt x="523175" y="796255"/>
                </a:lnTo>
                <a:lnTo>
                  <a:pt x="1174750" y="796255"/>
                </a:lnTo>
                <a:lnTo>
                  <a:pt x="1174750" y="825500"/>
                </a:lnTo>
                <a:lnTo>
                  <a:pt x="523175" y="825500"/>
                </a:lnTo>
                <a:lnTo>
                  <a:pt x="493712" y="825500"/>
                </a:lnTo>
                <a:lnTo>
                  <a:pt x="493712" y="796255"/>
                </a:lnTo>
                <a:lnTo>
                  <a:pt x="493712" y="144462"/>
                </a:lnTo>
                <a:close/>
                <a:moveTo>
                  <a:pt x="207282" y="64825"/>
                </a:moveTo>
                <a:lnTo>
                  <a:pt x="207282" y="905277"/>
                </a:lnTo>
                <a:lnTo>
                  <a:pt x="1496106" y="905277"/>
                </a:lnTo>
                <a:lnTo>
                  <a:pt x="1496106" y="64825"/>
                </a:lnTo>
                <a:lnTo>
                  <a:pt x="207282" y="64825"/>
                </a:lnTo>
                <a:close/>
                <a:moveTo>
                  <a:pt x="846818" y="17453"/>
                </a:moveTo>
                <a:lnTo>
                  <a:pt x="845911" y="17679"/>
                </a:lnTo>
                <a:lnTo>
                  <a:pt x="844777" y="18133"/>
                </a:lnTo>
                <a:lnTo>
                  <a:pt x="843643" y="18586"/>
                </a:lnTo>
                <a:lnTo>
                  <a:pt x="841829" y="19946"/>
                </a:lnTo>
                <a:lnTo>
                  <a:pt x="840468" y="21986"/>
                </a:lnTo>
                <a:lnTo>
                  <a:pt x="839108" y="24479"/>
                </a:lnTo>
                <a:lnTo>
                  <a:pt x="838200" y="26973"/>
                </a:lnTo>
                <a:lnTo>
                  <a:pt x="837520" y="29919"/>
                </a:lnTo>
                <a:lnTo>
                  <a:pt x="837520" y="33319"/>
                </a:lnTo>
                <a:lnTo>
                  <a:pt x="837520" y="36266"/>
                </a:lnTo>
                <a:lnTo>
                  <a:pt x="838200" y="39439"/>
                </a:lnTo>
                <a:lnTo>
                  <a:pt x="839108" y="41932"/>
                </a:lnTo>
                <a:lnTo>
                  <a:pt x="840468" y="44199"/>
                </a:lnTo>
                <a:lnTo>
                  <a:pt x="841829" y="46465"/>
                </a:lnTo>
                <a:lnTo>
                  <a:pt x="843643" y="47825"/>
                </a:lnTo>
                <a:lnTo>
                  <a:pt x="844777" y="48279"/>
                </a:lnTo>
                <a:lnTo>
                  <a:pt x="845911" y="48732"/>
                </a:lnTo>
                <a:lnTo>
                  <a:pt x="846818" y="48959"/>
                </a:lnTo>
                <a:lnTo>
                  <a:pt x="847952" y="48959"/>
                </a:lnTo>
                <a:lnTo>
                  <a:pt x="865188" y="48959"/>
                </a:lnTo>
                <a:lnTo>
                  <a:pt x="866095" y="48959"/>
                </a:lnTo>
                <a:lnTo>
                  <a:pt x="867456" y="48732"/>
                </a:lnTo>
                <a:lnTo>
                  <a:pt x="868363" y="48279"/>
                </a:lnTo>
                <a:lnTo>
                  <a:pt x="869270" y="47825"/>
                </a:lnTo>
                <a:lnTo>
                  <a:pt x="871084" y="46465"/>
                </a:lnTo>
                <a:lnTo>
                  <a:pt x="872445" y="44199"/>
                </a:lnTo>
                <a:lnTo>
                  <a:pt x="874033" y="41932"/>
                </a:lnTo>
                <a:lnTo>
                  <a:pt x="874940" y="39439"/>
                </a:lnTo>
                <a:lnTo>
                  <a:pt x="875620" y="36266"/>
                </a:lnTo>
                <a:lnTo>
                  <a:pt x="875847" y="33319"/>
                </a:lnTo>
                <a:lnTo>
                  <a:pt x="875620" y="29919"/>
                </a:lnTo>
                <a:lnTo>
                  <a:pt x="874940" y="26973"/>
                </a:lnTo>
                <a:lnTo>
                  <a:pt x="874033" y="24479"/>
                </a:lnTo>
                <a:lnTo>
                  <a:pt x="872445" y="21986"/>
                </a:lnTo>
                <a:lnTo>
                  <a:pt x="871084" y="19946"/>
                </a:lnTo>
                <a:lnTo>
                  <a:pt x="869270" y="18586"/>
                </a:lnTo>
                <a:lnTo>
                  <a:pt x="868363" y="18133"/>
                </a:lnTo>
                <a:lnTo>
                  <a:pt x="867456" y="17679"/>
                </a:lnTo>
                <a:lnTo>
                  <a:pt x="866095" y="17453"/>
                </a:lnTo>
                <a:lnTo>
                  <a:pt x="865188" y="17453"/>
                </a:lnTo>
                <a:lnTo>
                  <a:pt x="847952" y="17453"/>
                </a:lnTo>
                <a:lnTo>
                  <a:pt x="846818" y="17453"/>
                </a:lnTo>
                <a:close/>
                <a:moveTo>
                  <a:pt x="203654" y="0"/>
                </a:moveTo>
                <a:lnTo>
                  <a:pt x="207282" y="0"/>
                </a:lnTo>
                <a:lnTo>
                  <a:pt x="1496106" y="0"/>
                </a:lnTo>
                <a:lnTo>
                  <a:pt x="1499961" y="0"/>
                </a:lnTo>
                <a:lnTo>
                  <a:pt x="1503363" y="227"/>
                </a:lnTo>
                <a:lnTo>
                  <a:pt x="1506765" y="680"/>
                </a:lnTo>
                <a:lnTo>
                  <a:pt x="1510167" y="1360"/>
                </a:lnTo>
                <a:lnTo>
                  <a:pt x="1513568" y="2040"/>
                </a:lnTo>
                <a:lnTo>
                  <a:pt x="1516743" y="2947"/>
                </a:lnTo>
                <a:lnTo>
                  <a:pt x="1520145" y="3853"/>
                </a:lnTo>
                <a:lnTo>
                  <a:pt x="1523093" y="4987"/>
                </a:lnTo>
                <a:lnTo>
                  <a:pt x="1526042" y="6347"/>
                </a:lnTo>
                <a:lnTo>
                  <a:pt x="1529217" y="7706"/>
                </a:lnTo>
                <a:lnTo>
                  <a:pt x="1531938" y="9293"/>
                </a:lnTo>
                <a:lnTo>
                  <a:pt x="1534886" y="10880"/>
                </a:lnTo>
                <a:lnTo>
                  <a:pt x="1537608" y="12693"/>
                </a:lnTo>
                <a:lnTo>
                  <a:pt x="1540102" y="14506"/>
                </a:lnTo>
                <a:lnTo>
                  <a:pt x="1542824" y="16546"/>
                </a:lnTo>
                <a:lnTo>
                  <a:pt x="1545092" y="18586"/>
                </a:lnTo>
                <a:lnTo>
                  <a:pt x="1547360" y="20626"/>
                </a:lnTo>
                <a:lnTo>
                  <a:pt x="1549627" y="22893"/>
                </a:lnTo>
                <a:lnTo>
                  <a:pt x="1551669" y="25386"/>
                </a:lnTo>
                <a:lnTo>
                  <a:pt x="1553483" y="27879"/>
                </a:lnTo>
                <a:lnTo>
                  <a:pt x="1555297" y="30372"/>
                </a:lnTo>
                <a:lnTo>
                  <a:pt x="1557111" y="33092"/>
                </a:lnTo>
                <a:lnTo>
                  <a:pt x="1558472" y="35812"/>
                </a:lnTo>
                <a:lnTo>
                  <a:pt x="1559833" y="38759"/>
                </a:lnTo>
                <a:lnTo>
                  <a:pt x="1561194" y="41479"/>
                </a:lnTo>
                <a:lnTo>
                  <a:pt x="1562101" y="44199"/>
                </a:lnTo>
                <a:lnTo>
                  <a:pt x="1563008" y="47372"/>
                </a:lnTo>
                <a:lnTo>
                  <a:pt x="1564142" y="50318"/>
                </a:lnTo>
                <a:lnTo>
                  <a:pt x="1564595" y="53718"/>
                </a:lnTo>
                <a:lnTo>
                  <a:pt x="1565049" y="56665"/>
                </a:lnTo>
                <a:lnTo>
                  <a:pt x="1565276" y="59838"/>
                </a:lnTo>
                <a:lnTo>
                  <a:pt x="1565502" y="63238"/>
                </a:lnTo>
                <a:lnTo>
                  <a:pt x="1565502" y="906864"/>
                </a:lnTo>
                <a:lnTo>
                  <a:pt x="1565276" y="910037"/>
                </a:lnTo>
                <a:lnTo>
                  <a:pt x="1565049" y="913437"/>
                </a:lnTo>
                <a:lnTo>
                  <a:pt x="1564595" y="916383"/>
                </a:lnTo>
                <a:lnTo>
                  <a:pt x="1564142" y="919783"/>
                </a:lnTo>
                <a:lnTo>
                  <a:pt x="1563008" y="922730"/>
                </a:lnTo>
                <a:lnTo>
                  <a:pt x="1562101" y="925676"/>
                </a:lnTo>
                <a:lnTo>
                  <a:pt x="1561194" y="928623"/>
                </a:lnTo>
                <a:lnTo>
                  <a:pt x="1559833" y="931343"/>
                </a:lnTo>
                <a:lnTo>
                  <a:pt x="1558472" y="934289"/>
                </a:lnTo>
                <a:lnTo>
                  <a:pt x="1557111" y="937009"/>
                </a:lnTo>
                <a:lnTo>
                  <a:pt x="1555297" y="939502"/>
                </a:lnTo>
                <a:lnTo>
                  <a:pt x="1553483" y="942222"/>
                </a:lnTo>
                <a:lnTo>
                  <a:pt x="1551669" y="944716"/>
                </a:lnTo>
                <a:lnTo>
                  <a:pt x="1549627" y="946982"/>
                </a:lnTo>
                <a:lnTo>
                  <a:pt x="1547360" y="949475"/>
                </a:lnTo>
                <a:lnTo>
                  <a:pt x="1545092" y="951515"/>
                </a:lnTo>
                <a:lnTo>
                  <a:pt x="1542824" y="953555"/>
                </a:lnTo>
                <a:lnTo>
                  <a:pt x="1540102" y="955369"/>
                </a:lnTo>
                <a:lnTo>
                  <a:pt x="1537608" y="957409"/>
                </a:lnTo>
                <a:lnTo>
                  <a:pt x="1534886" y="959222"/>
                </a:lnTo>
                <a:lnTo>
                  <a:pt x="1531938" y="960808"/>
                </a:lnTo>
                <a:lnTo>
                  <a:pt x="1529217" y="962168"/>
                </a:lnTo>
                <a:lnTo>
                  <a:pt x="1526042" y="963755"/>
                </a:lnTo>
                <a:lnTo>
                  <a:pt x="1523093" y="965115"/>
                </a:lnTo>
                <a:lnTo>
                  <a:pt x="1520145" y="966248"/>
                </a:lnTo>
                <a:lnTo>
                  <a:pt x="1516743" y="967155"/>
                </a:lnTo>
                <a:lnTo>
                  <a:pt x="1513568" y="967835"/>
                </a:lnTo>
                <a:lnTo>
                  <a:pt x="1510167" y="968515"/>
                </a:lnTo>
                <a:lnTo>
                  <a:pt x="1506765" y="969195"/>
                </a:lnTo>
                <a:lnTo>
                  <a:pt x="1503363" y="969648"/>
                </a:lnTo>
                <a:lnTo>
                  <a:pt x="1499961" y="969875"/>
                </a:lnTo>
                <a:lnTo>
                  <a:pt x="1496106" y="969875"/>
                </a:lnTo>
                <a:lnTo>
                  <a:pt x="1447347" y="969875"/>
                </a:lnTo>
                <a:lnTo>
                  <a:pt x="1447801" y="972141"/>
                </a:lnTo>
                <a:lnTo>
                  <a:pt x="1447801" y="974408"/>
                </a:lnTo>
                <a:lnTo>
                  <a:pt x="1447801" y="976901"/>
                </a:lnTo>
                <a:lnTo>
                  <a:pt x="1447347" y="979848"/>
                </a:lnTo>
                <a:lnTo>
                  <a:pt x="1496106" y="979848"/>
                </a:lnTo>
                <a:lnTo>
                  <a:pt x="1499735" y="979848"/>
                </a:lnTo>
                <a:lnTo>
                  <a:pt x="1503136" y="980074"/>
                </a:lnTo>
                <a:lnTo>
                  <a:pt x="1506538" y="980528"/>
                </a:lnTo>
                <a:lnTo>
                  <a:pt x="1509713" y="980981"/>
                </a:lnTo>
                <a:lnTo>
                  <a:pt x="1513115" y="981661"/>
                </a:lnTo>
                <a:lnTo>
                  <a:pt x="1516063" y="982568"/>
                </a:lnTo>
                <a:lnTo>
                  <a:pt x="1519238" y="983474"/>
                </a:lnTo>
                <a:lnTo>
                  <a:pt x="1521960" y="984608"/>
                </a:lnTo>
                <a:lnTo>
                  <a:pt x="1524681" y="985968"/>
                </a:lnTo>
                <a:lnTo>
                  <a:pt x="1527629" y="987328"/>
                </a:lnTo>
                <a:lnTo>
                  <a:pt x="1530124" y="988914"/>
                </a:lnTo>
                <a:lnTo>
                  <a:pt x="1532619" y="990501"/>
                </a:lnTo>
                <a:lnTo>
                  <a:pt x="1535113" y="992314"/>
                </a:lnTo>
                <a:lnTo>
                  <a:pt x="1537381" y="994354"/>
                </a:lnTo>
                <a:lnTo>
                  <a:pt x="1539649" y="996394"/>
                </a:lnTo>
                <a:lnTo>
                  <a:pt x="1541917" y="998434"/>
                </a:lnTo>
                <a:lnTo>
                  <a:pt x="1545999" y="1003194"/>
                </a:lnTo>
                <a:lnTo>
                  <a:pt x="1549854" y="1008407"/>
                </a:lnTo>
                <a:lnTo>
                  <a:pt x="1553256" y="1013847"/>
                </a:lnTo>
                <a:lnTo>
                  <a:pt x="1556431" y="1019740"/>
                </a:lnTo>
                <a:lnTo>
                  <a:pt x="1559152" y="1026086"/>
                </a:lnTo>
                <a:lnTo>
                  <a:pt x="1561420" y="1032886"/>
                </a:lnTo>
                <a:lnTo>
                  <a:pt x="1563688" y="1039686"/>
                </a:lnTo>
                <a:lnTo>
                  <a:pt x="1565502" y="1046939"/>
                </a:lnTo>
                <a:lnTo>
                  <a:pt x="1703388" y="1556695"/>
                </a:lnTo>
                <a:lnTo>
                  <a:pt x="1703388" y="1560095"/>
                </a:lnTo>
                <a:lnTo>
                  <a:pt x="1702935" y="1563722"/>
                </a:lnTo>
                <a:lnTo>
                  <a:pt x="1702708" y="1566895"/>
                </a:lnTo>
                <a:lnTo>
                  <a:pt x="1702027" y="1570068"/>
                </a:lnTo>
                <a:lnTo>
                  <a:pt x="1701347" y="1573468"/>
                </a:lnTo>
                <a:lnTo>
                  <a:pt x="1700440" y="1576641"/>
                </a:lnTo>
                <a:lnTo>
                  <a:pt x="1699306" y="1579815"/>
                </a:lnTo>
                <a:lnTo>
                  <a:pt x="1698172" y="1582761"/>
                </a:lnTo>
                <a:lnTo>
                  <a:pt x="1696585" y="1585934"/>
                </a:lnTo>
                <a:lnTo>
                  <a:pt x="1694997" y="1588654"/>
                </a:lnTo>
                <a:lnTo>
                  <a:pt x="1693410" y="1591374"/>
                </a:lnTo>
                <a:lnTo>
                  <a:pt x="1691822" y="1594321"/>
                </a:lnTo>
                <a:lnTo>
                  <a:pt x="1689781" y="1596814"/>
                </a:lnTo>
                <a:lnTo>
                  <a:pt x="1687740" y="1599307"/>
                </a:lnTo>
                <a:lnTo>
                  <a:pt x="1685472" y="1602027"/>
                </a:lnTo>
                <a:lnTo>
                  <a:pt x="1683204" y="1604294"/>
                </a:lnTo>
                <a:lnTo>
                  <a:pt x="1680710" y="1606334"/>
                </a:lnTo>
                <a:lnTo>
                  <a:pt x="1678442" y="1608600"/>
                </a:lnTo>
                <a:lnTo>
                  <a:pt x="1675720" y="1610640"/>
                </a:lnTo>
                <a:lnTo>
                  <a:pt x="1672999" y="1612454"/>
                </a:lnTo>
                <a:lnTo>
                  <a:pt x="1670277" y="1614040"/>
                </a:lnTo>
                <a:lnTo>
                  <a:pt x="1667329" y="1615853"/>
                </a:lnTo>
                <a:lnTo>
                  <a:pt x="1664381" y="1617440"/>
                </a:lnTo>
                <a:lnTo>
                  <a:pt x="1661433" y="1618573"/>
                </a:lnTo>
                <a:lnTo>
                  <a:pt x="1658031" y="1619707"/>
                </a:lnTo>
                <a:lnTo>
                  <a:pt x="1655083" y="1620840"/>
                </a:lnTo>
                <a:lnTo>
                  <a:pt x="1651681" y="1621747"/>
                </a:lnTo>
                <a:lnTo>
                  <a:pt x="1648279" y="1622653"/>
                </a:lnTo>
                <a:lnTo>
                  <a:pt x="1645104" y="1623333"/>
                </a:lnTo>
                <a:lnTo>
                  <a:pt x="1641476" y="1623560"/>
                </a:lnTo>
                <a:lnTo>
                  <a:pt x="1638074" y="1624013"/>
                </a:lnTo>
                <a:lnTo>
                  <a:pt x="1634445" y="1624013"/>
                </a:lnTo>
                <a:lnTo>
                  <a:pt x="68943" y="1624013"/>
                </a:lnTo>
                <a:lnTo>
                  <a:pt x="65314" y="1624013"/>
                </a:lnTo>
                <a:lnTo>
                  <a:pt x="61913" y="1623560"/>
                </a:lnTo>
                <a:lnTo>
                  <a:pt x="58511" y="1623333"/>
                </a:lnTo>
                <a:lnTo>
                  <a:pt x="55109" y="1622653"/>
                </a:lnTo>
                <a:lnTo>
                  <a:pt x="51934" y="1621747"/>
                </a:lnTo>
                <a:lnTo>
                  <a:pt x="48532" y="1620840"/>
                </a:lnTo>
                <a:lnTo>
                  <a:pt x="45357" y="1619707"/>
                </a:lnTo>
                <a:lnTo>
                  <a:pt x="41955" y="1618573"/>
                </a:lnTo>
                <a:lnTo>
                  <a:pt x="39007" y="1617440"/>
                </a:lnTo>
                <a:lnTo>
                  <a:pt x="36286" y="1615853"/>
                </a:lnTo>
                <a:lnTo>
                  <a:pt x="33111" y="1614040"/>
                </a:lnTo>
                <a:lnTo>
                  <a:pt x="30389" y="1612454"/>
                </a:lnTo>
                <a:lnTo>
                  <a:pt x="27668" y="1610640"/>
                </a:lnTo>
                <a:lnTo>
                  <a:pt x="25173" y="1608600"/>
                </a:lnTo>
                <a:lnTo>
                  <a:pt x="22679" y="1606334"/>
                </a:lnTo>
                <a:lnTo>
                  <a:pt x="20184" y="1604294"/>
                </a:lnTo>
                <a:lnTo>
                  <a:pt x="17916" y="1602027"/>
                </a:lnTo>
                <a:lnTo>
                  <a:pt x="15875" y="1599307"/>
                </a:lnTo>
                <a:lnTo>
                  <a:pt x="13607" y="1596814"/>
                </a:lnTo>
                <a:lnTo>
                  <a:pt x="11793" y="1594321"/>
                </a:lnTo>
                <a:lnTo>
                  <a:pt x="9979" y="1591374"/>
                </a:lnTo>
                <a:lnTo>
                  <a:pt x="8391" y="1588654"/>
                </a:lnTo>
                <a:lnTo>
                  <a:pt x="6804" y="1585934"/>
                </a:lnTo>
                <a:lnTo>
                  <a:pt x="5216" y="1582761"/>
                </a:lnTo>
                <a:lnTo>
                  <a:pt x="4082" y="1579815"/>
                </a:lnTo>
                <a:lnTo>
                  <a:pt x="2948" y="1576641"/>
                </a:lnTo>
                <a:lnTo>
                  <a:pt x="2041" y="1573468"/>
                </a:lnTo>
                <a:lnTo>
                  <a:pt x="1361" y="1570068"/>
                </a:lnTo>
                <a:lnTo>
                  <a:pt x="680" y="1566895"/>
                </a:lnTo>
                <a:lnTo>
                  <a:pt x="454" y="1563722"/>
                </a:lnTo>
                <a:lnTo>
                  <a:pt x="0" y="1560095"/>
                </a:lnTo>
                <a:lnTo>
                  <a:pt x="0" y="1556695"/>
                </a:lnTo>
                <a:lnTo>
                  <a:pt x="137886" y="1046939"/>
                </a:lnTo>
                <a:lnTo>
                  <a:pt x="140154" y="1040592"/>
                </a:lnTo>
                <a:lnTo>
                  <a:pt x="142422" y="1034019"/>
                </a:lnTo>
                <a:lnTo>
                  <a:pt x="144916" y="1027673"/>
                </a:lnTo>
                <a:lnTo>
                  <a:pt x="147864" y="1021780"/>
                </a:lnTo>
                <a:lnTo>
                  <a:pt x="150813" y="1016113"/>
                </a:lnTo>
                <a:lnTo>
                  <a:pt x="154214" y="1010447"/>
                </a:lnTo>
                <a:lnTo>
                  <a:pt x="158070" y="1005007"/>
                </a:lnTo>
                <a:lnTo>
                  <a:pt x="161925" y="1000474"/>
                </a:lnTo>
                <a:lnTo>
                  <a:pt x="166461" y="995714"/>
                </a:lnTo>
                <a:lnTo>
                  <a:pt x="168729" y="993901"/>
                </a:lnTo>
                <a:lnTo>
                  <a:pt x="171224" y="991634"/>
                </a:lnTo>
                <a:lnTo>
                  <a:pt x="173718" y="990047"/>
                </a:lnTo>
                <a:lnTo>
                  <a:pt x="176213" y="988234"/>
                </a:lnTo>
                <a:lnTo>
                  <a:pt x="178934" y="986874"/>
                </a:lnTo>
                <a:lnTo>
                  <a:pt x="181656" y="985288"/>
                </a:lnTo>
                <a:lnTo>
                  <a:pt x="184604" y="983928"/>
                </a:lnTo>
                <a:lnTo>
                  <a:pt x="187552" y="982794"/>
                </a:lnTo>
                <a:lnTo>
                  <a:pt x="190500" y="981888"/>
                </a:lnTo>
                <a:lnTo>
                  <a:pt x="193675" y="981208"/>
                </a:lnTo>
                <a:lnTo>
                  <a:pt x="196850" y="980528"/>
                </a:lnTo>
                <a:lnTo>
                  <a:pt x="200252" y="980074"/>
                </a:lnTo>
                <a:lnTo>
                  <a:pt x="203654" y="979848"/>
                </a:lnTo>
                <a:lnTo>
                  <a:pt x="207282" y="979848"/>
                </a:lnTo>
                <a:lnTo>
                  <a:pt x="256041" y="979848"/>
                </a:lnTo>
                <a:lnTo>
                  <a:pt x="255815" y="976901"/>
                </a:lnTo>
                <a:lnTo>
                  <a:pt x="255588" y="974408"/>
                </a:lnTo>
                <a:lnTo>
                  <a:pt x="255588" y="972141"/>
                </a:lnTo>
                <a:lnTo>
                  <a:pt x="256041" y="969875"/>
                </a:lnTo>
                <a:lnTo>
                  <a:pt x="207282" y="969875"/>
                </a:lnTo>
                <a:lnTo>
                  <a:pt x="203654" y="969875"/>
                </a:lnTo>
                <a:lnTo>
                  <a:pt x="200252" y="969648"/>
                </a:lnTo>
                <a:lnTo>
                  <a:pt x="196624" y="969195"/>
                </a:lnTo>
                <a:lnTo>
                  <a:pt x="193222" y="968515"/>
                </a:lnTo>
                <a:lnTo>
                  <a:pt x="189820" y="967835"/>
                </a:lnTo>
                <a:lnTo>
                  <a:pt x="186645" y="967155"/>
                </a:lnTo>
                <a:lnTo>
                  <a:pt x="183243" y="966248"/>
                </a:lnTo>
                <a:lnTo>
                  <a:pt x="180295" y="965115"/>
                </a:lnTo>
                <a:lnTo>
                  <a:pt x="177347" y="963755"/>
                </a:lnTo>
                <a:lnTo>
                  <a:pt x="174172" y="962168"/>
                </a:lnTo>
                <a:lnTo>
                  <a:pt x="171450" y="960808"/>
                </a:lnTo>
                <a:lnTo>
                  <a:pt x="168502" y="959222"/>
                </a:lnTo>
                <a:lnTo>
                  <a:pt x="165781" y="957409"/>
                </a:lnTo>
                <a:lnTo>
                  <a:pt x="163286" y="955369"/>
                </a:lnTo>
                <a:lnTo>
                  <a:pt x="160564" y="953555"/>
                </a:lnTo>
                <a:lnTo>
                  <a:pt x="158297" y="951515"/>
                </a:lnTo>
                <a:lnTo>
                  <a:pt x="156029" y="949475"/>
                </a:lnTo>
                <a:lnTo>
                  <a:pt x="153761" y="946982"/>
                </a:lnTo>
                <a:lnTo>
                  <a:pt x="151720" y="944716"/>
                </a:lnTo>
                <a:lnTo>
                  <a:pt x="149906" y="942222"/>
                </a:lnTo>
                <a:lnTo>
                  <a:pt x="148091" y="939502"/>
                </a:lnTo>
                <a:lnTo>
                  <a:pt x="146277" y="937009"/>
                </a:lnTo>
                <a:lnTo>
                  <a:pt x="144916" y="934289"/>
                </a:lnTo>
                <a:lnTo>
                  <a:pt x="143556" y="931343"/>
                </a:lnTo>
                <a:lnTo>
                  <a:pt x="142195" y="928623"/>
                </a:lnTo>
                <a:lnTo>
                  <a:pt x="141288" y="925676"/>
                </a:lnTo>
                <a:lnTo>
                  <a:pt x="140381" y="922730"/>
                </a:lnTo>
                <a:lnTo>
                  <a:pt x="139247" y="919783"/>
                </a:lnTo>
                <a:lnTo>
                  <a:pt x="138793" y="916383"/>
                </a:lnTo>
                <a:lnTo>
                  <a:pt x="138339" y="913437"/>
                </a:lnTo>
                <a:lnTo>
                  <a:pt x="138113" y="910037"/>
                </a:lnTo>
                <a:lnTo>
                  <a:pt x="137886" y="906864"/>
                </a:lnTo>
                <a:lnTo>
                  <a:pt x="137886" y="63238"/>
                </a:lnTo>
                <a:lnTo>
                  <a:pt x="138113" y="59838"/>
                </a:lnTo>
                <a:lnTo>
                  <a:pt x="138339" y="56665"/>
                </a:lnTo>
                <a:lnTo>
                  <a:pt x="138793" y="53718"/>
                </a:lnTo>
                <a:lnTo>
                  <a:pt x="139247" y="50318"/>
                </a:lnTo>
                <a:lnTo>
                  <a:pt x="140381" y="47372"/>
                </a:lnTo>
                <a:lnTo>
                  <a:pt x="141288" y="44199"/>
                </a:lnTo>
                <a:lnTo>
                  <a:pt x="142195" y="41479"/>
                </a:lnTo>
                <a:lnTo>
                  <a:pt x="143556" y="38759"/>
                </a:lnTo>
                <a:lnTo>
                  <a:pt x="144916" y="35812"/>
                </a:lnTo>
                <a:lnTo>
                  <a:pt x="146277" y="33092"/>
                </a:lnTo>
                <a:lnTo>
                  <a:pt x="148091" y="30372"/>
                </a:lnTo>
                <a:lnTo>
                  <a:pt x="149906" y="27879"/>
                </a:lnTo>
                <a:lnTo>
                  <a:pt x="151720" y="25386"/>
                </a:lnTo>
                <a:lnTo>
                  <a:pt x="153761" y="22893"/>
                </a:lnTo>
                <a:lnTo>
                  <a:pt x="156029" y="20626"/>
                </a:lnTo>
                <a:lnTo>
                  <a:pt x="158297" y="18586"/>
                </a:lnTo>
                <a:lnTo>
                  <a:pt x="160564" y="16546"/>
                </a:lnTo>
                <a:lnTo>
                  <a:pt x="163286" y="14506"/>
                </a:lnTo>
                <a:lnTo>
                  <a:pt x="165781" y="12693"/>
                </a:lnTo>
                <a:lnTo>
                  <a:pt x="168502" y="10880"/>
                </a:lnTo>
                <a:lnTo>
                  <a:pt x="171450" y="9293"/>
                </a:lnTo>
                <a:lnTo>
                  <a:pt x="174172" y="7706"/>
                </a:lnTo>
                <a:lnTo>
                  <a:pt x="177347" y="6347"/>
                </a:lnTo>
                <a:lnTo>
                  <a:pt x="180295" y="4987"/>
                </a:lnTo>
                <a:lnTo>
                  <a:pt x="183243" y="3853"/>
                </a:lnTo>
                <a:lnTo>
                  <a:pt x="186645" y="2947"/>
                </a:lnTo>
                <a:lnTo>
                  <a:pt x="189820" y="2040"/>
                </a:lnTo>
                <a:lnTo>
                  <a:pt x="193222" y="1360"/>
                </a:lnTo>
                <a:lnTo>
                  <a:pt x="196624" y="680"/>
                </a:lnTo>
                <a:lnTo>
                  <a:pt x="200252" y="227"/>
                </a:lnTo>
                <a:lnTo>
                  <a:pt x="203654" y="0"/>
                </a:lnTo>
                <a:close/>
              </a:path>
            </a:pathLst>
          </a:custGeom>
          <a:solidFill>
            <a:schemeClr val="accent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21" name="文本框 20">
            <a:extLst>
              <a:ext uri="{FF2B5EF4-FFF2-40B4-BE49-F238E27FC236}">
                <a16:creationId xmlns:a16="http://schemas.microsoft.com/office/drawing/2014/main" id="{D71A9400-B470-1504-667F-273FEB2A2D5B}"/>
              </a:ext>
            </a:extLst>
          </p:cNvPr>
          <p:cNvSpPr txBox="1"/>
          <p:nvPr/>
        </p:nvSpPr>
        <p:spPr>
          <a:xfrm>
            <a:off x="1522955" y="188731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22" name="矩形 21">
            <a:extLst>
              <a:ext uri="{FF2B5EF4-FFF2-40B4-BE49-F238E27FC236}">
                <a16:creationId xmlns:a16="http://schemas.microsoft.com/office/drawing/2014/main" id="{24658C36-470B-D0DE-A21E-FE1B38740B4C}"/>
              </a:ext>
            </a:extLst>
          </p:cNvPr>
          <p:cNvSpPr/>
          <p:nvPr/>
        </p:nvSpPr>
        <p:spPr>
          <a:xfrm>
            <a:off x="1522955" y="1487209"/>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23" name="文本占位符 33">
            <a:extLst>
              <a:ext uri="{FF2B5EF4-FFF2-40B4-BE49-F238E27FC236}">
                <a16:creationId xmlns:a16="http://schemas.microsoft.com/office/drawing/2014/main" id="{70867633-A165-60B0-4D4B-A722D615AB92}"/>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653642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1_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D1E0799C-88B5-778B-8130-522EBB774304}"/>
              </a:ext>
            </a:extLst>
          </p:cNvPr>
          <p:cNvSpPr>
            <a:spLocks noGrp="1"/>
          </p:cNvSpPr>
          <p:nvPr>
            <p:ph type="body" idx="1"/>
          </p:nvPr>
        </p:nvSpPr>
        <p:spPr>
          <a:xfrm>
            <a:off x="475556" y="805042"/>
            <a:ext cx="576446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5" name="文本占位符 4">
            <a:extLst>
              <a:ext uri="{FF2B5EF4-FFF2-40B4-BE49-F238E27FC236}">
                <a16:creationId xmlns:a16="http://schemas.microsoft.com/office/drawing/2014/main" id="{74386F69-B5F8-12CD-152E-8D9FEF85256A}"/>
              </a:ext>
            </a:extLst>
          </p:cNvPr>
          <p:cNvSpPr>
            <a:spLocks noGrp="1"/>
          </p:cNvSpPr>
          <p:nvPr>
            <p:ph type="body" sz="quarter" idx="3"/>
          </p:nvPr>
        </p:nvSpPr>
        <p:spPr>
          <a:xfrm>
            <a:off x="5997575" y="805042"/>
            <a:ext cx="5792849"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 name="任意多边形 19">
            <a:extLst>
              <a:ext uri="{FF2B5EF4-FFF2-40B4-BE49-F238E27FC236}">
                <a16:creationId xmlns:a16="http://schemas.microsoft.com/office/drawing/2014/main" id="{194BB307-7CD2-0519-F987-EE1B3B952F06}"/>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18">
            <a:extLst>
              <a:ext uri="{FF2B5EF4-FFF2-40B4-BE49-F238E27FC236}">
                <a16:creationId xmlns:a16="http://schemas.microsoft.com/office/drawing/2014/main" id="{68ADC1FD-0F37-4839-9AB3-038B698024CC}"/>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2" name="组合 11">
            <a:extLst>
              <a:ext uri="{FF2B5EF4-FFF2-40B4-BE49-F238E27FC236}">
                <a16:creationId xmlns:a16="http://schemas.microsoft.com/office/drawing/2014/main" id="{9F91ADBE-8918-2609-78D9-55A6BE6320CC}"/>
              </a:ext>
            </a:extLst>
          </p:cNvPr>
          <p:cNvGrpSpPr/>
          <p:nvPr/>
        </p:nvGrpSpPr>
        <p:grpSpPr>
          <a:xfrm>
            <a:off x="123826" y="59558"/>
            <a:ext cx="593817" cy="593817"/>
            <a:chOff x="1131485" y="2234042"/>
            <a:chExt cx="1607262" cy="1607262"/>
          </a:xfrm>
        </p:grpSpPr>
        <p:sp>
          <p:nvSpPr>
            <p:cNvPr id="13" name="椭圆 12">
              <a:extLst>
                <a:ext uri="{FF2B5EF4-FFF2-40B4-BE49-F238E27FC236}">
                  <a16:creationId xmlns:a16="http://schemas.microsoft.com/office/drawing/2014/main" id="{F7238A78-91CC-3469-8ACD-6FB398078677}"/>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椭圆 13">
              <a:extLst>
                <a:ext uri="{FF2B5EF4-FFF2-40B4-BE49-F238E27FC236}">
                  <a16:creationId xmlns:a16="http://schemas.microsoft.com/office/drawing/2014/main" id="{0CB65898-6F95-A19E-C383-8D85C381FA6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5" name="KSO_Shape">
              <a:extLst>
                <a:ext uri="{FF2B5EF4-FFF2-40B4-BE49-F238E27FC236}">
                  <a16:creationId xmlns:a16="http://schemas.microsoft.com/office/drawing/2014/main" id="{11EF4BB9-E978-B4F6-BBBE-F67FDD7A6C8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6" name="文本占位符 33">
            <a:extLst>
              <a:ext uri="{FF2B5EF4-FFF2-40B4-BE49-F238E27FC236}">
                <a16:creationId xmlns:a16="http://schemas.microsoft.com/office/drawing/2014/main" id="{45330A77-8349-E793-AD39-6A80D7C2A9E6}"/>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18" name="内容占位符 17">
            <a:extLst>
              <a:ext uri="{FF2B5EF4-FFF2-40B4-BE49-F238E27FC236}">
                <a16:creationId xmlns:a16="http://schemas.microsoft.com/office/drawing/2014/main" id="{39B611A7-CF8D-CAA4-3A4F-F0188DF8C894}"/>
              </a:ext>
            </a:extLst>
          </p:cNvPr>
          <p:cNvSpPr>
            <a:spLocks noGrp="1"/>
          </p:cNvSpPr>
          <p:nvPr>
            <p:ph sz="quarter" idx="19"/>
          </p:nvPr>
        </p:nvSpPr>
        <p:spPr>
          <a:xfrm>
            <a:off x="588963" y="1773239"/>
            <a:ext cx="4859337"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0" name="内容占位符 19">
            <a:extLst>
              <a:ext uri="{FF2B5EF4-FFF2-40B4-BE49-F238E27FC236}">
                <a16:creationId xmlns:a16="http://schemas.microsoft.com/office/drawing/2014/main" id="{FFFB7F56-3D87-E611-ED81-25826319A38C}"/>
              </a:ext>
            </a:extLst>
          </p:cNvPr>
          <p:cNvSpPr>
            <a:spLocks noGrp="1"/>
          </p:cNvSpPr>
          <p:nvPr>
            <p:ph sz="quarter" idx="20"/>
          </p:nvPr>
        </p:nvSpPr>
        <p:spPr>
          <a:xfrm>
            <a:off x="6029325" y="1773238"/>
            <a:ext cx="5184775"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6740451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3_两栏内容">
    <p:spTree>
      <p:nvGrpSpPr>
        <p:cNvPr id="1" name=""/>
        <p:cNvGrpSpPr/>
        <p:nvPr/>
      </p:nvGrpSpPr>
      <p:grpSpPr>
        <a:xfrm>
          <a:off x="0" y="0"/>
          <a:ext cx="0" cy="0"/>
          <a:chOff x="0" y="0"/>
          <a:chExt cx="0" cy="0"/>
        </a:xfrm>
      </p:grpSpPr>
      <p:sp>
        <p:nvSpPr>
          <p:cNvPr id="8" name="任意多边形 19">
            <a:extLst>
              <a:ext uri="{FF2B5EF4-FFF2-40B4-BE49-F238E27FC236}">
                <a16:creationId xmlns:a16="http://schemas.microsoft.com/office/drawing/2014/main" id="{EE0614DB-9D87-BA32-305F-D8C6D877FACF}"/>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18">
            <a:extLst>
              <a:ext uri="{FF2B5EF4-FFF2-40B4-BE49-F238E27FC236}">
                <a16:creationId xmlns:a16="http://schemas.microsoft.com/office/drawing/2014/main" id="{0AF01672-87F1-53FC-32DB-980A43595565}"/>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C36251E7-C68A-8CC4-D7FC-DAE79C14289E}"/>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222E1E72-88E6-9EB4-8F00-F11EC9617B3E}"/>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BB8A1FC4-F4C1-6538-2F58-F8E69B23D3F4}"/>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E6E512C7-2AA9-7999-05F9-A0A5915CB5F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文本占位符 33">
            <a:extLst>
              <a:ext uri="{FF2B5EF4-FFF2-40B4-BE49-F238E27FC236}">
                <a16:creationId xmlns:a16="http://schemas.microsoft.com/office/drawing/2014/main" id="{88587556-2378-6E30-C450-EBCB9B97ABC5}"/>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16" name="内容占位符 15">
            <a:extLst>
              <a:ext uri="{FF2B5EF4-FFF2-40B4-BE49-F238E27FC236}">
                <a16:creationId xmlns:a16="http://schemas.microsoft.com/office/drawing/2014/main" id="{00D3208F-8B49-369D-47AA-F2C59F29C321}"/>
              </a:ext>
            </a:extLst>
          </p:cNvPr>
          <p:cNvSpPr>
            <a:spLocks noGrp="1"/>
          </p:cNvSpPr>
          <p:nvPr>
            <p:ph sz="quarter" idx="19"/>
          </p:nvPr>
        </p:nvSpPr>
        <p:spPr>
          <a:xfrm>
            <a:off x="850900" y="1052513"/>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7" name="内容占位符 15">
            <a:extLst>
              <a:ext uri="{FF2B5EF4-FFF2-40B4-BE49-F238E27FC236}">
                <a16:creationId xmlns:a16="http://schemas.microsoft.com/office/drawing/2014/main" id="{8522F3B8-E67B-71A4-4BB2-BA1677F94C91}"/>
              </a:ext>
            </a:extLst>
          </p:cNvPr>
          <p:cNvSpPr>
            <a:spLocks noGrp="1"/>
          </p:cNvSpPr>
          <p:nvPr>
            <p:ph sz="quarter" idx="20"/>
          </p:nvPr>
        </p:nvSpPr>
        <p:spPr>
          <a:xfrm>
            <a:off x="6508741" y="1022797"/>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882478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98A6422-A47C-BBC9-ACC4-72588C812E4A}"/>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a:extLst>
              <a:ext uri="{FF2B5EF4-FFF2-40B4-BE49-F238E27FC236}">
                <a16:creationId xmlns:a16="http://schemas.microsoft.com/office/drawing/2014/main" id="{9937AFAB-7A84-DF9A-879B-2A7100C681AF}"/>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13">
            <a:extLst>
              <a:ext uri="{FF2B5EF4-FFF2-40B4-BE49-F238E27FC236}">
                <a16:creationId xmlns:a16="http://schemas.microsoft.com/office/drawing/2014/main" id="{57273606-30FD-726A-B5E5-5880343FE394}"/>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14">
            <a:extLst>
              <a:ext uri="{FF2B5EF4-FFF2-40B4-BE49-F238E27FC236}">
                <a16:creationId xmlns:a16="http://schemas.microsoft.com/office/drawing/2014/main" id="{014868D7-6268-3673-19F7-C28778739228}"/>
              </a:ext>
            </a:extLst>
          </p:cNvPr>
          <p:cNvSpPr/>
          <p:nvPr/>
        </p:nvSpPr>
        <p:spPr>
          <a:xfrm rot="12343551">
            <a:off x="7027488" y="2611931"/>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E299118-E489-728C-C7DE-7AA0E34E3619}"/>
              </a:ext>
            </a:extLst>
          </p:cNvPr>
          <p:cNvSpPr/>
          <p:nvPr/>
        </p:nvSpPr>
        <p:spPr>
          <a:xfrm>
            <a:off x="2322499" y="3086100"/>
            <a:ext cx="7486650" cy="1409700"/>
          </a:xfrm>
          <a:prstGeom prst="rect">
            <a:avLst/>
          </a:prstGeom>
          <a:solidFill>
            <a:srgbClr val="16D1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6A7E97D-9532-BCD0-82A4-C8E950C06CED}"/>
              </a:ext>
            </a:extLst>
          </p:cNvPr>
          <p:cNvSpPr/>
          <p:nvPr/>
        </p:nvSpPr>
        <p:spPr>
          <a:xfrm>
            <a:off x="4668031" y="1809750"/>
            <a:ext cx="3676650" cy="704850"/>
          </a:xfrm>
          <a:prstGeom prst="rect">
            <a:avLst/>
          </a:prstGeom>
          <a:solidFill>
            <a:srgbClr val="0BB8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7D668D99-50AC-395B-7778-1DA46938562A}"/>
              </a:ext>
            </a:extLst>
          </p:cNvPr>
          <p:cNvSpPr txBox="1"/>
          <p:nvPr/>
        </p:nvSpPr>
        <p:spPr>
          <a:xfrm>
            <a:off x="5024219" y="1839009"/>
            <a:ext cx="3108543" cy="646331"/>
          </a:xfrm>
          <a:prstGeom prst="rect">
            <a:avLst/>
          </a:prstGeom>
          <a:noFill/>
        </p:spPr>
        <p:txBody>
          <a:bodyPr wrap="none" rtlCol="0">
            <a:spAutoFit/>
          </a:bodyPr>
          <a:lstStyle/>
          <a:p>
            <a:r>
              <a:rPr lang="en-US" altLang="zh-CN" sz="3600" b="1">
                <a:solidFill>
                  <a:schemeClr val="bg1"/>
                </a:solidFill>
              </a:rPr>
              <a:t>WEB</a:t>
            </a:r>
            <a:r>
              <a:rPr lang="zh-CN" altLang="en-US" sz="3600" b="1">
                <a:solidFill>
                  <a:schemeClr val="bg1"/>
                </a:solidFill>
              </a:rPr>
              <a:t>项目应用</a:t>
            </a:r>
            <a:endParaRPr lang="zh-CN" altLang="en-US" sz="3600" b="1" dirty="0">
              <a:solidFill>
                <a:schemeClr val="bg1"/>
              </a:solidFill>
            </a:endParaRPr>
          </a:p>
        </p:txBody>
      </p:sp>
      <p:sp>
        <p:nvSpPr>
          <p:cNvPr id="13" name="圆角矩形 15">
            <a:extLst>
              <a:ext uri="{FF2B5EF4-FFF2-40B4-BE49-F238E27FC236}">
                <a16:creationId xmlns:a16="http://schemas.microsoft.com/office/drawing/2014/main" id="{A8215550-1B60-B2DD-3069-44FE3FBB93EE}"/>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6">
            <a:extLst>
              <a:ext uri="{FF2B5EF4-FFF2-40B4-BE49-F238E27FC236}">
                <a16:creationId xmlns:a16="http://schemas.microsoft.com/office/drawing/2014/main" id="{5457683F-60F4-AA94-2B81-A47C48184527}"/>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7">
            <a:extLst>
              <a:ext uri="{FF2B5EF4-FFF2-40B4-BE49-F238E27FC236}">
                <a16:creationId xmlns:a16="http://schemas.microsoft.com/office/drawing/2014/main" id="{C74E6A63-4082-E91F-71A0-E3D26C018747}"/>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a:extLst>
              <a:ext uri="{FF2B5EF4-FFF2-40B4-BE49-F238E27FC236}">
                <a16:creationId xmlns:a16="http://schemas.microsoft.com/office/drawing/2014/main" id="{AAFE492F-316A-15E2-40A2-70EB2728668F}"/>
              </a:ext>
            </a:extLst>
          </p:cNvPr>
          <p:cNvPicPr>
            <a:picLocks noChangeAspect="1"/>
          </p:cNvPicPr>
          <p:nvPr/>
        </p:nvPicPr>
        <p:blipFill>
          <a:blip r:embed="rId2"/>
          <a:stretch>
            <a:fillRect/>
          </a:stretch>
        </p:blipFill>
        <p:spPr>
          <a:xfrm>
            <a:off x="10419082" y="1714381"/>
            <a:ext cx="1382656" cy="722752"/>
          </a:xfrm>
          <a:prstGeom prst="rect">
            <a:avLst/>
          </a:prstGeom>
        </p:spPr>
      </p:pic>
      <p:pic>
        <p:nvPicPr>
          <p:cNvPr id="17" name="图片 16">
            <a:extLst>
              <a:ext uri="{FF2B5EF4-FFF2-40B4-BE49-F238E27FC236}">
                <a16:creationId xmlns:a16="http://schemas.microsoft.com/office/drawing/2014/main" id="{146909AE-E5DD-4FD0-C0D5-6DE4BC653C39}"/>
              </a:ext>
            </a:extLst>
          </p:cNvPr>
          <p:cNvPicPr>
            <a:picLocks noChangeAspect="1"/>
          </p:cNvPicPr>
          <p:nvPr/>
        </p:nvPicPr>
        <p:blipFill>
          <a:blip r:embed="rId3"/>
          <a:stretch>
            <a:fillRect/>
          </a:stretch>
        </p:blipFill>
        <p:spPr>
          <a:xfrm>
            <a:off x="8349401" y="5183329"/>
            <a:ext cx="853056" cy="955423"/>
          </a:xfrm>
          <a:prstGeom prst="rect">
            <a:avLst/>
          </a:prstGeom>
        </p:spPr>
      </p:pic>
      <p:pic>
        <p:nvPicPr>
          <p:cNvPr id="18" name="图片 17">
            <a:extLst>
              <a:ext uri="{FF2B5EF4-FFF2-40B4-BE49-F238E27FC236}">
                <a16:creationId xmlns:a16="http://schemas.microsoft.com/office/drawing/2014/main" id="{6D92C32F-DB3C-76F5-9E75-A62B5F3115B4}"/>
              </a:ext>
            </a:extLst>
          </p:cNvPr>
          <p:cNvPicPr>
            <a:picLocks noChangeAspect="1"/>
          </p:cNvPicPr>
          <p:nvPr/>
        </p:nvPicPr>
        <p:blipFill>
          <a:blip r:embed="rId4"/>
          <a:stretch>
            <a:fillRect/>
          </a:stretch>
        </p:blipFill>
        <p:spPr>
          <a:xfrm>
            <a:off x="890143" y="3665064"/>
            <a:ext cx="859275" cy="838317"/>
          </a:xfrm>
          <a:prstGeom prst="rect">
            <a:avLst/>
          </a:prstGeom>
        </p:spPr>
      </p:pic>
      <p:pic>
        <p:nvPicPr>
          <p:cNvPr id="19" name="图片 18">
            <a:extLst>
              <a:ext uri="{FF2B5EF4-FFF2-40B4-BE49-F238E27FC236}">
                <a16:creationId xmlns:a16="http://schemas.microsoft.com/office/drawing/2014/main" id="{BEC59258-3E18-59B6-6983-FCC0CC72A40E}"/>
              </a:ext>
            </a:extLst>
          </p:cNvPr>
          <p:cNvPicPr>
            <a:picLocks noChangeAspect="1"/>
          </p:cNvPicPr>
          <p:nvPr/>
        </p:nvPicPr>
        <p:blipFill>
          <a:blip r:embed="rId5"/>
          <a:stretch>
            <a:fillRect/>
          </a:stretch>
        </p:blipFill>
        <p:spPr>
          <a:xfrm rot="17799553">
            <a:off x="9870073" y="4509546"/>
            <a:ext cx="1137767" cy="338255"/>
          </a:xfrm>
          <a:prstGeom prst="rect">
            <a:avLst/>
          </a:prstGeom>
        </p:spPr>
      </p:pic>
      <p:pic>
        <p:nvPicPr>
          <p:cNvPr id="20" name="图片 19">
            <a:extLst>
              <a:ext uri="{FF2B5EF4-FFF2-40B4-BE49-F238E27FC236}">
                <a16:creationId xmlns:a16="http://schemas.microsoft.com/office/drawing/2014/main" id="{204929AB-CAC9-1438-E7A6-2B587E8CF0FF}"/>
              </a:ext>
            </a:extLst>
          </p:cNvPr>
          <p:cNvPicPr>
            <a:picLocks noChangeAspect="1"/>
          </p:cNvPicPr>
          <p:nvPr/>
        </p:nvPicPr>
        <p:blipFill>
          <a:blip r:embed="rId6"/>
          <a:srcRect r="738"/>
          <a:stretch>
            <a:fillRect/>
          </a:stretch>
        </p:blipFill>
        <p:spPr>
          <a:xfrm rot="18097123">
            <a:off x="8951789" y="-150299"/>
            <a:ext cx="1133310" cy="830351"/>
          </a:xfrm>
          <a:custGeom>
            <a:avLst/>
            <a:gdLst>
              <a:gd name="connsiteX0" fmla="*/ 622100 w 1133310"/>
              <a:gd name="connsiteY0" fmla="*/ 0 h 830351"/>
              <a:gd name="connsiteX1" fmla="*/ 1133310 w 1133310"/>
              <a:gd name="connsiteY1" fmla="*/ 830351 h 830351"/>
              <a:gd name="connsiteX2" fmla="*/ 0 w 1133310"/>
              <a:gd name="connsiteY2" fmla="*/ 830351 h 830351"/>
              <a:gd name="connsiteX3" fmla="*/ 0 w 1133310"/>
              <a:gd name="connsiteY3" fmla="*/ 0 h 830351"/>
            </a:gdLst>
            <a:ahLst/>
            <a:cxnLst>
              <a:cxn ang="0">
                <a:pos x="connsiteX0" y="connsiteY0"/>
              </a:cxn>
              <a:cxn ang="0">
                <a:pos x="connsiteX1" y="connsiteY1"/>
              </a:cxn>
              <a:cxn ang="0">
                <a:pos x="connsiteX2" y="connsiteY2"/>
              </a:cxn>
              <a:cxn ang="0">
                <a:pos x="connsiteX3" y="connsiteY3"/>
              </a:cxn>
            </a:cxnLst>
            <a:rect l="l" t="t" r="r" b="b"/>
            <a:pathLst>
              <a:path w="1133310" h="830351">
                <a:moveTo>
                  <a:pt x="622100" y="0"/>
                </a:moveTo>
                <a:lnTo>
                  <a:pt x="1133310" y="830351"/>
                </a:lnTo>
                <a:lnTo>
                  <a:pt x="0" y="830351"/>
                </a:lnTo>
                <a:lnTo>
                  <a:pt x="0" y="0"/>
                </a:lnTo>
                <a:close/>
              </a:path>
            </a:pathLst>
          </a:custGeom>
        </p:spPr>
      </p:pic>
      <p:pic>
        <p:nvPicPr>
          <p:cNvPr id="21" name="图片 20">
            <a:extLst>
              <a:ext uri="{FF2B5EF4-FFF2-40B4-BE49-F238E27FC236}">
                <a16:creationId xmlns:a16="http://schemas.microsoft.com/office/drawing/2014/main" id="{DE7C47BC-D2E9-383C-9BE0-9EA61CF152B1}"/>
              </a:ext>
            </a:extLst>
          </p:cNvPr>
          <p:cNvPicPr>
            <a:picLocks noChangeAspect="1"/>
          </p:cNvPicPr>
          <p:nvPr/>
        </p:nvPicPr>
        <p:blipFill>
          <a:blip r:embed="rId7"/>
          <a:stretch>
            <a:fillRect/>
          </a:stretch>
        </p:blipFill>
        <p:spPr>
          <a:xfrm rot="20757592">
            <a:off x="2535883" y="2102960"/>
            <a:ext cx="741426" cy="741426"/>
          </a:xfrm>
          <a:prstGeom prst="rect">
            <a:avLst/>
          </a:prstGeom>
        </p:spPr>
      </p:pic>
      <p:sp>
        <p:nvSpPr>
          <p:cNvPr id="22" name="矩形 21">
            <a:extLst>
              <a:ext uri="{FF2B5EF4-FFF2-40B4-BE49-F238E27FC236}">
                <a16:creationId xmlns:a16="http://schemas.microsoft.com/office/drawing/2014/main" id="{D657758A-2648-9144-5866-C42BA5E40CF2}"/>
              </a:ext>
            </a:extLst>
          </p:cNvPr>
          <p:cNvSpPr/>
          <p:nvPr/>
        </p:nvSpPr>
        <p:spPr>
          <a:xfrm>
            <a:off x="2686831" y="2514600"/>
            <a:ext cx="7486650" cy="1409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794F7869-4CC9-E1C2-C693-D4267AF4E384}"/>
              </a:ext>
            </a:extLst>
          </p:cNvPr>
          <p:cNvSpPr txBox="1"/>
          <p:nvPr/>
        </p:nvSpPr>
        <p:spPr>
          <a:xfrm>
            <a:off x="2837287" y="2743110"/>
            <a:ext cx="7201671" cy="923330"/>
          </a:xfrm>
          <a:prstGeom prst="rect">
            <a:avLst/>
          </a:prstGeom>
          <a:noFill/>
        </p:spPr>
        <p:txBody>
          <a:bodyPr wrap="square" rtlCol="0">
            <a:spAutoFit/>
          </a:bodyPr>
          <a:lstStyle/>
          <a:p>
            <a:pPr algn="ctr"/>
            <a:r>
              <a:rPr lang="en-US" altLang="zh-CN" sz="5400" b="1">
                <a:solidFill>
                  <a:schemeClr val="accent1"/>
                </a:solidFill>
              </a:rPr>
              <a:t>END</a:t>
            </a:r>
            <a:endParaRPr lang="zh-CN" altLang="en-US" sz="5400" b="1" dirty="0">
              <a:solidFill>
                <a:schemeClr val="accent1"/>
              </a:solidFill>
            </a:endParaRPr>
          </a:p>
        </p:txBody>
      </p:sp>
    </p:spTree>
    <p:extLst>
      <p:ext uri="{BB962C8B-B14F-4D97-AF65-F5344CB8AC3E}">
        <p14:creationId xmlns:p14="http://schemas.microsoft.com/office/powerpoint/2010/main" val="13537237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1_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14C33A-652D-D6EA-75FB-20BA539CE8B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0699AC1-44D2-9D01-84C7-349CCFFA5B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097AF1F-BCB2-78D6-2AF6-1D5A95483653}"/>
              </a:ext>
            </a:extLst>
          </p:cNvPr>
          <p:cNvSpPr>
            <a:spLocks noGrp="1"/>
          </p:cNvSpPr>
          <p:nvPr>
            <p:ph type="dt" sz="half" idx="10"/>
          </p:nvPr>
        </p:nvSpPr>
        <p:spPr/>
        <p:txBody>
          <a:bodyPr/>
          <a:lstStyle/>
          <a:p>
            <a:fld id="{6C27C682-2477-42DE-A568-6C9C284CCCDD}"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B6302435-53E9-5255-4F17-7A6DBEF3EF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364607-AD4D-3521-31C6-EB568CA73FB8}"/>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34353179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cSld name="1_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973006-97F2-F8C5-770C-3400BD0C60B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4FC612F-652A-0B13-2A5C-25C862F317D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46D280F-2183-0311-7947-EA9A4932F66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1E69852-6210-F435-B3AE-1D3938493BF8}"/>
              </a:ext>
            </a:extLst>
          </p:cNvPr>
          <p:cNvSpPr>
            <a:spLocks noGrp="1"/>
          </p:cNvSpPr>
          <p:nvPr>
            <p:ph type="dt" sz="half" idx="10"/>
          </p:nvPr>
        </p:nvSpPr>
        <p:spPr/>
        <p:txBody>
          <a:bodyPr/>
          <a:lstStyle/>
          <a:p>
            <a:fld id="{6C27C682-2477-42DE-A568-6C9C284CCCDD}"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83F5811F-BBB0-4EC6-37EC-6451F65F3B7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CA0D28D-8BC9-83CF-33DA-46762576BC54}"/>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35170392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cSld name="2_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B5F548-B019-0CF8-B07E-74D7DBF720D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5C0C63E-08E3-305A-F65B-BE1E36B1C2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F8D13BA-6FAA-7177-EBCD-905204B596E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6E0D660-FAE0-4101-D757-78ACD45D55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78630DB-2532-AEAF-ADD3-FFCE047B14C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2AF69AD-9EED-D02D-9F46-B9AEEB1D8C8E}"/>
              </a:ext>
            </a:extLst>
          </p:cNvPr>
          <p:cNvSpPr>
            <a:spLocks noGrp="1"/>
          </p:cNvSpPr>
          <p:nvPr>
            <p:ph type="dt" sz="half" idx="10"/>
          </p:nvPr>
        </p:nvSpPr>
        <p:spPr/>
        <p:txBody>
          <a:bodyPr/>
          <a:lstStyle/>
          <a:p>
            <a:fld id="{6C27C682-2477-42DE-A568-6C9C284CCCDD}" type="datetimeFigureOut">
              <a:rPr lang="zh-CN" altLang="en-US" smtClean="0"/>
              <a:t>2026/4/4</a:t>
            </a:fld>
            <a:endParaRPr lang="zh-CN" altLang="en-US"/>
          </a:p>
        </p:txBody>
      </p:sp>
      <p:sp>
        <p:nvSpPr>
          <p:cNvPr id="8" name="页脚占位符 7">
            <a:extLst>
              <a:ext uri="{FF2B5EF4-FFF2-40B4-BE49-F238E27FC236}">
                <a16:creationId xmlns:a16="http://schemas.microsoft.com/office/drawing/2014/main" id="{79D4CEE3-E290-1663-AC83-D4DC2889CD5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0D036DF-F04F-98E6-B807-25630E15E90B}"/>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28288082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5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CD5B79-226A-318A-8F98-62BFBBDB52C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6A6E471-6660-2901-C5C8-EE47B0D51F8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6A7F414-8C27-E0BC-BD6B-A9101F4D57A6}"/>
              </a:ext>
            </a:extLst>
          </p:cNvPr>
          <p:cNvSpPr>
            <a:spLocks noGrp="1"/>
          </p:cNvSpPr>
          <p:nvPr>
            <p:ph type="dt" sz="half" idx="10"/>
          </p:nvPr>
        </p:nvSpPr>
        <p:spPr/>
        <p:txBody>
          <a:bodyPr/>
          <a:lstStyle/>
          <a:p>
            <a:fld id="{6C27C682-2477-42DE-A568-6C9C284CCCDD}"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A10C9F21-D4F9-7E09-EEB4-9357F8F076D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65D3D51-0921-131E-4CB0-EC2643518E0E}"/>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25106383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46C7A-30D2-24D9-F646-61E3B3BF346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F43CFF4-6696-C776-C5F2-29DB5D4360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6CD6A8E-94E8-3536-9508-287FC0F00158}"/>
              </a:ext>
            </a:extLst>
          </p:cNvPr>
          <p:cNvSpPr>
            <a:spLocks noGrp="1"/>
          </p:cNvSpPr>
          <p:nvPr>
            <p:ph type="dt" sz="half" idx="10"/>
          </p:nvPr>
        </p:nvSpPr>
        <p:spPr/>
        <p:txBody>
          <a:bodyPr/>
          <a:lstStyle/>
          <a:p>
            <a:fld id="{94DEF4EE-B29E-4005-AD33-D9C483397F1D}"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00E5B336-2D30-B8F6-E5AA-8EE057B9101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B1E6D3-793B-5AB5-140F-0F553C30869E}"/>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2545581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D38EE3-F410-88CC-6F34-1EF8B12DB5C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EABCC7-0640-4AFF-6DDE-5AAEAD27F48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116C730-062D-6F13-AFAC-50A3DEC45358}"/>
              </a:ext>
            </a:extLst>
          </p:cNvPr>
          <p:cNvSpPr>
            <a:spLocks noGrp="1"/>
          </p:cNvSpPr>
          <p:nvPr>
            <p:ph type="dt" sz="half" idx="10"/>
          </p:nvPr>
        </p:nvSpPr>
        <p:spPr/>
        <p:txBody>
          <a:bodyPr/>
          <a:lstStyle/>
          <a:p>
            <a:fld id="{94DEF4EE-B29E-4005-AD33-D9C483397F1D}"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0703BF99-01D0-4F21-0228-3A3091AF9E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E1E7117-D8CE-0070-331E-0EE56FDF23E6}"/>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2635227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A00135-11F0-5F9D-75B1-4340D0C9CBB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AF886B-8E3A-A2BF-C913-6C96AAFFB4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1FDF36C-58CA-6FE0-DFFE-9A47B50597E4}"/>
              </a:ext>
            </a:extLst>
          </p:cNvPr>
          <p:cNvSpPr>
            <a:spLocks noGrp="1"/>
          </p:cNvSpPr>
          <p:nvPr>
            <p:ph type="dt" sz="half" idx="10"/>
          </p:nvPr>
        </p:nvSpPr>
        <p:spPr/>
        <p:txBody>
          <a:bodyPr/>
          <a:lstStyle/>
          <a:p>
            <a:fld id="{94DEF4EE-B29E-4005-AD33-D9C483397F1D}"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013CCEE5-7C1D-BB4F-99CB-2339613F07C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B394C05-E17E-EA3F-DA9D-0782549F25F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2703095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F86FB4-76E3-9C2C-EB90-40049549ED2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3817572-DE33-E825-2C6D-51FD98CB54DE}"/>
              </a:ext>
            </a:extLst>
          </p:cNvPr>
          <p:cNvSpPr>
            <a:spLocks noGrp="1"/>
          </p:cNvSpPr>
          <p:nvPr>
            <p:ph type="dt" sz="half" idx="10"/>
          </p:nvPr>
        </p:nvSpPr>
        <p:spPr/>
        <p:txBody>
          <a:bodyPr/>
          <a:lstStyle/>
          <a:p>
            <a:fld id="{94DEF4EE-B29E-4005-AD33-D9C483397F1D}" type="datetimeFigureOut">
              <a:rPr lang="zh-CN" altLang="en-US" smtClean="0"/>
              <a:t>2026/4/4</a:t>
            </a:fld>
            <a:endParaRPr lang="zh-CN" altLang="en-US"/>
          </a:p>
        </p:txBody>
      </p:sp>
      <p:sp>
        <p:nvSpPr>
          <p:cNvPr id="4" name="页脚占位符 3">
            <a:extLst>
              <a:ext uri="{FF2B5EF4-FFF2-40B4-BE49-F238E27FC236}">
                <a16:creationId xmlns:a16="http://schemas.microsoft.com/office/drawing/2014/main" id="{FD501CE6-E27C-FE5B-AEA3-6898C5F7AA5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881843B-18AD-18BB-6392-9DD2E5DC4701}"/>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2573299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0C78ED2-336B-51AF-A28F-63456F2C9439}"/>
              </a:ext>
            </a:extLst>
          </p:cNvPr>
          <p:cNvSpPr>
            <a:spLocks noGrp="1"/>
          </p:cNvSpPr>
          <p:nvPr>
            <p:ph type="dt" sz="half" idx="10"/>
          </p:nvPr>
        </p:nvSpPr>
        <p:spPr/>
        <p:txBody>
          <a:bodyPr/>
          <a:lstStyle/>
          <a:p>
            <a:fld id="{94DEF4EE-B29E-4005-AD33-D9C483397F1D}" type="datetimeFigureOut">
              <a:rPr lang="zh-CN" altLang="en-US" smtClean="0"/>
              <a:t>2026/4/4</a:t>
            </a:fld>
            <a:endParaRPr lang="zh-CN" altLang="en-US"/>
          </a:p>
        </p:txBody>
      </p:sp>
      <p:sp>
        <p:nvSpPr>
          <p:cNvPr id="3" name="页脚占位符 2">
            <a:extLst>
              <a:ext uri="{FF2B5EF4-FFF2-40B4-BE49-F238E27FC236}">
                <a16:creationId xmlns:a16="http://schemas.microsoft.com/office/drawing/2014/main" id="{B90AF281-5A52-8897-A691-43227A2D5A0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7C5EE0C-96EE-736B-9044-AC02B75C6FB5}"/>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9199487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F6188-F6B6-7AE6-07FB-37AA201DBCF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D5F92E9-BBEF-6CEE-A0B8-D18ACEDAF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68703DC-A6F1-46EA-AC43-43C9628B0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3B3B43A-D1D9-9A4B-FF1E-8F5BDB099984}"/>
              </a:ext>
            </a:extLst>
          </p:cNvPr>
          <p:cNvSpPr>
            <a:spLocks noGrp="1"/>
          </p:cNvSpPr>
          <p:nvPr>
            <p:ph type="dt" sz="half" idx="10"/>
          </p:nvPr>
        </p:nvSpPr>
        <p:spPr/>
        <p:txBody>
          <a:bodyPr/>
          <a:lstStyle/>
          <a:p>
            <a:fld id="{94DEF4EE-B29E-4005-AD33-D9C483397F1D}"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5E0B52EC-1F63-E663-F2E1-ABAC578C50D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9F3A30-23C7-BD1D-E7AE-E0CE82632248}"/>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4237062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AC396-9193-D45C-F7B9-E19A2903B18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4AFA00-90A1-9A2C-8F36-A6AD53B665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8E20FF49-3F3A-3681-B848-569A8F0BA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E81AB31-C81E-2473-21E0-75E405D590FA}"/>
              </a:ext>
            </a:extLst>
          </p:cNvPr>
          <p:cNvSpPr>
            <a:spLocks noGrp="1"/>
          </p:cNvSpPr>
          <p:nvPr>
            <p:ph type="dt" sz="half" idx="10"/>
          </p:nvPr>
        </p:nvSpPr>
        <p:spPr/>
        <p:txBody>
          <a:bodyPr/>
          <a:lstStyle/>
          <a:p>
            <a:fld id="{94DEF4EE-B29E-4005-AD33-D9C483397F1D}"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23A8EBB6-9A7A-E5B0-328F-4573BC64C23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60E2A9E-00C0-D7E5-1A3D-F986253BABE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8532403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C7E27-7B11-630A-C191-E298AA79DAA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E45FF2C-2F7F-84F8-67C4-6351494D015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8A900D5-6A66-18E5-4774-D55344D238E8}"/>
              </a:ext>
            </a:extLst>
          </p:cNvPr>
          <p:cNvSpPr>
            <a:spLocks noGrp="1"/>
          </p:cNvSpPr>
          <p:nvPr>
            <p:ph type="dt" sz="half" idx="10"/>
          </p:nvPr>
        </p:nvSpPr>
        <p:spPr/>
        <p:txBody>
          <a:bodyPr/>
          <a:lstStyle/>
          <a:p>
            <a:fld id="{94DEF4EE-B29E-4005-AD33-D9C483397F1D}"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BADA3684-5439-31E5-9AE5-C966F3BEA1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3C404E-68DD-0CBF-EE56-1563E8F1F219}"/>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4618311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0F7B8C-CBED-0EF6-1934-B9C7DBEA1E2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05A8557-3371-C31A-896F-307ED004D44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1FDE1C-77C1-F1A1-F9A3-5DB7293AA73A}"/>
              </a:ext>
            </a:extLst>
          </p:cNvPr>
          <p:cNvSpPr>
            <a:spLocks noGrp="1"/>
          </p:cNvSpPr>
          <p:nvPr>
            <p:ph type="dt" sz="half" idx="10"/>
          </p:nvPr>
        </p:nvSpPr>
        <p:spPr/>
        <p:txBody>
          <a:bodyPr/>
          <a:lstStyle/>
          <a:p>
            <a:fld id="{94DEF4EE-B29E-4005-AD33-D9C483397F1D}"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EC3DC546-B736-5BF6-AE31-15F3C6A766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04A988-B1C5-C36B-F49F-DD5FC6F06F5B}"/>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1408223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FF4521-BA21-4ECD-8BA5-08E49FB53E7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D81F2AD-3AF9-CA84-F57E-AB78FC19B8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9DC3085-B647-CB24-8E92-EFF06C5B73F5}"/>
              </a:ext>
            </a:extLst>
          </p:cNvPr>
          <p:cNvSpPr>
            <a:spLocks noGrp="1"/>
          </p:cNvSpPr>
          <p:nvPr>
            <p:ph type="dt" sz="half" idx="10"/>
          </p:nvPr>
        </p:nvSpPr>
        <p:spPr/>
        <p:txBody>
          <a:bodyPr/>
          <a:lstStyle/>
          <a:p>
            <a:fld id="{0D4A7872-A109-451C-99CE-17ECD2BA9466}"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37A0F658-1875-D2C5-5B2A-439A56F5D18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154136-4B8F-0F75-18D9-F4C23941FDF0}"/>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8168552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B132EA-CC52-625C-A7E7-9B84D72BE4B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69D89E-D990-BC31-E367-24F5445EAF0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A45DAE-BF50-14A3-910A-8CAD0AB3AFA5}"/>
              </a:ext>
            </a:extLst>
          </p:cNvPr>
          <p:cNvSpPr>
            <a:spLocks noGrp="1"/>
          </p:cNvSpPr>
          <p:nvPr>
            <p:ph type="dt" sz="half" idx="10"/>
          </p:nvPr>
        </p:nvSpPr>
        <p:spPr/>
        <p:txBody>
          <a:bodyPr/>
          <a:lstStyle/>
          <a:p>
            <a:fld id="{0D4A7872-A109-451C-99CE-17ECD2BA9466}"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2F158FEB-D56F-8D18-7C5E-50AEC6BBE4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DD391D-81F2-13F7-BA5D-A1FDE72BA619}"/>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8901344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31626-E159-D55E-16FB-43208DA3D9B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B24F23E-1304-B872-EE53-165AB91A11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C4D2F6-774F-3836-A066-7AACA350B1A4}"/>
              </a:ext>
            </a:extLst>
          </p:cNvPr>
          <p:cNvSpPr>
            <a:spLocks noGrp="1"/>
          </p:cNvSpPr>
          <p:nvPr>
            <p:ph type="dt" sz="half" idx="10"/>
          </p:nvPr>
        </p:nvSpPr>
        <p:spPr/>
        <p:txBody>
          <a:bodyPr/>
          <a:lstStyle/>
          <a:p>
            <a:fld id="{0D4A7872-A109-451C-99CE-17ECD2BA9466}"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7FB3EC54-3EE2-7D9E-4EDC-59A1FF7060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2919C52-4CC4-D672-7BA8-4B5955042993}"/>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4399275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FFF654-1F8A-CC8F-7578-5F05E262028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418E126-8095-F2C2-9B2B-06B379A5521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94A0A86-F730-E065-AD9D-34366124755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E231D4B-3F79-7E87-D6AA-2A710781C6A0}"/>
              </a:ext>
            </a:extLst>
          </p:cNvPr>
          <p:cNvSpPr>
            <a:spLocks noGrp="1"/>
          </p:cNvSpPr>
          <p:nvPr>
            <p:ph type="dt" sz="half" idx="10"/>
          </p:nvPr>
        </p:nvSpPr>
        <p:spPr/>
        <p:txBody>
          <a:bodyPr/>
          <a:lstStyle/>
          <a:p>
            <a:fld id="{0D4A7872-A109-451C-99CE-17ECD2BA9466}"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E5C7D739-BC3B-C730-7739-6F560BD0951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70F15E-D14C-EB5A-452A-1D9898659B78}"/>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679102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4DB7FA-CAA4-8010-A4D4-3D86302145C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9381EF9-E77F-E781-C801-7CD3E2085C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5033C01-548A-1A00-5D24-0843F7C71C6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88C7C14-30C6-E379-1321-6D8E3D8025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DBC3B0-580D-FE89-8A77-180CDB68B27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18A491B-D1C2-D567-EB3F-E87685574675}"/>
              </a:ext>
            </a:extLst>
          </p:cNvPr>
          <p:cNvSpPr>
            <a:spLocks noGrp="1"/>
          </p:cNvSpPr>
          <p:nvPr>
            <p:ph type="dt" sz="half" idx="10"/>
          </p:nvPr>
        </p:nvSpPr>
        <p:spPr/>
        <p:txBody>
          <a:bodyPr/>
          <a:lstStyle/>
          <a:p>
            <a:fld id="{0D4A7872-A109-451C-99CE-17ECD2BA9466}" type="datetimeFigureOut">
              <a:rPr lang="zh-CN" altLang="en-US" smtClean="0"/>
              <a:t>2026/4/4</a:t>
            </a:fld>
            <a:endParaRPr lang="zh-CN" altLang="en-US"/>
          </a:p>
        </p:txBody>
      </p:sp>
      <p:sp>
        <p:nvSpPr>
          <p:cNvPr id="8" name="页脚占位符 7">
            <a:extLst>
              <a:ext uri="{FF2B5EF4-FFF2-40B4-BE49-F238E27FC236}">
                <a16:creationId xmlns:a16="http://schemas.microsoft.com/office/drawing/2014/main" id="{63DAEE90-F458-080D-8427-1A8AD50254C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D933EEF-A9F7-E153-7F2D-5511603D18AB}"/>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9692267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0EF324-4103-62B5-C488-901D116B9A7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CADB91D-DCE5-7718-0719-2ABDA8AAF03E}"/>
              </a:ext>
            </a:extLst>
          </p:cNvPr>
          <p:cNvSpPr>
            <a:spLocks noGrp="1"/>
          </p:cNvSpPr>
          <p:nvPr>
            <p:ph type="dt" sz="half" idx="10"/>
          </p:nvPr>
        </p:nvSpPr>
        <p:spPr/>
        <p:txBody>
          <a:bodyPr/>
          <a:lstStyle/>
          <a:p>
            <a:fld id="{0D4A7872-A109-451C-99CE-17ECD2BA9466}" type="datetimeFigureOut">
              <a:rPr lang="zh-CN" altLang="en-US" smtClean="0"/>
              <a:t>2026/4/4</a:t>
            </a:fld>
            <a:endParaRPr lang="zh-CN" altLang="en-US"/>
          </a:p>
        </p:txBody>
      </p:sp>
      <p:sp>
        <p:nvSpPr>
          <p:cNvPr id="4" name="页脚占位符 3">
            <a:extLst>
              <a:ext uri="{FF2B5EF4-FFF2-40B4-BE49-F238E27FC236}">
                <a16:creationId xmlns:a16="http://schemas.microsoft.com/office/drawing/2014/main" id="{4228E421-B7C0-29C9-928A-CEC95E68817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2D522AC-8130-93DD-5574-9A4A91BAEE6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1370383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05BBAA7-C184-1D81-FDC5-4E5A972F9DCF}"/>
              </a:ext>
            </a:extLst>
          </p:cNvPr>
          <p:cNvSpPr>
            <a:spLocks noGrp="1"/>
          </p:cNvSpPr>
          <p:nvPr>
            <p:ph type="dt" sz="half" idx="10"/>
          </p:nvPr>
        </p:nvSpPr>
        <p:spPr/>
        <p:txBody>
          <a:bodyPr/>
          <a:lstStyle/>
          <a:p>
            <a:fld id="{0D4A7872-A109-451C-99CE-17ECD2BA9466}" type="datetimeFigureOut">
              <a:rPr lang="zh-CN" altLang="en-US" smtClean="0"/>
              <a:t>2026/4/4</a:t>
            </a:fld>
            <a:endParaRPr lang="zh-CN" altLang="en-US"/>
          </a:p>
        </p:txBody>
      </p:sp>
      <p:sp>
        <p:nvSpPr>
          <p:cNvPr id="3" name="页脚占位符 2">
            <a:extLst>
              <a:ext uri="{FF2B5EF4-FFF2-40B4-BE49-F238E27FC236}">
                <a16:creationId xmlns:a16="http://schemas.microsoft.com/office/drawing/2014/main" id="{3B699C48-2D97-0FE3-3077-FDEE983521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B02FBAB-3374-D838-259B-3615BC94317C}"/>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5633767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9726C2-35DB-76DC-6866-A751170D07B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EDA0F94-D6D8-CD2A-B3F5-8021A0B4E3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7C6FCD2-EAC2-4871-0D90-1C568507C1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10BF72D-5A7A-DCA4-47FC-7B6A0344141B}"/>
              </a:ext>
            </a:extLst>
          </p:cNvPr>
          <p:cNvSpPr>
            <a:spLocks noGrp="1"/>
          </p:cNvSpPr>
          <p:nvPr>
            <p:ph type="dt" sz="half" idx="10"/>
          </p:nvPr>
        </p:nvSpPr>
        <p:spPr/>
        <p:txBody>
          <a:bodyPr/>
          <a:lstStyle/>
          <a:p>
            <a:fld id="{0D4A7872-A109-451C-99CE-17ECD2BA9466}"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835AC7D6-7F03-727A-3F97-C7A2BCF48C5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A7CCAC0-D46F-C924-3668-3086E0CAD97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6394977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699978-0C4E-3FC1-6411-9C8C919EF9B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33FE973-EA23-3EC8-2DCE-2491AD2131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60E8EC95-B3F4-DD32-510B-F2FEC022C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9129252-8470-E540-D24F-3E642665C2AA}"/>
              </a:ext>
            </a:extLst>
          </p:cNvPr>
          <p:cNvSpPr>
            <a:spLocks noGrp="1"/>
          </p:cNvSpPr>
          <p:nvPr>
            <p:ph type="dt" sz="half" idx="10"/>
          </p:nvPr>
        </p:nvSpPr>
        <p:spPr/>
        <p:txBody>
          <a:bodyPr/>
          <a:lstStyle/>
          <a:p>
            <a:fld id="{0D4A7872-A109-451C-99CE-17ECD2BA9466}"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11E3A8A6-2ABE-EC86-BBCF-0D921FC52C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A0A20BB-26F8-2FAA-4DF1-5A8CA548FFB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5786815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E5818B-A8DA-9180-6D44-6EA3FCBCCFE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940409D-9CA0-1AB4-18F7-B8D7E43A574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CBAA6F-FD95-9B4A-091D-0FA37C8B61C9}"/>
              </a:ext>
            </a:extLst>
          </p:cNvPr>
          <p:cNvSpPr>
            <a:spLocks noGrp="1"/>
          </p:cNvSpPr>
          <p:nvPr>
            <p:ph type="dt" sz="half" idx="10"/>
          </p:nvPr>
        </p:nvSpPr>
        <p:spPr/>
        <p:txBody>
          <a:bodyPr/>
          <a:lstStyle/>
          <a:p>
            <a:fld id="{0D4A7872-A109-451C-99CE-17ECD2BA9466}"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388EE72B-9DE0-5486-7AE2-7EB12408231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B542A5-0B57-5FB0-B3DE-D01BC25591FE}"/>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77741122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163D595-C5A4-237C-AFBE-7FB0D02EF13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AD855C4-1E04-D421-BDA7-3D25B3058B0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23BF6C5-FEF9-7D28-37E9-AF2C1EE50653}"/>
              </a:ext>
            </a:extLst>
          </p:cNvPr>
          <p:cNvSpPr>
            <a:spLocks noGrp="1"/>
          </p:cNvSpPr>
          <p:nvPr>
            <p:ph type="dt" sz="half" idx="10"/>
          </p:nvPr>
        </p:nvSpPr>
        <p:spPr/>
        <p:txBody>
          <a:bodyPr/>
          <a:lstStyle/>
          <a:p>
            <a:fld id="{0D4A7872-A109-451C-99CE-17ECD2BA9466}"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E11A7E31-CE22-DCE5-C3CD-FA9C687E85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55C11D-F32F-6960-C353-799FACA6CC7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85393054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A1FFBD5-31DB-D732-1BF6-22E66C03FDFA}"/>
              </a:ext>
            </a:extLst>
          </p:cNvPr>
          <p:cNvSpPr/>
          <p:nvPr/>
        </p:nvSpPr>
        <p:spPr>
          <a:xfrm>
            <a:off x="0" y="0"/>
            <a:ext cx="12192000" cy="6858000"/>
          </a:xfrm>
          <a:prstGeom prst="rect">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平行四边形 7">
            <a:extLst>
              <a:ext uri="{FF2B5EF4-FFF2-40B4-BE49-F238E27FC236}">
                <a16:creationId xmlns:a16="http://schemas.microsoft.com/office/drawing/2014/main" id="{17604635-725D-6DF3-9DB0-AB5E07D2EFA2}"/>
              </a:ext>
            </a:extLst>
          </p:cNvPr>
          <p:cNvSpPr/>
          <p:nvPr/>
        </p:nvSpPr>
        <p:spPr>
          <a:xfrm>
            <a:off x="1176337" y="0"/>
            <a:ext cx="10196513" cy="6858000"/>
          </a:xfrm>
          <a:prstGeom prst="parallelogram">
            <a:avLst>
              <a:gd name="adj" fmla="val 52222"/>
            </a:avLst>
          </a:prstGeom>
          <a:solidFill>
            <a:schemeClr val="accent5">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AE7157AE-7B05-430A-27B0-FB38E85098FD}"/>
              </a:ext>
            </a:extLst>
          </p:cNvPr>
          <p:cNvSpPr/>
          <p:nvPr/>
        </p:nvSpPr>
        <p:spPr>
          <a:xfrm>
            <a:off x="4406900" y="2481952"/>
            <a:ext cx="7785100" cy="2131959"/>
          </a:xfrm>
          <a:prstGeom prst="rect">
            <a:avLst/>
          </a:prstGeom>
          <a:solidFill>
            <a:schemeClr val="accent1">
              <a:alpha val="5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5724680" y="3555891"/>
            <a:ext cx="6467320" cy="1058020"/>
          </a:xfrm>
          <a:prstGeom prst="rect">
            <a:avLst/>
          </a:prstGeom>
        </p:spPr>
        <p:txBody>
          <a:bodyPr anchor="ctr"/>
          <a:lstStyle>
            <a:lvl1pPr marL="0" indent="0" algn="ctr">
              <a:buNone/>
              <a:defRPr sz="32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2" name="标题 1"/>
          <p:cNvSpPr>
            <a:spLocks noGrp="1"/>
          </p:cNvSpPr>
          <p:nvPr>
            <p:ph type="ctrTitle"/>
          </p:nvPr>
        </p:nvSpPr>
        <p:spPr>
          <a:xfrm>
            <a:off x="5724679" y="2492896"/>
            <a:ext cx="6441931" cy="945806"/>
          </a:xfrm>
          <a:prstGeom prst="rect">
            <a:avLst/>
          </a:prstGeom>
        </p:spPr>
        <p:txBody>
          <a:bodyPr anchor="b">
            <a:noAutofit/>
          </a:bodyPr>
          <a:lstStyle>
            <a:lvl1pPr algn="ctr">
              <a:defRPr sz="4000" b="1">
                <a:solidFill>
                  <a:schemeClr val="bg1"/>
                </a:solidFill>
              </a:defRPr>
            </a:lvl1pPr>
          </a:lstStyle>
          <a:p>
            <a:r>
              <a:rPr lang="zh-CN" altLang="en-US"/>
              <a:t>单击此处编辑母版标题样式</a:t>
            </a:r>
          </a:p>
        </p:txBody>
      </p:sp>
      <p:grpSp>
        <p:nvGrpSpPr>
          <p:cNvPr id="15" name="组合 14">
            <a:extLst>
              <a:ext uri="{FF2B5EF4-FFF2-40B4-BE49-F238E27FC236}">
                <a16:creationId xmlns:a16="http://schemas.microsoft.com/office/drawing/2014/main" id="{4715C4BF-6DBD-6C9D-1F85-F156AA1C6D74}"/>
              </a:ext>
            </a:extLst>
          </p:cNvPr>
          <p:cNvGrpSpPr/>
          <p:nvPr/>
        </p:nvGrpSpPr>
        <p:grpSpPr>
          <a:xfrm flipH="1">
            <a:off x="1991544" y="762962"/>
            <a:ext cx="3998325" cy="5332075"/>
            <a:chOff x="3948601" y="-3615780"/>
            <a:chExt cx="3998325" cy="5332075"/>
          </a:xfrm>
          <a:effectLst>
            <a:glow rad="63500">
              <a:schemeClr val="accent3">
                <a:satMod val="175000"/>
                <a:alpha val="40000"/>
              </a:schemeClr>
            </a:glow>
          </a:effectLst>
        </p:grpSpPr>
        <p:grpSp>
          <p:nvGrpSpPr>
            <p:cNvPr id="411" name="组合 410"/>
            <p:cNvGrpSpPr/>
            <p:nvPr/>
          </p:nvGrpSpPr>
          <p:grpSpPr>
            <a:xfrm>
              <a:off x="4282833" y="-1961685"/>
              <a:ext cx="2204670" cy="2215011"/>
              <a:chOff x="6128821" y="1388791"/>
              <a:chExt cx="4182529" cy="4202150"/>
            </a:xfrm>
          </p:grpSpPr>
          <p:sp>
            <p:nvSpPr>
              <p:cNvPr id="419" name="Freeform 5"/>
              <p:cNvSpPr/>
              <p:nvPr/>
            </p:nvSpPr>
            <p:spPr bwMode="auto">
              <a:xfrm rot="10800000">
                <a:off x="6128821" y="2486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7" name="Freeform 5"/>
              <p:cNvSpPr/>
              <p:nvPr/>
            </p:nvSpPr>
            <p:spPr bwMode="auto">
              <a:xfrm rot="10800000">
                <a:off x="8047812" y="1388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5" name="Freeform 5"/>
              <p:cNvSpPr/>
              <p:nvPr/>
            </p:nvSpPr>
            <p:spPr bwMode="auto">
              <a:xfrm rot="10800000">
                <a:off x="8047812" y="3584786"/>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grpSp>
        <p:grpSp>
          <p:nvGrpSpPr>
            <p:cNvPr id="14" name="组合 13"/>
            <p:cNvGrpSpPr/>
            <p:nvPr/>
          </p:nvGrpSpPr>
          <p:grpSpPr>
            <a:xfrm>
              <a:off x="3948601" y="-3615780"/>
              <a:ext cx="3939158" cy="5332075"/>
              <a:chOff x="6798609" y="-251869"/>
              <a:chExt cx="5253578" cy="7111285"/>
            </a:xfrm>
          </p:grpSpPr>
          <p:sp>
            <p:nvSpPr>
              <p:cNvPr id="421" name="Freeform 5"/>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2" name="Freeform 5"/>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3" name="Freeform 5"/>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424" name="直接连接符 423"/>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25" name="直接连接符 424"/>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6" name="直接连接符 425"/>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34" name="组合 433"/>
              <p:cNvGrpSpPr/>
              <p:nvPr/>
            </p:nvGrpSpPr>
            <p:grpSpPr>
              <a:xfrm>
                <a:off x="8059703" y="2042916"/>
                <a:ext cx="303617" cy="258274"/>
                <a:chOff x="6339462" y="3747511"/>
                <a:chExt cx="907547" cy="772010"/>
              </a:xfrm>
              <a:solidFill>
                <a:schemeClr val="accent1"/>
              </a:solidFill>
            </p:grpSpPr>
            <p:sp>
              <p:nvSpPr>
                <p:cNvPr id="435" name="Rectangle 130"/>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6" name="Freeform 131"/>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7" name="Freeform 132"/>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8" name="Freeform 133"/>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9" name="Freeform 134"/>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0" name="Freeform 135"/>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1" name="Freeform 136"/>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2" name="Freeform 137"/>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3" name="组合 442"/>
              <p:cNvGrpSpPr/>
              <p:nvPr/>
            </p:nvGrpSpPr>
            <p:grpSpPr>
              <a:xfrm>
                <a:off x="8062201" y="4560896"/>
                <a:ext cx="300352" cy="258999"/>
                <a:chOff x="3548515" y="964154"/>
                <a:chExt cx="897787" cy="774179"/>
              </a:xfrm>
              <a:solidFill>
                <a:schemeClr val="accent2"/>
              </a:solidFill>
            </p:grpSpPr>
            <p:sp>
              <p:nvSpPr>
                <p:cNvPr id="444" name="Freeform 222"/>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5" name="Freeform 223"/>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6" name="Freeform 224"/>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7" name="Freeform 225"/>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8" name="Freeform 226"/>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9" name="组合 448"/>
              <p:cNvGrpSpPr/>
              <p:nvPr/>
            </p:nvGrpSpPr>
            <p:grpSpPr>
              <a:xfrm>
                <a:off x="10240844" y="3302449"/>
                <a:ext cx="300352" cy="257548"/>
                <a:chOff x="3546346" y="2339026"/>
                <a:chExt cx="897787" cy="769842"/>
              </a:xfrm>
              <a:solidFill>
                <a:schemeClr val="accent3"/>
              </a:solidFill>
            </p:grpSpPr>
            <p:sp>
              <p:nvSpPr>
                <p:cNvPr id="450" name="Rectangle 227"/>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1" name="Freeform 228"/>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2" name="Freeform 229"/>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3" name="Freeform 230"/>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4" name="Freeform 231"/>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5" name="Freeform 232"/>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6" name="Freeform 233"/>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nvGrpSpPr>
            <p:cNvPr id="457" name="组合 456"/>
            <p:cNvGrpSpPr/>
            <p:nvPr/>
          </p:nvGrpSpPr>
          <p:grpSpPr>
            <a:xfrm>
              <a:off x="5781112" y="-1560044"/>
              <a:ext cx="231462" cy="229714"/>
              <a:chOff x="7078908" y="5461438"/>
              <a:chExt cx="430461" cy="427208"/>
            </a:xfrm>
            <a:solidFill>
              <a:schemeClr val="bg1">
                <a:lumMod val="50000"/>
              </a:schemeClr>
            </a:solidFill>
          </p:grpSpPr>
          <p:sp>
            <p:nvSpPr>
              <p:cNvPr id="458" name="Freeform 236"/>
              <p:cNvSpPr/>
              <p:nvPr/>
            </p:nvSpPr>
            <p:spPr bwMode="auto">
              <a:xfrm>
                <a:off x="7078908" y="5461438"/>
                <a:ext cx="418534" cy="417450"/>
              </a:xfrm>
              <a:custGeom>
                <a:avLst/>
                <a:gdLst>
                  <a:gd name="T0" fmla="*/ 84 w 163"/>
                  <a:gd name="T1" fmla="*/ 129 h 163"/>
                  <a:gd name="T2" fmla="*/ 46 w 163"/>
                  <a:gd name="T3" fmla="*/ 50 h 163"/>
                  <a:gd name="T4" fmla="*/ 81 w 163"/>
                  <a:gd name="T5" fmla="*/ 34 h 163"/>
                  <a:gd name="T6" fmla="*/ 127 w 163"/>
                  <a:gd name="T7" fmla="*/ 89 h 163"/>
                  <a:gd name="T8" fmla="*/ 147 w 163"/>
                  <a:gd name="T9" fmla="*/ 94 h 163"/>
                  <a:gd name="T10" fmla="*/ 162 w 163"/>
                  <a:gd name="T11" fmla="*/ 86 h 163"/>
                  <a:gd name="T12" fmla="*/ 162 w 163"/>
                  <a:gd name="T13" fmla="*/ 70 h 163"/>
                  <a:gd name="T14" fmla="*/ 144 w 163"/>
                  <a:gd name="T15" fmla="*/ 59 h 163"/>
                  <a:gd name="T16" fmla="*/ 154 w 163"/>
                  <a:gd name="T17" fmla="*/ 45 h 163"/>
                  <a:gd name="T18" fmla="*/ 145 w 163"/>
                  <a:gd name="T19" fmla="*/ 32 h 163"/>
                  <a:gd name="T20" fmla="*/ 125 w 163"/>
                  <a:gd name="T21" fmla="*/ 30 h 163"/>
                  <a:gd name="T22" fmla="*/ 126 w 163"/>
                  <a:gd name="T23" fmla="*/ 13 h 163"/>
                  <a:gd name="T24" fmla="*/ 112 w 163"/>
                  <a:gd name="T25" fmla="*/ 6 h 163"/>
                  <a:gd name="T26" fmla="*/ 93 w 163"/>
                  <a:gd name="T27" fmla="*/ 15 h 163"/>
                  <a:gd name="T28" fmla="*/ 86 w 163"/>
                  <a:gd name="T29" fmla="*/ 0 h 163"/>
                  <a:gd name="T30" fmla="*/ 70 w 163"/>
                  <a:gd name="T31" fmla="*/ 1 h 163"/>
                  <a:gd name="T32" fmla="*/ 58 w 163"/>
                  <a:gd name="T33" fmla="*/ 18 h 163"/>
                  <a:gd name="T34" fmla="*/ 44 w 163"/>
                  <a:gd name="T35" fmla="*/ 9 h 163"/>
                  <a:gd name="T36" fmla="*/ 31 w 163"/>
                  <a:gd name="T37" fmla="*/ 17 h 163"/>
                  <a:gd name="T38" fmla="*/ 31 w 163"/>
                  <a:gd name="T39" fmla="*/ 36 h 163"/>
                  <a:gd name="T40" fmla="*/ 15 w 163"/>
                  <a:gd name="T41" fmla="*/ 33 h 163"/>
                  <a:gd name="T42" fmla="*/ 8 w 163"/>
                  <a:gd name="T43" fmla="*/ 47 h 163"/>
                  <a:gd name="T44" fmla="*/ 18 w 163"/>
                  <a:gd name="T45" fmla="*/ 59 h 163"/>
                  <a:gd name="T46" fmla="*/ 0 w 163"/>
                  <a:gd name="T47" fmla="*/ 73 h 163"/>
                  <a:gd name="T48" fmla="*/ 0 w 163"/>
                  <a:gd name="T49" fmla="*/ 88 h 163"/>
                  <a:gd name="T50" fmla="*/ 15 w 163"/>
                  <a:gd name="T51" fmla="*/ 94 h 163"/>
                  <a:gd name="T52" fmla="*/ 6 w 163"/>
                  <a:gd name="T53" fmla="*/ 114 h 163"/>
                  <a:gd name="T54" fmla="*/ 15 w 163"/>
                  <a:gd name="T55" fmla="*/ 128 h 163"/>
                  <a:gd name="T56" fmla="*/ 30 w 163"/>
                  <a:gd name="T57" fmla="*/ 125 h 163"/>
                  <a:gd name="T58" fmla="*/ 33 w 163"/>
                  <a:gd name="T59" fmla="*/ 148 h 163"/>
                  <a:gd name="T60" fmla="*/ 47 w 163"/>
                  <a:gd name="T61" fmla="*/ 155 h 163"/>
                  <a:gd name="T62" fmla="*/ 59 w 163"/>
                  <a:gd name="T63" fmla="*/ 145 h 163"/>
                  <a:gd name="T64" fmla="*/ 72 w 163"/>
                  <a:gd name="T65" fmla="*/ 163 h 163"/>
                  <a:gd name="T66" fmla="*/ 88 w 163"/>
                  <a:gd name="T67" fmla="*/ 162 h 163"/>
                  <a:gd name="T68" fmla="*/ 94 w 163"/>
                  <a:gd name="T69" fmla="*/ 148 h 163"/>
                  <a:gd name="T70" fmla="*/ 89 w 163"/>
                  <a:gd name="T71" fmla="*/ 128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3" h="163">
                    <a:moveTo>
                      <a:pt x="89" y="128"/>
                    </a:moveTo>
                    <a:cubicBezTo>
                      <a:pt x="88" y="128"/>
                      <a:pt x="86" y="129"/>
                      <a:pt x="84" y="129"/>
                    </a:cubicBezTo>
                    <a:cubicBezTo>
                      <a:pt x="58" y="130"/>
                      <a:pt x="36" y="110"/>
                      <a:pt x="35" y="84"/>
                    </a:cubicBezTo>
                    <a:cubicBezTo>
                      <a:pt x="34" y="71"/>
                      <a:pt x="38" y="59"/>
                      <a:pt x="46" y="50"/>
                    </a:cubicBezTo>
                    <a:cubicBezTo>
                      <a:pt x="55" y="40"/>
                      <a:pt x="66" y="35"/>
                      <a:pt x="79" y="34"/>
                    </a:cubicBezTo>
                    <a:cubicBezTo>
                      <a:pt x="79" y="34"/>
                      <a:pt x="80" y="34"/>
                      <a:pt x="81" y="34"/>
                    </a:cubicBezTo>
                    <a:cubicBezTo>
                      <a:pt x="106" y="34"/>
                      <a:pt x="127" y="54"/>
                      <a:pt x="128" y="79"/>
                    </a:cubicBezTo>
                    <a:cubicBezTo>
                      <a:pt x="128" y="82"/>
                      <a:pt x="128" y="85"/>
                      <a:pt x="127" y="89"/>
                    </a:cubicBezTo>
                    <a:cubicBezTo>
                      <a:pt x="144" y="105"/>
                      <a:pt x="144" y="105"/>
                      <a:pt x="144" y="105"/>
                    </a:cubicBezTo>
                    <a:cubicBezTo>
                      <a:pt x="145" y="101"/>
                      <a:pt x="146" y="97"/>
                      <a:pt x="147" y="94"/>
                    </a:cubicBezTo>
                    <a:cubicBezTo>
                      <a:pt x="163" y="90"/>
                      <a:pt x="163" y="90"/>
                      <a:pt x="163" y="90"/>
                    </a:cubicBezTo>
                    <a:cubicBezTo>
                      <a:pt x="162" y="86"/>
                      <a:pt x="162" y="86"/>
                      <a:pt x="162" y="86"/>
                    </a:cubicBezTo>
                    <a:cubicBezTo>
                      <a:pt x="162" y="75"/>
                      <a:pt x="162" y="75"/>
                      <a:pt x="162" y="75"/>
                    </a:cubicBezTo>
                    <a:cubicBezTo>
                      <a:pt x="162" y="70"/>
                      <a:pt x="162" y="70"/>
                      <a:pt x="162" y="70"/>
                    </a:cubicBezTo>
                    <a:cubicBezTo>
                      <a:pt x="147" y="69"/>
                      <a:pt x="147" y="69"/>
                      <a:pt x="147" y="69"/>
                    </a:cubicBezTo>
                    <a:cubicBezTo>
                      <a:pt x="146" y="66"/>
                      <a:pt x="145" y="62"/>
                      <a:pt x="144" y="59"/>
                    </a:cubicBezTo>
                    <a:cubicBezTo>
                      <a:pt x="156" y="48"/>
                      <a:pt x="156" y="48"/>
                      <a:pt x="156" y="48"/>
                    </a:cubicBezTo>
                    <a:cubicBezTo>
                      <a:pt x="154" y="45"/>
                      <a:pt x="154" y="45"/>
                      <a:pt x="154" y="45"/>
                    </a:cubicBezTo>
                    <a:cubicBezTo>
                      <a:pt x="148" y="35"/>
                      <a:pt x="148" y="35"/>
                      <a:pt x="148" y="35"/>
                    </a:cubicBezTo>
                    <a:cubicBezTo>
                      <a:pt x="145" y="32"/>
                      <a:pt x="145" y="32"/>
                      <a:pt x="145" y="32"/>
                    </a:cubicBezTo>
                    <a:cubicBezTo>
                      <a:pt x="132" y="38"/>
                      <a:pt x="132" y="38"/>
                      <a:pt x="132" y="38"/>
                    </a:cubicBezTo>
                    <a:cubicBezTo>
                      <a:pt x="130" y="35"/>
                      <a:pt x="127" y="32"/>
                      <a:pt x="125" y="30"/>
                    </a:cubicBezTo>
                    <a:cubicBezTo>
                      <a:pt x="130" y="15"/>
                      <a:pt x="130" y="15"/>
                      <a:pt x="130" y="15"/>
                    </a:cubicBezTo>
                    <a:cubicBezTo>
                      <a:pt x="126" y="13"/>
                      <a:pt x="126" y="13"/>
                      <a:pt x="126" y="13"/>
                    </a:cubicBezTo>
                    <a:cubicBezTo>
                      <a:pt x="116" y="8"/>
                      <a:pt x="116" y="8"/>
                      <a:pt x="116" y="8"/>
                    </a:cubicBezTo>
                    <a:cubicBezTo>
                      <a:pt x="112" y="6"/>
                      <a:pt x="112" y="6"/>
                      <a:pt x="112" y="6"/>
                    </a:cubicBezTo>
                    <a:cubicBezTo>
                      <a:pt x="104" y="18"/>
                      <a:pt x="104" y="18"/>
                      <a:pt x="104" y="18"/>
                    </a:cubicBezTo>
                    <a:cubicBezTo>
                      <a:pt x="100" y="17"/>
                      <a:pt x="97" y="16"/>
                      <a:pt x="93" y="15"/>
                    </a:cubicBezTo>
                    <a:cubicBezTo>
                      <a:pt x="90" y="0"/>
                      <a:pt x="90" y="0"/>
                      <a:pt x="90" y="0"/>
                    </a:cubicBezTo>
                    <a:cubicBezTo>
                      <a:pt x="86" y="0"/>
                      <a:pt x="86" y="0"/>
                      <a:pt x="86" y="0"/>
                    </a:cubicBezTo>
                    <a:cubicBezTo>
                      <a:pt x="75" y="1"/>
                      <a:pt x="75" y="1"/>
                      <a:pt x="75" y="1"/>
                    </a:cubicBezTo>
                    <a:cubicBezTo>
                      <a:pt x="70" y="1"/>
                      <a:pt x="70" y="1"/>
                      <a:pt x="70" y="1"/>
                    </a:cubicBezTo>
                    <a:cubicBezTo>
                      <a:pt x="69" y="15"/>
                      <a:pt x="69" y="15"/>
                      <a:pt x="69" y="15"/>
                    </a:cubicBezTo>
                    <a:cubicBezTo>
                      <a:pt x="65" y="16"/>
                      <a:pt x="62" y="17"/>
                      <a:pt x="58" y="18"/>
                    </a:cubicBezTo>
                    <a:cubicBezTo>
                      <a:pt x="48" y="6"/>
                      <a:pt x="48" y="6"/>
                      <a:pt x="48" y="6"/>
                    </a:cubicBezTo>
                    <a:cubicBezTo>
                      <a:pt x="44" y="9"/>
                      <a:pt x="44" y="9"/>
                      <a:pt x="44" y="9"/>
                    </a:cubicBezTo>
                    <a:cubicBezTo>
                      <a:pt x="35" y="15"/>
                      <a:pt x="35" y="15"/>
                      <a:pt x="35" y="15"/>
                    </a:cubicBezTo>
                    <a:cubicBezTo>
                      <a:pt x="31" y="17"/>
                      <a:pt x="31" y="17"/>
                      <a:pt x="31" y="17"/>
                    </a:cubicBezTo>
                    <a:cubicBezTo>
                      <a:pt x="37" y="30"/>
                      <a:pt x="37" y="30"/>
                      <a:pt x="37" y="30"/>
                    </a:cubicBezTo>
                    <a:cubicBezTo>
                      <a:pt x="35" y="32"/>
                      <a:pt x="33" y="34"/>
                      <a:pt x="31" y="36"/>
                    </a:cubicBezTo>
                    <a:cubicBezTo>
                      <a:pt x="31" y="37"/>
                      <a:pt x="30" y="37"/>
                      <a:pt x="30" y="38"/>
                    </a:cubicBezTo>
                    <a:cubicBezTo>
                      <a:pt x="15" y="33"/>
                      <a:pt x="15" y="33"/>
                      <a:pt x="15" y="33"/>
                    </a:cubicBezTo>
                    <a:cubicBezTo>
                      <a:pt x="13" y="37"/>
                      <a:pt x="13" y="37"/>
                      <a:pt x="13" y="37"/>
                    </a:cubicBezTo>
                    <a:cubicBezTo>
                      <a:pt x="8" y="47"/>
                      <a:pt x="8" y="47"/>
                      <a:pt x="8" y="47"/>
                    </a:cubicBezTo>
                    <a:cubicBezTo>
                      <a:pt x="6" y="51"/>
                      <a:pt x="6" y="51"/>
                      <a:pt x="6" y="51"/>
                    </a:cubicBezTo>
                    <a:cubicBezTo>
                      <a:pt x="18" y="59"/>
                      <a:pt x="18" y="59"/>
                      <a:pt x="18" y="59"/>
                    </a:cubicBezTo>
                    <a:cubicBezTo>
                      <a:pt x="17" y="63"/>
                      <a:pt x="16" y="66"/>
                      <a:pt x="15" y="69"/>
                    </a:cubicBezTo>
                    <a:cubicBezTo>
                      <a:pt x="0" y="73"/>
                      <a:pt x="0" y="73"/>
                      <a:pt x="0" y="73"/>
                    </a:cubicBezTo>
                    <a:cubicBezTo>
                      <a:pt x="0" y="77"/>
                      <a:pt x="0" y="77"/>
                      <a:pt x="0" y="77"/>
                    </a:cubicBezTo>
                    <a:cubicBezTo>
                      <a:pt x="0" y="88"/>
                      <a:pt x="0" y="88"/>
                      <a:pt x="0" y="88"/>
                    </a:cubicBezTo>
                    <a:cubicBezTo>
                      <a:pt x="1" y="92"/>
                      <a:pt x="1" y="92"/>
                      <a:pt x="1" y="92"/>
                    </a:cubicBezTo>
                    <a:cubicBezTo>
                      <a:pt x="15" y="94"/>
                      <a:pt x="15" y="94"/>
                      <a:pt x="15" y="94"/>
                    </a:cubicBezTo>
                    <a:cubicBezTo>
                      <a:pt x="16" y="97"/>
                      <a:pt x="17" y="101"/>
                      <a:pt x="18" y="104"/>
                    </a:cubicBezTo>
                    <a:cubicBezTo>
                      <a:pt x="6" y="114"/>
                      <a:pt x="6" y="114"/>
                      <a:pt x="6" y="114"/>
                    </a:cubicBezTo>
                    <a:cubicBezTo>
                      <a:pt x="9" y="118"/>
                      <a:pt x="9" y="118"/>
                      <a:pt x="9" y="118"/>
                    </a:cubicBezTo>
                    <a:cubicBezTo>
                      <a:pt x="15" y="128"/>
                      <a:pt x="15" y="128"/>
                      <a:pt x="15" y="128"/>
                    </a:cubicBezTo>
                    <a:cubicBezTo>
                      <a:pt x="17" y="131"/>
                      <a:pt x="17" y="131"/>
                      <a:pt x="17" y="131"/>
                    </a:cubicBezTo>
                    <a:cubicBezTo>
                      <a:pt x="30" y="125"/>
                      <a:pt x="30" y="125"/>
                      <a:pt x="30" y="125"/>
                    </a:cubicBezTo>
                    <a:cubicBezTo>
                      <a:pt x="33" y="128"/>
                      <a:pt x="35" y="130"/>
                      <a:pt x="38" y="133"/>
                    </a:cubicBezTo>
                    <a:cubicBezTo>
                      <a:pt x="33" y="148"/>
                      <a:pt x="33" y="148"/>
                      <a:pt x="33" y="148"/>
                    </a:cubicBezTo>
                    <a:cubicBezTo>
                      <a:pt x="37" y="150"/>
                      <a:pt x="37" y="150"/>
                      <a:pt x="37" y="150"/>
                    </a:cubicBezTo>
                    <a:cubicBezTo>
                      <a:pt x="47" y="155"/>
                      <a:pt x="47" y="155"/>
                      <a:pt x="47" y="155"/>
                    </a:cubicBezTo>
                    <a:cubicBezTo>
                      <a:pt x="51" y="157"/>
                      <a:pt x="51" y="157"/>
                      <a:pt x="51" y="157"/>
                    </a:cubicBezTo>
                    <a:cubicBezTo>
                      <a:pt x="59" y="145"/>
                      <a:pt x="59" y="145"/>
                      <a:pt x="59" y="145"/>
                    </a:cubicBezTo>
                    <a:cubicBezTo>
                      <a:pt x="62" y="146"/>
                      <a:pt x="66" y="147"/>
                      <a:pt x="69" y="148"/>
                    </a:cubicBezTo>
                    <a:cubicBezTo>
                      <a:pt x="72" y="163"/>
                      <a:pt x="72" y="163"/>
                      <a:pt x="72" y="163"/>
                    </a:cubicBezTo>
                    <a:cubicBezTo>
                      <a:pt x="77" y="163"/>
                      <a:pt x="77" y="163"/>
                      <a:pt x="77" y="163"/>
                    </a:cubicBezTo>
                    <a:cubicBezTo>
                      <a:pt x="88" y="162"/>
                      <a:pt x="88" y="162"/>
                      <a:pt x="88" y="162"/>
                    </a:cubicBezTo>
                    <a:cubicBezTo>
                      <a:pt x="92" y="162"/>
                      <a:pt x="92" y="162"/>
                      <a:pt x="92" y="162"/>
                    </a:cubicBezTo>
                    <a:cubicBezTo>
                      <a:pt x="94" y="148"/>
                      <a:pt x="94" y="148"/>
                      <a:pt x="94" y="148"/>
                    </a:cubicBezTo>
                    <a:cubicBezTo>
                      <a:pt x="98" y="147"/>
                      <a:pt x="102" y="146"/>
                      <a:pt x="105" y="144"/>
                    </a:cubicBezTo>
                    <a:lnTo>
                      <a:pt x="89" y="1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9" name="Freeform 237"/>
              <p:cNvSpPr/>
              <p:nvPr/>
            </p:nvSpPr>
            <p:spPr bwMode="auto">
              <a:xfrm>
                <a:off x="7197095" y="5576372"/>
                <a:ext cx="312274" cy="312274"/>
              </a:xfrm>
              <a:custGeom>
                <a:avLst/>
                <a:gdLst>
                  <a:gd name="T0" fmla="*/ 122 w 122"/>
                  <a:gd name="T1" fmla="*/ 101 h 122"/>
                  <a:gd name="T2" fmla="*/ 119 w 122"/>
                  <a:gd name="T3" fmla="*/ 94 h 122"/>
                  <a:gd name="T4" fmla="*/ 67 w 122"/>
                  <a:gd name="T5" fmla="*/ 43 h 122"/>
                  <a:gd name="T6" fmla="*/ 58 w 122"/>
                  <a:gd name="T7" fmla="*/ 12 h 122"/>
                  <a:gd name="T8" fmla="*/ 23 w 122"/>
                  <a:gd name="T9" fmla="*/ 5 h 122"/>
                  <a:gd name="T10" fmla="*/ 41 w 122"/>
                  <a:gd name="T11" fmla="*/ 23 h 122"/>
                  <a:gd name="T12" fmla="*/ 41 w 122"/>
                  <a:gd name="T13" fmla="*/ 29 h 122"/>
                  <a:gd name="T14" fmla="*/ 29 w 122"/>
                  <a:gd name="T15" fmla="*/ 41 h 122"/>
                  <a:gd name="T16" fmla="*/ 23 w 122"/>
                  <a:gd name="T17" fmla="*/ 41 h 122"/>
                  <a:gd name="T18" fmla="*/ 5 w 122"/>
                  <a:gd name="T19" fmla="*/ 23 h 122"/>
                  <a:gd name="T20" fmla="*/ 12 w 122"/>
                  <a:gd name="T21" fmla="*/ 58 h 122"/>
                  <a:gd name="T22" fmla="*/ 43 w 122"/>
                  <a:gd name="T23" fmla="*/ 67 h 122"/>
                  <a:gd name="T24" fmla="*/ 94 w 122"/>
                  <a:gd name="T25" fmla="*/ 119 h 122"/>
                  <a:gd name="T26" fmla="*/ 101 w 122"/>
                  <a:gd name="T27" fmla="*/ 122 h 122"/>
                  <a:gd name="T28" fmla="*/ 122 w 122"/>
                  <a:gd name="T29" fmla="*/ 10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122">
                    <a:moveTo>
                      <a:pt x="122" y="101"/>
                    </a:moveTo>
                    <a:cubicBezTo>
                      <a:pt x="122" y="99"/>
                      <a:pt x="121" y="95"/>
                      <a:pt x="119" y="94"/>
                    </a:cubicBezTo>
                    <a:cubicBezTo>
                      <a:pt x="102" y="77"/>
                      <a:pt x="84" y="60"/>
                      <a:pt x="67" y="43"/>
                    </a:cubicBezTo>
                    <a:cubicBezTo>
                      <a:pt x="69" y="32"/>
                      <a:pt x="66" y="21"/>
                      <a:pt x="58" y="12"/>
                    </a:cubicBezTo>
                    <a:cubicBezTo>
                      <a:pt x="49" y="3"/>
                      <a:pt x="35" y="0"/>
                      <a:pt x="23" y="5"/>
                    </a:cubicBezTo>
                    <a:cubicBezTo>
                      <a:pt x="41" y="23"/>
                      <a:pt x="41" y="23"/>
                      <a:pt x="41" y="23"/>
                    </a:cubicBezTo>
                    <a:cubicBezTo>
                      <a:pt x="42" y="25"/>
                      <a:pt x="42" y="27"/>
                      <a:pt x="41" y="29"/>
                    </a:cubicBezTo>
                    <a:cubicBezTo>
                      <a:pt x="29" y="41"/>
                      <a:pt x="29" y="41"/>
                      <a:pt x="29" y="41"/>
                    </a:cubicBezTo>
                    <a:cubicBezTo>
                      <a:pt x="27" y="43"/>
                      <a:pt x="25" y="43"/>
                      <a:pt x="23" y="41"/>
                    </a:cubicBezTo>
                    <a:cubicBezTo>
                      <a:pt x="5" y="23"/>
                      <a:pt x="5" y="23"/>
                      <a:pt x="5" y="23"/>
                    </a:cubicBezTo>
                    <a:cubicBezTo>
                      <a:pt x="0" y="35"/>
                      <a:pt x="3" y="49"/>
                      <a:pt x="12" y="58"/>
                    </a:cubicBezTo>
                    <a:cubicBezTo>
                      <a:pt x="20" y="66"/>
                      <a:pt x="32" y="69"/>
                      <a:pt x="43" y="67"/>
                    </a:cubicBezTo>
                    <a:cubicBezTo>
                      <a:pt x="60" y="84"/>
                      <a:pt x="77" y="102"/>
                      <a:pt x="94" y="119"/>
                    </a:cubicBezTo>
                    <a:cubicBezTo>
                      <a:pt x="95" y="121"/>
                      <a:pt x="98" y="122"/>
                      <a:pt x="101" y="122"/>
                    </a:cubicBezTo>
                    <a:cubicBezTo>
                      <a:pt x="111" y="120"/>
                      <a:pt x="120" y="112"/>
                      <a:pt x="122"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60" name="组合 459"/>
            <p:cNvGrpSpPr/>
            <p:nvPr/>
          </p:nvGrpSpPr>
          <p:grpSpPr>
            <a:xfrm>
              <a:off x="4774057" y="-1006987"/>
              <a:ext cx="260614" cy="299094"/>
              <a:chOff x="2733098" y="4187405"/>
              <a:chExt cx="484675" cy="556238"/>
            </a:xfrm>
            <a:solidFill>
              <a:schemeClr val="bg1">
                <a:lumMod val="50000"/>
              </a:schemeClr>
            </a:solidFill>
          </p:grpSpPr>
          <p:sp>
            <p:nvSpPr>
              <p:cNvPr id="461" name="Oval 302"/>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2" name="Freeform 303"/>
              <p:cNvSpPr>
                <a:spLocks noEditPoints="1"/>
              </p:cNvSpPr>
              <p:nvPr/>
            </p:nvSpPr>
            <p:spPr bwMode="auto">
              <a:xfrm>
                <a:off x="2733098" y="4304508"/>
                <a:ext cx="310105" cy="439135"/>
              </a:xfrm>
              <a:custGeom>
                <a:avLst/>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3" name="Freeform 304"/>
              <p:cNvSpPr/>
              <p:nvPr/>
            </p:nvSpPr>
            <p:spPr bwMode="auto">
              <a:xfrm>
                <a:off x="2897909" y="4668827"/>
                <a:ext cx="60720" cy="74816"/>
              </a:xfrm>
              <a:custGeom>
                <a:avLst/>
                <a:gdLst>
                  <a:gd name="T0" fmla="*/ 0 w 24"/>
                  <a:gd name="T1" fmla="*/ 0 h 29"/>
                  <a:gd name="T2" fmla="*/ 1 w 24"/>
                  <a:gd name="T3" fmla="*/ 29 h 29"/>
                  <a:gd name="T4" fmla="*/ 24 w 24"/>
                  <a:gd name="T5" fmla="*/ 29 h 29"/>
                  <a:gd name="T6" fmla="*/ 24 w 24"/>
                  <a:gd name="T7" fmla="*/ 26 h 29"/>
                  <a:gd name="T8" fmla="*/ 0 w 24"/>
                  <a:gd name="T9" fmla="*/ 0 h 29"/>
                </a:gdLst>
                <a:ahLst/>
                <a:cxnLst>
                  <a:cxn ang="0">
                    <a:pos x="T0" y="T1"/>
                  </a:cxn>
                  <a:cxn ang="0">
                    <a:pos x="T2" y="T3"/>
                  </a:cxn>
                  <a:cxn ang="0">
                    <a:pos x="T4" y="T5"/>
                  </a:cxn>
                  <a:cxn ang="0">
                    <a:pos x="T6" y="T7"/>
                  </a:cxn>
                  <a:cxn ang="0">
                    <a:pos x="T8" y="T9"/>
                  </a:cxn>
                </a:cxnLst>
                <a:rect l="0" t="0" r="r" b="b"/>
                <a:pathLst>
                  <a:path w="24" h="29">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4" name="Freeform 305"/>
              <p:cNvSpPr/>
              <p:nvPr/>
            </p:nvSpPr>
            <p:spPr bwMode="auto">
              <a:xfrm>
                <a:off x="3035614" y="4422694"/>
                <a:ext cx="54214" cy="41203"/>
              </a:xfrm>
              <a:custGeom>
                <a:avLst/>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5" name="Freeform 306"/>
              <p:cNvSpPr/>
              <p:nvPr/>
            </p:nvSpPr>
            <p:spPr bwMode="auto">
              <a:xfrm>
                <a:off x="2964051" y="4430285"/>
                <a:ext cx="61805" cy="59636"/>
              </a:xfrm>
              <a:custGeom>
                <a:avLst/>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6" name="Freeform 307"/>
              <p:cNvSpPr/>
              <p:nvPr/>
            </p:nvSpPr>
            <p:spPr bwMode="auto">
              <a:xfrm>
                <a:off x="2909837" y="4479077"/>
                <a:ext cx="61805" cy="61805"/>
              </a:xfrm>
              <a:custGeom>
                <a:avLst/>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7" name="Freeform 308"/>
              <p:cNvSpPr/>
              <p:nvPr/>
            </p:nvSpPr>
            <p:spPr bwMode="auto">
              <a:xfrm>
                <a:off x="2897909" y="4550640"/>
                <a:ext cx="40119" cy="52046"/>
              </a:xfrm>
              <a:custGeom>
                <a:avLst/>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8" name="Freeform 309"/>
              <p:cNvSpPr/>
              <p:nvPr/>
            </p:nvSpPr>
            <p:spPr bwMode="auto">
              <a:xfrm>
                <a:off x="2905500" y="4612444"/>
                <a:ext cx="58551" cy="61805"/>
              </a:xfrm>
              <a:custGeom>
                <a:avLst/>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9" name="Freeform 310"/>
              <p:cNvSpPr/>
              <p:nvPr/>
            </p:nvSpPr>
            <p:spPr bwMode="auto">
              <a:xfrm>
                <a:off x="2954292" y="4668827"/>
                <a:ext cx="60720" cy="58551"/>
              </a:xfrm>
              <a:custGeom>
                <a:avLst/>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0" name="Freeform 311"/>
              <p:cNvSpPr/>
              <p:nvPr/>
            </p:nvSpPr>
            <p:spPr bwMode="auto">
              <a:xfrm>
                <a:off x="3022602" y="4699187"/>
                <a:ext cx="54214" cy="44456"/>
              </a:xfrm>
              <a:custGeom>
                <a:avLst/>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1" name="Freeform 312"/>
              <p:cNvSpPr/>
              <p:nvPr/>
            </p:nvSpPr>
            <p:spPr bwMode="auto">
              <a:xfrm>
                <a:off x="3087659" y="4674248"/>
                <a:ext cx="60720" cy="58551"/>
              </a:xfrm>
              <a:custGeom>
                <a:avLst/>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2" name="Freeform 313"/>
              <p:cNvSpPr/>
              <p:nvPr/>
            </p:nvSpPr>
            <p:spPr bwMode="auto">
              <a:xfrm>
                <a:off x="3144042" y="4625456"/>
                <a:ext cx="58551" cy="58551"/>
              </a:xfrm>
              <a:custGeom>
                <a:avLst/>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3" name="Freeform 314"/>
              <p:cNvSpPr/>
              <p:nvPr/>
            </p:nvSpPr>
            <p:spPr bwMode="auto">
              <a:xfrm>
                <a:off x="3174402" y="4563651"/>
                <a:ext cx="43371" cy="50962"/>
              </a:xfrm>
              <a:custGeom>
                <a:avLst/>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4" name="Freeform 315"/>
              <p:cNvSpPr/>
              <p:nvPr/>
            </p:nvSpPr>
            <p:spPr bwMode="auto">
              <a:xfrm>
                <a:off x="3148379" y="4492088"/>
                <a:ext cx="59636" cy="58551"/>
              </a:xfrm>
              <a:custGeom>
                <a:avLst/>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5" name="Freeform 316"/>
              <p:cNvSpPr/>
              <p:nvPr/>
            </p:nvSpPr>
            <p:spPr bwMode="auto">
              <a:xfrm>
                <a:off x="3097418" y="4437874"/>
                <a:ext cx="61805" cy="59636"/>
              </a:xfrm>
              <a:custGeom>
                <a:avLst/>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6" name="Freeform 317"/>
              <p:cNvSpPr>
                <a:spLocks noEditPoints="1"/>
              </p:cNvSpPr>
              <p:nvPr/>
            </p:nvSpPr>
            <p:spPr bwMode="auto">
              <a:xfrm>
                <a:off x="2926101" y="4448717"/>
                <a:ext cx="263481" cy="266734"/>
              </a:xfrm>
              <a:custGeom>
                <a:avLst/>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7" name="Oval 318"/>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78" name="组合 477"/>
            <p:cNvGrpSpPr/>
            <p:nvPr/>
          </p:nvGrpSpPr>
          <p:grpSpPr>
            <a:xfrm>
              <a:off x="5756305" y="-399250"/>
              <a:ext cx="269253" cy="231621"/>
              <a:chOff x="3787022" y="1797643"/>
              <a:chExt cx="550817" cy="473832"/>
            </a:xfrm>
          </p:grpSpPr>
          <p:sp>
            <p:nvSpPr>
              <p:cNvPr id="479" name="Oval 217"/>
              <p:cNvSpPr>
                <a:spLocks noChangeArrowheads="1"/>
              </p:cNvSpPr>
              <p:nvPr/>
            </p:nvSpPr>
            <p:spPr bwMode="auto">
              <a:xfrm>
                <a:off x="4007132" y="1931010"/>
                <a:ext cx="108428" cy="135536"/>
              </a:xfrm>
              <a:prstGeom prst="ellipse">
                <a:avLst/>
              </a:pr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0" name="Freeform 218"/>
              <p:cNvSpPr/>
              <p:nvPr/>
            </p:nvSpPr>
            <p:spPr bwMode="auto">
              <a:xfrm>
                <a:off x="4079779" y="2081725"/>
                <a:ext cx="96502" cy="133367"/>
              </a:xfrm>
              <a:custGeom>
                <a:avLst/>
                <a:gdLst>
                  <a:gd name="T0" fmla="*/ 36 w 38"/>
                  <a:gd name="T1" fmla="*/ 12 h 52"/>
                  <a:gd name="T2" fmla="*/ 24 w 38"/>
                  <a:gd name="T3" fmla="*/ 1 h 52"/>
                  <a:gd name="T4" fmla="*/ 12 w 38"/>
                  <a:gd name="T5" fmla="*/ 1 h 52"/>
                  <a:gd name="T6" fmla="*/ 20 w 38"/>
                  <a:gd name="T7" fmla="*/ 7 h 52"/>
                  <a:gd name="T8" fmla="*/ 9 w 38"/>
                  <a:gd name="T9" fmla="*/ 13 h 52"/>
                  <a:gd name="T10" fmla="*/ 14 w 38"/>
                  <a:gd name="T11" fmla="*/ 21 h 52"/>
                  <a:gd name="T12" fmla="*/ 0 w 38"/>
                  <a:gd name="T13" fmla="*/ 52 h 52"/>
                  <a:gd name="T14" fmla="*/ 0 w 38"/>
                  <a:gd name="T15" fmla="*/ 52 h 52"/>
                  <a:gd name="T16" fmla="*/ 38 w 38"/>
                  <a:gd name="T17" fmla="*/ 37 h 52"/>
                  <a:gd name="T18" fmla="*/ 36 w 38"/>
                  <a:gd name="T19"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52">
                    <a:moveTo>
                      <a:pt x="36" y="12"/>
                    </a:moveTo>
                    <a:cubicBezTo>
                      <a:pt x="36" y="5"/>
                      <a:pt x="30" y="0"/>
                      <a:pt x="24" y="1"/>
                    </a:cubicBezTo>
                    <a:cubicBezTo>
                      <a:pt x="24" y="1"/>
                      <a:pt x="19" y="1"/>
                      <a:pt x="12" y="1"/>
                    </a:cubicBezTo>
                    <a:cubicBezTo>
                      <a:pt x="20" y="7"/>
                      <a:pt x="20" y="7"/>
                      <a:pt x="20" y="7"/>
                    </a:cubicBezTo>
                    <a:cubicBezTo>
                      <a:pt x="9" y="13"/>
                      <a:pt x="9" y="13"/>
                      <a:pt x="9" y="13"/>
                    </a:cubicBezTo>
                    <a:cubicBezTo>
                      <a:pt x="14" y="21"/>
                      <a:pt x="14" y="21"/>
                      <a:pt x="14" y="21"/>
                    </a:cubicBezTo>
                    <a:cubicBezTo>
                      <a:pt x="0" y="52"/>
                      <a:pt x="0" y="52"/>
                      <a:pt x="0" y="52"/>
                    </a:cubicBezTo>
                    <a:cubicBezTo>
                      <a:pt x="0" y="52"/>
                      <a:pt x="0" y="52"/>
                      <a:pt x="0" y="52"/>
                    </a:cubicBezTo>
                    <a:cubicBezTo>
                      <a:pt x="15" y="51"/>
                      <a:pt x="28" y="45"/>
                      <a:pt x="38" y="37"/>
                    </a:cubicBezTo>
                    <a:lnTo>
                      <a:pt x="36" y="12"/>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1" name="Freeform 219"/>
              <p:cNvSpPr/>
              <p:nvPr/>
            </p:nvSpPr>
            <p:spPr bwMode="auto">
              <a:xfrm>
                <a:off x="3948581" y="2081725"/>
                <a:ext cx="95417" cy="133367"/>
              </a:xfrm>
              <a:custGeom>
                <a:avLst/>
                <a:gdLst>
                  <a:gd name="T0" fmla="*/ 23 w 37"/>
                  <a:gd name="T1" fmla="*/ 21 h 52"/>
                  <a:gd name="T2" fmla="*/ 28 w 37"/>
                  <a:gd name="T3" fmla="*/ 13 h 52"/>
                  <a:gd name="T4" fmla="*/ 17 w 37"/>
                  <a:gd name="T5" fmla="*/ 7 h 52"/>
                  <a:gd name="T6" fmla="*/ 25 w 37"/>
                  <a:gd name="T7" fmla="*/ 0 h 52"/>
                  <a:gd name="T8" fmla="*/ 15 w 37"/>
                  <a:gd name="T9" fmla="*/ 1 h 52"/>
                  <a:gd name="T10" fmla="*/ 15 w 37"/>
                  <a:gd name="T11" fmla="*/ 1 h 52"/>
                  <a:gd name="T12" fmla="*/ 2 w 37"/>
                  <a:gd name="T13" fmla="*/ 12 h 52"/>
                  <a:gd name="T14" fmla="*/ 0 w 37"/>
                  <a:gd name="T15" fmla="*/ 37 h 52"/>
                  <a:gd name="T16" fmla="*/ 37 w 37"/>
                  <a:gd name="T17" fmla="*/ 52 h 52"/>
                  <a:gd name="T18" fmla="*/ 37 w 37"/>
                  <a:gd name="T19" fmla="*/ 52 h 52"/>
                  <a:gd name="T20" fmla="*/ 23 w 37"/>
                  <a:gd name="T21" fmla="*/ 2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52">
                    <a:moveTo>
                      <a:pt x="23" y="21"/>
                    </a:moveTo>
                    <a:cubicBezTo>
                      <a:pt x="28" y="13"/>
                      <a:pt x="28" y="13"/>
                      <a:pt x="28" y="13"/>
                    </a:cubicBezTo>
                    <a:cubicBezTo>
                      <a:pt x="17" y="7"/>
                      <a:pt x="17" y="7"/>
                      <a:pt x="17" y="7"/>
                    </a:cubicBezTo>
                    <a:cubicBezTo>
                      <a:pt x="25" y="0"/>
                      <a:pt x="25" y="0"/>
                      <a:pt x="25" y="0"/>
                    </a:cubicBezTo>
                    <a:cubicBezTo>
                      <a:pt x="19" y="0"/>
                      <a:pt x="15" y="0"/>
                      <a:pt x="15" y="1"/>
                    </a:cubicBezTo>
                    <a:cubicBezTo>
                      <a:pt x="15" y="1"/>
                      <a:pt x="15" y="1"/>
                      <a:pt x="15" y="1"/>
                    </a:cubicBezTo>
                    <a:cubicBezTo>
                      <a:pt x="8" y="0"/>
                      <a:pt x="3" y="5"/>
                      <a:pt x="2" y="12"/>
                    </a:cubicBezTo>
                    <a:cubicBezTo>
                      <a:pt x="0" y="37"/>
                      <a:pt x="0" y="37"/>
                      <a:pt x="0" y="37"/>
                    </a:cubicBezTo>
                    <a:cubicBezTo>
                      <a:pt x="10" y="46"/>
                      <a:pt x="23" y="51"/>
                      <a:pt x="37" y="52"/>
                    </a:cubicBezTo>
                    <a:cubicBezTo>
                      <a:pt x="37" y="52"/>
                      <a:pt x="37" y="52"/>
                      <a:pt x="37" y="52"/>
                    </a:cubicBezTo>
                    <a:lnTo>
                      <a:pt x="23" y="2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2" name="Freeform 220"/>
              <p:cNvSpPr/>
              <p:nvPr/>
            </p:nvSpPr>
            <p:spPr bwMode="auto">
              <a:xfrm>
                <a:off x="4043998" y="2081725"/>
                <a:ext cx="35782" cy="28191"/>
              </a:xfrm>
              <a:custGeom>
                <a:avLst/>
                <a:gdLst>
                  <a:gd name="T0" fmla="*/ 28 w 33"/>
                  <a:gd name="T1" fmla="*/ 26 h 26"/>
                  <a:gd name="T2" fmla="*/ 28 w 33"/>
                  <a:gd name="T3" fmla="*/ 26 h 26"/>
                  <a:gd name="T4" fmla="*/ 33 w 33"/>
                  <a:gd name="T5" fmla="*/ 24 h 26"/>
                  <a:gd name="T6" fmla="*/ 28 w 33"/>
                  <a:gd name="T7" fmla="*/ 0 h 26"/>
                  <a:gd name="T8" fmla="*/ 7 w 33"/>
                  <a:gd name="T9" fmla="*/ 0 h 26"/>
                  <a:gd name="T10" fmla="*/ 0 w 33"/>
                  <a:gd name="T11" fmla="*/ 24 h 26"/>
                  <a:gd name="T12" fmla="*/ 4 w 33"/>
                  <a:gd name="T13" fmla="*/ 26 h 26"/>
                  <a:gd name="T14" fmla="*/ 4 w 33"/>
                  <a:gd name="T15" fmla="*/ 26 h 26"/>
                  <a:gd name="T16" fmla="*/ 28 w 33"/>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6">
                    <a:moveTo>
                      <a:pt x="28" y="26"/>
                    </a:moveTo>
                    <a:lnTo>
                      <a:pt x="28" y="26"/>
                    </a:lnTo>
                    <a:lnTo>
                      <a:pt x="33" y="24"/>
                    </a:lnTo>
                    <a:lnTo>
                      <a:pt x="28" y="0"/>
                    </a:lnTo>
                    <a:lnTo>
                      <a:pt x="7" y="0"/>
                    </a:lnTo>
                    <a:lnTo>
                      <a:pt x="0" y="24"/>
                    </a:lnTo>
                    <a:lnTo>
                      <a:pt x="4" y="26"/>
                    </a:lnTo>
                    <a:lnTo>
                      <a:pt x="4" y="26"/>
                    </a:lnTo>
                    <a:lnTo>
                      <a:pt x="28" y="26"/>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3" name="Freeform 221"/>
              <p:cNvSpPr/>
              <p:nvPr/>
            </p:nvSpPr>
            <p:spPr bwMode="auto">
              <a:xfrm>
                <a:off x="4043998" y="2109916"/>
                <a:ext cx="35782" cy="108428"/>
              </a:xfrm>
              <a:custGeom>
                <a:avLst/>
                <a:gdLst>
                  <a:gd name="T0" fmla="*/ 12 w 14"/>
                  <a:gd name="T1" fmla="*/ 0 h 42"/>
                  <a:gd name="T2" fmla="*/ 12 w 14"/>
                  <a:gd name="T3" fmla="*/ 0 h 42"/>
                  <a:gd name="T4" fmla="*/ 2 w 14"/>
                  <a:gd name="T5" fmla="*/ 0 h 42"/>
                  <a:gd name="T6" fmla="*/ 2 w 14"/>
                  <a:gd name="T7" fmla="*/ 0 h 42"/>
                  <a:gd name="T8" fmla="*/ 0 w 14"/>
                  <a:gd name="T9" fmla="*/ 41 h 42"/>
                  <a:gd name="T10" fmla="*/ 0 w 14"/>
                  <a:gd name="T11" fmla="*/ 41 h 42"/>
                  <a:gd name="T12" fmla="*/ 7 w 14"/>
                  <a:gd name="T13" fmla="*/ 42 h 42"/>
                  <a:gd name="T14" fmla="*/ 14 w 14"/>
                  <a:gd name="T15" fmla="*/ 41 h 42"/>
                  <a:gd name="T16" fmla="*/ 14 w 14"/>
                  <a:gd name="T17" fmla="*/ 41 h 42"/>
                  <a:gd name="T18" fmla="*/ 12 w 14"/>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42">
                    <a:moveTo>
                      <a:pt x="12" y="0"/>
                    </a:moveTo>
                    <a:cubicBezTo>
                      <a:pt x="12" y="0"/>
                      <a:pt x="12" y="0"/>
                      <a:pt x="12" y="0"/>
                    </a:cubicBezTo>
                    <a:cubicBezTo>
                      <a:pt x="2" y="0"/>
                      <a:pt x="2" y="0"/>
                      <a:pt x="2" y="0"/>
                    </a:cubicBezTo>
                    <a:cubicBezTo>
                      <a:pt x="2" y="0"/>
                      <a:pt x="2" y="0"/>
                      <a:pt x="2" y="0"/>
                    </a:cubicBezTo>
                    <a:cubicBezTo>
                      <a:pt x="0" y="41"/>
                      <a:pt x="0" y="41"/>
                      <a:pt x="0" y="41"/>
                    </a:cubicBezTo>
                    <a:cubicBezTo>
                      <a:pt x="0" y="41"/>
                      <a:pt x="0" y="41"/>
                      <a:pt x="0" y="41"/>
                    </a:cubicBezTo>
                    <a:cubicBezTo>
                      <a:pt x="3" y="42"/>
                      <a:pt x="5" y="42"/>
                      <a:pt x="7" y="42"/>
                    </a:cubicBezTo>
                    <a:cubicBezTo>
                      <a:pt x="10" y="42"/>
                      <a:pt x="12" y="42"/>
                      <a:pt x="14" y="41"/>
                    </a:cubicBezTo>
                    <a:cubicBezTo>
                      <a:pt x="14" y="41"/>
                      <a:pt x="14" y="41"/>
                      <a:pt x="14" y="41"/>
                    </a:cubicBezTo>
                    <a:lnTo>
                      <a:pt x="12"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4" name="Freeform 222"/>
              <p:cNvSpPr/>
              <p:nvPr/>
            </p:nvSpPr>
            <p:spPr bwMode="auto">
              <a:xfrm>
                <a:off x="3826056" y="2032933"/>
                <a:ext cx="460821" cy="238542"/>
              </a:xfrm>
              <a:custGeom>
                <a:avLst/>
                <a:gdLst>
                  <a:gd name="T0" fmla="*/ 92 w 180"/>
                  <a:gd name="T1" fmla="*/ 93 h 93"/>
                  <a:gd name="T2" fmla="*/ 0 w 180"/>
                  <a:gd name="T3" fmla="*/ 0 h 93"/>
                  <a:gd name="T4" fmla="*/ 23 w 180"/>
                  <a:gd name="T5" fmla="*/ 0 h 93"/>
                  <a:gd name="T6" fmla="*/ 92 w 180"/>
                  <a:gd name="T7" fmla="*/ 70 h 93"/>
                  <a:gd name="T8" fmla="*/ 158 w 180"/>
                  <a:gd name="T9" fmla="*/ 22 h 93"/>
                  <a:gd name="T10" fmla="*/ 180 w 180"/>
                  <a:gd name="T11" fmla="*/ 30 h 93"/>
                  <a:gd name="T12" fmla="*/ 92 w 180"/>
                  <a:gd name="T13" fmla="*/ 93 h 93"/>
                </a:gdLst>
                <a:ahLst/>
                <a:cxnLst>
                  <a:cxn ang="0">
                    <a:pos x="T0" y="T1"/>
                  </a:cxn>
                  <a:cxn ang="0">
                    <a:pos x="T2" y="T3"/>
                  </a:cxn>
                  <a:cxn ang="0">
                    <a:pos x="T4" y="T5"/>
                  </a:cxn>
                  <a:cxn ang="0">
                    <a:pos x="T6" y="T7"/>
                  </a:cxn>
                  <a:cxn ang="0">
                    <a:pos x="T8" y="T9"/>
                  </a:cxn>
                  <a:cxn ang="0">
                    <a:pos x="T10" y="T11"/>
                  </a:cxn>
                  <a:cxn ang="0">
                    <a:pos x="T12" y="T13"/>
                  </a:cxn>
                </a:cxnLst>
                <a:rect l="0" t="0" r="r" b="b"/>
                <a:pathLst>
                  <a:path w="180" h="93">
                    <a:moveTo>
                      <a:pt x="92" y="93"/>
                    </a:moveTo>
                    <a:cubicBezTo>
                      <a:pt x="41" y="93"/>
                      <a:pt x="0" y="51"/>
                      <a:pt x="0" y="0"/>
                    </a:cubicBezTo>
                    <a:cubicBezTo>
                      <a:pt x="23" y="0"/>
                      <a:pt x="23" y="0"/>
                      <a:pt x="23" y="0"/>
                    </a:cubicBezTo>
                    <a:cubicBezTo>
                      <a:pt x="23" y="39"/>
                      <a:pt x="54" y="70"/>
                      <a:pt x="92" y="70"/>
                    </a:cubicBezTo>
                    <a:cubicBezTo>
                      <a:pt x="122" y="70"/>
                      <a:pt x="149" y="51"/>
                      <a:pt x="158" y="22"/>
                    </a:cubicBezTo>
                    <a:cubicBezTo>
                      <a:pt x="180" y="30"/>
                      <a:pt x="180" y="30"/>
                      <a:pt x="180" y="30"/>
                    </a:cubicBezTo>
                    <a:cubicBezTo>
                      <a:pt x="168" y="67"/>
                      <a:pt x="132" y="93"/>
                      <a:pt x="92" y="93"/>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5" name="Freeform 223"/>
              <p:cNvSpPr/>
              <p:nvPr/>
            </p:nvSpPr>
            <p:spPr bwMode="auto">
              <a:xfrm>
                <a:off x="3787022" y="1979802"/>
                <a:ext cx="133367" cy="66142"/>
              </a:xfrm>
              <a:custGeom>
                <a:avLst/>
                <a:gdLst>
                  <a:gd name="T0" fmla="*/ 123 w 123"/>
                  <a:gd name="T1" fmla="*/ 61 h 61"/>
                  <a:gd name="T2" fmla="*/ 62 w 123"/>
                  <a:gd name="T3" fmla="*/ 0 h 61"/>
                  <a:gd name="T4" fmla="*/ 0 w 123"/>
                  <a:gd name="T5" fmla="*/ 61 h 61"/>
                  <a:gd name="T6" fmla="*/ 123 w 123"/>
                  <a:gd name="T7" fmla="*/ 61 h 61"/>
                </a:gdLst>
                <a:ahLst/>
                <a:cxnLst>
                  <a:cxn ang="0">
                    <a:pos x="T0" y="T1"/>
                  </a:cxn>
                  <a:cxn ang="0">
                    <a:pos x="T2" y="T3"/>
                  </a:cxn>
                  <a:cxn ang="0">
                    <a:pos x="T4" y="T5"/>
                  </a:cxn>
                  <a:cxn ang="0">
                    <a:pos x="T6" y="T7"/>
                  </a:cxn>
                </a:cxnLst>
                <a:rect l="0" t="0" r="r" b="b"/>
                <a:pathLst>
                  <a:path w="123" h="61">
                    <a:moveTo>
                      <a:pt x="123" y="61"/>
                    </a:moveTo>
                    <a:lnTo>
                      <a:pt x="62" y="0"/>
                    </a:lnTo>
                    <a:lnTo>
                      <a:pt x="0" y="61"/>
                    </a:lnTo>
                    <a:lnTo>
                      <a:pt x="123" y="6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6" name="Freeform 224"/>
              <p:cNvSpPr/>
              <p:nvPr/>
            </p:nvSpPr>
            <p:spPr bwMode="auto">
              <a:xfrm>
                <a:off x="3837984" y="1797643"/>
                <a:ext cx="461905" cy="235290"/>
              </a:xfrm>
              <a:custGeom>
                <a:avLst/>
                <a:gdLst>
                  <a:gd name="T0" fmla="*/ 180 w 180"/>
                  <a:gd name="T1" fmla="*/ 92 h 92"/>
                  <a:gd name="T2" fmla="*/ 157 w 180"/>
                  <a:gd name="T3" fmla="*/ 92 h 92"/>
                  <a:gd name="T4" fmla="*/ 88 w 180"/>
                  <a:gd name="T5" fmla="*/ 23 h 92"/>
                  <a:gd name="T6" fmla="*/ 21 w 180"/>
                  <a:gd name="T7" fmla="*/ 70 h 92"/>
                  <a:gd name="T8" fmla="*/ 0 w 180"/>
                  <a:gd name="T9" fmla="*/ 63 h 92"/>
                  <a:gd name="T10" fmla="*/ 88 w 180"/>
                  <a:gd name="T11" fmla="*/ 0 h 92"/>
                  <a:gd name="T12" fmla="*/ 180 w 180"/>
                  <a:gd name="T13" fmla="*/ 92 h 92"/>
                </a:gdLst>
                <a:ahLst/>
                <a:cxnLst>
                  <a:cxn ang="0">
                    <a:pos x="T0" y="T1"/>
                  </a:cxn>
                  <a:cxn ang="0">
                    <a:pos x="T2" y="T3"/>
                  </a:cxn>
                  <a:cxn ang="0">
                    <a:pos x="T4" y="T5"/>
                  </a:cxn>
                  <a:cxn ang="0">
                    <a:pos x="T6" y="T7"/>
                  </a:cxn>
                  <a:cxn ang="0">
                    <a:pos x="T8" y="T9"/>
                  </a:cxn>
                  <a:cxn ang="0">
                    <a:pos x="T10" y="T11"/>
                  </a:cxn>
                  <a:cxn ang="0">
                    <a:pos x="T12" y="T13"/>
                  </a:cxn>
                </a:cxnLst>
                <a:rect l="0" t="0" r="r" b="b"/>
                <a:pathLst>
                  <a:path w="180" h="92">
                    <a:moveTo>
                      <a:pt x="180" y="92"/>
                    </a:moveTo>
                    <a:cubicBezTo>
                      <a:pt x="157" y="92"/>
                      <a:pt x="157" y="92"/>
                      <a:pt x="157" y="92"/>
                    </a:cubicBezTo>
                    <a:cubicBezTo>
                      <a:pt x="157" y="54"/>
                      <a:pt x="126" y="23"/>
                      <a:pt x="88" y="23"/>
                    </a:cubicBezTo>
                    <a:cubicBezTo>
                      <a:pt x="57" y="23"/>
                      <a:pt x="31" y="42"/>
                      <a:pt x="21" y="70"/>
                    </a:cubicBezTo>
                    <a:cubicBezTo>
                      <a:pt x="0" y="63"/>
                      <a:pt x="0" y="63"/>
                      <a:pt x="0" y="63"/>
                    </a:cubicBezTo>
                    <a:cubicBezTo>
                      <a:pt x="12" y="25"/>
                      <a:pt x="48" y="0"/>
                      <a:pt x="88" y="0"/>
                    </a:cubicBezTo>
                    <a:cubicBezTo>
                      <a:pt x="139" y="0"/>
                      <a:pt x="180" y="41"/>
                      <a:pt x="180" y="92"/>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7" name="Freeform 225"/>
              <p:cNvSpPr/>
              <p:nvPr/>
            </p:nvSpPr>
            <p:spPr bwMode="auto">
              <a:xfrm>
                <a:off x="4202303" y="2021005"/>
                <a:ext cx="135536" cy="68310"/>
              </a:xfrm>
              <a:custGeom>
                <a:avLst/>
                <a:gdLst>
                  <a:gd name="T0" fmla="*/ 0 w 125"/>
                  <a:gd name="T1" fmla="*/ 0 h 63"/>
                  <a:gd name="T2" fmla="*/ 64 w 125"/>
                  <a:gd name="T3" fmla="*/ 63 h 63"/>
                  <a:gd name="T4" fmla="*/ 125 w 125"/>
                  <a:gd name="T5" fmla="*/ 0 h 63"/>
                  <a:gd name="T6" fmla="*/ 0 w 125"/>
                  <a:gd name="T7" fmla="*/ 0 h 63"/>
                </a:gdLst>
                <a:ahLst/>
                <a:cxnLst>
                  <a:cxn ang="0">
                    <a:pos x="T0" y="T1"/>
                  </a:cxn>
                  <a:cxn ang="0">
                    <a:pos x="T2" y="T3"/>
                  </a:cxn>
                  <a:cxn ang="0">
                    <a:pos x="T4" y="T5"/>
                  </a:cxn>
                  <a:cxn ang="0">
                    <a:pos x="T6" y="T7"/>
                  </a:cxn>
                </a:cxnLst>
                <a:rect l="0" t="0" r="r" b="b"/>
                <a:pathLst>
                  <a:path w="125" h="63">
                    <a:moveTo>
                      <a:pt x="0" y="0"/>
                    </a:moveTo>
                    <a:lnTo>
                      <a:pt x="64" y="63"/>
                    </a:lnTo>
                    <a:lnTo>
                      <a:pt x="125" y="0"/>
                    </a:lnTo>
                    <a:lnTo>
                      <a:pt x="0"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0" name="组合 69">
              <a:extLst>
                <a:ext uri="{FF2B5EF4-FFF2-40B4-BE49-F238E27FC236}">
                  <a16:creationId xmlns:a16="http://schemas.microsoft.com/office/drawing/2014/main" id="{764F48E9-8124-4EC5-AED7-4631C3BC53E1}"/>
                </a:ext>
              </a:extLst>
            </p:cNvPr>
            <p:cNvGrpSpPr/>
            <p:nvPr/>
          </p:nvGrpSpPr>
          <p:grpSpPr>
            <a:xfrm>
              <a:off x="4007768" y="-3615780"/>
              <a:ext cx="3939158" cy="5332075"/>
              <a:chOff x="6798609" y="-251869"/>
              <a:chExt cx="5253578" cy="7111285"/>
            </a:xfrm>
          </p:grpSpPr>
          <p:sp>
            <p:nvSpPr>
              <p:cNvPr id="71" name="Freeform 5">
                <a:extLst>
                  <a:ext uri="{FF2B5EF4-FFF2-40B4-BE49-F238E27FC236}">
                    <a16:creationId xmlns:a16="http://schemas.microsoft.com/office/drawing/2014/main" id="{3D6F0BFB-CAF6-4DEA-8566-72D967064318}"/>
                  </a:ext>
                </a:extLst>
              </p:cNvPr>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2" name="Freeform 5">
                <a:extLst>
                  <a:ext uri="{FF2B5EF4-FFF2-40B4-BE49-F238E27FC236}">
                    <a16:creationId xmlns:a16="http://schemas.microsoft.com/office/drawing/2014/main" id="{F2AE030B-5667-435C-8BBF-7E48C439BA87}"/>
                  </a:ext>
                </a:extLst>
              </p:cNvPr>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3" name="Freeform 5">
                <a:extLst>
                  <a:ext uri="{FF2B5EF4-FFF2-40B4-BE49-F238E27FC236}">
                    <a16:creationId xmlns:a16="http://schemas.microsoft.com/office/drawing/2014/main" id="{828350D6-B416-44D0-8ABA-20F1FCA9168E}"/>
                  </a:ext>
                </a:extLst>
              </p:cNvPr>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74" name="直接连接符 73">
                <a:extLst>
                  <a:ext uri="{FF2B5EF4-FFF2-40B4-BE49-F238E27FC236}">
                    <a16:creationId xmlns:a16="http://schemas.microsoft.com/office/drawing/2014/main" id="{26E7FDF5-8D5D-48BC-82CB-6360080D8520}"/>
                  </a:ext>
                </a:extLst>
              </p:cNvPr>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69B30286-D4EF-45D0-B91F-2A470B7805A8}"/>
                  </a:ext>
                </a:extLst>
              </p:cNvPr>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9BD49E39-8CF8-4826-A9F9-C91759763FD2}"/>
                  </a:ext>
                </a:extLst>
              </p:cNvPr>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7" name="组合 76">
                <a:extLst>
                  <a:ext uri="{FF2B5EF4-FFF2-40B4-BE49-F238E27FC236}">
                    <a16:creationId xmlns:a16="http://schemas.microsoft.com/office/drawing/2014/main" id="{FE4C8BE3-E42F-4583-B9DE-98CDC77B2F19}"/>
                  </a:ext>
                </a:extLst>
              </p:cNvPr>
              <p:cNvGrpSpPr/>
              <p:nvPr/>
            </p:nvGrpSpPr>
            <p:grpSpPr>
              <a:xfrm>
                <a:off x="8059703" y="2042916"/>
                <a:ext cx="303617" cy="258274"/>
                <a:chOff x="6339462" y="3747511"/>
                <a:chExt cx="907547" cy="772010"/>
              </a:xfrm>
              <a:solidFill>
                <a:schemeClr val="accent1"/>
              </a:solidFill>
            </p:grpSpPr>
            <p:sp>
              <p:nvSpPr>
                <p:cNvPr id="92" name="Rectangle 130">
                  <a:extLst>
                    <a:ext uri="{FF2B5EF4-FFF2-40B4-BE49-F238E27FC236}">
                      <a16:creationId xmlns:a16="http://schemas.microsoft.com/office/drawing/2014/main" id="{F36D7D66-2920-45A7-9E88-BE4F293C4361}"/>
                    </a:ext>
                  </a:extLst>
                </p:cNvPr>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3" name="Freeform 131">
                  <a:extLst>
                    <a:ext uri="{FF2B5EF4-FFF2-40B4-BE49-F238E27FC236}">
                      <a16:creationId xmlns:a16="http://schemas.microsoft.com/office/drawing/2014/main" id="{76B146A0-6971-4F3A-8D4F-22024F8375F4}"/>
                    </a:ext>
                  </a:extLst>
                </p:cNvPr>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4" name="Freeform 132">
                  <a:extLst>
                    <a:ext uri="{FF2B5EF4-FFF2-40B4-BE49-F238E27FC236}">
                      <a16:creationId xmlns:a16="http://schemas.microsoft.com/office/drawing/2014/main" id="{4564F2DC-2599-4736-9140-A121B2AF05F0}"/>
                    </a:ext>
                  </a:extLst>
                </p:cNvPr>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5" name="Freeform 133">
                  <a:extLst>
                    <a:ext uri="{FF2B5EF4-FFF2-40B4-BE49-F238E27FC236}">
                      <a16:creationId xmlns:a16="http://schemas.microsoft.com/office/drawing/2014/main" id="{A3ACF883-5DA0-43B3-B6E1-E50365E0CE48}"/>
                    </a:ext>
                  </a:extLst>
                </p:cNvPr>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6" name="Freeform 134">
                  <a:extLst>
                    <a:ext uri="{FF2B5EF4-FFF2-40B4-BE49-F238E27FC236}">
                      <a16:creationId xmlns:a16="http://schemas.microsoft.com/office/drawing/2014/main" id="{F8809223-A0CB-4DB2-BD85-3ABC213AD486}"/>
                    </a:ext>
                  </a:extLst>
                </p:cNvPr>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7" name="Freeform 135">
                  <a:extLst>
                    <a:ext uri="{FF2B5EF4-FFF2-40B4-BE49-F238E27FC236}">
                      <a16:creationId xmlns:a16="http://schemas.microsoft.com/office/drawing/2014/main" id="{51CC99D3-60E9-432A-88A8-7B410FAE9D85}"/>
                    </a:ext>
                  </a:extLst>
                </p:cNvPr>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8" name="Freeform 136">
                  <a:extLst>
                    <a:ext uri="{FF2B5EF4-FFF2-40B4-BE49-F238E27FC236}">
                      <a16:creationId xmlns:a16="http://schemas.microsoft.com/office/drawing/2014/main" id="{37C39D3B-4793-49D6-A99D-396057A4AC35}"/>
                    </a:ext>
                  </a:extLst>
                </p:cNvPr>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9" name="Freeform 137">
                  <a:extLst>
                    <a:ext uri="{FF2B5EF4-FFF2-40B4-BE49-F238E27FC236}">
                      <a16:creationId xmlns:a16="http://schemas.microsoft.com/office/drawing/2014/main" id="{11249225-1C33-4D93-9662-DE4464179C82}"/>
                    </a:ext>
                  </a:extLst>
                </p:cNvPr>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8" name="组合 77">
                <a:extLst>
                  <a:ext uri="{FF2B5EF4-FFF2-40B4-BE49-F238E27FC236}">
                    <a16:creationId xmlns:a16="http://schemas.microsoft.com/office/drawing/2014/main" id="{463E8E8F-F6EB-49B2-BAB4-3A5B3EF9CB55}"/>
                  </a:ext>
                </a:extLst>
              </p:cNvPr>
              <p:cNvGrpSpPr/>
              <p:nvPr/>
            </p:nvGrpSpPr>
            <p:grpSpPr>
              <a:xfrm>
                <a:off x="8062201" y="4560896"/>
                <a:ext cx="300352" cy="258999"/>
                <a:chOff x="3548515" y="964154"/>
                <a:chExt cx="897787" cy="774179"/>
              </a:xfrm>
              <a:solidFill>
                <a:schemeClr val="accent2"/>
              </a:solidFill>
            </p:grpSpPr>
            <p:sp>
              <p:nvSpPr>
                <p:cNvPr id="87" name="Freeform 222">
                  <a:extLst>
                    <a:ext uri="{FF2B5EF4-FFF2-40B4-BE49-F238E27FC236}">
                      <a16:creationId xmlns:a16="http://schemas.microsoft.com/office/drawing/2014/main" id="{FDF2CC09-92E5-41DD-90C6-FCAB80DBA5E9}"/>
                    </a:ext>
                  </a:extLst>
                </p:cNvPr>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8" name="Freeform 223">
                  <a:extLst>
                    <a:ext uri="{FF2B5EF4-FFF2-40B4-BE49-F238E27FC236}">
                      <a16:creationId xmlns:a16="http://schemas.microsoft.com/office/drawing/2014/main" id="{BDE85F74-05F8-4A5F-9004-E798E5985E47}"/>
                    </a:ext>
                  </a:extLst>
                </p:cNvPr>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9" name="Freeform 224">
                  <a:extLst>
                    <a:ext uri="{FF2B5EF4-FFF2-40B4-BE49-F238E27FC236}">
                      <a16:creationId xmlns:a16="http://schemas.microsoft.com/office/drawing/2014/main" id="{BB00FD37-96D4-4F30-9BC4-811433821B3D}"/>
                    </a:ext>
                  </a:extLst>
                </p:cNvPr>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0" name="Freeform 225">
                  <a:extLst>
                    <a:ext uri="{FF2B5EF4-FFF2-40B4-BE49-F238E27FC236}">
                      <a16:creationId xmlns:a16="http://schemas.microsoft.com/office/drawing/2014/main" id="{4ABF2568-3AC0-4737-A2FF-8A0909F5DD1E}"/>
                    </a:ext>
                  </a:extLst>
                </p:cNvPr>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1" name="Freeform 226">
                  <a:extLst>
                    <a:ext uri="{FF2B5EF4-FFF2-40B4-BE49-F238E27FC236}">
                      <a16:creationId xmlns:a16="http://schemas.microsoft.com/office/drawing/2014/main" id="{2BF2CD50-8510-4AE9-A6A1-417ABFE6EF31}"/>
                    </a:ext>
                  </a:extLst>
                </p:cNvPr>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9" name="组合 78">
                <a:extLst>
                  <a:ext uri="{FF2B5EF4-FFF2-40B4-BE49-F238E27FC236}">
                    <a16:creationId xmlns:a16="http://schemas.microsoft.com/office/drawing/2014/main" id="{096047AD-208F-49B4-A931-EC2B14126379}"/>
                  </a:ext>
                </a:extLst>
              </p:cNvPr>
              <p:cNvGrpSpPr/>
              <p:nvPr/>
            </p:nvGrpSpPr>
            <p:grpSpPr>
              <a:xfrm>
                <a:off x="10240844" y="3302449"/>
                <a:ext cx="300352" cy="257548"/>
                <a:chOff x="3546346" y="2339026"/>
                <a:chExt cx="897787" cy="769842"/>
              </a:xfrm>
              <a:solidFill>
                <a:schemeClr val="accent3"/>
              </a:solidFill>
            </p:grpSpPr>
            <p:sp>
              <p:nvSpPr>
                <p:cNvPr id="80" name="Rectangle 227">
                  <a:extLst>
                    <a:ext uri="{FF2B5EF4-FFF2-40B4-BE49-F238E27FC236}">
                      <a16:creationId xmlns:a16="http://schemas.microsoft.com/office/drawing/2014/main" id="{2C90B86F-3D1F-46CC-A273-74D2A5B8B038}"/>
                    </a:ext>
                  </a:extLst>
                </p:cNvPr>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1" name="Freeform 228">
                  <a:extLst>
                    <a:ext uri="{FF2B5EF4-FFF2-40B4-BE49-F238E27FC236}">
                      <a16:creationId xmlns:a16="http://schemas.microsoft.com/office/drawing/2014/main" id="{39ADDB32-7C47-4D9E-9C73-864338C1E689}"/>
                    </a:ext>
                  </a:extLst>
                </p:cNvPr>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2" name="Freeform 229">
                  <a:extLst>
                    <a:ext uri="{FF2B5EF4-FFF2-40B4-BE49-F238E27FC236}">
                      <a16:creationId xmlns:a16="http://schemas.microsoft.com/office/drawing/2014/main" id="{9B30A394-0855-4DD0-97C8-B858390B9A04}"/>
                    </a:ext>
                  </a:extLst>
                </p:cNvPr>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3" name="Freeform 230">
                  <a:extLst>
                    <a:ext uri="{FF2B5EF4-FFF2-40B4-BE49-F238E27FC236}">
                      <a16:creationId xmlns:a16="http://schemas.microsoft.com/office/drawing/2014/main" id="{C7341948-7774-416E-AD10-7BD12E82650C}"/>
                    </a:ext>
                  </a:extLst>
                </p:cNvPr>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4" name="Freeform 231">
                  <a:extLst>
                    <a:ext uri="{FF2B5EF4-FFF2-40B4-BE49-F238E27FC236}">
                      <a16:creationId xmlns:a16="http://schemas.microsoft.com/office/drawing/2014/main" id="{178F46E3-4F1D-4608-B82F-6B88648DF19E}"/>
                    </a:ext>
                  </a:extLst>
                </p:cNvPr>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5" name="Freeform 232">
                  <a:extLst>
                    <a:ext uri="{FF2B5EF4-FFF2-40B4-BE49-F238E27FC236}">
                      <a16:creationId xmlns:a16="http://schemas.microsoft.com/office/drawing/2014/main" id="{23AAC843-4545-4EA0-9CF5-874ACF043084}"/>
                    </a:ext>
                  </a:extLst>
                </p:cNvPr>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6" name="Freeform 233">
                  <a:extLst>
                    <a:ext uri="{FF2B5EF4-FFF2-40B4-BE49-F238E27FC236}">
                      <a16:creationId xmlns:a16="http://schemas.microsoft.com/office/drawing/2014/main" id="{D7763F08-C5FD-4348-AA44-A4B29C75B18A}"/>
                    </a:ext>
                  </a:extLst>
                </p:cNvPr>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sp>
        <p:nvSpPr>
          <p:cNvPr id="18" name="文本占位符 17">
            <a:extLst>
              <a:ext uri="{FF2B5EF4-FFF2-40B4-BE49-F238E27FC236}">
                <a16:creationId xmlns:a16="http://schemas.microsoft.com/office/drawing/2014/main" id="{EC5435B3-EB5C-27EC-C1BC-72B5DE1023D0}"/>
              </a:ext>
            </a:extLst>
          </p:cNvPr>
          <p:cNvSpPr>
            <a:spLocks noGrp="1"/>
          </p:cNvSpPr>
          <p:nvPr>
            <p:ph type="body" sz="quarter" idx="10"/>
          </p:nvPr>
        </p:nvSpPr>
        <p:spPr>
          <a:xfrm>
            <a:off x="7175500" y="4724400"/>
            <a:ext cx="4991100" cy="649288"/>
          </a:xfrm>
          <a:prstGeom prst="rect">
            <a:avLst/>
          </a:prstGeom>
        </p:spPr>
        <p:txBody>
          <a:bodyPr anchor="ctr"/>
          <a:lstStyle>
            <a:lvl1pPr algn="r">
              <a:buNone/>
              <a:defRPr sz="2400">
                <a:solidFill>
                  <a:schemeClr val="bg1"/>
                </a:solidFill>
              </a:defRPr>
            </a:lvl1pPr>
          </a:lstStyle>
          <a:p>
            <a:pPr lvl="0"/>
            <a:r>
              <a:rPr lang="zh-CN" altLang="en-US"/>
              <a:t>单击此处编辑母版文本样式</a:t>
            </a:r>
          </a:p>
        </p:txBody>
      </p:sp>
    </p:spTree>
    <p:extLst>
      <p:ext uri="{BB962C8B-B14F-4D97-AF65-F5344CB8AC3E}">
        <p14:creationId xmlns:p14="http://schemas.microsoft.com/office/powerpoint/2010/main" val="8677529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4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0" y="0"/>
            <a:ext cx="1179076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4" name="文本占位符 33">
            <a:extLst>
              <a:ext uri="{FF2B5EF4-FFF2-40B4-BE49-F238E27FC236}">
                <a16:creationId xmlns:a16="http://schemas.microsoft.com/office/drawing/2014/main" id="{48A005F6-C87D-D98A-AECC-DE82D174EB34}"/>
              </a:ext>
            </a:extLst>
          </p:cNvPr>
          <p:cNvSpPr>
            <a:spLocks noGrp="1"/>
          </p:cNvSpPr>
          <p:nvPr>
            <p:ph type="body" sz="quarter" idx="18" hasCustomPrompt="1"/>
          </p:nvPr>
        </p:nvSpPr>
        <p:spPr>
          <a:xfrm>
            <a:off x="850256" y="100867"/>
            <a:ext cx="10358312"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26" name="内容占位符 25">
            <a:extLst>
              <a:ext uri="{FF2B5EF4-FFF2-40B4-BE49-F238E27FC236}">
                <a16:creationId xmlns:a16="http://schemas.microsoft.com/office/drawing/2014/main" id="{583369E4-FD6D-200A-DA5A-18FE52D4B805}"/>
              </a:ext>
            </a:extLst>
          </p:cNvPr>
          <p:cNvSpPr>
            <a:spLocks noGrp="1"/>
          </p:cNvSpPr>
          <p:nvPr>
            <p:ph sz="quarter" idx="19"/>
          </p:nvPr>
        </p:nvSpPr>
        <p:spPr>
          <a:xfrm>
            <a:off x="536575" y="836613"/>
            <a:ext cx="11176000" cy="5761037"/>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75560680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pSp>
        <p:nvGrpSpPr>
          <p:cNvPr id="16" name="组合 15">
            <a:extLst>
              <a:ext uri="{FF2B5EF4-FFF2-40B4-BE49-F238E27FC236}">
                <a16:creationId xmlns:a16="http://schemas.microsoft.com/office/drawing/2014/main" id="{60FE3752-5275-5C12-482A-5A67E8B0FA4D}"/>
              </a:ext>
            </a:extLst>
          </p:cNvPr>
          <p:cNvGrpSpPr/>
          <p:nvPr/>
        </p:nvGrpSpPr>
        <p:grpSpPr>
          <a:xfrm>
            <a:off x="3388519" y="1894908"/>
            <a:ext cx="4392613" cy="3910012"/>
            <a:chOff x="0" y="0"/>
            <a:chExt cx="3264319" cy="2905377"/>
          </a:xfrm>
        </p:grpSpPr>
        <p:sp>
          <p:nvSpPr>
            <p:cNvPr id="17" name="Oval 274">
              <a:extLst>
                <a:ext uri="{FF2B5EF4-FFF2-40B4-BE49-F238E27FC236}">
                  <a16:creationId xmlns:a16="http://schemas.microsoft.com/office/drawing/2014/main" id="{DF8E0F90-5AC7-91E3-AF6F-93E0D276E712}"/>
                </a:ext>
              </a:extLst>
            </p:cNvPr>
            <p:cNvSpPr/>
            <p:nvPr/>
          </p:nvSpPr>
          <p:spPr>
            <a:xfrm>
              <a:off x="0" y="95883"/>
              <a:ext cx="1653905" cy="1654300"/>
            </a:xfrm>
            <a:prstGeom prst="ellipse">
              <a:avLst/>
            </a:prstGeom>
            <a:solidFill>
              <a:schemeClr val="accent3"/>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18" name="Oval 276">
              <a:extLst>
                <a:ext uri="{FF2B5EF4-FFF2-40B4-BE49-F238E27FC236}">
                  <a16:creationId xmlns:a16="http://schemas.microsoft.com/office/drawing/2014/main" id="{29E6018D-5446-1513-216E-29FBDB74CCFF}"/>
                </a:ext>
              </a:extLst>
            </p:cNvPr>
            <p:cNvSpPr/>
            <p:nvPr/>
          </p:nvSpPr>
          <p:spPr>
            <a:xfrm>
              <a:off x="1247771" y="0"/>
              <a:ext cx="2016548" cy="2016000"/>
            </a:xfrm>
            <a:prstGeom prst="ellipse">
              <a:avLst/>
            </a:prstGeom>
            <a:solidFill>
              <a:schemeClr val="accent1"/>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solidFill>
                  <a:srgbClr val="F8F8F8"/>
                </a:solidFill>
                <a:cs typeface="+mn-ea"/>
                <a:sym typeface="+mn-lt"/>
              </a:endParaRPr>
            </a:p>
          </p:txBody>
        </p:sp>
        <p:sp>
          <p:nvSpPr>
            <p:cNvPr id="19" name="Oval 277">
              <a:extLst>
                <a:ext uri="{FF2B5EF4-FFF2-40B4-BE49-F238E27FC236}">
                  <a16:creationId xmlns:a16="http://schemas.microsoft.com/office/drawing/2014/main" id="{108AACB0-D719-89D8-500E-A812FE6AC53D}"/>
                </a:ext>
              </a:extLst>
            </p:cNvPr>
            <p:cNvSpPr/>
            <p:nvPr/>
          </p:nvSpPr>
          <p:spPr>
            <a:xfrm>
              <a:off x="550635" y="1211962"/>
              <a:ext cx="1694223" cy="1693415"/>
            </a:xfrm>
            <a:prstGeom prst="ellipse">
              <a:avLst/>
            </a:prstGeom>
            <a:solidFill>
              <a:schemeClr val="accent5"/>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20" name="矩形 19">
              <a:extLst>
                <a:ext uri="{FF2B5EF4-FFF2-40B4-BE49-F238E27FC236}">
                  <a16:creationId xmlns:a16="http://schemas.microsoft.com/office/drawing/2014/main" id="{3BC1C92F-D9A8-83B6-C285-4D7E93740B79}"/>
                </a:ext>
              </a:extLst>
            </p:cNvPr>
            <p:cNvSpPr/>
            <p:nvPr/>
          </p:nvSpPr>
          <p:spPr>
            <a:xfrm>
              <a:off x="550636" y="1824239"/>
              <a:ext cx="1648800" cy="297345"/>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algn="ctr" eaLnBrk="1" hangingPunct="1"/>
              <a:endParaRPr lang="zh-CN" altLang="en-US" sz="2000" b="1" dirty="0">
                <a:solidFill>
                  <a:srgbClr val="F8F8F8"/>
                </a:solidFill>
                <a:cs typeface="+mn-ea"/>
                <a:sym typeface="+mn-lt"/>
              </a:endParaRPr>
            </a:p>
          </p:txBody>
        </p:sp>
        <p:sp>
          <p:nvSpPr>
            <p:cNvPr id="21" name="矩形 20">
              <a:extLst>
                <a:ext uri="{FF2B5EF4-FFF2-40B4-BE49-F238E27FC236}">
                  <a16:creationId xmlns:a16="http://schemas.microsoft.com/office/drawing/2014/main" id="{9E8FB666-AAA1-D847-AF80-404C44DD215F}"/>
                </a:ext>
              </a:extLst>
            </p:cNvPr>
            <p:cNvSpPr/>
            <p:nvPr/>
          </p:nvSpPr>
          <p:spPr>
            <a:xfrm>
              <a:off x="106421" y="679355"/>
              <a:ext cx="1495887" cy="274473"/>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b="1" dirty="0">
                <a:solidFill>
                  <a:srgbClr val="F8F8F8"/>
                </a:solidFill>
                <a:cs typeface="+mn-ea"/>
                <a:sym typeface="+mn-lt"/>
              </a:endParaRPr>
            </a:p>
          </p:txBody>
        </p:sp>
      </p:grpSp>
      <p:sp>
        <p:nvSpPr>
          <p:cNvPr id="26" name="文本占位符 25">
            <a:extLst>
              <a:ext uri="{FF2B5EF4-FFF2-40B4-BE49-F238E27FC236}">
                <a16:creationId xmlns:a16="http://schemas.microsoft.com/office/drawing/2014/main" id="{F4237448-4CAC-521F-A268-2EE40158E43F}"/>
              </a:ext>
            </a:extLst>
          </p:cNvPr>
          <p:cNvSpPr>
            <a:spLocks noGrp="1"/>
          </p:cNvSpPr>
          <p:nvPr>
            <p:ph type="body" sz="quarter" idx="12" hasCustomPrompt="1"/>
          </p:nvPr>
        </p:nvSpPr>
        <p:spPr>
          <a:xfrm>
            <a:off x="5614087" y="2886558"/>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③ 您的标题</a:t>
            </a:r>
            <a:endParaRPr lang="zh-CN" altLang="en-US"/>
          </a:p>
        </p:txBody>
      </p:sp>
      <p:sp>
        <p:nvSpPr>
          <p:cNvPr id="27" name="文本占位符 25">
            <a:extLst>
              <a:ext uri="{FF2B5EF4-FFF2-40B4-BE49-F238E27FC236}">
                <a16:creationId xmlns:a16="http://schemas.microsoft.com/office/drawing/2014/main" id="{D07E998E-7B9D-E738-BEDA-C78B0619B4E9}"/>
              </a:ext>
            </a:extLst>
          </p:cNvPr>
          <p:cNvSpPr>
            <a:spLocks noGrp="1"/>
          </p:cNvSpPr>
          <p:nvPr>
            <p:ph type="body" sz="quarter" idx="13" hasCustomPrompt="1"/>
          </p:nvPr>
        </p:nvSpPr>
        <p:spPr>
          <a:xfrm>
            <a:off x="3415372" y="2974562"/>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① 您的标题</a:t>
            </a:r>
            <a:endParaRPr lang="zh-CN" altLang="en-US"/>
          </a:p>
        </p:txBody>
      </p:sp>
      <p:sp>
        <p:nvSpPr>
          <p:cNvPr id="28" name="文本占位符 25">
            <a:extLst>
              <a:ext uri="{FF2B5EF4-FFF2-40B4-BE49-F238E27FC236}">
                <a16:creationId xmlns:a16="http://schemas.microsoft.com/office/drawing/2014/main" id="{034B57DF-1D1B-D6BC-6DBC-871BD3945D25}"/>
              </a:ext>
            </a:extLst>
          </p:cNvPr>
          <p:cNvSpPr>
            <a:spLocks noGrp="1"/>
          </p:cNvSpPr>
          <p:nvPr>
            <p:ph type="body" sz="quarter" idx="14" hasCustomPrompt="1"/>
          </p:nvPr>
        </p:nvSpPr>
        <p:spPr>
          <a:xfrm>
            <a:off x="4405789" y="4470794"/>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② 您的标题</a:t>
            </a:r>
            <a:endParaRPr lang="zh-CN" altLang="en-US"/>
          </a:p>
        </p:txBody>
      </p:sp>
      <p:sp>
        <p:nvSpPr>
          <p:cNvPr id="30" name="文本占位符 29">
            <a:extLst>
              <a:ext uri="{FF2B5EF4-FFF2-40B4-BE49-F238E27FC236}">
                <a16:creationId xmlns:a16="http://schemas.microsoft.com/office/drawing/2014/main" id="{14CEC64B-E495-1482-A7B2-CD508765BB77}"/>
              </a:ext>
            </a:extLst>
          </p:cNvPr>
          <p:cNvSpPr>
            <a:spLocks noGrp="1"/>
          </p:cNvSpPr>
          <p:nvPr>
            <p:ph type="body" sz="quarter" idx="15" hasCustomPrompt="1"/>
          </p:nvPr>
        </p:nvSpPr>
        <p:spPr>
          <a:xfrm>
            <a:off x="839789" y="2636839"/>
            <a:ext cx="2375792" cy="158425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1" name="文本占位符 29">
            <a:extLst>
              <a:ext uri="{FF2B5EF4-FFF2-40B4-BE49-F238E27FC236}">
                <a16:creationId xmlns:a16="http://schemas.microsoft.com/office/drawing/2014/main" id="{ECAFF70C-AE9D-E423-D41C-5B321990E591}"/>
              </a:ext>
            </a:extLst>
          </p:cNvPr>
          <p:cNvSpPr>
            <a:spLocks noGrp="1"/>
          </p:cNvSpPr>
          <p:nvPr>
            <p:ph type="body" sz="quarter" idx="16" hasCustomPrompt="1"/>
          </p:nvPr>
        </p:nvSpPr>
        <p:spPr>
          <a:xfrm>
            <a:off x="7009964" y="4605442"/>
            <a:ext cx="4414628" cy="1559862"/>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2" name="文本占位符 29">
            <a:extLst>
              <a:ext uri="{FF2B5EF4-FFF2-40B4-BE49-F238E27FC236}">
                <a16:creationId xmlns:a16="http://schemas.microsoft.com/office/drawing/2014/main" id="{8382CFE8-7725-9B80-FC4C-06756C161475}"/>
              </a:ext>
            </a:extLst>
          </p:cNvPr>
          <p:cNvSpPr>
            <a:spLocks noGrp="1"/>
          </p:cNvSpPr>
          <p:nvPr>
            <p:ph type="body" sz="quarter" idx="17" hasCustomPrompt="1"/>
          </p:nvPr>
        </p:nvSpPr>
        <p:spPr>
          <a:xfrm>
            <a:off x="7945150" y="1916833"/>
            <a:ext cx="3623457" cy="180020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4" name="文本占位符 33">
            <a:extLst>
              <a:ext uri="{FF2B5EF4-FFF2-40B4-BE49-F238E27FC236}">
                <a16:creationId xmlns:a16="http://schemas.microsoft.com/office/drawing/2014/main" id="{34310E94-E74A-031B-CB1C-FDDDF0F6EAED}"/>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64267810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标题和竖排文字">
    <p:spTree>
      <p:nvGrpSpPr>
        <p:cNvPr id="1" name=""/>
        <p:cNvGrpSpPr/>
        <p:nvPr/>
      </p:nvGrpSpPr>
      <p:grpSpPr>
        <a:xfrm>
          <a:off x="0" y="0"/>
          <a:ext cx="0" cy="0"/>
          <a:chOff x="0" y="0"/>
          <a:chExt cx="0" cy="0"/>
        </a:xfrm>
      </p:grpSpPr>
      <p:sp>
        <p:nvSpPr>
          <p:cNvPr id="14" name="Freeform 2">
            <a:extLst>
              <a:ext uri="{FF2B5EF4-FFF2-40B4-BE49-F238E27FC236}">
                <a16:creationId xmlns:a16="http://schemas.microsoft.com/office/drawing/2014/main" id="{E5BE2212-B4E2-E20D-A88E-750A322ECD30}"/>
              </a:ext>
            </a:extLst>
          </p:cNvPr>
          <p:cNvSpPr/>
          <p:nvPr/>
        </p:nvSpPr>
        <p:spPr bwMode="gray">
          <a:xfrm rot="3046289" flipH="1">
            <a:off x="4219574" y="93023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2"/>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dirty="0">
              <a:ln>
                <a:noFill/>
              </a:ln>
              <a:solidFill>
                <a:sysClr val="window" lastClr="FFFFFF"/>
              </a:solidFill>
              <a:effectLst/>
              <a:uLnTx/>
              <a:uFillTx/>
              <a:latin typeface="Calibri"/>
              <a:ea typeface="微软雅黑" pitchFamily="34" charset="-122"/>
              <a:cs typeface="+mn-cs"/>
            </a:endParaRPr>
          </a:p>
        </p:txBody>
      </p:sp>
      <p:sp>
        <p:nvSpPr>
          <p:cNvPr id="15" name="Freeform 3">
            <a:extLst>
              <a:ext uri="{FF2B5EF4-FFF2-40B4-BE49-F238E27FC236}">
                <a16:creationId xmlns:a16="http://schemas.microsoft.com/office/drawing/2014/main" id="{759227D0-73FF-E900-4649-45E8C6549FFA}"/>
              </a:ext>
            </a:extLst>
          </p:cNvPr>
          <p:cNvSpPr/>
          <p:nvPr/>
        </p:nvSpPr>
        <p:spPr bwMode="ltGray">
          <a:xfrm rot="3171804" flipH="1">
            <a:off x="1681161" y="3141623"/>
            <a:ext cx="1952625" cy="3117850"/>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4"/>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6" name="Freeform 4">
            <a:extLst>
              <a:ext uri="{FF2B5EF4-FFF2-40B4-BE49-F238E27FC236}">
                <a16:creationId xmlns:a16="http://schemas.microsoft.com/office/drawing/2014/main" id="{4338A1C4-E78F-383C-6B6A-AB06CDE936C8}"/>
              </a:ext>
            </a:extLst>
          </p:cNvPr>
          <p:cNvSpPr/>
          <p:nvPr/>
        </p:nvSpPr>
        <p:spPr bwMode="gray">
          <a:xfrm rot="-46326947">
            <a:off x="4219574" y="314638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5"/>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7" name="Freeform 5">
            <a:extLst>
              <a:ext uri="{FF2B5EF4-FFF2-40B4-BE49-F238E27FC236}">
                <a16:creationId xmlns:a16="http://schemas.microsoft.com/office/drawing/2014/main" id="{F16ECBC8-1AB6-33EB-AA2E-F3742F5D3029}"/>
              </a:ext>
            </a:extLst>
          </p:cNvPr>
          <p:cNvSpPr/>
          <p:nvPr/>
        </p:nvSpPr>
        <p:spPr bwMode="ltGray">
          <a:xfrm rot="-46246289">
            <a:off x="1685924" y="928648"/>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1"/>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8" name="Oval 7">
            <a:extLst>
              <a:ext uri="{FF2B5EF4-FFF2-40B4-BE49-F238E27FC236}">
                <a16:creationId xmlns:a16="http://schemas.microsoft.com/office/drawing/2014/main" id="{399073B3-EFE2-6D3A-29A1-D7EFC5D8CC84}"/>
              </a:ext>
            </a:extLst>
          </p:cNvPr>
          <p:cNvSpPr>
            <a:spLocks noChangeArrowheads="1"/>
          </p:cNvSpPr>
          <p:nvPr/>
        </p:nvSpPr>
        <p:spPr bwMode="gray">
          <a:xfrm>
            <a:off x="3101974" y="2800310"/>
            <a:ext cx="1647825" cy="1647825"/>
          </a:xfrm>
          <a:prstGeom prst="ellipse">
            <a:avLst/>
          </a:prstGeom>
          <a:solidFill>
            <a:sysClr val="window" lastClr="FFFFFF">
              <a:alpha val="50195"/>
            </a:sys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 name="Content Placeholder 2">
            <a:extLst>
              <a:ext uri="{FF2B5EF4-FFF2-40B4-BE49-F238E27FC236}">
                <a16:creationId xmlns:a16="http://schemas.microsoft.com/office/drawing/2014/main" id="{52464A7E-1A57-B2CC-B4EA-0353D38A8D0C}"/>
              </a:ext>
            </a:extLst>
          </p:cNvPr>
          <p:cNvSpPr txBox="1"/>
          <p:nvPr/>
        </p:nvSpPr>
        <p:spPr>
          <a:xfrm>
            <a:off x="7991400" y="2467471"/>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nSpc>
                <a:spcPct val="150000"/>
              </a:lnSpc>
              <a:buNone/>
              <a:defRPr/>
            </a:pPr>
            <a:endParaRPr lang="en-US" altLang="zh-CN" sz="1200" dirty="0">
              <a:solidFill>
                <a:sysClr val="window" lastClr="FFFFFF">
                  <a:lumMod val="65000"/>
                </a:sysClr>
              </a:solidFill>
              <a:cs typeface="+mn-ea"/>
              <a:sym typeface="+mn-lt"/>
            </a:endParaRPr>
          </a:p>
        </p:txBody>
      </p:sp>
      <p:cxnSp>
        <p:nvCxnSpPr>
          <p:cNvPr id="29" name="直接连接符 28">
            <a:extLst>
              <a:ext uri="{FF2B5EF4-FFF2-40B4-BE49-F238E27FC236}">
                <a16:creationId xmlns:a16="http://schemas.microsoft.com/office/drawing/2014/main" id="{A847F930-1BB1-811B-BDAB-35DBE8E6BD14}"/>
              </a:ext>
            </a:extLst>
          </p:cNvPr>
          <p:cNvCxnSpPr/>
          <p:nvPr/>
        </p:nvCxnSpPr>
        <p:spPr>
          <a:xfrm>
            <a:off x="7794171" y="1917933"/>
            <a:ext cx="43978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325E58A4-260B-06DA-E48F-B6807CE08DF6}"/>
              </a:ext>
            </a:extLst>
          </p:cNvPr>
          <p:cNvCxnSpPr/>
          <p:nvPr/>
        </p:nvCxnSpPr>
        <p:spPr>
          <a:xfrm>
            <a:off x="7794171" y="5561460"/>
            <a:ext cx="4397829" cy="0"/>
          </a:xfrm>
          <a:prstGeom prst="line">
            <a:avLst/>
          </a:prstGeom>
        </p:spPr>
        <p:style>
          <a:lnRef idx="1">
            <a:schemeClr val="accent1"/>
          </a:lnRef>
          <a:fillRef idx="0">
            <a:schemeClr val="accent1"/>
          </a:fillRef>
          <a:effectRef idx="0">
            <a:schemeClr val="accent1"/>
          </a:effectRef>
          <a:fontRef idx="minor">
            <a:schemeClr val="tx1"/>
          </a:fontRef>
        </p:style>
      </p:cxnSp>
      <p:sp>
        <p:nvSpPr>
          <p:cNvPr id="33" name="文本占位符 32">
            <a:extLst>
              <a:ext uri="{FF2B5EF4-FFF2-40B4-BE49-F238E27FC236}">
                <a16:creationId xmlns:a16="http://schemas.microsoft.com/office/drawing/2014/main" id="{E5C8F0BE-FA05-7FDE-F9F5-9FB02CD67ACB}"/>
              </a:ext>
            </a:extLst>
          </p:cNvPr>
          <p:cNvSpPr>
            <a:spLocks noGrp="1"/>
          </p:cNvSpPr>
          <p:nvPr>
            <p:ph type="body" sz="quarter" idx="19" hasCustomPrompt="1"/>
          </p:nvPr>
        </p:nvSpPr>
        <p:spPr>
          <a:xfrm>
            <a:off x="7982179" y="208127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5" name="文本占位符 34">
            <a:extLst>
              <a:ext uri="{FF2B5EF4-FFF2-40B4-BE49-F238E27FC236}">
                <a16:creationId xmlns:a16="http://schemas.microsoft.com/office/drawing/2014/main" id="{A376DBBC-D3D5-F754-EDFB-D1DDFB1DCADD}"/>
              </a:ext>
            </a:extLst>
          </p:cNvPr>
          <p:cNvSpPr>
            <a:spLocks noGrp="1"/>
          </p:cNvSpPr>
          <p:nvPr>
            <p:ph type="body" sz="quarter" idx="20" hasCustomPrompt="1"/>
          </p:nvPr>
        </p:nvSpPr>
        <p:spPr>
          <a:xfrm>
            <a:off x="7965616" y="288491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36" name="文本占位符 32">
            <a:extLst>
              <a:ext uri="{FF2B5EF4-FFF2-40B4-BE49-F238E27FC236}">
                <a16:creationId xmlns:a16="http://schemas.microsoft.com/office/drawing/2014/main" id="{C3B9B79D-6E0C-BDA0-26CB-E1C646CC6E65}"/>
              </a:ext>
            </a:extLst>
          </p:cNvPr>
          <p:cNvSpPr>
            <a:spLocks noGrp="1"/>
          </p:cNvSpPr>
          <p:nvPr>
            <p:ph type="body" sz="quarter" idx="21" hasCustomPrompt="1"/>
          </p:nvPr>
        </p:nvSpPr>
        <p:spPr>
          <a:xfrm>
            <a:off x="7982179" y="384078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7" name="文本占位符 34">
            <a:extLst>
              <a:ext uri="{FF2B5EF4-FFF2-40B4-BE49-F238E27FC236}">
                <a16:creationId xmlns:a16="http://schemas.microsoft.com/office/drawing/2014/main" id="{97409247-52AF-5DDB-D9B8-8252CB0A9310}"/>
              </a:ext>
            </a:extLst>
          </p:cNvPr>
          <p:cNvSpPr>
            <a:spLocks noGrp="1"/>
          </p:cNvSpPr>
          <p:nvPr>
            <p:ph type="body" sz="quarter" idx="22" hasCustomPrompt="1"/>
          </p:nvPr>
        </p:nvSpPr>
        <p:spPr>
          <a:xfrm>
            <a:off x="7965616" y="464442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2" name="任意多边形 19">
            <a:extLst>
              <a:ext uri="{FF2B5EF4-FFF2-40B4-BE49-F238E27FC236}">
                <a16:creationId xmlns:a16="http://schemas.microsoft.com/office/drawing/2014/main" id="{055FE2DC-8CCB-5AF2-7B9F-27818F7C8F3A}"/>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728F4EE2-BF8B-7FEC-73AB-85F22C948A76}"/>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1F408DB3-F77D-30B5-FC05-AD2CEBAAF0FF}"/>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50245ABA-1CD5-1912-DAA1-B46404B42F0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3DD970EB-F228-E952-35AC-3233DAE0FAF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1AC05127-E591-942C-5FA1-C61C6B44279A}"/>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9" name="文本占位符 33">
            <a:extLst>
              <a:ext uri="{FF2B5EF4-FFF2-40B4-BE49-F238E27FC236}">
                <a16:creationId xmlns:a16="http://schemas.microsoft.com/office/drawing/2014/main" id="{7C17CB12-44D2-53A7-0E81-329299EC5D2A}"/>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7205824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3_标题和内容">
    <p:spTree>
      <p:nvGrpSpPr>
        <p:cNvPr id="1" name=""/>
        <p:cNvGrpSpPr/>
        <p:nvPr/>
      </p:nvGrpSpPr>
      <p:grpSpPr>
        <a:xfrm>
          <a:off x="0" y="0"/>
          <a:ext cx="0" cy="0"/>
          <a:chOff x="0" y="0"/>
          <a:chExt cx="0" cy="0"/>
        </a:xfrm>
      </p:grpSpPr>
      <p:sp>
        <p:nvSpPr>
          <p:cNvPr id="3" name="任意多边形 19">
            <a:extLst>
              <a:ext uri="{FF2B5EF4-FFF2-40B4-BE49-F238E27FC236}">
                <a16:creationId xmlns:a16="http://schemas.microsoft.com/office/drawing/2014/main" id="{30726538-1950-DA1B-6C70-74D79515D324}"/>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任意多边形 18">
            <a:extLst>
              <a:ext uri="{FF2B5EF4-FFF2-40B4-BE49-F238E27FC236}">
                <a16:creationId xmlns:a16="http://schemas.microsoft.com/office/drawing/2014/main" id="{DF9A4799-8616-3FAC-1ABD-067FC0EF76DE}"/>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5" name="组合 4">
            <a:extLst>
              <a:ext uri="{FF2B5EF4-FFF2-40B4-BE49-F238E27FC236}">
                <a16:creationId xmlns:a16="http://schemas.microsoft.com/office/drawing/2014/main" id="{C815365D-E595-A1AC-93B2-0E8137C344E6}"/>
              </a:ext>
            </a:extLst>
          </p:cNvPr>
          <p:cNvGrpSpPr/>
          <p:nvPr/>
        </p:nvGrpSpPr>
        <p:grpSpPr>
          <a:xfrm>
            <a:off x="71844" y="60398"/>
            <a:ext cx="593817" cy="593817"/>
            <a:chOff x="1131485" y="2234042"/>
            <a:chExt cx="1607262" cy="1607262"/>
          </a:xfrm>
        </p:grpSpPr>
        <p:sp>
          <p:nvSpPr>
            <p:cNvPr id="6" name="椭圆 5">
              <a:extLst>
                <a:ext uri="{FF2B5EF4-FFF2-40B4-BE49-F238E27FC236}">
                  <a16:creationId xmlns:a16="http://schemas.microsoft.com/office/drawing/2014/main" id="{2672BBA0-146D-D873-BF57-D84F903390B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5C850287-10EC-8116-6F42-7B2950F735A7}"/>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KSO_Shape">
              <a:extLst>
                <a:ext uri="{FF2B5EF4-FFF2-40B4-BE49-F238E27FC236}">
                  <a16:creationId xmlns:a16="http://schemas.microsoft.com/office/drawing/2014/main" id="{7511D483-2AA7-FDA3-5858-2AAFA77DAE39}"/>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文本占位符 33">
            <a:extLst>
              <a:ext uri="{FF2B5EF4-FFF2-40B4-BE49-F238E27FC236}">
                <a16:creationId xmlns:a16="http://schemas.microsoft.com/office/drawing/2014/main" id="{5B421191-774C-DBCE-0C86-1D01A8FB8ED7}"/>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3417122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_标题和内容">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BD4109D-D9F4-AEA9-753B-1A0FCF8694D0}"/>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平行四边形 2">
            <a:extLst>
              <a:ext uri="{FF2B5EF4-FFF2-40B4-BE49-F238E27FC236}">
                <a16:creationId xmlns:a16="http://schemas.microsoft.com/office/drawing/2014/main" id="{E478E1EC-3572-AF6B-42A7-03350BA7369E}"/>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12">
            <a:extLst>
              <a:ext uri="{FF2B5EF4-FFF2-40B4-BE49-F238E27FC236}">
                <a16:creationId xmlns:a16="http://schemas.microsoft.com/office/drawing/2014/main" id="{0030B76D-7DD4-B78A-CD71-39BE8AC45B33}"/>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13">
            <a:extLst>
              <a:ext uri="{FF2B5EF4-FFF2-40B4-BE49-F238E27FC236}">
                <a16:creationId xmlns:a16="http://schemas.microsoft.com/office/drawing/2014/main" id="{0A4A0C0F-6F92-A512-F75C-F9479EA1FE67}"/>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14">
            <a:extLst>
              <a:ext uri="{FF2B5EF4-FFF2-40B4-BE49-F238E27FC236}">
                <a16:creationId xmlns:a16="http://schemas.microsoft.com/office/drawing/2014/main" id="{8AE79F6B-FE29-C4D7-6E82-26D617D91703}"/>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15">
            <a:extLst>
              <a:ext uri="{FF2B5EF4-FFF2-40B4-BE49-F238E27FC236}">
                <a16:creationId xmlns:a16="http://schemas.microsoft.com/office/drawing/2014/main" id="{3B131B26-7B3C-3B02-8422-C3B5C812133D}"/>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1">
            <a:extLst>
              <a:ext uri="{FF2B5EF4-FFF2-40B4-BE49-F238E27FC236}">
                <a16:creationId xmlns:a16="http://schemas.microsoft.com/office/drawing/2014/main" id="{DAB64CF7-41BF-FDF3-0763-8237FB8B51F6}"/>
              </a:ext>
            </a:extLst>
          </p:cNvPr>
          <p:cNvSpPr/>
          <p:nvPr/>
        </p:nvSpPr>
        <p:spPr>
          <a:xfrm>
            <a:off x="1524000" y="1161143"/>
            <a:ext cx="9486900" cy="4822893"/>
          </a:xfrm>
          <a:prstGeom prst="roundRect">
            <a:avLst>
              <a:gd name="adj" fmla="val 0"/>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占位符 34">
            <a:extLst>
              <a:ext uri="{FF2B5EF4-FFF2-40B4-BE49-F238E27FC236}">
                <a16:creationId xmlns:a16="http://schemas.microsoft.com/office/drawing/2014/main" id="{D8EA7DCB-0735-CB36-C3DE-B33A0ED6B057}"/>
              </a:ext>
            </a:extLst>
          </p:cNvPr>
          <p:cNvSpPr>
            <a:spLocks noGrp="1"/>
          </p:cNvSpPr>
          <p:nvPr>
            <p:ph type="body" sz="quarter" idx="10"/>
          </p:nvPr>
        </p:nvSpPr>
        <p:spPr>
          <a:xfrm>
            <a:off x="2176438" y="2329996"/>
            <a:ext cx="8421688" cy="3380694"/>
          </a:xfrm>
          <a:prstGeom prst="rect">
            <a:avLst/>
          </a:prstGeom>
        </p:spPr>
        <p:txBody>
          <a:bodyPr>
            <a:normAutofit/>
          </a:bodyPr>
          <a:lstStyle>
            <a:lvl1pPr>
              <a:defRPr lang="zh-CN" altLang="en-US" sz="2800" b="0" kern="1200" smtClean="0">
                <a:solidFill>
                  <a:schemeClr val="accent1"/>
                </a:solidFill>
                <a:latin typeface="+mn-lt"/>
                <a:ea typeface="+mn-ea"/>
                <a:cs typeface="+mn-cs"/>
              </a:defRPr>
            </a:lvl1pPr>
            <a:lvl2pPr>
              <a:defRPr lang="zh-CN" altLang="en-US" sz="2800" b="0" kern="1200" smtClean="0">
                <a:solidFill>
                  <a:schemeClr val="accent1"/>
                </a:solidFill>
                <a:latin typeface="+mn-lt"/>
                <a:ea typeface="+mn-ea"/>
                <a:cs typeface="+mn-cs"/>
              </a:defRPr>
            </a:lvl2pPr>
            <a:lvl3pPr>
              <a:defRPr lang="zh-CN" altLang="en-US" sz="2800" b="0" kern="1200">
                <a:solidFill>
                  <a:schemeClr val="accent1"/>
                </a:solidFill>
                <a:latin typeface="+mn-lt"/>
                <a:ea typeface="+mn-ea"/>
                <a:cs typeface="+mn-cs"/>
              </a:defRPr>
            </a:lvl3pPr>
          </a:lstStyle>
          <a:p>
            <a:pPr lvl="0"/>
            <a:r>
              <a:rPr lang="zh-CN" altLang="en-US"/>
              <a:t>单击此处编辑母版文本样式</a:t>
            </a:r>
          </a:p>
          <a:p>
            <a:pPr lvl="1"/>
            <a:r>
              <a:rPr lang="zh-CN" altLang="en-US"/>
              <a:t>二级</a:t>
            </a:r>
          </a:p>
          <a:p>
            <a:pPr lvl="2"/>
            <a:r>
              <a:rPr lang="zh-CN" altLang="en-US"/>
              <a:t>三级</a:t>
            </a:r>
          </a:p>
        </p:txBody>
      </p:sp>
      <p:sp>
        <p:nvSpPr>
          <p:cNvPr id="42" name="文本占位符 41">
            <a:extLst>
              <a:ext uri="{FF2B5EF4-FFF2-40B4-BE49-F238E27FC236}">
                <a16:creationId xmlns:a16="http://schemas.microsoft.com/office/drawing/2014/main" id="{D383F290-6A8F-2919-0DB9-D512BEA6393B}"/>
              </a:ext>
            </a:extLst>
          </p:cNvPr>
          <p:cNvSpPr>
            <a:spLocks noGrp="1"/>
          </p:cNvSpPr>
          <p:nvPr>
            <p:ph type="body" sz="quarter" idx="12"/>
          </p:nvPr>
        </p:nvSpPr>
        <p:spPr>
          <a:xfrm>
            <a:off x="2164098" y="1340768"/>
            <a:ext cx="8421688" cy="864097"/>
          </a:xfrm>
          <a:prstGeom prst="rect">
            <a:avLst/>
          </a:prstGeom>
        </p:spPr>
        <p:txBody>
          <a:bodyPr anchor="ctr"/>
          <a:lstStyle>
            <a:lvl1pPr algn="ctr">
              <a:buNone/>
              <a:defRPr lang="zh-CN" altLang="en-US" sz="4400" b="1" kern="1200">
                <a:solidFill>
                  <a:schemeClr val="accent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单击此处编辑母版文本样式</a:t>
            </a:r>
          </a:p>
        </p:txBody>
      </p:sp>
    </p:spTree>
    <p:extLst>
      <p:ext uri="{BB962C8B-B14F-4D97-AF65-F5344CB8AC3E}">
        <p14:creationId xmlns:p14="http://schemas.microsoft.com/office/powerpoint/2010/main" val="265721684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1_标题和内容">
    <p:bg>
      <p:bgRef idx="1002">
        <a:schemeClr val="bg1"/>
      </p:bgRef>
    </p:bg>
    <p:spTree>
      <p:nvGrpSpPr>
        <p:cNvPr id="1" name=""/>
        <p:cNvGrpSpPr/>
        <p:nvPr/>
      </p:nvGrpSpPr>
      <p:grpSpPr>
        <a:xfrm>
          <a:off x="0" y="0"/>
          <a:ext cx="0" cy="0"/>
          <a:chOff x="0" y="0"/>
          <a:chExt cx="0" cy="0"/>
        </a:xfrm>
      </p:grpSpPr>
      <p:sp>
        <p:nvSpPr>
          <p:cNvPr id="14" name="六边形 13">
            <a:extLst>
              <a:ext uri="{FF2B5EF4-FFF2-40B4-BE49-F238E27FC236}">
                <a16:creationId xmlns:a16="http://schemas.microsoft.com/office/drawing/2014/main" id="{AD77C92C-30F0-3E8E-5585-086BBEB8303A}"/>
              </a:ext>
            </a:extLst>
          </p:cNvPr>
          <p:cNvSpPr/>
          <p:nvPr/>
        </p:nvSpPr>
        <p:spPr>
          <a:xfrm>
            <a:off x="2561431" y="2565967"/>
            <a:ext cx="2048068" cy="1765300"/>
          </a:xfrm>
          <a:prstGeom prst="hexagon">
            <a:avLst>
              <a:gd name="adj" fmla="val 24999"/>
              <a:gd name="vf" fmla="val 115470"/>
            </a:avLst>
          </a:prstGeom>
          <a:solidFill>
            <a:schemeClr val="accent1"/>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5" name="六边形 14">
            <a:extLst>
              <a:ext uri="{FF2B5EF4-FFF2-40B4-BE49-F238E27FC236}">
                <a16:creationId xmlns:a16="http://schemas.microsoft.com/office/drawing/2014/main" id="{6DC8B096-D421-A26A-CC44-D94B23778E38}"/>
              </a:ext>
            </a:extLst>
          </p:cNvPr>
          <p:cNvSpPr/>
          <p:nvPr/>
        </p:nvSpPr>
        <p:spPr>
          <a:xfrm>
            <a:off x="4235121" y="3448617"/>
            <a:ext cx="2048068" cy="1765300"/>
          </a:xfrm>
          <a:prstGeom prst="hexagon">
            <a:avLst>
              <a:gd name="adj" fmla="val 24999"/>
              <a:gd name="vf" fmla="val 115470"/>
            </a:avLst>
          </a:prstGeom>
          <a:solidFill>
            <a:schemeClr val="accent2"/>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6" name="六边形 15">
            <a:extLst>
              <a:ext uri="{FF2B5EF4-FFF2-40B4-BE49-F238E27FC236}">
                <a16:creationId xmlns:a16="http://schemas.microsoft.com/office/drawing/2014/main" id="{F8E4BF9B-74F3-7E38-0D85-B0D3E3AB3D27}"/>
              </a:ext>
            </a:extLst>
          </p:cNvPr>
          <p:cNvSpPr/>
          <p:nvPr/>
        </p:nvSpPr>
        <p:spPr>
          <a:xfrm>
            <a:off x="5908811" y="2565967"/>
            <a:ext cx="2048068" cy="1765300"/>
          </a:xfrm>
          <a:prstGeom prst="hexagon">
            <a:avLst>
              <a:gd name="adj" fmla="val 24999"/>
              <a:gd name="vf" fmla="val 115470"/>
            </a:avLst>
          </a:prstGeom>
          <a:solidFill>
            <a:schemeClr val="accent3"/>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7" name="六边形 16">
            <a:extLst>
              <a:ext uri="{FF2B5EF4-FFF2-40B4-BE49-F238E27FC236}">
                <a16:creationId xmlns:a16="http://schemas.microsoft.com/office/drawing/2014/main" id="{247997AE-B98D-D4F5-5D12-B4196FC53D37}"/>
              </a:ext>
            </a:extLst>
          </p:cNvPr>
          <p:cNvSpPr/>
          <p:nvPr/>
        </p:nvSpPr>
        <p:spPr>
          <a:xfrm>
            <a:off x="7582501" y="3448617"/>
            <a:ext cx="2048068" cy="1765300"/>
          </a:xfrm>
          <a:prstGeom prst="hexagon">
            <a:avLst>
              <a:gd name="adj" fmla="val 24999"/>
              <a:gd name="vf" fmla="val 115470"/>
            </a:avLst>
          </a:prstGeom>
          <a:solidFill>
            <a:schemeClr val="accent5"/>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8" name="六边形 17">
            <a:extLst>
              <a:ext uri="{FF2B5EF4-FFF2-40B4-BE49-F238E27FC236}">
                <a16:creationId xmlns:a16="http://schemas.microsoft.com/office/drawing/2014/main" id="{B35DB72E-73A8-1B7C-D4EE-42D6FBCE98E5}"/>
              </a:ext>
            </a:extLst>
          </p:cNvPr>
          <p:cNvSpPr/>
          <p:nvPr/>
        </p:nvSpPr>
        <p:spPr>
          <a:xfrm>
            <a:off x="888206" y="3448617"/>
            <a:ext cx="2047875" cy="1765300"/>
          </a:xfrm>
          <a:prstGeom prst="hexagon">
            <a:avLst>
              <a:gd name="adj" fmla="val 24994"/>
              <a:gd name="vf" fmla="val 115470"/>
            </a:avLst>
          </a:prstGeom>
          <a:noFill/>
          <a:ln w="12700" cap="flat" cmpd="sng">
            <a:solidFill>
              <a:schemeClr val="accent1"/>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9" name="六边形 18">
            <a:extLst>
              <a:ext uri="{FF2B5EF4-FFF2-40B4-BE49-F238E27FC236}">
                <a16:creationId xmlns:a16="http://schemas.microsoft.com/office/drawing/2014/main" id="{E132C582-4819-1296-3DF7-1A4DB6AB64BB}"/>
              </a:ext>
            </a:extLst>
          </p:cNvPr>
          <p:cNvSpPr/>
          <p:nvPr/>
        </p:nvSpPr>
        <p:spPr>
          <a:xfrm>
            <a:off x="9255918" y="2591367"/>
            <a:ext cx="2047875" cy="1765300"/>
          </a:xfrm>
          <a:prstGeom prst="hexagon">
            <a:avLst>
              <a:gd name="adj" fmla="val 24994"/>
              <a:gd name="vf" fmla="val 115470"/>
            </a:avLst>
          </a:prstGeom>
          <a:noFill/>
          <a:ln w="12700" cap="flat" cmpd="sng">
            <a:solidFill>
              <a:schemeClr val="accent4"/>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21" name="Freeform 2345">
            <a:extLst>
              <a:ext uri="{FF2B5EF4-FFF2-40B4-BE49-F238E27FC236}">
                <a16:creationId xmlns:a16="http://schemas.microsoft.com/office/drawing/2014/main" id="{C90D0ADA-4BCD-E775-7AD0-F2C80A1F813B}"/>
              </a:ext>
            </a:extLst>
          </p:cNvPr>
          <p:cNvSpPr>
            <a:spLocks noEditPoints="1"/>
          </p:cNvSpPr>
          <p:nvPr/>
        </p:nvSpPr>
        <p:spPr>
          <a:xfrm>
            <a:off x="1626393" y="387248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1"/>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2" name="Freeform 2345">
            <a:extLst>
              <a:ext uri="{FF2B5EF4-FFF2-40B4-BE49-F238E27FC236}">
                <a16:creationId xmlns:a16="http://schemas.microsoft.com/office/drawing/2014/main" id="{FF47CEAF-5712-87B0-087E-9035FA38EE1B}"/>
              </a:ext>
            </a:extLst>
          </p:cNvPr>
          <p:cNvSpPr>
            <a:spLocks noEditPoints="1"/>
          </p:cNvSpPr>
          <p:nvPr/>
        </p:nvSpPr>
        <p:spPr>
          <a:xfrm>
            <a:off x="9970293" y="297713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4"/>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5" name="文本占位符 33">
            <a:extLst>
              <a:ext uri="{FF2B5EF4-FFF2-40B4-BE49-F238E27FC236}">
                <a16:creationId xmlns:a16="http://schemas.microsoft.com/office/drawing/2014/main" id="{5F496F79-D258-84DC-F12D-FB549C223BA3}"/>
              </a:ext>
            </a:extLst>
          </p:cNvPr>
          <p:cNvSpPr>
            <a:spLocks noGrp="1"/>
          </p:cNvSpPr>
          <p:nvPr>
            <p:ph type="body" sz="quarter" idx="19" hasCustomPrompt="1"/>
          </p:nvPr>
        </p:nvSpPr>
        <p:spPr>
          <a:xfrm>
            <a:off x="3006930" y="3167278"/>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6" name="文本占位符 33">
            <a:extLst>
              <a:ext uri="{FF2B5EF4-FFF2-40B4-BE49-F238E27FC236}">
                <a16:creationId xmlns:a16="http://schemas.microsoft.com/office/drawing/2014/main" id="{48EF5595-EF37-3DA0-EB84-23666A166ECC}"/>
              </a:ext>
            </a:extLst>
          </p:cNvPr>
          <p:cNvSpPr>
            <a:spLocks noGrp="1"/>
          </p:cNvSpPr>
          <p:nvPr>
            <p:ph type="body" sz="quarter" idx="20" hasCustomPrompt="1"/>
          </p:nvPr>
        </p:nvSpPr>
        <p:spPr>
          <a:xfrm>
            <a:off x="4741722" y="4068899"/>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7" name="文本占位符 33">
            <a:extLst>
              <a:ext uri="{FF2B5EF4-FFF2-40B4-BE49-F238E27FC236}">
                <a16:creationId xmlns:a16="http://schemas.microsoft.com/office/drawing/2014/main" id="{CA7E7BD0-AD52-2585-B083-5712EBBCBE28}"/>
              </a:ext>
            </a:extLst>
          </p:cNvPr>
          <p:cNvSpPr>
            <a:spLocks noGrp="1"/>
          </p:cNvSpPr>
          <p:nvPr>
            <p:ph type="body" sz="quarter" idx="21" hasCustomPrompt="1"/>
          </p:nvPr>
        </p:nvSpPr>
        <p:spPr>
          <a:xfrm>
            <a:off x="6355104" y="3212522"/>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8" name="文本占位符 33">
            <a:extLst>
              <a:ext uri="{FF2B5EF4-FFF2-40B4-BE49-F238E27FC236}">
                <a16:creationId xmlns:a16="http://schemas.microsoft.com/office/drawing/2014/main" id="{340EA819-7B4C-5A1C-45A5-96EF3DFE08DF}"/>
              </a:ext>
            </a:extLst>
          </p:cNvPr>
          <p:cNvSpPr>
            <a:spLocks noGrp="1"/>
          </p:cNvSpPr>
          <p:nvPr>
            <p:ph type="body" sz="quarter" idx="22" hasCustomPrompt="1"/>
          </p:nvPr>
        </p:nvSpPr>
        <p:spPr>
          <a:xfrm>
            <a:off x="7984668" y="4128710"/>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40" name="文本占位符 39">
            <a:extLst>
              <a:ext uri="{FF2B5EF4-FFF2-40B4-BE49-F238E27FC236}">
                <a16:creationId xmlns:a16="http://schemas.microsoft.com/office/drawing/2014/main" id="{E44E5B8B-1FBB-A365-A6A2-C63C459CB320}"/>
              </a:ext>
            </a:extLst>
          </p:cNvPr>
          <p:cNvSpPr>
            <a:spLocks noGrp="1"/>
          </p:cNvSpPr>
          <p:nvPr>
            <p:ph type="body" sz="quarter" idx="23" hasCustomPrompt="1"/>
          </p:nvPr>
        </p:nvSpPr>
        <p:spPr>
          <a:xfrm>
            <a:off x="2886075" y="532130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2" name="文本占位符 41">
            <a:extLst>
              <a:ext uri="{FF2B5EF4-FFF2-40B4-BE49-F238E27FC236}">
                <a16:creationId xmlns:a16="http://schemas.microsoft.com/office/drawing/2014/main" id="{C8AC7D5F-72EE-8FF8-0FB3-CC0737EBF1AE}"/>
              </a:ext>
            </a:extLst>
          </p:cNvPr>
          <p:cNvSpPr>
            <a:spLocks noGrp="1"/>
          </p:cNvSpPr>
          <p:nvPr>
            <p:ph type="body" sz="quarter" idx="24" hasCustomPrompt="1"/>
          </p:nvPr>
        </p:nvSpPr>
        <p:spPr>
          <a:xfrm>
            <a:off x="2886074" y="587692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3" name="文本占位符 39">
            <a:extLst>
              <a:ext uri="{FF2B5EF4-FFF2-40B4-BE49-F238E27FC236}">
                <a16:creationId xmlns:a16="http://schemas.microsoft.com/office/drawing/2014/main" id="{7CCE2DB7-B2A4-A9BC-B8FE-249A1B89DF9F}"/>
              </a:ext>
            </a:extLst>
          </p:cNvPr>
          <p:cNvSpPr>
            <a:spLocks noGrp="1"/>
          </p:cNvSpPr>
          <p:nvPr>
            <p:ph type="body" sz="quarter" idx="25" hasCustomPrompt="1"/>
          </p:nvPr>
        </p:nvSpPr>
        <p:spPr>
          <a:xfrm>
            <a:off x="7804451" y="5338385"/>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4" name="文本占位符 41">
            <a:extLst>
              <a:ext uri="{FF2B5EF4-FFF2-40B4-BE49-F238E27FC236}">
                <a16:creationId xmlns:a16="http://schemas.microsoft.com/office/drawing/2014/main" id="{A72EEE5F-3B5C-CC5A-7111-AE258AA7B471}"/>
              </a:ext>
            </a:extLst>
          </p:cNvPr>
          <p:cNvSpPr>
            <a:spLocks noGrp="1"/>
          </p:cNvSpPr>
          <p:nvPr>
            <p:ph type="body" sz="quarter" idx="26" hasCustomPrompt="1"/>
          </p:nvPr>
        </p:nvSpPr>
        <p:spPr>
          <a:xfrm>
            <a:off x="7804450" y="5894010"/>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7" name="文本占位符 39">
            <a:extLst>
              <a:ext uri="{FF2B5EF4-FFF2-40B4-BE49-F238E27FC236}">
                <a16:creationId xmlns:a16="http://schemas.microsoft.com/office/drawing/2014/main" id="{6113786E-8599-9491-FF22-667875596C6F}"/>
              </a:ext>
            </a:extLst>
          </p:cNvPr>
          <p:cNvSpPr>
            <a:spLocks noGrp="1"/>
          </p:cNvSpPr>
          <p:nvPr>
            <p:ph type="body" sz="quarter" idx="27" hasCustomPrompt="1"/>
          </p:nvPr>
        </p:nvSpPr>
        <p:spPr>
          <a:xfrm>
            <a:off x="1626394" y="1001952"/>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8" name="文本占位符 41">
            <a:extLst>
              <a:ext uri="{FF2B5EF4-FFF2-40B4-BE49-F238E27FC236}">
                <a16:creationId xmlns:a16="http://schemas.microsoft.com/office/drawing/2014/main" id="{9AAB08AC-FFD3-9F4C-FECD-9ED71BB7CAB3}"/>
              </a:ext>
            </a:extLst>
          </p:cNvPr>
          <p:cNvSpPr>
            <a:spLocks noGrp="1"/>
          </p:cNvSpPr>
          <p:nvPr>
            <p:ph type="body" sz="quarter" idx="28" hasCustomPrompt="1"/>
          </p:nvPr>
        </p:nvSpPr>
        <p:spPr>
          <a:xfrm>
            <a:off x="1626393" y="1557577"/>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9" name="文本占位符 39">
            <a:extLst>
              <a:ext uri="{FF2B5EF4-FFF2-40B4-BE49-F238E27FC236}">
                <a16:creationId xmlns:a16="http://schemas.microsoft.com/office/drawing/2014/main" id="{E72B69E5-FCB4-2E72-02AF-57251A4F40C3}"/>
              </a:ext>
            </a:extLst>
          </p:cNvPr>
          <p:cNvSpPr>
            <a:spLocks noGrp="1"/>
          </p:cNvSpPr>
          <p:nvPr>
            <p:ph type="body" sz="quarter" idx="29" hasCustomPrompt="1"/>
          </p:nvPr>
        </p:nvSpPr>
        <p:spPr>
          <a:xfrm>
            <a:off x="6355105" y="102133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50" name="文本占位符 41">
            <a:extLst>
              <a:ext uri="{FF2B5EF4-FFF2-40B4-BE49-F238E27FC236}">
                <a16:creationId xmlns:a16="http://schemas.microsoft.com/office/drawing/2014/main" id="{9699A9DC-E945-1B38-08DC-6E60A04F535B}"/>
              </a:ext>
            </a:extLst>
          </p:cNvPr>
          <p:cNvSpPr>
            <a:spLocks noGrp="1"/>
          </p:cNvSpPr>
          <p:nvPr>
            <p:ph type="body" sz="quarter" idx="30" hasCustomPrompt="1"/>
          </p:nvPr>
        </p:nvSpPr>
        <p:spPr>
          <a:xfrm>
            <a:off x="6355104" y="157695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2" name="任意多边形 19">
            <a:extLst>
              <a:ext uri="{FF2B5EF4-FFF2-40B4-BE49-F238E27FC236}">
                <a16:creationId xmlns:a16="http://schemas.microsoft.com/office/drawing/2014/main" id="{6FD56522-41BD-3874-221E-2ED19EDB0A4E}"/>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28B7943B-A0DD-9D57-0C71-A6524CA97C08}"/>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8CA5B158-C881-EE63-8FA8-D7C2525BF83B}"/>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870AC6E1-C221-3D22-620F-746CF1F631D1}"/>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D3D6D1F6-8CBF-BFD6-1D8C-98C90E89A6FF}"/>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CD480A95-09EF-BD37-599E-5609BAF84E36}"/>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0" name="文本占位符 33">
            <a:extLst>
              <a:ext uri="{FF2B5EF4-FFF2-40B4-BE49-F238E27FC236}">
                <a16:creationId xmlns:a16="http://schemas.microsoft.com/office/drawing/2014/main" id="{3238B8E2-00DD-1436-0797-465D362F608A}"/>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3640370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节标题">
    <p:spTree>
      <p:nvGrpSpPr>
        <p:cNvPr id="1" name=""/>
        <p:cNvGrpSpPr/>
        <p:nvPr/>
      </p:nvGrpSpPr>
      <p:grpSpPr>
        <a:xfrm>
          <a:off x="0" y="0"/>
          <a:ext cx="0" cy="0"/>
          <a:chOff x="0" y="0"/>
          <a:chExt cx="0" cy="0"/>
        </a:xfrm>
      </p:grpSpPr>
      <p:sp>
        <p:nvSpPr>
          <p:cNvPr id="14" name="Freeform 12">
            <a:extLst>
              <a:ext uri="{FF2B5EF4-FFF2-40B4-BE49-F238E27FC236}">
                <a16:creationId xmlns:a16="http://schemas.microsoft.com/office/drawing/2014/main" id="{FD972DCB-3451-30B0-BE68-AC067F3CBDF8}"/>
              </a:ext>
            </a:extLst>
          </p:cNvPr>
          <p:cNvSpPr/>
          <p:nvPr/>
        </p:nvSpPr>
        <p:spPr bwMode="auto">
          <a:xfrm>
            <a:off x="10134037" y="1817421"/>
            <a:ext cx="742736" cy="742736"/>
          </a:xfrm>
          <a:custGeom>
            <a:avLst/>
            <a:gdLst>
              <a:gd name="T0" fmla="*/ 11 w 90"/>
              <a:gd name="T1" fmla="*/ 65 h 90"/>
              <a:gd name="T2" fmla="*/ 26 w 90"/>
              <a:gd name="T3" fmla="*/ 11 h 90"/>
              <a:gd name="T4" fmla="*/ 79 w 90"/>
              <a:gd name="T5" fmla="*/ 26 h 90"/>
              <a:gd name="T6" fmla="*/ 65 w 90"/>
              <a:gd name="T7" fmla="*/ 80 h 90"/>
              <a:gd name="T8" fmla="*/ 11 w 90"/>
              <a:gd name="T9" fmla="*/ 65 h 90"/>
            </a:gdLst>
            <a:ahLst/>
            <a:cxnLst>
              <a:cxn ang="0">
                <a:pos x="T0" y="T1"/>
              </a:cxn>
              <a:cxn ang="0">
                <a:pos x="T2" y="T3"/>
              </a:cxn>
              <a:cxn ang="0">
                <a:pos x="T4" y="T5"/>
              </a:cxn>
              <a:cxn ang="0">
                <a:pos x="T6" y="T7"/>
              </a:cxn>
              <a:cxn ang="0">
                <a:pos x="T8" y="T9"/>
              </a:cxn>
            </a:cxnLst>
            <a:rect l="0" t="0" r="r" b="b"/>
            <a:pathLst>
              <a:path w="90" h="90">
                <a:moveTo>
                  <a:pt x="11" y="65"/>
                </a:moveTo>
                <a:cubicBezTo>
                  <a:pt x="0" y="46"/>
                  <a:pt x="7" y="22"/>
                  <a:pt x="26" y="11"/>
                </a:cubicBezTo>
                <a:cubicBezTo>
                  <a:pt x="44" y="0"/>
                  <a:pt x="68" y="7"/>
                  <a:pt x="79" y="26"/>
                </a:cubicBezTo>
                <a:cubicBezTo>
                  <a:pt x="90" y="45"/>
                  <a:pt x="84" y="69"/>
                  <a:pt x="65" y="80"/>
                </a:cubicBezTo>
                <a:cubicBezTo>
                  <a:pt x="46" y="90"/>
                  <a:pt x="22" y="84"/>
                  <a:pt x="11" y="65"/>
                </a:cubicBezTo>
              </a:path>
            </a:pathLst>
          </a:custGeom>
          <a:solidFill>
            <a:schemeClr val="accent1"/>
          </a:solidFill>
          <a:ln>
            <a:noFill/>
          </a:ln>
        </p:spPr>
        <p:txBody>
          <a:bodyPr/>
          <a:lstStyle/>
          <a:p>
            <a:endParaRPr lang="zh-CN" altLang="en-US" sz="2135">
              <a:cs typeface="+mn-ea"/>
              <a:sym typeface="+mn-lt"/>
            </a:endParaRPr>
          </a:p>
        </p:txBody>
      </p:sp>
      <p:sp>
        <p:nvSpPr>
          <p:cNvPr id="15" name="Freeform 13">
            <a:extLst>
              <a:ext uri="{FF2B5EF4-FFF2-40B4-BE49-F238E27FC236}">
                <a16:creationId xmlns:a16="http://schemas.microsoft.com/office/drawing/2014/main" id="{14D9C7EF-E304-9716-D66E-6FD4E81CB433}"/>
              </a:ext>
            </a:extLst>
          </p:cNvPr>
          <p:cNvSpPr>
            <a:spLocks noEditPoints="1"/>
          </p:cNvSpPr>
          <p:nvPr/>
        </p:nvSpPr>
        <p:spPr bwMode="auto">
          <a:xfrm>
            <a:off x="10514462" y="1941641"/>
            <a:ext cx="323491" cy="577108"/>
          </a:xfrm>
          <a:custGeom>
            <a:avLst/>
            <a:gdLst>
              <a:gd name="T0" fmla="*/ 2 w 39"/>
              <a:gd name="T1" fmla="*/ 70 h 70"/>
              <a:gd name="T2" fmla="*/ 0 w 39"/>
              <a:gd name="T3" fmla="*/ 70 h 70"/>
              <a:gd name="T4" fmla="*/ 0 w 39"/>
              <a:gd name="T5" fmla="*/ 70 h 70"/>
              <a:gd name="T6" fmla="*/ 2 w 39"/>
              <a:gd name="T7" fmla="*/ 70 h 70"/>
              <a:gd name="T8" fmla="*/ 3 w 39"/>
              <a:gd name="T9" fmla="*/ 70 h 70"/>
              <a:gd name="T10" fmla="*/ 3 w 39"/>
              <a:gd name="T11" fmla="*/ 70 h 70"/>
              <a:gd name="T12" fmla="*/ 3 w 39"/>
              <a:gd name="T13" fmla="*/ 70 h 70"/>
              <a:gd name="T14" fmla="*/ 26 w 39"/>
              <a:gd name="T15" fmla="*/ 2 h 70"/>
              <a:gd name="T16" fmla="*/ 33 w 39"/>
              <a:gd name="T17" fmla="*/ 11 h 70"/>
              <a:gd name="T18" fmla="*/ 39 w 39"/>
              <a:gd name="T19" fmla="*/ 30 h 70"/>
              <a:gd name="T20" fmla="*/ 33 w 39"/>
              <a:gd name="T21" fmla="*/ 11 h 70"/>
              <a:gd name="T22" fmla="*/ 26 w 39"/>
              <a:gd name="T23" fmla="*/ 2 h 70"/>
              <a:gd name="T24" fmla="*/ 26 w 39"/>
              <a:gd name="T25" fmla="*/ 1 h 70"/>
              <a:gd name="T26" fmla="*/ 26 w 39"/>
              <a:gd name="T27" fmla="*/ 2 h 70"/>
              <a:gd name="T28" fmla="*/ 26 w 39"/>
              <a:gd name="T29" fmla="*/ 1 h 70"/>
              <a:gd name="T30" fmla="*/ 25 w 39"/>
              <a:gd name="T31" fmla="*/ 1 h 70"/>
              <a:gd name="T32" fmla="*/ 26 w 39"/>
              <a:gd name="T33" fmla="*/ 1 h 70"/>
              <a:gd name="T34" fmla="*/ 25 w 39"/>
              <a:gd name="T35" fmla="*/ 1 h 70"/>
              <a:gd name="T36" fmla="*/ 25 w 39"/>
              <a:gd name="T37" fmla="*/ 1 h 70"/>
              <a:gd name="T38" fmla="*/ 25 w 39"/>
              <a:gd name="T39" fmla="*/ 1 h 70"/>
              <a:gd name="T40" fmla="*/ 25 w 39"/>
              <a:gd name="T41" fmla="*/ 1 h 70"/>
              <a:gd name="T42" fmla="*/ 25 w 39"/>
              <a:gd name="T43" fmla="*/ 0 h 70"/>
              <a:gd name="T44" fmla="*/ 25 w 39"/>
              <a:gd name="T45" fmla="*/ 0 h 70"/>
              <a:gd name="T46" fmla="*/ 25 w 39"/>
              <a:gd name="T4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70">
                <a:moveTo>
                  <a:pt x="2" y="70"/>
                </a:moveTo>
                <a:cubicBezTo>
                  <a:pt x="2" y="70"/>
                  <a:pt x="1" y="70"/>
                  <a:pt x="0" y="70"/>
                </a:cubicBezTo>
                <a:cubicBezTo>
                  <a:pt x="0" y="70"/>
                  <a:pt x="0" y="70"/>
                  <a:pt x="0" y="70"/>
                </a:cubicBezTo>
                <a:cubicBezTo>
                  <a:pt x="1" y="70"/>
                  <a:pt x="2" y="70"/>
                  <a:pt x="2" y="70"/>
                </a:cubicBezTo>
                <a:moveTo>
                  <a:pt x="3" y="70"/>
                </a:moveTo>
                <a:cubicBezTo>
                  <a:pt x="3" y="70"/>
                  <a:pt x="3" y="70"/>
                  <a:pt x="3" y="70"/>
                </a:cubicBezTo>
                <a:cubicBezTo>
                  <a:pt x="3" y="70"/>
                  <a:pt x="3" y="70"/>
                  <a:pt x="3" y="70"/>
                </a:cubicBezTo>
                <a:moveTo>
                  <a:pt x="26" y="2"/>
                </a:moveTo>
                <a:cubicBezTo>
                  <a:pt x="29" y="4"/>
                  <a:pt x="31" y="7"/>
                  <a:pt x="33" y="11"/>
                </a:cubicBezTo>
                <a:cubicBezTo>
                  <a:pt x="37" y="17"/>
                  <a:pt x="38" y="24"/>
                  <a:pt x="39" y="30"/>
                </a:cubicBezTo>
                <a:cubicBezTo>
                  <a:pt x="39" y="24"/>
                  <a:pt x="37" y="17"/>
                  <a:pt x="33" y="11"/>
                </a:cubicBezTo>
                <a:cubicBezTo>
                  <a:pt x="31" y="7"/>
                  <a:pt x="29" y="4"/>
                  <a:pt x="26" y="2"/>
                </a:cubicBezTo>
                <a:moveTo>
                  <a:pt x="26" y="1"/>
                </a:moveTo>
                <a:cubicBezTo>
                  <a:pt x="26" y="2"/>
                  <a:pt x="26" y="2"/>
                  <a:pt x="26" y="2"/>
                </a:cubicBezTo>
                <a:cubicBezTo>
                  <a:pt x="26" y="2"/>
                  <a:pt x="26" y="2"/>
                  <a:pt x="26" y="1"/>
                </a:cubicBezTo>
                <a:moveTo>
                  <a:pt x="25" y="1"/>
                </a:moveTo>
                <a:cubicBezTo>
                  <a:pt x="26" y="1"/>
                  <a:pt x="26" y="1"/>
                  <a:pt x="26" y="1"/>
                </a:cubicBezTo>
                <a:cubicBezTo>
                  <a:pt x="26" y="1"/>
                  <a:pt x="26" y="1"/>
                  <a:pt x="25" y="1"/>
                </a:cubicBezTo>
                <a:moveTo>
                  <a:pt x="25" y="1"/>
                </a:moveTo>
                <a:cubicBezTo>
                  <a:pt x="25" y="1"/>
                  <a:pt x="25" y="1"/>
                  <a:pt x="25" y="1"/>
                </a:cubicBezTo>
                <a:cubicBezTo>
                  <a:pt x="25" y="1"/>
                  <a:pt x="25" y="1"/>
                  <a:pt x="25" y="1"/>
                </a:cubicBezTo>
                <a:moveTo>
                  <a:pt x="25" y="0"/>
                </a:moveTo>
                <a:cubicBezTo>
                  <a:pt x="25" y="0"/>
                  <a:pt x="25" y="0"/>
                  <a:pt x="25" y="0"/>
                </a:cubicBezTo>
                <a:cubicBezTo>
                  <a:pt x="25" y="0"/>
                  <a:pt x="25" y="0"/>
                  <a:pt x="25"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15">
            <a:extLst>
              <a:ext uri="{FF2B5EF4-FFF2-40B4-BE49-F238E27FC236}">
                <a16:creationId xmlns:a16="http://schemas.microsoft.com/office/drawing/2014/main" id="{AE5C0A2D-A335-AA7F-2481-55C61196C98B}"/>
              </a:ext>
            </a:extLst>
          </p:cNvPr>
          <p:cNvSpPr>
            <a:spLocks noEditPoints="1"/>
          </p:cNvSpPr>
          <p:nvPr/>
        </p:nvSpPr>
        <p:spPr bwMode="auto">
          <a:xfrm>
            <a:off x="10333308" y="2032218"/>
            <a:ext cx="346783" cy="320903"/>
          </a:xfrm>
          <a:custGeom>
            <a:avLst/>
            <a:gdLst>
              <a:gd name="T0" fmla="*/ 121 w 134"/>
              <a:gd name="T1" fmla="*/ 118 h 124"/>
              <a:gd name="T2" fmla="*/ 70 w 134"/>
              <a:gd name="T3" fmla="*/ 16 h 124"/>
              <a:gd name="T4" fmla="*/ 76 w 134"/>
              <a:gd name="T5" fmla="*/ 0 h 124"/>
              <a:gd name="T6" fmla="*/ 73 w 134"/>
              <a:gd name="T7" fmla="*/ 0 h 124"/>
              <a:gd name="T8" fmla="*/ 67 w 134"/>
              <a:gd name="T9" fmla="*/ 12 h 124"/>
              <a:gd name="T10" fmla="*/ 67 w 134"/>
              <a:gd name="T11" fmla="*/ 12 h 124"/>
              <a:gd name="T12" fmla="*/ 67 w 134"/>
              <a:gd name="T13" fmla="*/ 12 h 124"/>
              <a:gd name="T14" fmla="*/ 67 w 134"/>
              <a:gd name="T15" fmla="*/ 9 h 124"/>
              <a:gd name="T16" fmla="*/ 61 w 134"/>
              <a:gd name="T17" fmla="*/ 0 h 124"/>
              <a:gd name="T18" fmla="*/ 57 w 134"/>
              <a:gd name="T19" fmla="*/ 0 h 124"/>
              <a:gd name="T20" fmla="*/ 64 w 134"/>
              <a:gd name="T21" fmla="*/ 16 h 124"/>
              <a:gd name="T22" fmla="*/ 13 w 134"/>
              <a:gd name="T23" fmla="*/ 118 h 124"/>
              <a:gd name="T24" fmla="*/ 0 w 134"/>
              <a:gd name="T25" fmla="*/ 118 h 124"/>
              <a:gd name="T26" fmla="*/ 0 w 134"/>
              <a:gd name="T27" fmla="*/ 124 h 124"/>
              <a:gd name="T28" fmla="*/ 134 w 134"/>
              <a:gd name="T29" fmla="*/ 124 h 124"/>
              <a:gd name="T30" fmla="*/ 134 w 134"/>
              <a:gd name="T31" fmla="*/ 118 h 124"/>
              <a:gd name="T32" fmla="*/ 121 w 134"/>
              <a:gd name="T33" fmla="*/ 118 h 124"/>
              <a:gd name="T34" fmla="*/ 51 w 134"/>
              <a:gd name="T35" fmla="*/ 118 h 124"/>
              <a:gd name="T36" fmla="*/ 67 w 134"/>
              <a:gd name="T37" fmla="*/ 86 h 124"/>
              <a:gd name="T38" fmla="*/ 67 w 134"/>
              <a:gd name="T39" fmla="*/ 83 h 124"/>
              <a:gd name="T40" fmla="*/ 86 w 134"/>
              <a:gd name="T41" fmla="*/ 118 h 124"/>
              <a:gd name="T42" fmla="*/ 51 w 134"/>
              <a:gd name="T43" fmla="*/ 11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4" h="124">
                <a:moveTo>
                  <a:pt x="121" y="118"/>
                </a:moveTo>
                <a:lnTo>
                  <a:pt x="70" y="16"/>
                </a:lnTo>
                <a:lnTo>
                  <a:pt x="76" y="0"/>
                </a:lnTo>
                <a:lnTo>
                  <a:pt x="73" y="0"/>
                </a:lnTo>
                <a:lnTo>
                  <a:pt x="67" y="12"/>
                </a:lnTo>
                <a:lnTo>
                  <a:pt x="67" y="12"/>
                </a:lnTo>
                <a:lnTo>
                  <a:pt x="67" y="12"/>
                </a:lnTo>
                <a:lnTo>
                  <a:pt x="67" y="9"/>
                </a:lnTo>
                <a:lnTo>
                  <a:pt x="61" y="0"/>
                </a:lnTo>
                <a:lnTo>
                  <a:pt x="57" y="0"/>
                </a:lnTo>
                <a:lnTo>
                  <a:pt x="64" y="16"/>
                </a:lnTo>
                <a:lnTo>
                  <a:pt x="13" y="118"/>
                </a:lnTo>
                <a:lnTo>
                  <a:pt x="0" y="118"/>
                </a:lnTo>
                <a:lnTo>
                  <a:pt x="0" y="124"/>
                </a:lnTo>
                <a:lnTo>
                  <a:pt x="134" y="124"/>
                </a:lnTo>
                <a:lnTo>
                  <a:pt x="134" y="118"/>
                </a:lnTo>
                <a:lnTo>
                  <a:pt x="121" y="118"/>
                </a:lnTo>
                <a:close/>
                <a:moveTo>
                  <a:pt x="51" y="118"/>
                </a:moveTo>
                <a:lnTo>
                  <a:pt x="67" y="86"/>
                </a:lnTo>
                <a:lnTo>
                  <a:pt x="67" y="83"/>
                </a:lnTo>
                <a:lnTo>
                  <a:pt x="86" y="118"/>
                </a:lnTo>
                <a:lnTo>
                  <a:pt x="51" y="118"/>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7" name="Freeform 16">
            <a:extLst>
              <a:ext uri="{FF2B5EF4-FFF2-40B4-BE49-F238E27FC236}">
                <a16:creationId xmlns:a16="http://schemas.microsoft.com/office/drawing/2014/main" id="{AC0DA509-F106-9233-6F16-FC872020A665}"/>
              </a:ext>
            </a:extLst>
          </p:cNvPr>
          <p:cNvSpPr>
            <a:spLocks noEditPoints="1"/>
          </p:cNvSpPr>
          <p:nvPr/>
        </p:nvSpPr>
        <p:spPr bwMode="auto">
          <a:xfrm>
            <a:off x="10152153" y="1832948"/>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4 h 86"/>
              <a:gd name="T30" fmla="*/ 9 w 86"/>
              <a:gd name="T31" fmla="*/ 69 h 86"/>
              <a:gd name="T32" fmla="*/ 82 w 86"/>
              <a:gd name="T33" fmla="*/ 57 h 86"/>
              <a:gd name="T34" fmla="*/ 81 w 86"/>
              <a:gd name="T35" fmla="*/ 64 h 86"/>
              <a:gd name="T36" fmla="*/ 2 w 86"/>
              <a:gd name="T37" fmla="*/ 56 h 86"/>
              <a:gd name="T38" fmla="*/ 6 w 86"/>
              <a:gd name="T39" fmla="*/ 63 h 86"/>
              <a:gd name="T40" fmla="*/ 2 w 86"/>
              <a:gd name="T41" fmla="*/ 56 h 86"/>
              <a:gd name="T42" fmla="*/ 85 w 86"/>
              <a:gd name="T43" fmla="*/ 43 h 86"/>
              <a:gd name="T44" fmla="*/ 86 w 86"/>
              <a:gd name="T45" fmla="*/ 51 h 86"/>
              <a:gd name="T46" fmla="*/ 0 w 86"/>
              <a:gd name="T47" fmla="*/ 43 h 86"/>
              <a:gd name="T48" fmla="*/ 1 w 86"/>
              <a:gd name="T49" fmla="*/ 42 h 86"/>
              <a:gd name="T50" fmla="*/ 2 w 86"/>
              <a:gd name="T51" fmla="*/ 49 h 86"/>
              <a:gd name="T52" fmla="*/ 0 w 86"/>
              <a:gd name="T53" fmla="*/ 43 h 86"/>
              <a:gd name="T54" fmla="*/ 84 w 86"/>
              <a:gd name="T55" fmla="*/ 31 h 86"/>
              <a:gd name="T56" fmla="*/ 84 w 86"/>
              <a:gd name="T57" fmla="*/ 39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7 w 86"/>
              <a:gd name="T75" fmla="*/ 9 h 86"/>
              <a:gd name="T76" fmla="*/ 74 w 86"/>
              <a:gd name="T77" fmla="*/ 13 h 86"/>
              <a:gd name="T78" fmla="*/ 67 w 86"/>
              <a:gd name="T79" fmla="*/ 9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5" y="72"/>
                  <a:pt x="74" y="74"/>
                  <a:pt x="72" y="75"/>
                </a:cubicBezTo>
                <a:lnTo>
                  <a:pt x="71" y="74"/>
                </a:lnTo>
                <a:close/>
                <a:moveTo>
                  <a:pt x="9" y="69"/>
                </a:moveTo>
                <a:cubicBezTo>
                  <a:pt x="10" y="68"/>
                  <a:pt x="10" y="68"/>
                  <a:pt x="10" y="68"/>
                </a:cubicBezTo>
                <a:cubicBezTo>
                  <a:pt x="11" y="70"/>
                  <a:pt x="13" y="72"/>
                  <a:pt x="14" y="74"/>
                </a:cubicBezTo>
                <a:cubicBezTo>
                  <a:pt x="13" y="75"/>
                  <a:pt x="13" y="75"/>
                  <a:pt x="13" y="75"/>
                </a:cubicBezTo>
                <a:cubicBezTo>
                  <a:pt x="12" y="73"/>
                  <a:pt x="10" y="71"/>
                  <a:pt x="9" y="69"/>
                </a:cubicBezTo>
                <a:close/>
                <a:moveTo>
                  <a:pt x="80" y="63"/>
                </a:moveTo>
                <a:cubicBezTo>
                  <a:pt x="81" y="61"/>
                  <a:pt x="82" y="59"/>
                  <a:pt x="82" y="57"/>
                </a:cubicBezTo>
                <a:cubicBezTo>
                  <a:pt x="84" y="57"/>
                  <a:pt x="84" y="57"/>
                  <a:pt x="84" y="57"/>
                </a:cubicBezTo>
                <a:cubicBezTo>
                  <a:pt x="83" y="60"/>
                  <a:pt x="82" y="62"/>
                  <a:pt x="81" y="64"/>
                </a:cubicBezTo>
                <a:lnTo>
                  <a:pt x="80" y="63"/>
                </a:lnTo>
                <a:close/>
                <a:moveTo>
                  <a:pt x="2" y="56"/>
                </a:moveTo>
                <a:cubicBezTo>
                  <a:pt x="3" y="56"/>
                  <a:pt x="3" y="56"/>
                  <a:pt x="3" y="56"/>
                </a:cubicBezTo>
                <a:cubicBezTo>
                  <a:pt x="4" y="58"/>
                  <a:pt x="5" y="61"/>
                  <a:pt x="6" y="63"/>
                </a:cubicBezTo>
                <a:cubicBezTo>
                  <a:pt x="5" y="63"/>
                  <a:pt x="5" y="63"/>
                  <a:pt x="5" y="63"/>
                </a:cubicBezTo>
                <a:cubicBezTo>
                  <a:pt x="4" y="61"/>
                  <a:pt x="3" y="59"/>
                  <a:pt x="2" y="56"/>
                </a:cubicBezTo>
                <a:close/>
                <a:moveTo>
                  <a:pt x="84" y="50"/>
                </a:moveTo>
                <a:cubicBezTo>
                  <a:pt x="84" y="48"/>
                  <a:pt x="85" y="46"/>
                  <a:pt x="85" y="43"/>
                </a:cubicBezTo>
                <a:cubicBezTo>
                  <a:pt x="86" y="43"/>
                  <a:pt x="86" y="43"/>
                  <a:pt x="86" y="43"/>
                </a:cubicBezTo>
                <a:cubicBezTo>
                  <a:pt x="86" y="46"/>
                  <a:pt x="86" y="48"/>
                  <a:pt x="86" y="51"/>
                </a:cubicBezTo>
                <a:lnTo>
                  <a:pt x="84" y="50"/>
                </a:lnTo>
                <a:close/>
                <a:moveTo>
                  <a:pt x="0" y="43"/>
                </a:moveTo>
                <a:cubicBezTo>
                  <a:pt x="0" y="42"/>
                  <a:pt x="0" y="42"/>
                  <a:pt x="0" y="42"/>
                </a:cubicBezTo>
                <a:cubicBezTo>
                  <a:pt x="1" y="42"/>
                  <a:pt x="1" y="42"/>
                  <a:pt x="1" y="42"/>
                </a:cubicBezTo>
                <a:cubicBezTo>
                  <a:pt x="1" y="43"/>
                  <a:pt x="1" y="43"/>
                  <a:pt x="1" y="43"/>
                </a:cubicBezTo>
                <a:cubicBezTo>
                  <a:pt x="1" y="45"/>
                  <a:pt x="2" y="47"/>
                  <a:pt x="2" y="49"/>
                </a:cubicBezTo>
                <a:cubicBezTo>
                  <a:pt x="1" y="50"/>
                  <a:pt x="1" y="50"/>
                  <a:pt x="1" y="50"/>
                </a:cubicBezTo>
                <a:cubicBezTo>
                  <a:pt x="0" y="47"/>
                  <a:pt x="0" y="45"/>
                  <a:pt x="0" y="43"/>
                </a:cubicBezTo>
                <a:close/>
                <a:moveTo>
                  <a:pt x="83" y="32"/>
                </a:moveTo>
                <a:cubicBezTo>
                  <a:pt x="84" y="31"/>
                  <a:pt x="84" y="31"/>
                  <a:pt x="84" y="31"/>
                </a:cubicBezTo>
                <a:cubicBezTo>
                  <a:pt x="85" y="34"/>
                  <a:pt x="86" y="36"/>
                  <a:pt x="86" y="38"/>
                </a:cubicBezTo>
                <a:cubicBezTo>
                  <a:pt x="84" y="39"/>
                  <a:pt x="84" y="39"/>
                  <a:pt x="84"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8"/>
                  <a:pt x="78" y="18"/>
                  <a:pt x="78" y="18"/>
                </a:cubicBezTo>
                <a:cubicBezTo>
                  <a:pt x="80" y="20"/>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9"/>
                </a:moveTo>
                <a:cubicBezTo>
                  <a:pt x="67" y="9"/>
                  <a:pt x="67" y="9"/>
                  <a:pt x="67" y="9"/>
                </a:cubicBezTo>
                <a:cubicBezTo>
                  <a:pt x="68" y="8"/>
                  <a:pt x="68" y="8"/>
                  <a:pt x="68" y="8"/>
                </a:cubicBezTo>
                <a:cubicBezTo>
                  <a:pt x="70" y="10"/>
                  <a:pt x="72" y="11"/>
                  <a:pt x="74" y="13"/>
                </a:cubicBezTo>
                <a:cubicBezTo>
                  <a:pt x="72" y="14"/>
                  <a:pt x="72" y="14"/>
                  <a:pt x="72" y="14"/>
                </a:cubicBezTo>
                <a:cubicBezTo>
                  <a:pt x="71" y="12"/>
                  <a:pt x="69" y="11"/>
                  <a:pt x="67" y="9"/>
                </a:cubicBezTo>
                <a:close/>
                <a:moveTo>
                  <a:pt x="15" y="11"/>
                </a:moveTo>
                <a:cubicBezTo>
                  <a:pt x="17" y="9"/>
                  <a:pt x="19" y="8"/>
                  <a:pt x="21" y="7"/>
                </a:cubicBezTo>
                <a:cubicBezTo>
                  <a:pt x="21" y="8"/>
                  <a:pt x="21" y="8"/>
                  <a:pt x="21" y="8"/>
                </a:cubicBezTo>
                <a:cubicBezTo>
                  <a:pt x="19" y="9"/>
                  <a:pt x="18" y="10"/>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2" y="2"/>
                  <a:pt x="42" y="2"/>
                  <a:pt x="41" y="2"/>
                </a:cubicBezTo>
                <a:cubicBezTo>
                  <a:pt x="41" y="1"/>
                  <a:pt x="41" y="1"/>
                  <a:pt x="41" y="1"/>
                </a:cubicBezTo>
                <a:cubicBezTo>
                  <a:pt x="42" y="1"/>
                  <a:pt x="42" y="0"/>
                  <a:pt x="43" y="0"/>
                </a:cubicBezTo>
                <a:cubicBezTo>
                  <a:pt x="45" y="0"/>
                  <a:pt x="46"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8" name="Oval 22">
            <a:extLst>
              <a:ext uri="{FF2B5EF4-FFF2-40B4-BE49-F238E27FC236}">
                <a16:creationId xmlns:a16="http://schemas.microsoft.com/office/drawing/2014/main" id="{D6E2315D-B995-E732-4324-6FB19BE9A220}"/>
              </a:ext>
            </a:extLst>
          </p:cNvPr>
          <p:cNvSpPr>
            <a:spLocks noChangeArrowheads="1"/>
          </p:cNvSpPr>
          <p:nvPr/>
        </p:nvSpPr>
        <p:spPr bwMode="auto">
          <a:xfrm>
            <a:off x="10185797"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19" name="Freeform 23">
            <a:extLst>
              <a:ext uri="{FF2B5EF4-FFF2-40B4-BE49-F238E27FC236}">
                <a16:creationId xmlns:a16="http://schemas.microsoft.com/office/drawing/2014/main" id="{A68826B0-294C-C496-67DB-329C2DC9DB36}"/>
              </a:ext>
            </a:extLst>
          </p:cNvPr>
          <p:cNvSpPr>
            <a:spLocks noEditPoints="1"/>
          </p:cNvSpPr>
          <p:nvPr/>
        </p:nvSpPr>
        <p:spPr bwMode="auto">
          <a:xfrm>
            <a:off x="10514463"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20" name="组合 19">
            <a:extLst>
              <a:ext uri="{FF2B5EF4-FFF2-40B4-BE49-F238E27FC236}">
                <a16:creationId xmlns:a16="http://schemas.microsoft.com/office/drawing/2014/main" id="{6A67998E-ED80-2B28-8BDA-E297E8402244}"/>
              </a:ext>
            </a:extLst>
          </p:cNvPr>
          <p:cNvGrpSpPr/>
          <p:nvPr/>
        </p:nvGrpSpPr>
        <p:grpSpPr>
          <a:xfrm>
            <a:off x="10333309" y="5018690"/>
            <a:ext cx="346783" cy="476180"/>
            <a:chOff x="10231709" y="4917090"/>
            <a:chExt cx="346783" cy="476180"/>
          </a:xfrm>
        </p:grpSpPr>
        <p:sp>
          <p:nvSpPr>
            <p:cNvPr id="21" name="Freeform 25">
              <a:extLst>
                <a:ext uri="{FF2B5EF4-FFF2-40B4-BE49-F238E27FC236}">
                  <a16:creationId xmlns:a16="http://schemas.microsoft.com/office/drawing/2014/main" id="{245FB2D7-7E32-7A93-402D-0EFA36A934A4}"/>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2" name="Freeform 26">
              <a:extLst>
                <a:ext uri="{FF2B5EF4-FFF2-40B4-BE49-F238E27FC236}">
                  <a16:creationId xmlns:a16="http://schemas.microsoft.com/office/drawing/2014/main" id="{111618D3-8C4C-6BE8-4B05-7E0DC99A749C}"/>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3" name="Freeform 27">
              <a:extLst>
                <a:ext uri="{FF2B5EF4-FFF2-40B4-BE49-F238E27FC236}">
                  <a16:creationId xmlns:a16="http://schemas.microsoft.com/office/drawing/2014/main" id="{71D62721-2E54-9414-9B5E-210BDA9BBF8B}"/>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4" name="Freeform 28">
              <a:extLst>
                <a:ext uri="{FF2B5EF4-FFF2-40B4-BE49-F238E27FC236}">
                  <a16:creationId xmlns:a16="http://schemas.microsoft.com/office/drawing/2014/main" id="{F59103ED-45DC-6E20-1F30-49464641EB8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5" name="Freeform 29">
              <a:extLst>
                <a:ext uri="{FF2B5EF4-FFF2-40B4-BE49-F238E27FC236}">
                  <a16:creationId xmlns:a16="http://schemas.microsoft.com/office/drawing/2014/main" id="{264FF5B7-127E-F087-57DB-DB6C6F94CC0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6" name="Freeform 30">
              <a:extLst>
                <a:ext uri="{FF2B5EF4-FFF2-40B4-BE49-F238E27FC236}">
                  <a16:creationId xmlns:a16="http://schemas.microsoft.com/office/drawing/2014/main" id="{CCE37E75-1D95-C7E7-15C5-3FBD2C5493E2}"/>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7" name="Freeform 31">
              <a:extLst>
                <a:ext uri="{FF2B5EF4-FFF2-40B4-BE49-F238E27FC236}">
                  <a16:creationId xmlns:a16="http://schemas.microsoft.com/office/drawing/2014/main" id="{5A7E5110-57FA-D5D1-7A56-495D6E54D0F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8" name="Freeform 32">
              <a:extLst>
                <a:ext uri="{FF2B5EF4-FFF2-40B4-BE49-F238E27FC236}">
                  <a16:creationId xmlns:a16="http://schemas.microsoft.com/office/drawing/2014/main" id="{53027B8E-BC45-D510-FEC5-B75704145357}"/>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9" name="Freeform 33">
              <a:extLst>
                <a:ext uri="{FF2B5EF4-FFF2-40B4-BE49-F238E27FC236}">
                  <a16:creationId xmlns:a16="http://schemas.microsoft.com/office/drawing/2014/main" id="{FFD41422-C689-D02E-5339-D1FB2350B36E}"/>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0" name="Freeform 34">
              <a:extLst>
                <a:ext uri="{FF2B5EF4-FFF2-40B4-BE49-F238E27FC236}">
                  <a16:creationId xmlns:a16="http://schemas.microsoft.com/office/drawing/2014/main" id="{3AA0A108-2CB6-04DA-2D0E-6855603C4B46}"/>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1" name="Freeform 35">
              <a:extLst>
                <a:ext uri="{FF2B5EF4-FFF2-40B4-BE49-F238E27FC236}">
                  <a16:creationId xmlns:a16="http://schemas.microsoft.com/office/drawing/2014/main" id="{03F60C13-AD75-3B73-D4D0-D4999313DFD4}"/>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2" name="Freeform 36">
              <a:extLst>
                <a:ext uri="{FF2B5EF4-FFF2-40B4-BE49-F238E27FC236}">
                  <a16:creationId xmlns:a16="http://schemas.microsoft.com/office/drawing/2014/main" id="{F01CE081-5CD5-92C4-D2E6-5D7D80ED2B5F}"/>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33" name="Freeform 37">
            <a:extLst>
              <a:ext uri="{FF2B5EF4-FFF2-40B4-BE49-F238E27FC236}">
                <a16:creationId xmlns:a16="http://schemas.microsoft.com/office/drawing/2014/main" id="{64378558-D950-9913-DC27-C741591DC235}"/>
              </a:ext>
            </a:extLst>
          </p:cNvPr>
          <p:cNvSpPr>
            <a:spLocks noEditPoints="1"/>
          </p:cNvSpPr>
          <p:nvPr/>
        </p:nvSpPr>
        <p:spPr bwMode="auto">
          <a:xfrm>
            <a:off x="10152154"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4" name="Oval 48">
            <a:extLst>
              <a:ext uri="{FF2B5EF4-FFF2-40B4-BE49-F238E27FC236}">
                <a16:creationId xmlns:a16="http://schemas.microsoft.com/office/drawing/2014/main" id="{00B09C78-A89A-76FE-55C8-168C6687245D}"/>
              </a:ext>
            </a:extLst>
          </p:cNvPr>
          <p:cNvSpPr>
            <a:spLocks noChangeArrowheads="1"/>
          </p:cNvSpPr>
          <p:nvPr/>
        </p:nvSpPr>
        <p:spPr bwMode="auto">
          <a:xfrm>
            <a:off x="10185797" y="3401234"/>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35" name="Freeform 49">
            <a:extLst>
              <a:ext uri="{FF2B5EF4-FFF2-40B4-BE49-F238E27FC236}">
                <a16:creationId xmlns:a16="http://schemas.microsoft.com/office/drawing/2014/main" id="{E9DCB71A-48A9-8827-D3F7-081BDD6497AA}"/>
              </a:ext>
            </a:extLst>
          </p:cNvPr>
          <p:cNvSpPr/>
          <p:nvPr/>
        </p:nvSpPr>
        <p:spPr bwMode="auto">
          <a:xfrm>
            <a:off x="10514463" y="4027513"/>
            <a:ext cx="116457" cy="25879"/>
          </a:xfrm>
          <a:custGeom>
            <a:avLst/>
            <a:gdLst>
              <a:gd name="T0" fmla="*/ 14 w 14"/>
              <a:gd name="T1" fmla="*/ 0 h 3"/>
              <a:gd name="T2" fmla="*/ 0 w 14"/>
              <a:gd name="T3" fmla="*/ 3 h 3"/>
              <a:gd name="T4" fmla="*/ 0 w 14"/>
              <a:gd name="T5" fmla="*/ 3 h 3"/>
              <a:gd name="T6" fmla="*/ 14 w 14"/>
              <a:gd name="T7" fmla="*/ 0 h 3"/>
            </a:gdLst>
            <a:ahLst/>
            <a:cxnLst>
              <a:cxn ang="0">
                <a:pos x="T0" y="T1"/>
              </a:cxn>
              <a:cxn ang="0">
                <a:pos x="T2" y="T3"/>
              </a:cxn>
              <a:cxn ang="0">
                <a:pos x="T4" y="T5"/>
              </a:cxn>
              <a:cxn ang="0">
                <a:pos x="T6" y="T7"/>
              </a:cxn>
            </a:cxnLst>
            <a:rect l="0" t="0" r="r" b="b"/>
            <a:pathLst>
              <a:path w="14" h="3">
                <a:moveTo>
                  <a:pt x="14" y="0"/>
                </a:moveTo>
                <a:cubicBezTo>
                  <a:pt x="10" y="2"/>
                  <a:pt x="5" y="3"/>
                  <a:pt x="0" y="3"/>
                </a:cubicBezTo>
                <a:cubicBezTo>
                  <a:pt x="0" y="3"/>
                  <a:pt x="0" y="3"/>
                  <a:pt x="0" y="3"/>
                </a:cubicBezTo>
                <a:cubicBezTo>
                  <a:pt x="5" y="3"/>
                  <a:pt x="9" y="2"/>
                  <a:pt x="14"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6" name="Freeform 51">
            <a:extLst>
              <a:ext uri="{FF2B5EF4-FFF2-40B4-BE49-F238E27FC236}">
                <a16:creationId xmlns:a16="http://schemas.microsoft.com/office/drawing/2014/main" id="{EEF36E94-DC39-0F53-0EF6-380DFCB03507}"/>
              </a:ext>
            </a:extLst>
          </p:cNvPr>
          <p:cNvSpPr/>
          <p:nvPr/>
        </p:nvSpPr>
        <p:spPr bwMode="auto">
          <a:xfrm>
            <a:off x="10284138" y="3499575"/>
            <a:ext cx="452888" cy="452888"/>
          </a:xfrm>
          <a:custGeom>
            <a:avLst/>
            <a:gdLst>
              <a:gd name="T0" fmla="*/ 48 w 55"/>
              <a:gd name="T1" fmla="*/ 26 h 55"/>
              <a:gd name="T2" fmla="*/ 48 w 55"/>
              <a:gd name="T3" fmla="*/ 23 h 55"/>
              <a:gd name="T4" fmla="*/ 44 w 55"/>
              <a:gd name="T5" fmla="*/ 23 h 55"/>
              <a:gd name="T6" fmla="*/ 44 w 55"/>
              <a:gd name="T7" fmla="*/ 24 h 55"/>
              <a:gd name="T8" fmla="*/ 40 w 55"/>
              <a:gd name="T9" fmla="*/ 22 h 55"/>
              <a:gd name="T10" fmla="*/ 40 w 55"/>
              <a:gd name="T11" fmla="*/ 19 h 55"/>
              <a:gd name="T12" fmla="*/ 36 w 55"/>
              <a:gd name="T13" fmla="*/ 19 h 55"/>
              <a:gd name="T14" fmla="*/ 36 w 55"/>
              <a:gd name="T15" fmla="*/ 20 h 55"/>
              <a:gd name="T16" fmla="*/ 30 w 55"/>
              <a:gd name="T17" fmla="*/ 17 h 55"/>
              <a:gd name="T18" fmla="*/ 30 w 55"/>
              <a:gd name="T19" fmla="*/ 6 h 55"/>
              <a:gd name="T20" fmla="*/ 27 w 55"/>
              <a:gd name="T21" fmla="*/ 0 h 55"/>
              <a:gd name="T22" fmla="*/ 27 w 55"/>
              <a:gd name="T23" fmla="*/ 0 h 55"/>
              <a:gd name="T24" fmla="*/ 27 w 55"/>
              <a:gd name="T25" fmla="*/ 0 h 55"/>
              <a:gd name="T26" fmla="*/ 24 w 55"/>
              <a:gd name="T27" fmla="*/ 6 h 55"/>
              <a:gd name="T28" fmla="*/ 24 w 55"/>
              <a:gd name="T29" fmla="*/ 17 h 55"/>
              <a:gd name="T30" fmla="*/ 18 w 55"/>
              <a:gd name="T31" fmla="*/ 20 h 55"/>
              <a:gd name="T32" fmla="*/ 18 w 55"/>
              <a:gd name="T33" fmla="*/ 19 h 55"/>
              <a:gd name="T34" fmla="*/ 15 w 55"/>
              <a:gd name="T35" fmla="*/ 19 h 55"/>
              <a:gd name="T36" fmla="*/ 15 w 55"/>
              <a:gd name="T37" fmla="*/ 22 h 55"/>
              <a:gd name="T38" fmla="*/ 10 w 55"/>
              <a:gd name="T39" fmla="*/ 24 h 55"/>
              <a:gd name="T40" fmla="*/ 10 w 55"/>
              <a:gd name="T41" fmla="*/ 23 h 55"/>
              <a:gd name="T42" fmla="*/ 6 w 55"/>
              <a:gd name="T43" fmla="*/ 23 h 55"/>
              <a:gd name="T44" fmla="*/ 6 w 55"/>
              <a:gd name="T45" fmla="*/ 26 h 55"/>
              <a:gd name="T46" fmla="*/ 0 w 55"/>
              <a:gd name="T47" fmla="*/ 30 h 55"/>
              <a:gd name="T48" fmla="*/ 0 w 55"/>
              <a:gd name="T49" fmla="*/ 33 h 55"/>
              <a:gd name="T50" fmla="*/ 16 w 55"/>
              <a:gd name="T51" fmla="*/ 28 h 55"/>
              <a:gd name="T52" fmla="*/ 24 w 55"/>
              <a:gd name="T53" fmla="*/ 28 h 55"/>
              <a:gd name="T54" fmla="*/ 24 w 55"/>
              <a:gd name="T55" fmla="*/ 30 h 55"/>
              <a:gd name="T56" fmla="*/ 26 w 55"/>
              <a:gd name="T57" fmla="*/ 45 h 55"/>
              <a:gd name="T58" fmla="*/ 17 w 55"/>
              <a:gd name="T59" fmla="*/ 51 h 55"/>
              <a:gd name="T60" fmla="*/ 17 w 55"/>
              <a:gd name="T61" fmla="*/ 54 h 55"/>
              <a:gd name="T62" fmla="*/ 27 w 55"/>
              <a:gd name="T63" fmla="*/ 50 h 55"/>
              <a:gd name="T64" fmla="*/ 27 w 55"/>
              <a:gd name="T65" fmla="*/ 55 h 55"/>
              <a:gd name="T66" fmla="*/ 28 w 55"/>
              <a:gd name="T67" fmla="*/ 55 h 55"/>
              <a:gd name="T68" fmla="*/ 28 w 55"/>
              <a:gd name="T69" fmla="*/ 50 h 55"/>
              <a:gd name="T70" fmla="*/ 37 w 55"/>
              <a:gd name="T71" fmla="*/ 53 h 55"/>
              <a:gd name="T72" fmla="*/ 37 w 55"/>
              <a:gd name="T73" fmla="*/ 51 h 55"/>
              <a:gd name="T74" fmla="*/ 29 w 55"/>
              <a:gd name="T75" fmla="*/ 45 h 55"/>
              <a:gd name="T76" fmla="*/ 30 w 55"/>
              <a:gd name="T77" fmla="*/ 30 h 55"/>
              <a:gd name="T78" fmla="*/ 30 w 55"/>
              <a:gd name="T79" fmla="*/ 28 h 55"/>
              <a:gd name="T80" fmla="*/ 38 w 55"/>
              <a:gd name="T81" fmla="*/ 28 h 55"/>
              <a:gd name="T82" fmla="*/ 55 w 55"/>
              <a:gd name="T83" fmla="*/ 33 h 55"/>
              <a:gd name="T84" fmla="*/ 55 w 55"/>
              <a:gd name="T85" fmla="*/ 30 h 55"/>
              <a:gd name="T86" fmla="*/ 48 w 55"/>
              <a:gd name="T87" fmla="*/ 2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5" h="55">
                <a:moveTo>
                  <a:pt x="48" y="26"/>
                </a:moveTo>
                <a:cubicBezTo>
                  <a:pt x="48" y="23"/>
                  <a:pt x="48" y="23"/>
                  <a:pt x="48" y="23"/>
                </a:cubicBezTo>
                <a:cubicBezTo>
                  <a:pt x="44" y="23"/>
                  <a:pt x="44" y="23"/>
                  <a:pt x="44" y="23"/>
                </a:cubicBezTo>
                <a:cubicBezTo>
                  <a:pt x="44" y="24"/>
                  <a:pt x="44" y="24"/>
                  <a:pt x="44" y="24"/>
                </a:cubicBezTo>
                <a:cubicBezTo>
                  <a:pt x="40" y="22"/>
                  <a:pt x="40" y="22"/>
                  <a:pt x="40" y="22"/>
                </a:cubicBezTo>
                <a:cubicBezTo>
                  <a:pt x="40" y="19"/>
                  <a:pt x="40" y="19"/>
                  <a:pt x="40" y="19"/>
                </a:cubicBezTo>
                <a:cubicBezTo>
                  <a:pt x="36" y="19"/>
                  <a:pt x="36" y="19"/>
                  <a:pt x="36" y="19"/>
                </a:cubicBezTo>
                <a:cubicBezTo>
                  <a:pt x="36" y="20"/>
                  <a:pt x="36" y="20"/>
                  <a:pt x="36" y="20"/>
                </a:cubicBezTo>
                <a:cubicBezTo>
                  <a:pt x="30" y="17"/>
                  <a:pt x="30" y="17"/>
                  <a:pt x="30" y="17"/>
                </a:cubicBezTo>
                <a:cubicBezTo>
                  <a:pt x="30" y="6"/>
                  <a:pt x="30" y="6"/>
                  <a:pt x="30" y="6"/>
                </a:cubicBezTo>
                <a:cubicBezTo>
                  <a:pt x="30" y="1"/>
                  <a:pt x="28" y="0"/>
                  <a:pt x="27" y="0"/>
                </a:cubicBezTo>
                <a:cubicBezTo>
                  <a:pt x="27" y="0"/>
                  <a:pt x="27" y="0"/>
                  <a:pt x="27" y="0"/>
                </a:cubicBezTo>
                <a:cubicBezTo>
                  <a:pt x="27" y="0"/>
                  <a:pt x="27" y="0"/>
                  <a:pt x="27" y="0"/>
                </a:cubicBezTo>
                <a:cubicBezTo>
                  <a:pt x="26" y="0"/>
                  <a:pt x="24" y="1"/>
                  <a:pt x="24" y="6"/>
                </a:cubicBezTo>
                <a:cubicBezTo>
                  <a:pt x="24" y="17"/>
                  <a:pt x="24" y="17"/>
                  <a:pt x="24" y="17"/>
                </a:cubicBezTo>
                <a:cubicBezTo>
                  <a:pt x="18" y="20"/>
                  <a:pt x="18" y="20"/>
                  <a:pt x="18" y="20"/>
                </a:cubicBezTo>
                <a:cubicBezTo>
                  <a:pt x="18" y="19"/>
                  <a:pt x="18" y="19"/>
                  <a:pt x="18" y="19"/>
                </a:cubicBezTo>
                <a:cubicBezTo>
                  <a:pt x="15" y="19"/>
                  <a:pt x="15" y="19"/>
                  <a:pt x="15" y="19"/>
                </a:cubicBezTo>
                <a:cubicBezTo>
                  <a:pt x="15" y="22"/>
                  <a:pt x="15" y="22"/>
                  <a:pt x="15" y="22"/>
                </a:cubicBezTo>
                <a:cubicBezTo>
                  <a:pt x="10" y="24"/>
                  <a:pt x="10" y="24"/>
                  <a:pt x="10" y="24"/>
                </a:cubicBezTo>
                <a:cubicBezTo>
                  <a:pt x="10" y="23"/>
                  <a:pt x="10" y="23"/>
                  <a:pt x="10" y="23"/>
                </a:cubicBezTo>
                <a:cubicBezTo>
                  <a:pt x="6" y="23"/>
                  <a:pt x="6" y="23"/>
                  <a:pt x="6" y="23"/>
                </a:cubicBezTo>
                <a:cubicBezTo>
                  <a:pt x="6" y="26"/>
                  <a:pt x="6" y="26"/>
                  <a:pt x="6" y="26"/>
                </a:cubicBezTo>
                <a:cubicBezTo>
                  <a:pt x="0" y="30"/>
                  <a:pt x="0" y="30"/>
                  <a:pt x="0" y="30"/>
                </a:cubicBezTo>
                <a:cubicBezTo>
                  <a:pt x="0" y="33"/>
                  <a:pt x="0" y="33"/>
                  <a:pt x="0" y="33"/>
                </a:cubicBezTo>
                <a:cubicBezTo>
                  <a:pt x="16" y="28"/>
                  <a:pt x="16" y="28"/>
                  <a:pt x="16" y="28"/>
                </a:cubicBezTo>
                <a:cubicBezTo>
                  <a:pt x="24" y="28"/>
                  <a:pt x="24" y="28"/>
                  <a:pt x="24" y="28"/>
                </a:cubicBezTo>
                <a:cubicBezTo>
                  <a:pt x="24" y="29"/>
                  <a:pt x="24" y="30"/>
                  <a:pt x="24" y="30"/>
                </a:cubicBezTo>
                <a:cubicBezTo>
                  <a:pt x="26" y="45"/>
                  <a:pt x="26" y="45"/>
                  <a:pt x="26" y="45"/>
                </a:cubicBezTo>
                <a:cubicBezTo>
                  <a:pt x="17" y="51"/>
                  <a:pt x="17" y="51"/>
                  <a:pt x="17" y="51"/>
                </a:cubicBezTo>
                <a:cubicBezTo>
                  <a:pt x="17" y="54"/>
                  <a:pt x="17" y="54"/>
                  <a:pt x="17" y="54"/>
                </a:cubicBezTo>
                <a:cubicBezTo>
                  <a:pt x="27" y="50"/>
                  <a:pt x="27" y="50"/>
                  <a:pt x="27" y="50"/>
                </a:cubicBezTo>
                <a:cubicBezTo>
                  <a:pt x="27" y="55"/>
                  <a:pt x="27" y="55"/>
                  <a:pt x="27" y="55"/>
                </a:cubicBezTo>
                <a:cubicBezTo>
                  <a:pt x="28" y="55"/>
                  <a:pt x="28" y="55"/>
                  <a:pt x="28" y="55"/>
                </a:cubicBezTo>
                <a:cubicBezTo>
                  <a:pt x="28" y="50"/>
                  <a:pt x="28" y="50"/>
                  <a:pt x="28" y="50"/>
                </a:cubicBezTo>
                <a:cubicBezTo>
                  <a:pt x="37" y="53"/>
                  <a:pt x="37" y="53"/>
                  <a:pt x="37" y="53"/>
                </a:cubicBezTo>
                <a:cubicBezTo>
                  <a:pt x="37" y="51"/>
                  <a:pt x="37" y="51"/>
                  <a:pt x="37" y="51"/>
                </a:cubicBezTo>
                <a:cubicBezTo>
                  <a:pt x="29" y="45"/>
                  <a:pt x="29" y="45"/>
                  <a:pt x="29" y="45"/>
                </a:cubicBezTo>
                <a:cubicBezTo>
                  <a:pt x="30" y="30"/>
                  <a:pt x="30" y="30"/>
                  <a:pt x="30" y="30"/>
                </a:cubicBezTo>
                <a:cubicBezTo>
                  <a:pt x="30" y="30"/>
                  <a:pt x="30" y="29"/>
                  <a:pt x="30" y="28"/>
                </a:cubicBezTo>
                <a:cubicBezTo>
                  <a:pt x="38" y="28"/>
                  <a:pt x="38" y="28"/>
                  <a:pt x="38" y="28"/>
                </a:cubicBezTo>
                <a:cubicBezTo>
                  <a:pt x="55" y="33"/>
                  <a:pt x="55" y="33"/>
                  <a:pt x="55" y="33"/>
                </a:cubicBezTo>
                <a:cubicBezTo>
                  <a:pt x="55" y="30"/>
                  <a:pt x="55" y="30"/>
                  <a:pt x="55" y="30"/>
                </a:cubicBezTo>
                <a:lnTo>
                  <a:pt x="48" y="26"/>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7" name="Freeform 52">
            <a:extLst>
              <a:ext uri="{FF2B5EF4-FFF2-40B4-BE49-F238E27FC236}">
                <a16:creationId xmlns:a16="http://schemas.microsoft.com/office/drawing/2014/main" id="{06BA2CB6-C3F9-8BBE-D31A-4EA21A85D467}"/>
              </a:ext>
            </a:extLst>
          </p:cNvPr>
          <p:cNvSpPr>
            <a:spLocks noEditPoints="1"/>
          </p:cNvSpPr>
          <p:nvPr/>
        </p:nvSpPr>
        <p:spPr bwMode="auto">
          <a:xfrm>
            <a:off x="10152154" y="3367591"/>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5 w 86"/>
              <a:gd name="T29" fmla="*/ 74 h 86"/>
              <a:gd name="T30" fmla="*/ 9 w 86"/>
              <a:gd name="T31" fmla="*/ 69 h 86"/>
              <a:gd name="T32" fmla="*/ 82 w 86"/>
              <a:gd name="T33" fmla="*/ 57 h 86"/>
              <a:gd name="T34" fmla="*/ 81 w 86"/>
              <a:gd name="T35" fmla="*/ 64 h 86"/>
              <a:gd name="T36" fmla="*/ 2 w 86"/>
              <a:gd name="T37" fmla="*/ 57 h 86"/>
              <a:gd name="T38" fmla="*/ 6 w 86"/>
              <a:gd name="T39" fmla="*/ 63 h 86"/>
              <a:gd name="T40" fmla="*/ 2 w 86"/>
              <a:gd name="T41" fmla="*/ 57 h 86"/>
              <a:gd name="T42" fmla="*/ 85 w 86"/>
              <a:gd name="T43" fmla="*/ 44 h 86"/>
              <a:gd name="T44" fmla="*/ 86 w 86"/>
              <a:gd name="T45" fmla="*/ 51 h 86"/>
              <a:gd name="T46" fmla="*/ 0 w 86"/>
              <a:gd name="T47" fmla="*/ 44 h 86"/>
              <a:gd name="T48" fmla="*/ 2 w 86"/>
              <a:gd name="T49" fmla="*/ 43 h 86"/>
              <a:gd name="T50" fmla="*/ 2 w 86"/>
              <a:gd name="T51" fmla="*/ 49 h 86"/>
              <a:gd name="T52" fmla="*/ 0 w 86"/>
              <a:gd name="T53" fmla="*/ 44 h 86"/>
              <a:gd name="T54" fmla="*/ 85 w 86"/>
              <a:gd name="T55" fmla="*/ 31 h 86"/>
              <a:gd name="T56" fmla="*/ 85 w 86"/>
              <a:gd name="T57" fmla="*/ 39 h 86"/>
              <a:gd name="T58" fmla="*/ 1 w 86"/>
              <a:gd name="T59" fmla="*/ 35 h 86"/>
              <a:gd name="T60" fmla="*/ 4 w 86"/>
              <a:gd name="T61" fmla="*/ 29 h 86"/>
              <a:gd name="T62" fmla="*/ 1 w 86"/>
              <a:gd name="T63" fmla="*/ 35 h 86"/>
              <a:gd name="T64" fmla="*/ 78 w 86"/>
              <a:gd name="T65" fmla="*/ 19 h 86"/>
              <a:gd name="T66" fmla="*/ 81 w 86"/>
              <a:gd name="T67" fmla="*/ 25 h 86"/>
              <a:gd name="T68" fmla="*/ 6 w 86"/>
              <a:gd name="T69" fmla="*/ 22 h 86"/>
              <a:gd name="T70" fmla="*/ 11 w 86"/>
              <a:gd name="T71" fmla="*/ 17 h 86"/>
              <a:gd name="T72" fmla="*/ 6 w 86"/>
              <a:gd name="T73" fmla="*/ 22 h 86"/>
              <a:gd name="T74" fmla="*/ 67 w 86"/>
              <a:gd name="T75" fmla="*/ 10 h 86"/>
              <a:gd name="T76" fmla="*/ 73 w 86"/>
              <a:gd name="T77" fmla="*/ 13 h 86"/>
              <a:gd name="T78" fmla="*/ 67 w 86"/>
              <a:gd name="T79" fmla="*/ 10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3"/>
                  <a:pt x="25" y="83"/>
                  <a:pt x="25" y="83"/>
                </a:cubicBezTo>
                <a:cubicBezTo>
                  <a:pt x="23" y="82"/>
                  <a:pt x="21" y="81"/>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6" y="72"/>
                  <a:pt x="74" y="74"/>
                  <a:pt x="72" y="75"/>
                </a:cubicBezTo>
                <a:lnTo>
                  <a:pt x="71" y="74"/>
                </a:lnTo>
                <a:close/>
                <a:moveTo>
                  <a:pt x="9" y="69"/>
                </a:moveTo>
                <a:cubicBezTo>
                  <a:pt x="10" y="68"/>
                  <a:pt x="10" y="68"/>
                  <a:pt x="10" y="68"/>
                </a:cubicBezTo>
                <a:cubicBezTo>
                  <a:pt x="11" y="70"/>
                  <a:pt x="13" y="72"/>
                  <a:pt x="15" y="74"/>
                </a:cubicBezTo>
                <a:cubicBezTo>
                  <a:pt x="13" y="75"/>
                  <a:pt x="13" y="75"/>
                  <a:pt x="13" y="75"/>
                </a:cubicBezTo>
                <a:cubicBezTo>
                  <a:pt x="12" y="73"/>
                  <a:pt x="10" y="71"/>
                  <a:pt x="9" y="69"/>
                </a:cubicBezTo>
                <a:close/>
                <a:moveTo>
                  <a:pt x="80" y="63"/>
                </a:moveTo>
                <a:cubicBezTo>
                  <a:pt x="81" y="61"/>
                  <a:pt x="82" y="59"/>
                  <a:pt x="82" y="57"/>
                </a:cubicBezTo>
                <a:cubicBezTo>
                  <a:pt x="84" y="58"/>
                  <a:pt x="84" y="58"/>
                  <a:pt x="84" y="58"/>
                </a:cubicBezTo>
                <a:cubicBezTo>
                  <a:pt x="83" y="60"/>
                  <a:pt x="82" y="62"/>
                  <a:pt x="81" y="64"/>
                </a:cubicBezTo>
                <a:lnTo>
                  <a:pt x="80" y="63"/>
                </a:lnTo>
                <a:close/>
                <a:moveTo>
                  <a:pt x="2" y="57"/>
                </a:moveTo>
                <a:cubicBezTo>
                  <a:pt x="4" y="56"/>
                  <a:pt x="4" y="56"/>
                  <a:pt x="4" y="56"/>
                </a:cubicBezTo>
                <a:cubicBezTo>
                  <a:pt x="4" y="58"/>
                  <a:pt x="5" y="61"/>
                  <a:pt x="6" y="63"/>
                </a:cubicBezTo>
                <a:cubicBezTo>
                  <a:pt x="5" y="63"/>
                  <a:pt x="5" y="63"/>
                  <a:pt x="5" y="63"/>
                </a:cubicBezTo>
                <a:cubicBezTo>
                  <a:pt x="4" y="61"/>
                  <a:pt x="3" y="59"/>
                  <a:pt x="2" y="57"/>
                </a:cubicBezTo>
                <a:close/>
                <a:moveTo>
                  <a:pt x="84" y="50"/>
                </a:moveTo>
                <a:cubicBezTo>
                  <a:pt x="85" y="48"/>
                  <a:pt x="85" y="46"/>
                  <a:pt x="85" y="44"/>
                </a:cubicBezTo>
                <a:cubicBezTo>
                  <a:pt x="86" y="44"/>
                  <a:pt x="86" y="44"/>
                  <a:pt x="86" y="44"/>
                </a:cubicBezTo>
                <a:cubicBezTo>
                  <a:pt x="86" y="46"/>
                  <a:pt x="86" y="48"/>
                  <a:pt x="86" y="51"/>
                </a:cubicBezTo>
                <a:lnTo>
                  <a:pt x="84" y="50"/>
                </a:lnTo>
                <a:close/>
                <a:moveTo>
                  <a:pt x="0" y="44"/>
                </a:moveTo>
                <a:cubicBezTo>
                  <a:pt x="0" y="43"/>
                  <a:pt x="0" y="43"/>
                  <a:pt x="0" y="43"/>
                </a:cubicBezTo>
                <a:cubicBezTo>
                  <a:pt x="2" y="43"/>
                  <a:pt x="2" y="43"/>
                  <a:pt x="2" y="43"/>
                </a:cubicBezTo>
                <a:cubicBezTo>
                  <a:pt x="2" y="43"/>
                  <a:pt x="2" y="43"/>
                  <a:pt x="2" y="44"/>
                </a:cubicBezTo>
                <a:cubicBezTo>
                  <a:pt x="2" y="46"/>
                  <a:pt x="2" y="47"/>
                  <a:pt x="2" y="49"/>
                </a:cubicBezTo>
                <a:cubicBezTo>
                  <a:pt x="1" y="50"/>
                  <a:pt x="1" y="50"/>
                  <a:pt x="1" y="50"/>
                </a:cubicBezTo>
                <a:cubicBezTo>
                  <a:pt x="0" y="48"/>
                  <a:pt x="0" y="46"/>
                  <a:pt x="0" y="44"/>
                </a:cubicBezTo>
                <a:close/>
                <a:moveTo>
                  <a:pt x="83" y="32"/>
                </a:moveTo>
                <a:cubicBezTo>
                  <a:pt x="85" y="31"/>
                  <a:pt x="85" y="31"/>
                  <a:pt x="85" y="31"/>
                </a:cubicBezTo>
                <a:cubicBezTo>
                  <a:pt x="85" y="34"/>
                  <a:pt x="86" y="36"/>
                  <a:pt x="86" y="38"/>
                </a:cubicBezTo>
                <a:cubicBezTo>
                  <a:pt x="85" y="39"/>
                  <a:pt x="85" y="39"/>
                  <a:pt x="85"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9"/>
                  <a:pt x="78" y="19"/>
                  <a:pt x="78" y="19"/>
                </a:cubicBezTo>
                <a:cubicBezTo>
                  <a:pt x="80" y="21"/>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10"/>
                </a:moveTo>
                <a:cubicBezTo>
                  <a:pt x="67" y="10"/>
                  <a:pt x="67" y="10"/>
                  <a:pt x="67" y="10"/>
                </a:cubicBezTo>
                <a:cubicBezTo>
                  <a:pt x="68" y="9"/>
                  <a:pt x="68" y="9"/>
                  <a:pt x="68" y="9"/>
                </a:cubicBezTo>
                <a:cubicBezTo>
                  <a:pt x="70" y="10"/>
                  <a:pt x="72" y="11"/>
                  <a:pt x="73" y="13"/>
                </a:cubicBezTo>
                <a:cubicBezTo>
                  <a:pt x="72" y="14"/>
                  <a:pt x="72" y="14"/>
                  <a:pt x="72" y="14"/>
                </a:cubicBezTo>
                <a:cubicBezTo>
                  <a:pt x="71" y="12"/>
                  <a:pt x="69" y="11"/>
                  <a:pt x="67" y="10"/>
                </a:cubicBezTo>
                <a:close/>
                <a:moveTo>
                  <a:pt x="15" y="11"/>
                </a:moveTo>
                <a:cubicBezTo>
                  <a:pt x="17" y="9"/>
                  <a:pt x="19" y="8"/>
                  <a:pt x="21" y="7"/>
                </a:cubicBezTo>
                <a:cubicBezTo>
                  <a:pt x="21" y="8"/>
                  <a:pt x="21" y="8"/>
                  <a:pt x="21" y="8"/>
                </a:cubicBezTo>
                <a:cubicBezTo>
                  <a:pt x="20" y="9"/>
                  <a:pt x="18" y="11"/>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3" y="2"/>
                  <a:pt x="42" y="2"/>
                  <a:pt x="41" y="2"/>
                </a:cubicBezTo>
                <a:cubicBezTo>
                  <a:pt x="41" y="1"/>
                  <a:pt x="41" y="1"/>
                  <a:pt x="41" y="1"/>
                </a:cubicBezTo>
                <a:cubicBezTo>
                  <a:pt x="42" y="1"/>
                  <a:pt x="42" y="0"/>
                  <a:pt x="43" y="0"/>
                </a:cubicBezTo>
                <a:cubicBezTo>
                  <a:pt x="45" y="0"/>
                  <a:pt x="47"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8" name="TextBox 1401">
            <a:extLst>
              <a:ext uri="{FF2B5EF4-FFF2-40B4-BE49-F238E27FC236}">
                <a16:creationId xmlns:a16="http://schemas.microsoft.com/office/drawing/2014/main" id="{38C5DCC5-D458-0B25-7DD6-38AC7E04DCA6}"/>
              </a:ext>
            </a:extLst>
          </p:cNvPr>
          <p:cNvSpPr txBox="1"/>
          <p:nvPr/>
        </p:nvSpPr>
        <p:spPr bwMode="auto">
          <a:xfrm>
            <a:off x="222654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9" name="TextBox 1412">
            <a:extLst>
              <a:ext uri="{FF2B5EF4-FFF2-40B4-BE49-F238E27FC236}">
                <a16:creationId xmlns:a16="http://schemas.microsoft.com/office/drawing/2014/main" id="{01C6D69F-2DB6-CC06-F7AF-756253B399F7}"/>
              </a:ext>
            </a:extLst>
          </p:cNvPr>
          <p:cNvSpPr txBox="1"/>
          <p:nvPr/>
        </p:nvSpPr>
        <p:spPr bwMode="auto">
          <a:xfrm>
            <a:off x="222654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0" name="TextBox 1414">
            <a:extLst>
              <a:ext uri="{FF2B5EF4-FFF2-40B4-BE49-F238E27FC236}">
                <a16:creationId xmlns:a16="http://schemas.microsoft.com/office/drawing/2014/main" id="{463AFDFF-A2DC-2CA2-B23B-5EA56A0B391D}"/>
              </a:ext>
            </a:extLst>
          </p:cNvPr>
          <p:cNvSpPr txBox="1"/>
          <p:nvPr/>
        </p:nvSpPr>
        <p:spPr bwMode="auto">
          <a:xfrm>
            <a:off x="222654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sp>
        <p:nvSpPr>
          <p:cNvPr id="41" name="TextBox 1416">
            <a:extLst>
              <a:ext uri="{FF2B5EF4-FFF2-40B4-BE49-F238E27FC236}">
                <a16:creationId xmlns:a16="http://schemas.microsoft.com/office/drawing/2014/main" id="{F79E5CEE-AEFB-E46E-E08D-54F3DF0F6834}"/>
              </a:ext>
            </a:extLst>
          </p:cNvPr>
          <p:cNvSpPr txBox="1"/>
          <p:nvPr/>
        </p:nvSpPr>
        <p:spPr bwMode="auto">
          <a:xfrm>
            <a:off x="698636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42" name="TextBox 1418">
            <a:extLst>
              <a:ext uri="{FF2B5EF4-FFF2-40B4-BE49-F238E27FC236}">
                <a16:creationId xmlns:a16="http://schemas.microsoft.com/office/drawing/2014/main" id="{A435ED69-01AC-33F2-27BD-F714B597A9A2}"/>
              </a:ext>
            </a:extLst>
          </p:cNvPr>
          <p:cNvSpPr txBox="1"/>
          <p:nvPr/>
        </p:nvSpPr>
        <p:spPr bwMode="auto">
          <a:xfrm>
            <a:off x="698636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3" name="TextBox 1420">
            <a:extLst>
              <a:ext uri="{FF2B5EF4-FFF2-40B4-BE49-F238E27FC236}">
                <a16:creationId xmlns:a16="http://schemas.microsoft.com/office/drawing/2014/main" id="{1CF8A38A-DEA6-E6F4-7613-49109DCE7F69}"/>
              </a:ext>
            </a:extLst>
          </p:cNvPr>
          <p:cNvSpPr txBox="1"/>
          <p:nvPr/>
        </p:nvSpPr>
        <p:spPr bwMode="auto">
          <a:xfrm>
            <a:off x="698636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cxnSp>
        <p:nvCxnSpPr>
          <p:cNvPr id="44" name="直接连接符 43">
            <a:extLst>
              <a:ext uri="{FF2B5EF4-FFF2-40B4-BE49-F238E27FC236}">
                <a16:creationId xmlns:a16="http://schemas.microsoft.com/office/drawing/2014/main" id="{EDE8F9B9-1A13-189F-7B29-A8186658DAD2}"/>
              </a:ext>
            </a:extLst>
          </p:cNvPr>
          <p:cNvCxnSpPr/>
          <p:nvPr/>
        </p:nvCxnSpPr>
        <p:spPr>
          <a:xfrm flipH="1">
            <a:off x="1251778"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E2A0F361-AA24-D6B4-8C25-9649AECE21D0}"/>
              </a:ext>
            </a:extLst>
          </p:cNvPr>
          <p:cNvCxnSpPr/>
          <p:nvPr/>
        </p:nvCxnSpPr>
        <p:spPr>
          <a:xfrm flipH="1">
            <a:off x="1251778"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891B9AE2-56C1-54E5-75DA-785DD3056D75}"/>
              </a:ext>
            </a:extLst>
          </p:cNvPr>
          <p:cNvCxnSpPr/>
          <p:nvPr/>
        </p:nvCxnSpPr>
        <p:spPr>
          <a:xfrm flipH="1">
            <a:off x="7034741"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6DFFBED-120E-2F03-7A54-9F4106F76DEE}"/>
              </a:ext>
            </a:extLst>
          </p:cNvPr>
          <p:cNvCxnSpPr/>
          <p:nvPr/>
        </p:nvCxnSpPr>
        <p:spPr>
          <a:xfrm flipH="1">
            <a:off x="7034741"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8" name="Oval 22">
            <a:extLst>
              <a:ext uri="{FF2B5EF4-FFF2-40B4-BE49-F238E27FC236}">
                <a16:creationId xmlns:a16="http://schemas.microsoft.com/office/drawing/2014/main" id="{A05BEC9D-52B1-8F2F-58D6-78B8C576429C}"/>
              </a:ext>
            </a:extLst>
          </p:cNvPr>
          <p:cNvSpPr>
            <a:spLocks noChangeArrowheads="1"/>
          </p:cNvSpPr>
          <p:nvPr/>
        </p:nvSpPr>
        <p:spPr bwMode="auto">
          <a:xfrm>
            <a:off x="1322719"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49" name="Freeform 23">
            <a:extLst>
              <a:ext uri="{FF2B5EF4-FFF2-40B4-BE49-F238E27FC236}">
                <a16:creationId xmlns:a16="http://schemas.microsoft.com/office/drawing/2014/main" id="{A772B3A9-940B-745C-4756-006A1CCC5F4B}"/>
              </a:ext>
            </a:extLst>
          </p:cNvPr>
          <p:cNvSpPr>
            <a:spLocks noEditPoints="1"/>
          </p:cNvSpPr>
          <p:nvPr/>
        </p:nvSpPr>
        <p:spPr bwMode="auto">
          <a:xfrm>
            <a:off x="1651385"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50" name="组合 49">
            <a:extLst>
              <a:ext uri="{FF2B5EF4-FFF2-40B4-BE49-F238E27FC236}">
                <a16:creationId xmlns:a16="http://schemas.microsoft.com/office/drawing/2014/main" id="{33CCE7DB-A895-055E-4A4E-BD0A322870D7}"/>
              </a:ext>
            </a:extLst>
          </p:cNvPr>
          <p:cNvGrpSpPr/>
          <p:nvPr/>
        </p:nvGrpSpPr>
        <p:grpSpPr>
          <a:xfrm>
            <a:off x="1470231" y="5018690"/>
            <a:ext cx="346783" cy="476180"/>
            <a:chOff x="10231709" y="4917090"/>
            <a:chExt cx="346783" cy="476180"/>
          </a:xfrm>
        </p:grpSpPr>
        <p:sp>
          <p:nvSpPr>
            <p:cNvPr id="51" name="Freeform 25">
              <a:extLst>
                <a:ext uri="{FF2B5EF4-FFF2-40B4-BE49-F238E27FC236}">
                  <a16:creationId xmlns:a16="http://schemas.microsoft.com/office/drawing/2014/main" id="{E7993D3A-4DB8-6420-1C93-791712A178AE}"/>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2" name="Freeform 26">
              <a:extLst>
                <a:ext uri="{FF2B5EF4-FFF2-40B4-BE49-F238E27FC236}">
                  <a16:creationId xmlns:a16="http://schemas.microsoft.com/office/drawing/2014/main" id="{04F49CC3-F751-F5DA-3120-961EFEBE006B}"/>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3" name="Freeform 27">
              <a:extLst>
                <a:ext uri="{FF2B5EF4-FFF2-40B4-BE49-F238E27FC236}">
                  <a16:creationId xmlns:a16="http://schemas.microsoft.com/office/drawing/2014/main" id="{4E5B3D37-33D9-E0BE-6336-A8274B8ED089}"/>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4" name="Freeform 28">
              <a:extLst>
                <a:ext uri="{FF2B5EF4-FFF2-40B4-BE49-F238E27FC236}">
                  <a16:creationId xmlns:a16="http://schemas.microsoft.com/office/drawing/2014/main" id="{5085791F-720A-9393-CADF-39DB0504E19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5" name="Freeform 29">
              <a:extLst>
                <a:ext uri="{FF2B5EF4-FFF2-40B4-BE49-F238E27FC236}">
                  <a16:creationId xmlns:a16="http://schemas.microsoft.com/office/drawing/2014/main" id="{2478FF30-B0F5-8C7F-EF07-434C78745289}"/>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6" name="Freeform 30">
              <a:extLst>
                <a:ext uri="{FF2B5EF4-FFF2-40B4-BE49-F238E27FC236}">
                  <a16:creationId xmlns:a16="http://schemas.microsoft.com/office/drawing/2014/main" id="{86EC713C-47D8-1D00-79D6-E611C9DC4118}"/>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7" name="Freeform 31">
              <a:extLst>
                <a:ext uri="{FF2B5EF4-FFF2-40B4-BE49-F238E27FC236}">
                  <a16:creationId xmlns:a16="http://schemas.microsoft.com/office/drawing/2014/main" id="{1A1718C6-8F17-CC28-1B01-FD697F20EFB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8" name="Freeform 32">
              <a:extLst>
                <a:ext uri="{FF2B5EF4-FFF2-40B4-BE49-F238E27FC236}">
                  <a16:creationId xmlns:a16="http://schemas.microsoft.com/office/drawing/2014/main" id="{82878612-A4A6-FCA0-A677-37A7048AF0A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9" name="Freeform 33">
              <a:extLst>
                <a:ext uri="{FF2B5EF4-FFF2-40B4-BE49-F238E27FC236}">
                  <a16:creationId xmlns:a16="http://schemas.microsoft.com/office/drawing/2014/main" id="{040B087E-E239-B98C-CFB5-475288685460}"/>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0" name="Freeform 34">
              <a:extLst>
                <a:ext uri="{FF2B5EF4-FFF2-40B4-BE49-F238E27FC236}">
                  <a16:creationId xmlns:a16="http://schemas.microsoft.com/office/drawing/2014/main" id="{C3BCB0B8-2824-F581-B2E8-F447FBFD64DE}"/>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1" name="Freeform 35">
              <a:extLst>
                <a:ext uri="{FF2B5EF4-FFF2-40B4-BE49-F238E27FC236}">
                  <a16:creationId xmlns:a16="http://schemas.microsoft.com/office/drawing/2014/main" id="{B4B9565E-175A-F385-38E5-80DEE2086EA3}"/>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2" name="Freeform 36">
              <a:extLst>
                <a:ext uri="{FF2B5EF4-FFF2-40B4-BE49-F238E27FC236}">
                  <a16:creationId xmlns:a16="http://schemas.microsoft.com/office/drawing/2014/main" id="{C9AB93C4-6605-E17D-1CDA-9CDF0D6C486C}"/>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63" name="Freeform 37">
            <a:extLst>
              <a:ext uri="{FF2B5EF4-FFF2-40B4-BE49-F238E27FC236}">
                <a16:creationId xmlns:a16="http://schemas.microsoft.com/office/drawing/2014/main" id="{8D856841-81F9-504F-FAE8-CEFDBC46BE66}"/>
              </a:ext>
            </a:extLst>
          </p:cNvPr>
          <p:cNvSpPr>
            <a:spLocks noEditPoints="1"/>
          </p:cNvSpPr>
          <p:nvPr/>
        </p:nvSpPr>
        <p:spPr bwMode="auto">
          <a:xfrm>
            <a:off x="1289076"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4" name="Oval 22">
            <a:extLst>
              <a:ext uri="{FF2B5EF4-FFF2-40B4-BE49-F238E27FC236}">
                <a16:creationId xmlns:a16="http://schemas.microsoft.com/office/drawing/2014/main" id="{08766537-DD27-36AD-71A5-7D773D89205B}"/>
              </a:ext>
            </a:extLst>
          </p:cNvPr>
          <p:cNvSpPr>
            <a:spLocks noChangeArrowheads="1"/>
          </p:cNvSpPr>
          <p:nvPr/>
        </p:nvSpPr>
        <p:spPr bwMode="auto">
          <a:xfrm>
            <a:off x="1322719" y="3450277"/>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65" name="Freeform 23">
            <a:extLst>
              <a:ext uri="{FF2B5EF4-FFF2-40B4-BE49-F238E27FC236}">
                <a16:creationId xmlns:a16="http://schemas.microsoft.com/office/drawing/2014/main" id="{641405F5-EF5F-9B2C-5035-07D40E998A4A}"/>
              </a:ext>
            </a:extLst>
          </p:cNvPr>
          <p:cNvSpPr>
            <a:spLocks noEditPoints="1"/>
          </p:cNvSpPr>
          <p:nvPr/>
        </p:nvSpPr>
        <p:spPr bwMode="auto">
          <a:xfrm>
            <a:off x="1651385" y="3450277"/>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66" name="组合 65">
            <a:extLst>
              <a:ext uri="{FF2B5EF4-FFF2-40B4-BE49-F238E27FC236}">
                <a16:creationId xmlns:a16="http://schemas.microsoft.com/office/drawing/2014/main" id="{2B3C6AF5-05EB-59E8-EA02-D3D7C3969957}"/>
              </a:ext>
            </a:extLst>
          </p:cNvPr>
          <p:cNvGrpSpPr/>
          <p:nvPr/>
        </p:nvGrpSpPr>
        <p:grpSpPr>
          <a:xfrm>
            <a:off x="1470231" y="3543442"/>
            <a:ext cx="346783" cy="476180"/>
            <a:chOff x="10231709" y="4917090"/>
            <a:chExt cx="346783" cy="476180"/>
          </a:xfrm>
        </p:grpSpPr>
        <p:sp>
          <p:nvSpPr>
            <p:cNvPr id="67" name="Freeform 25">
              <a:extLst>
                <a:ext uri="{FF2B5EF4-FFF2-40B4-BE49-F238E27FC236}">
                  <a16:creationId xmlns:a16="http://schemas.microsoft.com/office/drawing/2014/main" id="{4E7A4054-65F6-9F58-CF94-7B6B90857DA7}"/>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8" name="Freeform 26">
              <a:extLst>
                <a:ext uri="{FF2B5EF4-FFF2-40B4-BE49-F238E27FC236}">
                  <a16:creationId xmlns:a16="http://schemas.microsoft.com/office/drawing/2014/main" id="{BFD8BBF5-26B0-A3FC-5DC7-EFF67DC724D6}"/>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9" name="Freeform 27">
              <a:extLst>
                <a:ext uri="{FF2B5EF4-FFF2-40B4-BE49-F238E27FC236}">
                  <a16:creationId xmlns:a16="http://schemas.microsoft.com/office/drawing/2014/main" id="{801231C6-4D91-8783-FE78-1A7D75DC06E1}"/>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0" name="Freeform 28">
              <a:extLst>
                <a:ext uri="{FF2B5EF4-FFF2-40B4-BE49-F238E27FC236}">
                  <a16:creationId xmlns:a16="http://schemas.microsoft.com/office/drawing/2014/main" id="{0167244E-E161-08F6-CF58-0C652AFFEFE4}"/>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1" name="Freeform 29">
              <a:extLst>
                <a:ext uri="{FF2B5EF4-FFF2-40B4-BE49-F238E27FC236}">
                  <a16:creationId xmlns:a16="http://schemas.microsoft.com/office/drawing/2014/main" id="{300E2851-FE7E-2648-8EE1-DAC23232A39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2" name="Freeform 30">
              <a:extLst>
                <a:ext uri="{FF2B5EF4-FFF2-40B4-BE49-F238E27FC236}">
                  <a16:creationId xmlns:a16="http://schemas.microsoft.com/office/drawing/2014/main" id="{38CC1341-E89B-F384-145F-644D28FA38EE}"/>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3" name="Freeform 31">
              <a:extLst>
                <a:ext uri="{FF2B5EF4-FFF2-40B4-BE49-F238E27FC236}">
                  <a16:creationId xmlns:a16="http://schemas.microsoft.com/office/drawing/2014/main" id="{060C4C4C-6857-89BE-4E03-0B70C0BF1988}"/>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4" name="Freeform 32">
              <a:extLst>
                <a:ext uri="{FF2B5EF4-FFF2-40B4-BE49-F238E27FC236}">
                  <a16:creationId xmlns:a16="http://schemas.microsoft.com/office/drawing/2014/main" id="{E8A70FEC-7378-82FE-49DE-350F6E08B63D}"/>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5" name="Freeform 33">
              <a:extLst>
                <a:ext uri="{FF2B5EF4-FFF2-40B4-BE49-F238E27FC236}">
                  <a16:creationId xmlns:a16="http://schemas.microsoft.com/office/drawing/2014/main" id="{4C5B9A52-245C-503B-3698-C3C714957C6D}"/>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6" name="Freeform 34">
              <a:extLst>
                <a:ext uri="{FF2B5EF4-FFF2-40B4-BE49-F238E27FC236}">
                  <a16:creationId xmlns:a16="http://schemas.microsoft.com/office/drawing/2014/main" id="{C241FE8D-05B0-F741-6CE4-A335B9B36E2C}"/>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7" name="Freeform 35">
              <a:extLst>
                <a:ext uri="{FF2B5EF4-FFF2-40B4-BE49-F238E27FC236}">
                  <a16:creationId xmlns:a16="http://schemas.microsoft.com/office/drawing/2014/main" id="{5BDBA9CD-A76F-5EB3-5007-BB91848B4380}"/>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8" name="Freeform 36">
              <a:extLst>
                <a:ext uri="{FF2B5EF4-FFF2-40B4-BE49-F238E27FC236}">
                  <a16:creationId xmlns:a16="http://schemas.microsoft.com/office/drawing/2014/main" id="{3F4769CD-3671-26AB-6413-C723295842FA}"/>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79" name="Freeform 37">
            <a:extLst>
              <a:ext uri="{FF2B5EF4-FFF2-40B4-BE49-F238E27FC236}">
                <a16:creationId xmlns:a16="http://schemas.microsoft.com/office/drawing/2014/main" id="{F1309EC4-13C1-FEF9-0BBD-4C30934C2246}"/>
              </a:ext>
            </a:extLst>
          </p:cNvPr>
          <p:cNvSpPr>
            <a:spLocks noEditPoints="1"/>
          </p:cNvSpPr>
          <p:nvPr/>
        </p:nvSpPr>
        <p:spPr bwMode="auto">
          <a:xfrm>
            <a:off x="1289076" y="3419222"/>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0" name="Oval 22">
            <a:extLst>
              <a:ext uri="{FF2B5EF4-FFF2-40B4-BE49-F238E27FC236}">
                <a16:creationId xmlns:a16="http://schemas.microsoft.com/office/drawing/2014/main" id="{68313D47-C5F2-9236-DC37-AF6DD9B7F7A7}"/>
              </a:ext>
            </a:extLst>
          </p:cNvPr>
          <p:cNvSpPr>
            <a:spLocks noChangeArrowheads="1"/>
          </p:cNvSpPr>
          <p:nvPr/>
        </p:nvSpPr>
        <p:spPr bwMode="auto">
          <a:xfrm>
            <a:off x="1322719" y="1864584"/>
            <a:ext cx="652159" cy="652158"/>
          </a:xfrm>
          <a:prstGeom prst="ellipse">
            <a:avLst/>
          </a:prstGeom>
          <a:solidFill>
            <a:schemeClr val="accent1"/>
          </a:solidFill>
          <a:ln>
            <a:noFill/>
          </a:ln>
        </p:spPr>
        <p:txBody>
          <a:bodyPr/>
          <a:lstStyle/>
          <a:p>
            <a:endParaRPr lang="zh-CN" altLang="en-US" sz="2135">
              <a:cs typeface="+mn-ea"/>
              <a:sym typeface="+mn-lt"/>
            </a:endParaRPr>
          </a:p>
        </p:txBody>
      </p:sp>
      <p:sp>
        <p:nvSpPr>
          <p:cNvPr id="81" name="Freeform 23">
            <a:extLst>
              <a:ext uri="{FF2B5EF4-FFF2-40B4-BE49-F238E27FC236}">
                <a16:creationId xmlns:a16="http://schemas.microsoft.com/office/drawing/2014/main" id="{CA38C6A5-3D06-648D-4B9B-8F9BA6811DE0}"/>
              </a:ext>
            </a:extLst>
          </p:cNvPr>
          <p:cNvSpPr>
            <a:spLocks noEditPoints="1"/>
          </p:cNvSpPr>
          <p:nvPr/>
        </p:nvSpPr>
        <p:spPr bwMode="auto">
          <a:xfrm>
            <a:off x="1651385" y="1864584"/>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82" name="组合 81">
            <a:extLst>
              <a:ext uri="{FF2B5EF4-FFF2-40B4-BE49-F238E27FC236}">
                <a16:creationId xmlns:a16="http://schemas.microsoft.com/office/drawing/2014/main" id="{6E03ECF6-E456-177A-96C0-E86AEE8122DD}"/>
              </a:ext>
            </a:extLst>
          </p:cNvPr>
          <p:cNvGrpSpPr/>
          <p:nvPr/>
        </p:nvGrpSpPr>
        <p:grpSpPr>
          <a:xfrm>
            <a:off x="1470231" y="1957749"/>
            <a:ext cx="346783" cy="476180"/>
            <a:chOff x="10231709" y="4917090"/>
            <a:chExt cx="346783" cy="476180"/>
          </a:xfrm>
        </p:grpSpPr>
        <p:sp>
          <p:nvSpPr>
            <p:cNvPr id="83" name="Freeform 25">
              <a:extLst>
                <a:ext uri="{FF2B5EF4-FFF2-40B4-BE49-F238E27FC236}">
                  <a16:creationId xmlns:a16="http://schemas.microsoft.com/office/drawing/2014/main" id="{E5D43ABB-D2B6-DF6E-4232-E3E2D11E33FD}"/>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4" name="Freeform 26">
              <a:extLst>
                <a:ext uri="{FF2B5EF4-FFF2-40B4-BE49-F238E27FC236}">
                  <a16:creationId xmlns:a16="http://schemas.microsoft.com/office/drawing/2014/main" id="{A30E9585-E50D-C29E-63A9-5BCD7A93C113}"/>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5" name="Freeform 27">
              <a:extLst>
                <a:ext uri="{FF2B5EF4-FFF2-40B4-BE49-F238E27FC236}">
                  <a16:creationId xmlns:a16="http://schemas.microsoft.com/office/drawing/2014/main" id="{4DBBB6A1-7FC9-D1AF-ACB2-95C929278B1A}"/>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6" name="Freeform 28">
              <a:extLst>
                <a:ext uri="{FF2B5EF4-FFF2-40B4-BE49-F238E27FC236}">
                  <a16:creationId xmlns:a16="http://schemas.microsoft.com/office/drawing/2014/main" id="{3D039298-5530-B447-47E3-8452FF10FD69}"/>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7" name="Freeform 29">
              <a:extLst>
                <a:ext uri="{FF2B5EF4-FFF2-40B4-BE49-F238E27FC236}">
                  <a16:creationId xmlns:a16="http://schemas.microsoft.com/office/drawing/2014/main" id="{8CC7C2C8-A3BC-A43F-EFD9-88F8CF3F5D4E}"/>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8" name="Freeform 30">
              <a:extLst>
                <a:ext uri="{FF2B5EF4-FFF2-40B4-BE49-F238E27FC236}">
                  <a16:creationId xmlns:a16="http://schemas.microsoft.com/office/drawing/2014/main" id="{04BCC21F-6475-CD6A-9417-7453AF859EA0}"/>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9" name="Freeform 31">
              <a:extLst>
                <a:ext uri="{FF2B5EF4-FFF2-40B4-BE49-F238E27FC236}">
                  <a16:creationId xmlns:a16="http://schemas.microsoft.com/office/drawing/2014/main" id="{7E191426-4B3D-A384-75AF-3432C6076961}"/>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0" name="Freeform 32">
              <a:extLst>
                <a:ext uri="{FF2B5EF4-FFF2-40B4-BE49-F238E27FC236}">
                  <a16:creationId xmlns:a16="http://schemas.microsoft.com/office/drawing/2014/main" id="{C4217A3D-20D3-A3D1-59DB-D4F604D6E31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1" name="Freeform 33">
              <a:extLst>
                <a:ext uri="{FF2B5EF4-FFF2-40B4-BE49-F238E27FC236}">
                  <a16:creationId xmlns:a16="http://schemas.microsoft.com/office/drawing/2014/main" id="{8D25334C-352C-6DD7-C7C9-DE20840635B1}"/>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2" name="Freeform 34">
              <a:extLst>
                <a:ext uri="{FF2B5EF4-FFF2-40B4-BE49-F238E27FC236}">
                  <a16:creationId xmlns:a16="http://schemas.microsoft.com/office/drawing/2014/main" id="{E7D71668-5D7E-A16C-764A-3E77959E347A}"/>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3" name="Freeform 35">
              <a:extLst>
                <a:ext uri="{FF2B5EF4-FFF2-40B4-BE49-F238E27FC236}">
                  <a16:creationId xmlns:a16="http://schemas.microsoft.com/office/drawing/2014/main" id="{C93D005F-F381-0440-3715-9C86580057B8}"/>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4" name="Freeform 36">
              <a:extLst>
                <a:ext uri="{FF2B5EF4-FFF2-40B4-BE49-F238E27FC236}">
                  <a16:creationId xmlns:a16="http://schemas.microsoft.com/office/drawing/2014/main" id="{2D244018-5AB6-1BB8-CEBE-A55B40E7E0E4}"/>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95" name="Freeform 37">
            <a:extLst>
              <a:ext uri="{FF2B5EF4-FFF2-40B4-BE49-F238E27FC236}">
                <a16:creationId xmlns:a16="http://schemas.microsoft.com/office/drawing/2014/main" id="{73065374-D4DC-14F0-B036-5E94EB05DB71}"/>
              </a:ext>
            </a:extLst>
          </p:cNvPr>
          <p:cNvSpPr>
            <a:spLocks noEditPoints="1"/>
          </p:cNvSpPr>
          <p:nvPr/>
        </p:nvSpPr>
        <p:spPr bwMode="auto">
          <a:xfrm>
            <a:off x="1289076" y="1833529"/>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aphicFrame>
        <p:nvGraphicFramePr>
          <p:cNvPr id="96" name="图表 95">
            <a:extLst>
              <a:ext uri="{FF2B5EF4-FFF2-40B4-BE49-F238E27FC236}">
                <a16:creationId xmlns:a16="http://schemas.microsoft.com/office/drawing/2014/main" id="{DB270B36-DBE4-DA07-5CC9-EA53F125A969}"/>
              </a:ext>
            </a:extLst>
          </p:cNvPr>
          <p:cNvGraphicFramePr/>
          <p:nvPr>
            <p:extLst>
              <p:ext uri="{D42A27DB-BD31-4B8C-83A1-F6EECF244321}">
                <p14:modId xmlns:p14="http://schemas.microsoft.com/office/powerpoint/2010/main" val="3292556865"/>
              </p:ext>
            </p:extLst>
          </p:nvPr>
        </p:nvGraphicFramePr>
        <p:xfrm>
          <a:off x="4812537" y="1517805"/>
          <a:ext cx="2635005" cy="14247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7" name="图表 96">
            <a:extLst>
              <a:ext uri="{FF2B5EF4-FFF2-40B4-BE49-F238E27FC236}">
                <a16:creationId xmlns:a16="http://schemas.microsoft.com/office/drawing/2014/main" id="{0F8660F6-5774-2EBA-6BB9-8912CD5E0EFE}"/>
              </a:ext>
            </a:extLst>
          </p:cNvPr>
          <p:cNvGraphicFramePr/>
          <p:nvPr/>
        </p:nvGraphicFramePr>
        <p:xfrm>
          <a:off x="4812537" y="2988964"/>
          <a:ext cx="2635005" cy="14247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8" name="图表 97">
            <a:extLst>
              <a:ext uri="{FF2B5EF4-FFF2-40B4-BE49-F238E27FC236}">
                <a16:creationId xmlns:a16="http://schemas.microsoft.com/office/drawing/2014/main" id="{F14E2319-BFBF-1922-91AB-5FCD829413FD}"/>
              </a:ext>
            </a:extLst>
          </p:cNvPr>
          <p:cNvGraphicFramePr/>
          <p:nvPr/>
        </p:nvGraphicFramePr>
        <p:xfrm>
          <a:off x="4812537" y="4460122"/>
          <a:ext cx="2635005" cy="1424780"/>
        </p:xfrm>
        <a:graphic>
          <a:graphicData uri="http://schemas.openxmlformats.org/drawingml/2006/chart">
            <c:chart xmlns:c="http://schemas.openxmlformats.org/drawingml/2006/chart" xmlns:r="http://schemas.openxmlformats.org/officeDocument/2006/relationships" r:id="rId4"/>
          </a:graphicData>
        </a:graphic>
      </p:graphicFrame>
      <p:sp>
        <p:nvSpPr>
          <p:cNvPr id="99" name="文本框 98">
            <a:extLst>
              <a:ext uri="{FF2B5EF4-FFF2-40B4-BE49-F238E27FC236}">
                <a16:creationId xmlns:a16="http://schemas.microsoft.com/office/drawing/2014/main" id="{69AC6F2C-35E8-72E7-3442-01E55A5C1462}"/>
              </a:ext>
            </a:extLst>
          </p:cNvPr>
          <p:cNvSpPr txBox="1"/>
          <p:nvPr/>
        </p:nvSpPr>
        <p:spPr>
          <a:xfrm>
            <a:off x="5643454" y="1941641"/>
            <a:ext cx="1005403" cy="584775"/>
          </a:xfrm>
          <a:prstGeom prst="rect">
            <a:avLst/>
          </a:prstGeom>
          <a:noFill/>
        </p:spPr>
        <p:txBody>
          <a:bodyPr wrap="none" rtlCol="0">
            <a:spAutoFit/>
          </a:bodyPr>
          <a:lstStyle/>
          <a:p>
            <a:r>
              <a:rPr lang="en-US" altLang="zh-CN" sz="3200" b="1" dirty="0">
                <a:solidFill>
                  <a:schemeClr val="accent1"/>
                </a:solidFill>
              </a:rPr>
              <a:t>45%</a:t>
            </a:r>
            <a:endParaRPr lang="zh-CN" altLang="en-US" sz="3200" b="1" dirty="0">
              <a:solidFill>
                <a:schemeClr val="accent1"/>
              </a:solidFill>
            </a:endParaRPr>
          </a:p>
        </p:txBody>
      </p:sp>
      <p:sp>
        <p:nvSpPr>
          <p:cNvPr id="100" name="文本框 99">
            <a:extLst>
              <a:ext uri="{FF2B5EF4-FFF2-40B4-BE49-F238E27FC236}">
                <a16:creationId xmlns:a16="http://schemas.microsoft.com/office/drawing/2014/main" id="{6B380649-17A9-BE43-E7F7-C343FD6289EC}"/>
              </a:ext>
            </a:extLst>
          </p:cNvPr>
          <p:cNvSpPr txBox="1"/>
          <p:nvPr/>
        </p:nvSpPr>
        <p:spPr>
          <a:xfrm>
            <a:off x="5643454" y="3414094"/>
            <a:ext cx="1005403" cy="584775"/>
          </a:xfrm>
          <a:prstGeom prst="rect">
            <a:avLst/>
          </a:prstGeom>
          <a:noFill/>
        </p:spPr>
        <p:txBody>
          <a:bodyPr wrap="none" rtlCol="0">
            <a:spAutoFit/>
          </a:bodyPr>
          <a:lstStyle/>
          <a:p>
            <a:r>
              <a:rPr lang="en-US" altLang="zh-CN" sz="3200" b="1" dirty="0">
                <a:solidFill>
                  <a:schemeClr val="accent2"/>
                </a:solidFill>
              </a:rPr>
              <a:t>85%</a:t>
            </a:r>
            <a:endParaRPr lang="zh-CN" altLang="en-US" sz="3200" b="1" dirty="0">
              <a:solidFill>
                <a:schemeClr val="accent2"/>
              </a:solidFill>
            </a:endParaRPr>
          </a:p>
        </p:txBody>
      </p:sp>
      <p:sp>
        <p:nvSpPr>
          <p:cNvPr id="101" name="文本框 100">
            <a:extLst>
              <a:ext uri="{FF2B5EF4-FFF2-40B4-BE49-F238E27FC236}">
                <a16:creationId xmlns:a16="http://schemas.microsoft.com/office/drawing/2014/main" id="{C89D4C97-2803-FCE1-A8D3-9BE328E812C2}"/>
              </a:ext>
            </a:extLst>
          </p:cNvPr>
          <p:cNvSpPr txBox="1"/>
          <p:nvPr/>
        </p:nvSpPr>
        <p:spPr>
          <a:xfrm>
            <a:off x="5643454" y="4886547"/>
            <a:ext cx="1005403" cy="584775"/>
          </a:xfrm>
          <a:prstGeom prst="rect">
            <a:avLst/>
          </a:prstGeom>
          <a:noFill/>
        </p:spPr>
        <p:txBody>
          <a:bodyPr wrap="none" rtlCol="0">
            <a:spAutoFit/>
          </a:bodyPr>
          <a:lstStyle/>
          <a:p>
            <a:r>
              <a:rPr lang="en-US" altLang="zh-CN" sz="3200" b="1" dirty="0">
                <a:solidFill>
                  <a:schemeClr val="accent5"/>
                </a:solidFill>
              </a:rPr>
              <a:t>36%</a:t>
            </a:r>
            <a:endParaRPr lang="zh-CN" altLang="en-US" sz="3200" b="1" dirty="0">
              <a:solidFill>
                <a:schemeClr val="accent5"/>
              </a:solidFill>
            </a:endParaRPr>
          </a:p>
        </p:txBody>
      </p:sp>
      <p:sp>
        <p:nvSpPr>
          <p:cNvPr id="102" name="矩形 101">
            <a:extLst>
              <a:ext uri="{FF2B5EF4-FFF2-40B4-BE49-F238E27FC236}">
                <a16:creationId xmlns:a16="http://schemas.microsoft.com/office/drawing/2014/main" id="{C73B19B9-21A9-ACF8-732A-88BE46BF679B}"/>
              </a:ext>
            </a:extLst>
          </p:cNvPr>
          <p:cNvSpPr/>
          <p:nvPr/>
        </p:nvSpPr>
        <p:spPr>
          <a:xfrm>
            <a:off x="2246466"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3" name="矩形 102">
            <a:extLst>
              <a:ext uri="{FF2B5EF4-FFF2-40B4-BE49-F238E27FC236}">
                <a16:creationId xmlns:a16="http://schemas.microsoft.com/office/drawing/2014/main" id="{76B2962E-3D80-D5A9-2F25-836AE0409124}"/>
              </a:ext>
            </a:extLst>
          </p:cNvPr>
          <p:cNvSpPr/>
          <p:nvPr/>
        </p:nvSpPr>
        <p:spPr>
          <a:xfrm>
            <a:off x="2246466"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4" name="矩形 103">
            <a:extLst>
              <a:ext uri="{FF2B5EF4-FFF2-40B4-BE49-F238E27FC236}">
                <a16:creationId xmlns:a16="http://schemas.microsoft.com/office/drawing/2014/main" id="{C2BCDE67-04E7-E428-FC47-DD5A496A54FA}"/>
              </a:ext>
            </a:extLst>
          </p:cNvPr>
          <p:cNvSpPr/>
          <p:nvPr/>
        </p:nvSpPr>
        <p:spPr>
          <a:xfrm>
            <a:off x="2246466"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5" name="矩形 104">
            <a:extLst>
              <a:ext uri="{FF2B5EF4-FFF2-40B4-BE49-F238E27FC236}">
                <a16:creationId xmlns:a16="http://schemas.microsoft.com/office/drawing/2014/main" id="{1F087D42-509C-4388-6940-8EB8325D7A88}"/>
              </a:ext>
            </a:extLst>
          </p:cNvPr>
          <p:cNvSpPr/>
          <p:nvPr/>
        </p:nvSpPr>
        <p:spPr>
          <a:xfrm>
            <a:off x="7034741"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6" name="矩形 105">
            <a:extLst>
              <a:ext uri="{FF2B5EF4-FFF2-40B4-BE49-F238E27FC236}">
                <a16:creationId xmlns:a16="http://schemas.microsoft.com/office/drawing/2014/main" id="{93D74FD4-67D5-42F1-52F5-378D55C1D033}"/>
              </a:ext>
            </a:extLst>
          </p:cNvPr>
          <p:cNvSpPr/>
          <p:nvPr/>
        </p:nvSpPr>
        <p:spPr>
          <a:xfrm>
            <a:off x="7034741"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7" name="矩形 106">
            <a:extLst>
              <a:ext uri="{FF2B5EF4-FFF2-40B4-BE49-F238E27FC236}">
                <a16:creationId xmlns:a16="http://schemas.microsoft.com/office/drawing/2014/main" id="{5C493509-2957-5881-3F9E-86B7BD52EAF9}"/>
              </a:ext>
            </a:extLst>
          </p:cNvPr>
          <p:cNvSpPr/>
          <p:nvPr/>
        </p:nvSpPr>
        <p:spPr>
          <a:xfrm>
            <a:off x="7034741"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2" name="任意多边形 19">
            <a:extLst>
              <a:ext uri="{FF2B5EF4-FFF2-40B4-BE49-F238E27FC236}">
                <a16:creationId xmlns:a16="http://schemas.microsoft.com/office/drawing/2014/main" id="{DD23B938-82B8-5D8E-B08D-34A7DC4140CC}"/>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F53E1FF8-B1FE-FA80-5F9C-7A27CAE7D950}"/>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828A181E-71B6-D3DB-56C9-A821B72D6AF5}"/>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8C5040EC-22EB-4C2A-507B-CA68AC3FFCC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287D3874-53FE-6039-811D-482FBEA4EDDE}"/>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8738C97D-3869-0DFC-A367-D92A9DF8D4F7}"/>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09" name="文本占位符 33">
            <a:extLst>
              <a:ext uri="{FF2B5EF4-FFF2-40B4-BE49-F238E27FC236}">
                <a16:creationId xmlns:a16="http://schemas.microsoft.com/office/drawing/2014/main" id="{0EE89A7A-D1A2-3582-C4D1-BB49B68A0511}"/>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1631438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两栏内容">
    <p:spTree>
      <p:nvGrpSpPr>
        <p:cNvPr id="1" name=""/>
        <p:cNvGrpSpPr/>
        <p:nvPr/>
      </p:nvGrpSpPr>
      <p:grpSpPr>
        <a:xfrm>
          <a:off x="0" y="0"/>
          <a:ext cx="0" cy="0"/>
          <a:chOff x="0" y="0"/>
          <a:chExt cx="0" cy="0"/>
        </a:xfrm>
      </p:grpSpPr>
      <p:sp>
        <p:nvSpPr>
          <p:cNvPr id="15" name="AutoShape 3">
            <a:extLst>
              <a:ext uri="{FF2B5EF4-FFF2-40B4-BE49-F238E27FC236}">
                <a16:creationId xmlns:a16="http://schemas.microsoft.com/office/drawing/2014/main" id="{DB37BAB4-EB9C-2C03-CECA-B94660B69B34}"/>
              </a:ext>
            </a:extLst>
          </p:cNvPr>
          <p:cNvSpPr>
            <a:spLocks noChangeAspect="1" noChangeArrowheads="1" noTextEdit="1"/>
          </p:cNvSpPr>
          <p:nvPr/>
        </p:nvSpPr>
        <p:spPr bwMode="auto">
          <a:xfrm>
            <a:off x="1371600" y="1758155"/>
            <a:ext cx="462491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5">
            <a:extLst>
              <a:ext uri="{FF2B5EF4-FFF2-40B4-BE49-F238E27FC236}">
                <a16:creationId xmlns:a16="http://schemas.microsoft.com/office/drawing/2014/main" id="{1D004782-4A35-5982-769D-DA7D8E88E129}"/>
              </a:ext>
            </a:extLst>
          </p:cNvPr>
          <p:cNvSpPr/>
          <p:nvPr/>
        </p:nvSpPr>
        <p:spPr bwMode="auto">
          <a:xfrm>
            <a:off x="1371600" y="1756039"/>
            <a:ext cx="4055533" cy="4345517"/>
          </a:xfrm>
          <a:custGeom>
            <a:avLst/>
            <a:gdLst>
              <a:gd name="T0" fmla="*/ 223 w 1247"/>
              <a:gd name="T1" fmla="*/ 1336 h 1336"/>
              <a:gd name="T2" fmla="*/ 167 w 1247"/>
              <a:gd name="T3" fmla="*/ 1309 h 1336"/>
              <a:gd name="T4" fmla="*/ 144 w 1247"/>
              <a:gd name="T5" fmla="*/ 1246 h 1336"/>
              <a:gd name="T6" fmla="*/ 144 w 1247"/>
              <a:gd name="T7" fmla="*/ 90 h 1336"/>
              <a:gd name="T8" fmla="*/ 127 w 1247"/>
              <a:gd name="T9" fmla="*/ 40 h 1336"/>
              <a:gd name="T10" fmla="*/ 85 w 1247"/>
              <a:gd name="T11" fmla="*/ 20 h 1336"/>
              <a:gd name="T12" fmla="*/ 37 w 1247"/>
              <a:gd name="T13" fmla="*/ 40 h 1336"/>
              <a:gd name="T14" fmla="*/ 20 w 1247"/>
              <a:gd name="T15" fmla="*/ 90 h 1336"/>
              <a:gd name="T16" fmla="*/ 0 w 1247"/>
              <a:gd name="T17" fmla="*/ 90 h 1336"/>
              <a:gd name="T18" fmla="*/ 22 w 1247"/>
              <a:gd name="T19" fmla="*/ 27 h 1336"/>
              <a:gd name="T20" fmla="*/ 79 w 1247"/>
              <a:gd name="T21" fmla="*/ 0 h 1336"/>
              <a:gd name="T22" fmla="*/ 142 w 1247"/>
              <a:gd name="T23" fmla="*/ 27 h 1336"/>
              <a:gd name="T24" fmla="*/ 164 w 1247"/>
              <a:gd name="T25" fmla="*/ 90 h 1336"/>
              <a:gd name="T26" fmla="*/ 164 w 1247"/>
              <a:gd name="T27" fmla="*/ 91 h 1336"/>
              <a:gd name="T28" fmla="*/ 164 w 1247"/>
              <a:gd name="T29" fmla="*/ 91 h 1336"/>
              <a:gd name="T30" fmla="*/ 182 w 1247"/>
              <a:gd name="T31" fmla="*/ 1296 h 1336"/>
              <a:gd name="T32" fmla="*/ 223 w 1247"/>
              <a:gd name="T33" fmla="*/ 1316 h 1336"/>
              <a:gd name="T34" fmla="*/ 1024 w 1247"/>
              <a:gd name="T35" fmla="*/ 1316 h 1336"/>
              <a:gd name="T36" fmla="*/ 1065 w 1247"/>
              <a:gd name="T37" fmla="*/ 1296 h 1336"/>
              <a:gd name="T38" fmla="*/ 1082 w 1247"/>
              <a:gd name="T39" fmla="*/ 1246 h 1336"/>
              <a:gd name="T40" fmla="*/ 1082 w 1247"/>
              <a:gd name="T41" fmla="*/ 91 h 1336"/>
              <a:gd name="T42" fmla="*/ 1105 w 1247"/>
              <a:gd name="T43" fmla="*/ 27 h 1336"/>
              <a:gd name="T44" fmla="*/ 1161 w 1247"/>
              <a:gd name="T45" fmla="*/ 0 h 1336"/>
              <a:gd name="T46" fmla="*/ 1168 w 1247"/>
              <a:gd name="T47" fmla="*/ 0 h 1336"/>
              <a:gd name="T48" fmla="*/ 1224 w 1247"/>
              <a:gd name="T49" fmla="*/ 27 h 1336"/>
              <a:gd name="T50" fmla="*/ 1247 w 1247"/>
              <a:gd name="T51" fmla="*/ 90 h 1336"/>
              <a:gd name="T52" fmla="*/ 1227 w 1247"/>
              <a:gd name="T53" fmla="*/ 90 h 1336"/>
              <a:gd name="T54" fmla="*/ 1209 w 1247"/>
              <a:gd name="T55" fmla="*/ 40 h 1336"/>
              <a:gd name="T56" fmla="*/ 1168 w 1247"/>
              <a:gd name="T57" fmla="*/ 20 h 1336"/>
              <a:gd name="T58" fmla="*/ 1120 w 1247"/>
              <a:gd name="T59" fmla="*/ 40 h 1336"/>
              <a:gd name="T60" fmla="*/ 1102 w 1247"/>
              <a:gd name="T61" fmla="*/ 90 h 1336"/>
              <a:gd name="T62" fmla="*/ 1102 w 1247"/>
              <a:gd name="T63" fmla="*/ 90 h 1336"/>
              <a:gd name="T64" fmla="*/ 1080 w 1247"/>
              <a:gd name="T65" fmla="*/ 1309 h 1336"/>
              <a:gd name="T66" fmla="*/ 1024 w 1247"/>
              <a:gd name="T67" fmla="*/ 1336 h 1336"/>
              <a:gd name="T68" fmla="*/ 1024 w 1247"/>
              <a:gd name="T69" fmla="*/ 1336 h 1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47" h="1336">
                <a:moveTo>
                  <a:pt x="1024" y="1336"/>
                </a:moveTo>
                <a:cubicBezTo>
                  <a:pt x="223" y="1336"/>
                  <a:pt x="223" y="1336"/>
                  <a:pt x="223" y="1336"/>
                </a:cubicBezTo>
                <a:cubicBezTo>
                  <a:pt x="201" y="1336"/>
                  <a:pt x="181" y="1326"/>
                  <a:pt x="167" y="1309"/>
                </a:cubicBezTo>
                <a:cubicBezTo>
                  <a:pt x="167" y="1309"/>
                  <a:pt x="167" y="1309"/>
                  <a:pt x="167" y="1309"/>
                </a:cubicBezTo>
                <a:cubicBezTo>
                  <a:pt x="153" y="1293"/>
                  <a:pt x="144" y="1271"/>
                  <a:pt x="144" y="1246"/>
                </a:cubicBezTo>
                <a:cubicBezTo>
                  <a:pt x="144" y="1246"/>
                  <a:pt x="144" y="1246"/>
                  <a:pt x="144" y="1246"/>
                </a:cubicBezTo>
                <a:cubicBezTo>
                  <a:pt x="144" y="91"/>
                  <a:pt x="144" y="91"/>
                  <a:pt x="144" y="91"/>
                </a:cubicBezTo>
                <a:cubicBezTo>
                  <a:pt x="144" y="90"/>
                  <a:pt x="144" y="90"/>
                  <a:pt x="144" y="90"/>
                </a:cubicBezTo>
                <a:cubicBezTo>
                  <a:pt x="144" y="71"/>
                  <a:pt x="137" y="53"/>
                  <a:pt x="127" y="40"/>
                </a:cubicBezTo>
                <a:cubicBezTo>
                  <a:pt x="127" y="40"/>
                  <a:pt x="127" y="40"/>
                  <a:pt x="127" y="40"/>
                </a:cubicBezTo>
                <a:cubicBezTo>
                  <a:pt x="116" y="28"/>
                  <a:pt x="101" y="21"/>
                  <a:pt x="85" y="20"/>
                </a:cubicBezTo>
                <a:cubicBezTo>
                  <a:pt x="85" y="20"/>
                  <a:pt x="85" y="20"/>
                  <a:pt x="85" y="20"/>
                </a:cubicBezTo>
                <a:cubicBezTo>
                  <a:pt x="79" y="20"/>
                  <a:pt x="79" y="20"/>
                  <a:pt x="79" y="20"/>
                </a:cubicBezTo>
                <a:cubicBezTo>
                  <a:pt x="63" y="21"/>
                  <a:pt x="48" y="28"/>
                  <a:pt x="37" y="40"/>
                </a:cubicBezTo>
                <a:cubicBezTo>
                  <a:pt x="37" y="40"/>
                  <a:pt x="37" y="40"/>
                  <a:pt x="37" y="40"/>
                </a:cubicBezTo>
                <a:cubicBezTo>
                  <a:pt x="27" y="53"/>
                  <a:pt x="20" y="71"/>
                  <a:pt x="20" y="90"/>
                </a:cubicBezTo>
                <a:cubicBezTo>
                  <a:pt x="20" y="90"/>
                  <a:pt x="20" y="90"/>
                  <a:pt x="20" y="90"/>
                </a:cubicBezTo>
                <a:cubicBezTo>
                  <a:pt x="0" y="90"/>
                  <a:pt x="0" y="90"/>
                  <a:pt x="0" y="90"/>
                </a:cubicBezTo>
                <a:cubicBezTo>
                  <a:pt x="0" y="66"/>
                  <a:pt x="8" y="44"/>
                  <a:pt x="22" y="27"/>
                </a:cubicBezTo>
                <a:cubicBezTo>
                  <a:pt x="22" y="27"/>
                  <a:pt x="22" y="27"/>
                  <a:pt x="22" y="27"/>
                </a:cubicBezTo>
                <a:cubicBezTo>
                  <a:pt x="36" y="11"/>
                  <a:pt x="56" y="0"/>
                  <a:pt x="79" y="0"/>
                </a:cubicBezTo>
                <a:cubicBezTo>
                  <a:pt x="79" y="0"/>
                  <a:pt x="79" y="0"/>
                  <a:pt x="79" y="0"/>
                </a:cubicBezTo>
                <a:cubicBezTo>
                  <a:pt x="85" y="0"/>
                  <a:pt x="85" y="0"/>
                  <a:pt x="85" y="0"/>
                </a:cubicBezTo>
                <a:cubicBezTo>
                  <a:pt x="108" y="0"/>
                  <a:pt x="128" y="11"/>
                  <a:pt x="142" y="27"/>
                </a:cubicBezTo>
                <a:cubicBezTo>
                  <a:pt x="142" y="27"/>
                  <a:pt x="142" y="27"/>
                  <a:pt x="142" y="27"/>
                </a:cubicBezTo>
                <a:cubicBezTo>
                  <a:pt x="156" y="44"/>
                  <a:pt x="164" y="66"/>
                  <a:pt x="164" y="90"/>
                </a:cubicBezTo>
                <a:cubicBezTo>
                  <a:pt x="164" y="90"/>
                  <a:pt x="164" y="90"/>
                  <a:pt x="164" y="90"/>
                </a:cubicBezTo>
                <a:cubicBezTo>
                  <a:pt x="164" y="91"/>
                  <a:pt x="164" y="91"/>
                  <a:pt x="164" y="91"/>
                </a:cubicBezTo>
                <a:cubicBezTo>
                  <a:pt x="164" y="91"/>
                  <a:pt x="164" y="91"/>
                  <a:pt x="164" y="91"/>
                </a:cubicBezTo>
                <a:cubicBezTo>
                  <a:pt x="164" y="91"/>
                  <a:pt x="164" y="91"/>
                  <a:pt x="164" y="91"/>
                </a:cubicBezTo>
                <a:cubicBezTo>
                  <a:pt x="164" y="1246"/>
                  <a:pt x="164" y="1246"/>
                  <a:pt x="164" y="1246"/>
                </a:cubicBezTo>
                <a:cubicBezTo>
                  <a:pt x="164" y="1266"/>
                  <a:pt x="171" y="1284"/>
                  <a:pt x="182" y="1296"/>
                </a:cubicBezTo>
                <a:cubicBezTo>
                  <a:pt x="182" y="1296"/>
                  <a:pt x="182" y="1296"/>
                  <a:pt x="182" y="1296"/>
                </a:cubicBezTo>
                <a:cubicBezTo>
                  <a:pt x="193" y="1309"/>
                  <a:pt x="207" y="1316"/>
                  <a:pt x="223" y="1316"/>
                </a:cubicBezTo>
                <a:cubicBezTo>
                  <a:pt x="223" y="1316"/>
                  <a:pt x="223" y="1316"/>
                  <a:pt x="223" y="1316"/>
                </a:cubicBezTo>
                <a:cubicBezTo>
                  <a:pt x="1024" y="1316"/>
                  <a:pt x="1024" y="1316"/>
                  <a:pt x="1024" y="1316"/>
                </a:cubicBezTo>
                <a:cubicBezTo>
                  <a:pt x="1039" y="1316"/>
                  <a:pt x="1054" y="1309"/>
                  <a:pt x="1065" y="1296"/>
                </a:cubicBezTo>
                <a:cubicBezTo>
                  <a:pt x="1065" y="1296"/>
                  <a:pt x="1065" y="1296"/>
                  <a:pt x="1065" y="1296"/>
                </a:cubicBezTo>
                <a:cubicBezTo>
                  <a:pt x="1075" y="1284"/>
                  <a:pt x="1082" y="1266"/>
                  <a:pt x="1082" y="1246"/>
                </a:cubicBezTo>
                <a:cubicBezTo>
                  <a:pt x="1082" y="1246"/>
                  <a:pt x="1082" y="1246"/>
                  <a:pt x="1082" y="1246"/>
                </a:cubicBezTo>
                <a:cubicBezTo>
                  <a:pt x="1082" y="92"/>
                  <a:pt x="1082" y="92"/>
                  <a:pt x="1082" y="92"/>
                </a:cubicBezTo>
                <a:cubicBezTo>
                  <a:pt x="1082" y="91"/>
                  <a:pt x="1082" y="91"/>
                  <a:pt x="1082" y="91"/>
                </a:cubicBezTo>
                <a:cubicBezTo>
                  <a:pt x="1082" y="90"/>
                  <a:pt x="1082" y="90"/>
                  <a:pt x="1082" y="90"/>
                </a:cubicBezTo>
                <a:cubicBezTo>
                  <a:pt x="1082" y="66"/>
                  <a:pt x="1091" y="44"/>
                  <a:pt x="1105" y="27"/>
                </a:cubicBezTo>
                <a:cubicBezTo>
                  <a:pt x="1105" y="27"/>
                  <a:pt x="1105" y="27"/>
                  <a:pt x="1105" y="27"/>
                </a:cubicBezTo>
                <a:cubicBezTo>
                  <a:pt x="1119" y="11"/>
                  <a:pt x="1139" y="0"/>
                  <a:pt x="1161" y="0"/>
                </a:cubicBezTo>
                <a:cubicBezTo>
                  <a:pt x="1161" y="0"/>
                  <a:pt x="1161" y="0"/>
                  <a:pt x="1161" y="0"/>
                </a:cubicBezTo>
                <a:cubicBezTo>
                  <a:pt x="1168" y="0"/>
                  <a:pt x="1168" y="0"/>
                  <a:pt x="1168" y="0"/>
                </a:cubicBezTo>
                <a:cubicBezTo>
                  <a:pt x="1190" y="0"/>
                  <a:pt x="1210" y="11"/>
                  <a:pt x="1224" y="27"/>
                </a:cubicBezTo>
                <a:cubicBezTo>
                  <a:pt x="1224" y="27"/>
                  <a:pt x="1224" y="27"/>
                  <a:pt x="1224" y="27"/>
                </a:cubicBezTo>
                <a:cubicBezTo>
                  <a:pt x="1239" y="44"/>
                  <a:pt x="1247" y="66"/>
                  <a:pt x="1247" y="90"/>
                </a:cubicBezTo>
                <a:cubicBezTo>
                  <a:pt x="1247" y="90"/>
                  <a:pt x="1247" y="90"/>
                  <a:pt x="1247" y="90"/>
                </a:cubicBezTo>
                <a:cubicBezTo>
                  <a:pt x="1247" y="90"/>
                  <a:pt x="1247" y="90"/>
                  <a:pt x="1247" y="90"/>
                </a:cubicBezTo>
                <a:cubicBezTo>
                  <a:pt x="1227" y="90"/>
                  <a:pt x="1227" y="90"/>
                  <a:pt x="1227" y="90"/>
                </a:cubicBezTo>
                <a:cubicBezTo>
                  <a:pt x="1227" y="71"/>
                  <a:pt x="1220" y="53"/>
                  <a:pt x="1209" y="40"/>
                </a:cubicBezTo>
                <a:cubicBezTo>
                  <a:pt x="1209" y="40"/>
                  <a:pt x="1209" y="40"/>
                  <a:pt x="1209" y="40"/>
                </a:cubicBezTo>
                <a:cubicBezTo>
                  <a:pt x="1198" y="28"/>
                  <a:pt x="1184" y="21"/>
                  <a:pt x="1168" y="20"/>
                </a:cubicBezTo>
                <a:cubicBezTo>
                  <a:pt x="1168" y="20"/>
                  <a:pt x="1168" y="20"/>
                  <a:pt x="1168" y="20"/>
                </a:cubicBezTo>
                <a:cubicBezTo>
                  <a:pt x="1161" y="20"/>
                  <a:pt x="1161" y="20"/>
                  <a:pt x="1161" y="20"/>
                </a:cubicBezTo>
                <a:cubicBezTo>
                  <a:pt x="1145" y="21"/>
                  <a:pt x="1131" y="28"/>
                  <a:pt x="1120" y="40"/>
                </a:cubicBezTo>
                <a:cubicBezTo>
                  <a:pt x="1120" y="40"/>
                  <a:pt x="1120" y="40"/>
                  <a:pt x="1120" y="40"/>
                </a:cubicBezTo>
                <a:cubicBezTo>
                  <a:pt x="1109" y="53"/>
                  <a:pt x="1103" y="70"/>
                  <a:pt x="1102" y="90"/>
                </a:cubicBezTo>
                <a:cubicBezTo>
                  <a:pt x="1102" y="90"/>
                  <a:pt x="1102" y="90"/>
                  <a:pt x="1102" y="90"/>
                </a:cubicBezTo>
                <a:cubicBezTo>
                  <a:pt x="1102" y="90"/>
                  <a:pt x="1102" y="90"/>
                  <a:pt x="1102" y="90"/>
                </a:cubicBezTo>
                <a:cubicBezTo>
                  <a:pt x="1102" y="1246"/>
                  <a:pt x="1102" y="1246"/>
                  <a:pt x="1102" y="1246"/>
                </a:cubicBezTo>
                <a:cubicBezTo>
                  <a:pt x="1102" y="1271"/>
                  <a:pt x="1094" y="1293"/>
                  <a:pt x="1080" y="1309"/>
                </a:cubicBezTo>
                <a:cubicBezTo>
                  <a:pt x="1080" y="1309"/>
                  <a:pt x="1080" y="1309"/>
                  <a:pt x="1080" y="1309"/>
                </a:cubicBezTo>
                <a:cubicBezTo>
                  <a:pt x="1066" y="1326"/>
                  <a:pt x="1046" y="1336"/>
                  <a:pt x="1024" y="1336"/>
                </a:cubicBezTo>
                <a:cubicBezTo>
                  <a:pt x="1024" y="1336"/>
                  <a:pt x="1024" y="1336"/>
                  <a:pt x="1024" y="1336"/>
                </a:cubicBezTo>
                <a:cubicBezTo>
                  <a:pt x="1024" y="1336"/>
                  <a:pt x="1024" y="1336"/>
                  <a:pt x="1024" y="1336"/>
                </a:cubicBez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17" name="任意多边形 15">
            <a:extLst>
              <a:ext uri="{FF2B5EF4-FFF2-40B4-BE49-F238E27FC236}">
                <a16:creationId xmlns:a16="http://schemas.microsoft.com/office/drawing/2014/main" id="{3001ED72-3B18-09F2-FF37-884774E57062}"/>
              </a:ext>
            </a:extLst>
          </p:cNvPr>
          <p:cNvSpPr/>
          <p:nvPr/>
        </p:nvSpPr>
        <p:spPr bwMode="auto">
          <a:xfrm>
            <a:off x="1943100" y="3476889"/>
            <a:ext cx="2912533" cy="2523067"/>
          </a:xfrm>
          <a:custGeom>
            <a:avLst/>
            <a:gdLst>
              <a:gd name="connsiteX0" fmla="*/ 156203 w 2912533"/>
              <a:gd name="connsiteY0" fmla="*/ 0 h 2523067"/>
              <a:gd name="connsiteX1" fmla="*/ 318914 w 2912533"/>
              <a:gd name="connsiteY1" fmla="*/ 104140 h 2523067"/>
              <a:gd name="connsiteX2" fmla="*/ 478371 w 2912533"/>
              <a:gd name="connsiteY2" fmla="*/ 0 h 2523067"/>
              <a:gd name="connsiteX3" fmla="*/ 641083 w 2912533"/>
              <a:gd name="connsiteY3" fmla="*/ 104140 h 2523067"/>
              <a:gd name="connsiteX4" fmla="*/ 800540 w 2912533"/>
              <a:gd name="connsiteY4" fmla="*/ 0 h 2523067"/>
              <a:gd name="connsiteX5" fmla="*/ 959997 w 2912533"/>
              <a:gd name="connsiteY5" fmla="*/ 104140 h 2523067"/>
              <a:gd name="connsiteX6" fmla="*/ 1122708 w 2912533"/>
              <a:gd name="connsiteY6" fmla="*/ 0 h 2523067"/>
              <a:gd name="connsiteX7" fmla="*/ 1282166 w 2912533"/>
              <a:gd name="connsiteY7" fmla="*/ 104140 h 2523067"/>
              <a:gd name="connsiteX8" fmla="*/ 1444877 w 2912533"/>
              <a:gd name="connsiteY8" fmla="*/ 0 h 2523067"/>
              <a:gd name="connsiteX9" fmla="*/ 1604334 w 2912533"/>
              <a:gd name="connsiteY9" fmla="*/ 104140 h 2523067"/>
              <a:gd name="connsiteX10" fmla="*/ 1767045 w 2912533"/>
              <a:gd name="connsiteY10" fmla="*/ 0 h 2523067"/>
              <a:gd name="connsiteX11" fmla="*/ 1926502 w 2912533"/>
              <a:gd name="connsiteY11" fmla="*/ 104140 h 2523067"/>
              <a:gd name="connsiteX12" fmla="*/ 2089214 w 2912533"/>
              <a:gd name="connsiteY12" fmla="*/ 0 h 2523067"/>
              <a:gd name="connsiteX13" fmla="*/ 2248671 w 2912533"/>
              <a:gd name="connsiteY13" fmla="*/ 104140 h 2523067"/>
              <a:gd name="connsiteX14" fmla="*/ 2411382 w 2912533"/>
              <a:gd name="connsiteY14" fmla="*/ 0 h 2523067"/>
              <a:gd name="connsiteX15" fmla="*/ 2570839 w 2912533"/>
              <a:gd name="connsiteY15" fmla="*/ 104140 h 2523067"/>
              <a:gd name="connsiteX16" fmla="*/ 2730296 w 2912533"/>
              <a:gd name="connsiteY16" fmla="*/ 0 h 2523067"/>
              <a:gd name="connsiteX17" fmla="*/ 2893008 w 2912533"/>
              <a:gd name="connsiteY17" fmla="*/ 104140 h 2523067"/>
              <a:gd name="connsiteX18" fmla="*/ 2912533 w 2912533"/>
              <a:gd name="connsiteY18" fmla="*/ 104140 h 2523067"/>
              <a:gd name="connsiteX19" fmla="*/ 2912533 w 2912533"/>
              <a:gd name="connsiteY19" fmla="*/ 447375 h 2523067"/>
              <a:gd name="connsiteX20" fmla="*/ 2912533 w 2912533"/>
              <a:gd name="connsiteY20" fmla="*/ 479652 h 2523067"/>
              <a:gd name="connsiteX21" fmla="*/ 2912533 w 2912533"/>
              <a:gd name="connsiteY21" fmla="*/ 520700 h 2523067"/>
              <a:gd name="connsiteX22" fmla="*/ 2912533 w 2912533"/>
              <a:gd name="connsiteY22" fmla="*/ 2295298 h 2523067"/>
              <a:gd name="connsiteX23" fmla="*/ 2697754 w 2912533"/>
              <a:gd name="connsiteY23" fmla="*/ 2523067 h 2523067"/>
              <a:gd name="connsiteX24" fmla="*/ 214779 w 2912533"/>
              <a:gd name="connsiteY24" fmla="*/ 2523067 h 2523067"/>
              <a:gd name="connsiteX25" fmla="*/ 0 w 2912533"/>
              <a:gd name="connsiteY25" fmla="*/ 2295298 h 2523067"/>
              <a:gd name="connsiteX26" fmla="*/ 0 w 2912533"/>
              <a:gd name="connsiteY26" fmla="*/ 535062 h 2523067"/>
              <a:gd name="connsiteX27" fmla="*/ 0 w 2912533"/>
              <a:gd name="connsiteY27" fmla="*/ 520700 h 2523067"/>
              <a:gd name="connsiteX28" fmla="*/ 0 w 2912533"/>
              <a:gd name="connsiteY28" fmla="*/ 519887 h 2523067"/>
              <a:gd name="connsiteX29" fmla="*/ 0 w 2912533"/>
              <a:gd name="connsiteY29" fmla="*/ 514191 h 2523067"/>
              <a:gd name="connsiteX30" fmla="*/ 0 w 2912533"/>
              <a:gd name="connsiteY30" fmla="*/ 508022 h 2523067"/>
              <a:gd name="connsiteX31" fmla="*/ 0 w 2912533"/>
              <a:gd name="connsiteY31" fmla="*/ 498733 h 2523067"/>
              <a:gd name="connsiteX32" fmla="*/ 0 w 2912533"/>
              <a:gd name="connsiteY32" fmla="*/ 491621 h 2523067"/>
              <a:gd name="connsiteX33" fmla="*/ 0 w 2912533"/>
              <a:gd name="connsiteY33" fmla="*/ 479652 h 2523067"/>
              <a:gd name="connsiteX34" fmla="*/ 0 w 2912533"/>
              <a:gd name="connsiteY34" fmla="*/ 468630 h 2523067"/>
              <a:gd name="connsiteX35" fmla="*/ 0 w 2912533"/>
              <a:gd name="connsiteY35" fmla="*/ 104140 h 2523067"/>
              <a:gd name="connsiteX36" fmla="*/ 156203 w 2912533"/>
              <a:gd name="connsiteY36" fmla="*/ 0 h 2523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12533" h="2523067">
                <a:moveTo>
                  <a:pt x="156203" y="0"/>
                </a:moveTo>
                <a:cubicBezTo>
                  <a:pt x="188745" y="61833"/>
                  <a:pt x="250576" y="104140"/>
                  <a:pt x="318914" y="104140"/>
                </a:cubicBezTo>
                <a:cubicBezTo>
                  <a:pt x="387253" y="104140"/>
                  <a:pt x="445829" y="61833"/>
                  <a:pt x="478371" y="0"/>
                </a:cubicBezTo>
                <a:cubicBezTo>
                  <a:pt x="510914" y="61833"/>
                  <a:pt x="572744" y="104140"/>
                  <a:pt x="641083" y="104140"/>
                </a:cubicBezTo>
                <a:cubicBezTo>
                  <a:pt x="706167" y="104140"/>
                  <a:pt x="767998" y="61833"/>
                  <a:pt x="800540" y="0"/>
                </a:cubicBezTo>
                <a:cubicBezTo>
                  <a:pt x="833082" y="61833"/>
                  <a:pt x="894913" y="104140"/>
                  <a:pt x="959997" y="104140"/>
                </a:cubicBezTo>
                <a:cubicBezTo>
                  <a:pt x="1028336" y="104140"/>
                  <a:pt x="1090166" y="61833"/>
                  <a:pt x="1122708" y="0"/>
                </a:cubicBezTo>
                <a:cubicBezTo>
                  <a:pt x="1155251" y="61833"/>
                  <a:pt x="1213827" y="104140"/>
                  <a:pt x="1282166" y="104140"/>
                </a:cubicBezTo>
                <a:cubicBezTo>
                  <a:pt x="1350504" y="104140"/>
                  <a:pt x="1412335" y="61833"/>
                  <a:pt x="1444877" y="0"/>
                </a:cubicBezTo>
                <a:cubicBezTo>
                  <a:pt x="1477419" y="61833"/>
                  <a:pt x="1535995" y="104140"/>
                  <a:pt x="1604334" y="104140"/>
                </a:cubicBezTo>
                <a:cubicBezTo>
                  <a:pt x="1672673" y="104140"/>
                  <a:pt x="1734503" y="61833"/>
                  <a:pt x="1767045" y="0"/>
                </a:cubicBezTo>
                <a:cubicBezTo>
                  <a:pt x="1799588" y="61833"/>
                  <a:pt x="1858164" y="104140"/>
                  <a:pt x="1926502" y="104140"/>
                </a:cubicBezTo>
                <a:cubicBezTo>
                  <a:pt x="1994841" y="104140"/>
                  <a:pt x="2053417" y="61833"/>
                  <a:pt x="2089214" y="0"/>
                </a:cubicBezTo>
                <a:cubicBezTo>
                  <a:pt x="2121756" y="61833"/>
                  <a:pt x="2180332" y="104140"/>
                  <a:pt x="2248671" y="104140"/>
                </a:cubicBezTo>
                <a:cubicBezTo>
                  <a:pt x="2317010" y="104140"/>
                  <a:pt x="2375586" y="61833"/>
                  <a:pt x="2411382" y="0"/>
                </a:cubicBezTo>
                <a:cubicBezTo>
                  <a:pt x="2443924" y="61833"/>
                  <a:pt x="2502501" y="104140"/>
                  <a:pt x="2570839" y="104140"/>
                </a:cubicBezTo>
                <a:cubicBezTo>
                  <a:pt x="2639178" y="104140"/>
                  <a:pt x="2697754" y="61833"/>
                  <a:pt x="2730296" y="0"/>
                </a:cubicBezTo>
                <a:cubicBezTo>
                  <a:pt x="2766093" y="61833"/>
                  <a:pt x="2824669" y="104140"/>
                  <a:pt x="2893008" y="104140"/>
                </a:cubicBezTo>
                <a:cubicBezTo>
                  <a:pt x="2899516" y="104140"/>
                  <a:pt x="2906025" y="104140"/>
                  <a:pt x="2912533" y="104140"/>
                </a:cubicBezTo>
                <a:cubicBezTo>
                  <a:pt x="2912533" y="104140"/>
                  <a:pt x="2912533" y="104140"/>
                  <a:pt x="2912533" y="447375"/>
                </a:cubicBezTo>
                <a:lnTo>
                  <a:pt x="2912533" y="479652"/>
                </a:lnTo>
                <a:lnTo>
                  <a:pt x="2912533" y="520700"/>
                </a:lnTo>
                <a:lnTo>
                  <a:pt x="2912533" y="2295298"/>
                </a:lnTo>
                <a:cubicBezTo>
                  <a:pt x="2912533" y="2422198"/>
                  <a:pt x="2814906" y="2523067"/>
                  <a:pt x="2697754" y="2523067"/>
                </a:cubicBezTo>
                <a:cubicBezTo>
                  <a:pt x="214779" y="2523067"/>
                  <a:pt x="214779" y="2523067"/>
                  <a:pt x="214779" y="2523067"/>
                </a:cubicBezTo>
                <a:cubicBezTo>
                  <a:pt x="94373" y="2523067"/>
                  <a:pt x="0" y="2422198"/>
                  <a:pt x="0" y="2295298"/>
                </a:cubicBezTo>
                <a:cubicBezTo>
                  <a:pt x="0" y="1047042"/>
                  <a:pt x="0" y="656962"/>
                  <a:pt x="0" y="535062"/>
                </a:cubicBezTo>
                <a:lnTo>
                  <a:pt x="0" y="520700"/>
                </a:lnTo>
                <a:lnTo>
                  <a:pt x="0" y="519887"/>
                </a:lnTo>
                <a:lnTo>
                  <a:pt x="0" y="514191"/>
                </a:lnTo>
                <a:lnTo>
                  <a:pt x="0" y="508022"/>
                </a:lnTo>
                <a:lnTo>
                  <a:pt x="0" y="498733"/>
                </a:lnTo>
                <a:lnTo>
                  <a:pt x="0" y="491621"/>
                </a:lnTo>
                <a:cubicBezTo>
                  <a:pt x="0" y="479652"/>
                  <a:pt x="0" y="479652"/>
                  <a:pt x="0" y="479652"/>
                </a:cubicBezTo>
                <a:lnTo>
                  <a:pt x="0" y="468630"/>
                </a:lnTo>
                <a:cubicBezTo>
                  <a:pt x="0" y="416560"/>
                  <a:pt x="0" y="312420"/>
                  <a:pt x="0" y="104140"/>
                </a:cubicBezTo>
                <a:cubicBezTo>
                  <a:pt x="65085" y="104140"/>
                  <a:pt x="123661" y="61833"/>
                  <a:pt x="156203" y="0"/>
                </a:cubicBezTo>
                <a:close/>
              </a:path>
            </a:pathLst>
          </a:custGeom>
          <a:solidFill>
            <a:schemeClr val="accent1"/>
          </a:solidFill>
          <a:ln>
            <a:noFill/>
          </a:ln>
        </p:spPr>
        <p:txBody>
          <a:bodyPr wrap="square">
            <a:noAutofit/>
          </a:bodyPr>
          <a:lstStyle/>
          <a:p>
            <a:endParaRPr lang="zh-CN" altLang="en-US" sz="2135">
              <a:cs typeface="+mn-ea"/>
              <a:sym typeface="+mn-lt"/>
            </a:endParaRPr>
          </a:p>
        </p:txBody>
      </p:sp>
      <p:sp>
        <p:nvSpPr>
          <p:cNvPr id="18" name="Rectangle 9">
            <a:extLst>
              <a:ext uri="{FF2B5EF4-FFF2-40B4-BE49-F238E27FC236}">
                <a16:creationId xmlns:a16="http://schemas.microsoft.com/office/drawing/2014/main" id="{F0B1532A-ABDF-AA6A-B3D6-E267C67C3353}"/>
              </a:ext>
            </a:extLst>
          </p:cNvPr>
          <p:cNvSpPr>
            <a:spLocks noChangeArrowheads="1"/>
          </p:cNvSpPr>
          <p:nvPr/>
        </p:nvSpPr>
        <p:spPr bwMode="auto">
          <a:xfrm>
            <a:off x="4182534" y="2086239"/>
            <a:ext cx="427567" cy="3500967"/>
          </a:xfrm>
          <a:prstGeom prst="rect">
            <a:avLst/>
          </a:prstGeom>
          <a:solidFill>
            <a:schemeClr val="accent5"/>
          </a:solidFill>
          <a:ln>
            <a:noFill/>
          </a:ln>
        </p:spPr>
        <p:txBody>
          <a:bodyPr/>
          <a:lstStyle/>
          <a:p>
            <a:endParaRPr lang="zh-CN" altLang="en-US" sz="2135">
              <a:cs typeface="+mn-ea"/>
              <a:sym typeface="+mn-lt"/>
            </a:endParaRPr>
          </a:p>
        </p:txBody>
      </p:sp>
      <p:sp>
        <p:nvSpPr>
          <p:cNvPr id="19" name="Rectangle 10">
            <a:extLst>
              <a:ext uri="{FF2B5EF4-FFF2-40B4-BE49-F238E27FC236}">
                <a16:creationId xmlns:a16="http://schemas.microsoft.com/office/drawing/2014/main" id="{260E17B6-DDC1-5772-A3DB-287364401BDB}"/>
              </a:ext>
            </a:extLst>
          </p:cNvPr>
          <p:cNvSpPr>
            <a:spLocks noChangeArrowheads="1"/>
          </p:cNvSpPr>
          <p:nvPr/>
        </p:nvSpPr>
        <p:spPr bwMode="auto">
          <a:xfrm>
            <a:off x="3843868" y="2386805"/>
            <a:ext cx="116417" cy="3200400"/>
          </a:xfrm>
          <a:prstGeom prst="rect">
            <a:avLst/>
          </a:prstGeom>
          <a:solidFill>
            <a:schemeClr val="accent2"/>
          </a:solidFill>
          <a:ln>
            <a:noFill/>
          </a:ln>
        </p:spPr>
        <p:txBody>
          <a:bodyPr/>
          <a:lstStyle/>
          <a:p>
            <a:endParaRPr lang="zh-CN" altLang="en-US" sz="2135">
              <a:cs typeface="+mn-ea"/>
              <a:sym typeface="+mn-lt"/>
            </a:endParaRPr>
          </a:p>
        </p:txBody>
      </p:sp>
      <p:sp>
        <p:nvSpPr>
          <p:cNvPr id="20" name="Freeform 20">
            <a:extLst>
              <a:ext uri="{FF2B5EF4-FFF2-40B4-BE49-F238E27FC236}">
                <a16:creationId xmlns:a16="http://schemas.microsoft.com/office/drawing/2014/main" id="{2B3F4AD3-4DEE-A854-F374-E5F8684677DF}"/>
              </a:ext>
            </a:extLst>
          </p:cNvPr>
          <p:cNvSpPr/>
          <p:nvPr/>
        </p:nvSpPr>
        <p:spPr bwMode="auto">
          <a:xfrm>
            <a:off x="4449233" y="3091656"/>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1" name="Freeform 21">
            <a:extLst>
              <a:ext uri="{FF2B5EF4-FFF2-40B4-BE49-F238E27FC236}">
                <a16:creationId xmlns:a16="http://schemas.microsoft.com/office/drawing/2014/main" id="{70E1F164-1D35-9A0C-849B-8F5D3827981B}"/>
              </a:ext>
            </a:extLst>
          </p:cNvPr>
          <p:cNvSpPr/>
          <p:nvPr/>
        </p:nvSpPr>
        <p:spPr bwMode="auto">
          <a:xfrm>
            <a:off x="4614334" y="3364706"/>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2" name="Freeform 22">
            <a:extLst>
              <a:ext uri="{FF2B5EF4-FFF2-40B4-BE49-F238E27FC236}">
                <a16:creationId xmlns:a16="http://schemas.microsoft.com/office/drawing/2014/main" id="{A7B46AA4-8AB3-97A2-24B3-2145F1537B81}"/>
              </a:ext>
            </a:extLst>
          </p:cNvPr>
          <p:cNvSpPr/>
          <p:nvPr/>
        </p:nvSpPr>
        <p:spPr bwMode="auto">
          <a:xfrm>
            <a:off x="4614334" y="3641989"/>
            <a:ext cx="285751" cy="38100"/>
          </a:xfrm>
          <a:custGeom>
            <a:avLst/>
            <a:gdLst>
              <a:gd name="T0" fmla="*/ 135 w 135"/>
              <a:gd name="T1" fmla="*/ 18 h 18"/>
              <a:gd name="T2" fmla="*/ 135 w 135"/>
              <a:gd name="T3" fmla="*/ 0 h 18"/>
              <a:gd name="T4" fmla="*/ 0 w 135"/>
              <a:gd name="T5" fmla="*/ 0 h 18"/>
              <a:gd name="T6" fmla="*/ 0 w 135"/>
              <a:gd name="T7" fmla="*/ 18 h 18"/>
              <a:gd name="T8" fmla="*/ 135 w 135"/>
              <a:gd name="T9" fmla="*/ 18 h 18"/>
              <a:gd name="T10" fmla="*/ 135 w 135"/>
              <a:gd name="T11" fmla="*/ 18 h 18"/>
            </a:gdLst>
            <a:ahLst/>
            <a:cxnLst>
              <a:cxn ang="0">
                <a:pos x="T0" y="T1"/>
              </a:cxn>
              <a:cxn ang="0">
                <a:pos x="T2" y="T3"/>
              </a:cxn>
              <a:cxn ang="0">
                <a:pos x="T4" y="T5"/>
              </a:cxn>
              <a:cxn ang="0">
                <a:pos x="T6" y="T7"/>
              </a:cxn>
              <a:cxn ang="0">
                <a:pos x="T8" y="T9"/>
              </a:cxn>
              <a:cxn ang="0">
                <a:pos x="T10" y="T11"/>
              </a:cxn>
            </a:cxnLst>
            <a:rect l="0" t="0" r="r" b="b"/>
            <a:pathLst>
              <a:path w="135" h="18">
                <a:moveTo>
                  <a:pt x="135" y="18"/>
                </a:moveTo>
                <a:lnTo>
                  <a:pt x="135" y="0"/>
                </a:lnTo>
                <a:lnTo>
                  <a:pt x="0" y="0"/>
                </a:lnTo>
                <a:lnTo>
                  <a:pt x="0" y="18"/>
                </a:lnTo>
                <a:lnTo>
                  <a:pt x="135" y="18"/>
                </a:lnTo>
                <a:lnTo>
                  <a:pt x="135"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3" name="Freeform 23">
            <a:extLst>
              <a:ext uri="{FF2B5EF4-FFF2-40B4-BE49-F238E27FC236}">
                <a16:creationId xmlns:a16="http://schemas.microsoft.com/office/drawing/2014/main" id="{12C5E101-2726-6B29-9FB5-693F226C0048}"/>
              </a:ext>
            </a:extLst>
          </p:cNvPr>
          <p:cNvSpPr/>
          <p:nvPr/>
        </p:nvSpPr>
        <p:spPr bwMode="auto">
          <a:xfrm>
            <a:off x="4614334" y="3915040"/>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4" name="Freeform 24">
            <a:extLst>
              <a:ext uri="{FF2B5EF4-FFF2-40B4-BE49-F238E27FC236}">
                <a16:creationId xmlns:a16="http://schemas.microsoft.com/office/drawing/2014/main" id="{7CE94FCE-6BEE-2230-0F51-A5E72A3F0D46}"/>
              </a:ext>
            </a:extLst>
          </p:cNvPr>
          <p:cNvSpPr/>
          <p:nvPr/>
        </p:nvSpPr>
        <p:spPr bwMode="auto">
          <a:xfrm>
            <a:off x="4449233" y="4188089"/>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5" name="Freeform 25">
            <a:extLst>
              <a:ext uri="{FF2B5EF4-FFF2-40B4-BE49-F238E27FC236}">
                <a16:creationId xmlns:a16="http://schemas.microsoft.com/office/drawing/2014/main" id="{64E37C8A-D80E-B82A-91CE-3B3EE0822DE3}"/>
              </a:ext>
            </a:extLst>
          </p:cNvPr>
          <p:cNvSpPr/>
          <p:nvPr/>
        </p:nvSpPr>
        <p:spPr bwMode="auto">
          <a:xfrm>
            <a:off x="4614334" y="4465373"/>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6" name="Freeform 26">
            <a:extLst>
              <a:ext uri="{FF2B5EF4-FFF2-40B4-BE49-F238E27FC236}">
                <a16:creationId xmlns:a16="http://schemas.microsoft.com/office/drawing/2014/main" id="{E139E5F2-0772-64FA-F8F2-0EB2383BF9C5}"/>
              </a:ext>
            </a:extLst>
          </p:cNvPr>
          <p:cNvSpPr/>
          <p:nvPr/>
        </p:nvSpPr>
        <p:spPr bwMode="auto">
          <a:xfrm>
            <a:off x="4614334" y="4738422"/>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7" name="Freeform 27">
            <a:extLst>
              <a:ext uri="{FF2B5EF4-FFF2-40B4-BE49-F238E27FC236}">
                <a16:creationId xmlns:a16="http://schemas.microsoft.com/office/drawing/2014/main" id="{6263AB37-696A-802D-9A6C-BA58A00ECD2C}"/>
              </a:ext>
            </a:extLst>
          </p:cNvPr>
          <p:cNvSpPr/>
          <p:nvPr/>
        </p:nvSpPr>
        <p:spPr bwMode="auto">
          <a:xfrm>
            <a:off x="4614334" y="5011473"/>
            <a:ext cx="302684" cy="40217"/>
          </a:xfrm>
          <a:custGeom>
            <a:avLst/>
            <a:gdLst>
              <a:gd name="T0" fmla="*/ 143 w 143"/>
              <a:gd name="T1" fmla="*/ 19 h 19"/>
              <a:gd name="T2" fmla="*/ 143 w 143"/>
              <a:gd name="T3" fmla="*/ 0 h 19"/>
              <a:gd name="T4" fmla="*/ 0 w 143"/>
              <a:gd name="T5" fmla="*/ 0 h 19"/>
              <a:gd name="T6" fmla="*/ 0 w 143"/>
              <a:gd name="T7" fmla="*/ 19 h 19"/>
              <a:gd name="T8" fmla="*/ 143 w 143"/>
              <a:gd name="T9" fmla="*/ 19 h 19"/>
              <a:gd name="T10" fmla="*/ 143 w 143"/>
              <a:gd name="T11" fmla="*/ 19 h 19"/>
            </a:gdLst>
            <a:ahLst/>
            <a:cxnLst>
              <a:cxn ang="0">
                <a:pos x="T0" y="T1"/>
              </a:cxn>
              <a:cxn ang="0">
                <a:pos x="T2" y="T3"/>
              </a:cxn>
              <a:cxn ang="0">
                <a:pos x="T4" y="T5"/>
              </a:cxn>
              <a:cxn ang="0">
                <a:pos x="T6" y="T7"/>
              </a:cxn>
              <a:cxn ang="0">
                <a:pos x="T8" y="T9"/>
              </a:cxn>
              <a:cxn ang="0">
                <a:pos x="T10" y="T11"/>
              </a:cxn>
            </a:cxnLst>
            <a:rect l="0" t="0" r="r" b="b"/>
            <a:pathLst>
              <a:path w="143" h="19">
                <a:moveTo>
                  <a:pt x="143" y="19"/>
                </a:moveTo>
                <a:lnTo>
                  <a:pt x="143" y="0"/>
                </a:lnTo>
                <a:lnTo>
                  <a:pt x="0" y="0"/>
                </a:lnTo>
                <a:lnTo>
                  <a:pt x="0" y="19"/>
                </a:lnTo>
                <a:lnTo>
                  <a:pt x="143" y="19"/>
                </a:lnTo>
                <a:lnTo>
                  <a:pt x="14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8" name="Freeform 28">
            <a:extLst>
              <a:ext uri="{FF2B5EF4-FFF2-40B4-BE49-F238E27FC236}">
                <a16:creationId xmlns:a16="http://schemas.microsoft.com/office/drawing/2014/main" id="{BC6F4C46-D933-ED21-C996-FF1339F6C1D3}"/>
              </a:ext>
            </a:extLst>
          </p:cNvPr>
          <p:cNvSpPr/>
          <p:nvPr/>
        </p:nvSpPr>
        <p:spPr bwMode="auto">
          <a:xfrm>
            <a:off x="4449233" y="5288755"/>
            <a:ext cx="450851" cy="38100"/>
          </a:xfrm>
          <a:custGeom>
            <a:avLst/>
            <a:gdLst>
              <a:gd name="T0" fmla="*/ 213 w 213"/>
              <a:gd name="T1" fmla="*/ 18 h 18"/>
              <a:gd name="T2" fmla="*/ 213 w 213"/>
              <a:gd name="T3" fmla="*/ 0 h 18"/>
              <a:gd name="T4" fmla="*/ 0 w 213"/>
              <a:gd name="T5" fmla="*/ 0 h 18"/>
              <a:gd name="T6" fmla="*/ 0 w 213"/>
              <a:gd name="T7" fmla="*/ 18 h 18"/>
              <a:gd name="T8" fmla="*/ 213 w 213"/>
              <a:gd name="T9" fmla="*/ 18 h 18"/>
              <a:gd name="T10" fmla="*/ 213 w 213"/>
              <a:gd name="T11" fmla="*/ 18 h 18"/>
            </a:gdLst>
            <a:ahLst/>
            <a:cxnLst>
              <a:cxn ang="0">
                <a:pos x="T0" y="T1"/>
              </a:cxn>
              <a:cxn ang="0">
                <a:pos x="T2" y="T3"/>
              </a:cxn>
              <a:cxn ang="0">
                <a:pos x="T4" y="T5"/>
              </a:cxn>
              <a:cxn ang="0">
                <a:pos x="T6" y="T7"/>
              </a:cxn>
              <a:cxn ang="0">
                <a:pos x="T8" y="T9"/>
              </a:cxn>
              <a:cxn ang="0">
                <a:pos x="T10" y="T11"/>
              </a:cxn>
            </a:cxnLst>
            <a:rect l="0" t="0" r="r" b="b"/>
            <a:pathLst>
              <a:path w="213" h="18">
                <a:moveTo>
                  <a:pt x="213" y="18"/>
                </a:moveTo>
                <a:lnTo>
                  <a:pt x="213" y="0"/>
                </a:lnTo>
                <a:lnTo>
                  <a:pt x="0" y="0"/>
                </a:lnTo>
                <a:lnTo>
                  <a:pt x="0" y="18"/>
                </a:lnTo>
                <a:lnTo>
                  <a:pt x="213" y="18"/>
                </a:lnTo>
                <a:lnTo>
                  <a:pt x="21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9" name="TextBox 682">
            <a:extLst>
              <a:ext uri="{FF2B5EF4-FFF2-40B4-BE49-F238E27FC236}">
                <a16:creationId xmlns:a16="http://schemas.microsoft.com/office/drawing/2014/main" id="{1E1E6097-8D98-D0B5-C666-84E5E371305D}"/>
              </a:ext>
            </a:extLst>
          </p:cNvPr>
          <p:cNvSpPr txBox="1"/>
          <p:nvPr/>
        </p:nvSpPr>
        <p:spPr>
          <a:xfrm>
            <a:off x="5066348" y="5051689"/>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18%</a:t>
            </a:r>
            <a:endParaRPr lang="zh-CN" altLang="en-US" sz="2665" dirty="0">
              <a:solidFill>
                <a:schemeClr val="tx1">
                  <a:lumMod val="50000"/>
                  <a:lumOff val="50000"/>
                </a:schemeClr>
              </a:solidFill>
              <a:latin typeface="+mn-lt"/>
              <a:ea typeface="+mn-ea"/>
              <a:cs typeface="+mn-ea"/>
              <a:sym typeface="+mn-lt"/>
            </a:endParaRPr>
          </a:p>
        </p:txBody>
      </p:sp>
      <p:sp>
        <p:nvSpPr>
          <p:cNvPr id="30" name="TextBox 682">
            <a:extLst>
              <a:ext uri="{FF2B5EF4-FFF2-40B4-BE49-F238E27FC236}">
                <a16:creationId xmlns:a16="http://schemas.microsoft.com/office/drawing/2014/main" id="{A31F837B-FC66-A0C1-5DDB-2583F07E03BE}"/>
              </a:ext>
            </a:extLst>
          </p:cNvPr>
          <p:cNvSpPr txBox="1"/>
          <p:nvPr/>
        </p:nvSpPr>
        <p:spPr>
          <a:xfrm>
            <a:off x="5066348" y="419266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26%</a:t>
            </a:r>
            <a:endParaRPr lang="zh-CN" altLang="en-US" sz="2665" dirty="0">
              <a:solidFill>
                <a:schemeClr val="tx1">
                  <a:lumMod val="50000"/>
                  <a:lumOff val="50000"/>
                </a:schemeClr>
              </a:solidFill>
              <a:latin typeface="+mn-lt"/>
              <a:ea typeface="+mn-ea"/>
              <a:cs typeface="+mn-ea"/>
              <a:sym typeface="+mn-lt"/>
            </a:endParaRPr>
          </a:p>
        </p:txBody>
      </p:sp>
      <p:sp>
        <p:nvSpPr>
          <p:cNvPr id="31" name="TextBox 682">
            <a:extLst>
              <a:ext uri="{FF2B5EF4-FFF2-40B4-BE49-F238E27FC236}">
                <a16:creationId xmlns:a16="http://schemas.microsoft.com/office/drawing/2014/main" id="{DDA398B2-97F3-DEC2-BCDF-F8A834A0491F}"/>
              </a:ext>
            </a:extLst>
          </p:cNvPr>
          <p:cNvSpPr txBox="1"/>
          <p:nvPr/>
        </p:nvSpPr>
        <p:spPr>
          <a:xfrm>
            <a:off x="5066348" y="332410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55%</a:t>
            </a:r>
            <a:endParaRPr lang="zh-CN" altLang="en-US" sz="2665" dirty="0">
              <a:solidFill>
                <a:schemeClr val="tx1">
                  <a:lumMod val="50000"/>
                  <a:lumOff val="50000"/>
                </a:schemeClr>
              </a:solidFill>
              <a:latin typeface="+mn-lt"/>
              <a:ea typeface="+mn-ea"/>
              <a:cs typeface="+mn-ea"/>
              <a:sym typeface="+mn-lt"/>
            </a:endParaRPr>
          </a:p>
        </p:txBody>
      </p:sp>
      <p:cxnSp>
        <p:nvCxnSpPr>
          <p:cNvPr id="32" name="直接连接符 31">
            <a:extLst>
              <a:ext uri="{FF2B5EF4-FFF2-40B4-BE49-F238E27FC236}">
                <a16:creationId xmlns:a16="http://schemas.microsoft.com/office/drawing/2014/main" id="{73FB675E-185C-9CCD-EBD0-BC8BB50A96A5}"/>
              </a:ext>
            </a:extLst>
          </p:cNvPr>
          <p:cNvCxnSpPr/>
          <p:nvPr/>
        </p:nvCxnSpPr>
        <p:spPr>
          <a:xfrm>
            <a:off x="5917858" y="2266156"/>
            <a:ext cx="5107860" cy="0"/>
          </a:xfrm>
          <a:prstGeom prst="line">
            <a:avLst/>
          </a:prstGeom>
          <a:solidFill>
            <a:srgbClr val="070606"/>
          </a:solidFill>
          <a:ln w="15875">
            <a:solidFill>
              <a:schemeClr val="tx1">
                <a:lumMod val="50000"/>
                <a:lumOff val="50000"/>
              </a:schemeClr>
            </a:solidFill>
            <a:round/>
          </a:ln>
        </p:spPr>
      </p:cxnSp>
      <p:sp>
        <p:nvSpPr>
          <p:cNvPr id="33" name="TextBox 64">
            <a:extLst>
              <a:ext uri="{FF2B5EF4-FFF2-40B4-BE49-F238E27FC236}">
                <a16:creationId xmlns:a16="http://schemas.microsoft.com/office/drawing/2014/main" id="{A5D7B11A-E849-3B5D-F668-864B66951437}"/>
              </a:ext>
            </a:extLst>
          </p:cNvPr>
          <p:cNvSpPr txBox="1"/>
          <p:nvPr/>
        </p:nvSpPr>
        <p:spPr bwMode="auto">
          <a:xfrm>
            <a:off x="5976112" y="1814751"/>
            <a:ext cx="1435008" cy="420564"/>
          </a:xfrm>
          <a:prstGeom prst="rect">
            <a:avLst/>
          </a:prstGeom>
          <a:noFill/>
        </p:spPr>
        <p:txBody>
          <a:bodyPr wrap="none">
            <a:spAutoFit/>
          </a:bodyPr>
          <a:lstStyle>
            <a:defPPr>
              <a:defRPr lang="zh-CN"/>
            </a:defPPr>
            <a:lvl1pPr fontAlgn="auto">
              <a:spcBef>
                <a:spcPts val="0"/>
              </a:spcBef>
              <a:spcAft>
                <a:spcPts val="0"/>
              </a:spcAft>
              <a:defRPr sz="1200" spc="300">
                <a:latin typeface="微软雅黑" pitchFamily="34" charset="-122"/>
                <a:ea typeface="微软雅黑" pitchFamily="34" charset="-122"/>
                <a:cs typeface="Arial" pitchFamily="34" charset="0"/>
              </a:defRPr>
            </a:lvl1pPr>
          </a:lstStyle>
          <a:p>
            <a:r>
              <a:rPr lang="zh-CN" altLang="en-US" sz="2135" b="1" dirty="0">
                <a:solidFill>
                  <a:schemeClr val="tx1">
                    <a:lumMod val="75000"/>
                    <a:lumOff val="25000"/>
                  </a:schemeClr>
                </a:solidFill>
                <a:latin typeface="+mn-lt"/>
                <a:ea typeface="+mn-ea"/>
                <a:cs typeface="+mn-ea"/>
                <a:sym typeface="+mn-lt"/>
              </a:rPr>
              <a:t>添加标题</a:t>
            </a:r>
          </a:p>
        </p:txBody>
      </p:sp>
      <p:sp>
        <p:nvSpPr>
          <p:cNvPr id="34" name="TextBox 24">
            <a:extLst>
              <a:ext uri="{FF2B5EF4-FFF2-40B4-BE49-F238E27FC236}">
                <a16:creationId xmlns:a16="http://schemas.microsoft.com/office/drawing/2014/main" id="{E6085FCF-AD07-D6DF-A59F-2924CF427CD1}"/>
              </a:ext>
            </a:extLst>
          </p:cNvPr>
          <p:cNvSpPr txBox="1"/>
          <p:nvPr/>
        </p:nvSpPr>
        <p:spPr bwMode="auto">
          <a:xfrm>
            <a:off x="3341251" y="1558324"/>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pPr algn="r"/>
            <a:r>
              <a:rPr lang="zh-CN" altLang="en-US" sz="2135" b="1" dirty="0">
                <a:solidFill>
                  <a:schemeClr val="accent5"/>
                </a:solidFill>
                <a:latin typeface="+mn-lt"/>
                <a:ea typeface="+mn-ea"/>
                <a:cs typeface="+mn-ea"/>
                <a:sym typeface="+mn-lt"/>
              </a:rPr>
              <a:t>添加标题</a:t>
            </a:r>
          </a:p>
        </p:txBody>
      </p:sp>
      <p:sp>
        <p:nvSpPr>
          <p:cNvPr id="35" name="TextBox 25">
            <a:extLst>
              <a:ext uri="{FF2B5EF4-FFF2-40B4-BE49-F238E27FC236}">
                <a16:creationId xmlns:a16="http://schemas.microsoft.com/office/drawing/2014/main" id="{5A39C51E-22E9-08E0-A96A-3A3BADD119D1}"/>
              </a:ext>
            </a:extLst>
          </p:cNvPr>
          <p:cNvSpPr txBox="1"/>
          <p:nvPr/>
        </p:nvSpPr>
        <p:spPr bwMode="auto">
          <a:xfrm>
            <a:off x="2737221" y="1943835"/>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pPr algn="r"/>
            <a:r>
              <a:rPr lang="zh-CN" altLang="en-US" sz="2135" b="1" dirty="0">
                <a:solidFill>
                  <a:schemeClr val="accent2"/>
                </a:solidFill>
                <a:latin typeface="+mn-lt"/>
                <a:ea typeface="+mn-ea"/>
                <a:cs typeface="+mn-ea"/>
                <a:sym typeface="+mn-lt"/>
              </a:rPr>
              <a:t>添加标题</a:t>
            </a:r>
          </a:p>
        </p:txBody>
      </p:sp>
      <p:sp>
        <p:nvSpPr>
          <p:cNvPr id="36" name="TextBox 26">
            <a:extLst>
              <a:ext uri="{FF2B5EF4-FFF2-40B4-BE49-F238E27FC236}">
                <a16:creationId xmlns:a16="http://schemas.microsoft.com/office/drawing/2014/main" id="{8956A6CE-7FAA-9F39-AD17-2C7C179C8763}"/>
              </a:ext>
            </a:extLst>
          </p:cNvPr>
          <p:cNvSpPr txBox="1"/>
          <p:nvPr/>
        </p:nvSpPr>
        <p:spPr bwMode="auto">
          <a:xfrm>
            <a:off x="2188600" y="2942152"/>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7" name="矩形 36">
            <a:extLst>
              <a:ext uri="{FF2B5EF4-FFF2-40B4-BE49-F238E27FC236}">
                <a16:creationId xmlns:a16="http://schemas.microsoft.com/office/drawing/2014/main" id="{EC0BEE95-24BF-39CF-A07B-40ACC0DA0BC0}"/>
              </a:ext>
            </a:extLst>
          </p:cNvPr>
          <p:cNvSpPr/>
          <p:nvPr/>
        </p:nvSpPr>
        <p:spPr>
          <a:xfrm>
            <a:off x="6021943" y="2364399"/>
            <a:ext cx="5255657" cy="1669688"/>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a:t>
            </a:r>
          </a:p>
        </p:txBody>
      </p:sp>
      <p:sp>
        <p:nvSpPr>
          <p:cNvPr id="38" name="矩形 37">
            <a:extLst>
              <a:ext uri="{FF2B5EF4-FFF2-40B4-BE49-F238E27FC236}">
                <a16:creationId xmlns:a16="http://schemas.microsoft.com/office/drawing/2014/main" id="{7D4CAFD9-1667-6C02-8DD8-678ACB077A6B}"/>
              </a:ext>
            </a:extLst>
          </p:cNvPr>
          <p:cNvSpPr/>
          <p:nvPr/>
        </p:nvSpPr>
        <p:spPr>
          <a:xfrm>
            <a:off x="6086429"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sp>
        <p:nvSpPr>
          <p:cNvPr id="39" name="矩形 38">
            <a:extLst>
              <a:ext uri="{FF2B5EF4-FFF2-40B4-BE49-F238E27FC236}">
                <a16:creationId xmlns:a16="http://schemas.microsoft.com/office/drawing/2014/main" id="{E2A8E86E-4DB4-4BE8-0433-DB6FA8E8F942}"/>
              </a:ext>
            </a:extLst>
          </p:cNvPr>
          <p:cNvSpPr/>
          <p:nvPr/>
        </p:nvSpPr>
        <p:spPr>
          <a:xfrm>
            <a:off x="8897363"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cxnSp>
        <p:nvCxnSpPr>
          <p:cNvPr id="40" name="直接连接符 39">
            <a:extLst>
              <a:ext uri="{FF2B5EF4-FFF2-40B4-BE49-F238E27FC236}">
                <a16:creationId xmlns:a16="http://schemas.microsoft.com/office/drawing/2014/main" id="{C95792FF-ABC6-F7B0-01D6-8BDDCE32CF34}"/>
              </a:ext>
            </a:extLst>
          </p:cNvPr>
          <p:cNvCxnSpPr/>
          <p:nvPr/>
        </p:nvCxnSpPr>
        <p:spPr>
          <a:xfrm>
            <a:off x="5917858" y="4188089"/>
            <a:ext cx="5107860" cy="0"/>
          </a:xfrm>
          <a:prstGeom prst="line">
            <a:avLst/>
          </a:prstGeom>
          <a:solidFill>
            <a:srgbClr val="070606"/>
          </a:solidFill>
          <a:ln w="15875">
            <a:solidFill>
              <a:schemeClr val="tx1">
                <a:lumMod val="50000"/>
                <a:lumOff val="50000"/>
              </a:schemeClr>
            </a:solidFill>
            <a:round/>
          </a:ln>
        </p:spPr>
      </p:cxnSp>
      <p:sp>
        <p:nvSpPr>
          <p:cNvPr id="2" name="任意多边形 19">
            <a:extLst>
              <a:ext uri="{FF2B5EF4-FFF2-40B4-BE49-F238E27FC236}">
                <a16:creationId xmlns:a16="http://schemas.microsoft.com/office/drawing/2014/main" id="{D69A9641-6A39-4AD2-57BD-108712518F7F}"/>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E75A45A8-2DB6-1C74-6A8F-3E3F92A1B950}"/>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94F4C546-4944-7237-C884-8A085E585C30}"/>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24CC488A-BBCD-4815-A960-9C9E09FAB3F9}"/>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5BEB546A-394E-0C9E-EF74-37DAB47871EF}"/>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5136C53B-6273-E2FD-B172-8D5246EFAAAF}"/>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0" name="文本占位符 33">
            <a:extLst>
              <a:ext uri="{FF2B5EF4-FFF2-40B4-BE49-F238E27FC236}">
                <a16:creationId xmlns:a16="http://schemas.microsoft.com/office/drawing/2014/main" id="{1901C94C-3893-2D8E-C0B8-7F5D378F1330}"/>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2295544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比较">
    <p:spTree>
      <p:nvGrpSpPr>
        <p:cNvPr id="1" name=""/>
        <p:cNvGrpSpPr/>
        <p:nvPr/>
      </p:nvGrpSpPr>
      <p:grpSpPr>
        <a:xfrm>
          <a:off x="0" y="0"/>
          <a:ext cx="0" cy="0"/>
          <a:chOff x="0" y="0"/>
          <a:chExt cx="0" cy="0"/>
        </a:xfrm>
      </p:grpSpPr>
      <p:sp>
        <p:nvSpPr>
          <p:cNvPr id="17" name="椭圆 16">
            <a:extLst>
              <a:ext uri="{FF2B5EF4-FFF2-40B4-BE49-F238E27FC236}">
                <a16:creationId xmlns:a16="http://schemas.microsoft.com/office/drawing/2014/main" id="{06C07459-634F-8707-41A5-2F1BD91FB743}"/>
              </a:ext>
            </a:extLst>
          </p:cNvPr>
          <p:cNvSpPr/>
          <p:nvPr/>
        </p:nvSpPr>
        <p:spPr>
          <a:xfrm>
            <a:off x="1260712" y="3026613"/>
            <a:ext cx="1309133" cy="1309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8" name="椭圆 17">
            <a:extLst>
              <a:ext uri="{FF2B5EF4-FFF2-40B4-BE49-F238E27FC236}">
                <a16:creationId xmlns:a16="http://schemas.microsoft.com/office/drawing/2014/main" id="{4BD09E54-E665-47BF-469F-C02DDB6B4C81}"/>
              </a:ext>
            </a:extLst>
          </p:cNvPr>
          <p:cNvSpPr/>
          <p:nvPr/>
        </p:nvSpPr>
        <p:spPr>
          <a:xfrm flipV="1">
            <a:off x="3331864" y="2970613"/>
            <a:ext cx="1309133" cy="1309133"/>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9" name="椭圆 18">
            <a:extLst>
              <a:ext uri="{FF2B5EF4-FFF2-40B4-BE49-F238E27FC236}">
                <a16:creationId xmlns:a16="http://schemas.microsoft.com/office/drawing/2014/main" id="{6005E3A2-4B78-938B-1318-371DB1A8BD0C}"/>
              </a:ext>
            </a:extLst>
          </p:cNvPr>
          <p:cNvSpPr/>
          <p:nvPr/>
        </p:nvSpPr>
        <p:spPr>
          <a:xfrm>
            <a:off x="5405503" y="3011695"/>
            <a:ext cx="1309133" cy="130913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0" name="椭圆 19">
            <a:extLst>
              <a:ext uri="{FF2B5EF4-FFF2-40B4-BE49-F238E27FC236}">
                <a16:creationId xmlns:a16="http://schemas.microsoft.com/office/drawing/2014/main" id="{CF40B1D2-3EF5-8B35-DB30-BE96BF8067EB}"/>
              </a:ext>
            </a:extLst>
          </p:cNvPr>
          <p:cNvSpPr/>
          <p:nvPr/>
        </p:nvSpPr>
        <p:spPr>
          <a:xfrm flipV="1">
            <a:off x="7476655" y="2955695"/>
            <a:ext cx="1309133" cy="1309133"/>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1" name="椭圆 20">
            <a:extLst>
              <a:ext uri="{FF2B5EF4-FFF2-40B4-BE49-F238E27FC236}">
                <a16:creationId xmlns:a16="http://schemas.microsoft.com/office/drawing/2014/main" id="{1FE51DAC-8244-61EB-AF5C-43016B040F01}"/>
              </a:ext>
            </a:extLst>
          </p:cNvPr>
          <p:cNvSpPr/>
          <p:nvPr/>
        </p:nvSpPr>
        <p:spPr>
          <a:xfrm>
            <a:off x="9550293" y="2988497"/>
            <a:ext cx="1309133" cy="1309133"/>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2" name="任意形状 64">
            <a:extLst>
              <a:ext uri="{FF2B5EF4-FFF2-40B4-BE49-F238E27FC236}">
                <a16:creationId xmlns:a16="http://schemas.microsoft.com/office/drawing/2014/main" id="{A29CF2BD-F64A-5EC9-00D7-57E616E26A03}"/>
              </a:ext>
            </a:extLst>
          </p:cNvPr>
          <p:cNvSpPr/>
          <p:nvPr/>
        </p:nvSpPr>
        <p:spPr>
          <a:xfrm flipV="1">
            <a:off x="9010554" y="2447767"/>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3" name="任意形状 65">
            <a:extLst>
              <a:ext uri="{FF2B5EF4-FFF2-40B4-BE49-F238E27FC236}">
                <a16:creationId xmlns:a16="http://schemas.microsoft.com/office/drawing/2014/main" id="{7B323CE4-8EB7-5078-C0D4-75E3A22226FA}"/>
              </a:ext>
            </a:extLst>
          </p:cNvPr>
          <p:cNvSpPr/>
          <p:nvPr/>
        </p:nvSpPr>
        <p:spPr>
          <a:xfrm>
            <a:off x="6936916" y="3336976"/>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4" name="任意形状 66">
            <a:extLst>
              <a:ext uri="{FF2B5EF4-FFF2-40B4-BE49-F238E27FC236}">
                <a16:creationId xmlns:a16="http://schemas.microsoft.com/office/drawing/2014/main" id="{1F42A847-25C7-93BC-9A66-024389F4E045}"/>
              </a:ext>
            </a:extLst>
          </p:cNvPr>
          <p:cNvSpPr/>
          <p:nvPr/>
        </p:nvSpPr>
        <p:spPr>
          <a:xfrm flipV="1">
            <a:off x="4865764" y="247096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5" name="任意形状 67">
            <a:extLst>
              <a:ext uri="{FF2B5EF4-FFF2-40B4-BE49-F238E27FC236}">
                <a16:creationId xmlns:a16="http://schemas.microsoft.com/office/drawing/2014/main" id="{5B24F391-9D6E-A703-30ED-923398762AD4}"/>
              </a:ext>
            </a:extLst>
          </p:cNvPr>
          <p:cNvSpPr/>
          <p:nvPr/>
        </p:nvSpPr>
        <p:spPr>
          <a:xfrm>
            <a:off x="2792125" y="335189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6" name="任意形状 68">
            <a:extLst>
              <a:ext uri="{FF2B5EF4-FFF2-40B4-BE49-F238E27FC236}">
                <a16:creationId xmlns:a16="http://schemas.microsoft.com/office/drawing/2014/main" id="{57097062-F88C-8713-DB2B-B367430FD050}"/>
              </a:ext>
            </a:extLst>
          </p:cNvPr>
          <p:cNvSpPr/>
          <p:nvPr/>
        </p:nvSpPr>
        <p:spPr>
          <a:xfrm flipV="1">
            <a:off x="720973" y="2485883"/>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grpSp>
        <p:nvGrpSpPr>
          <p:cNvPr id="27" name="组 69">
            <a:extLst>
              <a:ext uri="{FF2B5EF4-FFF2-40B4-BE49-F238E27FC236}">
                <a16:creationId xmlns:a16="http://schemas.microsoft.com/office/drawing/2014/main" id="{2F2AB61E-9430-D6EA-F278-E96947EB5F96}"/>
              </a:ext>
            </a:extLst>
          </p:cNvPr>
          <p:cNvGrpSpPr/>
          <p:nvPr/>
        </p:nvGrpSpPr>
        <p:grpSpPr>
          <a:xfrm>
            <a:off x="1718361" y="3380290"/>
            <a:ext cx="393835" cy="631619"/>
            <a:chOff x="898525" y="1076325"/>
            <a:chExt cx="504825" cy="809625"/>
          </a:xfrm>
          <a:solidFill>
            <a:schemeClr val="bg1"/>
          </a:solidFill>
          <a:effectLst/>
        </p:grpSpPr>
        <p:sp>
          <p:nvSpPr>
            <p:cNvPr id="28" name="Freeform 44">
              <a:extLst>
                <a:ext uri="{FF2B5EF4-FFF2-40B4-BE49-F238E27FC236}">
                  <a16:creationId xmlns:a16="http://schemas.microsoft.com/office/drawing/2014/main" id="{62FAD4F7-1CCE-5A27-44CB-7F1501F8A55E}"/>
                </a:ext>
              </a:extLst>
            </p:cNvPr>
            <p:cNvSpPr/>
            <p:nvPr/>
          </p:nvSpPr>
          <p:spPr bwMode="auto">
            <a:xfrm>
              <a:off x="1028700" y="1736725"/>
              <a:ext cx="247650" cy="50800"/>
            </a:xfrm>
            <a:custGeom>
              <a:avLst/>
              <a:gdLst/>
              <a:ahLst/>
              <a:cxnLst>
                <a:cxn ang="0">
                  <a:pos x="140" y="0"/>
                </a:cxn>
                <a:cxn ang="0">
                  <a:pos x="16" y="0"/>
                </a:cxn>
                <a:cxn ang="0">
                  <a:pos x="16" y="0"/>
                </a:cxn>
                <a:cxn ang="0">
                  <a:pos x="10" y="0"/>
                </a:cxn>
                <a:cxn ang="0">
                  <a:pos x="4" y="4"/>
                </a:cxn>
                <a:cxn ang="0">
                  <a:pos x="2" y="10"/>
                </a:cxn>
                <a:cxn ang="0">
                  <a:pos x="0" y="16"/>
                </a:cxn>
                <a:cxn ang="0">
                  <a:pos x="0" y="16"/>
                </a:cxn>
                <a:cxn ang="0">
                  <a:pos x="2" y="22"/>
                </a:cxn>
                <a:cxn ang="0">
                  <a:pos x="4" y="28"/>
                </a:cxn>
                <a:cxn ang="0">
                  <a:pos x="10" y="32"/>
                </a:cxn>
                <a:cxn ang="0">
                  <a:pos x="16" y="32"/>
                </a:cxn>
                <a:cxn ang="0">
                  <a:pos x="140" y="32"/>
                </a:cxn>
                <a:cxn ang="0">
                  <a:pos x="140" y="32"/>
                </a:cxn>
                <a:cxn ang="0">
                  <a:pos x="146" y="32"/>
                </a:cxn>
                <a:cxn ang="0">
                  <a:pos x="152" y="28"/>
                </a:cxn>
                <a:cxn ang="0">
                  <a:pos x="154" y="22"/>
                </a:cxn>
                <a:cxn ang="0">
                  <a:pos x="156" y="16"/>
                </a:cxn>
                <a:cxn ang="0">
                  <a:pos x="156" y="16"/>
                </a:cxn>
                <a:cxn ang="0">
                  <a:pos x="154" y="10"/>
                </a:cxn>
                <a:cxn ang="0">
                  <a:pos x="152" y="4"/>
                </a:cxn>
                <a:cxn ang="0">
                  <a:pos x="146" y="0"/>
                </a:cxn>
                <a:cxn ang="0">
                  <a:pos x="140" y="0"/>
                </a:cxn>
                <a:cxn ang="0">
                  <a:pos x="140" y="0"/>
                </a:cxn>
              </a:cxnLst>
              <a:rect l="0" t="0" r="r" b="b"/>
              <a:pathLst>
                <a:path w="156" h="32">
                  <a:moveTo>
                    <a:pt x="140" y="0"/>
                  </a:moveTo>
                  <a:lnTo>
                    <a:pt x="16" y="0"/>
                  </a:lnTo>
                  <a:lnTo>
                    <a:pt x="16" y="0"/>
                  </a:lnTo>
                  <a:lnTo>
                    <a:pt x="10" y="0"/>
                  </a:lnTo>
                  <a:lnTo>
                    <a:pt x="4" y="4"/>
                  </a:lnTo>
                  <a:lnTo>
                    <a:pt x="2" y="10"/>
                  </a:lnTo>
                  <a:lnTo>
                    <a:pt x="0" y="16"/>
                  </a:lnTo>
                  <a:lnTo>
                    <a:pt x="0" y="16"/>
                  </a:lnTo>
                  <a:lnTo>
                    <a:pt x="2" y="22"/>
                  </a:lnTo>
                  <a:lnTo>
                    <a:pt x="4" y="28"/>
                  </a:lnTo>
                  <a:lnTo>
                    <a:pt x="10" y="32"/>
                  </a:lnTo>
                  <a:lnTo>
                    <a:pt x="16" y="32"/>
                  </a:lnTo>
                  <a:lnTo>
                    <a:pt x="140" y="32"/>
                  </a:lnTo>
                  <a:lnTo>
                    <a:pt x="140" y="32"/>
                  </a:lnTo>
                  <a:lnTo>
                    <a:pt x="146" y="32"/>
                  </a:lnTo>
                  <a:lnTo>
                    <a:pt x="152" y="28"/>
                  </a:lnTo>
                  <a:lnTo>
                    <a:pt x="154" y="22"/>
                  </a:lnTo>
                  <a:lnTo>
                    <a:pt x="156" y="16"/>
                  </a:lnTo>
                  <a:lnTo>
                    <a:pt x="156" y="16"/>
                  </a:lnTo>
                  <a:lnTo>
                    <a:pt x="154" y="10"/>
                  </a:lnTo>
                  <a:lnTo>
                    <a:pt x="152" y="4"/>
                  </a:lnTo>
                  <a:lnTo>
                    <a:pt x="146" y="0"/>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29" name="Freeform 45">
              <a:extLst>
                <a:ext uri="{FF2B5EF4-FFF2-40B4-BE49-F238E27FC236}">
                  <a16:creationId xmlns:a16="http://schemas.microsoft.com/office/drawing/2014/main" id="{6F52B4E6-FFA4-6B72-EE1E-1844D6837516}"/>
                </a:ext>
              </a:extLst>
            </p:cNvPr>
            <p:cNvSpPr/>
            <p:nvPr/>
          </p:nvSpPr>
          <p:spPr bwMode="auto">
            <a:xfrm>
              <a:off x="1028700" y="1831975"/>
              <a:ext cx="247650" cy="53975"/>
            </a:xfrm>
            <a:custGeom>
              <a:avLst/>
              <a:gdLst/>
              <a:ahLst/>
              <a:cxnLst>
                <a:cxn ang="0">
                  <a:pos x="140" y="0"/>
                </a:cxn>
                <a:cxn ang="0">
                  <a:pos x="16" y="0"/>
                </a:cxn>
                <a:cxn ang="0">
                  <a:pos x="16" y="0"/>
                </a:cxn>
                <a:cxn ang="0">
                  <a:pos x="10" y="2"/>
                </a:cxn>
                <a:cxn ang="0">
                  <a:pos x="4" y="4"/>
                </a:cxn>
                <a:cxn ang="0">
                  <a:pos x="2" y="10"/>
                </a:cxn>
                <a:cxn ang="0">
                  <a:pos x="0" y="16"/>
                </a:cxn>
                <a:cxn ang="0">
                  <a:pos x="0" y="16"/>
                </a:cxn>
                <a:cxn ang="0">
                  <a:pos x="2" y="24"/>
                </a:cxn>
                <a:cxn ang="0">
                  <a:pos x="4" y="28"/>
                </a:cxn>
                <a:cxn ang="0">
                  <a:pos x="10" y="32"/>
                </a:cxn>
                <a:cxn ang="0">
                  <a:pos x="16" y="34"/>
                </a:cxn>
                <a:cxn ang="0">
                  <a:pos x="140" y="34"/>
                </a:cxn>
                <a:cxn ang="0">
                  <a:pos x="140" y="34"/>
                </a:cxn>
                <a:cxn ang="0">
                  <a:pos x="146" y="32"/>
                </a:cxn>
                <a:cxn ang="0">
                  <a:pos x="152" y="28"/>
                </a:cxn>
                <a:cxn ang="0">
                  <a:pos x="154" y="24"/>
                </a:cxn>
                <a:cxn ang="0">
                  <a:pos x="156" y="16"/>
                </a:cxn>
                <a:cxn ang="0">
                  <a:pos x="156" y="16"/>
                </a:cxn>
                <a:cxn ang="0">
                  <a:pos x="154" y="10"/>
                </a:cxn>
                <a:cxn ang="0">
                  <a:pos x="152" y="4"/>
                </a:cxn>
                <a:cxn ang="0">
                  <a:pos x="146" y="2"/>
                </a:cxn>
                <a:cxn ang="0">
                  <a:pos x="140" y="0"/>
                </a:cxn>
                <a:cxn ang="0">
                  <a:pos x="140" y="0"/>
                </a:cxn>
              </a:cxnLst>
              <a:rect l="0" t="0" r="r" b="b"/>
              <a:pathLst>
                <a:path w="156" h="34">
                  <a:moveTo>
                    <a:pt x="140" y="0"/>
                  </a:moveTo>
                  <a:lnTo>
                    <a:pt x="16" y="0"/>
                  </a:lnTo>
                  <a:lnTo>
                    <a:pt x="16" y="0"/>
                  </a:lnTo>
                  <a:lnTo>
                    <a:pt x="10" y="2"/>
                  </a:lnTo>
                  <a:lnTo>
                    <a:pt x="4" y="4"/>
                  </a:lnTo>
                  <a:lnTo>
                    <a:pt x="2" y="10"/>
                  </a:lnTo>
                  <a:lnTo>
                    <a:pt x="0" y="16"/>
                  </a:lnTo>
                  <a:lnTo>
                    <a:pt x="0" y="16"/>
                  </a:lnTo>
                  <a:lnTo>
                    <a:pt x="2" y="24"/>
                  </a:lnTo>
                  <a:lnTo>
                    <a:pt x="4" y="28"/>
                  </a:lnTo>
                  <a:lnTo>
                    <a:pt x="10" y="32"/>
                  </a:lnTo>
                  <a:lnTo>
                    <a:pt x="16" y="34"/>
                  </a:lnTo>
                  <a:lnTo>
                    <a:pt x="140" y="34"/>
                  </a:lnTo>
                  <a:lnTo>
                    <a:pt x="140" y="34"/>
                  </a:lnTo>
                  <a:lnTo>
                    <a:pt x="146" y="32"/>
                  </a:lnTo>
                  <a:lnTo>
                    <a:pt x="152" y="28"/>
                  </a:lnTo>
                  <a:lnTo>
                    <a:pt x="154" y="24"/>
                  </a:lnTo>
                  <a:lnTo>
                    <a:pt x="156" y="16"/>
                  </a:lnTo>
                  <a:lnTo>
                    <a:pt x="156" y="16"/>
                  </a:lnTo>
                  <a:lnTo>
                    <a:pt x="154" y="10"/>
                  </a:lnTo>
                  <a:lnTo>
                    <a:pt x="152" y="4"/>
                  </a:lnTo>
                  <a:lnTo>
                    <a:pt x="146" y="2"/>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30" name="Freeform 46">
              <a:extLst>
                <a:ext uri="{FF2B5EF4-FFF2-40B4-BE49-F238E27FC236}">
                  <a16:creationId xmlns:a16="http://schemas.microsoft.com/office/drawing/2014/main" id="{20DDC22A-8F4A-2A96-EA2C-0B973EF658D8}"/>
                </a:ext>
              </a:extLst>
            </p:cNvPr>
            <p:cNvSpPr>
              <a:spLocks noEditPoints="1"/>
            </p:cNvSpPr>
            <p:nvPr/>
          </p:nvSpPr>
          <p:spPr bwMode="auto">
            <a:xfrm>
              <a:off x="898525" y="1076325"/>
              <a:ext cx="504825" cy="615950"/>
            </a:xfrm>
            <a:custGeom>
              <a:avLst/>
              <a:gdLst/>
              <a:ahLst/>
              <a:cxnLst>
                <a:cxn ang="0">
                  <a:pos x="160" y="0"/>
                </a:cxn>
                <a:cxn ang="0">
                  <a:pos x="152" y="0"/>
                </a:cxn>
                <a:cxn ang="0">
                  <a:pos x="106" y="10"/>
                </a:cxn>
                <a:cxn ang="0">
                  <a:pos x="66" y="30"/>
                </a:cxn>
                <a:cxn ang="0">
                  <a:pos x="34" y="60"/>
                </a:cxn>
                <a:cxn ang="0">
                  <a:pos x="12" y="98"/>
                </a:cxn>
                <a:cxn ang="0">
                  <a:pos x="2" y="144"/>
                </a:cxn>
                <a:cxn ang="0">
                  <a:pos x="2" y="176"/>
                </a:cxn>
                <a:cxn ang="0">
                  <a:pos x="18" y="226"/>
                </a:cxn>
                <a:cxn ang="0">
                  <a:pos x="60" y="282"/>
                </a:cxn>
                <a:cxn ang="0">
                  <a:pos x="74" y="300"/>
                </a:cxn>
                <a:cxn ang="0">
                  <a:pos x="80" y="322"/>
                </a:cxn>
                <a:cxn ang="0">
                  <a:pos x="82" y="354"/>
                </a:cxn>
                <a:cxn ang="0">
                  <a:pos x="88" y="372"/>
                </a:cxn>
                <a:cxn ang="0">
                  <a:pos x="102" y="384"/>
                </a:cxn>
                <a:cxn ang="0">
                  <a:pos x="158" y="388"/>
                </a:cxn>
                <a:cxn ang="0">
                  <a:pos x="202" y="388"/>
                </a:cxn>
                <a:cxn ang="0">
                  <a:pos x="222" y="382"/>
                </a:cxn>
                <a:cxn ang="0">
                  <a:pos x="234" y="366"/>
                </a:cxn>
                <a:cxn ang="0">
                  <a:pos x="236" y="340"/>
                </a:cxn>
                <a:cxn ang="0">
                  <a:pos x="242" y="306"/>
                </a:cxn>
                <a:cxn ang="0">
                  <a:pos x="250" y="292"/>
                </a:cxn>
                <a:cxn ang="0">
                  <a:pos x="282" y="256"/>
                </a:cxn>
                <a:cxn ang="0">
                  <a:pos x="308" y="210"/>
                </a:cxn>
                <a:cxn ang="0">
                  <a:pos x="318" y="158"/>
                </a:cxn>
                <a:cxn ang="0">
                  <a:pos x="314" y="128"/>
                </a:cxn>
                <a:cxn ang="0">
                  <a:pos x="300" y="86"/>
                </a:cxn>
                <a:cxn ang="0">
                  <a:pos x="274" y="50"/>
                </a:cxn>
                <a:cxn ang="0">
                  <a:pos x="240" y="22"/>
                </a:cxn>
                <a:cxn ang="0">
                  <a:pos x="198" y="6"/>
                </a:cxn>
                <a:cxn ang="0">
                  <a:pos x="168" y="0"/>
                </a:cxn>
                <a:cxn ang="0">
                  <a:pos x="258" y="164"/>
                </a:cxn>
                <a:cxn ang="0">
                  <a:pos x="246" y="146"/>
                </a:cxn>
                <a:cxn ang="0">
                  <a:pos x="240" y="120"/>
                </a:cxn>
                <a:cxn ang="0">
                  <a:pos x="216" y="88"/>
                </a:cxn>
                <a:cxn ang="0">
                  <a:pos x="178" y="74"/>
                </a:cxn>
                <a:cxn ang="0">
                  <a:pos x="164" y="68"/>
                </a:cxn>
                <a:cxn ang="0">
                  <a:pos x="158" y="52"/>
                </a:cxn>
                <a:cxn ang="0">
                  <a:pos x="172" y="34"/>
                </a:cxn>
                <a:cxn ang="0">
                  <a:pos x="202" y="36"/>
                </a:cxn>
                <a:cxn ang="0">
                  <a:pos x="256" y="68"/>
                </a:cxn>
                <a:cxn ang="0">
                  <a:pos x="284" y="124"/>
                </a:cxn>
                <a:cxn ang="0">
                  <a:pos x="284" y="154"/>
                </a:cxn>
                <a:cxn ang="0">
                  <a:pos x="266" y="166"/>
                </a:cxn>
              </a:cxnLst>
              <a:rect l="0" t="0" r="r" b="b"/>
              <a:pathLst>
                <a:path w="318" h="388">
                  <a:moveTo>
                    <a:pt x="168" y="0"/>
                  </a:moveTo>
                  <a:lnTo>
                    <a:pt x="168" y="0"/>
                  </a:lnTo>
                  <a:lnTo>
                    <a:pt x="160" y="0"/>
                  </a:lnTo>
                  <a:lnTo>
                    <a:pt x="160" y="0"/>
                  </a:lnTo>
                  <a:lnTo>
                    <a:pt x="152" y="0"/>
                  </a:lnTo>
                  <a:lnTo>
                    <a:pt x="152" y="0"/>
                  </a:lnTo>
                  <a:lnTo>
                    <a:pt x="136" y="2"/>
                  </a:lnTo>
                  <a:lnTo>
                    <a:pt x="120" y="4"/>
                  </a:lnTo>
                  <a:lnTo>
                    <a:pt x="106" y="10"/>
                  </a:lnTo>
                  <a:lnTo>
                    <a:pt x="92" y="16"/>
                  </a:lnTo>
                  <a:lnTo>
                    <a:pt x="80" y="22"/>
                  </a:lnTo>
                  <a:lnTo>
                    <a:pt x="66" y="30"/>
                  </a:lnTo>
                  <a:lnTo>
                    <a:pt x="56" y="40"/>
                  </a:lnTo>
                  <a:lnTo>
                    <a:pt x="44" y="50"/>
                  </a:lnTo>
                  <a:lnTo>
                    <a:pt x="34" y="60"/>
                  </a:lnTo>
                  <a:lnTo>
                    <a:pt x="26" y="72"/>
                  </a:lnTo>
                  <a:lnTo>
                    <a:pt x="18" y="86"/>
                  </a:lnTo>
                  <a:lnTo>
                    <a:pt x="12" y="98"/>
                  </a:lnTo>
                  <a:lnTo>
                    <a:pt x="8" y="114"/>
                  </a:lnTo>
                  <a:lnTo>
                    <a:pt x="4" y="128"/>
                  </a:lnTo>
                  <a:lnTo>
                    <a:pt x="2" y="144"/>
                  </a:lnTo>
                  <a:lnTo>
                    <a:pt x="0" y="158"/>
                  </a:lnTo>
                  <a:lnTo>
                    <a:pt x="0" y="158"/>
                  </a:lnTo>
                  <a:lnTo>
                    <a:pt x="2" y="176"/>
                  </a:lnTo>
                  <a:lnTo>
                    <a:pt x="6" y="192"/>
                  </a:lnTo>
                  <a:lnTo>
                    <a:pt x="10" y="210"/>
                  </a:lnTo>
                  <a:lnTo>
                    <a:pt x="18" y="226"/>
                  </a:lnTo>
                  <a:lnTo>
                    <a:pt x="26" y="240"/>
                  </a:lnTo>
                  <a:lnTo>
                    <a:pt x="36" y="256"/>
                  </a:lnTo>
                  <a:lnTo>
                    <a:pt x="60" y="282"/>
                  </a:lnTo>
                  <a:lnTo>
                    <a:pt x="60" y="282"/>
                  </a:lnTo>
                  <a:lnTo>
                    <a:pt x="68" y="292"/>
                  </a:lnTo>
                  <a:lnTo>
                    <a:pt x="74" y="300"/>
                  </a:lnTo>
                  <a:lnTo>
                    <a:pt x="78" y="306"/>
                  </a:lnTo>
                  <a:lnTo>
                    <a:pt x="78" y="306"/>
                  </a:lnTo>
                  <a:lnTo>
                    <a:pt x="80" y="322"/>
                  </a:lnTo>
                  <a:lnTo>
                    <a:pt x="82" y="340"/>
                  </a:lnTo>
                  <a:lnTo>
                    <a:pt x="82" y="354"/>
                  </a:lnTo>
                  <a:lnTo>
                    <a:pt x="82" y="354"/>
                  </a:lnTo>
                  <a:lnTo>
                    <a:pt x="82" y="360"/>
                  </a:lnTo>
                  <a:lnTo>
                    <a:pt x="84" y="366"/>
                  </a:lnTo>
                  <a:lnTo>
                    <a:pt x="88" y="372"/>
                  </a:lnTo>
                  <a:lnTo>
                    <a:pt x="92" y="378"/>
                  </a:lnTo>
                  <a:lnTo>
                    <a:pt x="96" y="382"/>
                  </a:lnTo>
                  <a:lnTo>
                    <a:pt x="102" y="384"/>
                  </a:lnTo>
                  <a:lnTo>
                    <a:pt x="110" y="386"/>
                  </a:lnTo>
                  <a:lnTo>
                    <a:pt x="116" y="388"/>
                  </a:lnTo>
                  <a:lnTo>
                    <a:pt x="158" y="388"/>
                  </a:lnTo>
                  <a:lnTo>
                    <a:pt x="160" y="388"/>
                  </a:lnTo>
                  <a:lnTo>
                    <a:pt x="202" y="388"/>
                  </a:lnTo>
                  <a:lnTo>
                    <a:pt x="202" y="388"/>
                  </a:lnTo>
                  <a:lnTo>
                    <a:pt x="210" y="386"/>
                  </a:lnTo>
                  <a:lnTo>
                    <a:pt x="216" y="384"/>
                  </a:lnTo>
                  <a:lnTo>
                    <a:pt x="222" y="382"/>
                  </a:lnTo>
                  <a:lnTo>
                    <a:pt x="226" y="378"/>
                  </a:lnTo>
                  <a:lnTo>
                    <a:pt x="230" y="372"/>
                  </a:lnTo>
                  <a:lnTo>
                    <a:pt x="234" y="366"/>
                  </a:lnTo>
                  <a:lnTo>
                    <a:pt x="236" y="360"/>
                  </a:lnTo>
                  <a:lnTo>
                    <a:pt x="236" y="354"/>
                  </a:lnTo>
                  <a:lnTo>
                    <a:pt x="236" y="340"/>
                  </a:lnTo>
                  <a:lnTo>
                    <a:pt x="236" y="340"/>
                  </a:lnTo>
                  <a:lnTo>
                    <a:pt x="238" y="322"/>
                  </a:lnTo>
                  <a:lnTo>
                    <a:pt x="242" y="306"/>
                  </a:lnTo>
                  <a:lnTo>
                    <a:pt x="242" y="306"/>
                  </a:lnTo>
                  <a:lnTo>
                    <a:pt x="244" y="300"/>
                  </a:lnTo>
                  <a:lnTo>
                    <a:pt x="250" y="292"/>
                  </a:lnTo>
                  <a:lnTo>
                    <a:pt x="260" y="282"/>
                  </a:lnTo>
                  <a:lnTo>
                    <a:pt x="260" y="282"/>
                  </a:lnTo>
                  <a:lnTo>
                    <a:pt x="282" y="256"/>
                  </a:lnTo>
                  <a:lnTo>
                    <a:pt x="292" y="240"/>
                  </a:lnTo>
                  <a:lnTo>
                    <a:pt x="300" y="226"/>
                  </a:lnTo>
                  <a:lnTo>
                    <a:pt x="308" y="210"/>
                  </a:lnTo>
                  <a:lnTo>
                    <a:pt x="312" y="192"/>
                  </a:lnTo>
                  <a:lnTo>
                    <a:pt x="316" y="176"/>
                  </a:lnTo>
                  <a:lnTo>
                    <a:pt x="318" y="158"/>
                  </a:lnTo>
                  <a:lnTo>
                    <a:pt x="318" y="158"/>
                  </a:lnTo>
                  <a:lnTo>
                    <a:pt x="316" y="144"/>
                  </a:lnTo>
                  <a:lnTo>
                    <a:pt x="314" y="128"/>
                  </a:lnTo>
                  <a:lnTo>
                    <a:pt x="312" y="114"/>
                  </a:lnTo>
                  <a:lnTo>
                    <a:pt x="306" y="100"/>
                  </a:lnTo>
                  <a:lnTo>
                    <a:pt x="300" y="86"/>
                  </a:lnTo>
                  <a:lnTo>
                    <a:pt x="292" y="72"/>
                  </a:lnTo>
                  <a:lnTo>
                    <a:pt x="284" y="60"/>
                  </a:lnTo>
                  <a:lnTo>
                    <a:pt x="274" y="50"/>
                  </a:lnTo>
                  <a:lnTo>
                    <a:pt x="264" y="40"/>
                  </a:lnTo>
                  <a:lnTo>
                    <a:pt x="252" y="30"/>
                  </a:lnTo>
                  <a:lnTo>
                    <a:pt x="240" y="22"/>
                  </a:lnTo>
                  <a:lnTo>
                    <a:pt x="226" y="16"/>
                  </a:lnTo>
                  <a:lnTo>
                    <a:pt x="212" y="10"/>
                  </a:lnTo>
                  <a:lnTo>
                    <a:pt x="198" y="6"/>
                  </a:lnTo>
                  <a:lnTo>
                    <a:pt x="184" y="2"/>
                  </a:lnTo>
                  <a:lnTo>
                    <a:pt x="168" y="0"/>
                  </a:lnTo>
                  <a:lnTo>
                    <a:pt x="168" y="0"/>
                  </a:lnTo>
                  <a:close/>
                  <a:moveTo>
                    <a:pt x="266" y="166"/>
                  </a:moveTo>
                  <a:lnTo>
                    <a:pt x="266" y="166"/>
                  </a:lnTo>
                  <a:lnTo>
                    <a:pt x="258" y="164"/>
                  </a:lnTo>
                  <a:lnTo>
                    <a:pt x="252" y="160"/>
                  </a:lnTo>
                  <a:lnTo>
                    <a:pt x="248" y="154"/>
                  </a:lnTo>
                  <a:lnTo>
                    <a:pt x="246" y="146"/>
                  </a:lnTo>
                  <a:lnTo>
                    <a:pt x="246" y="146"/>
                  </a:lnTo>
                  <a:lnTo>
                    <a:pt x="244" y="132"/>
                  </a:lnTo>
                  <a:lnTo>
                    <a:pt x="240" y="120"/>
                  </a:lnTo>
                  <a:lnTo>
                    <a:pt x="234" y="108"/>
                  </a:lnTo>
                  <a:lnTo>
                    <a:pt x="226" y="96"/>
                  </a:lnTo>
                  <a:lnTo>
                    <a:pt x="216" y="88"/>
                  </a:lnTo>
                  <a:lnTo>
                    <a:pt x="204" y="80"/>
                  </a:lnTo>
                  <a:lnTo>
                    <a:pt x="192" y="76"/>
                  </a:lnTo>
                  <a:lnTo>
                    <a:pt x="178" y="74"/>
                  </a:lnTo>
                  <a:lnTo>
                    <a:pt x="178" y="74"/>
                  </a:lnTo>
                  <a:lnTo>
                    <a:pt x="170" y="72"/>
                  </a:lnTo>
                  <a:lnTo>
                    <a:pt x="164" y="68"/>
                  </a:lnTo>
                  <a:lnTo>
                    <a:pt x="160" y="60"/>
                  </a:lnTo>
                  <a:lnTo>
                    <a:pt x="158" y="52"/>
                  </a:lnTo>
                  <a:lnTo>
                    <a:pt x="158" y="52"/>
                  </a:lnTo>
                  <a:lnTo>
                    <a:pt x="160" y="44"/>
                  </a:lnTo>
                  <a:lnTo>
                    <a:pt x="166" y="38"/>
                  </a:lnTo>
                  <a:lnTo>
                    <a:pt x="172" y="34"/>
                  </a:lnTo>
                  <a:lnTo>
                    <a:pt x="180" y="34"/>
                  </a:lnTo>
                  <a:lnTo>
                    <a:pt x="180" y="34"/>
                  </a:lnTo>
                  <a:lnTo>
                    <a:pt x="202" y="36"/>
                  </a:lnTo>
                  <a:lnTo>
                    <a:pt x="222" y="44"/>
                  </a:lnTo>
                  <a:lnTo>
                    <a:pt x="240" y="54"/>
                  </a:lnTo>
                  <a:lnTo>
                    <a:pt x="256" y="68"/>
                  </a:lnTo>
                  <a:lnTo>
                    <a:pt x="268" y="86"/>
                  </a:lnTo>
                  <a:lnTo>
                    <a:pt x="278" y="104"/>
                  </a:lnTo>
                  <a:lnTo>
                    <a:pt x="284" y="124"/>
                  </a:lnTo>
                  <a:lnTo>
                    <a:pt x="286" y="146"/>
                  </a:lnTo>
                  <a:lnTo>
                    <a:pt x="286" y="146"/>
                  </a:lnTo>
                  <a:lnTo>
                    <a:pt x="284" y="154"/>
                  </a:lnTo>
                  <a:lnTo>
                    <a:pt x="280" y="160"/>
                  </a:lnTo>
                  <a:lnTo>
                    <a:pt x="274" y="164"/>
                  </a:lnTo>
                  <a:lnTo>
                    <a:pt x="266" y="166"/>
                  </a:lnTo>
                  <a:lnTo>
                    <a:pt x="266" y="166"/>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grpSp>
      <p:grpSp>
        <p:nvGrpSpPr>
          <p:cNvPr id="31" name="组 73">
            <a:extLst>
              <a:ext uri="{FF2B5EF4-FFF2-40B4-BE49-F238E27FC236}">
                <a16:creationId xmlns:a16="http://schemas.microsoft.com/office/drawing/2014/main" id="{37599D08-E1B7-E820-373A-3824C08EA5F5}"/>
              </a:ext>
            </a:extLst>
          </p:cNvPr>
          <p:cNvGrpSpPr/>
          <p:nvPr/>
        </p:nvGrpSpPr>
        <p:grpSpPr>
          <a:xfrm>
            <a:off x="3661044" y="3351896"/>
            <a:ext cx="663469" cy="660013"/>
            <a:chOff x="8328025" y="3667125"/>
            <a:chExt cx="609600" cy="606425"/>
          </a:xfrm>
          <a:solidFill>
            <a:schemeClr val="bg1"/>
          </a:solidFill>
          <a:effectLst/>
        </p:grpSpPr>
        <p:sp>
          <p:nvSpPr>
            <p:cNvPr id="32" name="Freeform 213">
              <a:extLst>
                <a:ext uri="{FF2B5EF4-FFF2-40B4-BE49-F238E27FC236}">
                  <a16:creationId xmlns:a16="http://schemas.microsoft.com/office/drawing/2014/main" id="{E04D5860-6565-D1E8-8FD0-A776BBBCEA3F}"/>
                </a:ext>
              </a:extLst>
            </p:cNvPr>
            <p:cNvSpPr>
              <a:spLocks noEditPoints="1"/>
            </p:cNvSpPr>
            <p:nvPr/>
          </p:nvSpPr>
          <p:spPr bwMode="auto">
            <a:xfrm>
              <a:off x="8328025" y="3667125"/>
              <a:ext cx="609600" cy="606425"/>
            </a:xfrm>
            <a:custGeom>
              <a:avLst/>
              <a:gdLst/>
              <a:ahLst/>
              <a:cxnLst>
                <a:cxn ang="0">
                  <a:pos x="64" y="0"/>
                </a:cxn>
                <a:cxn ang="0">
                  <a:pos x="52" y="0"/>
                </a:cxn>
                <a:cxn ang="0">
                  <a:pos x="28" y="10"/>
                </a:cxn>
                <a:cxn ang="0">
                  <a:pos x="10" y="28"/>
                </a:cxn>
                <a:cxn ang="0">
                  <a:pos x="2" y="50"/>
                </a:cxn>
                <a:cxn ang="0">
                  <a:pos x="0" y="232"/>
                </a:cxn>
                <a:cxn ang="0">
                  <a:pos x="2" y="244"/>
                </a:cxn>
                <a:cxn ang="0">
                  <a:pos x="10" y="266"/>
                </a:cxn>
                <a:cxn ang="0">
                  <a:pos x="28" y="284"/>
                </a:cxn>
                <a:cxn ang="0">
                  <a:pos x="52" y="294"/>
                </a:cxn>
                <a:cxn ang="0">
                  <a:pos x="124" y="296"/>
                </a:cxn>
                <a:cxn ang="0">
                  <a:pos x="230" y="296"/>
                </a:cxn>
                <a:cxn ang="0">
                  <a:pos x="320" y="296"/>
                </a:cxn>
                <a:cxn ang="0">
                  <a:pos x="344" y="290"/>
                </a:cxn>
                <a:cxn ang="0">
                  <a:pos x="364" y="276"/>
                </a:cxn>
                <a:cxn ang="0">
                  <a:pos x="378" y="256"/>
                </a:cxn>
                <a:cxn ang="0">
                  <a:pos x="384" y="232"/>
                </a:cxn>
                <a:cxn ang="0">
                  <a:pos x="384" y="64"/>
                </a:cxn>
                <a:cxn ang="0">
                  <a:pos x="378" y="38"/>
                </a:cxn>
                <a:cxn ang="0">
                  <a:pos x="364" y="18"/>
                </a:cxn>
                <a:cxn ang="0">
                  <a:pos x="344" y="4"/>
                </a:cxn>
                <a:cxn ang="0">
                  <a:pos x="320" y="0"/>
                </a:cxn>
                <a:cxn ang="0">
                  <a:pos x="344" y="232"/>
                </a:cxn>
                <a:cxn ang="0">
                  <a:pos x="342" y="240"/>
                </a:cxn>
                <a:cxn ang="0">
                  <a:pos x="328" y="254"/>
                </a:cxn>
                <a:cxn ang="0">
                  <a:pos x="230" y="256"/>
                </a:cxn>
                <a:cxn ang="0">
                  <a:pos x="204" y="264"/>
                </a:cxn>
                <a:cxn ang="0">
                  <a:pos x="164" y="296"/>
                </a:cxn>
                <a:cxn ang="0">
                  <a:pos x="124" y="256"/>
                </a:cxn>
                <a:cxn ang="0">
                  <a:pos x="64" y="256"/>
                </a:cxn>
                <a:cxn ang="0">
                  <a:pos x="48" y="248"/>
                </a:cxn>
                <a:cxn ang="0">
                  <a:pos x="40" y="232"/>
                </a:cxn>
                <a:cxn ang="0">
                  <a:pos x="40" y="64"/>
                </a:cxn>
                <a:cxn ang="0">
                  <a:pos x="48" y="46"/>
                </a:cxn>
                <a:cxn ang="0">
                  <a:pos x="64" y="40"/>
                </a:cxn>
                <a:cxn ang="0">
                  <a:pos x="320" y="40"/>
                </a:cxn>
                <a:cxn ang="0">
                  <a:pos x="336" y="46"/>
                </a:cxn>
                <a:cxn ang="0">
                  <a:pos x="344" y="64"/>
                </a:cxn>
                <a:cxn ang="0">
                  <a:pos x="344" y="232"/>
                </a:cxn>
              </a:cxnLst>
              <a:rect l="0" t="0" r="r" b="b"/>
              <a:pathLst>
                <a:path w="384" h="382">
                  <a:moveTo>
                    <a:pt x="320" y="0"/>
                  </a:moveTo>
                  <a:lnTo>
                    <a:pt x="64" y="0"/>
                  </a:lnTo>
                  <a:lnTo>
                    <a:pt x="64" y="0"/>
                  </a:lnTo>
                  <a:lnTo>
                    <a:pt x="52" y="0"/>
                  </a:lnTo>
                  <a:lnTo>
                    <a:pt x="40" y="4"/>
                  </a:lnTo>
                  <a:lnTo>
                    <a:pt x="28" y="10"/>
                  </a:lnTo>
                  <a:lnTo>
                    <a:pt x="18" y="18"/>
                  </a:lnTo>
                  <a:lnTo>
                    <a:pt x="10" y="28"/>
                  </a:lnTo>
                  <a:lnTo>
                    <a:pt x="6" y="38"/>
                  </a:lnTo>
                  <a:lnTo>
                    <a:pt x="2" y="50"/>
                  </a:lnTo>
                  <a:lnTo>
                    <a:pt x="0" y="64"/>
                  </a:lnTo>
                  <a:lnTo>
                    <a:pt x="0" y="232"/>
                  </a:lnTo>
                  <a:lnTo>
                    <a:pt x="0" y="232"/>
                  </a:lnTo>
                  <a:lnTo>
                    <a:pt x="2" y="244"/>
                  </a:lnTo>
                  <a:lnTo>
                    <a:pt x="6" y="256"/>
                  </a:lnTo>
                  <a:lnTo>
                    <a:pt x="10" y="266"/>
                  </a:lnTo>
                  <a:lnTo>
                    <a:pt x="18" y="276"/>
                  </a:lnTo>
                  <a:lnTo>
                    <a:pt x="28" y="284"/>
                  </a:lnTo>
                  <a:lnTo>
                    <a:pt x="40" y="290"/>
                  </a:lnTo>
                  <a:lnTo>
                    <a:pt x="52" y="294"/>
                  </a:lnTo>
                  <a:lnTo>
                    <a:pt x="64" y="296"/>
                  </a:lnTo>
                  <a:lnTo>
                    <a:pt x="124" y="296"/>
                  </a:lnTo>
                  <a:lnTo>
                    <a:pt x="124" y="382"/>
                  </a:lnTo>
                  <a:lnTo>
                    <a:pt x="230" y="296"/>
                  </a:lnTo>
                  <a:lnTo>
                    <a:pt x="320" y="296"/>
                  </a:lnTo>
                  <a:lnTo>
                    <a:pt x="320" y="296"/>
                  </a:lnTo>
                  <a:lnTo>
                    <a:pt x="332" y="294"/>
                  </a:lnTo>
                  <a:lnTo>
                    <a:pt x="344" y="290"/>
                  </a:lnTo>
                  <a:lnTo>
                    <a:pt x="356" y="284"/>
                  </a:lnTo>
                  <a:lnTo>
                    <a:pt x="364" y="276"/>
                  </a:lnTo>
                  <a:lnTo>
                    <a:pt x="372" y="266"/>
                  </a:lnTo>
                  <a:lnTo>
                    <a:pt x="378" y="256"/>
                  </a:lnTo>
                  <a:lnTo>
                    <a:pt x="382" y="244"/>
                  </a:lnTo>
                  <a:lnTo>
                    <a:pt x="384" y="232"/>
                  </a:lnTo>
                  <a:lnTo>
                    <a:pt x="384" y="64"/>
                  </a:lnTo>
                  <a:lnTo>
                    <a:pt x="384" y="64"/>
                  </a:lnTo>
                  <a:lnTo>
                    <a:pt x="382" y="50"/>
                  </a:lnTo>
                  <a:lnTo>
                    <a:pt x="378" y="38"/>
                  </a:lnTo>
                  <a:lnTo>
                    <a:pt x="372" y="28"/>
                  </a:lnTo>
                  <a:lnTo>
                    <a:pt x="364" y="18"/>
                  </a:lnTo>
                  <a:lnTo>
                    <a:pt x="356" y="10"/>
                  </a:lnTo>
                  <a:lnTo>
                    <a:pt x="344" y="4"/>
                  </a:lnTo>
                  <a:lnTo>
                    <a:pt x="332" y="0"/>
                  </a:lnTo>
                  <a:lnTo>
                    <a:pt x="320" y="0"/>
                  </a:lnTo>
                  <a:lnTo>
                    <a:pt x="320" y="0"/>
                  </a:lnTo>
                  <a:close/>
                  <a:moveTo>
                    <a:pt x="344" y="232"/>
                  </a:moveTo>
                  <a:lnTo>
                    <a:pt x="344" y="232"/>
                  </a:lnTo>
                  <a:lnTo>
                    <a:pt x="342" y="240"/>
                  </a:lnTo>
                  <a:lnTo>
                    <a:pt x="336" y="248"/>
                  </a:lnTo>
                  <a:lnTo>
                    <a:pt x="328" y="254"/>
                  </a:lnTo>
                  <a:lnTo>
                    <a:pt x="320" y="256"/>
                  </a:lnTo>
                  <a:lnTo>
                    <a:pt x="230" y="256"/>
                  </a:lnTo>
                  <a:lnTo>
                    <a:pt x="216" y="256"/>
                  </a:lnTo>
                  <a:lnTo>
                    <a:pt x="204" y="264"/>
                  </a:lnTo>
                  <a:lnTo>
                    <a:pt x="164" y="298"/>
                  </a:lnTo>
                  <a:lnTo>
                    <a:pt x="164" y="296"/>
                  </a:lnTo>
                  <a:lnTo>
                    <a:pt x="164" y="256"/>
                  </a:lnTo>
                  <a:lnTo>
                    <a:pt x="124" y="256"/>
                  </a:lnTo>
                  <a:lnTo>
                    <a:pt x="64" y="256"/>
                  </a:lnTo>
                  <a:lnTo>
                    <a:pt x="64" y="256"/>
                  </a:lnTo>
                  <a:lnTo>
                    <a:pt x="54" y="254"/>
                  </a:lnTo>
                  <a:lnTo>
                    <a:pt x="48" y="248"/>
                  </a:lnTo>
                  <a:lnTo>
                    <a:pt x="42" y="240"/>
                  </a:lnTo>
                  <a:lnTo>
                    <a:pt x="40" y="232"/>
                  </a:lnTo>
                  <a:lnTo>
                    <a:pt x="40" y="64"/>
                  </a:lnTo>
                  <a:lnTo>
                    <a:pt x="40" y="64"/>
                  </a:lnTo>
                  <a:lnTo>
                    <a:pt x="42" y="54"/>
                  </a:lnTo>
                  <a:lnTo>
                    <a:pt x="48" y="46"/>
                  </a:lnTo>
                  <a:lnTo>
                    <a:pt x="54" y="42"/>
                  </a:lnTo>
                  <a:lnTo>
                    <a:pt x="64" y="40"/>
                  </a:lnTo>
                  <a:lnTo>
                    <a:pt x="320" y="40"/>
                  </a:lnTo>
                  <a:lnTo>
                    <a:pt x="320" y="40"/>
                  </a:lnTo>
                  <a:lnTo>
                    <a:pt x="328" y="42"/>
                  </a:lnTo>
                  <a:lnTo>
                    <a:pt x="336" y="46"/>
                  </a:lnTo>
                  <a:lnTo>
                    <a:pt x="342" y="54"/>
                  </a:lnTo>
                  <a:lnTo>
                    <a:pt x="344" y="64"/>
                  </a:lnTo>
                  <a:lnTo>
                    <a:pt x="344" y="232"/>
                  </a:lnTo>
                  <a:lnTo>
                    <a:pt x="344" y="232"/>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3" name="Freeform 214">
              <a:extLst>
                <a:ext uri="{FF2B5EF4-FFF2-40B4-BE49-F238E27FC236}">
                  <a16:creationId xmlns:a16="http://schemas.microsoft.com/office/drawing/2014/main" id="{05190F3F-D254-E1E3-43CE-8D1E67C99112}"/>
                </a:ext>
              </a:extLst>
            </p:cNvPr>
            <p:cNvSpPr/>
            <p:nvPr/>
          </p:nvSpPr>
          <p:spPr bwMode="auto">
            <a:xfrm>
              <a:off x="8464550"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4" name="Freeform 215">
              <a:extLst>
                <a:ext uri="{FF2B5EF4-FFF2-40B4-BE49-F238E27FC236}">
                  <a16:creationId xmlns:a16="http://schemas.microsoft.com/office/drawing/2014/main" id="{2631E145-4CE0-10E8-900A-EE88A74721FF}"/>
                </a:ext>
              </a:extLst>
            </p:cNvPr>
            <p:cNvSpPr/>
            <p:nvPr/>
          </p:nvSpPr>
          <p:spPr bwMode="auto">
            <a:xfrm>
              <a:off x="8594725"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5" name="Freeform 216">
              <a:extLst>
                <a:ext uri="{FF2B5EF4-FFF2-40B4-BE49-F238E27FC236}">
                  <a16:creationId xmlns:a16="http://schemas.microsoft.com/office/drawing/2014/main" id="{F19A2EFE-0E1A-6E7F-D813-655FE54A6659}"/>
                </a:ext>
              </a:extLst>
            </p:cNvPr>
            <p:cNvSpPr/>
            <p:nvPr/>
          </p:nvSpPr>
          <p:spPr bwMode="auto">
            <a:xfrm>
              <a:off x="8724900" y="3863975"/>
              <a:ext cx="76200" cy="73025"/>
            </a:xfrm>
            <a:custGeom>
              <a:avLst/>
              <a:gdLst/>
              <a:ahLst/>
              <a:cxnLst>
                <a:cxn ang="0">
                  <a:pos x="24" y="0"/>
                </a:cxn>
                <a:cxn ang="0">
                  <a:pos x="24" y="0"/>
                </a:cxn>
                <a:cxn ang="0">
                  <a:pos x="32" y="2"/>
                </a:cxn>
                <a:cxn ang="0">
                  <a:pos x="40" y="6"/>
                </a:cxn>
                <a:cxn ang="0">
                  <a:pos x="46" y="14"/>
                </a:cxn>
                <a:cxn ang="0">
                  <a:pos x="48" y="24"/>
                </a:cxn>
                <a:cxn ang="0">
                  <a:pos x="48"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8" h="46">
                  <a:moveTo>
                    <a:pt x="24" y="0"/>
                  </a:moveTo>
                  <a:lnTo>
                    <a:pt x="24" y="0"/>
                  </a:lnTo>
                  <a:lnTo>
                    <a:pt x="32" y="2"/>
                  </a:lnTo>
                  <a:lnTo>
                    <a:pt x="40" y="6"/>
                  </a:lnTo>
                  <a:lnTo>
                    <a:pt x="46" y="14"/>
                  </a:lnTo>
                  <a:lnTo>
                    <a:pt x="48" y="24"/>
                  </a:lnTo>
                  <a:lnTo>
                    <a:pt x="48"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6" name="组 78">
            <a:extLst>
              <a:ext uri="{FF2B5EF4-FFF2-40B4-BE49-F238E27FC236}">
                <a16:creationId xmlns:a16="http://schemas.microsoft.com/office/drawing/2014/main" id="{A66C0463-85FC-94D6-D6A8-A33AD7E61823}"/>
              </a:ext>
            </a:extLst>
          </p:cNvPr>
          <p:cNvGrpSpPr/>
          <p:nvPr/>
        </p:nvGrpSpPr>
        <p:grpSpPr>
          <a:xfrm>
            <a:off x="5853991" y="3351896"/>
            <a:ext cx="412157" cy="582336"/>
            <a:chOff x="7912100" y="117475"/>
            <a:chExt cx="492125" cy="695325"/>
          </a:xfrm>
          <a:solidFill>
            <a:schemeClr val="bg1"/>
          </a:solidFill>
          <a:effectLst/>
        </p:grpSpPr>
        <p:sp>
          <p:nvSpPr>
            <p:cNvPr id="37" name="Freeform 75">
              <a:extLst>
                <a:ext uri="{FF2B5EF4-FFF2-40B4-BE49-F238E27FC236}">
                  <a16:creationId xmlns:a16="http://schemas.microsoft.com/office/drawing/2014/main" id="{268C1D9F-2EB4-98C9-666C-39A9650AA0C2}"/>
                </a:ext>
              </a:extLst>
            </p:cNvPr>
            <p:cNvSpPr/>
            <p:nvPr/>
          </p:nvSpPr>
          <p:spPr bwMode="auto">
            <a:xfrm>
              <a:off x="8248650" y="117475"/>
              <a:ext cx="155575" cy="180975"/>
            </a:xfrm>
            <a:custGeom>
              <a:avLst/>
              <a:gdLst/>
              <a:ahLst/>
              <a:cxnLst>
                <a:cxn ang="0">
                  <a:pos x="16" y="114"/>
                </a:cxn>
                <a:cxn ang="0">
                  <a:pos x="98" y="114"/>
                </a:cxn>
                <a:cxn ang="0">
                  <a:pos x="0" y="0"/>
                </a:cxn>
                <a:cxn ang="0">
                  <a:pos x="0" y="98"/>
                </a:cxn>
                <a:cxn ang="0">
                  <a:pos x="0" y="98"/>
                </a:cxn>
                <a:cxn ang="0">
                  <a:pos x="0" y="104"/>
                </a:cxn>
                <a:cxn ang="0">
                  <a:pos x="4" y="110"/>
                </a:cxn>
                <a:cxn ang="0">
                  <a:pos x="10" y="112"/>
                </a:cxn>
                <a:cxn ang="0">
                  <a:pos x="16" y="114"/>
                </a:cxn>
                <a:cxn ang="0">
                  <a:pos x="16" y="114"/>
                </a:cxn>
              </a:cxnLst>
              <a:rect l="0" t="0" r="r" b="b"/>
              <a:pathLst>
                <a:path w="98" h="114">
                  <a:moveTo>
                    <a:pt x="16" y="114"/>
                  </a:moveTo>
                  <a:lnTo>
                    <a:pt x="98" y="114"/>
                  </a:lnTo>
                  <a:lnTo>
                    <a:pt x="0" y="0"/>
                  </a:lnTo>
                  <a:lnTo>
                    <a:pt x="0" y="98"/>
                  </a:lnTo>
                  <a:lnTo>
                    <a:pt x="0" y="98"/>
                  </a:lnTo>
                  <a:lnTo>
                    <a:pt x="0" y="104"/>
                  </a:lnTo>
                  <a:lnTo>
                    <a:pt x="4" y="110"/>
                  </a:lnTo>
                  <a:lnTo>
                    <a:pt x="10" y="112"/>
                  </a:lnTo>
                  <a:lnTo>
                    <a:pt x="16" y="114"/>
                  </a:lnTo>
                  <a:lnTo>
                    <a:pt x="16" y="114"/>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8" name="Freeform 76">
              <a:extLst>
                <a:ext uri="{FF2B5EF4-FFF2-40B4-BE49-F238E27FC236}">
                  <a16:creationId xmlns:a16="http://schemas.microsoft.com/office/drawing/2014/main" id="{5136CC46-2DB3-0981-0EB1-80991E16F976}"/>
                </a:ext>
              </a:extLst>
            </p:cNvPr>
            <p:cNvSpPr>
              <a:spLocks noEditPoints="1"/>
            </p:cNvSpPr>
            <p:nvPr/>
          </p:nvSpPr>
          <p:spPr bwMode="auto">
            <a:xfrm>
              <a:off x="7912100" y="117475"/>
              <a:ext cx="492125" cy="695325"/>
            </a:xfrm>
            <a:custGeom>
              <a:avLst/>
              <a:gdLst/>
              <a:ahLst/>
              <a:cxnLst>
                <a:cxn ang="0">
                  <a:pos x="196" y="0"/>
                </a:cxn>
                <a:cxn ang="0">
                  <a:pos x="34" y="0"/>
                </a:cxn>
                <a:cxn ang="0">
                  <a:pos x="20" y="4"/>
                </a:cxn>
                <a:cxn ang="0">
                  <a:pos x="10" y="10"/>
                </a:cxn>
                <a:cxn ang="0">
                  <a:pos x="4" y="20"/>
                </a:cxn>
                <a:cxn ang="0">
                  <a:pos x="0" y="34"/>
                </a:cxn>
                <a:cxn ang="0">
                  <a:pos x="0" y="406"/>
                </a:cxn>
                <a:cxn ang="0">
                  <a:pos x="4" y="418"/>
                </a:cxn>
                <a:cxn ang="0">
                  <a:pos x="10" y="428"/>
                </a:cxn>
                <a:cxn ang="0">
                  <a:pos x="20" y="436"/>
                </a:cxn>
                <a:cxn ang="0">
                  <a:pos x="34" y="438"/>
                </a:cxn>
                <a:cxn ang="0">
                  <a:pos x="276" y="438"/>
                </a:cxn>
                <a:cxn ang="0">
                  <a:pos x="290" y="436"/>
                </a:cxn>
                <a:cxn ang="0">
                  <a:pos x="300" y="430"/>
                </a:cxn>
                <a:cxn ang="0">
                  <a:pos x="306" y="418"/>
                </a:cxn>
                <a:cxn ang="0">
                  <a:pos x="310" y="406"/>
                </a:cxn>
                <a:cxn ang="0">
                  <a:pos x="228" y="130"/>
                </a:cxn>
                <a:cxn ang="0">
                  <a:pos x="222" y="130"/>
                </a:cxn>
                <a:cxn ang="0">
                  <a:pos x="210" y="124"/>
                </a:cxn>
                <a:cxn ang="0">
                  <a:pos x="202" y="116"/>
                </a:cxn>
                <a:cxn ang="0">
                  <a:pos x="196" y="104"/>
                </a:cxn>
                <a:cxn ang="0">
                  <a:pos x="196" y="98"/>
                </a:cxn>
                <a:cxn ang="0">
                  <a:pos x="164" y="66"/>
                </a:cxn>
                <a:cxn ang="0">
                  <a:pos x="50" y="82"/>
                </a:cxn>
                <a:cxn ang="0">
                  <a:pos x="50" y="114"/>
                </a:cxn>
                <a:cxn ang="0">
                  <a:pos x="130" y="130"/>
                </a:cxn>
                <a:cxn ang="0">
                  <a:pos x="50" y="114"/>
                </a:cxn>
                <a:cxn ang="0">
                  <a:pos x="212" y="212"/>
                </a:cxn>
                <a:cxn ang="0">
                  <a:pos x="50" y="228"/>
                </a:cxn>
                <a:cxn ang="0">
                  <a:pos x="50" y="308"/>
                </a:cxn>
                <a:cxn ang="0">
                  <a:pos x="196" y="324"/>
                </a:cxn>
                <a:cxn ang="0">
                  <a:pos x="50" y="308"/>
                </a:cxn>
                <a:cxn ang="0">
                  <a:pos x="50" y="374"/>
                </a:cxn>
                <a:cxn ang="0">
                  <a:pos x="260" y="358"/>
                </a:cxn>
                <a:cxn ang="0">
                  <a:pos x="260" y="276"/>
                </a:cxn>
                <a:cxn ang="0">
                  <a:pos x="50" y="260"/>
                </a:cxn>
                <a:cxn ang="0">
                  <a:pos x="260" y="276"/>
                </a:cxn>
                <a:cxn ang="0">
                  <a:pos x="50" y="178"/>
                </a:cxn>
                <a:cxn ang="0">
                  <a:pos x="260" y="162"/>
                </a:cxn>
              </a:cxnLst>
              <a:rect l="0" t="0" r="r" b="b"/>
              <a:pathLst>
                <a:path w="310" h="438">
                  <a:moveTo>
                    <a:pt x="196" y="98"/>
                  </a:moveTo>
                  <a:lnTo>
                    <a:pt x="196" y="0"/>
                  </a:lnTo>
                  <a:lnTo>
                    <a:pt x="34" y="0"/>
                  </a:lnTo>
                  <a:lnTo>
                    <a:pt x="34" y="0"/>
                  </a:lnTo>
                  <a:lnTo>
                    <a:pt x="26" y="2"/>
                  </a:lnTo>
                  <a:lnTo>
                    <a:pt x="20" y="4"/>
                  </a:lnTo>
                  <a:lnTo>
                    <a:pt x="16" y="6"/>
                  </a:lnTo>
                  <a:lnTo>
                    <a:pt x="10" y="10"/>
                  </a:lnTo>
                  <a:lnTo>
                    <a:pt x="6" y="14"/>
                  </a:lnTo>
                  <a:lnTo>
                    <a:pt x="4" y="20"/>
                  </a:lnTo>
                  <a:lnTo>
                    <a:pt x="2" y="26"/>
                  </a:lnTo>
                  <a:lnTo>
                    <a:pt x="0" y="34"/>
                  </a:lnTo>
                  <a:lnTo>
                    <a:pt x="0" y="406"/>
                  </a:lnTo>
                  <a:lnTo>
                    <a:pt x="0" y="406"/>
                  </a:lnTo>
                  <a:lnTo>
                    <a:pt x="2" y="412"/>
                  </a:lnTo>
                  <a:lnTo>
                    <a:pt x="4" y="418"/>
                  </a:lnTo>
                  <a:lnTo>
                    <a:pt x="6" y="424"/>
                  </a:lnTo>
                  <a:lnTo>
                    <a:pt x="10" y="428"/>
                  </a:lnTo>
                  <a:lnTo>
                    <a:pt x="16" y="432"/>
                  </a:lnTo>
                  <a:lnTo>
                    <a:pt x="20" y="436"/>
                  </a:lnTo>
                  <a:lnTo>
                    <a:pt x="26" y="438"/>
                  </a:lnTo>
                  <a:lnTo>
                    <a:pt x="34" y="438"/>
                  </a:lnTo>
                  <a:lnTo>
                    <a:pt x="276" y="438"/>
                  </a:lnTo>
                  <a:lnTo>
                    <a:pt x="276" y="438"/>
                  </a:lnTo>
                  <a:lnTo>
                    <a:pt x="284" y="438"/>
                  </a:lnTo>
                  <a:lnTo>
                    <a:pt x="290" y="436"/>
                  </a:lnTo>
                  <a:lnTo>
                    <a:pt x="294" y="432"/>
                  </a:lnTo>
                  <a:lnTo>
                    <a:pt x="300" y="430"/>
                  </a:lnTo>
                  <a:lnTo>
                    <a:pt x="304" y="424"/>
                  </a:lnTo>
                  <a:lnTo>
                    <a:pt x="306" y="418"/>
                  </a:lnTo>
                  <a:lnTo>
                    <a:pt x="308" y="412"/>
                  </a:lnTo>
                  <a:lnTo>
                    <a:pt x="310" y="406"/>
                  </a:lnTo>
                  <a:lnTo>
                    <a:pt x="310" y="130"/>
                  </a:lnTo>
                  <a:lnTo>
                    <a:pt x="228" y="130"/>
                  </a:lnTo>
                  <a:lnTo>
                    <a:pt x="228" y="130"/>
                  </a:lnTo>
                  <a:lnTo>
                    <a:pt x="222" y="130"/>
                  </a:lnTo>
                  <a:lnTo>
                    <a:pt x="216" y="128"/>
                  </a:lnTo>
                  <a:lnTo>
                    <a:pt x="210" y="124"/>
                  </a:lnTo>
                  <a:lnTo>
                    <a:pt x="206" y="120"/>
                  </a:lnTo>
                  <a:lnTo>
                    <a:pt x="202" y="116"/>
                  </a:lnTo>
                  <a:lnTo>
                    <a:pt x="198" y="110"/>
                  </a:lnTo>
                  <a:lnTo>
                    <a:pt x="196" y="104"/>
                  </a:lnTo>
                  <a:lnTo>
                    <a:pt x="196" y="98"/>
                  </a:lnTo>
                  <a:lnTo>
                    <a:pt x="196" y="98"/>
                  </a:lnTo>
                  <a:close/>
                  <a:moveTo>
                    <a:pt x="50" y="66"/>
                  </a:moveTo>
                  <a:lnTo>
                    <a:pt x="164" y="66"/>
                  </a:lnTo>
                  <a:lnTo>
                    <a:pt x="164" y="82"/>
                  </a:lnTo>
                  <a:lnTo>
                    <a:pt x="50" y="82"/>
                  </a:lnTo>
                  <a:lnTo>
                    <a:pt x="50" y="66"/>
                  </a:lnTo>
                  <a:close/>
                  <a:moveTo>
                    <a:pt x="50" y="114"/>
                  </a:moveTo>
                  <a:lnTo>
                    <a:pt x="130" y="114"/>
                  </a:lnTo>
                  <a:lnTo>
                    <a:pt x="130" y="130"/>
                  </a:lnTo>
                  <a:lnTo>
                    <a:pt x="50" y="130"/>
                  </a:lnTo>
                  <a:lnTo>
                    <a:pt x="50" y="114"/>
                  </a:lnTo>
                  <a:close/>
                  <a:moveTo>
                    <a:pt x="50" y="212"/>
                  </a:moveTo>
                  <a:lnTo>
                    <a:pt x="212" y="212"/>
                  </a:lnTo>
                  <a:lnTo>
                    <a:pt x="212" y="228"/>
                  </a:lnTo>
                  <a:lnTo>
                    <a:pt x="50" y="228"/>
                  </a:lnTo>
                  <a:lnTo>
                    <a:pt x="50" y="212"/>
                  </a:lnTo>
                  <a:close/>
                  <a:moveTo>
                    <a:pt x="50" y="308"/>
                  </a:moveTo>
                  <a:lnTo>
                    <a:pt x="196" y="308"/>
                  </a:lnTo>
                  <a:lnTo>
                    <a:pt x="196" y="324"/>
                  </a:lnTo>
                  <a:lnTo>
                    <a:pt x="50" y="324"/>
                  </a:lnTo>
                  <a:lnTo>
                    <a:pt x="50" y="308"/>
                  </a:lnTo>
                  <a:close/>
                  <a:moveTo>
                    <a:pt x="260" y="374"/>
                  </a:moveTo>
                  <a:lnTo>
                    <a:pt x="50" y="374"/>
                  </a:lnTo>
                  <a:lnTo>
                    <a:pt x="50" y="358"/>
                  </a:lnTo>
                  <a:lnTo>
                    <a:pt x="260" y="358"/>
                  </a:lnTo>
                  <a:lnTo>
                    <a:pt x="260" y="374"/>
                  </a:lnTo>
                  <a:close/>
                  <a:moveTo>
                    <a:pt x="260" y="276"/>
                  </a:moveTo>
                  <a:lnTo>
                    <a:pt x="50" y="276"/>
                  </a:lnTo>
                  <a:lnTo>
                    <a:pt x="50" y="260"/>
                  </a:lnTo>
                  <a:lnTo>
                    <a:pt x="260" y="260"/>
                  </a:lnTo>
                  <a:lnTo>
                    <a:pt x="260" y="276"/>
                  </a:lnTo>
                  <a:close/>
                  <a:moveTo>
                    <a:pt x="260" y="178"/>
                  </a:moveTo>
                  <a:lnTo>
                    <a:pt x="50" y="178"/>
                  </a:lnTo>
                  <a:lnTo>
                    <a:pt x="50" y="162"/>
                  </a:lnTo>
                  <a:lnTo>
                    <a:pt x="260" y="162"/>
                  </a:lnTo>
                  <a:lnTo>
                    <a:pt x="260" y="178"/>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9" name="组 81">
            <a:extLst>
              <a:ext uri="{FF2B5EF4-FFF2-40B4-BE49-F238E27FC236}">
                <a16:creationId xmlns:a16="http://schemas.microsoft.com/office/drawing/2014/main" id="{07972EAA-DA65-0368-E25A-D6C717F2D653}"/>
              </a:ext>
            </a:extLst>
          </p:cNvPr>
          <p:cNvGrpSpPr/>
          <p:nvPr/>
        </p:nvGrpSpPr>
        <p:grpSpPr>
          <a:xfrm>
            <a:off x="7848805" y="3321225"/>
            <a:ext cx="564832" cy="572136"/>
            <a:chOff x="7639243" y="2325084"/>
            <a:chExt cx="726802" cy="736201"/>
          </a:xfrm>
          <a:effectLst/>
        </p:grpSpPr>
        <p:sp>
          <p:nvSpPr>
            <p:cNvPr id="40" name="Freeform 9">
              <a:extLst>
                <a:ext uri="{FF2B5EF4-FFF2-40B4-BE49-F238E27FC236}">
                  <a16:creationId xmlns:a16="http://schemas.microsoft.com/office/drawing/2014/main" id="{F631E1BC-320B-43F8-199C-489E34C28CDA}"/>
                </a:ext>
              </a:extLst>
            </p:cNvPr>
            <p:cNvSpPr>
              <a:spLocks noEditPoints="1"/>
            </p:cNvSpPr>
            <p:nvPr/>
          </p:nvSpPr>
          <p:spPr bwMode="auto">
            <a:xfrm>
              <a:off x="7639243" y="2621131"/>
              <a:ext cx="440154" cy="440154"/>
            </a:xfrm>
            <a:custGeom>
              <a:avLst/>
              <a:gdLst>
                <a:gd name="T0" fmla="*/ 508 w 562"/>
                <a:gd name="T1" fmla="*/ 110 h 562"/>
                <a:gd name="T2" fmla="*/ 398 w 562"/>
                <a:gd name="T3" fmla="*/ 108 h 562"/>
                <a:gd name="T4" fmla="*/ 380 w 562"/>
                <a:gd name="T5" fmla="*/ 98 h 562"/>
                <a:gd name="T6" fmla="*/ 340 w 562"/>
                <a:gd name="T7" fmla="*/ 82 h 562"/>
                <a:gd name="T8" fmla="*/ 320 w 562"/>
                <a:gd name="T9" fmla="*/ 0 h 562"/>
                <a:gd name="T10" fmla="*/ 242 w 562"/>
                <a:gd name="T11" fmla="*/ 76 h 562"/>
                <a:gd name="T12" fmla="*/ 220 w 562"/>
                <a:gd name="T13" fmla="*/ 82 h 562"/>
                <a:gd name="T14" fmla="*/ 182 w 562"/>
                <a:gd name="T15" fmla="*/ 98 h 562"/>
                <a:gd name="T16" fmla="*/ 110 w 562"/>
                <a:gd name="T17" fmla="*/ 54 h 562"/>
                <a:gd name="T18" fmla="*/ 108 w 562"/>
                <a:gd name="T19" fmla="*/ 164 h 562"/>
                <a:gd name="T20" fmla="*/ 98 w 562"/>
                <a:gd name="T21" fmla="*/ 182 h 562"/>
                <a:gd name="T22" fmla="*/ 82 w 562"/>
                <a:gd name="T23" fmla="*/ 220 h 562"/>
                <a:gd name="T24" fmla="*/ 0 w 562"/>
                <a:gd name="T25" fmla="*/ 242 h 562"/>
                <a:gd name="T26" fmla="*/ 78 w 562"/>
                <a:gd name="T27" fmla="*/ 320 h 562"/>
                <a:gd name="T28" fmla="*/ 82 w 562"/>
                <a:gd name="T29" fmla="*/ 340 h 562"/>
                <a:gd name="T30" fmla="*/ 98 w 562"/>
                <a:gd name="T31" fmla="*/ 378 h 562"/>
                <a:gd name="T32" fmla="*/ 54 w 562"/>
                <a:gd name="T33" fmla="*/ 452 h 562"/>
                <a:gd name="T34" fmla="*/ 164 w 562"/>
                <a:gd name="T35" fmla="*/ 452 h 562"/>
                <a:gd name="T36" fmla="*/ 182 w 562"/>
                <a:gd name="T37" fmla="*/ 464 h 562"/>
                <a:gd name="T38" fmla="*/ 220 w 562"/>
                <a:gd name="T39" fmla="*/ 480 h 562"/>
                <a:gd name="T40" fmla="*/ 242 w 562"/>
                <a:gd name="T41" fmla="*/ 562 h 562"/>
                <a:gd name="T42" fmla="*/ 320 w 562"/>
                <a:gd name="T43" fmla="*/ 484 h 562"/>
                <a:gd name="T44" fmla="*/ 340 w 562"/>
                <a:gd name="T45" fmla="*/ 478 h 562"/>
                <a:gd name="T46" fmla="*/ 380 w 562"/>
                <a:gd name="T47" fmla="*/ 464 h 562"/>
                <a:gd name="T48" fmla="*/ 452 w 562"/>
                <a:gd name="T49" fmla="*/ 506 h 562"/>
                <a:gd name="T50" fmla="*/ 452 w 562"/>
                <a:gd name="T51" fmla="*/ 396 h 562"/>
                <a:gd name="T52" fmla="*/ 464 w 562"/>
                <a:gd name="T53" fmla="*/ 378 h 562"/>
                <a:gd name="T54" fmla="*/ 480 w 562"/>
                <a:gd name="T55" fmla="*/ 340 h 562"/>
                <a:gd name="T56" fmla="*/ 562 w 562"/>
                <a:gd name="T57" fmla="*/ 320 h 562"/>
                <a:gd name="T58" fmla="*/ 484 w 562"/>
                <a:gd name="T59" fmla="*/ 240 h 562"/>
                <a:gd name="T60" fmla="*/ 480 w 562"/>
                <a:gd name="T61" fmla="*/ 220 h 562"/>
                <a:gd name="T62" fmla="*/ 464 w 562"/>
                <a:gd name="T63" fmla="*/ 182 h 562"/>
                <a:gd name="T64" fmla="*/ 452 w 562"/>
                <a:gd name="T65" fmla="*/ 164 h 562"/>
                <a:gd name="T66" fmla="*/ 280 w 562"/>
                <a:gd name="T67" fmla="*/ 366 h 562"/>
                <a:gd name="T68" fmla="*/ 248 w 562"/>
                <a:gd name="T69" fmla="*/ 360 h 562"/>
                <a:gd name="T70" fmla="*/ 220 w 562"/>
                <a:gd name="T71" fmla="*/ 342 h 562"/>
                <a:gd name="T72" fmla="*/ 202 w 562"/>
                <a:gd name="T73" fmla="*/ 314 h 562"/>
                <a:gd name="T74" fmla="*/ 194 w 562"/>
                <a:gd name="T75" fmla="*/ 280 h 562"/>
                <a:gd name="T76" fmla="*/ 196 w 562"/>
                <a:gd name="T77" fmla="*/ 262 h 562"/>
                <a:gd name="T78" fmla="*/ 210 w 562"/>
                <a:gd name="T79" fmla="*/ 232 h 562"/>
                <a:gd name="T80" fmla="*/ 232 w 562"/>
                <a:gd name="T81" fmla="*/ 210 h 562"/>
                <a:gd name="T82" fmla="*/ 264 w 562"/>
                <a:gd name="T83" fmla="*/ 196 h 562"/>
                <a:gd name="T84" fmla="*/ 280 w 562"/>
                <a:gd name="T85" fmla="*/ 194 h 562"/>
                <a:gd name="T86" fmla="*/ 314 w 562"/>
                <a:gd name="T87" fmla="*/ 202 h 562"/>
                <a:gd name="T88" fmla="*/ 342 w 562"/>
                <a:gd name="T89" fmla="*/ 220 h 562"/>
                <a:gd name="T90" fmla="*/ 360 w 562"/>
                <a:gd name="T91" fmla="*/ 246 h 562"/>
                <a:gd name="T92" fmla="*/ 366 w 562"/>
                <a:gd name="T93" fmla="*/ 280 h 562"/>
                <a:gd name="T94" fmla="*/ 366 w 562"/>
                <a:gd name="T95" fmla="*/ 298 h 562"/>
                <a:gd name="T96" fmla="*/ 352 w 562"/>
                <a:gd name="T97" fmla="*/ 328 h 562"/>
                <a:gd name="T98" fmla="*/ 328 w 562"/>
                <a:gd name="T99" fmla="*/ 352 h 562"/>
                <a:gd name="T100" fmla="*/ 298 w 562"/>
                <a:gd name="T101" fmla="*/ 364 h 562"/>
                <a:gd name="T102" fmla="*/ 280 w 562"/>
                <a:gd name="T103" fmla="*/ 3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62" h="562">
                  <a:moveTo>
                    <a:pt x="452" y="164"/>
                  </a:moveTo>
                  <a:lnTo>
                    <a:pt x="508" y="110"/>
                  </a:lnTo>
                  <a:lnTo>
                    <a:pt x="452" y="54"/>
                  </a:lnTo>
                  <a:lnTo>
                    <a:pt x="398" y="108"/>
                  </a:lnTo>
                  <a:lnTo>
                    <a:pt x="398" y="108"/>
                  </a:lnTo>
                  <a:lnTo>
                    <a:pt x="380" y="98"/>
                  </a:lnTo>
                  <a:lnTo>
                    <a:pt x="360" y="88"/>
                  </a:lnTo>
                  <a:lnTo>
                    <a:pt x="340" y="82"/>
                  </a:lnTo>
                  <a:lnTo>
                    <a:pt x="320" y="76"/>
                  </a:lnTo>
                  <a:lnTo>
                    <a:pt x="320" y="0"/>
                  </a:lnTo>
                  <a:lnTo>
                    <a:pt x="242" y="0"/>
                  </a:lnTo>
                  <a:lnTo>
                    <a:pt x="242" y="76"/>
                  </a:lnTo>
                  <a:lnTo>
                    <a:pt x="242" y="76"/>
                  </a:lnTo>
                  <a:lnTo>
                    <a:pt x="220" y="82"/>
                  </a:lnTo>
                  <a:lnTo>
                    <a:pt x="202" y="88"/>
                  </a:lnTo>
                  <a:lnTo>
                    <a:pt x="182" y="98"/>
                  </a:lnTo>
                  <a:lnTo>
                    <a:pt x="164" y="108"/>
                  </a:lnTo>
                  <a:lnTo>
                    <a:pt x="110" y="54"/>
                  </a:lnTo>
                  <a:lnTo>
                    <a:pt x="54" y="110"/>
                  </a:lnTo>
                  <a:lnTo>
                    <a:pt x="108" y="164"/>
                  </a:lnTo>
                  <a:lnTo>
                    <a:pt x="108" y="164"/>
                  </a:lnTo>
                  <a:lnTo>
                    <a:pt x="98" y="182"/>
                  </a:lnTo>
                  <a:lnTo>
                    <a:pt x="90" y="200"/>
                  </a:lnTo>
                  <a:lnTo>
                    <a:pt x="82" y="220"/>
                  </a:lnTo>
                  <a:lnTo>
                    <a:pt x="78" y="242"/>
                  </a:lnTo>
                  <a:lnTo>
                    <a:pt x="0" y="242"/>
                  </a:lnTo>
                  <a:lnTo>
                    <a:pt x="0" y="320"/>
                  </a:lnTo>
                  <a:lnTo>
                    <a:pt x="78" y="320"/>
                  </a:lnTo>
                  <a:lnTo>
                    <a:pt x="78" y="320"/>
                  </a:lnTo>
                  <a:lnTo>
                    <a:pt x="82" y="340"/>
                  </a:lnTo>
                  <a:lnTo>
                    <a:pt x="90" y="360"/>
                  </a:lnTo>
                  <a:lnTo>
                    <a:pt x="98" y="378"/>
                  </a:lnTo>
                  <a:lnTo>
                    <a:pt x="108" y="396"/>
                  </a:lnTo>
                  <a:lnTo>
                    <a:pt x="54" y="452"/>
                  </a:lnTo>
                  <a:lnTo>
                    <a:pt x="110" y="506"/>
                  </a:lnTo>
                  <a:lnTo>
                    <a:pt x="164" y="452"/>
                  </a:lnTo>
                  <a:lnTo>
                    <a:pt x="164" y="452"/>
                  </a:lnTo>
                  <a:lnTo>
                    <a:pt x="182" y="464"/>
                  </a:lnTo>
                  <a:lnTo>
                    <a:pt x="202" y="472"/>
                  </a:lnTo>
                  <a:lnTo>
                    <a:pt x="220" y="480"/>
                  </a:lnTo>
                  <a:lnTo>
                    <a:pt x="242" y="484"/>
                  </a:lnTo>
                  <a:lnTo>
                    <a:pt x="242" y="562"/>
                  </a:lnTo>
                  <a:lnTo>
                    <a:pt x="320" y="562"/>
                  </a:lnTo>
                  <a:lnTo>
                    <a:pt x="320" y="484"/>
                  </a:lnTo>
                  <a:lnTo>
                    <a:pt x="320" y="484"/>
                  </a:lnTo>
                  <a:lnTo>
                    <a:pt x="340" y="478"/>
                  </a:lnTo>
                  <a:lnTo>
                    <a:pt x="360" y="472"/>
                  </a:lnTo>
                  <a:lnTo>
                    <a:pt x="380" y="464"/>
                  </a:lnTo>
                  <a:lnTo>
                    <a:pt x="398" y="452"/>
                  </a:lnTo>
                  <a:lnTo>
                    <a:pt x="452" y="506"/>
                  </a:lnTo>
                  <a:lnTo>
                    <a:pt x="508" y="452"/>
                  </a:lnTo>
                  <a:lnTo>
                    <a:pt x="452" y="396"/>
                  </a:lnTo>
                  <a:lnTo>
                    <a:pt x="452" y="396"/>
                  </a:lnTo>
                  <a:lnTo>
                    <a:pt x="464" y="378"/>
                  </a:lnTo>
                  <a:lnTo>
                    <a:pt x="472" y="360"/>
                  </a:lnTo>
                  <a:lnTo>
                    <a:pt x="480" y="340"/>
                  </a:lnTo>
                  <a:lnTo>
                    <a:pt x="484" y="320"/>
                  </a:lnTo>
                  <a:lnTo>
                    <a:pt x="562" y="320"/>
                  </a:lnTo>
                  <a:lnTo>
                    <a:pt x="562" y="240"/>
                  </a:lnTo>
                  <a:lnTo>
                    <a:pt x="484" y="240"/>
                  </a:lnTo>
                  <a:lnTo>
                    <a:pt x="484" y="240"/>
                  </a:lnTo>
                  <a:lnTo>
                    <a:pt x="480" y="220"/>
                  </a:lnTo>
                  <a:lnTo>
                    <a:pt x="472" y="200"/>
                  </a:lnTo>
                  <a:lnTo>
                    <a:pt x="464" y="182"/>
                  </a:lnTo>
                  <a:lnTo>
                    <a:pt x="452" y="164"/>
                  </a:lnTo>
                  <a:lnTo>
                    <a:pt x="452" y="164"/>
                  </a:lnTo>
                  <a:close/>
                  <a:moveTo>
                    <a:pt x="280" y="366"/>
                  </a:moveTo>
                  <a:lnTo>
                    <a:pt x="280" y="366"/>
                  </a:lnTo>
                  <a:lnTo>
                    <a:pt x="264" y="364"/>
                  </a:lnTo>
                  <a:lnTo>
                    <a:pt x="248" y="360"/>
                  </a:lnTo>
                  <a:lnTo>
                    <a:pt x="232" y="352"/>
                  </a:lnTo>
                  <a:lnTo>
                    <a:pt x="220" y="342"/>
                  </a:lnTo>
                  <a:lnTo>
                    <a:pt x="210" y="328"/>
                  </a:lnTo>
                  <a:lnTo>
                    <a:pt x="202" y="314"/>
                  </a:lnTo>
                  <a:lnTo>
                    <a:pt x="196" y="298"/>
                  </a:lnTo>
                  <a:lnTo>
                    <a:pt x="194" y="280"/>
                  </a:lnTo>
                  <a:lnTo>
                    <a:pt x="194" y="280"/>
                  </a:lnTo>
                  <a:lnTo>
                    <a:pt x="196" y="262"/>
                  </a:lnTo>
                  <a:lnTo>
                    <a:pt x="202" y="246"/>
                  </a:lnTo>
                  <a:lnTo>
                    <a:pt x="210" y="232"/>
                  </a:lnTo>
                  <a:lnTo>
                    <a:pt x="220" y="220"/>
                  </a:lnTo>
                  <a:lnTo>
                    <a:pt x="232" y="210"/>
                  </a:lnTo>
                  <a:lnTo>
                    <a:pt x="248" y="202"/>
                  </a:lnTo>
                  <a:lnTo>
                    <a:pt x="264" y="196"/>
                  </a:lnTo>
                  <a:lnTo>
                    <a:pt x="280" y="194"/>
                  </a:lnTo>
                  <a:lnTo>
                    <a:pt x="280" y="194"/>
                  </a:lnTo>
                  <a:lnTo>
                    <a:pt x="298" y="196"/>
                  </a:lnTo>
                  <a:lnTo>
                    <a:pt x="314" y="202"/>
                  </a:lnTo>
                  <a:lnTo>
                    <a:pt x="328" y="210"/>
                  </a:lnTo>
                  <a:lnTo>
                    <a:pt x="342" y="220"/>
                  </a:lnTo>
                  <a:lnTo>
                    <a:pt x="352" y="232"/>
                  </a:lnTo>
                  <a:lnTo>
                    <a:pt x="360" y="246"/>
                  </a:lnTo>
                  <a:lnTo>
                    <a:pt x="366" y="262"/>
                  </a:lnTo>
                  <a:lnTo>
                    <a:pt x="366" y="280"/>
                  </a:lnTo>
                  <a:lnTo>
                    <a:pt x="366" y="280"/>
                  </a:lnTo>
                  <a:lnTo>
                    <a:pt x="366" y="298"/>
                  </a:lnTo>
                  <a:lnTo>
                    <a:pt x="360" y="314"/>
                  </a:lnTo>
                  <a:lnTo>
                    <a:pt x="352" y="328"/>
                  </a:lnTo>
                  <a:lnTo>
                    <a:pt x="342" y="342"/>
                  </a:lnTo>
                  <a:lnTo>
                    <a:pt x="328" y="352"/>
                  </a:lnTo>
                  <a:lnTo>
                    <a:pt x="314" y="360"/>
                  </a:lnTo>
                  <a:lnTo>
                    <a:pt x="298" y="364"/>
                  </a:lnTo>
                  <a:lnTo>
                    <a:pt x="280" y="366"/>
                  </a:lnTo>
                  <a:lnTo>
                    <a:pt x="280" y="36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sp>
          <p:nvSpPr>
            <p:cNvPr id="41" name="Freeform 10">
              <a:extLst>
                <a:ext uri="{FF2B5EF4-FFF2-40B4-BE49-F238E27FC236}">
                  <a16:creationId xmlns:a16="http://schemas.microsoft.com/office/drawing/2014/main" id="{7DBF68FA-D009-C42F-44FC-D02347F990AF}"/>
                </a:ext>
              </a:extLst>
            </p:cNvPr>
            <p:cNvSpPr>
              <a:spLocks noEditPoints="1"/>
            </p:cNvSpPr>
            <p:nvPr/>
          </p:nvSpPr>
          <p:spPr bwMode="auto">
            <a:xfrm>
              <a:off x="7799014" y="2325084"/>
              <a:ext cx="567031" cy="570164"/>
            </a:xfrm>
            <a:custGeom>
              <a:avLst/>
              <a:gdLst>
                <a:gd name="T0" fmla="*/ 704 w 724"/>
                <a:gd name="T1" fmla="*/ 616 h 728"/>
                <a:gd name="T2" fmla="*/ 706 w 724"/>
                <a:gd name="T3" fmla="*/ 616 h 728"/>
                <a:gd name="T4" fmla="*/ 322 w 724"/>
                <a:gd name="T5" fmla="*/ 232 h 728"/>
                <a:gd name="T6" fmla="*/ 322 w 724"/>
                <a:gd name="T7" fmla="*/ 50 h 728"/>
                <a:gd name="T8" fmla="*/ 136 w 724"/>
                <a:gd name="T9" fmla="*/ 0 h 728"/>
                <a:gd name="T10" fmla="*/ 116 w 724"/>
                <a:gd name="T11" fmla="*/ 20 h 728"/>
                <a:gd name="T12" fmla="*/ 214 w 724"/>
                <a:gd name="T13" fmla="*/ 118 h 728"/>
                <a:gd name="T14" fmla="*/ 118 w 724"/>
                <a:gd name="T15" fmla="*/ 214 h 728"/>
                <a:gd name="T16" fmla="*/ 20 w 724"/>
                <a:gd name="T17" fmla="*/ 116 h 728"/>
                <a:gd name="T18" fmla="*/ 0 w 724"/>
                <a:gd name="T19" fmla="*/ 136 h 728"/>
                <a:gd name="T20" fmla="*/ 50 w 724"/>
                <a:gd name="T21" fmla="*/ 322 h 728"/>
                <a:gd name="T22" fmla="*/ 226 w 724"/>
                <a:gd name="T23" fmla="*/ 322 h 728"/>
                <a:gd name="T24" fmla="*/ 226 w 724"/>
                <a:gd name="T25" fmla="*/ 322 h 728"/>
                <a:gd name="T26" fmla="*/ 610 w 724"/>
                <a:gd name="T27" fmla="*/ 710 h 728"/>
                <a:gd name="T28" fmla="*/ 612 w 724"/>
                <a:gd name="T29" fmla="*/ 710 h 728"/>
                <a:gd name="T30" fmla="*/ 612 w 724"/>
                <a:gd name="T31" fmla="*/ 710 h 728"/>
                <a:gd name="T32" fmla="*/ 622 w 724"/>
                <a:gd name="T33" fmla="*/ 718 h 728"/>
                <a:gd name="T34" fmla="*/ 634 w 724"/>
                <a:gd name="T35" fmla="*/ 724 h 728"/>
                <a:gd name="T36" fmla="*/ 646 w 724"/>
                <a:gd name="T37" fmla="*/ 728 h 728"/>
                <a:gd name="T38" fmla="*/ 658 w 724"/>
                <a:gd name="T39" fmla="*/ 728 h 728"/>
                <a:gd name="T40" fmla="*/ 670 w 724"/>
                <a:gd name="T41" fmla="*/ 728 h 728"/>
                <a:gd name="T42" fmla="*/ 682 w 724"/>
                <a:gd name="T43" fmla="*/ 724 h 728"/>
                <a:gd name="T44" fmla="*/ 694 w 724"/>
                <a:gd name="T45" fmla="*/ 718 h 728"/>
                <a:gd name="T46" fmla="*/ 704 w 724"/>
                <a:gd name="T47" fmla="*/ 710 h 728"/>
                <a:gd name="T48" fmla="*/ 704 w 724"/>
                <a:gd name="T49" fmla="*/ 710 h 728"/>
                <a:gd name="T50" fmla="*/ 712 w 724"/>
                <a:gd name="T51" fmla="*/ 700 h 728"/>
                <a:gd name="T52" fmla="*/ 718 w 724"/>
                <a:gd name="T53" fmla="*/ 688 h 728"/>
                <a:gd name="T54" fmla="*/ 722 w 724"/>
                <a:gd name="T55" fmla="*/ 676 h 728"/>
                <a:gd name="T56" fmla="*/ 724 w 724"/>
                <a:gd name="T57" fmla="*/ 664 h 728"/>
                <a:gd name="T58" fmla="*/ 722 w 724"/>
                <a:gd name="T59" fmla="*/ 652 h 728"/>
                <a:gd name="T60" fmla="*/ 718 w 724"/>
                <a:gd name="T61" fmla="*/ 638 h 728"/>
                <a:gd name="T62" fmla="*/ 712 w 724"/>
                <a:gd name="T63" fmla="*/ 628 h 728"/>
                <a:gd name="T64" fmla="*/ 704 w 724"/>
                <a:gd name="T65" fmla="*/ 616 h 728"/>
                <a:gd name="T66" fmla="*/ 704 w 724"/>
                <a:gd name="T67" fmla="*/ 616 h 728"/>
                <a:gd name="T68" fmla="*/ 680 w 724"/>
                <a:gd name="T69" fmla="*/ 686 h 728"/>
                <a:gd name="T70" fmla="*/ 680 w 724"/>
                <a:gd name="T71" fmla="*/ 686 h 728"/>
                <a:gd name="T72" fmla="*/ 670 w 724"/>
                <a:gd name="T73" fmla="*/ 692 h 728"/>
                <a:gd name="T74" fmla="*/ 658 w 724"/>
                <a:gd name="T75" fmla="*/ 694 h 728"/>
                <a:gd name="T76" fmla="*/ 648 w 724"/>
                <a:gd name="T77" fmla="*/ 692 h 728"/>
                <a:gd name="T78" fmla="*/ 642 w 724"/>
                <a:gd name="T79" fmla="*/ 690 h 728"/>
                <a:gd name="T80" fmla="*/ 638 w 724"/>
                <a:gd name="T81" fmla="*/ 686 h 728"/>
                <a:gd name="T82" fmla="*/ 638 w 724"/>
                <a:gd name="T83" fmla="*/ 686 h 728"/>
                <a:gd name="T84" fmla="*/ 632 w 724"/>
                <a:gd name="T85" fmla="*/ 676 h 728"/>
                <a:gd name="T86" fmla="*/ 630 w 724"/>
                <a:gd name="T87" fmla="*/ 664 h 728"/>
                <a:gd name="T88" fmla="*/ 632 w 724"/>
                <a:gd name="T89" fmla="*/ 654 h 728"/>
                <a:gd name="T90" fmla="*/ 638 w 724"/>
                <a:gd name="T91" fmla="*/ 644 h 728"/>
                <a:gd name="T92" fmla="*/ 638 w 724"/>
                <a:gd name="T93" fmla="*/ 644 h 728"/>
                <a:gd name="T94" fmla="*/ 648 w 724"/>
                <a:gd name="T95" fmla="*/ 638 h 728"/>
                <a:gd name="T96" fmla="*/ 658 w 724"/>
                <a:gd name="T97" fmla="*/ 636 h 728"/>
                <a:gd name="T98" fmla="*/ 670 w 724"/>
                <a:gd name="T99" fmla="*/ 638 h 728"/>
                <a:gd name="T100" fmla="*/ 680 w 724"/>
                <a:gd name="T101" fmla="*/ 644 h 728"/>
                <a:gd name="T102" fmla="*/ 680 w 724"/>
                <a:gd name="T103" fmla="*/ 644 h 728"/>
                <a:gd name="T104" fmla="*/ 686 w 724"/>
                <a:gd name="T105" fmla="*/ 654 h 728"/>
                <a:gd name="T106" fmla="*/ 688 w 724"/>
                <a:gd name="T107" fmla="*/ 664 h 728"/>
                <a:gd name="T108" fmla="*/ 686 w 724"/>
                <a:gd name="T109" fmla="*/ 676 h 728"/>
                <a:gd name="T110" fmla="*/ 684 w 724"/>
                <a:gd name="T111" fmla="*/ 680 h 728"/>
                <a:gd name="T112" fmla="*/ 680 w 724"/>
                <a:gd name="T113" fmla="*/ 686 h 728"/>
                <a:gd name="T114" fmla="*/ 680 w 724"/>
                <a:gd name="T115" fmla="*/ 686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4" h="728">
                  <a:moveTo>
                    <a:pt x="704" y="616"/>
                  </a:moveTo>
                  <a:lnTo>
                    <a:pt x="706" y="616"/>
                  </a:lnTo>
                  <a:lnTo>
                    <a:pt x="322" y="232"/>
                  </a:lnTo>
                  <a:lnTo>
                    <a:pt x="322" y="50"/>
                  </a:lnTo>
                  <a:lnTo>
                    <a:pt x="136" y="0"/>
                  </a:lnTo>
                  <a:lnTo>
                    <a:pt x="116" y="20"/>
                  </a:lnTo>
                  <a:lnTo>
                    <a:pt x="214" y="118"/>
                  </a:lnTo>
                  <a:lnTo>
                    <a:pt x="118" y="214"/>
                  </a:lnTo>
                  <a:lnTo>
                    <a:pt x="20" y="116"/>
                  </a:lnTo>
                  <a:lnTo>
                    <a:pt x="0" y="136"/>
                  </a:lnTo>
                  <a:lnTo>
                    <a:pt x="50" y="322"/>
                  </a:lnTo>
                  <a:lnTo>
                    <a:pt x="226" y="322"/>
                  </a:lnTo>
                  <a:lnTo>
                    <a:pt x="226" y="322"/>
                  </a:lnTo>
                  <a:lnTo>
                    <a:pt x="610" y="710"/>
                  </a:lnTo>
                  <a:lnTo>
                    <a:pt x="612" y="710"/>
                  </a:lnTo>
                  <a:lnTo>
                    <a:pt x="612" y="710"/>
                  </a:lnTo>
                  <a:lnTo>
                    <a:pt x="622" y="718"/>
                  </a:lnTo>
                  <a:lnTo>
                    <a:pt x="634" y="724"/>
                  </a:lnTo>
                  <a:lnTo>
                    <a:pt x="646" y="728"/>
                  </a:lnTo>
                  <a:lnTo>
                    <a:pt x="658" y="728"/>
                  </a:lnTo>
                  <a:lnTo>
                    <a:pt x="670" y="728"/>
                  </a:lnTo>
                  <a:lnTo>
                    <a:pt x="682" y="724"/>
                  </a:lnTo>
                  <a:lnTo>
                    <a:pt x="694" y="718"/>
                  </a:lnTo>
                  <a:lnTo>
                    <a:pt x="704" y="710"/>
                  </a:lnTo>
                  <a:lnTo>
                    <a:pt x="704" y="710"/>
                  </a:lnTo>
                  <a:lnTo>
                    <a:pt x="712" y="700"/>
                  </a:lnTo>
                  <a:lnTo>
                    <a:pt x="718" y="688"/>
                  </a:lnTo>
                  <a:lnTo>
                    <a:pt x="722" y="676"/>
                  </a:lnTo>
                  <a:lnTo>
                    <a:pt x="724" y="664"/>
                  </a:lnTo>
                  <a:lnTo>
                    <a:pt x="722" y="652"/>
                  </a:lnTo>
                  <a:lnTo>
                    <a:pt x="718" y="638"/>
                  </a:lnTo>
                  <a:lnTo>
                    <a:pt x="712" y="628"/>
                  </a:lnTo>
                  <a:lnTo>
                    <a:pt x="704" y="616"/>
                  </a:lnTo>
                  <a:lnTo>
                    <a:pt x="704" y="616"/>
                  </a:lnTo>
                  <a:close/>
                  <a:moveTo>
                    <a:pt x="680" y="686"/>
                  </a:moveTo>
                  <a:lnTo>
                    <a:pt x="680" y="686"/>
                  </a:lnTo>
                  <a:lnTo>
                    <a:pt x="670" y="692"/>
                  </a:lnTo>
                  <a:lnTo>
                    <a:pt x="658" y="694"/>
                  </a:lnTo>
                  <a:lnTo>
                    <a:pt x="648" y="692"/>
                  </a:lnTo>
                  <a:lnTo>
                    <a:pt x="642" y="690"/>
                  </a:lnTo>
                  <a:lnTo>
                    <a:pt x="638" y="686"/>
                  </a:lnTo>
                  <a:lnTo>
                    <a:pt x="638" y="686"/>
                  </a:lnTo>
                  <a:lnTo>
                    <a:pt x="632" y="676"/>
                  </a:lnTo>
                  <a:lnTo>
                    <a:pt x="630" y="664"/>
                  </a:lnTo>
                  <a:lnTo>
                    <a:pt x="632" y="654"/>
                  </a:lnTo>
                  <a:lnTo>
                    <a:pt x="638" y="644"/>
                  </a:lnTo>
                  <a:lnTo>
                    <a:pt x="638" y="644"/>
                  </a:lnTo>
                  <a:lnTo>
                    <a:pt x="648" y="638"/>
                  </a:lnTo>
                  <a:lnTo>
                    <a:pt x="658" y="636"/>
                  </a:lnTo>
                  <a:lnTo>
                    <a:pt x="670" y="638"/>
                  </a:lnTo>
                  <a:lnTo>
                    <a:pt x="680" y="644"/>
                  </a:lnTo>
                  <a:lnTo>
                    <a:pt x="680" y="644"/>
                  </a:lnTo>
                  <a:lnTo>
                    <a:pt x="686" y="654"/>
                  </a:lnTo>
                  <a:lnTo>
                    <a:pt x="688" y="664"/>
                  </a:lnTo>
                  <a:lnTo>
                    <a:pt x="686" y="676"/>
                  </a:lnTo>
                  <a:lnTo>
                    <a:pt x="684" y="680"/>
                  </a:lnTo>
                  <a:lnTo>
                    <a:pt x="680" y="686"/>
                  </a:lnTo>
                  <a:lnTo>
                    <a:pt x="680" y="68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42" name="组 84">
            <a:extLst>
              <a:ext uri="{FF2B5EF4-FFF2-40B4-BE49-F238E27FC236}">
                <a16:creationId xmlns:a16="http://schemas.microsoft.com/office/drawing/2014/main" id="{AF90F31E-D920-50EE-5246-57C2E04A2039}"/>
              </a:ext>
            </a:extLst>
          </p:cNvPr>
          <p:cNvGrpSpPr/>
          <p:nvPr/>
        </p:nvGrpSpPr>
        <p:grpSpPr>
          <a:xfrm>
            <a:off x="9899352" y="3380291"/>
            <a:ext cx="611016" cy="577988"/>
            <a:chOff x="4321175" y="111125"/>
            <a:chExt cx="704850" cy="666750"/>
          </a:xfrm>
          <a:solidFill>
            <a:schemeClr val="bg1"/>
          </a:solidFill>
          <a:effectLst/>
        </p:grpSpPr>
        <p:sp>
          <p:nvSpPr>
            <p:cNvPr id="43" name="Freeform 34">
              <a:extLst>
                <a:ext uri="{FF2B5EF4-FFF2-40B4-BE49-F238E27FC236}">
                  <a16:creationId xmlns:a16="http://schemas.microsoft.com/office/drawing/2014/main" id="{668E254A-CCBD-DB12-1DE6-D824A365F9A5}"/>
                </a:ext>
              </a:extLst>
            </p:cNvPr>
            <p:cNvSpPr>
              <a:spLocks noEditPoints="1"/>
            </p:cNvSpPr>
            <p:nvPr/>
          </p:nvSpPr>
          <p:spPr bwMode="auto">
            <a:xfrm>
              <a:off x="4321175" y="111125"/>
              <a:ext cx="704850" cy="666750"/>
            </a:xfrm>
            <a:custGeom>
              <a:avLst/>
              <a:gdLst/>
              <a:ahLst/>
              <a:cxnLst>
                <a:cxn ang="0">
                  <a:pos x="444" y="0"/>
                </a:cxn>
                <a:cxn ang="0">
                  <a:pos x="0" y="0"/>
                </a:cxn>
                <a:cxn ang="0">
                  <a:pos x="0" y="54"/>
                </a:cxn>
                <a:cxn ang="0">
                  <a:pos x="36" y="54"/>
                </a:cxn>
                <a:cxn ang="0">
                  <a:pos x="36" y="330"/>
                </a:cxn>
                <a:cxn ang="0">
                  <a:pos x="194" y="330"/>
                </a:cxn>
                <a:cxn ang="0">
                  <a:pos x="194" y="368"/>
                </a:cxn>
                <a:cxn ang="0">
                  <a:pos x="194" y="368"/>
                </a:cxn>
                <a:cxn ang="0">
                  <a:pos x="172" y="374"/>
                </a:cxn>
                <a:cxn ang="0">
                  <a:pos x="154" y="382"/>
                </a:cxn>
                <a:cxn ang="0">
                  <a:pos x="148" y="386"/>
                </a:cxn>
                <a:cxn ang="0">
                  <a:pos x="144" y="392"/>
                </a:cxn>
                <a:cxn ang="0">
                  <a:pos x="140" y="398"/>
                </a:cxn>
                <a:cxn ang="0">
                  <a:pos x="140" y="404"/>
                </a:cxn>
                <a:cxn ang="0">
                  <a:pos x="140" y="404"/>
                </a:cxn>
                <a:cxn ang="0">
                  <a:pos x="142" y="408"/>
                </a:cxn>
                <a:cxn ang="0">
                  <a:pos x="146" y="410"/>
                </a:cxn>
                <a:cxn ang="0">
                  <a:pos x="166" y="416"/>
                </a:cxn>
                <a:cxn ang="0">
                  <a:pos x="192" y="418"/>
                </a:cxn>
                <a:cxn ang="0">
                  <a:pos x="222" y="420"/>
                </a:cxn>
                <a:cxn ang="0">
                  <a:pos x="252" y="418"/>
                </a:cxn>
                <a:cxn ang="0">
                  <a:pos x="278" y="416"/>
                </a:cxn>
                <a:cxn ang="0">
                  <a:pos x="298" y="410"/>
                </a:cxn>
                <a:cxn ang="0">
                  <a:pos x="302" y="408"/>
                </a:cxn>
                <a:cxn ang="0">
                  <a:pos x="304" y="404"/>
                </a:cxn>
                <a:cxn ang="0">
                  <a:pos x="304" y="404"/>
                </a:cxn>
                <a:cxn ang="0">
                  <a:pos x="304" y="398"/>
                </a:cxn>
                <a:cxn ang="0">
                  <a:pos x="300" y="392"/>
                </a:cxn>
                <a:cxn ang="0">
                  <a:pos x="296" y="386"/>
                </a:cxn>
                <a:cxn ang="0">
                  <a:pos x="290" y="382"/>
                </a:cxn>
                <a:cxn ang="0">
                  <a:pos x="272" y="374"/>
                </a:cxn>
                <a:cxn ang="0">
                  <a:pos x="250" y="368"/>
                </a:cxn>
                <a:cxn ang="0">
                  <a:pos x="250" y="330"/>
                </a:cxn>
                <a:cxn ang="0">
                  <a:pos x="408" y="330"/>
                </a:cxn>
                <a:cxn ang="0">
                  <a:pos x="408" y="54"/>
                </a:cxn>
                <a:cxn ang="0">
                  <a:pos x="444" y="54"/>
                </a:cxn>
                <a:cxn ang="0">
                  <a:pos x="444" y="0"/>
                </a:cxn>
                <a:cxn ang="0">
                  <a:pos x="444" y="0"/>
                </a:cxn>
                <a:cxn ang="0">
                  <a:pos x="378" y="300"/>
                </a:cxn>
                <a:cxn ang="0">
                  <a:pos x="66" y="300"/>
                </a:cxn>
                <a:cxn ang="0">
                  <a:pos x="66" y="56"/>
                </a:cxn>
                <a:cxn ang="0">
                  <a:pos x="378" y="56"/>
                </a:cxn>
                <a:cxn ang="0">
                  <a:pos x="378" y="300"/>
                </a:cxn>
                <a:cxn ang="0">
                  <a:pos x="378" y="300"/>
                </a:cxn>
              </a:cxnLst>
              <a:rect l="0" t="0" r="r" b="b"/>
              <a:pathLst>
                <a:path w="444" h="420">
                  <a:moveTo>
                    <a:pt x="444" y="0"/>
                  </a:moveTo>
                  <a:lnTo>
                    <a:pt x="0" y="0"/>
                  </a:lnTo>
                  <a:lnTo>
                    <a:pt x="0" y="54"/>
                  </a:lnTo>
                  <a:lnTo>
                    <a:pt x="36" y="54"/>
                  </a:lnTo>
                  <a:lnTo>
                    <a:pt x="36" y="330"/>
                  </a:lnTo>
                  <a:lnTo>
                    <a:pt x="194" y="330"/>
                  </a:lnTo>
                  <a:lnTo>
                    <a:pt x="194" y="368"/>
                  </a:lnTo>
                  <a:lnTo>
                    <a:pt x="194" y="368"/>
                  </a:lnTo>
                  <a:lnTo>
                    <a:pt x="172" y="374"/>
                  </a:lnTo>
                  <a:lnTo>
                    <a:pt x="154" y="382"/>
                  </a:lnTo>
                  <a:lnTo>
                    <a:pt x="148" y="386"/>
                  </a:lnTo>
                  <a:lnTo>
                    <a:pt x="144" y="392"/>
                  </a:lnTo>
                  <a:lnTo>
                    <a:pt x="140" y="398"/>
                  </a:lnTo>
                  <a:lnTo>
                    <a:pt x="140" y="404"/>
                  </a:lnTo>
                  <a:lnTo>
                    <a:pt x="140" y="404"/>
                  </a:lnTo>
                  <a:lnTo>
                    <a:pt x="142" y="408"/>
                  </a:lnTo>
                  <a:lnTo>
                    <a:pt x="146" y="410"/>
                  </a:lnTo>
                  <a:lnTo>
                    <a:pt x="166" y="416"/>
                  </a:lnTo>
                  <a:lnTo>
                    <a:pt x="192" y="418"/>
                  </a:lnTo>
                  <a:lnTo>
                    <a:pt x="222" y="420"/>
                  </a:lnTo>
                  <a:lnTo>
                    <a:pt x="252" y="418"/>
                  </a:lnTo>
                  <a:lnTo>
                    <a:pt x="278" y="416"/>
                  </a:lnTo>
                  <a:lnTo>
                    <a:pt x="298" y="410"/>
                  </a:lnTo>
                  <a:lnTo>
                    <a:pt x="302" y="408"/>
                  </a:lnTo>
                  <a:lnTo>
                    <a:pt x="304" y="404"/>
                  </a:lnTo>
                  <a:lnTo>
                    <a:pt x="304" y="404"/>
                  </a:lnTo>
                  <a:lnTo>
                    <a:pt x="304" y="398"/>
                  </a:lnTo>
                  <a:lnTo>
                    <a:pt x="300" y="392"/>
                  </a:lnTo>
                  <a:lnTo>
                    <a:pt x="296" y="386"/>
                  </a:lnTo>
                  <a:lnTo>
                    <a:pt x="290" y="382"/>
                  </a:lnTo>
                  <a:lnTo>
                    <a:pt x="272" y="374"/>
                  </a:lnTo>
                  <a:lnTo>
                    <a:pt x="250" y="368"/>
                  </a:lnTo>
                  <a:lnTo>
                    <a:pt x="250" y="330"/>
                  </a:lnTo>
                  <a:lnTo>
                    <a:pt x="408" y="330"/>
                  </a:lnTo>
                  <a:lnTo>
                    <a:pt x="408" y="54"/>
                  </a:lnTo>
                  <a:lnTo>
                    <a:pt x="444" y="54"/>
                  </a:lnTo>
                  <a:lnTo>
                    <a:pt x="444" y="0"/>
                  </a:lnTo>
                  <a:lnTo>
                    <a:pt x="444" y="0"/>
                  </a:lnTo>
                  <a:close/>
                  <a:moveTo>
                    <a:pt x="378" y="300"/>
                  </a:moveTo>
                  <a:lnTo>
                    <a:pt x="66" y="300"/>
                  </a:lnTo>
                  <a:lnTo>
                    <a:pt x="66" y="56"/>
                  </a:lnTo>
                  <a:lnTo>
                    <a:pt x="378" y="56"/>
                  </a:lnTo>
                  <a:lnTo>
                    <a:pt x="378" y="300"/>
                  </a:lnTo>
                  <a:lnTo>
                    <a:pt x="378" y="30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44" name="Rectangle 35">
              <a:extLst>
                <a:ext uri="{FF2B5EF4-FFF2-40B4-BE49-F238E27FC236}">
                  <a16:creationId xmlns:a16="http://schemas.microsoft.com/office/drawing/2014/main" id="{D32851CB-F229-8E86-2540-1CACC82BE32E}"/>
                </a:ext>
              </a:extLst>
            </p:cNvPr>
            <p:cNvSpPr>
              <a:spLocks noChangeArrowheads="1"/>
            </p:cNvSpPr>
            <p:nvPr/>
          </p:nvSpPr>
          <p:spPr bwMode="auto">
            <a:xfrm>
              <a:off x="4476750" y="276225"/>
              <a:ext cx="139700" cy="142875"/>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5" name="Rectangle 36">
              <a:extLst>
                <a:ext uri="{FF2B5EF4-FFF2-40B4-BE49-F238E27FC236}">
                  <a16:creationId xmlns:a16="http://schemas.microsoft.com/office/drawing/2014/main" id="{60A6A7F3-A0E4-36F4-A207-AC89B8E3643A}"/>
                </a:ext>
              </a:extLst>
            </p:cNvPr>
            <p:cNvSpPr>
              <a:spLocks noChangeArrowheads="1"/>
            </p:cNvSpPr>
            <p:nvPr/>
          </p:nvSpPr>
          <p:spPr bwMode="auto">
            <a:xfrm>
              <a:off x="4667250" y="276225"/>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6" name="Rectangle 37">
              <a:extLst>
                <a:ext uri="{FF2B5EF4-FFF2-40B4-BE49-F238E27FC236}">
                  <a16:creationId xmlns:a16="http://schemas.microsoft.com/office/drawing/2014/main" id="{852C30E8-76FC-39D3-A33B-CC45F61E2DD2}"/>
                </a:ext>
              </a:extLst>
            </p:cNvPr>
            <p:cNvSpPr>
              <a:spLocks noChangeArrowheads="1"/>
            </p:cNvSpPr>
            <p:nvPr/>
          </p:nvSpPr>
          <p:spPr bwMode="auto">
            <a:xfrm>
              <a:off x="4667250" y="368300"/>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7" name="Rectangle 38">
              <a:extLst>
                <a:ext uri="{FF2B5EF4-FFF2-40B4-BE49-F238E27FC236}">
                  <a16:creationId xmlns:a16="http://schemas.microsoft.com/office/drawing/2014/main" id="{77C08BCE-DF8F-2714-0188-CF9ABA15FEC8}"/>
                </a:ext>
              </a:extLst>
            </p:cNvPr>
            <p:cNvSpPr>
              <a:spLocks noChangeArrowheads="1"/>
            </p:cNvSpPr>
            <p:nvPr/>
          </p:nvSpPr>
          <p:spPr bwMode="auto">
            <a:xfrm>
              <a:off x="4476750" y="460375"/>
              <a:ext cx="3937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grpSp>
      <p:sp>
        <p:nvSpPr>
          <p:cNvPr id="48" name="文本框 47">
            <a:extLst>
              <a:ext uri="{FF2B5EF4-FFF2-40B4-BE49-F238E27FC236}">
                <a16:creationId xmlns:a16="http://schemas.microsoft.com/office/drawing/2014/main" id="{89909D78-2A60-1D1F-0CB8-5E5DE9E8C67C}"/>
              </a:ext>
            </a:extLst>
          </p:cNvPr>
          <p:cNvSpPr txBox="1"/>
          <p:nvPr/>
        </p:nvSpPr>
        <p:spPr>
          <a:xfrm>
            <a:off x="588825"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49" name="矩形 48">
            <a:extLst>
              <a:ext uri="{FF2B5EF4-FFF2-40B4-BE49-F238E27FC236}">
                <a16:creationId xmlns:a16="http://schemas.microsoft.com/office/drawing/2014/main" id="{1F7BD576-0E8E-347F-1A7C-D2CA9FCE1339}"/>
              </a:ext>
            </a:extLst>
          </p:cNvPr>
          <p:cNvSpPr/>
          <p:nvPr/>
        </p:nvSpPr>
        <p:spPr>
          <a:xfrm>
            <a:off x="588825"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0" name="文本框 49">
            <a:extLst>
              <a:ext uri="{FF2B5EF4-FFF2-40B4-BE49-F238E27FC236}">
                <a16:creationId xmlns:a16="http://schemas.microsoft.com/office/drawing/2014/main" id="{AD145256-93F5-E6F2-56A3-BD81F438E780}"/>
              </a:ext>
            </a:extLst>
          </p:cNvPr>
          <p:cNvSpPr txBox="1"/>
          <p:nvPr/>
        </p:nvSpPr>
        <p:spPr>
          <a:xfrm>
            <a:off x="4793773"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1" name="矩形 50">
            <a:extLst>
              <a:ext uri="{FF2B5EF4-FFF2-40B4-BE49-F238E27FC236}">
                <a16:creationId xmlns:a16="http://schemas.microsoft.com/office/drawing/2014/main" id="{50569153-0648-7EE9-9A94-C5EF832E5ACC}"/>
              </a:ext>
            </a:extLst>
          </p:cNvPr>
          <p:cNvSpPr/>
          <p:nvPr/>
        </p:nvSpPr>
        <p:spPr>
          <a:xfrm>
            <a:off x="4793773"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2" name="文本框 51">
            <a:extLst>
              <a:ext uri="{FF2B5EF4-FFF2-40B4-BE49-F238E27FC236}">
                <a16:creationId xmlns:a16="http://schemas.microsoft.com/office/drawing/2014/main" id="{7A8A0AE0-8E18-8081-5B9B-8FDDDA98C7F5}"/>
              </a:ext>
            </a:extLst>
          </p:cNvPr>
          <p:cNvSpPr txBox="1"/>
          <p:nvPr/>
        </p:nvSpPr>
        <p:spPr>
          <a:xfrm>
            <a:off x="9138848"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3" name="矩形 52">
            <a:extLst>
              <a:ext uri="{FF2B5EF4-FFF2-40B4-BE49-F238E27FC236}">
                <a16:creationId xmlns:a16="http://schemas.microsoft.com/office/drawing/2014/main" id="{DEABBA7B-7BCF-1AF8-BD8C-6501D03F5039}"/>
              </a:ext>
            </a:extLst>
          </p:cNvPr>
          <p:cNvSpPr/>
          <p:nvPr/>
        </p:nvSpPr>
        <p:spPr>
          <a:xfrm>
            <a:off x="9138848"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4" name="文本框 53">
            <a:extLst>
              <a:ext uri="{FF2B5EF4-FFF2-40B4-BE49-F238E27FC236}">
                <a16:creationId xmlns:a16="http://schemas.microsoft.com/office/drawing/2014/main" id="{2725965E-D9E7-986D-FFCC-626A65023A7C}"/>
              </a:ext>
            </a:extLst>
          </p:cNvPr>
          <p:cNvSpPr txBox="1"/>
          <p:nvPr/>
        </p:nvSpPr>
        <p:spPr>
          <a:xfrm>
            <a:off x="6936916"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5" name="矩形 54">
            <a:extLst>
              <a:ext uri="{FF2B5EF4-FFF2-40B4-BE49-F238E27FC236}">
                <a16:creationId xmlns:a16="http://schemas.microsoft.com/office/drawing/2014/main" id="{A5C6F089-07F1-082D-1B56-1206D7C8530C}"/>
              </a:ext>
            </a:extLst>
          </p:cNvPr>
          <p:cNvSpPr/>
          <p:nvPr/>
        </p:nvSpPr>
        <p:spPr>
          <a:xfrm>
            <a:off x="6936916"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6" name="文本框 55">
            <a:extLst>
              <a:ext uri="{FF2B5EF4-FFF2-40B4-BE49-F238E27FC236}">
                <a16:creationId xmlns:a16="http://schemas.microsoft.com/office/drawing/2014/main" id="{32DCF397-EFBE-9B5F-0218-38E69C47F631}"/>
              </a:ext>
            </a:extLst>
          </p:cNvPr>
          <p:cNvSpPr txBox="1"/>
          <p:nvPr/>
        </p:nvSpPr>
        <p:spPr>
          <a:xfrm>
            <a:off x="2792125"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7" name="矩形 56">
            <a:extLst>
              <a:ext uri="{FF2B5EF4-FFF2-40B4-BE49-F238E27FC236}">
                <a16:creationId xmlns:a16="http://schemas.microsoft.com/office/drawing/2014/main" id="{DD2E467D-57CF-97F4-DC72-A254BCD52B86}"/>
              </a:ext>
            </a:extLst>
          </p:cNvPr>
          <p:cNvSpPr/>
          <p:nvPr/>
        </p:nvSpPr>
        <p:spPr>
          <a:xfrm>
            <a:off x="2792125"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2" name="任意多边形 19">
            <a:extLst>
              <a:ext uri="{FF2B5EF4-FFF2-40B4-BE49-F238E27FC236}">
                <a16:creationId xmlns:a16="http://schemas.microsoft.com/office/drawing/2014/main" id="{3927B935-30EC-F6B9-BA7D-09D6C2A709BC}"/>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788A9A10-F697-E2C5-75D7-91724222CD4D}"/>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161B494B-45F2-63AD-0FAA-0C7A984A82CD}"/>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AF67261A-4AD6-82C6-8E72-40ECC6FC1777}"/>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89CFAA14-B024-745C-08EB-219FB555994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5BE3E1D2-A68F-4510-F2DF-E8ACB59BDFA1}"/>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8" name="文本占位符 33">
            <a:extLst>
              <a:ext uri="{FF2B5EF4-FFF2-40B4-BE49-F238E27FC236}">
                <a16:creationId xmlns:a16="http://schemas.microsoft.com/office/drawing/2014/main" id="{BF860834-ABC8-4042-673B-FB1D08270EC2}"/>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11122626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graphicFrame>
        <p:nvGraphicFramePr>
          <p:cNvPr id="13" name="图表 12">
            <a:extLst>
              <a:ext uri="{FF2B5EF4-FFF2-40B4-BE49-F238E27FC236}">
                <a16:creationId xmlns:a16="http://schemas.microsoft.com/office/drawing/2014/main" id="{EA96DBCB-5C90-8781-C6BF-55324A1A022C}"/>
              </a:ext>
            </a:extLst>
          </p:cNvPr>
          <p:cNvGraphicFramePr/>
          <p:nvPr>
            <p:extLst>
              <p:ext uri="{D42A27DB-BD31-4B8C-83A1-F6EECF244321}">
                <p14:modId xmlns:p14="http://schemas.microsoft.com/office/powerpoint/2010/main" val="3514732628"/>
              </p:ext>
            </p:extLst>
          </p:nvPr>
        </p:nvGraphicFramePr>
        <p:xfrm>
          <a:off x="4667250" y="1066749"/>
          <a:ext cx="7073900"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14" name="文本框 13">
            <a:extLst>
              <a:ext uri="{FF2B5EF4-FFF2-40B4-BE49-F238E27FC236}">
                <a16:creationId xmlns:a16="http://schemas.microsoft.com/office/drawing/2014/main" id="{E00D3B58-7B05-1318-BC72-A5D57DACEB9B}"/>
              </a:ext>
            </a:extLst>
          </p:cNvPr>
          <p:cNvSpPr txBox="1"/>
          <p:nvPr/>
        </p:nvSpPr>
        <p:spPr>
          <a:xfrm>
            <a:off x="1522955" y="3470572"/>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5" name="矩形 14">
            <a:extLst>
              <a:ext uri="{FF2B5EF4-FFF2-40B4-BE49-F238E27FC236}">
                <a16:creationId xmlns:a16="http://schemas.microsoft.com/office/drawing/2014/main" id="{1C81DC61-21C4-1F02-05C7-4313D4699761}"/>
              </a:ext>
            </a:extLst>
          </p:cNvPr>
          <p:cNvSpPr/>
          <p:nvPr/>
        </p:nvSpPr>
        <p:spPr>
          <a:xfrm>
            <a:off x="1522955" y="3070462"/>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16" name="文本框 15">
            <a:extLst>
              <a:ext uri="{FF2B5EF4-FFF2-40B4-BE49-F238E27FC236}">
                <a16:creationId xmlns:a16="http://schemas.microsoft.com/office/drawing/2014/main" id="{FF83A840-98F0-F89C-C1C7-1210A82A02CA}"/>
              </a:ext>
            </a:extLst>
          </p:cNvPr>
          <p:cNvSpPr txBox="1"/>
          <p:nvPr/>
        </p:nvSpPr>
        <p:spPr>
          <a:xfrm>
            <a:off x="1522955" y="510178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7" name="矩形 16">
            <a:extLst>
              <a:ext uri="{FF2B5EF4-FFF2-40B4-BE49-F238E27FC236}">
                <a16:creationId xmlns:a16="http://schemas.microsoft.com/office/drawing/2014/main" id="{D029E13C-79F2-0925-032A-972CEFCC8D93}"/>
              </a:ext>
            </a:extLst>
          </p:cNvPr>
          <p:cNvSpPr/>
          <p:nvPr/>
        </p:nvSpPr>
        <p:spPr>
          <a:xfrm>
            <a:off x="1522955" y="4701679"/>
            <a:ext cx="2236510" cy="400110"/>
          </a:xfrm>
          <a:prstGeom prst="rect">
            <a:avLst/>
          </a:prstGeom>
        </p:spPr>
        <p:txBody>
          <a:bodyPr wrap="none">
            <a:spAutoFit/>
          </a:bodyPr>
          <a:lstStyle/>
          <a:p>
            <a:r>
              <a:rPr lang="zh-CN" altLang="en-US" sz="2000" b="1" dirty="0">
                <a:solidFill>
                  <a:schemeClr val="accent5"/>
                </a:solidFill>
                <a:cs typeface="+mn-ea"/>
                <a:sym typeface="+mn-lt"/>
              </a:rPr>
              <a:t>这里添加文字标题</a:t>
            </a:r>
            <a:endParaRPr lang="zh-CN" altLang="en-US" sz="2000" dirty="0">
              <a:solidFill>
                <a:schemeClr val="accent5"/>
              </a:solidFill>
              <a:cs typeface="+mn-ea"/>
              <a:sym typeface="+mn-lt"/>
            </a:endParaRPr>
          </a:p>
        </p:txBody>
      </p:sp>
      <p:sp>
        <p:nvSpPr>
          <p:cNvPr id="18" name="KSO_Shape">
            <a:extLst>
              <a:ext uri="{FF2B5EF4-FFF2-40B4-BE49-F238E27FC236}">
                <a16:creationId xmlns:a16="http://schemas.microsoft.com/office/drawing/2014/main" id="{6326DB1D-15BC-C4F0-20B2-1DF5DE475A52}"/>
              </a:ext>
            </a:extLst>
          </p:cNvPr>
          <p:cNvSpPr/>
          <p:nvPr/>
        </p:nvSpPr>
        <p:spPr bwMode="auto">
          <a:xfrm>
            <a:off x="616376" y="1887319"/>
            <a:ext cx="800100" cy="784098"/>
          </a:xfrm>
          <a:custGeom>
            <a:avLst/>
            <a:gdLst>
              <a:gd name="T0" fmla="*/ 2166826 w 3073399"/>
              <a:gd name="T1" fmla="*/ 1987218 h 3009901"/>
              <a:gd name="T2" fmla="*/ 2210027 w 3073399"/>
              <a:gd name="T3" fmla="*/ 2130672 h 3009901"/>
              <a:gd name="T4" fmla="*/ 2105838 w 3073399"/>
              <a:gd name="T5" fmla="*/ 2235088 h 3009901"/>
              <a:gd name="T6" fmla="*/ 2217333 w 3073399"/>
              <a:gd name="T7" fmla="*/ 2248101 h 3009901"/>
              <a:gd name="T8" fmla="*/ 3043858 w 3073399"/>
              <a:gd name="T9" fmla="*/ 2189069 h 3009901"/>
              <a:gd name="T10" fmla="*/ 3067364 w 3073399"/>
              <a:gd name="T11" fmla="*/ 2325540 h 3009901"/>
              <a:gd name="T12" fmla="*/ 2986681 w 3073399"/>
              <a:gd name="T13" fmla="*/ 2419166 h 3009901"/>
              <a:gd name="T14" fmla="*/ 1073158 w 3073399"/>
              <a:gd name="T15" fmla="*/ 2720355 h 3009901"/>
              <a:gd name="T16" fmla="*/ 622407 w 3073399"/>
              <a:gd name="T17" fmla="*/ 1982922 h 3009901"/>
              <a:gd name="T18" fmla="*/ 593524 w 3073399"/>
              <a:gd name="T19" fmla="*/ 2101163 h 3009901"/>
              <a:gd name="T20" fmla="*/ 682077 w 3073399"/>
              <a:gd name="T21" fmla="*/ 2181579 h 3009901"/>
              <a:gd name="T22" fmla="*/ 796338 w 3073399"/>
              <a:gd name="T23" fmla="*/ 2140894 h 3009901"/>
              <a:gd name="T24" fmla="*/ 814112 w 3073399"/>
              <a:gd name="T25" fmla="*/ 2020111 h 3009901"/>
              <a:gd name="T26" fmla="*/ 717625 w 3073399"/>
              <a:gd name="T27" fmla="*/ 1948912 h 3009901"/>
              <a:gd name="T28" fmla="*/ 1746106 w 3073399"/>
              <a:gd name="T29" fmla="*/ 1195455 h 3009901"/>
              <a:gd name="T30" fmla="*/ 1690575 w 3073399"/>
              <a:gd name="T31" fmla="*/ 1270442 h 3009901"/>
              <a:gd name="T32" fmla="*/ 1789578 w 3073399"/>
              <a:gd name="T33" fmla="*/ 1411202 h 3009901"/>
              <a:gd name="T34" fmla="*/ 1748644 w 3073399"/>
              <a:gd name="T35" fmla="*/ 1427725 h 3009901"/>
              <a:gd name="T36" fmla="*/ 1655353 w 3073399"/>
              <a:gd name="T37" fmla="*/ 1411838 h 3009901"/>
              <a:gd name="T38" fmla="*/ 1855264 w 3073399"/>
              <a:gd name="T39" fmla="*/ 1493815 h 3009901"/>
              <a:gd name="T40" fmla="*/ 1893342 w 3073399"/>
              <a:gd name="T41" fmla="*/ 1417875 h 3009901"/>
              <a:gd name="T42" fmla="*/ 1804492 w 3073399"/>
              <a:gd name="T43" fmla="*/ 1289824 h 3009901"/>
              <a:gd name="T44" fmla="*/ 1850821 w 3073399"/>
              <a:gd name="T45" fmla="*/ 1265040 h 3009901"/>
              <a:gd name="T46" fmla="*/ 1937132 w 3073399"/>
              <a:gd name="T47" fmla="*/ 1279021 h 3009901"/>
              <a:gd name="T48" fmla="*/ 1996153 w 3073399"/>
              <a:gd name="T49" fmla="*/ 1165905 h 3009901"/>
              <a:gd name="T50" fmla="*/ 2009481 w 3073399"/>
              <a:gd name="T51" fmla="*/ 1399128 h 3009901"/>
              <a:gd name="T52" fmla="*/ 1870178 w 3073399"/>
              <a:gd name="T53" fmla="*/ 1586279 h 3009901"/>
              <a:gd name="T54" fmla="*/ 2244614 w 3073399"/>
              <a:gd name="T55" fmla="*/ 1785503 h 3009901"/>
              <a:gd name="T56" fmla="*/ 2319819 w 3073399"/>
              <a:gd name="T57" fmla="*/ 1729263 h 3009901"/>
              <a:gd name="T58" fmla="*/ 2426438 w 3073399"/>
              <a:gd name="T59" fmla="*/ 1356550 h 3009901"/>
              <a:gd name="T60" fmla="*/ 2403591 w 3073399"/>
              <a:gd name="T61" fmla="*/ 1267900 h 3009901"/>
              <a:gd name="T62" fmla="*/ 1379920 w 3073399"/>
              <a:gd name="T63" fmla="*/ 892963 h 3009901"/>
              <a:gd name="T64" fmla="*/ 1113054 w 3073399"/>
              <a:gd name="T65" fmla="*/ 1215790 h 3009901"/>
              <a:gd name="T66" fmla="*/ 1167633 w 3073399"/>
              <a:gd name="T67" fmla="*/ 1294273 h 3009901"/>
              <a:gd name="T68" fmla="*/ 1620448 w 3073399"/>
              <a:gd name="T69" fmla="*/ 1557682 h 3009901"/>
              <a:gd name="T70" fmla="*/ 1567138 w 3073399"/>
              <a:gd name="T71" fmla="*/ 1336533 h 3009901"/>
              <a:gd name="T72" fmla="*/ 1690258 w 3073399"/>
              <a:gd name="T73" fmla="*/ 1125551 h 3009901"/>
              <a:gd name="T74" fmla="*/ 1630284 w 3073399"/>
              <a:gd name="T75" fmla="*/ 966044 h 3009901"/>
              <a:gd name="T76" fmla="*/ 1977749 w 3073399"/>
              <a:gd name="T77" fmla="*/ 1016565 h 3009901"/>
              <a:gd name="T78" fmla="*/ 2126889 w 3073399"/>
              <a:gd name="T79" fmla="*/ 1849370 h 3009901"/>
              <a:gd name="T80" fmla="*/ 1114324 w 3073399"/>
              <a:gd name="T81" fmla="*/ 1422959 h 3009901"/>
              <a:gd name="T82" fmla="*/ 2261492 w 3073399"/>
              <a:gd name="T83" fmla="*/ 424657 h 3009901"/>
              <a:gd name="T84" fmla="*/ 2387119 w 3073399"/>
              <a:gd name="T85" fmla="*/ 478017 h 3009901"/>
              <a:gd name="T86" fmla="*/ 2378236 w 3073399"/>
              <a:gd name="T87" fmla="*/ 506603 h 3009901"/>
              <a:gd name="T88" fmla="*/ 2367450 w 3073399"/>
              <a:gd name="T89" fmla="*/ 546940 h 3009901"/>
              <a:gd name="T90" fmla="*/ 2465477 w 3073399"/>
              <a:gd name="T91" fmla="*/ 453243 h 3009901"/>
              <a:gd name="T92" fmla="*/ 2342705 w 3073399"/>
              <a:gd name="T93" fmla="*/ 411635 h 3009901"/>
              <a:gd name="T94" fmla="*/ 2369671 w 3073399"/>
              <a:gd name="T95" fmla="*/ 410999 h 3009901"/>
              <a:gd name="T96" fmla="*/ 2357616 w 3073399"/>
              <a:gd name="T97" fmla="*/ 340488 h 3009901"/>
              <a:gd name="T98" fmla="*/ 1928390 w 3073399"/>
              <a:gd name="T99" fmla="*/ 431009 h 3009901"/>
              <a:gd name="T100" fmla="*/ 2026417 w 3073399"/>
              <a:gd name="T101" fmla="*/ 723854 h 3009901"/>
              <a:gd name="T102" fmla="*/ 2325892 w 3073399"/>
              <a:gd name="T103" fmla="*/ 621581 h 3009901"/>
              <a:gd name="T104" fmla="*/ 2220251 w 3073399"/>
              <a:gd name="T105" fmla="*/ 500886 h 3009901"/>
              <a:gd name="T106" fmla="*/ 2218982 w 3073399"/>
              <a:gd name="T107" fmla="*/ 333500 h 3009901"/>
              <a:gd name="T108" fmla="*/ 2343340 w 3073399"/>
              <a:gd name="T109" fmla="*/ 248696 h 3009901"/>
              <a:gd name="T110" fmla="*/ 2472774 w 3073399"/>
              <a:gd name="T111" fmla="*/ 328101 h 3009901"/>
              <a:gd name="T112" fmla="*/ 2524801 w 3073399"/>
              <a:gd name="T113" fmla="*/ 488181 h 3009901"/>
              <a:gd name="T114" fmla="*/ 2639008 w 3073399"/>
              <a:gd name="T115" fmla="*/ 537094 h 3009901"/>
              <a:gd name="T116" fmla="*/ 2841724 w 3073399"/>
              <a:gd name="T117" fmla="*/ 369391 h 3009901"/>
              <a:gd name="T118" fmla="*/ 2931186 w 3073399"/>
              <a:gd name="T119" fmla="*/ 467218 h 3009901"/>
              <a:gd name="T120" fmla="*/ 2221520 w 3073399"/>
              <a:gd name="T121" fmla="*/ 758157 h 3009901"/>
              <a:gd name="T122" fmla="*/ 2156168 w 3073399"/>
              <a:gd name="T123" fmla="*/ 242661 h 3009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73399" h="3009901">
                <a:moveTo>
                  <a:pt x="1055687" y="1949450"/>
                </a:moveTo>
                <a:lnTo>
                  <a:pt x="1078240" y="1949450"/>
                </a:lnTo>
                <a:lnTo>
                  <a:pt x="1078927" y="1949450"/>
                </a:lnTo>
                <a:lnTo>
                  <a:pt x="1086499" y="1949450"/>
                </a:lnTo>
                <a:lnTo>
                  <a:pt x="1351101" y="1949450"/>
                </a:lnTo>
                <a:lnTo>
                  <a:pt x="1804388" y="1949450"/>
                </a:lnTo>
                <a:lnTo>
                  <a:pt x="2069625" y="1949450"/>
                </a:lnTo>
                <a:lnTo>
                  <a:pt x="2076931" y="1949450"/>
                </a:lnTo>
                <a:lnTo>
                  <a:pt x="2084237" y="1950085"/>
                </a:lnTo>
                <a:lnTo>
                  <a:pt x="2091543" y="1951355"/>
                </a:lnTo>
                <a:lnTo>
                  <a:pt x="2098532" y="1952307"/>
                </a:lnTo>
                <a:lnTo>
                  <a:pt x="2105838" y="1953894"/>
                </a:lnTo>
                <a:lnTo>
                  <a:pt x="2112508" y="1956115"/>
                </a:lnTo>
                <a:lnTo>
                  <a:pt x="2119496" y="1958337"/>
                </a:lnTo>
                <a:lnTo>
                  <a:pt x="2126167" y="1960876"/>
                </a:lnTo>
                <a:lnTo>
                  <a:pt x="2132202" y="1963732"/>
                </a:lnTo>
                <a:lnTo>
                  <a:pt x="2138555" y="1966906"/>
                </a:lnTo>
                <a:lnTo>
                  <a:pt x="2144591" y="1970397"/>
                </a:lnTo>
                <a:lnTo>
                  <a:pt x="2150626" y="1974206"/>
                </a:lnTo>
                <a:lnTo>
                  <a:pt x="2156344" y="1978331"/>
                </a:lnTo>
                <a:lnTo>
                  <a:pt x="2161744" y="1982775"/>
                </a:lnTo>
                <a:lnTo>
                  <a:pt x="2166826" y="1987218"/>
                </a:lnTo>
                <a:lnTo>
                  <a:pt x="2172226" y="1991979"/>
                </a:lnTo>
                <a:lnTo>
                  <a:pt x="2176991" y="1997057"/>
                </a:lnTo>
                <a:lnTo>
                  <a:pt x="2181438" y="2002135"/>
                </a:lnTo>
                <a:lnTo>
                  <a:pt x="2185568" y="2007847"/>
                </a:lnTo>
                <a:lnTo>
                  <a:pt x="2190015" y="2013243"/>
                </a:lnTo>
                <a:lnTo>
                  <a:pt x="2193826" y="2019273"/>
                </a:lnTo>
                <a:lnTo>
                  <a:pt x="2197321" y="2025620"/>
                </a:lnTo>
                <a:lnTo>
                  <a:pt x="2200497" y="2031651"/>
                </a:lnTo>
                <a:lnTo>
                  <a:pt x="2203038" y="2037998"/>
                </a:lnTo>
                <a:lnTo>
                  <a:pt x="2205897" y="2044663"/>
                </a:lnTo>
                <a:lnTo>
                  <a:pt x="2208121" y="2051328"/>
                </a:lnTo>
                <a:lnTo>
                  <a:pt x="2210027" y="2058310"/>
                </a:lnTo>
                <a:lnTo>
                  <a:pt x="2211615" y="2065292"/>
                </a:lnTo>
                <a:lnTo>
                  <a:pt x="2212886" y="2072592"/>
                </a:lnTo>
                <a:lnTo>
                  <a:pt x="2213838" y="2079892"/>
                </a:lnTo>
                <a:lnTo>
                  <a:pt x="2214474" y="2087191"/>
                </a:lnTo>
                <a:lnTo>
                  <a:pt x="2214791" y="2094491"/>
                </a:lnTo>
                <a:lnTo>
                  <a:pt x="2214474" y="2102108"/>
                </a:lnTo>
                <a:lnTo>
                  <a:pt x="2213838" y="2109408"/>
                </a:lnTo>
                <a:lnTo>
                  <a:pt x="2212886" y="2116707"/>
                </a:lnTo>
                <a:lnTo>
                  <a:pt x="2211615" y="2123689"/>
                </a:lnTo>
                <a:lnTo>
                  <a:pt x="2210027" y="2130672"/>
                </a:lnTo>
                <a:lnTo>
                  <a:pt x="2208121" y="2137654"/>
                </a:lnTo>
                <a:lnTo>
                  <a:pt x="2205897" y="2144319"/>
                </a:lnTo>
                <a:lnTo>
                  <a:pt x="2203038" y="2150984"/>
                </a:lnTo>
                <a:lnTo>
                  <a:pt x="2200497" y="2157649"/>
                </a:lnTo>
                <a:lnTo>
                  <a:pt x="2197321" y="2163996"/>
                </a:lnTo>
                <a:lnTo>
                  <a:pt x="2193826" y="2169709"/>
                </a:lnTo>
                <a:lnTo>
                  <a:pt x="2190015" y="2175739"/>
                </a:lnTo>
                <a:lnTo>
                  <a:pt x="2185568" y="2181452"/>
                </a:lnTo>
                <a:lnTo>
                  <a:pt x="2181438" y="2186847"/>
                </a:lnTo>
                <a:lnTo>
                  <a:pt x="2176991" y="2192243"/>
                </a:lnTo>
                <a:lnTo>
                  <a:pt x="2172226" y="2197003"/>
                </a:lnTo>
                <a:lnTo>
                  <a:pt x="2166826" y="2201764"/>
                </a:lnTo>
                <a:lnTo>
                  <a:pt x="2161744" y="2206524"/>
                </a:lnTo>
                <a:lnTo>
                  <a:pt x="2156344" y="2210968"/>
                </a:lnTo>
                <a:lnTo>
                  <a:pt x="2150626" y="2214776"/>
                </a:lnTo>
                <a:lnTo>
                  <a:pt x="2144591" y="2218585"/>
                </a:lnTo>
                <a:lnTo>
                  <a:pt x="2138555" y="2222076"/>
                </a:lnTo>
                <a:lnTo>
                  <a:pt x="2132202" y="2225250"/>
                </a:lnTo>
                <a:lnTo>
                  <a:pt x="2126167" y="2228423"/>
                </a:lnTo>
                <a:lnTo>
                  <a:pt x="2119496" y="2230645"/>
                </a:lnTo>
                <a:lnTo>
                  <a:pt x="2112508" y="2233184"/>
                </a:lnTo>
                <a:lnTo>
                  <a:pt x="2105838" y="2235088"/>
                </a:lnTo>
                <a:lnTo>
                  <a:pt x="2098532" y="2236675"/>
                </a:lnTo>
                <a:lnTo>
                  <a:pt x="2091543" y="2238262"/>
                </a:lnTo>
                <a:lnTo>
                  <a:pt x="2084237" y="2238897"/>
                </a:lnTo>
                <a:lnTo>
                  <a:pt x="2076931" y="2239531"/>
                </a:lnTo>
                <a:lnTo>
                  <a:pt x="2069625" y="2239531"/>
                </a:lnTo>
                <a:lnTo>
                  <a:pt x="1804388" y="2239531"/>
                </a:lnTo>
                <a:lnTo>
                  <a:pt x="1584256" y="2239531"/>
                </a:lnTo>
                <a:lnTo>
                  <a:pt x="1584256" y="2308085"/>
                </a:lnTo>
                <a:lnTo>
                  <a:pt x="2069625" y="2308085"/>
                </a:lnTo>
                <a:lnTo>
                  <a:pt x="2082331" y="2307767"/>
                </a:lnTo>
                <a:lnTo>
                  <a:pt x="2095355" y="2306815"/>
                </a:lnTo>
                <a:lnTo>
                  <a:pt x="2108379" y="2304593"/>
                </a:lnTo>
                <a:lnTo>
                  <a:pt x="2120767" y="2302054"/>
                </a:lnTo>
                <a:lnTo>
                  <a:pt x="2133155" y="2298563"/>
                </a:lnTo>
                <a:lnTo>
                  <a:pt x="2144908" y="2294437"/>
                </a:lnTo>
                <a:lnTo>
                  <a:pt x="2156344" y="2289677"/>
                </a:lnTo>
                <a:lnTo>
                  <a:pt x="2167462" y="2284281"/>
                </a:lnTo>
                <a:lnTo>
                  <a:pt x="2178262" y="2278251"/>
                </a:lnTo>
                <a:lnTo>
                  <a:pt x="2188744" y="2271586"/>
                </a:lnTo>
                <a:lnTo>
                  <a:pt x="2198909" y="2264287"/>
                </a:lnTo>
                <a:lnTo>
                  <a:pt x="2208438" y="2256670"/>
                </a:lnTo>
                <a:lnTo>
                  <a:pt x="2217333" y="2248101"/>
                </a:lnTo>
                <a:lnTo>
                  <a:pt x="2226227" y="2239531"/>
                </a:lnTo>
                <a:lnTo>
                  <a:pt x="2234168" y="2230010"/>
                </a:lnTo>
                <a:lnTo>
                  <a:pt x="2241792" y="2220489"/>
                </a:lnTo>
                <a:lnTo>
                  <a:pt x="2946339" y="2149079"/>
                </a:lnTo>
                <a:lnTo>
                  <a:pt x="2952057" y="2148445"/>
                </a:lnTo>
                <a:lnTo>
                  <a:pt x="2958410" y="2148445"/>
                </a:lnTo>
                <a:lnTo>
                  <a:pt x="2964445" y="2148762"/>
                </a:lnTo>
                <a:lnTo>
                  <a:pt x="2970480" y="2149079"/>
                </a:lnTo>
                <a:lnTo>
                  <a:pt x="2976198" y="2150349"/>
                </a:lnTo>
                <a:lnTo>
                  <a:pt x="2982234" y="2151301"/>
                </a:lnTo>
                <a:lnTo>
                  <a:pt x="2988269" y="2152571"/>
                </a:lnTo>
                <a:lnTo>
                  <a:pt x="2993669" y="2154792"/>
                </a:lnTo>
                <a:lnTo>
                  <a:pt x="2999704" y="2157014"/>
                </a:lnTo>
                <a:lnTo>
                  <a:pt x="3004787" y="2159235"/>
                </a:lnTo>
                <a:lnTo>
                  <a:pt x="3010504" y="2161774"/>
                </a:lnTo>
                <a:lnTo>
                  <a:pt x="3015587" y="2164948"/>
                </a:lnTo>
                <a:lnTo>
                  <a:pt x="3020987" y="2168439"/>
                </a:lnTo>
                <a:lnTo>
                  <a:pt x="3025752" y="2171930"/>
                </a:lnTo>
                <a:lnTo>
                  <a:pt x="3030834" y="2175739"/>
                </a:lnTo>
                <a:lnTo>
                  <a:pt x="3035281" y="2179865"/>
                </a:lnTo>
                <a:lnTo>
                  <a:pt x="3039728" y="2184308"/>
                </a:lnTo>
                <a:lnTo>
                  <a:pt x="3043858" y="2189069"/>
                </a:lnTo>
                <a:lnTo>
                  <a:pt x="3047669" y="2193829"/>
                </a:lnTo>
                <a:lnTo>
                  <a:pt x="3051164" y="2199225"/>
                </a:lnTo>
                <a:lnTo>
                  <a:pt x="3054658" y="2204303"/>
                </a:lnTo>
                <a:lnTo>
                  <a:pt x="3057834" y="2209381"/>
                </a:lnTo>
                <a:lnTo>
                  <a:pt x="3060693" y="2215094"/>
                </a:lnTo>
                <a:lnTo>
                  <a:pt x="3063234" y="2220806"/>
                </a:lnTo>
                <a:lnTo>
                  <a:pt x="3065458" y="2226519"/>
                </a:lnTo>
                <a:lnTo>
                  <a:pt x="3067681" y="2232549"/>
                </a:lnTo>
                <a:lnTo>
                  <a:pt x="3069270" y="2238897"/>
                </a:lnTo>
                <a:lnTo>
                  <a:pt x="3070858" y="2244609"/>
                </a:lnTo>
                <a:lnTo>
                  <a:pt x="3071811" y="2250957"/>
                </a:lnTo>
                <a:lnTo>
                  <a:pt x="3072446" y="2257305"/>
                </a:lnTo>
                <a:lnTo>
                  <a:pt x="3072764" y="2263652"/>
                </a:lnTo>
                <a:lnTo>
                  <a:pt x="3073399" y="2270317"/>
                </a:lnTo>
                <a:lnTo>
                  <a:pt x="3073399" y="2283647"/>
                </a:lnTo>
                <a:lnTo>
                  <a:pt x="3073399" y="2289994"/>
                </a:lnTo>
                <a:lnTo>
                  <a:pt x="3072764" y="2296342"/>
                </a:lnTo>
                <a:lnTo>
                  <a:pt x="3072128" y="2302372"/>
                </a:lnTo>
                <a:lnTo>
                  <a:pt x="3071176" y="2308085"/>
                </a:lnTo>
                <a:lnTo>
                  <a:pt x="3070222" y="2314115"/>
                </a:lnTo>
                <a:lnTo>
                  <a:pt x="3068952" y="2320145"/>
                </a:lnTo>
                <a:lnTo>
                  <a:pt x="3067364" y="2325540"/>
                </a:lnTo>
                <a:lnTo>
                  <a:pt x="3065458" y="2331570"/>
                </a:lnTo>
                <a:lnTo>
                  <a:pt x="3063870" y="2336966"/>
                </a:lnTo>
                <a:lnTo>
                  <a:pt x="3061646" y="2342361"/>
                </a:lnTo>
                <a:lnTo>
                  <a:pt x="3059422" y="2347757"/>
                </a:lnTo>
                <a:lnTo>
                  <a:pt x="3056564" y="2353152"/>
                </a:lnTo>
                <a:lnTo>
                  <a:pt x="3054022" y="2357913"/>
                </a:lnTo>
                <a:lnTo>
                  <a:pt x="3050846" y="2363308"/>
                </a:lnTo>
                <a:lnTo>
                  <a:pt x="3047669" y="2368069"/>
                </a:lnTo>
                <a:lnTo>
                  <a:pt x="3044493" y="2372512"/>
                </a:lnTo>
                <a:lnTo>
                  <a:pt x="3040999" y="2377272"/>
                </a:lnTo>
                <a:lnTo>
                  <a:pt x="3037187" y="2381716"/>
                </a:lnTo>
                <a:lnTo>
                  <a:pt x="3033375" y="2385842"/>
                </a:lnTo>
                <a:lnTo>
                  <a:pt x="3029563" y="2389967"/>
                </a:lnTo>
                <a:lnTo>
                  <a:pt x="3025434" y="2394411"/>
                </a:lnTo>
                <a:lnTo>
                  <a:pt x="3020987" y="2397902"/>
                </a:lnTo>
                <a:lnTo>
                  <a:pt x="3016857" y="2401710"/>
                </a:lnTo>
                <a:lnTo>
                  <a:pt x="3011775" y="2405202"/>
                </a:lnTo>
                <a:lnTo>
                  <a:pt x="3007328" y="2408058"/>
                </a:lnTo>
                <a:lnTo>
                  <a:pt x="3002563" y="2410914"/>
                </a:lnTo>
                <a:lnTo>
                  <a:pt x="2997163" y="2414088"/>
                </a:lnTo>
                <a:lnTo>
                  <a:pt x="2992398" y="2416627"/>
                </a:lnTo>
                <a:lnTo>
                  <a:pt x="2986681" y="2419166"/>
                </a:lnTo>
                <a:lnTo>
                  <a:pt x="2981598" y="2421070"/>
                </a:lnTo>
                <a:lnTo>
                  <a:pt x="2975880" y="2423292"/>
                </a:lnTo>
                <a:lnTo>
                  <a:pt x="2970480" y="2424879"/>
                </a:lnTo>
                <a:lnTo>
                  <a:pt x="1949871" y="2711469"/>
                </a:lnTo>
                <a:lnTo>
                  <a:pt x="1922236" y="2718769"/>
                </a:lnTo>
                <a:lnTo>
                  <a:pt x="1894600" y="2725433"/>
                </a:lnTo>
                <a:lnTo>
                  <a:pt x="1867282" y="2731781"/>
                </a:lnTo>
                <a:lnTo>
                  <a:pt x="1839329" y="2737176"/>
                </a:lnTo>
                <a:lnTo>
                  <a:pt x="1811376" y="2742254"/>
                </a:lnTo>
                <a:lnTo>
                  <a:pt x="1783423" y="2746380"/>
                </a:lnTo>
                <a:lnTo>
                  <a:pt x="1755470" y="2750189"/>
                </a:lnTo>
                <a:lnTo>
                  <a:pt x="1727199" y="2753362"/>
                </a:lnTo>
                <a:lnTo>
                  <a:pt x="1698928" y="2755584"/>
                </a:lnTo>
                <a:lnTo>
                  <a:pt x="1670975" y="2757488"/>
                </a:lnTo>
                <a:lnTo>
                  <a:pt x="1643022" y="2758440"/>
                </a:lnTo>
                <a:lnTo>
                  <a:pt x="1614751" y="2759075"/>
                </a:lnTo>
                <a:lnTo>
                  <a:pt x="1586480" y="2758758"/>
                </a:lnTo>
                <a:lnTo>
                  <a:pt x="1558209" y="2758123"/>
                </a:lnTo>
                <a:lnTo>
                  <a:pt x="1529621" y="2757171"/>
                </a:lnTo>
                <a:lnTo>
                  <a:pt x="1501350" y="2754949"/>
                </a:lnTo>
                <a:lnTo>
                  <a:pt x="1079193" y="2720990"/>
                </a:lnTo>
                <a:lnTo>
                  <a:pt x="1073158" y="2720355"/>
                </a:lnTo>
                <a:lnTo>
                  <a:pt x="1067122" y="2719403"/>
                </a:lnTo>
                <a:lnTo>
                  <a:pt x="1061405" y="2718451"/>
                </a:lnTo>
                <a:lnTo>
                  <a:pt x="1055687" y="2717182"/>
                </a:lnTo>
                <a:lnTo>
                  <a:pt x="1055687" y="1952625"/>
                </a:lnTo>
                <a:lnTo>
                  <a:pt x="1055687" y="1952624"/>
                </a:lnTo>
                <a:lnTo>
                  <a:pt x="1055687" y="1949450"/>
                </a:lnTo>
                <a:close/>
                <a:moveTo>
                  <a:pt x="699851" y="1948276"/>
                </a:moveTo>
                <a:lnTo>
                  <a:pt x="693503" y="1948912"/>
                </a:lnTo>
                <a:lnTo>
                  <a:pt x="687790" y="1949865"/>
                </a:lnTo>
                <a:lnTo>
                  <a:pt x="682077" y="1950819"/>
                </a:lnTo>
                <a:lnTo>
                  <a:pt x="676364" y="1951772"/>
                </a:lnTo>
                <a:lnTo>
                  <a:pt x="670651" y="1953680"/>
                </a:lnTo>
                <a:lnTo>
                  <a:pt x="665255" y="1955269"/>
                </a:lnTo>
                <a:lnTo>
                  <a:pt x="659860" y="1957494"/>
                </a:lnTo>
                <a:lnTo>
                  <a:pt x="654781" y="1959719"/>
                </a:lnTo>
                <a:lnTo>
                  <a:pt x="649386" y="1962579"/>
                </a:lnTo>
                <a:lnTo>
                  <a:pt x="644625" y="1965440"/>
                </a:lnTo>
                <a:lnTo>
                  <a:pt x="639864" y="1968619"/>
                </a:lnTo>
                <a:lnTo>
                  <a:pt x="635103" y="1971797"/>
                </a:lnTo>
                <a:lnTo>
                  <a:pt x="630659" y="1975294"/>
                </a:lnTo>
                <a:lnTo>
                  <a:pt x="626533" y="1979108"/>
                </a:lnTo>
                <a:lnTo>
                  <a:pt x="622407" y="1982922"/>
                </a:lnTo>
                <a:lnTo>
                  <a:pt x="618599" y="1986736"/>
                </a:lnTo>
                <a:lnTo>
                  <a:pt x="615107" y="1991186"/>
                </a:lnTo>
                <a:lnTo>
                  <a:pt x="611616" y="1995318"/>
                </a:lnTo>
                <a:lnTo>
                  <a:pt x="608125" y="2000404"/>
                </a:lnTo>
                <a:lnTo>
                  <a:pt x="604951" y="2004854"/>
                </a:lnTo>
                <a:lnTo>
                  <a:pt x="602094" y="2010257"/>
                </a:lnTo>
                <a:lnTo>
                  <a:pt x="599555" y="2015025"/>
                </a:lnTo>
                <a:lnTo>
                  <a:pt x="597333" y="2020111"/>
                </a:lnTo>
                <a:lnTo>
                  <a:pt x="595112" y="2025514"/>
                </a:lnTo>
                <a:lnTo>
                  <a:pt x="593524" y="2030918"/>
                </a:lnTo>
                <a:lnTo>
                  <a:pt x="591620" y="2036639"/>
                </a:lnTo>
                <a:lnTo>
                  <a:pt x="590351" y="2042360"/>
                </a:lnTo>
                <a:lnTo>
                  <a:pt x="589081" y="2048082"/>
                </a:lnTo>
                <a:lnTo>
                  <a:pt x="588446" y="2054121"/>
                </a:lnTo>
                <a:lnTo>
                  <a:pt x="588129" y="2060160"/>
                </a:lnTo>
                <a:lnTo>
                  <a:pt x="587811" y="2065881"/>
                </a:lnTo>
                <a:lnTo>
                  <a:pt x="588129" y="2072238"/>
                </a:lnTo>
                <a:lnTo>
                  <a:pt x="588446" y="2078277"/>
                </a:lnTo>
                <a:lnTo>
                  <a:pt x="589081" y="2083999"/>
                </a:lnTo>
                <a:lnTo>
                  <a:pt x="590351" y="2089720"/>
                </a:lnTo>
                <a:lnTo>
                  <a:pt x="591620" y="2095759"/>
                </a:lnTo>
                <a:lnTo>
                  <a:pt x="593524" y="2101163"/>
                </a:lnTo>
                <a:lnTo>
                  <a:pt x="595112" y="2106566"/>
                </a:lnTo>
                <a:lnTo>
                  <a:pt x="597333" y="2111970"/>
                </a:lnTo>
                <a:lnTo>
                  <a:pt x="599555" y="2117373"/>
                </a:lnTo>
                <a:lnTo>
                  <a:pt x="602094" y="2122141"/>
                </a:lnTo>
                <a:lnTo>
                  <a:pt x="604951" y="2127227"/>
                </a:lnTo>
                <a:lnTo>
                  <a:pt x="608125" y="2131994"/>
                </a:lnTo>
                <a:lnTo>
                  <a:pt x="611616" y="2136444"/>
                </a:lnTo>
                <a:lnTo>
                  <a:pt x="615107" y="2140894"/>
                </a:lnTo>
                <a:lnTo>
                  <a:pt x="618599" y="2145344"/>
                </a:lnTo>
                <a:lnTo>
                  <a:pt x="622407" y="2149476"/>
                </a:lnTo>
                <a:lnTo>
                  <a:pt x="626533" y="2153291"/>
                </a:lnTo>
                <a:lnTo>
                  <a:pt x="630659" y="2157105"/>
                </a:lnTo>
                <a:lnTo>
                  <a:pt x="635103" y="2160601"/>
                </a:lnTo>
                <a:lnTo>
                  <a:pt x="639864" y="2163780"/>
                </a:lnTo>
                <a:lnTo>
                  <a:pt x="644625" y="2166958"/>
                </a:lnTo>
                <a:lnTo>
                  <a:pt x="649386" y="2169501"/>
                </a:lnTo>
                <a:lnTo>
                  <a:pt x="654781" y="2172362"/>
                </a:lnTo>
                <a:lnTo>
                  <a:pt x="659860" y="2174587"/>
                </a:lnTo>
                <a:lnTo>
                  <a:pt x="665255" y="2176494"/>
                </a:lnTo>
                <a:lnTo>
                  <a:pt x="670651" y="2178719"/>
                </a:lnTo>
                <a:lnTo>
                  <a:pt x="676364" y="2179990"/>
                </a:lnTo>
                <a:lnTo>
                  <a:pt x="682077" y="2181579"/>
                </a:lnTo>
                <a:lnTo>
                  <a:pt x="687790" y="2182533"/>
                </a:lnTo>
                <a:lnTo>
                  <a:pt x="693503" y="2183169"/>
                </a:lnTo>
                <a:lnTo>
                  <a:pt x="699851" y="2183486"/>
                </a:lnTo>
                <a:lnTo>
                  <a:pt x="705564" y="2184122"/>
                </a:lnTo>
                <a:lnTo>
                  <a:pt x="711595" y="2183486"/>
                </a:lnTo>
                <a:lnTo>
                  <a:pt x="717625" y="2183169"/>
                </a:lnTo>
                <a:lnTo>
                  <a:pt x="723338" y="2182533"/>
                </a:lnTo>
                <a:lnTo>
                  <a:pt x="729369" y="2181579"/>
                </a:lnTo>
                <a:lnTo>
                  <a:pt x="735082" y="2179990"/>
                </a:lnTo>
                <a:lnTo>
                  <a:pt x="740477" y="2178719"/>
                </a:lnTo>
                <a:lnTo>
                  <a:pt x="746190" y="2176494"/>
                </a:lnTo>
                <a:lnTo>
                  <a:pt x="751269" y="2174587"/>
                </a:lnTo>
                <a:lnTo>
                  <a:pt x="756664" y="2172362"/>
                </a:lnTo>
                <a:lnTo>
                  <a:pt x="761743" y="2169501"/>
                </a:lnTo>
                <a:lnTo>
                  <a:pt x="766821" y="2166958"/>
                </a:lnTo>
                <a:lnTo>
                  <a:pt x="771582" y="2163780"/>
                </a:lnTo>
                <a:lnTo>
                  <a:pt x="776025" y="2160601"/>
                </a:lnTo>
                <a:lnTo>
                  <a:pt x="780469" y="2157105"/>
                </a:lnTo>
                <a:lnTo>
                  <a:pt x="784912" y="2153291"/>
                </a:lnTo>
                <a:lnTo>
                  <a:pt x="789038" y="2149476"/>
                </a:lnTo>
                <a:lnTo>
                  <a:pt x="792847" y="2145344"/>
                </a:lnTo>
                <a:lnTo>
                  <a:pt x="796338" y="2140894"/>
                </a:lnTo>
                <a:lnTo>
                  <a:pt x="799830" y="2136444"/>
                </a:lnTo>
                <a:lnTo>
                  <a:pt x="803321" y="2131994"/>
                </a:lnTo>
                <a:lnTo>
                  <a:pt x="806495" y="2127227"/>
                </a:lnTo>
                <a:lnTo>
                  <a:pt x="809352" y="2122141"/>
                </a:lnTo>
                <a:lnTo>
                  <a:pt x="811573" y="2117373"/>
                </a:lnTo>
                <a:lnTo>
                  <a:pt x="814112" y="2111970"/>
                </a:lnTo>
                <a:lnTo>
                  <a:pt x="816017" y="2106566"/>
                </a:lnTo>
                <a:lnTo>
                  <a:pt x="817921" y="2101163"/>
                </a:lnTo>
                <a:lnTo>
                  <a:pt x="819508" y="2095759"/>
                </a:lnTo>
                <a:lnTo>
                  <a:pt x="821095" y="2089720"/>
                </a:lnTo>
                <a:lnTo>
                  <a:pt x="822047" y="2083999"/>
                </a:lnTo>
                <a:lnTo>
                  <a:pt x="822682" y="2078277"/>
                </a:lnTo>
                <a:lnTo>
                  <a:pt x="823000" y="2072238"/>
                </a:lnTo>
                <a:lnTo>
                  <a:pt x="823000" y="2065881"/>
                </a:lnTo>
                <a:lnTo>
                  <a:pt x="823000" y="2060160"/>
                </a:lnTo>
                <a:lnTo>
                  <a:pt x="822682" y="2054121"/>
                </a:lnTo>
                <a:lnTo>
                  <a:pt x="822047" y="2048082"/>
                </a:lnTo>
                <a:lnTo>
                  <a:pt x="821095" y="2042360"/>
                </a:lnTo>
                <a:lnTo>
                  <a:pt x="819508" y="2036639"/>
                </a:lnTo>
                <a:lnTo>
                  <a:pt x="817921" y="2030918"/>
                </a:lnTo>
                <a:lnTo>
                  <a:pt x="816017" y="2025514"/>
                </a:lnTo>
                <a:lnTo>
                  <a:pt x="814112" y="2020111"/>
                </a:lnTo>
                <a:lnTo>
                  <a:pt x="811573" y="2015025"/>
                </a:lnTo>
                <a:lnTo>
                  <a:pt x="809352" y="2010257"/>
                </a:lnTo>
                <a:lnTo>
                  <a:pt x="806495" y="2004854"/>
                </a:lnTo>
                <a:lnTo>
                  <a:pt x="803321" y="2000404"/>
                </a:lnTo>
                <a:lnTo>
                  <a:pt x="799830" y="1995318"/>
                </a:lnTo>
                <a:lnTo>
                  <a:pt x="796338" y="1991186"/>
                </a:lnTo>
                <a:lnTo>
                  <a:pt x="792847" y="1986736"/>
                </a:lnTo>
                <a:lnTo>
                  <a:pt x="789038" y="1982922"/>
                </a:lnTo>
                <a:lnTo>
                  <a:pt x="784912" y="1979108"/>
                </a:lnTo>
                <a:lnTo>
                  <a:pt x="780469" y="1975294"/>
                </a:lnTo>
                <a:lnTo>
                  <a:pt x="776025" y="1971797"/>
                </a:lnTo>
                <a:lnTo>
                  <a:pt x="771582" y="1968619"/>
                </a:lnTo>
                <a:lnTo>
                  <a:pt x="766821" y="1965440"/>
                </a:lnTo>
                <a:lnTo>
                  <a:pt x="761743" y="1962579"/>
                </a:lnTo>
                <a:lnTo>
                  <a:pt x="756664" y="1959719"/>
                </a:lnTo>
                <a:lnTo>
                  <a:pt x="751269" y="1957494"/>
                </a:lnTo>
                <a:lnTo>
                  <a:pt x="746190" y="1955269"/>
                </a:lnTo>
                <a:lnTo>
                  <a:pt x="740477" y="1953680"/>
                </a:lnTo>
                <a:lnTo>
                  <a:pt x="735082" y="1951772"/>
                </a:lnTo>
                <a:lnTo>
                  <a:pt x="729369" y="1950819"/>
                </a:lnTo>
                <a:lnTo>
                  <a:pt x="723338" y="1949865"/>
                </a:lnTo>
                <a:lnTo>
                  <a:pt x="717625" y="1948912"/>
                </a:lnTo>
                <a:lnTo>
                  <a:pt x="711595" y="1948276"/>
                </a:lnTo>
                <a:lnTo>
                  <a:pt x="705564" y="1948276"/>
                </a:lnTo>
                <a:lnTo>
                  <a:pt x="699851" y="1948276"/>
                </a:lnTo>
                <a:close/>
                <a:moveTo>
                  <a:pt x="0" y="1862138"/>
                </a:moveTo>
                <a:lnTo>
                  <a:pt x="941387" y="1862138"/>
                </a:lnTo>
                <a:lnTo>
                  <a:pt x="941387" y="2093534"/>
                </a:lnTo>
                <a:lnTo>
                  <a:pt x="941387" y="2574126"/>
                </a:lnTo>
                <a:lnTo>
                  <a:pt x="941387" y="3009901"/>
                </a:lnTo>
                <a:lnTo>
                  <a:pt x="0" y="3009901"/>
                </a:lnTo>
                <a:lnTo>
                  <a:pt x="0" y="1862138"/>
                </a:lnTo>
                <a:close/>
                <a:moveTo>
                  <a:pt x="1839398" y="1177026"/>
                </a:moveTo>
                <a:lnTo>
                  <a:pt x="1829243" y="1201810"/>
                </a:lnTo>
                <a:lnTo>
                  <a:pt x="1816551" y="1198314"/>
                </a:lnTo>
                <a:lnTo>
                  <a:pt x="1805127" y="1195455"/>
                </a:lnTo>
                <a:lnTo>
                  <a:pt x="1793704" y="1193230"/>
                </a:lnTo>
                <a:lnTo>
                  <a:pt x="1783232" y="1192277"/>
                </a:lnTo>
                <a:lnTo>
                  <a:pt x="1773078" y="1191959"/>
                </a:lnTo>
                <a:lnTo>
                  <a:pt x="1763241" y="1192277"/>
                </a:lnTo>
                <a:lnTo>
                  <a:pt x="1758799" y="1192595"/>
                </a:lnTo>
                <a:lnTo>
                  <a:pt x="1754356" y="1193230"/>
                </a:lnTo>
                <a:lnTo>
                  <a:pt x="1750231" y="1194501"/>
                </a:lnTo>
                <a:lnTo>
                  <a:pt x="1746106" y="1195455"/>
                </a:lnTo>
                <a:lnTo>
                  <a:pt x="1741981" y="1196726"/>
                </a:lnTo>
                <a:lnTo>
                  <a:pt x="1737856" y="1198314"/>
                </a:lnTo>
                <a:lnTo>
                  <a:pt x="1734365" y="1199903"/>
                </a:lnTo>
                <a:lnTo>
                  <a:pt x="1730557" y="1201810"/>
                </a:lnTo>
                <a:lnTo>
                  <a:pt x="1727067" y="1203716"/>
                </a:lnTo>
                <a:lnTo>
                  <a:pt x="1723576" y="1205940"/>
                </a:lnTo>
                <a:lnTo>
                  <a:pt x="1720403" y="1208482"/>
                </a:lnTo>
                <a:lnTo>
                  <a:pt x="1717230" y="1211024"/>
                </a:lnTo>
                <a:lnTo>
                  <a:pt x="1714691" y="1213884"/>
                </a:lnTo>
                <a:lnTo>
                  <a:pt x="1711835" y="1217061"/>
                </a:lnTo>
                <a:lnTo>
                  <a:pt x="1708980" y="1220239"/>
                </a:lnTo>
                <a:lnTo>
                  <a:pt x="1706441" y="1223734"/>
                </a:lnTo>
                <a:lnTo>
                  <a:pt x="1704220" y="1227547"/>
                </a:lnTo>
                <a:lnTo>
                  <a:pt x="1701998" y="1231360"/>
                </a:lnTo>
                <a:lnTo>
                  <a:pt x="1700095" y="1235173"/>
                </a:lnTo>
                <a:lnTo>
                  <a:pt x="1697873" y="1239303"/>
                </a:lnTo>
                <a:lnTo>
                  <a:pt x="1695652" y="1245023"/>
                </a:lnTo>
                <a:lnTo>
                  <a:pt x="1694066" y="1250106"/>
                </a:lnTo>
                <a:lnTo>
                  <a:pt x="1692162" y="1255508"/>
                </a:lnTo>
                <a:lnTo>
                  <a:pt x="1691210" y="1260592"/>
                </a:lnTo>
                <a:lnTo>
                  <a:pt x="1690575" y="1265676"/>
                </a:lnTo>
                <a:lnTo>
                  <a:pt x="1690575" y="1270442"/>
                </a:lnTo>
                <a:lnTo>
                  <a:pt x="1690575" y="1275526"/>
                </a:lnTo>
                <a:lnTo>
                  <a:pt x="1690892" y="1279974"/>
                </a:lnTo>
                <a:lnTo>
                  <a:pt x="1691844" y="1284423"/>
                </a:lnTo>
                <a:lnTo>
                  <a:pt x="1693114" y="1288871"/>
                </a:lnTo>
                <a:lnTo>
                  <a:pt x="1694066" y="1293320"/>
                </a:lnTo>
                <a:lnTo>
                  <a:pt x="1695335" y="1297450"/>
                </a:lnTo>
                <a:lnTo>
                  <a:pt x="1697239" y="1301263"/>
                </a:lnTo>
                <a:lnTo>
                  <a:pt x="1699143" y="1305076"/>
                </a:lnTo>
                <a:lnTo>
                  <a:pt x="1701364" y="1308889"/>
                </a:lnTo>
                <a:lnTo>
                  <a:pt x="1703902" y="1312384"/>
                </a:lnTo>
                <a:lnTo>
                  <a:pt x="1709931" y="1320328"/>
                </a:lnTo>
                <a:lnTo>
                  <a:pt x="1718816" y="1330495"/>
                </a:lnTo>
                <a:lnTo>
                  <a:pt x="1729923" y="1342570"/>
                </a:lnTo>
                <a:lnTo>
                  <a:pt x="1743885" y="1357186"/>
                </a:lnTo>
                <a:lnTo>
                  <a:pt x="1760385" y="1373073"/>
                </a:lnTo>
                <a:lnTo>
                  <a:pt x="1772443" y="1386418"/>
                </a:lnTo>
                <a:lnTo>
                  <a:pt x="1781646" y="1396268"/>
                </a:lnTo>
                <a:lnTo>
                  <a:pt x="1784184" y="1400081"/>
                </a:lnTo>
                <a:lnTo>
                  <a:pt x="1786405" y="1402623"/>
                </a:lnTo>
                <a:lnTo>
                  <a:pt x="1787675" y="1405165"/>
                </a:lnTo>
                <a:lnTo>
                  <a:pt x="1788944" y="1408025"/>
                </a:lnTo>
                <a:lnTo>
                  <a:pt x="1789578" y="1411202"/>
                </a:lnTo>
                <a:lnTo>
                  <a:pt x="1789896" y="1414062"/>
                </a:lnTo>
                <a:lnTo>
                  <a:pt x="1789896" y="1417557"/>
                </a:lnTo>
                <a:lnTo>
                  <a:pt x="1789261" y="1420734"/>
                </a:lnTo>
                <a:lnTo>
                  <a:pt x="1787992" y="1424230"/>
                </a:lnTo>
                <a:lnTo>
                  <a:pt x="1786723" y="1428360"/>
                </a:lnTo>
                <a:lnTo>
                  <a:pt x="1784501" y="1432491"/>
                </a:lnTo>
                <a:lnTo>
                  <a:pt x="1782598" y="1435986"/>
                </a:lnTo>
                <a:lnTo>
                  <a:pt x="1779742" y="1438210"/>
                </a:lnTo>
                <a:lnTo>
                  <a:pt x="1778472" y="1439481"/>
                </a:lnTo>
                <a:lnTo>
                  <a:pt x="1776568" y="1440435"/>
                </a:lnTo>
                <a:lnTo>
                  <a:pt x="1774982" y="1440752"/>
                </a:lnTo>
                <a:lnTo>
                  <a:pt x="1773395" y="1441070"/>
                </a:lnTo>
                <a:lnTo>
                  <a:pt x="1769587" y="1441388"/>
                </a:lnTo>
                <a:lnTo>
                  <a:pt x="1765462" y="1440752"/>
                </a:lnTo>
                <a:lnTo>
                  <a:pt x="1761337" y="1439481"/>
                </a:lnTo>
                <a:lnTo>
                  <a:pt x="1756260" y="1436939"/>
                </a:lnTo>
                <a:lnTo>
                  <a:pt x="1754356" y="1435668"/>
                </a:lnTo>
                <a:lnTo>
                  <a:pt x="1752452" y="1434080"/>
                </a:lnTo>
                <a:lnTo>
                  <a:pt x="1751183" y="1432809"/>
                </a:lnTo>
                <a:lnTo>
                  <a:pt x="1750231" y="1431220"/>
                </a:lnTo>
                <a:lnTo>
                  <a:pt x="1749279" y="1429631"/>
                </a:lnTo>
                <a:lnTo>
                  <a:pt x="1748644" y="1427725"/>
                </a:lnTo>
                <a:lnTo>
                  <a:pt x="1748644" y="1426136"/>
                </a:lnTo>
                <a:lnTo>
                  <a:pt x="1748644" y="1423912"/>
                </a:lnTo>
                <a:lnTo>
                  <a:pt x="1749914" y="1418510"/>
                </a:lnTo>
                <a:lnTo>
                  <a:pt x="1751818" y="1411838"/>
                </a:lnTo>
                <a:lnTo>
                  <a:pt x="1754991" y="1403894"/>
                </a:lnTo>
                <a:lnTo>
                  <a:pt x="1759433" y="1393091"/>
                </a:lnTo>
                <a:lnTo>
                  <a:pt x="1710883" y="1372438"/>
                </a:lnTo>
                <a:lnTo>
                  <a:pt x="1662334" y="1351466"/>
                </a:lnTo>
                <a:lnTo>
                  <a:pt x="1658526" y="1358457"/>
                </a:lnTo>
                <a:lnTo>
                  <a:pt x="1655987" y="1363223"/>
                </a:lnTo>
                <a:lnTo>
                  <a:pt x="1653131" y="1370531"/>
                </a:lnTo>
                <a:lnTo>
                  <a:pt x="1651545" y="1377521"/>
                </a:lnTo>
                <a:lnTo>
                  <a:pt x="1650910" y="1381017"/>
                </a:lnTo>
                <a:lnTo>
                  <a:pt x="1650593" y="1384512"/>
                </a:lnTo>
                <a:lnTo>
                  <a:pt x="1650593" y="1388007"/>
                </a:lnTo>
                <a:lnTo>
                  <a:pt x="1650593" y="1391502"/>
                </a:lnTo>
                <a:lnTo>
                  <a:pt x="1650910" y="1394997"/>
                </a:lnTo>
                <a:lnTo>
                  <a:pt x="1651227" y="1398492"/>
                </a:lnTo>
                <a:lnTo>
                  <a:pt x="1651862" y="1401670"/>
                </a:lnTo>
                <a:lnTo>
                  <a:pt x="1652814" y="1405165"/>
                </a:lnTo>
                <a:lnTo>
                  <a:pt x="1654083" y="1408660"/>
                </a:lnTo>
                <a:lnTo>
                  <a:pt x="1655353" y="1411838"/>
                </a:lnTo>
                <a:lnTo>
                  <a:pt x="1658843" y="1418510"/>
                </a:lnTo>
                <a:lnTo>
                  <a:pt x="1662968" y="1425183"/>
                </a:lnTo>
                <a:lnTo>
                  <a:pt x="1668363" y="1431220"/>
                </a:lnTo>
                <a:lnTo>
                  <a:pt x="1674392" y="1437575"/>
                </a:lnTo>
                <a:lnTo>
                  <a:pt x="1681373" y="1443930"/>
                </a:lnTo>
                <a:lnTo>
                  <a:pt x="1689623" y="1450285"/>
                </a:lnTo>
                <a:lnTo>
                  <a:pt x="1698191" y="1456004"/>
                </a:lnTo>
                <a:lnTo>
                  <a:pt x="1707710" y="1462041"/>
                </a:lnTo>
                <a:lnTo>
                  <a:pt x="1718499" y="1467760"/>
                </a:lnTo>
                <a:lnTo>
                  <a:pt x="1709614" y="1489049"/>
                </a:lnTo>
                <a:lnTo>
                  <a:pt x="1755308" y="1507796"/>
                </a:lnTo>
                <a:lnTo>
                  <a:pt x="1764193" y="1486507"/>
                </a:lnTo>
                <a:lnTo>
                  <a:pt x="1776568" y="1490320"/>
                </a:lnTo>
                <a:lnTo>
                  <a:pt x="1788944" y="1493498"/>
                </a:lnTo>
                <a:lnTo>
                  <a:pt x="1800050" y="1495722"/>
                </a:lnTo>
                <a:lnTo>
                  <a:pt x="1810839" y="1497311"/>
                </a:lnTo>
                <a:lnTo>
                  <a:pt x="1820993" y="1497946"/>
                </a:lnTo>
                <a:lnTo>
                  <a:pt x="1830513" y="1497946"/>
                </a:lnTo>
                <a:lnTo>
                  <a:pt x="1839398" y="1497311"/>
                </a:lnTo>
                <a:lnTo>
                  <a:pt x="1847648" y="1496040"/>
                </a:lnTo>
                <a:lnTo>
                  <a:pt x="1851456" y="1495086"/>
                </a:lnTo>
                <a:lnTo>
                  <a:pt x="1855264" y="1493815"/>
                </a:lnTo>
                <a:lnTo>
                  <a:pt x="1858754" y="1492862"/>
                </a:lnTo>
                <a:lnTo>
                  <a:pt x="1862245" y="1490956"/>
                </a:lnTo>
                <a:lnTo>
                  <a:pt x="1865418" y="1489367"/>
                </a:lnTo>
                <a:lnTo>
                  <a:pt x="1868591" y="1487460"/>
                </a:lnTo>
                <a:lnTo>
                  <a:pt x="1871764" y="1485554"/>
                </a:lnTo>
                <a:lnTo>
                  <a:pt x="1874620" y="1483330"/>
                </a:lnTo>
                <a:lnTo>
                  <a:pt x="1876841" y="1480788"/>
                </a:lnTo>
                <a:lnTo>
                  <a:pt x="1879380" y="1478564"/>
                </a:lnTo>
                <a:lnTo>
                  <a:pt x="1881918" y="1475704"/>
                </a:lnTo>
                <a:lnTo>
                  <a:pt x="1883822" y="1472527"/>
                </a:lnTo>
                <a:lnTo>
                  <a:pt x="1886044" y="1469667"/>
                </a:lnTo>
                <a:lnTo>
                  <a:pt x="1887947" y="1466172"/>
                </a:lnTo>
                <a:lnTo>
                  <a:pt x="1889534" y="1462677"/>
                </a:lnTo>
                <a:lnTo>
                  <a:pt x="1890803" y="1459181"/>
                </a:lnTo>
                <a:lnTo>
                  <a:pt x="1892707" y="1454097"/>
                </a:lnTo>
                <a:lnTo>
                  <a:pt x="1893976" y="1448696"/>
                </a:lnTo>
                <a:lnTo>
                  <a:pt x="1895246" y="1443930"/>
                </a:lnTo>
                <a:lnTo>
                  <a:pt x="1895563" y="1438846"/>
                </a:lnTo>
                <a:lnTo>
                  <a:pt x="1895880" y="1433444"/>
                </a:lnTo>
                <a:lnTo>
                  <a:pt x="1895563" y="1428360"/>
                </a:lnTo>
                <a:lnTo>
                  <a:pt x="1894611" y="1422959"/>
                </a:lnTo>
                <a:lnTo>
                  <a:pt x="1893342" y="1417875"/>
                </a:lnTo>
                <a:lnTo>
                  <a:pt x="1892073" y="1412791"/>
                </a:lnTo>
                <a:lnTo>
                  <a:pt x="1890169" y="1407707"/>
                </a:lnTo>
                <a:lnTo>
                  <a:pt x="1888582" y="1402941"/>
                </a:lnTo>
                <a:lnTo>
                  <a:pt x="1886361" y="1398492"/>
                </a:lnTo>
                <a:lnTo>
                  <a:pt x="1883822" y="1394044"/>
                </a:lnTo>
                <a:lnTo>
                  <a:pt x="1881601" y="1389913"/>
                </a:lnTo>
                <a:lnTo>
                  <a:pt x="1878745" y="1385783"/>
                </a:lnTo>
                <a:lnTo>
                  <a:pt x="1875572" y="1381652"/>
                </a:lnTo>
                <a:lnTo>
                  <a:pt x="1867956" y="1372755"/>
                </a:lnTo>
                <a:lnTo>
                  <a:pt x="1857168" y="1361317"/>
                </a:lnTo>
                <a:lnTo>
                  <a:pt x="1843205" y="1346700"/>
                </a:lnTo>
                <a:lnTo>
                  <a:pt x="1826388" y="1329542"/>
                </a:lnTo>
                <a:lnTo>
                  <a:pt x="1821310" y="1324141"/>
                </a:lnTo>
                <a:lnTo>
                  <a:pt x="1816551" y="1319374"/>
                </a:lnTo>
                <a:lnTo>
                  <a:pt x="1812743" y="1314608"/>
                </a:lnTo>
                <a:lnTo>
                  <a:pt x="1810204" y="1310160"/>
                </a:lnTo>
                <a:lnTo>
                  <a:pt x="1807348" y="1306029"/>
                </a:lnTo>
                <a:lnTo>
                  <a:pt x="1805444" y="1302534"/>
                </a:lnTo>
                <a:lnTo>
                  <a:pt x="1804492" y="1299039"/>
                </a:lnTo>
                <a:lnTo>
                  <a:pt x="1804175" y="1295861"/>
                </a:lnTo>
                <a:lnTo>
                  <a:pt x="1804175" y="1293320"/>
                </a:lnTo>
                <a:lnTo>
                  <a:pt x="1804492" y="1289824"/>
                </a:lnTo>
                <a:lnTo>
                  <a:pt x="1804810" y="1286329"/>
                </a:lnTo>
                <a:lnTo>
                  <a:pt x="1805762" y="1281881"/>
                </a:lnTo>
                <a:lnTo>
                  <a:pt x="1808618" y="1272984"/>
                </a:lnTo>
                <a:lnTo>
                  <a:pt x="1812426" y="1262498"/>
                </a:lnTo>
                <a:lnTo>
                  <a:pt x="1814647" y="1258686"/>
                </a:lnTo>
                <a:lnTo>
                  <a:pt x="1817185" y="1255508"/>
                </a:lnTo>
                <a:lnTo>
                  <a:pt x="1819724" y="1252966"/>
                </a:lnTo>
                <a:lnTo>
                  <a:pt x="1821310" y="1252013"/>
                </a:lnTo>
                <a:lnTo>
                  <a:pt x="1822897" y="1251377"/>
                </a:lnTo>
                <a:lnTo>
                  <a:pt x="1824801" y="1251060"/>
                </a:lnTo>
                <a:lnTo>
                  <a:pt x="1826388" y="1250742"/>
                </a:lnTo>
                <a:lnTo>
                  <a:pt x="1830195" y="1250106"/>
                </a:lnTo>
                <a:lnTo>
                  <a:pt x="1834320" y="1251377"/>
                </a:lnTo>
                <a:lnTo>
                  <a:pt x="1839080" y="1252648"/>
                </a:lnTo>
                <a:lnTo>
                  <a:pt x="1841936" y="1254237"/>
                </a:lnTo>
                <a:lnTo>
                  <a:pt x="1843840" y="1255190"/>
                </a:lnTo>
                <a:lnTo>
                  <a:pt x="1846061" y="1256461"/>
                </a:lnTo>
                <a:lnTo>
                  <a:pt x="1847648" y="1258368"/>
                </a:lnTo>
                <a:lnTo>
                  <a:pt x="1848917" y="1259639"/>
                </a:lnTo>
                <a:lnTo>
                  <a:pt x="1849869" y="1261545"/>
                </a:lnTo>
                <a:lnTo>
                  <a:pt x="1850504" y="1263134"/>
                </a:lnTo>
                <a:lnTo>
                  <a:pt x="1850821" y="1265040"/>
                </a:lnTo>
                <a:lnTo>
                  <a:pt x="1850504" y="1267265"/>
                </a:lnTo>
                <a:lnTo>
                  <a:pt x="1850186" y="1270124"/>
                </a:lnTo>
                <a:lnTo>
                  <a:pt x="1847965" y="1277432"/>
                </a:lnTo>
                <a:lnTo>
                  <a:pt x="1844792" y="1287282"/>
                </a:lnTo>
                <a:lnTo>
                  <a:pt x="1840032" y="1299039"/>
                </a:lnTo>
                <a:lnTo>
                  <a:pt x="1833369" y="1315562"/>
                </a:lnTo>
                <a:lnTo>
                  <a:pt x="1881918" y="1334944"/>
                </a:lnTo>
                <a:lnTo>
                  <a:pt x="1929834" y="1354008"/>
                </a:lnTo>
                <a:lnTo>
                  <a:pt x="1935228" y="1340981"/>
                </a:lnTo>
                <a:lnTo>
                  <a:pt x="1937132" y="1335262"/>
                </a:lnTo>
                <a:lnTo>
                  <a:pt x="1938718" y="1330178"/>
                </a:lnTo>
                <a:lnTo>
                  <a:pt x="1939988" y="1324776"/>
                </a:lnTo>
                <a:lnTo>
                  <a:pt x="1941257" y="1319692"/>
                </a:lnTo>
                <a:lnTo>
                  <a:pt x="1942209" y="1314926"/>
                </a:lnTo>
                <a:lnTo>
                  <a:pt x="1942526" y="1309842"/>
                </a:lnTo>
                <a:lnTo>
                  <a:pt x="1942844" y="1305076"/>
                </a:lnTo>
                <a:lnTo>
                  <a:pt x="1942526" y="1300628"/>
                </a:lnTo>
                <a:lnTo>
                  <a:pt x="1942209" y="1295861"/>
                </a:lnTo>
                <a:lnTo>
                  <a:pt x="1941574" y="1291413"/>
                </a:lnTo>
                <a:lnTo>
                  <a:pt x="1940305" y="1287282"/>
                </a:lnTo>
                <a:lnTo>
                  <a:pt x="1939036" y="1283152"/>
                </a:lnTo>
                <a:lnTo>
                  <a:pt x="1937132" y="1279021"/>
                </a:lnTo>
                <a:lnTo>
                  <a:pt x="1935545" y="1274890"/>
                </a:lnTo>
                <a:lnTo>
                  <a:pt x="1933007" y="1271078"/>
                </a:lnTo>
                <a:lnTo>
                  <a:pt x="1930786" y="1267265"/>
                </a:lnTo>
                <a:lnTo>
                  <a:pt x="1925074" y="1260274"/>
                </a:lnTo>
                <a:lnTo>
                  <a:pt x="1918727" y="1253602"/>
                </a:lnTo>
                <a:lnTo>
                  <a:pt x="1912064" y="1247565"/>
                </a:lnTo>
                <a:lnTo>
                  <a:pt x="1905083" y="1241210"/>
                </a:lnTo>
                <a:lnTo>
                  <a:pt x="1897467" y="1235490"/>
                </a:lnTo>
                <a:lnTo>
                  <a:pt x="1889534" y="1230089"/>
                </a:lnTo>
                <a:lnTo>
                  <a:pt x="1881284" y="1225005"/>
                </a:lnTo>
                <a:lnTo>
                  <a:pt x="1872082" y="1220556"/>
                </a:lnTo>
                <a:lnTo>
                  <a:pt x="1882553" y="1194819"/>
                </a:lnTo>
                <a:lnTo>
                  <a:pt x="1839398" y="1177026"/>
                </a:lnTo>
                <a:close/>
                <a:moveTo>
                  <a:pt x="1952046" y="1106804"/>
                </a:moveTo>
                <a:lnTo>
                  <a:pt x="1958075" y="1113159"/>
                </a:lnTo>
                <a:lnTo>
                  <a:pt x="1964421" y="1119832"/>
                </a:lnTo>
                <a:lnTo>
                  <a:pt x="1970768" y="1126504"/>
                </a:lnTo>
                <a:lnTo>
                  <a:pt x="1976162" y="1133813"/>
                </a:lnTo>
                <a:lnTo>
                  <a:pt x="1981557" y="1141438"/>
                </a:lnTo>
                <a:lnTo>
                  <a:pt x="1986634" y="1149064"/>
                </a:lnTo>
                <a:lnTo>
                  <a:pt x="1991711" y="1157326"/>
                </a:lnTo>
                <a:lnTo>
                  <a:pt x="1996153" y="1165905"/>
                </a:lnTo>
                <a:lnTo>
                  <a:pt x="2000278" y="1174484"/>
                </a:lnTo>
                <a:lnTo>
                  <a:pt x="2004086" y="1183698"/>
                </a:lnTo>
                <a:lnTo>
                  <a:pt x="2007577" y="1192595"/>
                </a:lnTo>
                <a:lnTo>
                  <a:pt x="2010750" y="1202127"/>
                </a:lnTo>
                <a:lnTo>
                  <a:pt x="2013606" y="1211977"/>
                </a:lnTo>
                <a:lnTo>
                  <a:pt x="2016462" y="1221510"/>
                </a:lnTo>
                <a:lnTo>
                  <a:pt x="2018366" y="1231677"/>
                </a:lnTo>
                <a:lnTo>
                  <a:pt x="2020587" y="1242163"/>
                </a:lnTo>
                <a:lnTo>
                  <a:pt x="2021856" y="1252648"/>
                </a:lnTo>
                <a:lnTo>
                  <a:pt x="2023443" y="1263134"/>
                </a:lnTo>
                <a:lnTo>
                  <a:pt x="2024077" y="1273937"/>
                </a:lnTo>
                <a:lnTo>
                  <a:pt x="2024395" y="1285058"/>
                </a:lnTo>
                <a:lnTo>
                  <a:pt x="2024712" y="1295861"/>
                </a:lnTo>
                <a:lnTo>
                  <a:pt x="2024395" y="1306982"/>
                </a:lnTo>
                <a:lnTo>
                  <a:pt x="2024077" y="1318739"/>
                </a:lnTo>
                <a:lnTo>
                  <a:pt x="2023125" y="1329860"/>
                </a:lnTo>
                <a:lnTo>
                  <a:pt x="2021539" y="1341299"/>
                </a:lnTo>
                <a:lnTo>
                  <a:pt x="2019952" y="1352737"/>
                </a:lnTo>
                <a:lnTo>
                  <a:pt x="2018048" y="1364494"/>
                </a:lnTo>
                <a:lnTo>
                  <a:pt x="2015827" y="1375933"/>
                </a:lnTo>
                <a:lnTo>
                  <a:pt x="2012654" y="1387371"/>
                </a:lnTo>
                <a:lnTo>
                  <a:pt x="2009481" y="1399128"/>
                </a:lnTo>
                <a:lnTo>
                  <a:pt x="2005990" y="1410884"/>
                </a:lnTo>
                <a:lnTo>
                  <a:pt x="2001865" y="1422323"/>
                </a:lnTo>
                <a:lnTo>
                  <a:pt x="1998057" y="1432809"/>
                </a:lnTo>
                <a:lnTo>
                  <a:pt x="1993615" y="1442976"/>
                </a:lnTo>
                <a:lnTo>
                  <a:pt x="1989172" y="1452509"/>
                </a:lnTo>
                <a:lnTo>
                  <a:pt x="1984412" y="1462359"/>
                </a:lnTo>
                <a:lnTo>
                  <a:pt x="1979018" y="1472209"/>
                </a:lnTo>
                <a:lnTo>
                  <a:pt x="1973941" y="1481106"/>
                </a:lnTo>
                <a:lnTo>
                  <a:pt x="1967912" y="1490638"/>
                </a:lnTo>
                <a:lnTo>
                  <a:pt x="1961883" y="1499852"/>
                </a:lnTo>
                <a:lnTo>
                  <a:pt x="1955854" y="1508432"/>
                </a:lnTo>
                <a:lnTo>
                  <a:pt x="1949507" y="1517011"/>
                </a:lnTo>
                <a:lnTo>
                  <a:pt x="1942526" y="1525272"/>
                </a:lnTo>
                <a:lnTo>
                  <a:pt x="1935545" y="1533215"/>
                </a:lnTo>
                <a:lnTo>
                  <a:pt x="1928247" y="1540841"/>
                </a:lnTo>
                <a:lnTo>
                  <a:pt x="1920631" y="1548149"/>
                </a:lnTo>
                <a:lnTo>
                  <a:pt x="1912381" y="1555457"/>
                </a:lnTo>
                <a:lnTo>
                  <a:pt x="1904448" y="1562130"/>
                </a:lnTo>
                <a:lnTo>
                  <a:pt x="1896198" y="1568803"/>
                </a:lnTo>
                <a:lnTo>
                  <a:pt x="1887947" y="1575158"/>
                </a:lnTo>
                <a:lnTo>
                  <a:pt x="1878745" y="1581195"/>
                </a:lnTo>
                <a:lnTo>
                  <a:pt x="1870178" y="1586279"/>
                </a:lnTo>
                <a:lnTo>
                  <a:pt x="1860658" y="1591680"/>
                </a:lnTo>
                <a:lnTo>
                  <a:pt x="1851138" y="1596129"/>
                </a:lnTo>
                <a:lnTo>
                  <a:pt x="1841302" y="1600577"/>
                </a:lnTo>
                <a:lnTo>
                  <a:pt x="1831782" y="1604390"/>
                </a:lnTo>
                <a:lnTo>
                  <a:pt x="1821628" y="1607885"/>
                </a:lnTo>
                <a:lnTo>
                  <a:pt x="1811474" y="1611063"/>
                </a:lnTo>
                <a:lnTo>
                  <a:pt x="1801002" y="1613922"/>
                </a:lnTo>
                <a:lnTo>
                  <a:pt x="1790213" y="1615829"/>
                </a:lnTo>
                <a:lnTo>
                  <a:pt x="1779742" y="1617735"/>
                </a:lnTo>
                <a:lnTo>
                  <a:pt x="1768636" y="1618688"/>
                </a:lnTo>
                <a:lnTo>
                  <a:pt x="1757529" y="1619324"/>
                </a:lnTo>
                <a:lnTo>
                  <a:pt x="1746423" y="1619642"/>
                </a:lnTo>
                <a:lnTo>
                  <a:pt x="1807666" y="1643472"/>
                </a:lnTo>
                <a:lnTo>
                  <a:pt x="1869226" y="1666668"/>
                </a:lnTo>
                <a:lnTo>
                  <a:pt x="1931103" y="1689227"/>
                </a:lnTo>
                <a:lnTo>
                  <a:pt x="1992663" y="1711469"/>
                </a:lnTo>
                <a:lnTo>
                  <a:pt x="2054857" y="1733076"/>
                </a:lnTo>
                <a:lnTo>
                  <a:pt x="2116734" y="1754047"/>
                </a:lnTo>
                <a:lnTo>
                  <a:pt x="2179246" y="1775018"/>
                </a:lnTo>
                <a:lnTo>
                  <a:pt x="2241758" y="1795353"/>
                </a:lnTo>
                <a:lnTo>
                  <a:pt x="2243345" y="1789952"/>
                </a:lnTo>
                <a:lnTo>
                  <a:pt x="2244614" y="1785503"/>
                </a:lnTo>
                <a:lnTo>
                  <a:pt x="2246518" y="1781373"/>
                </a:lnTo>
                <a:lnTo>
                  <a:pt x="2248422" y="1777242"/>
                </a:lnTo>
                <a:lnTo>
                  <a:pt x="2250643" y="1773429"/>
                </a:lnTo>
                <a:lnTo>
                  <a:pt x="2252547" y="1769616"/>
                </a:lnTo>
                <a:lnTo>
                  <a:pt x="2255086" y="1766121"/>
                </a:lnTo>
                <a:lnTo>
                  <a:pt x="2257941" y="1762626"/>
                </a:lnTo>
                <a:lnTo>
                  <a:pt x="2260797" y="1759131"/>
                </a:lnTo>
                <a:lnTo>
                  <a:pt x="2263970" y="1755953"/>
                </a:lnTo>
                <a:lnTo>
                  <a:pt x="2266826" y="1752776"/>
                </a:lnTo>
                <a:lnTo>
                  <a:pt x="2270317" y="1749916"/>
                </a:lnTo>
                <a:lnTo>
                  <a:pt x="2273807" y="1747057"/>
                </a:lnTo>
                <a:lnTo>
                  <a:pt x="2277298" y="1744832"/>
                </a:lnTo>
                <a:lnTo>
                  <a:pt x="2281106" y="1742290"/>
                </a:lnTo>
                <a:lnTo>
                  <a:pt x="2285231" y="1740066"/>
                </a:lnTo>
                <a:lnTo>
                  <a:pt x="2289356" y="1738160"/>
                </a:lnTo>
                <a:lnTo>
                  <a:pt x="2293481" y="1736253"/>
                </a:lnTo>
                <a:lnTo>
                  <a:pt x="2297606" y="1734665"/>
                </a:lnTo>
                <a:lnTo>
                  <a:pt x="2301731" y="1733076"/>
                </a:lnTo>
                <a:lnTo>
                  <a:pt x="2306491" y="1731805"/>
                </a:lnTo>
                <a:lnTo>
                  <a:pt x="2310934" y="1730852"/>
                </a:lnTo>
                <a:lnTo>
                  <a:pt x="2315376" y="1730216"/>
                </a:lnTo>
                <a:lnTo>
                  <a:pt x="2319819" y="1729263"/>
                </a:lnTo>
                <a:lnTo>
                  <a:pt x="2324578" y="1728627"/>
                </a:lnTo>
                <a:lnTo>
                  <a:pt x="2329338" y="1728627"/>
                </a:lnTo>
                <a:lnTo>
                  <a:pt x="2334098" y="1728310"/>
                </a:lnTo>
                <a:lnTo>
                  <a:pt x="2339175" y="1728627"/>
                </a:lnTo>
                <a:lnTo>
                  <a:pt x="2343618" y="1728945"/>
                </a:lnTo>
                <a:lnTo>
                  <a:pt x="2348377" y="1729581"/>
                </a:lnTo>
                <a:lnTo>
                  <a:pt x="2353454" y="1730534"/>
                </a:lnTo>
                <a:lnTo>
                  <a:pt x="2358214" y="1731487"/>
                </a:lnTo>
                <a:lnTo>
                  <a:pt x="2363291" y="1732758"/>
                </a:lnTo>
                <a:lnTo>
                  <a:pt x="2369003" y="1734982"/>
                </a:lnTo>
                <a:lnTo>
                  <a:pt x="2471180" y="1380699"/>
                </a:lnTo>
                <a:lnTo>
                  <a:pt x="2465468" y="1379428"/>
                </a:lnTo>
                <a:lnTo>
                  <a:pt x="2461026" y="1377839"/>
                </a:lnTo>
                <a:lnTo>
                  <a:pt x="2456583" y="1376250"/>
                </a:lnTo>
                <a:lnTo>
                  <a:pt x="2452458" y="1374344"/>
                </a:lnTo>
                <a:lnTo>
                  <a:pt x="2448333" y="1372438"/>
                </a:lnTo>
                <a:lnTo>
                  <a:pt x="2444208" y="1370213"/>
                </a:lnTo>
                <a:lnTo>
                  <a:pt x="2440400" y="1367989"/>
                </a:lnTo>
                <a:lnTo>
                  <a:pt x="2436592" y="1365447"/>
                </a:lnTo>
                <a:lnTo>
                  <a:pt x="2433102" y="1362587"/>
                </a:lnTo>
                <a:lnTo>
                  <a:pt x="2429611" y="1359728"/>
                </a:lnTo>
                <a:lnTo>
                  <a:pt x="2426438" y="1356550"/>
                </a:lnTo>
                <a:lnTo>
                  <a:pt x="2423582" y="1353691"/>
                </a:lnTo>
                <a:lnTo>
                  <a:pt x="2420726" y="1350513"/>
                </a:lnTo>
                <a:lnTo>
                  <a:pt x="2417870" y="1347018"/>
                </a:lnTo>
                <a:lnTo>
                  <a:pt x="2415332" y="1343523"/>
                </a:lnTo>
                <a:lnTo>
                  <a:pt x="2413110" y="1339710"/>
                </a:lnTo>
                <a:lnTo>
                  <a:pt x="2410889" y="1336215"/>
                </a:lnTo>
                <a:lnTo>
                  <a:pt x="2408668" y="1332402"/>
                </a:lnTo>
                <a:lnTo>
                  <a:pt x="2407081" y="1327954"/>
                </a:lnTo>
                <a:lnTo>
                  <a:pt x="2405177" y="1324141"/>
                </a:lnTo>
                <a:lnTo>
                  <a:pt x="2403908" y="1320010"/>
                </a:lnTo>
                <a:lnTo>
                  <a:pt x="2402639" y="1315879"/>
                </a:lnTo>
                <a:lnTo>
                  <a:pt x="2401370" y="1311749"/>
                </a:lnTo>
                <a:lnTo>
                  <a:pt x="2400735" y="1307618"/>
                </a:lnTo>
                <a:lnTo>
                  <a:pt x="2400100" y="1303170"/>
                </a:lnTo>
                <a:lnTo>
                  <a:pt x="2399783" y="1298721"/>
                </a:lnTo>
                <a:lnTo>
                  <a:pt x="2399783" y="1294590"/>
                </a:lnTo>
                <a:lnTo>
                  <a:pt x="2399783" y="1290142"/>
                </a:lnTo>
                <a:lnTo>
                  <a:pt x="2400100" y="1285376"/>
                </a:lnTo>
                <a:lnTo>
                  <a:pt x="2400418" y="1281245"/>
                </a:lnTo>
                <a:lnTo>
                  <a:pt x="2401052" y="1276797"/>
                </a:lnTo>
                <a:lnTo>
                  <a:pt x="2402322" y="1272348"/>
                </a:lnTo>
                <a:lnTo>
                  <a:pt x="2403591" y="1267900"/>
                </a:lnTo>
                <a:lnTo>
                  <a:pt x="2403908" y="1266947"/>
                </a:lnTo>
                <a:lnTo>
                  <a:pt x="2346473" y="1248835"/>
                </a:lnTo>
                <a:lnTo>
                  <a:pt x="2289673" y="1230406"/>
                </a:lnTo>
                <a:lnTo>
                  <a:pt x="2232873" y="1211660"/>
                </a:lnTo>
                <a:lnTo>
                  <a:pt x="2176073" y="1191642"/>
                </a:lnTo>
                <a:lnTo>
                  <a:pt x="2119590" y="1171306"/>
                </a:lnTo>
                <a:lnTo>
                  <a:pt x="2063425" y="1150335"/>
                </a:lnTo>
                <a:lnTo>
                  <a:pt x="2007577" y="1128729"/>
                </a:lnTo>
                <a:lnTo>
                  <a:pt x="1952046" y="1106804"/>
                </a:lnTo>
                <a:close/>
                <a:moveTo>
                  <a:pt x="1413556" y="857694"/>
                </a:moveTo>
                <a:lnTo>
                  <a:pt x="1413238" y="858329"/>
                </a:lnTo>
                <a:lnTo>
                  <a:pt x="1411017" y="862460"/>
                </a:lnTo>
                <a:lnTo>
                  <a:pt x="1408478" y="866273"/>
                </a:lnTo>
                <a:lnTo>
                  <a:pt x="1405940" y="869768"/>
                </a:lnTo>
                <a:lnTo>
                  <a:pt x="1403401" y="873263"/>
                </a:lnTo>
                <a:lnTo>
                  <a:pt x="1400228" y="876758"/>
                </a:lnTo>
                <a:lnTo>
                  <a:pt x="1397055" y="879936"/>
                </a:lnTo>
                <a:lnTo>
                  <a:pt x="1393882" y="882796"/>
                </a:lnTo>
                <a:lnTo>
                  <a:pt x="1390709" y="885655"/>
                </a:lnTo>
                <a:lnTo>
                  <a:pt x="1387218" y="888515"/>
                </a:lnTo>
                <a:lnTo>
                  <a:pt x="1383410" y="890739"/>
                </a:lnTo>
                <a:lnTo>
                  <a:pt x="1379920" y="892963"/>
                </a:lnTo>
                <a:lnTo>
                  <a:pt x="1376112" y="894870"/>
                </a:lnTo>
                <a:lnTo>
                  <a:pt x="1372304" y="897094"/>
                </a:lnTo>
                <a:lnTo>
                  <a:pt x="1368179" y="899000"/>
                </a:lnTo>
                <a:lnTo>
                  <a:pt x="1364371" y="900271"/>
                </a:lnTo>
                <a:lnTo>
                  <a:pt x="1360246" y="901542"/>
                </a:lnTo>
                <a:lnTo>
                  <a:pt x="1351361" y="903449"/>
                </a:lnTo>
                <a:lnTo>
                  <a:pt x="1347236" y="904084"/>
                </a:lnTo>
                <a:lnTo>
                  <a:pt x="1343111" y="904720"/>
                </a:lnTo>
                <a:lnTo>
                  <a:pt x="1338668" y="905038"/>
                </a:lnTo>
                <a:lnTo>
                  <a:pt x="1333908" y="905038"/>
                </a:lnTo>
                <a:lnTo>
                  <a:pt x="1329783" y="904720"/>
                </a:lnTo>
                <a:lnTo>
                  <a:pt x="1325341" y="904402"/>
                </a:lnTo>
                <a:lnTo>
                  <a:pt x="1320898" y="904084"/>
                </a:lnTo>
                <a:lnTo>
                  <a:pt x="1316456" y="903131"/>
                </a:lnTo>
                <a:lnTo>
                  <a:pt x="1312013" y="901860"/>
                </a:lnTo>
                <a:lnTo>
                  <a:pt x="1307571" y="900907"/>
                </a:lnTo>
                <a:lnTo>
                  <a:pt x="1303446" y="899636"/>
                </a:lnTo>
                <a:lnTo>
                  <a:pt x="1299321" y="897729"/>
                </a:lnTo>
                <a:lnTo>
                  <a:pt x="1294561" y="895823"/>
                </a:lnTo>
                <a:lnTo>
                  <a:pt x="1290436" y="893599"/>
                </a:lnTo>
                <a:lnTo>
                  <a:pt x="1289801" y="892963"/>
                </a:lnTo>
                <a:lnTo>
                  <a:pt x="1113054" y="1215790"/>
                </a:lnTo>
                <a:lnTo>
                  <a:pt x="1114006" y="1216426"/>
                </a:lnTo>
                <a:lnTo>
                  <a:pt x="1118131" y="1218968"/>
                </a:lnTo>
                <a:lnTo>
                  <a:pt x="1122891" y="1221510"/>
                </a:lnTo>
                <a:lnTo>
                  <a:pt x="1126699" y="1224369"/>
                </a:lnTo>
                <a:lnTo>
                  <a:pt x="1130507" y="1227547"/>
                </a:lnTo>
                <a:lnTo>
                  <a:pt x="1134315" y="1230724"/>
                </a:lnTo>
                <a:lnTo>
                  <a:pt x="1137805" y="1233902"/>
                </a:lnTo>
                <a:lnTo>
                  <a:pt x="1141296" y="1237397"/>
                </a:lnTo>
                <a:lnTo>
                  <a:pt x="1144469" y="1240892"/>
                </a:lnTo>
                <a:lnTo>
                  <a:pt x="1147325" y="1244387"/>
                </a:lnTo>
                <a:lnTo>
                  <a:pt x="1149863" y="1248200"/>
                </a:lnTo>
                <a:lnTo>
                  <a:pt x="1152719" y="1252013"/>
                </a:lnTo>
                <a:lnTo>
                  <a:pt x="1155258" y="1255826"/>
                </a:lnTo>
                <a:lnTo>
                  <a:pt x="1157479" y="1259957"/>
                </a:lnTo>
                <a:lnTo>
                  <a:pt x="1159383" y="1264087"/>
                </a:lnTo>
                <a:lnTo>
                  <a:pt x="1161287" y="1268536"/>
                </a:lnTo>
                <a:lnTo>
                  <a:pt x="1162873" y="1272666"/>
                </a:lnTo>
                <a:lnTo>
                  <a:pt x="1164143" y="1276797"/>
                </a:lnTo>
                <a:lnTo>
                  <a:pt x="1165412" y="1280928"/>
                </a:lnTo>
                <a:lnTo>
                  <a:pt x="1166364" y="1285376"/>
                </a:lnTo>
                <a:lnTo>
                  <a:pt x="1167316" y="1289824"/>
                </a:lnTo>
                <a:lnTo>
                  <a:pt x="1167633" y="1294273"/>
                </a:lnTo>
                <a:lnTo>
                  <a:pt x="1168268" y="1298403"/>
                </a:lnTo>
                <a:lnTo>
                  <a:pt x="1168585" y="1302852"/>
                </a:lnTo>
                <a:lnTo>
                  <a:pt x="1168268" y="1307618"/>
                </a:lnTo>
                <a:lnTo>
                  <a:pt x="1167633" y="1311749"/>
                </a:lnTo>
                <a:lnTo>
                  <a:pt x="1167316" y="1316197"/>
                </a:lnTo>
                <a:lnTo>
                  <a:pt x="1166364" y="1320328"/>
                </a:lnTo>
                <a:lnTo>
                  <a:pt x="1165412" y="1324776"/>
                </a:lnTo>
                <a:lnTo>
                  <a:pt x="1164143" y="1329224"/>
                </a:lnTo>
                <a:lnTo>
                  <a:pt x="1162556" y="1333355"/>
                </a:lnTo>
                <a:lnTo>
                  <a:pt x="1160652" y="1337486"/>
                </a:lnTo>
                <a:lnTo>
                  <a:pt x="1159066" y="1341616"/>
                </a:lnTo>
                <a:lnTo>
                  <a:pt x="1155892" y="1346700"/>
                </a:lnTo>
                <a:lnTo>
                  <a:pt x="1215231" y="1376568"/>
                </a:lnTo>
                <a:lnTo>
                  <a:pt x="1274887" y="1406118"/>
                </a:lnTo>
                <a:lnTo>
                  <a:pt x="1334226" y="1435351"/>
                </a:lnTo>
                <a:lnTo>
                  <a:pt x="1393882" y="1464265"/>
                </a:lnTo>
                <a:lnTo>
                  <a:pt x="1453855" y="1492227"/>
                </a:lnTo>
                <a:lnTo>
                  <a:pt x="1514146" y="1519870"/>
                </a:lnTo>
                <a:lnTo>
                  <a:pt x="1574754" y="1547196"/>
                </a:lnTo>
                <a:lnTo>
                  <a:pt x="1635679" y="1574204"/>
                </a:lnTo>
                <a:lnTo>
                  <a:pt x="1627746" y="1565943"/>
                </a:lnTo>
                <a:lnTo>
                  <a:pt x="1620448" y="1557682"/>
                </a:lnTo>
                <a:lnTo>
                  <a:pt x="1613466" y="1549103"/>
                </a:lnTo>
                <a:lnTo>
                  <a:pt x="1607120" y="1540206"/>
                </a:lnTo>
                <a:lnTo>
                  <a:pt x="1601091" y="1531309"/>
                </a:lnTo>
                <a:lnTo>
                  <a:pt x="1595379" y="1522094"/>
                </a:lnTo>
                <a:lnTo>
                  <a:pt x="1590620" y="1512562"/>
                </a:lnTo>
                <a:lnTo>
                  <a:pt x="1585542" y="1503030"/>
                </a:lnTo>
                <a:lnTo>
                  <a:pt x="1581417" y="1493180"/>
                </a:lnTo>
                <a:lnTo>
                  <a:pt x="1577609" y="1483330"/>
                </a:lnTo>
                <a:lnTo>
                  <a:pt x="1574436" y="1473162"/>
                </a:lnTo>
                <a:lnTo>
                  <a:pt x="1571263" y="1462994"/>
                </a:lnTo>
                <a:lnTo>
                  <a:pt x="1569042" y="1453144"/>
                </a:lnTo>
                <a:lnTo>
                  <a:pt x="1566821" y="1442659"/>
                </a:lnTo>
                <a:lnTo>
                  <a:pt x="1565234" y="1432173"/>
                </a:lnTo>
                <a:lnTo>
                  <a:pt x="1563647" y="1421688"/>
                </a:lnTo>
                <a:lnTo>
                  <a:pt x="1563013" y="1411202"/>
                </a:lnTo>
                <a:lnTo>
                  <a:pt x="1562378" y="1400717"/>
                </a:lnTo>
                <a:lnTo>
                  <a:pt x="1562378" y="1389913"/>
                </a:lnTo>
                <a:lnTo>
                  <a:pt x="1562378" y="1379110"/>
                </a:lnTo>
                <a:lnTo>
                  <a:pt x="1563013" y="1368625"/>
                </a:lnTo>
                <a:lnTo>
                  <a:pt x="1563965" y="1357821"/>
                </a:lnTo>
                <a:lnTo>
                  <a:pt x="1565551" y="1347336"/>
                </a:lnTo>
                <a:lnTo>
                  <a:pt x="1567138" y="1336533"/>
                </a:lnTo>
                <a:lnTo>
                  <a:pt x="1569359" y="1326047"/>
                </a:lnTo>
                <a:lnTo>
                  <a:pt x="1571580" y="1315562"/>
                </a:lnTo>
                <a:lnTo>
                  <a:pt x="1574436" y="1305076"/>
                </a:lnTo>
                <a:lnTo>
                  <a:pt x="1577609" y="1294590"/>
                </a:lnTo>
                <a:lnTo>
                  <a:pt x="1581100" y="1284105"/>
                </a:lnTo>
                <a:lnTo>
                  <a:pt x="1584908" y="1273937"/>
                </a:lnTo>
                <a:lnTo>
                  <a:pt x="1588716" y="1263769"/>
                </a:lnTo>
                <a:lnTo>
                  <a:pt x="1593158" y="1253602"/>
                </a:lnTo>
                <a:lnTo>
                  <a:pt x="1598552" y="1242481"/>
                </a:lnTo>
                <a:lnTo>
                  <a:pt x="1604582" y="1231677"/>
                </a:lnTo>
                <a:lnTo>
                  <a:pt x="1610293" y="1221192"/>
                </a:lnTo>
                <a:lnTo>
                  <a:pt x="1616322" y="1211024"/>
                </a:lnTo>
                <a:lnTo>
                  <a:pt x="1622986" y="1201174"/>
                </a:lnTo>
                <a:lnTo>
                  <a:pt x="1629650" y="1191642"/>
                </a:lnTo>
                <a:lnTo>
                  <a:pt x="1636631" y="1182109"/>
                </a:lnTo>
                <a:lnTo>
                  <a:pt x="1643612" y="1173213"/>
                </a:lnTo>
                <a:lnTo>
                  <a:pt x="1650910" y="1164316"/>
                </a:lnTo>
                <a:lnTo>
                  <a:pt x="1658526" y="1156055"/>
                </a:lnTo>
                <a:lnTo>
                  <a:pt x="1666141" y="1148111"/>
                </a:lnTo>
                <a:lnTo>
                  <a:pt x="1673757" y="1140485"/>
                </a:lnTo>
                <a:lnTo>
                  <a:pt x="1682325" y="1132859"/>
                </a:lnTo>
                <a:lnTo>
                  <a:pt x="1690258" y="1125551"/>
                </a:lnTo>
                <a:lnTo>
                  <a:pt x="1698508" y="1119196"/>
                </a:lnTo>
                <a:lnTo>
                  <a:pt x="1707076" y="1112841"/>
                </a:lnTo>
                <a:lnTo>
                  <a:pt x="1715643" y="1106804"/>
                </a:lnTo>
                <a:lnTo>
                  <a:pt x="1724211" y="1101403"/>
                </a:lnTo>
                <a:lnTo>
                  <a:pt x="1733096" y="1096001"/>
                </a:lnTo>
                <a:lnTo>
                  <a:pt x="1741981" y="1091235"/>
                </a:lnTo>
                <a:lnTo>
                  <a:pt x="1750866" y="1086469"/>
                </a:lnTo>
                <a:lnTo>
                  <a:pt x="1759751" y="1082656"/>
                </a:lnTo>
                <a:lnTo>
                  <a:pt x="1768953" y="1078843"/>
                </a:lnTo>
                <a:lnTo>
                  <a:pt x="1778155" y="1075666"/>
                </a:lnTo>
                <a:lnTo>
                  <a:pt x="1787357" y="1073124"/>
                </a:lnTo>
                <a:lnTo>
                  <a:pt x="1796560" y="1070582"/>
                </a:lnTo>
                <a:lnTo>
                  <a:pt x="1805444" y="1068357"/>
                </a:lnTo>
                <a:lnTo>
                  <a:pt x="1814647" y="1067086"/>
                </a:lnTo>
                <a:lnTo>
                  <a:pt x="1824166" y="1066133"/>
                </a:lnTo>
                <a:lnTo>
                  <a:pt x="1833051" y="1065180"/>
                </a:lnTo>
                <a:lnTo>
                  <a:pt x="1842254" y="1064862"/>
                </a:lnTo>
                <a:lnTo>
                  <a:pt x="1850821" y="1065180"/>
                </a:lnTo>
                <a:lnTo>
                  <a:pt x="1795290" y="1041349"/>
                </a:lnTo>
                <a:lnTo>
                  <a:pt x="1740077" y="1016883"/>
                </a:lnTo>
                <a:lnTo>
                  <a:pt x="1684863" y="991781"/>
                </a:lnTo>
                <a:lnTo>
                  <a:pt x="1630284" y="966044"/>
                </a:lnTo>
                <a:lnTo>
                  <a:pt x="1575388" y="939672"/>
                </a:lnTo>
                <a:lnTo>
                  <a:pt x="1521127" y="912663"/>
                </a:lnTo>
                <a:lnTo>
                  <a:pt x="1467182" y="885655"/>
                </a:lnTo>
                <a:lnTo>
                  <a:pt x="1413556" y="857694"/>
                </a:lnTo>
                <a:close/>
                <a:moveTo>
                  <a:pt x="1297417" y="692150"/>
                </a:moveTo>
                <a:lnTo>
                  <a:pt x="1336764" y="713756"/>
                </a:lnTo>
                <a:lnTo>
                  <a:pt x="1376112" y="734727"/>
                </a:lnTo>
                <a:lnTo>
                  <a:pt x="1415459" y="755698"/>
                </a:lnTo>
                <a:lnTo>
                  <a:pt x="1454807" y="776352"/>
                </a:lnTo>
                <a:lnTo>
                  <a:pt x="1494789" y="796687"/>
                </a:lnTo>
                <a:lnTo>
                  <a:pt x="1534454" y="816387"/>
                </a:lnTo>
                <a:lnTo>
                  <a:pt x="1574119" y="836405"/>
                </a:lnTo>
                <a:lnTo>
                  <a:pt x="1613784" y="855470"/>
                </a:lnTo>
                <a:lnTo>
                  <a:pt x="1654083" y="874852"/>
                </a:lnTo>
                <a:lnTo>
                  <a:pt x="1694066" y="893599"/>
                </a:lnTo>
                <a:lnTo>
                  <a:pt x="1734048" y="912028"/>
                </a:lnTo>
                <a:lnTo>
                  <a:pt x="1774664" y="930139"/>
                </a:lnTo>
                <a:lnTo>
                  <a:pt x="1814964" y="947933"/>
                </a:lnTo>
                <a:lnTo>
                  <a:pt x="1855264" y="965409"/>
                </a:lnTo>
                <a:lnTo>
                  <a:pt x="1896198" y="982885"/>
                </a:lnTo>
                <a:lnTo>
                  <a:pt x="1936815" y="999725"/>
                </a:lnTo>
                <a:lnTo>
                  <a:pt x="1977749" y="1016565"/>
                </a:lnTo>
                <a:lnTo>
                  <a:pt x="2018683" y="1032770"/>
                </a:lnTo>
                <a:lnTo>
                  <a:pt x="2059934" y="1049293"/>
                </a:lnTo>
                <a:lnTo>
                  <a:pt x="2101186" y="1064862"/>
                </a:lnTo>
                <a:lnTo>
                  <a:pt x="2142437" y="1080749"/>
                </a:lnTo>
                <a:lnTo>
                  <a:pt x="2184006" y="1095683"/>
                </a:lnTo>
                <a:lnTo>
                  <a:pt x="2225575" y="1110617"/>
                </a:lnTo>
                <a:lnTo>
                  <a:pt x="2267461" y="1125233"/>
                </a:lnTo>
                <a:lnTo>
                  <a:pt x="2309347" y="1139850"/>
                </a:lnTo>
                <a:lnTo>
                  <a:pt x="2351233" y="1153830"/>
                </a:lnTo>
                <a:lnTo>
                  <a:pt x="2393437" y="1167811"/>
                </a:lnTo>
                <a:lnTo>
                  <a:pt x="2435957" y="1181474"/>
                </a:lnTo>
                <a:lnTo>
                  <a:pt x="2478478" y="1194819"/>
                </a:lnTo>
                <a:lnTo>
                  <a:pt x="2520999" y="1207529"/>
                </a:lnTo>
                <a:lnTo>
                  <a:pt x="2563837" y="1220556"/>
                </a:lnTo>
                <a:lnTo>
                  <a:pt x="2606675" y="1233266"/>
                </a:lnTo>
                <a:lnTo>
                  <a:pt x="2415332" y="1938338"/>
                </a:lnTo>
                <a:lnTo>
                  <a:pt x="2366782" y="1924357"/>
                </a:lnTo>
                <a:lnTo>
                  <a:pt x="2318549" y="1910059"/>
                </a:lnTo>
                <a:lnTo>
                  <a:pt x="2270317" y="1895443"/>
                </a:lnTo>
                <a:lnTo>
                  <a:pt x="2222402" y="1880509"/>
                </a:lnTo>
                <a:lnTo>
                  <a:pt x="2174486" y="1865257"/>
                </a:lnTo>
                <a:lnTo>
                  <a:pt x="2126889" y="1849370"/>
                </a:lnTo>
                <a:lnTo>
                  <a:pt x="2079608" y="1833800"/>
                </a:lnTo>
                <a:lnTo>
                  <a:pt x="2032010" y="1817278"/>
                </a:lnTo>
                <a:lnTo>
                  <a:pt x="1984730" y="1800755"/>
                </a:lnTo>
                <a:lnTo>
                  <a:pt x="1937766" y="1783915"/>
                </a:lnTo>
                <a:lnTo>
                  <a:pt x="1890803" y="1766757"/>
                </a:lnTo>
                <a:lnTo>
                  <a:pt x="1844157" y="1749281"/>
                </a:lnTo>
                <a:lnTo>
                  <a:pt x="1797512" y="1731169"/>
                </a:lnTo>
                <a:lnTo>
                  <a:pt x="1751183" y="1713058"/>
                </a:lnTo>
                <a:lnTo>
                  <a:pt x="1704854" y="1694629"/>
                </a:lnTo>
                <a:lnTo>
                  <a:pt x="1658526" y="1675564"/>
                </a:lnTo>
                <a:lnTo>
                  <a:pt x="1612514" y="1656500"/>
                </a:lnTo>
                <a:lnTo>
                  <a:pt x="1566503" y="1636800"/>
                </a:lnTo>
                <a:lnTo>
                  <a:pt x="1520809" y="1617100"/>
                </a:lnTo>
                <a:lnTo>
                  <a:pt x="1475115" y="1596764"/>
                </a:lnTo>
                <a:lnTo>
                  <a:pt x="1429739" y="1576111"/>
                </a:lnTo>
                <a:lnTo>
                  <a:pt x="1384045" y="1555140"/>
                </a:lnTo>
                <a:lnTo>
                  <a:pt x="1338986" y="1534169"/>
                </a:lnTo>
                <a:lnTo>
                  <a:pt x="1293926" y="1512562"/>
                </a:lnTo>
                <a:lnTo>
                  <a:pt x="1248867" y="1490638"/>
                </a:lnTo>
                <a:lnTo>
                  <a:pt x="1204125" y="1468396"/>
                </a:lnTo>
                <a:lnTo>
                  <a:pt x="1159066" y="1446154"/>
                </a:lnTo>
                <a:lnTo>
                  <a:pt x="1114324" y="1422959"/>
                </a:lnTo>
                <a:lnTo>
                  <a:pt x="1069899" y="1399446"/>
                </a:lnTo>
                <a:lnTo>
                  <a:pt x="1025474" y="1376250"/>
                </a:lnTo>
                <a:lnTo>
                  <a:pt x="981050" y="1352102"/>
                </a:lnTo>
                <a:lnTo>
                  <a:pt x="936625" y="1327636"/>
                </a:lnTo>
                <a:lnTo>
                  <a:pt x="1297417" y="692150"/>
                </a:lnTo>
                <a:close/>
                <a:moveTo>
                  <a:pt x="2337312" y="325877"/>
                </a:moveTo>
                <a:lnTo>
                  <a:pt x="2306540" y="337312"/>
                </a:lnTo>
                <a:lnTo>
                  <a:pt x="2313202" y="355098"/>
                </a:lnTo>
                <a:lnTo>
                  <a:pt x="2305271" y="358910"/>
                </a:lnTo>
                <a:lnTo>
                  <a:pt x="2297974" y="363356"/>
                </a:lnTo>
                <a:lnTo>
                  <a:pt x="2291312" y="367803"/>
                </a:lnTo>
                <a:lnTo>
                  <a:pt x="2285285" y="372250"/>
                </a:lnTo>
                <a:lnTo>
                  <a:pt x="2280209" y="376696"/>
                </a:lnTo>
                <a:lnTo>
                  <a:pt x="2275450" y="381778"/>
                </a:lnTo>
                <a:lnTo>
                  <a:pt x="2271644" y="386543"/>
                </a:lnTo>
                <a:lnTo>
                  <a:pt x="2268154" y="391625"/>
                </a:lnTo>
                <a:lnTo>
                  <a:pt x="2265299" y="396706"/>
                </a:lnTo>
                <a:lnTo>
                  <a:pt x="2263078" y="402106"/>
                </a:lnTo>
                <a:lnTo>
                  <a:pt x="2261809" y="407506"/>
                </a:lnTo>
                <a:lnTo>
                  <a:pt x="2261175" y="413223"/>
                </a:lnTo>
                <a:lnTo>
                  <a:pt x="2260540" y="418622"/>
                </a:lnTo>
                <a:lnTo>
                  <a:pt x="2261492" y="424657"/>
                </a:lnTo>
                <a:lnTo>
                  <a:pt x="2262444" y="431009"/>
                </a:lnTo>
                <a:lnTo>
                  <a:pt x="2264664" y="436727"/>
                </a:lnTo>
                <a:lnTo>
                  <a:pt x="2265933" y="440538"/>
                </a:lnTo>
                <a:lnTo>
                  <a:pt x="2267202" y="444032"/>
                </a:lnTo>
                <a:lnTo>
                  <a:pt x="2269106" y="447526"/>
                </a:lnTo>
                <a:lnTo>
                  <a:pt x="2271009" y="450702"/>
                </a:lnTo>
                <a:lnTo>
                  <a:pt x="2273230" y="453560"/>
                </a:lnTo>
                <a:lnTo>
                  <a:pt x="2275450" y="456419"/>
                </a:lnTo>
                <a:lnTo>
                  <a:pt x="2277671" y="458325"/>
                </a:lnTo>
                <a:lnTo>
                  <a:pt x="2280209" y="460866"/>
                </a:lnTo>
                <a:lnTo>
                  <a:pt x="2285285" y="464359"/>
                </a:lnTo>
                <a:lnTo>
                  <a:pt x="2290678" y="467536"/>
                </a:lnTo>
                <a:lnTo>
                  <a:pt x="2296388" y="469759"/>
                </a:lnTo>
                <a:lnTo>
                  <a:pt x="2301781" y="471347"/>
                </a:lnTo>
                <a:lnTo>
                  <a:pt x="2308761" y="472300"/>
                </a:lnTo>
                <a:lnTo>
                  <a:pt x="2318278" y="473253"/>
                </a:lnTo>
                <a:lnTo>
                  <a:pt x="2329698" y="474206"/>
                </a:lnTo>
                <a:lnTo>
                  <a:pt x="2343657" y="474841"/>
                </a:lnTo>
                <a:lnTo>
                  <a:pt x="2359519" y="475158"/>
                </a:lnTo>
                <a:lnTo>
                  <a:pt x="2372209" y="476111"/>
                </a:lnTo>
                <a:lnTo>
                  <a:pt x="2381726" y="477064"/>
                </a:lnTo>
                <a:lnTo>
                  <a:pt x="2387119" y="478017"/>
                </a:lnTo>
                <a:lnTo>
                  <a:pt x="2389340" y="478335"/>
                </a:lnTo>
                <a:lnTo>
                  <a:pt x="2390926" y="479288"/>
                </a:lnTo>
                <a:lnTo>
                  <a:pt x="2392829" y="480558"/>
                </a:lnTo>
                <a:lnTo>
                  <a:pt x="2394098" y="481828"/>
                </a:lnTo>
                <a:lnTo>
                  <a:pt x="2396002" y="483734"/>
                </a:lnTo>
                <a:lnTo>
                  <a:pt x="2396953" y="485640"/>
                </a:lnTo>
                <a:lnTo>
                  <a:pt x="2398222" y="488181"/>
                </a:lnTo>
                <a:lnTo>
                  <a:pt x="2399491" y="490722"/>
                </a:lnTo>
                <a:lnTo>
                  <a:pt x="2400443" y="493580"/>
                </a:lnTo>
                <a:lnTo>
                  <a:pt x="2400760" y="496439"/>
                </a:lnTo>
                <a:lnTo>
                  <a:pt x="2400760" y="499298"/>
                </a:lnTo>
                <a:lnTo>
                  <a:pt x="2400126" y="501839"/>
                </a:lnTo>
                <a:lnTo>
                  <a:pt x="2398540" y="503744"/>
                </a:lnTo>
                <a:lnTo>
                  <a:pt x="2396953" y="505650"/>
                </a:lnTo>
                <a:lnTo>
                  <a:pt x="2394415" y="507238"/>
                </a:lnTo>
                <a:lnTo>
                  <a:pt x="2391560" y="508826"/>
                </a:lnTo>
                <a:lnTo>
                  <a:pt x="2387753" y="509779"/>
                </a:lnTo>
                <a:lnTo>
                  <a:pt x="2384581" y="510097"/>
                </a:lnTo>
                <a:lnTo>
                  <a:pt x="2382360" y="509779"/>
                </a:lnTo>
                <a:lnTo>
                  <a:pt x="2380774" y="509461"/>
                </a:lnTo>
                <a:lnTo>
                  <a:pt x="2379822" y="508826"/>
                </a:lnTo>
                <a:lnTo>
                  <a:pt x="2378236" y="506603"/>
                </a:lnTo>
                <a:lnTo>
                  <a:pt x="2376016" y="503427"/>
                </a:lnTo>
                <a:lnTo>
                  <a:pt x="2373795" y="498980"/>
                </a:lnTo>
                <a:lnTo>
                  <a:pt x="2371574" y="493263"/>
                </a:lnTo>
                <a:lnTo>
                  <a:pt x="2368719" y="485640"/>
                </a:lnTo>
                <a:lnTo>
                  <a:pt x="2334140" y="498662"/>
                </a:lnTo>
                <a:lnTo>
                  <a:pt x="2299243" y="510732"/>
                </a:lnTo>
                <a:lnTo>
                  <a:pt x="2300830" y="516449"/>
                </a:lnTo>
                <a:lnTo>
                  <a:pt x="2301781" y="519943"/>
                </a:lnTo>
                <a:lnTo>
                  <a:pt x="2304002" y="525025"/>
                </a:lnTo>
                <a:lnTo>
                  <a:pt x="2306223" y="529154"/>
                </a:lnTo>
                <a:lnTo>
                  <a:pt x="2309078" y="533600"/>
                </a:lnTo>
                <a:lnTo>
                  <a:pt x="2312568" y="537094"/>
                </a:lnTo>
                <a:lnTo>
                  <a:pt x="2316057" y="539953"/>
                </a:lnTo>
                <a:lnTo>
                  <a:pt x="2320181" y="542811"/>
                </a:lnTo>
                <a:lnTo>
                  <a:pt x="2324940" y="545035"/>
                </a:lnTo>
                <a:lnTo>
                  <a:pt x="2329698" y="546623"/>
                </a:lnTo>
                <a:lnTo>
                  <a:pt x="2334774" y="548211"/>
                </a:lnTo>
                <a:lnTo>
                  <a:pt x="2340485" y="548846"/>
                </a:lnTo>
                <a:lnTo>
                  <a:pt x="2346829" y="549164"/>
                </a:lnTo>
                <a:lnTo>
                  <a:pt x="2353174" y="548846"/>
                </a:lnTo>
                <a:lnTo>
                  <a:pt x="2360154" y="548211"/>
                </a:lnTo>
                <a:lnTo>
                  <a:pt x="2367450" y="546940"/>
                </a:lnTo>
                <a:lnTo>
                  <a:pt x="2375381" y="545670"/>
                </a:lnTo>
                <a:lnTo>
                  <a:pt x="2383312" y="543447"/>
                </a:lnTo>
                <a:lnTo>
                  <a:pt x="2389022" y="558375"/>
                </a:lnTo>
                <a:lnTo>
                  <a:pt x="2421381" y="545988"/>
                </a:lnTo>
                <a:lnTo>
                  <a:pt x="2415353" y="531377"/>
                </a:lnTo>
                <a:lnTo>
                  <a:pt x="2423602" y="527248"/>
                </a:lnTo>
                <a:lnTo>
                  <a:pt x="2431533" y="523119"/>
                </a:lnTo>
                <a:lnTo>
                  <a:pt x="2438512" y="518672"/>
                </a:lnTo>
                <a:lnTo>
                  <a:pt x="2444222" y="514226"/>
                </a:lnTo>
                <a:lnTo>
                  <a:pt x="2449932" y="509779"/>
                </a:lnTo>
                <a:lnTo>
                  <a:pt x="2455008" y="505650"/>
                </a:lnTo>
                <a:lnTo>
                  <a:pt x="2459450" y="500568"/>
                </a:lnTo>
                <a:lnTo>
                  <a:pt x="2462939" y="496121"/>
                </a:lnTo>
                <a:lnTo>
                  <a:pt x="2465477" y="491675"/>
                </a:lnTo>
                <a:lnTo>
                  <a:pt x="2467698" y="486593"/>
                </a:lnTo>
                <a:lnTo>
                  <a:pt x="2469284" y="481828"/>
                </a:lnTo>
                <a:lnTo>
                  <a:pt x="2470553" y="477064"/>
                </a:lnTo>
                <a:lnTo>
                  <a:pt x="2470553" y="471982"/>
                </a:lnTo>
                <a:lnTo>
                  <a:pt x="2470236" y="466900"/>
                </a:lnTo>
                <a:lnTo>
                  <a:pt x="2468967" y="461818"/>
                </a:lnTo>
                <a:lnTo>
                  <a:pt x="2467381" y="456737"/>
                </a:lnTo>
                <a:lnTo>
                  <a:pt x="2465477" y="453243"/>
                </a:lnTo>
                <a:lnTo>
                  <a:pt x="2463891" y="450067"/>
                </a:lnTo>
                <a:lnTo>
                  <a:pt x="2461988" y="446890"/>
                </a:lnTo>
                <a:lnTo>
                  <a:pt x="2459767" y="444032"/>
                </a:lnTo>
                <a:lnTo>
                  <a:pt x="2457546" y="441491"/>
                </a:lnTo>
                <a:lnTo>
                  <a:pt x="2454691" y="438950"/>
                </a:lnTo>
                <a:lnTo>
                  <a:pt x="2451836" y="436409"/>
                </a:lnTo>
                <a:lnTo>
                  <a:pt x="2448981" y="434503"/>
                </a:lnTo>
                <a:lnTo>
                  <a:pt x="2442636" y="431009"/>
                </a:lnTo>
                <a:lnTo>
                  <a:pt x="2435974" y="428151"/>
                </a:lnTo>
                <a:lnTo>
                  <a:pt x="2429312" y="425927"/>
                </a:lnTo>
                <a:lnTo>
                  <a:pt x="2422650" y="424657"/>
                </a:lnTo>
                <a:lnTo>
                  <a:pt x="2414402" y="424022"/>
                </a:lnTo>
                <a:lnTo>
                  <a:pt x="2403298" y="422751"/>
                </a:lnTo>
                <a:lnTo>
                  <a:pt x="2372843" y="421481"/>
                </a:lnTo>
                <a:lnTo>
                  <a:pt x="2362691" y="420846"/>
                </a:lnTo>
                <a:lnTo>
                  <a:pt x="2358567" y="420210"/>
                </a:lnTo>
                <a:lnTo>
                  <a:pt x="2355078" y="419257"/>
                </a:lnTo>
                <a:lnTo>
                  <a:pt x="2351905" y="418622"/>
                </a:lnTo>
                <a:lnTo>
                  <a:pt x="2349050" y="417669"/>
                </a:lnTo>
                <a:lnTo>
                  <a:pt x="2347147" y="416717"/>
                </a:lnTo>
                <a:lnTo>
                  <a:pt x="2345243" y="415128"/>
                </a:lnTo>
                <a:lnTo>
                  <a:pt x="2342705" y="411635"/>
                </a:lnTo>
                <a:lnTo>
                  <a:pt x="2339850" y="407188"/>
                </a:lnTo>
                <a:lnTo>
                  <a:pt x="2336678" y="401153"/>
                </a:lnTo>
                <a:lnTo>
                  <a:pt x="2333823" y="393848"/>
                </a:lnTo>
                <a:lnTo>
                  <a:pt x="2332871" y="390672"/>
                </a:lnTo>
                <a:lnTo>
                  <a:pt x="2332554" y="388448"/>
                </a:lnTo>
                <a:lnTo>
                  <a:pt x="2332871" y="385590"/>
                </a:lnTo>
                <a:lnTo>
                  <a:pt x="2333505" y="383366"/>
                </a:lnTo>
                <a:lnTo>
                  <a:pt x="2334774" y="381461"/>
                </a:lnTo>
                <a:lnTo>
                  <a:pt x="2336995" y="379237"/>
                </a:lnTo>
                <a:lnTo>
                  <a:pt x="2339533" y="377967"/>
                </a:lnTo>
                <a:lnTo>
                  <a:pt x="2342705" y="376379"/>
                </a:lnTo>
                <a:lnTo>
                  <a:pt x="2346512" y="375108"/>
                </a:lnTo>
                <a:lnTo>
                  <a:pt x="2349685" y="375108"/>
                </a:lnTo>
                <a:lnTo>
                  <a:pt x="2350954" y="375108"/>
                </a:lnTo>
                <a:lnTo>
                  <a:pt x="2352223" y="375426"/>
                </a:lnTo>
                <a:lnTo>
                  <a:pt x="2353492" y="376061"/>
                </a:lnTo>
                <a:lnTo>
                  <a:pt x="2354443" y="377332"/>
                </a:lnTo>
                <a:lnTo>
                  <a:pt x="2356664" y="379873"/>
                </a:lnTo>
                <a:lnTo>
                  <a:pt x="2358885" y="384637"/>
                </a:lnTo>
                <a:lnTo>
                  <a:pt x="2362057" y="391307"/>
                </a:lnTo>
                <a:lnTo>
                  <a:pt x="2365229" y="399565"/>
                </a:lnTo>
                <a:lnTo>
                  <a:pt x="2369671" y="410999"/>
                </a:lnTo>
                <a:lnTo>
                  <a:pt x="2403615" y="397659"/>
                </a:lnTo>
                <a:lnTo>
                  <a:pt x="2436926" y="384637"/>
                </a:lnTo>
                <a:lnTo>
                  <a:pt x="2433436" y="375426"/>
                </a:lnTo>
                <a:lnTo>
                  <a:pt x="2429946" y="368121"/>
                </a:lnTo>
                <a:lnTo>
                  <a:pt x="2426457" y="361768"/>
                </a:lnTo>
                <a:lnTo>
                  <a:pt x="2422333" y="356051"/>
                </a:lnTo>
                <a:lnTo>
                  <a:pt x="2420429" y="353510"/>
                </a:lnTo>
                <a:lnTo>
                  <a:pt x="2417891" y="351287"/>
                </a:lnTo>
                <a:lnTo>
                  <a:pt x="2415671" y="349381"/>
                </a:lnTo>
                <a:lnTo>
                  <a:pt x="2412815" y="347158"/>
                </a:lnTo>
                <a:lnTo>
                  <a:pt x="2410595" y="345570"/>
                </a:lnTo>
                <a:lnTo>
                  <a:pt x="2407740" y="343982"/>
                </a:lnTo>
                <a:lnTo>
                  <a:pt x="2405202" y="343029"/>
                </a:lnTo>
                <a:lnTo>
                  <a:pt x="2402029" y="341758"/>
                </a:lnTo>
                <a:lnTo>
                  <a:pt x="2399491" y="340805"/>
                </a:lnTo>
                <a:lnTo>
                  <a:pt x="2396319" y="340170"/>
                </a:lnTo>
                <a:lnTo>
                  <a:pt x="2389974" y="339217"/>
                </a:lnTo>
                <a:lnTo>
                  <a:pt x="2383629" y="338900"/>
                </a:lnTo>
                <a:lnTo>
                  <a:pt x="2377284" y="338582"/>
                </a:lnTo>
                <a:lnTo>
                  <a:pt x="2370940" y="338900"/>
                </a:lnTo>
                <a:lnTo>
                  <a:pt x="2364278" y="339535"/>
                </a:lnTo>
                <a:lnTo>
                  <a:pt x="2357616" y="340488"/>
                </a:lnTo>
                <a:lnTo>
                  <a:pt x="2350954" y="342394"/>
                </a:lnTo>
                <a:lnTo>
                  <a:pt x="2344292" y="343982"/>
                </a:lnTo>
                <a:lnTo>
                  <a:pt x="2337312" y="325877"/>
                </a:lnTo>
                <a:close/>
                <a:moveTo>
                  <a:pt x="2259588" y="275058"/>
                </a:moveTo>
                <a:lnTo>
                  <a:pt x="2219933" y="289351"/>
                </a:lnTo>
                <a:lnTo>
                  <a:pt x="2179961" y="303326"/>
                </a:lnTo>
                <a:lnTo>
                  <a:pt x="2139672" y="316984"/>
                </a:lnTo>
                <a:lnTo>
                  <a:pt x="2099700" y="329689"/>
                </a:lnTo>
                <a:lnTo>
                  <a:pt x="2059727" y="342394"/>
                </a:lnTo>
                <a:lnTo>
                  <a:pt x="2019121" y="354463"/>
                </a:lnTo>
                <a:lnTo>
                  <a:pt x="1978514" y="366533"/>
                </a:lnTo>
                <a:lnTo>
                  <a:pt x="1937590" y="377967"/>
                </a:lnTo>
                <a:lnTo>
                  <a:pt x="1937907" y="378285"/>
                </a:lnTo>
                <a:lnTo>
                  <a:pt x="1939493" y="384637"/>
                </a:lnTo>
                <a:lnTo>
                  <a:pt x="1940128" y="390672"/>
                </a:lnTo>
                <a:lnTo>
                  <a:pt x="1940128" y="397024"/>
                </a:lnTo>
                <a:lnTo>
                  <a:pt x="1939493" y="403059"/>
                </a:lnTo>
                <a:lnTo>
                  <a:pt x="1938542" y="409094"/>
                </a:lnTo>
                <a:lnTo>
                  <a:pt x="1936638" y="414811"/>
                </a:lnTo>
                <a:lnTo>
                  <a:pt x="1934100" y="420528"/>
                </a:lnTo>
                <a:lnTo>
                  <a:pt x="1931562" y="425610"/>
                </a:lnTo>
                <a:lnTo>
                  <a:pt x="1928390" y="431009"/>
                </a:lnTo>
                <a:lnTo>
                  <a:pt x="1924583" y="435456"/>
                </a:lnTo>
                <a:lnTo>
                  <a:pt x="1919824" y="439903"/>
                </a:lnTo>
                <a:lnTo>
                  <a:pt x="1915383" y="443714"/>
                </a:lnTo>
                <a:lnTo>
                  <a:pt x="1910307" y="447208"/>
                </a:lnTo>
                <a:lnTo>
                  <a:pt x="1904597" y="450384"/>
                </a:lnTo>
                <a:lnTo>
                  <a:pt x="1898569" y="452925"/>
                </a:lnTo>
                <a:lnTo>
                  <a:pt x="1892542" y="454513"/>
                </a:lnTo>
                <a:lnTo>
                  <a:pt x="1891590" y="454831"/>
                </a:lnTo>
                <a:lnTo>
                  <a:pt x="1955038" y="703844"/>
                </a:lnTo>
                <a:lnTo>
                  <a:pt x="1955673" y="703209"/>
                </a:lnTo>
                <a:lnTo>
                  <a:pt x="1962652" y="701939"/>
                </a:lnTo>
                <a:lnTo>
                  <a:pt x="1969314" y="701303"/>
                </a:lnTo>
                <a:lnTo>
                  <a:pt x="1976293" y="700986"/>
                </a:lnTo>
                <a:lnTo>
                  <a:pt x="1982955" y="701303"/>
                </a:lnTo>
                <a:lnTo>
                  <a:pt x="1989300" y="702256"/>
                </a:lnTo>
                <a:lnTo>
                  <a:pt x="1995645" y="704162"/>
                </a:lnTo>
                <a:lnTo>
                  <a:pt x="2001355" y="706068"/>
                </a:lnTo>
                <a:lnTo>
                  <a:pt x="2007383" y="708609"/>
                </a:lnTo>
                <a:lnTo>
                  <a:pt x="2012776" y="711785"/>
                </a:lnTo>
                <a:lnTo>
                  <a:pt x="2017852" y="715279"/>
                </a:lnTo>
                <a:lnTo>
                  <a:pt x="2022293" y="719408"/>
                </a:lnTo>
                <a:lnTo>
                  <a:pt x="2026417" y="723854"/>
                </a:lnTo>
                <a:lnTo>
                  <a:pt x="2030541" y="728936"/>
                </a:lnTo>
                <a:lnTo>
                  <a:pt x="2033396" y="734018"/>
                </a:lnTo>
                <a:lnTo>
                  <a:pt x="2036252" y="740053"/>
                </a:lnTo>
                <a:lnTo>
                  <a:pt x="2038472" y="745770"/>
                </a:lnTo>
                <a:lnTo>
                  <a:pt x="2039107" y="749582"/>
                </a:lnTo>
                <a:lnTo>
                  <a:pt x="2083838" y="736877"/>
                </a:lnTo>
                <a:lnTo>
                  <a:pt x="2127934" y="723537"/>
                </a:lnTo>
                <a:lnTo>
                  <a:pt x="2172347" y="709879"/>
                </a:lnTo>
                <a:lnTo>
                  <a:pt x="2216444" y="695904"/>
                </a:lnTo>
                <a:lnTo>
                  <a:pt x="2260223" y="681611"/>
                </a:lnTo>
                <a:lnTo>
                  <a:pt x="2304319" y="667318"/>
                </a:lnTo>
                <a:lnTo>
                  <a:pt x="2348098" y="652390"/>
                </a:lnTo>
                <a:lnTo>
                  <a:pt x="2391560" y="637144"/>
                </a:lnTo>
                <a:lnTo>
                  <a:pt x="2383947" y="636827"/>
                </a:lnTo>
                <a:lnTo>
                  <a:pt x="2376016" y="635874"/>
                </a:lnTo>
                <a:lnTo>
                  <a:pt x="2368719" y="634921"/>
                </a:lnTo>
                <a:lnTo>
                  <a:pt x="2361105" y="633333"/>
                </a:lnTo>
                <a:lnTo>
                  <a:pt x="2353809" y="631427"/>
                </a:lnTo>
                <a:lnTo>
                  <a:pt x="2346512" y="629839"/>
                </a:lnTo>
                <a:lnTo>
                  <a:pt x="2339533" y="627298"/>
                </a:lnTo>
                <a:lnTo>
                  <a:pt x="2332554" y="624440"/>
                </a:lnTo>
                <a:lnTo>
                  <a:pt x="2325892" y="621581"/>
                </a:lnTo>
                <a:lnTo>
                  <a:pt x="2319230" y="618087"/>
                </a:lnTo>
                <a:lnTo>
                  <a:pt x="2312568" y="614593"/>
                </a:lnTo>
                <a:lnTo>
                  <a:pt x="2306223" y="611100"/>
                </a:lnTo>
                <a:lnTo>
                  <a:pt x="2300195" y="606970"/>
                </a:lnTo>
                <a:lnTo>
                  <a:pt x="2294168" y="602841"/>
                </a:lnTo>
                <a:lnTo>
                  <a:pt x="2288140" y="598395"/>
                </a:lnTo>
                <a:lnTo>
                  <a:pt x="2282747" y="593313"/>
                </a:lnTo>
                <a:lnTo>
                  <a:pt x="2277037" y="588549"/>
                </a:lnTo>
                <a:lnTo>
                  <a:pt x="2271961" y="583467"/>
                </a:lnTo>
                <a:lnTo>
                  <a:pt x="2266568" y="578067"/>
                </a:lnTo>
                <a:lnTo>
                  <a:pt x="2261809" y="572668"/>
                </a:lnTo>
                <a:lnTo>
                  <a:pt x="2256733" y="566950"/>
                </a:lnTo>
                <a:lnTo>
                  <a:pt x="2252292" y="560916"/>
                </a:lnTo>
                <a:lnTo>
                  <a:pt x="2248168" y="554881"/>
                </a:lnTo>
                <a:lnTo>
                  <a:pt x="2244044" y="548528"/>
                </a:lnTo>
                <a:lnTo>
                  <a:pt x="2239920" y="542176"/>
                </a:lnTo>
                <a:lnTo>
                  <a:pt x="2236113" y="535506"/>
                </a:lnTo>
                <a:lnTo>
                  <a:pt x="2232623" y="528836"/>
                </a:lnTo>
                <a:lnTo>
                  <a:pt x="2229133" y="522166"/>
                </a:lnTo>
                <a:lnTo>
                  <a:pt x="2225961" y="515178"/>
                </a:lnTo>
                <a:lnTo>
                  <a:pt x="2223106" y="508509"/>
                </a:lnTo>
                <a:lnTo>
                  <a:pt x="2220251" y="500886"/>
                </a:lnTo>
                <a:lnTo>
                  <a:pt x="2217713" y="493898"/>
                </a:lnTo>
                <a:lnTo>
                  <a:pt x="2215492" y="485640"/>
                </a:lnTo>
                <a:lnTo>
                  <a:pt x="2212954" y="477699"/>
                </a:lnTo>
                <a:lnTo>
                  <a:pt x="2210734" y="469441"/>
                </a:lnTo>
                <a:lnTo>
                  <a:pt x="2209465" y="461183"/>
                </a:lnTo>
                <a:lnTo>
                  <a:pt x="2207878" y="453243"/>
                </a:lnTo>
                <a:lnTo>
                  <a:pt x="2206609" y="444985"/>
                </a:lnTo>
                <a:lnTo>
                  <a:pt x="2205658" y="436727"/>
                </a:lnTo>
                <a:lnTo>
                  <a:pt x="2205023" y="429104"/>
                </a:lnTo>
                <a:lnTo>
                  <a:pt x="2204706" y="421163"/>
                </a:lnTo>
                <a:lnTo>
                  <a:pt x="2204706" y="413223"/>
                </a:lnTo>
                <a:lnTo>
                  <a:pt x="2204706" y="405600"/>
                </a:lnTo>
                <a:lnTo>
                  <a:pt x="2205023" y="397659"/>
                </a:lnTo>
                <a:lnTo>
                  <a:pt x="2205658" y="390036"/>
                </a:lnTo>
                <a:lnTo>
                  <a:pt x="2206292" y="382414"/>
                </a:lnTo>
                <a:lnTo>
                  <a:pt x="2207244" y="375108"/>
                </a:lnTo>
                <a:lnTo>
                  <a:pt x="2208830" y="367803"/>
                </a:lnTo>
                <a:lnTo>
                  <a:pt x="2210099" y="360816"/>
                </a:lnTo>
                <a:lnTo>
                  <a:pt x="2212320" y="353828"/>
                </a:lnTo>
                <a:lnTo>
                  <a:pt x="2213906" y="346840"/>
                </a:lnTo>
                <a:lnTo>
                  <a:pt x="2216444" y="340170"/>
                </a:lnTo>
                <a:lnTo>
                  <a:pt x="2218982" y="333500"/>
                </a:lnTo>
                <a:lnTo>
                  <a:pt x="2221202" y="327465"/>
                </a:lnTo>
                <a:lnTo>
                  <a:pt x="2224375" y="321113"/>
                </a:lnTo>
                <a:lnTo>
                  <a:pt x="2227547" y="315078"/>
                </a:lnTo>
                <a:lnTo>
                  <a:pt x="2230720" y="309679"/>
                </a:lnTo>
                <a:lnTo>
                  <a:pt x="2234209" y="303962"/>
                </a:lnTo>
                <a:lnTo>
                  <a:pt x="2238016" y="298244"/>
                </a:lnTo>
                <a:lnTo>
                  <a:pt x="2241823" y="293163"/>
                </a:lnTo>
                <a:lnTo>
                  <a:pt x="2245947" y="288398"/>
                </a:lnTo>
                <a:lnTo>
                  <a:pt x="2250388" y="283634"/>
                </a:lnTo>
                <a:lnTo>
                  <a:pt x="2254830" y="279187"/>
                </a:lnTo>
                <a:lnTo>
                  <a:pt x="2259588" y="275058"/>
                </a:lnTo>
                <a:close/>
                <a:moveTo>
                  <a:pt x="2637421" y="114660"/>
                </a:moveTo>
                <a:lnTo>
                  <a:pt x="2599352" y="132765"/>
                </a:lnTo>
                <a:lnTo>
                  <a:pt x="2561601" y="150551"/>
                </a:lnTo>
                <a:lnTo>
                  <a:pt x="2523849" y="167703"/>
                </a:lnTo>
                <a:lnTo>
                  <a:pt x="2485463" y="184537"/>
                </a:lnTo>
                <a:lnTo>
                  <a:pt x="2447077" y="201053"/>
                </a:lnTo>
                <a:lnTo>
                  <a:pt x="2408374" y="216934"/>
                </a:lnTo>
                <a:lnTo>
                  <a:pt x="2369671" y="233133"/>
                </a:lnTo>
                <a:lnTo>
                  <a:pt x="2330650" y="248061"/>
                </a:lnTo>
                <a:lnTo>
                  <a:pt x="2336995" y="248378"/>
                </a:lnTo>
                <a:lnTo>
                  <a:pt x="2343340" y="248696"/>
                </a:lnTo>
                <a:lnTo>
                  <a:pt x="2349685" y="249331"/>
                </a:lnTo>
                <a:lnTo>
                  <a:pt x="2355712" y="250284"/>
                </a:lnTo>
                <a:lnTo>
                  <a:pt x="2362374" y="251554"/>
                </a:lnTo>
                <a:lnTo>
                  <a:pt x="2368719" y="253143"/>
                </a:lnTo>
                <a:lnTo>
                  <a:pt x="2375064" y="255048"/>
                </a:lnTo>
                <a:lnTo>
                  <a:pt x="2381409" y="257272"/>
                </a:lnTo>
                <a:lnTo>
                  <a:pt x="2387436" y="259495"/>
                </a:lnTo>
                <a:lnTo>
                  <a:pt x="2393781" y="262353"/>
                </a:lnTo>
                <a:lnTo>
                  <a:pt x="2400126" y="265212"/>
                </a:lnTo>
                <a:lnTo>
                  <a:pt x="2405836" y="268706"/>
                </a:lnTo>
                <a:lnTo>
                  <a:pt x="2412181" y="272200"/>
                </a:lnTo>
                <a:lnTo>
                  <a:pt x="2418208" y="276011"/>
                </a:lnTo>
                <a:lnTo>
                  <a:pt x="2424236" y="280140"/>
                </a:lnTo>
                <a:lnTo>
                  <a:pt x="2429946" y="284269"/>
                </a:lnTo>
                <a:lnTo>
                  <a:pt x="2435974" y="289034"/>
                </a:lnTo>
                <a:lnTo>
                  <a:pt x="2441684" y="293798"/>
                </a:lnTo>
                <a:lnTo>
                  <a:pt x="2447077" y="299197"/>
                </a:lnTo>
                <a:lnTo>
                  <a:pt x="2452788" y="304279"/>
                </a:lnTo>
                <a:lnTo>
                  <a:pt x="2457863" y="309996"/>
                </a:lnTo>
                <a:lnTo>
                  <a:pt x="2463257" y="315714"/>
                </a:lnTo>
                <a:lnTo>
                  <a:pt x="2468015" y="321748"/>
                </a:lnTo>
                <a:lnTo>
                  <a:pt x="2472774" y="328101"/>
                </a:lnTo>
                <a:lnTo>
                  <a:pt x="2477850" y="334453"/>
                </a:lnTo>
                <a:lnTo>
                  <a:pt x="2482291" y="340805"/>
                </a:lnTo>
                <a:lnTo>
                  <a:pt x="2486732" y="347793"/>
                </a:lnTo>
                <a:lnTo>
                  <a:pt x="2490856" y="354781"/>
                </a:lnTo>
                <a:lnTo>
                  <a:pt x="2495298" y="362086"/>
                </a:lnTo>
                <a:lnTo>
                  <a:pt x="2499105" y="370026"/>
                </a:lnTo>
                <a:lnTo>
                  <a:pt x="2502912" y="377332"/>
                </a:lnTo>
                <a:lnTo>
                  <a:pt x="2506401" y="385272"/>
                </a:lnTo>
                <a:lnTo>
                  <a:pt x="2509256" y="392260"/>
                </a:lnTo>
                <a:lnTo>
                  <a:pt x="2511794" y="399565"/>
                </a:lnTo>
                <a:lnTo>
                  <a:pt x="2514015" y="406553"/>
                </a:lnTo>
                <a:lnTo>
                  <a:pt x="2516553" y="413858"/>
                </a:lnTo>
                <a:lnTo>
                  <a:pt x="2518139" y="421163"/>
                </a:lnTo>
                <a:lnTo>
                  <a:pt x="2520042" y="428468"/>
                </a:lnTo>
                <a:lnTo>
                  <a:pt x="2521311" y="436091"/>
                </a:lnTo>
                <a:lnTo>
                  <a:pt x="2522580" y="443397"/>
                </a:lnTo>
                <a:lnTo>
                  <a:pt x="2523849" y="450702"/>
                </a:lnTo>
                <a:lnTo>
                  <a:pt x="2524484" y="458325"/>
                </a:lnTo>
                <a:lnTo>
                  <a:pt x="2524801" y="465948"/>
                </a:lnTo>
                <a:lnTo>
                  <a:pt x="2525118" y="473570"/>
                </a:lnTo>
                <a:lnTo>
                  <a:pt x="2525118" y="480876"/>
                </a:lnTo>
                <a:lnTo>
                  <a:pt x="2524801" y="488181"/>
                </a:lnTo>
                <a:lnTo>
                  <a:pt x="2524167" y="495486"/>
                </a:lnTo>
                <a:lnTo>
                  <a:pt x="2523215" y="502791"/>
                </a:lnTo>
                <a:lnTo>
                  <a:pt x="2521946" y="510097"/>
                </a:lnTo>
                <a:lnTo>
                  <a:pt x="2520677" y="517402"/>
                </a:lnTo>
                <a:lnTo>
                  <a:pt x="2518774" y="524389"/>
                </a:lnTo>
                <a:lnTo>
                  <a:pt x="2516870" y="531695"/>
                </a:lnTo>
                <a:lnTo>
                  <a:pt x="2514649" y="538682"/>
                </a:lnTo>
                <a:lnTo>
                  <a:pt x="2512112" y="545670"/>
                </a:lnTo>
                <a:lnTo>
                  <a:pt x="2509256" y="552340"/>
                </a:lnTo>
                <a:lnTo>
                  <a:pt x="2506084" y="559010"/>
                </a:lnTo>
                <a:lnTo>
                  <a:pt x="2502594" y="565680"/>
                </a:lnTo>
                <a:lnTo>
                  <a:pt x="2499105" y="572032"/>
                </a:lnTo>
                <a:lnTo>
                  <a:pt x="2494980" y="578385"/>
                </a:lnTo>
                <a:lnTo>
                  <a:pt x="2490222" y="584737"/>
                </a:lnTo>
                <a:lnTo>
                  <a:pt x="2485781" y="590772"/>
                </a:lnTo>
                <a:lnTo>
                  <a:pt x="2481022" y="596489"/>
                </a:lnTo>
                <a:lnTo>
                  <a:pt x="2475312" y="602206"/>
                </a:lnTo>
                <a:lnTo>
                  <a:pt x="2469601" y="607923"/>
                </a:lnTo>
                <a:lnTo>
                  <a:pt x="2512112" y="590454"/>
                </a:lnTo>
                <a:lnTo>
                  <a:pt x="2554622" y="572985"/>
                </a:lnTo>
                <a:lnTo>
                  <a:pt x="2596815" y="555199"/>
                </a:lnTo>
                <a:lnTo>
                  <a:pt x="2639008" y="537094"/>
                </a:lnTo>
                <a:lnTo>
                  <a:pt x="2680883" y="518355"/>
                </a:lnTo>
                <a:lnTo>
                  <a:pt x="2722759" y="499615"/>
                </a:lnTo>
                <a:lnTo>
                  <a:pt x="2764634" y="480558"/>
                </a:lnTo>
                <a:lnTo>
                  <a:pt x="2805876" y="460866"/>
                </a:lnTo>
                <a:lnTo>
                  <a:pt x="2803972" y="457372"/>
                </a:lnTo>
                <a:lnTo>
                  <a:pt x="2801434" y="451655"/>
                </a:lnTo>
                <a:lnTo>
                  <a:pt x="2799848" y="445620"/>
                </a:lnTo>
                <a:lnTo>
                  <a:pt x="2798579" y="439585"/>
                </a:lnTo>
                <a:lnTo>
                  <a:pt x="2798262" y="433233"/>
                </a:lnTo>
                <a:lnTo>
                  <a:pt x="2798579" y="427198"/>
                </a:lnTo>
                <a:lnTo>
                  <a:pt x="2799214" y="421163"/>
                </a:lnTo>
                <a:lnTo>
                  <a:pt x="2800800" y="414811"/>
                </a:lnTo>
                <a:lnTo>
                  <a:pt x="2802703" y="409411"/>
                </a:lnTo>
                <a:lnTo>
                  <a:pt x="2805241" y="403377"/>
                </a:lnTo>
                <a:lnTo>
                  <a:pt x="2808414" y="397659"/>
                </a:lnTo>
                <a:lnTo>
                  <a:pt x="2812220" y="392577"/>
                </a:lnTo>
                <a:lnTo>
                  <a:pt x="2816345" y="387813"/>
                </a:lnTo>
                <a:lnTo>
                  <a:pt x="2821103" y="382731"/>
                </a:lnTo>
                <a:lnTo>
                  <a:pt x="2826179" y="378602"/>
                </a:lnTo>
                <a:lnTo>
                  <a:pt x="2831889" y="374473"/>
                </a:lnTo>
                <a:lnTo>
                  <a:pt x="2837917" y="371297"/>
                </a:lnTo>
                <a:lnTo>
                  <a:pt x="2841724" y="369391"/>
                </a:lnTo>
                <a:lnTo>
                  <a:pt x="2725614" y="140388"/>
                </a:lnTo>
                <a:lnTo>
                  <a:pt x="2722124" y="141976"/>
                </a:lnTo>
                <a:lnTo>
                  <a:pt x="2716097" y="144834"/>
                </a:lnTo>
                <a:lnTo>
                  <a:pt x="2710069" y="147058"/>
                </a:lnTo>
                <a:lnTo>
                  <a:pt x="2704042" y="148328"/>
                </a:lnTo>
                <a:lnTo>
                  <a:pt x="2697697" y="148963"/>
                </a:lnTo>
                <a:lnTo>
                  <a:pt x="2691669" y="149281"/>
                </a:lnTo>
                <a:lnTo>
                  <a:pt x="2685324" y="148646"/>
                </a:lnTo>
                <a:lnTo>
                  <a:pt x="2679614" y="147693"/>
                </a:lnTo>
                <a:lnTo>
                  <a:pt x="2673587" y="146422"/>
                </a:lnTo>
                <a:lnTo>
                  <a:pt x="2667876" y="144199"/>
                </a:lnTo>
                <a:lnTo>
                  <a:pt x="2662483" y="141341"/>
                </a:lnTo>
                <a:lnTo>
                  <a:pt x="2657407" y="138164"/>
                </a:lnTo>
                <a:lnTo>
                  <a:pt x="2652649" y="134353"/>
                </a:lnTo>
                <a:lnTo>
                  <a:pt x="2648207" y="130224"/>
                </a:lnTo>
                <a:lnTo>
                  <a:pt x="2644083" y="125777"/>
                </a:lnTo>
                <a:lnTo>
                  <a:pt x="2640594" y="120378"/>
                </a:lnTo>
                <a:lnTo>
                  <a:pt x="2637421" y="114978"/>
                </a:lnTo>
                <a:lnTo>
                  <a:pt x="2637421" y="114660"/>
                </a:lnTo>
                <a:close/>
                <a:moveTo>
                  <a:pt x="2724345" y="0"/>
                </a:moveTo>
                <a:lnTo>
                  <a:pt x="2962275" y="451019"/>
                </a:lnTo>
                <a:lnTo>
                  <a:pt x="2931186" y="467218"/>
                </a:lnTo>
                <a:lnTo>
                  <a:pt x="2899779" y="482781"/>
                </a:lnTo>
                <a:lnTo>
                  <a:pt x="2868055" y="498345"/>
                </a:lnTo>
                <a:lnTo>
                  <a:pt x="2836331" y="513590"/>
                </a:lnTo>
                <a:lnTo>
                  <a:pt x="2804924" y="528518"/>
                </a:lnTo>
                <a:lnTo>
                  <a:pt x="2773200" y="543129"/>
                </a:lnTo>
                <a:lnTo>
                  <a:pt x="2741159" y="557739"/>
                </a:lnTo>
                <a:lnTo>
                  <a:pt x="2709435" y="572032"/>
                </a:lnTo>
                <a:lnTo>
                  <a:pt x="2677394" y="586008"/>
                </a:lnTo>
                <a:lnTo>
                  <a:pt x="2645352" y="599983"/>
                </a:lnTo>
                <a:lnTo>
                  <a:pt x="2613311" y="613640"/>
                </a:lnTo>
                <a:lnTo>
                  <a:pt x="2581270" y="626980"/>
                </a:lnTo>
                <a:lnTo>
                  <a:pt x="2548911" y="640003"/>
                </a:lnTo>
                <a:lnTo>
                  <a:pt x="2516870" y="652708"/>
                </a:lnTo>
                <a:lnTo>
                  <a:pt x="2483877" y="665412"/>
                </a:lnTo>
                <a:lnTo>
                  <a:pt x="2451519" y="677800"/>
                </a:lnTo>
                <a:lnTo>
                  <a:pt x="2419160" y="690187"/>
                </a:lnTo>
                <a:lnTo>
                  <a:pt x="2386484" y="701939"/>
                </a:lnTo>
                <a:lnTo>
                  <a:pt x="2353809" y="713373"/>
                </a:lnTo>
                <a:lnTo>
                  <a:pt x="2320499" y="725125"/>
                </a:lnTo>
                <a:lnTo>
                  <a:pt x="2287823" y="736242"/>
                </a:lnTo>
                <a:lnTo>
                  <a:pt x="2254830" y="747358"/>
                </a:lnTo>
                <a:lnTo>
                  <a:pt x="2221520" y="758157"/>
                </a:lnTo>
                <a:lnTo>
                  <a:pt x="2188209" y="768639"/>
                </a:lnTo>
                <a:lnTo>
                  <a:pt x="2155217" y="779120"/>
                </a:lnTo>
                <a:lnTo>
                  <a:pt x="2121589" y="789284"/>
                </a:lnTo>
                <a:lnTo>
                  <a:pt x="2087962" y="798813"/>
                </a:lnTo>
                <a:lnTo>
                  <a:pt x="2054334" y="808341"/>
                </a:lnTo>
                <a:lnTo>
                  <a:pt x="2020707" y="817870"/>
                </a:lnTo>
                <a:lnTo>
                  <a:pt x="1986445" y="827081"/>
                </a:lnTo>
                <a:lnTo>
                  <a:pt x="1952817" y="835974"/>
                </a:lnTo>
                <a:lnTo>
                  <a:pt x="1918556" y="844550"/>
                </a:lnTo>
                <a:lnTo>
                  <a:pt x="1800225" y="349064"/>
                </a:lnTo>
                <a:lnTo>
                  <a:pt x="1830363" y="341123"/>
                </a:lnTo>
                <a:lnTo>
                  <a:pt x="1860501" y="333183"/>
                </a:lnTo>
                <a:lnTo>
                  <a:pt x="1890321" y="324925"/>
                </a:lnTo>
                <a:lnTo>
                  <a:pt x="1920142" y="316349"/>
                </a:lnTo>
                <a:lnTo>
                  <a:pt x="1950280" y="308091"/>
                </a:lnTo>
                <a:lnTo>
                  <a:pt x="1979783" y="299515"/>
                </a:lnTo>
                <a:lnTo>
                  <a:pt x="2009603" y="290304"/>
                </a:lnTo>
                <a:lnTo>
                  <a:pt x="2039107" y="281411"/>
                </a:lnTo>
                <a:lnTo>
                  <a:pt x="2068293" y="271882"/>
                </a:lnTo>
                <a:lnTo>
                  <a:pt x="2098113" y="262353"/>
                </a:lnTo>
                <a:lnTo>
                  <a:pt x="2127299" y="252825"/>
                </a:lnTo>
                <a:lnTo>
                  <a:pt x="2156168" y="242661"/>
                </a:lnTo>
                <a:lnTo>
                  <a:pt x="2185354" y="232497"/>
                </a:lnTo>
                <a:lnTo>
                  <a:pt x="2214223" y="222333"/>
                </a:lnTo>
                <a:lnTo>
                  <a:pt x="2243409" y="211534"/>
                </a:lnTo>
                <a:lnTo>
                  <a:pt x="2272278" y="200735"/>
                </a:lnTo>
                <a:lnTo>
                  <a:pt x="2301147" y="189936"/>
                </a:lnTo>
                <a:lnTo>
                  <a:pt x="2329698" y="178820"/>
                </a:lnTo>
                <a:lnTo>
                  <a:pt x="2358250" y="167068"/>
                </a:lnTo>
                <a:lnTo>
                  <a:pt x="2386802" y="155633"/>
                </a:lnTo>
                <a:lnTo>
                  <a:pt x="2415353" y="143881"/>
                </a:lnTo>
                <a:lnTo>
                  <a:pt x="2443588" y="132130"/>
                </a:lnTo>
                <a:lnTo>
                  <a:pt x="2472139" y="119742"/>
                </a:lnTo>
                <a:lnTo>
                  <a:pt x="2500374" y="107355"/>
                </a:lnTo>
                <a:lnTo>
                  <a:pt x="2528608" y="94650"/>
                </a:lnTo>
                <a:lnTo>
                  <a:pt x="2556842" y="81628"/>
                </a:lnTo>
                <a:lnTo>
                  <a:pt x="2584759" y="68923"/>
                </a:lnTo>
                <a:lnTo>
                  <a:pt x="2612994" y="55583"/>
                </a:lnTo>
                <a:lnTo>
                  <a:pt x="2640911" y="41926"/>
                </a:lnTo>
                <a:lnTo>
                  <a:pt x="2668828" y="28268"/>
                </a:lnTo>
                <a:lnTo>
                  <a:pt x="2696428" y="14293"/>
                </a:lnTo>
                <a:lnTo>
                  <a:pt x="2724345"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19" name="KSO_Shape">
            <a:extLst>
              <a:ext uri="{FF2B5EF4-FFF2-40B4-BE49-F238E27FC236}">
                <a16:creationId xmlns:a16="http://schemas.microsoft.com/office/drawing/2014/main" id="{9E200844-F22D-3852-E65C-7035B9BD918B}"/>
              </a:ext>
            </a:extLst>
          </p:cNvPr>
          <p:cNvSpPr/>
          <p:nvPr/>
        </p:nvSpPr>
        <p:spPr bwMode="auto">
          <a:xfrm>
            <a:off x="616376" y="5086679"/>
            <a:ext cx="800100" cy="800100"/>
          </a:xfrm>
          <a:custGeom>
            <a:avLst/>
            <a:gdLst>
              <a:gd name="T0" fmla="*/ 366124 w 1611313"/>
              <a:gd name="T1" fmla="*/ 1610945 h 1611313"/>
              <a:gd name="T2" fmla="*/ 489434 w 1611313"/>
              <a:gd name="T3" fmla="*/ 1727064 h 1611313"/>
              <a:gd name="T4" fmla="*/ 599113 w 1611313"/>
              <a:gd name="T5" fmla="*/ 1611260 h 1611313"/>
              <a:gd name="T6" fmla="*/ 599113 w 1611313"/>
              <a:gd name="T7" fmla="*/ 1952659 h 1611313"/>
              <a:gd name="T8" fmla="*/ 366124 w 1611313"/>
              <a:gd name="T9" fmla="*/ 1952659 h 1611313"/>
              <a:gd name="T10" fmla="*/ 1027366 w 1611313"/>
              <a:gd name="T11" fmla="*/ 1324703 h 1611313"/>
              <a:gd name="T12" fmla="*/ 1156381 w 1611313"/>
              <a:gd name="T13" fmla="*/ 1446550 h 1611313"/>
              <a:gd name="T14" fmla="*/ 1252430 w 1611313"/>
              <a:gd name="T15" fmla="*/ 1537618 h 1611313"/>
              <a:gd name="T16" fmla="*/ 1260354 w 1611313"/>
              <a:gd name="T17" fmla="*/ 1529368 h 1611313"/>
              <a:gd name="T18" fmla="*/ 1260354 w 1611313"/>
              <a:gd name="T19" fmla="*/ 1952661 h 1611313"/>
              <a:gd name="T20" fmla="*/ 1027366 w 1611313"/>
              <a:gd name="T21" fmla="*/ 1952661 h 1611313"/>
              <a:gd name="T22" fmla="*/ 929733 w 1611313"/>
              <a:gd name="T23" fmla="*/ 1260353 h 1611313"/>
              <a:gd name="T24" fmla="*/ 929733 w 1611313"/>
              <a:gd name="T25" fmla="*/ 1952659 h 1611313"/>
              <a:gd name="T26" fmla="*/ 696745 w 1611313"/>
              <a:gd name="T27" fmla="*/ 1952659 h 1611313"/>
              <a:gd name="T28" fmla="*/ 696745 w 1611313"/>
              <a:gd name="T29" fmla="*/ 1507605 h 1611313"/>
              <a:gd name="T30" fmla="*/ 1590975 w 1611313"/>
              <a:gd name="T31" fmla="*/ 1180471 h 1611313"/>
              <a:gd name="T32" fmla="*/ 1590975 w 1611313"/>
              <a:gd name="T33" fmla="*/ 1952659 h 1611313"/>
              <a:gd name="T34" fmla="*/ 1357986 w 1611313"/>
              <a:gd name="T35" fmla="*/ 1952659 h 1611313"/>
              <a:gd name="T36" fmla="*/ 1357986 w 1611313"/>
              <a:gd name="T37" fmla="*/ 1427204 h 1611313"/>
              <a:gd name="T38" fmla="*/ 1846571 w 1611313"/>
              <a:gd name="T39" fmla="*/ 909762 h 1611313"/>
              <a:gd name="T40" fmla="*/ 1921595 w 1611313"/>
              <a:gd name="T41" fmla="*/ 980386 h 1611313"/>
              <a:gd name="T42" fmla="*/ 1921595 w 1611313"/>
              <a:gd name="T43" fmla="*/ 1952659 h 1611313"/>
              <a:gd name="T44" fmla="*/ 1688608 w 1611313"/>
              <a:gd name="T45" fmla="*/ 1952659 h 1611313"/>
              <a:gd name="T46" fmla="*/ 1688608 w 1611313"/>
              <a:gd name="T47" fmla="*/ 1077614 h 1611313"/>
              <a:gd name="T48" fmla="*/ 1369516 w 1611313"/>
              <a:gd name="T49" fmla="*/ 201924 h 1611313"/>
              <a:gd name="T50" fmla="*/ 1966622 w 1611313"/>
              <a:gd name="T51" fmla="*/ 256445 h 1611313"/>
              <a:gd name="T52" fmla="*/ 2048074 w 1611313"/>
              <a:gd name="T53" fmla="*/ 848901 h 1611313"/>
              <a:gd name="T54" fmla="*/ 1846503 w 1611313"/>
              <a:gd name="T55" fmla="*/ 655536 h 1611313"/>
              <a:gd name="T56" fmla="*/ 1253200 w 1611313"/>
              <a:gd name="T57" fmla="*/ 1284446 h 1611313"/>
              <a:gd name="T58" fmla="*/ 1157170 w 1611313"/>
              <a:gd name="T59" fmla="*/ 1193787 h 1611313"/>
              <a:gd name="T60" fmla="*/ 977783 w 1611313"/>
              <a:gd name="T61" fmla="*/ 1024514 h 1611313"/>
              <a:gd name="T62" fmla="*/ 944188 w 1611313"/>
              <a:gd name="T63" fmla="*/ 992815 h 1611313"/>
              <a:gd name="T64" fmla="*/ 490970 w 1611313"/>
              <a:gd name="T65" fmla="*/ 1473371 h 1611313"/>
              <a:gd name="T66" fmla="*/ 215237 w 1611313"/>
              <a:gd name="T67" fmla="*/ 1213123 h 1611313"/>
              <a:gd name="T68" fmla="*/ 668454 w 1611313"/>
              <a:gd name="T69" fmla="*/ 732565 h 1611313"/>
              <a:gd name="T70" fmla="*/ 793961 w 1611313"/>
              <a:gd name="T71" fmla="*/ 599429 h 1611313"/>
              <a:gd name="T72" fmla="*/ 919784 w 1611313"/>
              <a:gd name="T73" fmla="*/ 466293 h 1611313"/>
              <a:gd name="T74" fmla="*/ 1228796 w 1611313"/>
              <a:gd name="T75" fmla="*/ 757924 h 1611313"/>
              <a:gd name="T76" fmla="*/ 1570770 w 1611313"/>
              <a:gd name="T77" fmla="*/ 395287 h 1611313"/>
              <a:gd name="T78" fmla="*/ 0 w 1611313"/>
              <a:gd name="T79" fmla="*/ 0 h 1611313"/>
              <a:gd name="T80" fmla="*/ 96958 w 1611313"/>
              <a:gd name="T81" fmla="*/ 0 h 1611313"/>
              <a:gd name="T82" fmla="*/ 96958 w 1611313"/>
              <a:gd name="T83" fmla="*/ 2155273 h 1611313"/>
              <a:gd name="T84" fmla="*/ 2252216 w 1611313"/>
              <a:gd name="T85" fmla="*/ 2155273 h 1611313"/>
              <a:gd name="T86" fmla="*/ 2252216 w 1611313"/>
              <a:gd name="T87" fmla="*/ 2252216 h 1611313"/>
              <a:gd name="T88" fmla="*/ 96958 w 1611313"/>
              <a:gd name="T89" fmla="*/ 2252216 h 1611313"/>
              <a:gd name="T90" fmla="*/ 0 w 1611313"/>
              <a:gd name="T91" fmla="*/ 2252216 h 1611313"/>
              <a:gd name="T92" fmla="*/ 0 w 1611313"/>
              <a:gd name="T93" fmla="*/ 2155273 h 161131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11313" h="1611313">
                <a:moveTo>
                  <a:pt x="261938" y="1152525"/>
                </a:moveTo>
                <a:lnTo>
                  <a:pt x="350158" y="1235601"/>
                </a:lnTo>
                <a:lnTo>
                  <a:pt x="428626" y="1152751"/>
                </a:lnTo>
                <a:lnTo>
                  <a:pt x="428626" y="1397000"/>
                </a:lnTo>
                <a:lnTo>
                  <a:pt x="261938" y="1397000"/>
                </a:lnTo>
                <a:lnTo>
                  <a:pt x="261938" y="1152525"/>
                </a:lnTo>
                <a:close/>
                <a:moveTo>
                  <a:pt x="735013" y="947738"/>
                </a:moveTo>
                <a:lnTo>
                  <a:pt x="827315" y="1034912"/>
                </a:lnTo>
                <a:lnTo>
                  <a:pt x="896031" y="1100065"/>
                </a:lnTo>
                <a:lnTo>
                  <a:pt x="901701" y="1094163"/>
                </a:lnTo>
                <a:lnTo>
                  <a:pt x="901701" y="1397001"/>
                </a:lnTo>
                <a:lnTo>
                  <a:pt x="735013" y="1397001"/>
                </a:lnTo>
                <a:lnTo>
                  <a:pt x="735013" y="947738"/>
                </a:lnTo>
                <a:close/>
                <a:moveTo>
                  <a:pt x="665163" y="901700"/>
                </a:moveTo>
                <a:lnTo>
                  <a:pt x="665163" y="1397000"/>
                </a:lnTo>
                <a:lnTo>
                  <a:pt x="498475" y="1397000"/>
                </a:lnTo>
                <a:lnTo>
                  <a:pt x="498475" y="1078593"/>
                </a:lnTo>
                <a:lnTo>
                  <a:pt x="665163" y="901700"/>
                </a:lnTo>
                <a:close/>
                <a:moveTo>
                  <a:pt x="1138238" y="844550"/>
                </a:moveTo>
                <a:lnTo>
                  <a:pt x="1138238" y="1397000"/>
                </a:lnTo>
                <a:lnTo>
                  <a:pt x="971550" y="1397000"/>
                </a:lnTo>
                <a:lnTo>
                  <a:pt x="971550" y="1021071"/>
                </a:lnTo>
                <a:lnTo>
                  <a:pt x="1138238" y="844550"/>
                </a:lnTo>
                <a:close/>
                <a:moveTo>
                  <a:pt x="1321101" y="650875"/>
                </a:moveTo>
                <a:lnTo>
                  <a:pt x="1374776" y="701402"/>
                </a:lnTo>
                <a:lnTo>
                  <a:pt x="1374776" y="1397000"/>
                </a:lnTo>
                <a:lnTo>
                  <a:pt x="1208088" y="1397000"/>
                </a:lnTo>
                <a:lnTo>
                  <a:pt x="1208088" y="770962"/>
                </a:lnTo>
                <a:lnTo>
                  <a:pt x="1321101" y="650875"/>
                </a:lnTo>
                <a:close/>
                <a:moveTo>
                  <a:pt x="979799" y="144463"/>
                </a:moveTo>
                <a:lnTo>
                  <a:pt x="1406989" y="183470"/>
                </a:lnTo>
                <a:lnTo>
                  <a:pt x="1465263" y="607333"/>
                </a:lnTo>
                <a:lnTo>
                  <a:pt x="1321052" y="468993"/>
                </a:lnTo>
                <a:lnTo>
                  <a:pt x="896583" y="918937"/>
                </a:lnTo>
                <a:lnTo>
                  <a:pt x="827879" y="854076"/>
                </a:lnTo>
                <a:lnTo>
                  <a:pt x="699540" y="732972"/>
                </a:lnTo>
                <a:lnTo>
                  <a:pt x="675505" y="710294"/>
                </a:lnTo>
                <a:lnTo>
                  <a:pt x="351257" y="1054101"/>
                </a:lnTo>
                <a:lnTo>
                  <a:pt x="153988" y="867910"/>
                </a:lnTo>
                <a:lnTo>
                  <a:pt x="478235" y="524102"/>
                </a:lnTo>
                <a:lnTo>
                  <a:pt x="568027" y="428852"/>
                </a:lnTo>
                <a:lnTo>
                  <a:pt x="658045" y="333602"/>
                </a:lnTo>
                <a:lnTo>
                  <a:pt x="879123" y="542245"/>
                </a:lnTo>
                <a:lnTo>
                  <a:pt x="1123783" y="282802"/>
                </a:lnTo>
                <a:lnTo>
                  <a:pt x="979799" y="144463"/>
                </a:lnTo>
                <a:close/>
                <a:moveTo>
                  <a:pt x="0" y="0"/>
                </a:moveTo>
                <a:lnTo>
                  <a:pt x="69367" y="0"/>
                </a:lnTo>
                <a:lnTo>
                  <a:pt x="69367" y="1541956"/>
                </a:lnTo>
                <a:lnTo>
                  <a:pt x="1611313" y="1541956"/>
                </a:lnTo>
                <a:lnTo>
                  <a:pt x="1611313" y="1611313"/>
                </a:lnTo>
                <a:lnTo>
                  <a:pt x="69367" y="1611313"/>
                </a:lnTo>
                <a:lnTo>
                  <a:pt x="0" y="1611313"/>
                </a:lnTo>
                <a:lnTo>
                  <a:pt x="0" y="1541956"/>
                </a:lnTo>
                <a:lnTo>
                  <a:pt x="0" y="0"/>
                </a:lnTo>
                <a:close/>
              </a:path>
            </a:pathLst>
          </a:custGeom>
          <a:solidFill>
            <a:schemeClr val="accent5"/>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chemeClr val="accent5"/>
              </a:solidFill>
              <a:latin typeface="+mn-lt"/>
              <a:ea typeface="+mn-ea"/>
              <a:cs typeface="+mn-ea"/>
              <a:sym typeface="+mn-lt"/>
            </a:endParaRPr>
          </a:p>
        </p:txBody>
      </p:sp>
      <p:sp>
        <p:nvSpPr>
          <p:cNvPr id="20" name="KSO_Shape">
            <a:extLst>
              <a:ext uri="{FF2B5EF4-FFF2-40B4-BE49-F238E27FC236}">
                <a16:creationId xmlns:a16="http://schemas.microsoft.com/office/drawing/2014/main" id="{6C341A70-709B-D3C0-9618-E44FB1C2E3B8}"/>
              </a:ext>
            </a:extLst>
          </p:cNvPr>
          <p:cNvSpPr/>
          <p:nvPr/>
        </p:nvSpPr>
        <p:spPr bwMode="auto">
          <a:xfrm>
            <a:off x="616376" y="3307974"/>
            <a:ext cx="800100" cy="762762"/>
          </a:xfrm>
          <a:custGeom>
            <a:avLst/>
            <a:gdLst>
              <a:gd name="T0" fmla="*/ 809074 w 1703388"/>
              <a:gd name="T1" fmla="*/ 1478228 h 1624013"/>
              <a:gd name="T2" fmla="*/ 791320 w 1703388"/>
              <a:gd name="T3" fmla="*/ 1498504 h 1624013"/>
              <a:gd name="T4" fmla="*/ 767225 w 1703388"/>
              <a:gd name="T5" fmla="*/ 1669343 h 1624013"/>
              <a:gd name="T6" fmla="*/ 784979 w 1703388"/>
              <a:gd name="T7" fmla="*/ 1689619 h 1624013"/>
              <a:gd name="T8" fmla="*/ 1094912 w 1703388"/>
              <a:gd name="T9" fmla="*/ 1696209 h 1624013"/>
              <a:gd name="T10" fmla="*/ 1123318 w 1703388"/>
              <a:gd name="T11" fmla="*/ 1687592 h 1624013"/>
              <a:gd name="T12" fmla="*/ 1138790 w 1703388"/>
              <a:gd name="T13" fmla="*/ 1665793 h 1624013"/>
              <a:gd name="T14" fmla="*/ 1112159 w 1703388"/>
              <a:gd name="T15" fmla="*/ 1494956 h 1624013"/>
              <a:gd name="T16" fmla="*/ 1091869 w 1703388"/>
              <a:gd name="T17" fmla="*/ 1476453 h 1624013"/>
              <a:gd name="T18" fmla="*/ 420515 w 1703388"/>
              <a:gd name="T19" fmla="*/ 1084591 h 1624013"/>
              <a:gd name="T20" fmla="*/ 1484232 w 1703388"/>
              <a:gd name="T21" fmla="*/ 1089660 h 1624013"/>
              <a:gd name="T22" fmla="*/ 991959 w 1703388"/>
              <a:gd name="T23" fmla="*/ 702499 h 1624013"/>
              <a:gd name="T24" fmla="*/ 840325 w 1703388"/>
              <a:gd name="T25" fmla="*/ 542724 h 1624013"/>
              <a:gd name="T26" fmla="*/ 585098 w 1703388"/>
              <a:gd name="T27" fmla="*/ 161549 h 1624013"/>
              <a:gd name="T28" fmla="*/ 552147 w 1703388"/>
              <a:gd name="T29" fmla="*/ 161549 h 1624013"/>
              <a:gd name="T30" fmla="*/ 946033 w 1703388"/>
              <a:gd name="T31" fmla="*/ 19770 h 1624013"/>
              <a:gd name="T32" fmla="*/ 936648 w 1703388"/>
              <a:gd name="T33" fmla="*/ 33458 h 1624013"/>
              <a:gd name="T34" fmla="*/ 943496 w 1703388"/>
              <a:gd name="T35" fmla="*/ 53482 h 1624013"/>
              <a:gd name="T36" fmla="*/ 970128 w 1703388"/>
              <a:gd name="T37" fmla="*/ 54496 h 1624013"/>
              <a:gd name="T38" fmla="*/ 979258 w 1703388"/>
              <a:gd name="T39" fmla="*/ 40556 h 1624013"/>
              <a:gd name="T40" fmla="*/ 972156 w 1703388"/>
              <a:gd name="T41" fmla="*/ 20784 h 1624013"/>
              <a:gd name="T42" fmla="*/ 227758 w 1703388"/>
              <a:gd name="T43" fmla="*/ 0 h 1624013"/>
              <a:gd name="T44" fmla="*/ 1692713 w 1703388"/>
              <a:gd name="T45" fmla="*/ 2281 h 1624013"/>
              <a:gd name="T46" fmla="*/ 1716554 w 1703388"/>
              <a:gd name="T47" fmla="*/ 12167 h 1624013"/>
              <a:gd name="T48" fmla="*/ 1735324 w 1703388"/>
              <a:gd name="T49" fmla="*/ 28389 h 1624013"/>
              <a:gd name="T50" fmla="*/ 1746990 w 1703388"/>
              <a:gd name="T51" fmla="*/ 49427 h 1624013"/>
              <a:gd name="T52" fmla="*/ 1750794 w 1703388"/>
              <a:gd name="T53" fmla="*/ 1014127 h 1624013"/>
              <a:gd name="T54" fmla="*/ 1745976 w 1703388"/>
              <a:gd name="T55" fmla="*/ 1038460 h 1624013"/>
              <a:gd name="T56" fmla="*/ 1733040 w 1703388"/>
              <a:gd name="T57" fmla="*/ 1058990 h 1624013"/>
              <a:gd name="T58" fmla="*/ 1713257 w 1703388"/>
              <a:gd name="T59" fmla="*/ 1074452 h 1624013"/>
              <a:gd name="T60" fmla="*/ 1688909 w 1703388"/>
              <a:gd name="T61" fmla="*/ 1083070 h 1624013"/>
              <a:gd name="T62" fmla="*/ 1619162 w 1703388"/>
              <a:gd name="T63" fmla="*/ 1089660 h 1624013"/>
              <a:gd name="T64" fmla="*/ 1688402 w 1703388"/>
              <a:gd name="T65" fmla="*/ 1097011 h 1624013"/>
              <a:gd name="T66" fmla="*/ 1711229 w 1703388"/>
              <a:gd name="T67" fmla="*/ 1105882 h 1624013"/>
              <a:gd name="T68" fmla="*/ 1733294 w 1703388"/>
              <a:gd name="T69" fmla="*/ 1127681 h 1624013"/>
              <a:gd name="T70" fmla="*/ 1905000 w 1703388"/>
              <a:gd name="T71" fmla="*/ 1740820 h 1624013"/>
              <a:gd name="T72" fmla="*/ 1900435 w 1703388"/>
              <a:gd name="T73" fmla="*/ 1766674 h 1624013"/>
              <a:gd name="T74" fmla="*/ 1887500 w 1703388"/>
              <a:gd name="T75" fmla="*/ 1788472 h 1624013"/>
              <a:gd name="T76" fmla="*/ 1867970 w 1703388"/>
              <a:gd name="T77" fmla="*/ 1804947 h 1624013"/>
              <a:gd name="T78" fmla="*/ 1843368 w 1703388"/>
              <a:gd name="T79" fmla="*/ 1814579 h 1624013"/>
              <a:gd name="T80" fmla="*/ 69241 w 1703388"/>
              <a:gd name="T81" fmla="*/ 1815593 h 1624013"/>
              <a:gd name="T82" fmla="*/ 43624 w 1703388"/>
              <a:gd name="T83" fmla="*/ 1808750 h 1624013"/>
              <a:gd name="T84" fmla="*/ 22573 w 1703388"/>
              <a:gd name="T85" fmla="*/ 1794049 h 1624013"/>
              <a:gd name="T86" fmla="*/ 7609 w 1703388"/>
              <a:gd name="T87" fmla="*/ 1773517 h 1624013"/>
              <a:gd name="T88" fmla="*/ 508 w 1703388"/>
              <a:gd name="T89" fmla="*/ 1748678 h 1624013"/>
              <a:gd name="T90" fmla="*/ 165365 w 1703388"/>
              <a:gd name="T91" fmla="*/ 1142635 h 1624013"/>
              <a:gd name="T92" fmla="*/ 191490 w 1703388"/>
              <a:gd name="T93" fmla="*/ 1108924 h 1624013"/>
              <a:gd name="T94" fmla="*/ 213047 w 1703388"/>
              <a:gd name="T95" fmla="*/ 1098025 h 1624013"/>
              <a:gd name="T96" fmla="*/ 286093 w 1703388"/>
              <a:gd name="T97" fmla="*/ 1092448 h 1624013"/>
              <a:gd name="T98" fmla="*/ 219896 w 1703388"/>
              <a:gd name="T99" fmla="*/ 1083831 h 1624013"/>
              <a:gd name="T100" fmla="*/ 194787 w 1703388"/>
              <a:gd name="T101" fmla="*/ 1075972 h 1624013"/>
              <a:gd name="T102" fmla="*/ 174497 w 1703388"/>
              <a:gd name="T103" fmla="*/ 1061778 h 1624013"/>
              <a:gd name="T104" fmla="*/ 160547 w 1703388"/>
              <a:gd name="T105" fmla="*/ 1041502 h 1624013"/>
              <a:gd name="T106" fmla="*/ 154460 w 1703388"/>
              <a:gd name="T107" fmla="*/ 1017675 h 1624013"/>
              <a:gd name="T108" fmla="*/ 156996 w 1703388"/>
              <a:gd name="T109" fmla="*/ 52975 h 1624013"/>
              <a:gd name="T110" fmla="*/ 167649 w 1703388"/>
              <a:gd name="T111" fmla="*/ 31177 h 1624013"/>
              <a:gd name="T112" fmla="*/ 185403 w 1703388"/>
              <a:gd name="T113" fmla="*/ 14194 h 1624013"/>
              <a:gd name="T114" fmla="*/ 208736 w 1703388"/>
              <a:gd name="T115" fmla="*/ 3296 h 162401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703388" h="1624013">
                <a:moveTo>
                  <a:pt x="746125" y="1315983"/>
                </a:moveTo>
                <a:lnTo>
                  <a:pt x="742043" y="1316210"/>
                </a:lnTo>
                <a:lnTo>
                  <a:pt x="737961" y="1316663"/>
                </a:lnTo>
                <a:lnTo>
                  <a:pt x="734333" y="1317570"/>
                </a:lnTo>
                <a:lnTo>
                  <a:pt x="730477" y="1318930"/>
                </a:lnTo>
                <a:lnTo>
                  <a:pt x="727075" y="1320290"/>
                </a:lnTo>
                <a:lnTo>
                  <a:pt x="723447" y="1321877"/>
                </a:lnTo>
                <a:lnTo>
                  <a:pt x="720499" y="1323690"/>
                </a:lnTo>
                <a:lnTo>
                  <a:pt x="717550" y="1326183"/>
                </a:lnTo>
                <a:lnTo>
                  <a:pt x="715056" y="1328450"/>
                </a:lnTo>
                <a:lnTo>
                  <a:pt x="712788" y="1331170"/>
                </a:lnTo>
                <a:lnTo>
                  <a:pt x="710520" y="1334116"/>
                </a:lnTo>
                <a:lnTo>
                  <a:pt x="708933" y="1336836"/>
                </a:lnTo>
                <a:lnTo>
                  <a:pt x="707572" y="1340009"/>
                </a:lnTo>
                <a:lnTo>
                  <a:pt x="706665" y="1343409"/>
                </a:lnTo>
                <a:lnTo>
                  <a:pt x="705984" y="1346582"/>
                </a:lnTo>
                <a:lnTo>
                  <a:pt x="705984" y="1350209"/>
                </a:lnTo>
                <a:lnTo>
                  <a:pt x="684213" y="1482805"/>
                </a:lnTo>
                <a:lnTo>
                  <a:pt x="684440" y="1486204"/>
                </a:lnTo>
                <a:lnTo>
                  <a:pt x="685120" y="1489604"/>
                </a:lnTo>
                <a:lnTo>
                  <a:pt x="686027" y="1492778"/>
                </a:lnTo>
                <a:lnTo>
                  <a:pt x="687388" y="1495951"/>
                </a:lnTo>
                <a:lnTo>
                  <a:pt x="689202" y="1499124"/>
                </a:lnTo>
                <a:lnTo>
                  <a:pt x="691243" y="1501844"/>
                </a:lnTo>
                <a:lnTo>
                  <a:pt x="693511" y="1504564"/>
                </a:lnTo>
                <a:lnTo>
                  <a:pt x="696233" y="1506830"/>
                </a:lnTo>
                <a:lnTo>
                  <a:pt x="698954" y="1509097"/>
                </a:lnTo>
                <a:lnTo>
                  <a:pt x="701902" y="1510910"/>
                </a:lnTo>
                <a:lnTo>
                  <a:pt x="705304" y="1512950"/>
                </a:lnTo>
                <a:lnTo>
                  <a:pt x="708706" y="1514310"/>
                </a:lnTo>
                <a:lnTo>
                  <a:pt x="712561" y="1515443"/>
                </a:lnTo>
                <a:lnTo>
                  <a:pt x="716417" y="1516123"/>
                </a:lnTo>
                <a:lnTo>
                  <a:pt x="720499" y="1516803"/>
                </a:lnTo>
                <a:lnTo>
                  <a:pt x="724354" y="1516803"/>
                </a:lnTo>
                <a:lnTo>
                  <a:pt x="979034" y="1516803"/>
                </a:lnTo>
                <a:lnTo>
                  <a:pt x="982890" y="1516803"/>
                </a:lnTo>
                <a:lnTo>
                  <a:pt x="986972" y="1516123"/>
                </a:lnTo>
                <a:lnTo>
                  <a:pt x="990827" y="1515443"/>
                </a:lnTo>
                <a:lnTo>
                  <a:pt x="994683" y="1514310"/>
                </a:lnTo>
                <a:lnTo>
                  <a:pt x="998084" y="1512950"/>
                </a:lnTo>
                <a:lnTo>
                  <a:pt x="1001486" y="1510910"/>
                </a:lnTo>
                <a:lnTo>
                  <a:pt x="1004434" y="1509097"/>
                </a:lnTo>
                <a:lnTo>
                  <a:pt x="1007156" y="1506830"/>
                </a:lnTo>
                <a:lnTo>
                  <a:pt x="1009877" y="1504564"/>
                </a:lnTo>
                <a:lnTo>
                  <a:pt x="1012145" y="1501844"/>
                </a:lnTo>
                <a:lnTo>
                  <a:pt x="1014186" y="1499124"/>
                </a:lnTo>
                <a:lnTo>
                  <a:pt x="1016001" y="1495951"/>
                </a:lnTo>
                <a:lnTo>
                  <a:pt x="1017361" y="1492778"/>
                </a:lnTo>
                <a:lnTo>
                  <a:pt x="1018268" y="1489604"/>
                </a:lnTo>
                <a:lnTo>
                  <a:pt x="1018949" y="1486204"/>
                </a:lnTo>
                <a:lnTo>
                  <a:pt x="1019176" y="1482805"/>
                </a:lnTo>
                <a:lnTo>
                  <a:pt x="997404" y="1350209"/>
                </a:lnTo>
                <a:lnTo>
                  <a:pt x="997404" y="1346582"/>
                </a:lnTo>
                <a:lnTo>
                  <a:pt x="996724" y="1343409"/>
                </a:lnTo>
                <a:lnTo>
                  <a:pt x="995817" y="1340009"/>
                </a:lnTo>
                <a:lnTo>
                  <a:pt x="994456" y="1336836"/>
                </a:lnTo>
                <a:lnTo>
                  <a:pt x="992868" y="1334116"/>
                </a:lnTo>
                <a:lnTo>
                  <a:pt x="990601" y="1331170"/>
                </a:lnTo>
                <a:lnTo>
                  <a:pt x="988333" y="1328450"/>
                </a:lnTo>
                <a:lnTo>
                  <a:pt x="985838" y="1326183"/>
                </a:lnTo>
                <a:lnTo>
                  <a:pt x="982890" y="1323690"/>
                </a:lnTo>
                <a:lnTo>
                  <a:pt x="979942" y="1321877"/>
                </a:lnTo>
                <a:lnTo>
                  <a:pt x="976313" y="1320290"/>
                </a:lnTo>
                <a:lnTo>
                  <a:pt x="972911" y="1318930"/>
                </a:lnTo>
                <a:lnTo>
                  <a:pt x="969056" y="1317570"/>
                </a:lnTo>
                <a:lnTo>
                  <a:pt x="965427" y="1316663"/>
                </a:lnTo>
                <a:lnTo>
                  <a:pt x="961345" y="1316210"/>
                </a:lnTo>
                <a:lnTo>
                  <a:pt x="957263" y="1315983"/>
                </a:lnTo>
                <a:lnTo>
                  <a:pt x="746125" y="1315983"/>
                </a:lnTo>
                <a:close/>
                <a:moveTo>
                  <a:pt x="376011" y="969875"/>
                </a:moveTo>
                <a:lnTo>
                  <a:pt x="376238" y="972141"/>
                </a:lnTo>
                <a:lnTo>
                  <a:pt x="376238" y="974408"/>
                </a:lnTo>
                <a:lnTo>
                  <a:pt x="376238" y="976901"/>
                </a:lnTo>
                <a:lnTo>
                  <a:pt x="375784" y="979848"/>
                </a:lnTo>
                <a:lnTo>
                  <a:pt x="1327604" y="979848"/>
                </a:lnTo>
                <a:lnTo>
                  <a:pt x="1327151" y="976901"/>
                </a:lnTo>
                <a:lnTo>
                  <a:pt x="1327151" y="974408"/>
                </a:lnTo>
                <a:lnTo>
                  <a:pt x="1327151" y="972141"/>
                </a:lnTo>
                <a:lnTo>
                  <a:pt x="1327377" y="969875"/>
                </a:lnTo>
                <a:lnTo>
                  <a:pt x="376011" y="969875"/>
                </a:lnTo>
                <a:close/>
                <a:moveTo>
                  <a:pt x="1190625" y="246062"/>
                </a:moveTo>
                <a:lnTo>
                  <a:pt x="1179043" y="466952"/>
                </a:lnTo>
                <a:lnTo>
                  <a:pt x="1105004" y="394834"/>
                </a:lnTo>
                <a:lnTo>
                  <a:pt x="886977" y="628196"/>
                </a:lnTo>
                <a:lnTo>
                  <a:pt x="869943" y="612775"/>
                </a:lnTo>
                <a:lnTo>
                  <a:pt x="821114" y="566964"/>
                </a:lnTo>
                <a:lnTo>
                  <a:pt x="810667" y="557212"/>
                </a:lnTo>
                <a:lnTo>
                  <a:pt x="624436" y="758825"/>
                </a:lnTo>
                <a:lnTo>
                  <a:pt x="558800" y="693284"/>
                </a:lnTo>
                <a:lnTo>
                  <a:pt x="695067" y="545193"/>
                </a:lnTo>
                <a:lnTo>
                  <a:pt x="751391" y="485321"/>
                </a:lnTo>
                <a:lnTo>
                  <a:pt x="808169" y="425450"/>
                </a:lnTo>
                <a:lnTo>
                  <a:pt x="890838" y="502557"/>
                </a:lnTo>
                <a:lnTo>
                  <a:pt x="1044819" y="339498"/>
                </a:lnTo>
                <a:lnTo>
                  <a:pt x="970781" y="267607"/>
                </a:lnTo>
                <a:lnTo>
                  <a:pt x="1190625" y="246062"/>
                </a:lnTo>
                <a:close/>
                <a:moveTo>
                  <a:pt x="493712" y="144462"/>
                </a:moveTo>
                <a:lnTo>
                  <a:pt x="523175" y="144462"/>
                </a:lnTo>
                <a:lnTo>
                  <a:pt x="523175" y="796255"/>
                </a:lnTo>
                <a:lnTo>
                  <a:pt x="1174750" y="796255"/>
                </a:lnTo>
                <a:lnTo>
                  <a:pt x="1174750" y="825500"/>
                </a:lnTo>
                <a:lnTo>
                  <a:pt x="523175" y="825500"/>
                </a:lnTo>
                <a:lnTo>
                  <a:pt x="493712" y="825500"/>
                </a:lnTo>
                <a:lnTo>
                  <a:pt x="493712" y="796255"/>
                </a:lnTo>
                <a:lnTo>
                  <a:pt x="493712" y="144462"/>
                </a:lnTo>
                <a:close/>
                <a:moveTo>
                  <a:pt x="207282" y="64825"/>
                </a:moveTo>
                <a:lnTo>
                  <a:pt x="207282" y="905277"/>
                </a:lnTo>
                <a:lnTo>
                  <a:pt x="1496106" y="905277"/>
                </a:lnTo>
                <a:lnTo>
                  <a:pt x="1496106" y="64825"/>
                </a:lnTo>
                <a:lnTo>
                  <a:pt x="207282" y="64825"/>
                </a:lnTo>
                <a:close/>
                <a:moveTo>
                  <a:pt x="846818" y="17453"/>
                </a:moveTo>
                <a:lnTo>
                  <a:pt x="845911" y="17679"/>
                </a:lnTo>
                <a:lnTo>
                  <a:pt x="844777" y="18133"/>
                </a:lnTo>
                <a:lnTo>
                  <a:pt x="843643" y="18586"/>
                </a:lnTo>
                <a:lnTo>
                  <a:pt x="841829" y="19946"/>
                </a:lnTo>
                <a:lnTo>
                  <a:pt x="840468" y="21986"/>
                </a:lnTo>
                <a:lnTo>
                  <a:pt x="839108" y="24479"/>
                </a:lnTo>
                <a:lnTo>
                  <a:pt x="838200" y="26973"/>
                </a:lnTo>
                <a:lnTo>
                  <a:pt x="837520" y="29919"/>
                </a:lnTo>
                <a:lnTo>
                  <a:pt x="837520" y="33319"/>
                </a:lnTo>
                <a:lnTo>
                  <a:pt x="837520" y="36266"/>
                </a:lnTo>
                <a:lnTo>
                  <a:pt x="838200" y="39439"/>
                </a:lnTo>
                <a:lnTo>
                  <a:pt x="839108" y="41932"/>
                </a:lnTo>
                <a:lnTo>
                  <a:pt x="840468" y="44199"/>
                </a:lnTo>
                <a:lnTo>
                  <a:pt x="841829" y="46465"/>
                </a:lnTo>
                <a:lnTo>
                  <a:pt x="843643" y="47825"/>
                </a:lnTo>
                <a:lnTo>
                  <a:pt x="844777" y="48279"/>
                </a:lnTo>
                <a:lnTo>
                  <a:pt x="845911" y="48732"/>
                </a:lnTo>
                <a:lnTo>
                  <a:pt x="846818" y="48959"/>
                </a:lnTo>
                <a:lnTo>
                  <a:pt x="847952" y="48959"/>
                </a:lnTo>
                <a:lnTo>
                  <a:pt x="865188" y="48959"/>
                </a:lnTo>
                <a:lnTo>
                  <a:pt x="866095" y="48959"/>
                </a:lnTo>
                <a:lnTo>
                  <a:pt x="867456" y="48732"/>
                </a:lnTo>
                <a:lnTo>
                  <a:pt x="868363" y="48279"/>
                </a:lnTo>
                <a:lnTo>
                  <a:pt x="869270" y="47825"/>
                </a:lnTo>
                <a:lnTo>
                  <a:pt x="871084" y="46465"/>
                </a:lnTo>
                <a:lnTo>
                  <a:pt x="872445" y="44199"/>
                </a:lnTo>
                <a:lnTo>
                  <a:pt x="874033" y="41932"/>
                </a:lnTo>
                <a:lnTo>
                  <a:pt x="874940" y="39439"/>
                </a:lnTo>
                <a:lnTo>
                  <a:pt x="875620" y="36266"/>
                </a:lnTo>
                <a:lnTo>
                  <a:pt x="875847" y="33319"/>
                </a:lnTo>
                <a:lnTo>
                  <a:pt x="875620" y="29919"/>
                </a:lnTo>
                <a:lnTo>
                  <a:pt x="874940" y="26973"/>
                </a:lnTo>
                <a:lnTo>
                  <a:pt x="874033" y="24479"/>
                </a:lnTo>
                <a:lnTo>
                  <a:pt x="872445" y="21986"/>
                </a:lnTo>
                <a:lnTo>
                  <a:pt x="871084" y="19946"/>
                </a:lnTo>
                <a:lnTo>
                  <a:pt x="869270" y="18586"/>
                </a:lnTo>
                <a:lnTo>
                  <a:pt x="868363" y="18133"/>
                </a:lnTo>
                <a:lnTo>
                  <a:pt x="867456" y="17679"/>
                </a:lnTo>
                <a:lnTo>
                  <a:pt x="866095" y="17453"/>
                </a:lnTo>
                <a:lnTo>
                  <a:pt x="865188" y="17453"/>
                </a:lnTo>
                <a:lnTo>
                  <a:pt x="847952" y="17453"/>
                </a:lnTo>
                <a:lnTo>
                  <a:pt x="846818" y="17453"/>
                </a:lnTo>
                <a:close/>
                <a:moveTo>
                  <a:pt x="203654" y="0"/>
                </a:moveTo>
                <a:lnTo>
                  <a:pt x="207282" y="0"/>
                </a:lnTo>
                <a:lnTo>
                  <a:pt x="1496106" y="0"/>
                </a:lnTo>
                <a:lnTo>
                  <a:pt x="1499961" y="0"/>
                </a:lnTo>
                <a:lnTo>
                  <a:pt x="1503363" y="227"/>
                </a:lnTo>
                <a:lnTo>
                  <a:pt x="1506765" y="680"/>
                </a:lnTo>
                <a:lnTo>
                  <a:pt x="1510167" y="1360"/>
                </a:lnTo>
                <a:lnTo>
                  <a:pt x="1513568" y="2040"/>
                </a:lnTo>
                <a:lnTo>
                  <a:pt x="1516743" y="2947"/>
                </a:lnTo>
                <a:lnTo>
                  <a:pt x="1520145" y="3853"/>
                </a:lnTo>
                <a:lnTo>
                  <a:pt x="1523093" y="4987"/>
                </a:lnTo>
                <a:lnTo>
                  <a:pt x="1526042" y="6347"/>
                </a:lnTo>
                <a:lnTo>
                  <a:pt x="1529217" y="7706"/>
                </a:lnTo>
                <a:lnTo>
                  <a:pt x="1531938" y="9293"/>
                </a:lnTo>
                <a:lnTo>
                  <a:pt x="1534886" y="10880"/>
                </a:lnTo>
                <a:lnTo>
                  <a:pt x="1537608" y="12693"/>
                </a:lnTo>
                <a:lnTo>
                  <a:pt x="1540102" y="14506"/>
                </a:lnTo>
                <a:lnTo>
                  <a:pt x="1542824" y="16546"/>
                </a:lnTo>
                <a:lnTo>
                  <a:pt x="1545092" y="18586"/>
                </a:lnTo>
                <a:lnTo>
                  <a:pt x="1547360" y="20626"/>
                </a:lnTo>
                <a:lnTo>
                  <a:pt x="1549627" y="22893"/>
                </a:lnTo>
                <a:lnTo>
                  <a:pt x="1551669" y="25386"/>
                </a:lnTo>
                <a:lnTo>
                  <a:pt x="1553483" y="27879"/>
                </a:lnTo>
                <a:lnTo>
                  <a:pt x="1555297" y="30372"/>
                </a:lnTo>
                <a:lnTo>
                  <a:pt x="1557111" y="33092"/>
                </a:lnTo>
                <a:lnTo>
                  <a:pt x="1558472" y="35812"/>
                </a:lnTo>
                <a:lnTo>
                  <a:pt x="1559833" y="38759"/>
                </a:lnTo>
                <a:lnTo>
                  <a:pt x="1561194" y="41479"/>
                </a:lnTo>
                <a:lnTo>
                  <a:pt x="1562101" y="44199"/>
                </a:lnTo>
                <a:lnTo>
                  <a:pt x="1563008" y="47372"/>
                </a:lnTo>
                <a:lnTo>
                  <a:pt x="1564142" y="50318"/>
                </a:lnTo>
                <a:lnTo>
                  <a:pt x="1564595" y="53718"/>
                </a:lnTo>
                <a:lnTo>
                  <a:pt x="1565049" y="56665"/>
                </a:lnTo>
                <a:lnTo>
                  <a:pt x="1565276" y="59838"/>
                </a:lnTo>
                <a:lnTo>
                  <a:pt x="1565502" y="63238"/>
                </a:lnTo>
                <a:lnTo>
                  <a:pt x="1565502" y="906864"/>
                </a:lnTo>
                <a:lnTo>
                  <a:pt x="1565276" y="910037"/>
                </a:lnTo>
                <a:lnTo>
                  <a:pt x="1565049" y="913437"/>
                </a:lnTo>
                <a:lnTo>
                  <a:pt x="1564595" y="916383"/>
                </a:lnTo>
                <a:lnTo>
                  <a:pt x="1564142" y="919783"/>
                </a:lnTo>
                <a:lnTo>
                  <a:pt x="1563008" y="922730"/>
                </a:lnTo>
                <a:lnTo>
                  <a:pt x="1562101" y="925676"/>
                </a:lnTo>
                <a:lnTo>
                  <a:pt x="1561194" y="928623"/>
                </a:lnTo>
                <a:lnTo>
                  <a:pt x="1559833" y="931343"/>
                </a:lnTo>
                <a:lnTo>
                  <a:pt x="1558472" y="934289"/>
                </a:lnTo>
                <a:lnTo>
                  <a:pt x="1557111" y="937009"/>
                </a:lnTo>
                <a:lnTo>
                  <a:pt x="1555297" y="939502"/>
                </a:lnTo>
                <a:lnTo>
                  <a:pt x="1553483" y="942222"/>
                </a:lnTo>
                <a:lnTo>
                  <a:pt x="1551669" y="944716"/>
                </a:lnTo>
                <a:lnTo>
                  <a:pt x="1549627" y="946982"/>
                </a:lnTo>
                <a:lnTo>
                  <a:pt x="1547360" y="949475"/>
                </a:lnTo>
                <a:lnTo>
                  <a:pt x="1545092" y="951515"/>
                </a:lnTo>
                <a:lnTo>
                  <a:pt x="1542824" y="953555"/>
                </a:lnTo>
                <a:lnTo>
                  <a:pt x="1540102" y="955369"/>
                </a:lnTo>
                <a:lnTo>
                  <a:pt x="1537608" y="957409"/>
                </a:lnTo>
                <a:lnTo>
                  <a:pt x="1534886" y="959222"/>
                </a:lnTo>
                <a:lnTo>
                  <a:pt x="1531938" y="960808"/>
                </a:lnTo>
                <a:lnTo>
                  <a:pt x="1529217" y="962168"/>
                </a:lnTo>
                <a:lnTo>
                  <a:pt x="1526042" y="963755"/>
                </a:lnTo>
                <a:lnTo>
                  <a:pt x="1523093" y="965115"/>
                </a:lnTo>
                <a:lnTo>
                  <a:pt x="1520145" y="966248"/>
                </a:lnTo>
                <a:lnTo>
                  <a:pt x="1516743" y="967155"/>
                </a:lnTo>
                <a:lnTo>
                  <a:pt x="1513568" y="967835"/>
                </a:lnTo>
                <a:lnTo>
                  <a:pt x="1510167" y="968515"/>
                </a:lnTo>
                <a:lnTo>
                  <a:pt x="1506765" y="969195"/>
                </a:lnTo>
                <a:lnTo>
                  <a:pt x="1503363" y="969648"/>
                </a:lnTo>
                <a:lnTo>
                  <a:pt x="1499961" y="969875"/>
                </a:lnTo>
                <a:lnTo>
                  <a:pt x="1496106" y="969875"/>
                </a:lnTo>
                <a:lnTo>
                  <a:pt x="1447347" y="969875"/>
                </a:lnTo>
                <a:lnTo>
                  <a:pt x="1447801" y="972141"/>
                </a:lnTo>
                <a:lnTo>
                  <a:pt x="1447801" y="974408"/>
                </a:lnTo>
                <a:lnTo>
                  <a:pt x="1447801" y="976901"/>
                </a:lnTo>
                <a:lnTo>
                  <a:pt x="1447347" y="979848"/>
                </a:lnTo>
                <a:lnTo>
                  <a:pt x="1496106" y="979848"/>
                </a:lnTo>
                <a:lnTo>
                  <a:pt x="1499735" y="979848"/>
                </a:lnTo>
                <a:lnTo>
                  <a:pt x="1503136" y="980074"/>
                </a:lnTo>
                <a:lnTo>
                  <a:pt x="1506538" y="980528"/>
                </a:lnTo>
                <a:lnTo>
                  <a:pt x="1509713" y="980981"/>
                </a:lnTo>
                <a:lnTo>
                  <a:pt x="1513115" y="981661"/>
                </a:lnTo>
                <a:lnTo>
                  <a:pt x="1516063" y="982568"/>
                </a:lnTo>
                <a:lnTo>
                  <a:pt x="1519238" y="983474"/>
                </a:lnTo>
                <a:lnTo>
                  <a:pt x="1521960" y="984608"/>
                </a:lnTo>
                <a:lnTo>
                  <a:pt x="1524681" y="985968"/>
                </a:lnTo>
                <a:lnTo>
                  <a:pt x="1527629" y="987328"/>
                </a:lnTo>
                <a:lnTo>
                  <a:pt x="1530124" y="988914"/>
                </a:lnTo>
                <a:lnTo>
                  <a:pt x="1532619" y="990501"/>
                </a:lnTo>
                <a:lnTo>
                  <a:pt x="1535113" y="992314"/>
                </a:lnTo>
                <a:lnTo>
                  <a:pt x="1537381" y="994354"/>
                </a:lnTo>
                <a:lnTo>
                  <a:pt x="1539649" y="996394"/>
                </a:lnTo>
                <a:lnTo>
                  <a:pt x="1541917" y="998434"/>
                </a:lnTo>
                <a:lnTo>
                  <a:pt x="1545999" y="1003194"/>
                </a:lnTo>
                <a:lnTo>
                  <a:pt x="1549854" y="1008407"/>
                </a:lnTo>
                <a:lnTo>
                  <a:pt x="1553256" y="1013847"/>
                </a:lnTo>
                <a:lnTo>
                  <a:pt x="1556431" y="1019740"/>
                </a:lnTo>
                <a:lnTo>
                  <a:pt x="1559152" y="1026086"/>
                </a:lnTo>
                <a:lnTo>
                  <a:pt x="1561420" y="1032886"/>
                </a:lnTo>
                <a:lnTo>
                  <a:pt x="1563688" y="1039686"/>
                </a:lnTo>
                <a:lnTo>
                  <a:pt x="1565502" y="1046939"/>
                </a:lnTo>
                <a:lnTo>
                  <a:pt x="1703388" y="1556695"/>
                </a:lnTo>
                <a:lnTo>
                  <a:pt x="1703388" y="1560095"/>
                </a:lnTo>
                <a:lnTo>
                  <a:pt x="1702935" y="1563722"/>
                </a:lnTo>
                <a:lnTo>
                  <a:pt x="1702708" y="1566895"/>
                </a:lnTo>
                <a:lnTo>
                  <a:pt x="1702027" y="1570068"/>
                </a:lnTo>
                <a:lnTo>
                  <a:pt x="1701347" y="1573468"/>
                </a:lnTo>
                <a:lnTo>
                  <a:pt x="1700440" y="1576641"/>
                </a:lnTo>
                <a:lnTo>
                  <a:pt x="1699306" y="1579815"/>
                </a:lnTo>
                <a:lnTo>
                  <a:pt x="1698172" y="1582761"/>
                </a:lnTo>
                <a:lnTo>
                  <a:pt x="1696585" y="1585934"/>
                </a:lnTo>
                <a:lnTo>
                  <a:pt x="1694997" y="1588654"/>
                </a:lnTo>
                <a:lnTo>
                  <a:pt x="1693410" y="1591374"/>
                </a:lnTo>
                <a:lnTo>
                  <a:pt x="1691822" y="1594321"/>
                </a:lnTo>
                <a:lnTo>
                  <a:pt x="1689781" y="1596814"/>
                </a:lnTo>
                <a:lnTo>
                  <a:pt x="1687740" y="1599307"/>
                </a:lnTo>
                <a:lnTo>
                  <a:pt x="1685472" y="1602027"/>
                </a:lnTo>
                <a:lnTo>
                  <a:pt x="1683204" y="1604294"/>
                </a:lnTo>
                <a:lnTo>
                  <a:pt x="1680710" y="1606334"/>
                </a:lnTo>
                <a:lnTo>
                  <a:pt x="1678442" y="1608600"/>
                </a:lnTo>
                <a:lnTo>
                  <a:pt x="1675720" y="1610640"/>
                </a:lnTo>
                <a:lnTo>
                  <a:pt x="1672999" y="1612454"/>
                </a:lnTo>
                <a:lnTo>
                  <a:pt x="1670277" y="1614040"/>
                </a:lnTo>
                <a:lnTo>
                  <a:pt x="1667329" y="1615853"/>
                </a:lnTo>
                <a:lnTo>
                  <a:pt x="1664381" y="1617440"/>
                </a:lnTo>
                <a:lnTo>
                  <a:pt x="1661433" y="1618573"/>
                </a:lnTo>
                <a:lnTo>
                  <a:pt x="1658031" y="1619707"/>
                </a:lnTo>
                <a:lnTo>
                  <a:pt x="1655083" y="1620840"/>
                </a:lnTo>
                <a:lnTo>
                  <a:pt x="1651681" y="1621747"/>
                </a:lnTo>
                <a:lnTo>
                  <a:pt x="1648279" y="1622653"/>
                </a:lnTo>
                <a:lnTo>
                  <a:pt x="1645104" y="1623333"/>
                </a:lnTo>
                <a:lnTo>
                  <a:pt x="1641476" y="1623560"/>
                </a:lnTo>
                <a:lnTo>
                  <a:pt x="1638074" y="1624013"/>
                </a:lnTo>
                <a:lnTo>
                  <a:pt x="1634445" y="1624013"/>
                </a:lnTo>
                <a:lnTo>
                  <a:pt x="68943" y="1624013"/>
                </a:lnTo>
                <a:lnTo>
                  <a:pt x="65314" y="1624013"/>
                </a:lnTo>
                <a:lnTo>
                  <a:pt x="61913" y="1623560"/>
                </a:lnTo>
                <a:lnTo>
                  <a:pt x="58511" y="1623333"/>
                </a:lnTo>
                <a:lnTo>
                  <a:pt x="55109" y="1622653"/>
                </a:lnTo>
                <a:lnTo>
                  <a:pt x="51934" y="1621747"/>
                </a:lnTo>
                <a:lnTo>
                  <a:pt x="48532" y="1620840"/>
                </a:lnTo>
                <a:lnTo>
                  <a:pt x="45357" y="1619707"/>
                </a:lnTo>
                <a:lnTo>
                  <a:pt x="41955" y="1618573"/>
                </a:lnTo>
                <a:lnTo>
                  <a:pt x="39007" y="1617440"/>
                </a:lnTo>
                <a:lnTo>
                  <a:pt x="36286" y="1615853"/>
                </a:lnTo>
                <a:lnTo>
                  <a:pt x="33111" y="1614040"/>
                </a:lnTo>
                <a:lnTo>
                  <a:pt x="30389" y="1612454"/>
                </a:lnTo>
                <a:lnTo>
                  <a:pt x="27668" y="1610640"/>
                </a:lnTo>
                <a:lnTo>
                  <a:pt x="25173" y="1608600"/>
                </a:lnTo>
                <a:lnTo>
                  <a:pt x="22679" y="1606334"/>
                </a:lnTo>
                <a:lnTo>
                  <a:pt x="20184" y="1604294"/>
                </a:lnTo>
                <a:lnTo>
                  <a:pt x="17916" y="1602027"/>
                </a:lnTo>
                <a:lnTo>
                  <a:pt x="15875" y="1599307"/>
                </a:lnTo>
                <a:lnTo>
                  <a:pt x="13607" y="1596814"/>
                </a:lnTo>
                <a:lnTo>
                  <a:pt x="11793" y="1594321"/>
                </a:lnTo>
                <a:lnTo>
                  <a:pt x="9979" y="1591374"/>
                </a:lnTo>
                <a:lnTo>
                  <a:pt x="8391" y="1588654"/>
                </a:lnTo>
                <a:lnTo>
                  <a:pt x="6804" y="1585934"/>
                </a:lnTo>
                <a:lnTo>
                  <a:pt x="5216" y="1582761"/>
                </a:lnTo>
                <a:lnTo>
                  <a:pt x="4082" y="1579815"/>
                </a:lnTo>
                <a:lnTo>
                  <a:pt x="2948" y="1576641"/>
                </a:lnTo>
                <a:lnTo>
                  <a:pt x="2041" y="1573468"/>
                </a:lnTo>
                <a:lnTo>
                  <a:pt x="1361" y="1570068"/>
                </a:lnTo>
                <a:lnTo>
                  <a:pt x="680" y="1566895"/>
                </a:lnTo>
                <a:lnTo>
                  <a:pt x="454" y="1563722"/>
                </a:lnTo>
                <a:lnTo>
                  <a:pt x="0" y="1560095"/>
                </a:lnTo>
                <a:lnTo>
                  <a:pt x="0" y="1556695"/>
                </a:lnTo>
                <a:lnTo>
                  <a:pt x="137886" y="1046939"/>
                </a:lnTo>
                <a:lnTo>
                  <a:pt x="140154" y="1040592"/>
                </a:lnTo>
                <a:lnTo>
                  <a:pt x="142422" y="1034019"/>
                </a:lnTo>
                <a:lnTo>
                  <a:pt x="144916" y="1027673"/>
                </a:lnTo>
                <a:lnTo>
                  <a:pt x="147864" y="1021780"/>
                </a:lnTo>
                <a:lnTo>
                  <a:pt x="150813" y="1016113"/>
                </a:lnTo>
                <a:lnTo>
                  <a:pt x="154214" y="1010447"/>
                </a:lnTo>
                <a:lnTo>
                  <a:pt x="158070" y="1005007"/>
                </a:lnTo>
                <a:lnTo>
                  <a:pt x="161925" y="1000474"/>
                </a:lnTo>
                <a:lnTo>
                  <a:pt x="166461" y="995714"/>
                </a:lnTo>
                <a:lnTo>
                  <a:pt x="168729" y="993901"/>
                </a:lnTo>
                <a:lnTo>
                  <a:pt x="171224" y="991634"/>
                </a:lnTo>
                <a:lnTo>
                  <a:pt x="173718" y="990047"/>
                </a:lnTo>
                <a:lnTo>
                  <a:pt x="176213" y="988234"/>
                </a:lnTo>
                <a:lnTo>
                  <a:pt x="178934" y="986874"/>
                </a:lnTo>
                <a:lnTo>
                  <a:pt x="181656" y="985288"/>
                </a:lnTo>
                <a:lnTo>
                  <a:pt x="184604" y="983928"/>
                </a:lnTo>
                <a:lnTo>
                  <a:pt x="187552" y="982794"/>
                </a:lnTo>
                <a:lnTo>
                  <a:pt x="190500" y="981888"/>
                </a:lnTo>
                <a:lnTo>
                  <a:pt x="193675" y="981208"/>
                </a:lnTo>
                <a:lnTo>
                  <a:pt x="196850" y="980528"/>
                </a:lnTo>
                <a:lnTo>
                  <a:pt x="200252" y="980074"/>
                </a:lnTo>
                <a:lnTo>
                  <a:pt x="203654" y="979848"/>
                </a:lnTo>
                <a:lnTo>
                  <a:pt x="207282" y="979848"/>
                </a:lnTo>
                <a:lnTo>
                  <a:pt x="256041" y="979848"/>
                </a:lnTo>
                <a:lnTo>
                  <a:pt x="255815" y="976901"/>
                </a:lnTo>
                <a:lnTo>
                  <a:pt x="255588" y="974408"/>
                </a:lnTo>
                <a:lnTo>
                  <a:pt x="255588" y="972141"/>
                </a:lnTo>
                <a:lnTo>
                  <a:pt x="256041" y="969875"/>
                </a:lnTo>
                <a:lnTo>
                  <a:pt x="207282" y="969875"/>
                </a:lnTo>
                <a:lnTo>
                  <a:pt x="203654" y="969875"/>
                </a:lnTo>
                <a:lnTo>
                  <a:pt x="200252" y="969648"/>
                </a:lnTo>
                <a:lnTo>
                  <a:pt x="196624" y="969195"/>
                </a:lnTo>
                <a:lnTo>
                  <a:pt x="193222" y="968515"/>
                </a:lnTo>
                <a:lnTo>
                  <a:pt x="189820" y="967835"/>
                </a:lnTo>
                <a:lnTo>
                  <a:pt x="186645" y="967155"/>
                </a:lnTo>
                <a:lnTo>
                  <a:pt x="183243" y="966248"/>
                </a:lnTo>
                <a:lnTo>
                  <a:pt x="180295" y="965115"/>
                </a:lnTo>
                <a:lnTo>
                  <a:pt x="177347" y="963755"/>
                </a:lnTo>
                <a:lnTo>
                  <a:pt x="174172" y="962168"/>
                </a:lnTo>
                <a:lnTo>
                  <a:pt x="171450" y="960808"/>
                </a:lnTo>
                <a:lnTo>
                  <a:pt x="168502" y="959222"/>
                </a:lnTo>
                <a:lnTo>
                  <a:pt x="165781" y="957409"/>
                </a:lnTo>
                <a:lnTo>
                  <a:pt x="163286" y="955369"/>
                </a:lnTo>
                <a:lnTo>
                  <a:pt x="160564" y="953555"/>
                </a:lnTo>
                <a:lnTo>
                  <a:pt x="158297" y="951515"/>
                </a:lnTo>
                <a:lnTo>
                  <a:pt x="156029" y="949475"/>
                </a:lnTo>
                <a:lnTo>
                  <a:pt x="153761" y="946982"/>
                </a:lnTo>
                <a:lnTo>
                  <a:pt x="151720" y="944716"/>
                </a:lnTo>
                <a:lnTo>
                  <a:pt x="149906" y="942222"/>
                </a:lnTo>
                <a:lnTo>
                  <a:pt x="148091" y="939502"/>
                </a:lnTo>
                <a:lnTo>
                  <a:pt x="146277" y="937009"/>
                </a:lnTo>
                <a:lnTo>
                  <a:pt x="144916" y="934289"/>
                </a:lnTo>
                <a:lnTo>
                  <a:pt x="143556" y="931343"/>
                </a:lnTo>
                <a:lnTo>
                  <a:pt x="142195" y="928623"/>
                </a:lnTo>
                <a:lnTo>
                  <a:pt x="141288" y="925676"/>
                </a:lnTo>
                <a:lnTo>
                  <a:pt x="140381" y="922730"/>
                </a:lnTo>
                <a:lnTo>
                  <a:pt x="139247" y="919783"/>
                </a:lnTo>
                <a:lnTo>
                  <a:pt x="138793" y="916383"/>
                </a:lnTo>
                <a:lnTo>
                  <a:pt x="138339" y="913437"/>
                </a:lnTo>
                <a:lnTo>
                  <a:pt x="138113" y="910037"/>
                </a:lnTo>
                <a:lnTo>
                  <a:pt x="137886" y="906864"/>
                </a:lnTo>
                <a:lnTo>
                  <a:pt x="137886" y="63238"/>
                </a:lnTo>
                <a:lnTo>
                  <a:pt x="138113" y="59838"/>
                </a:lnTo>
                <a:lnTo>
                  <a:pt x="138339" y="56665"/>
                </a:lnTo>
                <a:lnTo>
                  <a:pt x="138793" y="53718"/>
                </a:lnTo>
                <a:lnTo>
                  <a:pt x="139247" y="50318"/>
                </a:lnTo>
                <a:lnTo>
                  <a:pt x="140381" y="47372"/>
                </a:lnTo>
                <a:lnTo>
                  <a:pt x="141288" y="44199"/>
                </a:lnTo>
                <a:lnTo>
                  <a:pt x="142195" y="41479"/>
                </a:lnTo>
                <a:lnTo>
                  <a:pt x="143556" y="38759"/>
                </a:lnTo>
                <a:lnTo>
                  <a:pt x="144916" y="35812"/>
                </a:lnTo>
                <a:lnTo>
                  <a:pt x="146277" y="33092"/>
                </a:lnTo>
                <a:lnTo>
                  <a:pt x="148091" y="30372"/>
                </a:lnTo>
                <a:lnTo>
                  <a:pt x="149906" y="27879"/>
                </a:lnTo>
                <a:lnTo>
                  <a:pt x="151720" y="25386"/>
                </a:lnTo>
                <a:lnTo>
                  <a:pt x="153761" y="22893"/>
                </a:lnTo>
                <a:lnTo>
                  <a:pt x="156029" y="20626"/>
                </a:lnTo>
                <a:lnTo>
                  <a:pt x="158297" y="18586"/>
                </a:lnTo>
                <a:lnTo>
                  <a:pt x="160564" y="16546"/>
                </a:lnTo>
                <a:lnTo>
                  <a:pt x="163286" y="14506"/>
                </a:lnTo>
                <a:lnTo>
                  <a:pt x="165781" y="12693"/>
                </a:lnTo>
                <a:lnTo>
                  <a:pt x="168502" y="10880"/>
                </a:lnTo>
                <a:lnTo>
                  <a:pt x="171450" y="9293"/>
                </a:lnTo>
                <a:lnTo>
                  <a:pt x="174172" y="7706"/>
                </a:lnTo>
                <a:lnTo>
                  <a:pt x="177347" y="6347"/>
                </a:lnTo>
                <a:lnTo>
                  <a:pt x="180295" y="4987"/>
                </a:lnTo>
                <a:lnTo>
                  <a:pt x="183243" y="3853"/>
                </a:lnTo>
                <a:lnTo>
                  <a:pt x="186645" y="2947"/>
                </a:lnTo>
                <a:lnTo>
                  <a:pt x="189820" y="2040"/>
                </a:lnTo>
                <a:lnTo>
                  <a:pt x="193222" y="1360"/>
                </a:lnTo>
                <a:lnTo>
                  <a:pt x="196624" y="680"/>
                </a:lnTo>
                <a:lnTo>
                  <a:pt x="200252" y="227"/>
                </a:lnTo>
                <a:lnTo>
                  <a:pt x="203654" y="0"/>
                </a:lnTo>
                <a:close/>
              </a:path>
            </a:pathLst>
          </a:custGeom>
          <a:solidFill>
            <a:schemeClr val="accent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21" name="文本框 20">
            <a:extLst>
              <a:ext uri="{FF2B5EF4-FFF2-40B4-BE49-F238E27FC236}">
                <a16:creationId xmlns:a16="http://schemas.microsoft.com/office/drawing/2014/main" id="{D71A9400-B470-1504-667F-273FEB2A2D5B}"/>
              </a:ext>
            </a:extLst>
          </p:cNvPr>
          <p:cNvSpPr txBox="1"/>
          <p:nvPr/>
        </p:nvSpPr>
        <p:spPr>
          <a:xfrm>
            <a:off x="1522955" y="188731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22" name="矩形 21">
            <a:extLst>
              <a:ext uri="{FF2B5EF4-FFF2-40B4-BE49-F238E27FC236}">
                <a16:creationId xmlns:a16="http://schemas.microsoft.com/office/drawing/2014/main" id="{24658C36-470B-D0DE-A21E-FE1B38740B4C}"/>
              </a:ext>
            </a:extLst>
          </p:cNvPr>
          <p:cNvSpPr/>
          <p:nvPr/>
        </p:nvSpPr>
        <p:spPr>
          <a:xfrm>
            <a:off x="1522955" y="1487209"/>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2" name="任意多边形 19">
            <a:extLst>
              <a:ext uri="{FF2B5EF4-FFF2-40B4-BE49-F238E27FC236}">
                <a16:creationId xmlns:a16="http://schemas.microsoft.com/office/drawing/2014/main" id="{79915C22-054D-787C-A90E-A252AAB3F7DE}"/>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81076CB6-11D0-96C1-E116-6A582B134163}"/>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B6F6EBD2-75BC-669B-78DA-D5F40DEB2A03}"/>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4118FBBF-2AE3-AD5D-2051-BE117C745562}"/>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9039DD9A-B716-1B22-A87F-F228874CD0A0}"/>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4" name="KSO_Shape">
              <a:extLst>
                <a:ext uri="{FF2B5EF4-FFF2-40B4-BE49-F238E27FC236}">
                  <a16:creationId xmlns:a16="http://schemas.microsoft.com/office/drawing/2014/main" id="{D5B354F8-A069-C331-9575-9259B70646C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5" name="文本占位符 33">
            <a:extLst>
              <a:ext uri="{FF2B5EF4-FFF2-40B4-BE49-F238E27FC236}">
                <a16:creationId xmlns:a16="http://schemas.microsoft.com/office/drawing/2014/main" id="{57CBC1EA-D2F8-1F27-A35B-0EB35D8D0545}"/>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52429396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1_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D1E0799C-88B5-778B-8130-522EBB774304}"/>
              </a:ext>
            </a:extLst>
          </p:cNvPr>
          <p:cNvSpPr>
            <a:spLocks noGrp="1"/>
          </p:cNvSpPr>
          <p:nvPr>
            <p:ph type="body" idx="1"/>
          </p:nvPr>
        </p:nvSpPr>
        <p:spPr>
          <a:xfrm>
            <a:off x="588963" y="805042"/>
            <a:ext cx="576446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5" name="文本占位符 4">
            <a:extLst>
              <a:ext uri="{FF2B5EF4-FFF2-40B4-BE49-F238E27FC236}">
                <a16:creationId xmlns:a16="http://schemas.microsoft.com/office/drawing/2014/main" id="{74386F69-B5F8-12CD-152E-8D9FEF85256A}"/>
              </a:ext>
            </a:extLst>
          </p:cNvPr>
          <p:cNvSpPr>
            <a:spLocks noGrp="1"/>
          </p:cNvSpPr>
          <p:nvPr>
            <p:ph type="body" sz="quarter" idx="3"/>
          </p:nvPr>
        </p:nvSpPr>
        <p:spPr>
          <a:xfrm>
            <a:off x="5997575" y="805042"/>
            <a:ext cx="5792849"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8" name="内容占位符 17">
            <a:extLst>
              <a:ext uri="{FF2B5EF4-FFF2-40B4-BE49-F238E27FC236}">
                <a16:creationId xmlns:a16="http://schemas.microsoft.com/office/drawing/2014/main" id="{39B611A7-CF8D-CAA4-3A4F-F0188DF8C894}"/>
              </a:ext>
            </a:extLst>
          </p:cNvPr>
          <p:cNvSpPr>
            <a:spLocks noGrp="1"/>
          </p:cNvSpPr>
          <p:nvPr>
            <p:ph sz="quarter" idx="19"/>
          </p:nvPr>
        </p:nvSpPr>
        <p:spPr>
          <a:xfrm>
            <a:off x="588963" y="1773239"/>
            <a:ext cx="4859337"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0" name="内容占位符 19">
            <a:extLst>
              <a:ext uri="{FF2B5EF4-FFF2-40B4-BE49-F238E27FC236}">
                <a16:creationId xmlns:a16="http://schemas.microsoft.com/office/drawing/2014/main" id="{FFFB7F56-3D87-E611-ED81-25826319A38C}"/>
              </a:ext>
            </a:extLst>
          </p:cNvPr>
          <p:cNvSpPr>
            <a:spLocks noGrp="1"/>
          </p:cNvSpPr>
          <p:nvPr>
            <p:ph sz="quarter" idx="20"/>
          </p:nvPr>
        </p:nvSpPr>
        <p:spPr>
          <a:xfrm>
            <a:off x="6029325" y="1773238"/>
            <a:ext cx="5184775"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 name="任意多边形 19">
            <a:extLst>
              <a:ext uri="{FF2B5EF4-FFF2-40B4-BE49-F238E27FC236}">
                <a16:creationId xmlns:a16="http://schemas.microsoft.com/office/drawing/2014/main" id="{45274C2E-F0AD-2292-B1D2-A6E0BAAE7CF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任意多边形 18">
            <a:extLst>
              <a:ext uri="{FF2B5EF4-FFF2-40B4-BE49-F238E27FC236}">
                <a16:creationId xmlns:a16="http://schemas.microsoft.com/office/drawing/2014/main" id="{1200640A-65BF-9929-A439-D583B2A0CC3A}"/>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6" name="组合 5">
            <a:extLst>
              <a:ext uri="{FF2B5EF4-FFF2-40B4-BE49-F238E27FC236}">
                <a16:creationId xmlns:a16="http://schemas.microsoft.com/office/drawing/2014/main" id="{5157EBAF-558A-CD90-B9F6-43CCCB87FB4B}"/>
              </a:ext>
            </a:extLst>
          </p:cNvPr>
          <p:cNvGrpSpPr/>
          <p:nvPr/>
        </p:nvGrpSpPr>
        <p:grpSpPr>
          <a:xfrm>
            <a:off x="71844" y="60398"/>
            <a:ext cx="593817" cy="593817"/>
            <a:chOff x="1131485" y="2234042"/>
            <a:chExt cx="1607262" cy="1607262"/>
          </a:xfrm>
        </p:grpSpPr>
        <p:sp>
          <p:nvSpPr>
            <p:cNvPr id="7" name="椭圆 6">
              <a:extLst>
                <a:ext uri="{FF2B5EF4-FFF2-40B4-BE49-F238E27FC236}">
                  <a16:creationId xmlns:a16="http://schemas.microsoft.com/office/drawing/2014/main" id="{E308B397-2839-4B6A-4D25-E7D2F2C321D3}"/>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9103061F-CC05-33B7-0CD3-00006CD4B024}"/>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5372DDED-8415-8A28-814B-6B958870DDDC}"/>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7" name="文本占位符 33">
            <a:extLst>
              <a:ext uri="{FF2B5EF4-FFF2-40B4-BE49-F238E27FC236}">
                <a16:creationId xmlns:a16="http://schemas.microsoft.com/office/drawing/2014/main" id="{F877CA57-D86B-59DA-065F-9A7B7CC6A258}"/>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98752112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3_两栏内容">
    <p:spTree>
      <p:nvGrpSpPr>
        <p:cNvPr id="1" name=""/>
        <p:cNvGrpSpPr/>
        <p:nvPr/>
      </p:nvGrpSpPr>
      <p:grpSpPr>
        <a:xfrm>
          <a:off x="0" y="0"/>
          <a:ext cx="0" cy="0"/>
          <a:chOff x="0" y="0"/>
          <a:chExt cx="0" cy="0"/>
        </a:xfrm>
      </p:grpSpPr>
      <p:sp>
        <p:nvSpPr>
          <p:cNvPr id="16" name="内容占位符 15">
            <a:extLst>
              <a:ext uri="{FF2B5EF4-FFF2-40B4-BE49-F238E27FC236}">
                <a16:creationId xmlns:a16="http://schemas.microsoft.com/office/drawing/2014/main" id="{00D3208F-8B49-369D-47AA-F2C59F29C321}"/>
              </a:ext>
            </a:extLst>
          </p:cNvPr>
          <p:cNvSpPr>
            <a:spLocks noGrp="1"/>
          </p:cNvSpPr>
          <p:nvPr>
            <p:ph sz="quarter" idx="19"/>
          </p:nvPr>
        </p:nvSpPr>
        <p:spPr>
          <a:xfrm>
            <a:off x="850900" y="1052513"/>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7" name="内容占位符 15">
            <a:extLst>
              <a:ext uri="{FF2B5EF4-FFF2-40B4-BE49-F238E27FC236}">
                <a16:creationId xmlns:a16="http://schemas.microsoft.com/office/drawing/2014/main" id="{8522F3B8-E67B-71A4-4BB2-BA1677F94C91}"/>
              </a:ext>
            </a:extLst>
          </p:cNvPr>
          <p:cNvSpPr>
            <a:spLocks noGrp="1"/>
          </p:cNvSpPr>
          <p:nvPr>
            <p:ph sz="quarter" idx="20"/>
          </p:nvPr>
        </p:nvSpPr>
        <p:spPr>
          <a:xfrm>
            <a:off x="6508741" y="1022797"/>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 name="任意多边形 19">
            <a:extLst>
              <a:ext uri="{FF2B5EF4-FFF2-40B4-BE49-F238E27FC236}">
                <a16:creationId xmlns:a16="http://schemas.microsoft.com/office/drawing/2014/main" id="{6E7F149E-FDF3-A2E4-46B1-5F45E42A948E}"/>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AA469707-33CD-2919-718B-7E3D05A6BBA9}"/>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D057A4CC-57C1-1C9D-0D52-813AF05E20E5}"/>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D1B808A0-679A-AC62-9527-3C8A20F8FEB4}"/>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E2BE32F6-BB06-B9C2-2DAB-A984078A764B}"/>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8FAAABC9-F0B3-2024-785A-F7EAAD190FFF}"/>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文本占位符 33">
            <a:extLst>
              <a:ext uri="{FF2B5EF4-FFF2-40B4-BE49-F238E27FC236}">
                <a16:creationId xmlns:a16="http://schemas.microsoft.com/office/drawing/2014/main" id="{FDFC6117-3B35-5E72-42F6-C59BD58A315C}"/>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267723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98A6422-A47C-BBC9-ACC4-72588C812E4A}"/>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a:extLst>
              <a:ext uri="{FF2B5EF4-FFF2-40B4-BE49-F238E27FC236}">
                <a16:creationId xmlns:a16="http://schemas.microsoft.com/office/drawing/2014/main" id="{9937AFAB-7A84-DF9A-879B-2A7100C681AF}"/>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13">
            <a:extLst>
              <a:ext uri="{FF2B5EF4-FFF2-40B4-BE49-F238E27FC236}">
                <a16:creationId xmlns:a16="http://schemas.microsoft.com/office/drawing/2014/main" id="{57273606-30FD-726A-B5E5-5880343FE394}"/>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14">
            <a:extLst>
              <a:ext uri="{FF2B5EF4-FFF2-40B4-BE49-F238E27FC236}">
                <a16:creationId xmlns:a16="http://schemas.microsoft.com/office/drawing/2014/main" id="{014868D7-6268-3673-19F7-C28778739228}"/>
              </a:ext>
            </a:extLst>
          </p:cNvPr>
          <p:cNvSpPr/>
          <p:nvPr/>
        </p:nvSpPr>
        <p:spPr>
          <a:xfrm rot="12343551">
            <a:off x="7027488" y="2611931"/>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E299118-E489-728C-C7DE-7AA0E34E3619}"/>
              </a:ext>
            </a:extLst>
          </p:cNvPr>
          <p:cNvSpPr/>
          <p:nvPr/>
        </p:nvSpPr>
        <p:spPr>
          <a:xfrm>
            <a:off x="2322499" y="3086100"/>
            <a:ext cx="7486650" cy="1409700"/>
          </a:xfrm>
          <a:prstGeom prst="rect">
            <a:avLst/>
          </a:prstGeom>
          <a:solidFill>
            <a:srgbClr val="16D1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6A7E97D-9532-BCD0-82A4-C8E950C06CED}"/>
              </a:ext>
            </a:extLst>
          </p:cNvPr>
          <p:cNvSpPr/>
          <p:nvPr/>
        </p:nvSpPr>
        <p:spPr>
          <a:xfrm>
            <a:off x="4668031" y="1809750"/>
            <a:ext cx="3676650" cy="704850"/>
          </a:xfrm>
          <a:prstGeom prst="rect">
            <a:avLst/>
          </a:prstGeom>
          <a:solidFill>
            <a:srgbClr val="0BB8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7D668D99-50AC-395B-7778-1DA46938562A}"/>
              </a:ext>
            </a:extLst>
          </p:cNvPr>
          <p:cNvSpPr txBox="1"/>
          <p:nvPr/>
        </p:nvSpPr>
        <p:spPr>
          <a:xfrm>
            <a:off x="5024219" y="1839009"/>
            <a:ext cx="3108543" cy="646331"/>
          </a:xfrm>
          <a:prstGeom prst="rect">
            <a:avLst/>
          </a:prstGeom>
          <a:noFill/>
        </p:spPr>
        <p:txBody>
          <a:bodyPr wrap="none" rtlCol="0">
            <a:spAutoFit/>
          </a:bodyPr>
          <a:lstStyle/>
          <a:p>
            <a:r>
              <a:rPr lang="en-US" altLang="zh-CN" sz="3600" b="1">
                <a:solidFill>
                  <a:schemeClr val="bg1"/>
                </a:solidFill>
              </a:rPr>
              <a:t>WEB</a:t>
            </a:r>
            <a:r>
              <a:rPr lang="zh-CN" altLang="en-US" sz="3600" b="1">
                <a:solidFill>
                  <a:schemeClr val="bg1"/>
                </a:solidFill>
              </a:rPr>
              <a:t>项目应用</a:t>
            </a:r>
            <a:endParaRPr lang="zh-CN" altLang="en-US" sz="3600" b="1" dirty="0">
              <a:solidFill>
                <a:schemeClr val="bg1"/>
              </a:solidFill>
            </a:endParaRPr>
          </a:p>
        </p:txBody>
      </p:sp>
      <p:sp>
        <p:nvSpPr>
          <p:cNvPr id="13" name="圆角矩形 15">
            <a:extLst>
              <a:ext uri="{FF2B5EF4-FFF2-40B4-BE49-F238E27FC236}">
                <a16:creationId xmlns:a16="http://schemas.microsoft.com/office/drawing/2014/main" id="{A8215550-1B60-B2DD-3069-44FE3FBB93EE}"/>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6">
            <a:extLst>
              <a:ext uri="{FF2B5EF4-FFF2-40B4-BE49-F238E27FC236}">
                <a16:creationId xmlns:a16="http://schemas.microsoft.com/office/drawing/2014/main" id="{5457683F-60F4-AA94-2B81-A47C48184527}"/>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7">
            <a:extLst>
              <a:ext uri="{FF2B5EF4-FFF2-40B4-BE49-F238E27FC236}">
                <a16:creationId xmlns:a16="http://schemas.microsoft.com/office/drawing/2014/main" id="{C74E6A63-4082-E91F-71A0-E3D26C018747}"/>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a:extLst>
              <a:ext uri="{FF2B5EF4-FFF2-40B4-BE49-F238E27FC236}">
                <a16:creationId xmlns:a16="http://schemas.microsoft.com/office/drawing/2014/main" id="{AAFE492F-316A-15E2-40A2-70EB2728668F}"/>
              </a:ext>
            </a:extLst>
          </p:cNvPr>
          <p:cNvPicPr>
            <a:picLocks noChangeAspect="1"/>
          </p:cNvPicPr>
          <p:nvPr/>
        </p:nvPicPr>
        <p:blipFill>
          <a:blip r:embed="rId2"/>
          <a:stretch>
            <a:fillRect/>
          </a:stretch>
        </p:blipFill>
        <p:spPr>
          <a:xfrm>
            <a:off x="10419082" y="1714381"/>
            <a:ext cx="1382656" cy="722752"/>
          </a:xfrm>
          <a:prstGeom prst="rect">
            <a:avLst/>
          </a:prstGeom>
        </p:spPr>
      </p:pic>
      <p:pic>
        <p:nvPicPr>
          <p:cNvPr id="17" name="图片 16">
            <a:extLst>
              <a:ext uri="{FF2B5EF4-FFF2-40B4-BE49-F238E27FC236}">
                <a16:creationId xmlns:a16="http://schemas.microsoft.com/office/drawing/2014/main" id="{146909AE-E5DD-4FD0-C0D5-6DE4BC653C39}"/>
              </a:ext>
            </a:extLst>
          </p:cNvPr>
          <p:cNvPicPr>
            <a:picLocks noChangeAspect="1"/>
          </p:cNvPicPr>
          <p:nvPr/>
        </p:nvPicPr>
        <p:blipFill>
          <a:blip r:embed="rId3"/>
          <a:stretch>
            <a:fillRect/>
          </a:stretch>
        </p:blipFill>
        <p:spPr>
          <a:xfrm>
            <a:off x="8349401" y="5183329"/>
            <a:ext cx="853056" cy="955423"/>
          </a:xfrm>
          <a:prstGeom prst="rect">
            <a:avLst/>
          </a:prstGeom>
        </p:spPr>
      </p:pic>
      <p:pic>
        <p:nvPicPr>
          <p:cNvPr id="18" name="图片 17">
            <a:extLst>
              <a:ext uri="{FF2B5EF4-FFF2-40B4-BE49-F238E27FC236}">
                <a16:creationId xmlns:a16="http://schemas.microsoft.com/office/drawing/2014/main" id="{6D92C32F-DB3C-76F5-9E75-A62B5F3115B4}"/>
              </a:ext>
            </a:extLst>
          </p:cNvPr>
          <p:cNvPicPr>
            <a:picLocks noChangeAspect="1"/>
          </p:cNvPicPr>
          <p:nvPr/>
        </p:nvPicPr>
        <p:blipFill>
          <a:blip r:embed="rId4"/>
          <a:stretch>
            <a:fillRect/>
          </a:stretch>
        </p:blipFill>
        <p:spPr>
          <a:xfrm>
            <a:off x="890143" y="3665064"/>
            <a:ext cx="859275" cy="838317"/>
          </a:xfrm>
          <a:prstGeom prst="rect">
            <a:avLst/>
          </a:prstGeom>
        </p:spPr>
      </p:pic>
      <p:pic>
        <p:nvPicPr>
          <p:cNvPr id="19" name="图片 18">
            <a:extLst>
              <a:ext uri="{FF2B5EF4-FFF2-40B4-BE49-F238E27FC236}">
                <a16:creationId xmlns:a16="http://schemas.microsoft.com/office/drawing/2014/main" id="{BEC59258-3E18-59B6-6983-FCC0CC72A40E}"/>
              </a:ext>
            </a:extLst>
          </p:cNvPr>
          <p:cNvPicPr>
            <a:picLocks noChangeAspect="1"/>
          </p:cNvPicPr>
          <p:nvPr/>
        </p:nvPicPr>
        <p:blipFill>
          <a:blip r:embed="rId5"/>
          <a:stretch>
            <a:fillRect/>
          </a:stretch>
        </p:blipFill>
        <p:spPr>
          <a:xfrm rot="17799553">
            <a:off x="9870073" y="4509546"/>
            <a:ext cx="1137767" cy="338255"/>
          </a:xfrm>
          <a:prstGeom prst="rect">
            <a:avLst/>
          </a:prstGeom>
        </p:spPr>
      </p:pic>
      <p:pic>
        <p:nvPicPr>
          <p:cNvPr id="20" name="图片 19">
            <a:extLst>
              <a:ext uri="{FF2B5EF4-FFF2-40B4-BE49-F238E27FC236}">
                <a16:creationId xmlns:a16="http://schemas.microsoft.com/office/drawing/2014/main" id="{204929AB-CAC9-1438-E7A6-2B587E8CF0FF}"/>
              </a:ext>
            </a:extLst>
          </p:cNvPr>
          <p:cNvPicPr>
            <a:picLocks noChangeAspect="1"/>
          </p:cNvPicPr>
          <p:nvPr/>
        </p:nvPicPr>
        <p:blipFill>
          <a:blip r:embed="rId6"/>
          <a:srcRect r="738"/>
          <a:stretch>
            <a:fillRect/>
          </a:stretch>
        </p:blipFill>
        <p:spPr>
          <a:xfrm rot="18097123">
            <a:off x="8951789" y="-150299"/>
            <a:ext cx="1133310" cy="830351"/>
          </a:xfrm>
          <a:custGeom>
            <a:avLst/>
            <a:gdLst>
              <a:gd name="connsiteX0" fmla="*/ 622100 w 1133310"/>
              <a:gd name="connsiteY0" fmla="*/ 0 h 830351"/>
              <a:gd name="connsiteX1" fmla="*/ 1133310 w 1133310"/>
              <a:gd name="connsiteY1" fmla="*/ 830351 h 830351"/>
              <a:gd name="connsiteX2" fmla="*/ 0 w 1133310"/>
              <a:gd name="connsiteY2" fmla="*/ 830351 h 830351"/>
              <a:gd name="connsiteX3" fmla="*/ 0 w 1133310"/>
              <a:gd name="connsiteY3" fmla="*/ 0 h 830351"/>
            </a:gdLst>
            <a:ahLst/>
            <a:cxnLst>
              <a:cxn ang="0">
                <a:pos x="connsiteX0" y="connsiteY0"/>
              </a:cxn>
              <a:cxn ang="0">
                <a:pos x="connsiteX1" y="connsiteY1"/>
              </a:cxn>
              <a:cxn ang="0">
                <a:pos x="connsiteX2" y="connsiteY2"/>
              </a:cxn>
              <a:cxn ang="0">
                <a:pos x="connsiteX3" y="connsiteY3"/>
              </a:cxn>
            </a:cxnLst>
            <a:rect l="l" t="t" r="r" b="b"/>
            <a:pathLst>
              <a:path w="1133310" h="830351">
                <a:moveTo>
                  <a:pt x="622100" y="0"/>
                </a:moveTo>
                <a:lnTo>
                  <a:pt x="1133310" y="830351"/>
                </a:lnTo>
                <a:lnTo>
                  <a:pt x="0" y="830351"/>
                </a:lnTo>
                <a:lnTo>
                  <a:pt x="0" y="0"/>
                </a:lnTo>
                <a:close/>
              </a:path>
            </a:pathLst>
          </a:custGeom>
        </p:spPr>
      </p:pic>
      <p:pic>
        <p:nvPicPr>
          <p:cNvPr id="21" name="图片 20">
            <a:extLst>
              <a:ext uri="{FF2B5EF4-FFF2-40B4-BE49-F238E27FC236}">
                <a16:creationId xmlns:a16="http://schemas.microsoft.com/office/drawing/2014/main" id="{DE7C47BC-D2E9-383C-9BE0-9EA61CF152B1}"/>
              </a:ext>
            </a:extLst>
          </p:cNvPr>
          <p:cNvPicPr>
            <a:picLocks noChangeAspect="1"/>
          </p:cNvPicPr>
          <p:nvPr/>
        </p:nvPicPr>
        <p:blipFill>
          <a:blip r:embed="rId7"/>
          <a:stretch>
            <a:fillRect/>
          </a:stretch>
        </p:blipFill>
        <p:spPr>
          <a:xfrm rot="20757592">
            <a:off x="2535883" y="2102960"/>
            <a:ext cx="741426" cy="741426"/>
          </a:xfrm>
          <a:prstGeom prst="rect">
            <a:avLst/>
          </a:prstGeom>
        </p:spPr>
      </p:pic>
      <p:sp>
        <p:nvSpPr>
          <p:cNvPr id="22" name="矩形 21">
            <a:extLst>
              <a:ext uri="{FF2B5EF4-FFF2-40B4-BE49-F238E27FC236}">
                <a16:creationId xmlns:a16="http://schemas.microsoft.com/office/drawing/2014/main" id="{D657758A-2648-9144-5866-C42BA5E40CF2}"/>
              </a:ext>
            </a:extLst>
          </p:cNvPr>
          <p:cNvSpPr/>
          <p:nvPr/>
        </p:nvSpPr>
        <p:spPr>
          <a:xfrm>
            <a:off x="2686831" y="2514600"/>
            <a:ext cx="7486650" cy="1409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794F7869-4CC9-E1C2-C693-D4267AF4E384}"/>
              </a:ext>
            </a:extLst>
          </p:cNvPr>
          <p:cNvSpPr txBox="1"/>
          <p:nvPr/>
        </p:nvSpPr>
        <p:spPr>
          <a:xfrm>
            <a:off x="2837287" y="2743110"/>
            <a:ext cx="7201671" cy="923330"/>
          </a:xfrm>
          <a:prstGeom prst="rect">
            <a:avLst/>
          </a:prstGeom>
          <a:noFill/>
        </p:spPr>
        <p:txBody>
          <a:bodyPr wrap="square" rtlCol="0">
            <a:spAutoFit/>
          </a:bodyPr>
          <a:lstStyle/>
          <a:p>
            <a:pPr algn="ctr"/>
            <a:r>
              <a:rPr lang="en-US" altLang="zh-CN" sz="5400" b="1">
                <a:solidFill>
                  <a:schemeClr val="accent1"/>
                </a:solidFill>
              </a:rPr>
              <a:t>END</a:t>
            </a:r>
            <a:endParaRPr lang="zh-CN" altLang="en-US" sz="5400" b="1" dirty="0">
              <a:solidFill>
                <a:schemeClr val="accent1"/>
              </a:solidFill>
            </a:endParaRPr>
          </a:p>
        </p:txBody>
      </p:sp>
    </p:spTree>
    <p:extLst>
      <p:ext uri="{BB962C8B-B14F-4D97-AF65-F5344CB8AC3E}">
        <p14:creationId xmlns:p14="http://schemas.microsoft.com/office/powerpoint/2010/main" val="225486468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cSld name="1_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973006-97F2-F8C5-770C-3400BD0C60B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4FC612F-652A-0B13-2A5C-25C862F317D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46D280F-2183-0311-7947-EA9A4932F66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1E69852-6210-F435-B3AE-1D3938493BF8}"/>
              </a:ext>
            </a:extLst>
          </p:cNvPr>
          <p:cNvSpPr>
            <a:spLocks noGrp="1"/>
          </p:cNvSpPr>
          <p:nvPr>
            <p:ph type="dt" sz="half" idx="10"/>
          </p:nvPr>
        </p:nvSpPr>
        <p:spPr/>
        <p:txBody>
          <a:bodyPr/>
          <a:lstStyle/>
          <a:p>
            <a:fld id="{6C27C682-2477-42DE-A568-6C9C284CCCDD}"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83F5811F-BBB0-4EC6-37EC-6451F65F3B7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CA0D28D-8BC9-83CF-33DA-46762576BC54}"/>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111625428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cSld name="5_标题和内容">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816864" y="228600"/>
            <a:ext cx="10871200" cy="990600"/>
          </a:xfrm>
          <a:ln>
            <a:solidFill>
              <a:schemeClr val="accent2"/>
            </a:solidFill>
          </a:ln>
        </p:spPr>
        <p:txBody>
          <a:bodyPr/>
          <a:lstStyle/>
          <a:p>
            <a:r>
              <a:rPr kumimoji="0" lang="zh-CN" altLang="en-US"/>
              <a:t>单击此处编辑母版标题样式</a:t>
            </a:r>
            <a:endParaRPr kumimoji="0" lang="en-US"/>
          </a:p>
        </p:txBody>
      </p:sp>
      <p:sp>
        <p:nvSpPr>
          <p:cNvPr id="8" name="内容占位符 7"/>
          <p:cNvSpPr>
            <a:spLocks noGrp="1"/>
          </p:cNvSpPr>
          <p:nvPr>
            <p:ph sz="quarter" idx="1"/>
          </p:nvPr>
        </p:nvSpPr>
        <p:spPr>
          <a:xfrm>
            <a:off x="816864" y="1600200"/>
            <a:ext cx="10871200" cy="4925144"/>
          </a:xfrm>
          <a:ln>
            <a:solidFill>
              <a:schemeClr val="accent1"/>
            </a:solidFill>
          </a:ln>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extLst>
      <p:ext uri="{BB962C8B-B14F-4D97-AF65-F5344CB8AC3E}">
        <p14:creationId xmlns:p14="http://schemas.microsoft.com/office/powerpoint/2010/main" val="104655348"/>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9880FA-7953-AB94-20A3-423A02C6F82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5DD66B0-0EC3-DD03-7884-33601555B0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C8914AC-028D-E30F-021B-D97D188001CA}"/>
              </a:ext>
            </a:extLst>
          </p:cNvPr>
          <p:cNvSpPr>
            <a:spLocks noGrp="1"/>
          </p:cNvSpPr>
          <p:nvPr>
            <p:ph type="dt" sz="half" idx="10"/>
          </p:nvPr>
        </p:nvSpPr>
        <p:spPr/>
        <p:txBody>
          <a:bodyPr/>
          <a:lstStyle/>
          <a:p>
            <a:fld id="{19D62E01-43A6-484F-8DB8-44C5F907219B}"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4BD6CA26-E3DC-02EA-8654-6FD22D9A58A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8E9E422-93DC-3B55-4FEB-7FEBAC7A36C5}"/>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37746869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646D28-B1E9-211A-267B-F093D029B29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46A6FE8-BC63-D0BF-A487-63D239078F7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D30D72A-52ED-2855-9420-587E872B6135}"/>
              </a:ext>
            </a:extLst>
          </p:cNvPr>
          <p:cNvSpPr>
            <a:spLocks noGrp="1"/>
          </p:cNvSpPr>
          <p:nvPr>
            <p:ph type="dt" sz="half" idx="10"/>
          </p:nvPr>
        </p:nvSpPr>
        <p:spPr/>
        <p:txBody>
          <a:bodyPr/>
          <a:lstStyle/>
          <a:p>
            <a:fld id="{19D62E01-43A6-484F-8DB8-44C5F907219B}"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6748881F-A8F7-9999-72B1-06842FC029F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FE5E46C-CBC1-5437-ABD8-E0BED454B60F}"/>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5118157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3DB498-A9A5-4822-126C-C3575A06EA8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0AB6DBA-1291-72C4-69CF-5F8A5AFF94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FEB7348-4087-92AC-49CA-4EE3D799D777}"/>
              </a:ext>
            </a:extLst>
          </p:cNvPr>
          <p:cNvSpPr>
            <a:spLocks noGrp="1"/>
          </p:cNvSpPr>
          <p:nvPr>
            <p:ph type="dt" sz="half" idx="10"/>
          </p:nvPr>
        </p:nvSpPr>
        <p:spPr/>
        <p:txBody>
          <a:bodyPr/>
          <a:lstStyle/>
          <a:p>
            <a:fld id="{19D62E01-43A6-484F-8DB8-44C5F907219B}"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F6F32B8C-BE47-EF8E-D3BE-85E9CD6E43D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B331D5F-5502-E31D-5F6D-6D5946BC4FAC}"/>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72424044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28CA06-EA23-DFA8-5061-26E693C5627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8B90FA1-EF10-968E-7B65-2DA75CEB40F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7B24C5A-DDD8-F711-6069-85BB3C677DC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BF3C253-41B1-B459-3819-7FF285222942}"/>
              </a:ext>
            </a:extLst>
          </p:cNvPr>
          <p:cNvSpPr>
            <a:spLocks noGrp="1"/>
          </p:cNvSpPr>
          <p:nvPr>
            <p:ph type="dt" sz="half" idx="10"/>
          </p:nvPr>
        </p:nvSpPr>
        <p:spPr/>
        <p:txBody>
          <a:bodyPr/>
          <a:lstStyle/>
          <a:p>
            <a:fld id="{19D62E01-43A6-484F-8DB8-44C5F907219B}"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984CA635-DF1A-C282-9F80-7C819B339A7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D9B89C3-6B35-6390-FF94-50FB49F17B1E}"/>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412482748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394B5F-080A-FC52-5610-8A764DCD059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7A794F8-BA96-DCCB-17C0-A274240A74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970BE5-6560-16AF-1FE9-F457EBD43F2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25674BC-728B-522F-542B-DDDC49306D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E0C3F68-826F-ECE2-3CED-AC5D9553066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67F0031-A1FA-0F6E-A072-66921B42B5C1}"/>
              </a:ext>
            </a:extLst>
          </p:cNvPr>
          <p:cNvSpPr>
            <a:spLocks noGrp="1"/>
          </p:cNvSpPr>
          <p:nvPr>
            <p:ph type="dt" sz="half" idx="10"/>
          </p:nvPr>
        </p:nvSpPr>
        <p:spPr/>
        <p:txBody>
          <a:bodyPr/>
          <a:lstStyle/>
          <a:p>
            <a:fld id="{19D62E01-43A6-484F-8DB8-44C5F907219B}" type="datetimeFigureOut">
              <a:rPr lang="zh-CN" altLang="en-US" smtClean="0"/>
              <a:t>2026/4/4</a:t>
            </a:fld>
            <a:endParaRPr lang="zh-CN" altLang="en-US"/>
          </a:p>
        </p:txBody>
      </p:sp>
      <p:sp>
        <p:nvSpPr>
          <p:cNvPr id="8" name="页脚占位符 7">
            <a:extLst>
              <a:ext uri="{FF2B5EF4-FFF2-40B4-BE49-F238E27FC236}">
                <a16:creationId xmlns:a16="http://schemas.microsoft.com/office/drawing/2014/main" id="{5F45F4DE-FFF4-A21F-B006-FC8523C3523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77CD7ED-08CA-D495-27DA-CE4A0E9E6CCB}"/>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04587788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468D76-4C72-1001-F286-6CC1ADF5137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29F94D8-F944-C3BD-D8D0-6B379CF26AF7}"/>
              </a:ext>
            </a:extLst>
          </p:cNvPr>
          <p:cNvSpPr>
            <a:spLocks noGrp="1"/>
          </p:cNvSpPr>
          <p:nvPr>
            <p:ph type="dt" sz="half" idx="10"/>
          </p:nvPr>
        </p:nvSpPr>
        <p:spPr/>
        <p:txBody>
          <a:bodyPr/>
          <a:lstStyle/>
          <a:p>
            <a:fld id="{19D62E01-43A6-484F-8DB8-44C5F907219B}" type="datetimeFigureOut">
              <a:rPr lang="zh-CN" altLang="en-US" smtClean="0"/>
              <a:t>2026/4/4</a:t>
            </a:fld>
            <a:endParaRPr lang="zh-CN" altLang="en-US"/>
          </a:p>
        </p:txBody>
      </p:sp>
      <p:sp>
        <p:nvSpPr>
          <p:cNvPr id="4" name="页脚占位符 3">
            <a:extLst>
              <a:ext uri="{FF2B5EF4-FFF2-40B4-BE49-F238E27FC236}">
                <a16:creationId xmlns:a16="http://schemas.microsoft.com/office/drawing/2014/main" id="{7B63B473-0382-905E-A2A7-E76F10A39ED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6A031A0-B9D5-449C-71E8-5EE1A0C858C7}"/>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416712836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39E3E3E-07AE-A9D4-CE18-6E68D91AEB83}"/>
              </a:ext>
            </a:extLst>
          </p:cNvPr>
          <p:cNvSpPr>
            <a:spLocks noGrp="1"/>
          </p:cNvSpPr>
          <p:nvPr>
            <p:ph type="dt" sz="half" idx="10"/>
          </p:nvPr>
        </p:nvSpPr>
        <p:spPr/>
        <p:txBody>
          <a:bodyPr/>
          <a:lstStyle/>
          <a:p>
            <a:fld id="{19D62E01-43A6-484F-8DB8-44C5F907219B}" type="datetimeFigureOut">
              <a:rPr lang="zh-CN" altLang="en-US" smtClean="0"/>
              <a:t>2026/4/4</a:t>
            </a:fld>
            <a:endParaRPr lang="zh-CN" altLang="en-US"/>
          </a:p>
        </p:txBody>
      </p:sp>
      <p:sp>
        <p:nvSpPr>
          <p:cNvPr id="3" name="页脚占位符 2">
            <a:extLst>
              <a:ext uri="{FF2B5EF4-FFF2-40B4-BE49-F238E27FC236}">
                <a16:creationId xmlns:a16="http://schemas.microsoft.com/office/drawing/2014/main" id="{49B578EB-0268-EBD3-6074-1CE4D3381A9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921B1D0-C260-C78D-9038-A7FFE4ED127C}"/>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04485275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09CADC-DC9B-E421-479C-175306EE298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DEB2E77-F59F-D7DD-4906-A882C11EFB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C7EB9D6-F287-94AC-48C8-C6F1FF44F5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BB87458-6975-4344-FE79-96434D0E154C}"/>
              </a:ext>
            </a:extLst>
          </p:cNvPr>
          <p:cNvSpPr>
            <a:spLocks noGrp="1"/>
          </p:cNvSpPr>
          <p:nvPr>
            <p:ph type="dt" sz="half" idx="10"/>
          </p:nvPr>
        </p:nvSpPr>
        <p:spPr/>
        <p:txBody>
          <a:bodyPr/>
          <a:lstStyle/>
          <a:p>
            <a:fld id="{19D62E01-43A6-484F-8DB8-44C5F907219B}"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20655F48-A265-3AA6-7855-9DEB79A1F54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47E8523-5EE2-9C94-E7F1-5F0B9E9EA25A}"/>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243686596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D12804-2541-245C-F5F2-B1AB95967C6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409348E-F173-9EE8-C431-A0A2B437C2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097A82EA-FEEF-6CA5-5672-CA53EA23D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DCF668C-C775-B132-DFE5-5804377A7A81}"/>
              </a:ext>
            </a:extLst>
          </p:cNvPr>
          <p:cNvSpPr>
            <a:spLocks noGrp="1"/>
          </p:cNvSpPr>
          <p:nvPr>
            <p:ph type="dt" sz="half" idx="10"/>
          </p:nvPr>
        </p:nvSpPr>
        <p:spPr/>
        <p:txBody>
          <a:bodyPr/>
          <a:lstStyle/>
          <a:p>
            <a:fld id="{19D62E01-43A6-484F-8DB8-44C5F907219B}"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8836AA60-13AF-64F5-66DA-C051B1541CE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80809DA-BD91-4F80-B88E-B692B55F1A05}"/>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57384294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D58E44-25A3-D324-3191-DC7E452E1EE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665D06F-158E-E088-E943-AB07227C54C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EE67D29-00B2-0C68-6AF6-8CF48CE420B3}"/>
              </a:ext>
            </a:extLst>
          </p:cNvPr>
          <p:cNvSpPr>
            <a:spLocks noGrp="1"/>
          </p:cNvSpPr>
          <p:nvPr>
            <p:ph type="dt" sz="half" idx="10"/>
          </p:nvPr>
        </p:nvSpPr>
        <p:spPr/>
        <p:txBody>
          <a:bodyPr/>
          <a:lstStyle/>
          <a:p>
            <a:fld id="{19D62E01-43A6-484F-8DB8-44C5F907219B}"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D8A2AC42-41AC-5CD5-56B4-26BB87FCB9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1873157-1C5F-69B1-96BA-63A5180FB4C3}"/>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89325940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DB0DB60-468E-D154-CC93-67C6280CCEA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34E5848-C8DB-C14A-9198-723B9F3A9D0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2975CBC-4361-1CFE-D284-C7ECADC20944}"/>
              </a:ext>
            </a:extLst>
          </p:cNvPr>
          <p:cNvSpPr>
            <a:spLocks noGrp="1"/>
          </p:cNvSpPr>
          <p:nvPr>
            <p:ph type="dt" sz="half" idx="10"/>
          </p:nvPr>
        </p:nvSpPr>
        <p:spPr/>
        <p:txBody>
          <a:bodyPr/>
          <a:lstStyle/>
          <a:p>
            <a:fld id="{19D62E01-43A6-484F-8DB8-44C5F907219B}"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DF9A52FD-C21C-5CF8-3BBE-4E3D2585D6A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B64A33B-9A6F-63C9-2E23-0A7135FC1069}"/>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66672217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5_标题和内容">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816864" y="228600"/>
            <a:ext cx="10871200" cy="990600"/>
          </a:xfrm>
          <a:ln>
            <a:solidFill>
              <a:schemeClr val="accent2"/>
            </a:solidFill>
          </a:ln>
        </p:spPr>
        <p:txBody>
          <a:bodyPr/>
          <a:lstStyle/>
          <a:p>
            <a:r>
              <a:rPr kumimoji="0" lang="zh-CN" altLang="en-US"/>
              <a:t>单击此处编辑母版标题样式</a:t>
            </a:r>
            <a:endParaRPr kumimoji="0" lang="en-US"/>
          </a:p>
        </p:txBody>
      </p:sp>
      <p:sp>
        <p:nvSpPr>
          <p:cNvPr id="8" name="内容占位符 7"/>
          <p:cNvSpPr>
            <a:spLocks noGrp="1"/>
          </p:cNvSpPr>
          <p:nvPr>
            <p:ph sz="quarter" idx="1"/>
          </p:nvPr>
        </p:nvSpPr>
        <p:spPr>
          <a:xfrm>
            <a:off x="816864" y="1600200"/>
            <a:ext cx="10871200" cy="4925144"/>
          </a:xfrm>
          <a:ln>
            <a:solidFill>
              <a:schemeClr val="accent1"/>
            </a:solidFill>
          </a:ln>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Tree>
    <p:extLst>
      <p:ext uri="{BB962C8B-B14F-4D97-AF65-F5344CB8AC3E}">
        <p14:creationId xmlns:p14="http://schemas.microsoft.com/office/powerpoint/2010/main" val="3413768914"/>
      </p:ext>
    </p:extLst>
  </p:cSld>
  <p:clrMapOvr>
    <a:overrideClrMapping bg1="lt1" tx1="dk1" bg2="lt2" tx2="dk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secHead" preserve="1">
  <p:cSld name="1_节标题">
    <p:bg>
      <p:bgRef idx="1003">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828801" y="2743200"/>
            <a:ext cx="9497484" cy="1673225"/>
          </a:xfrm>
        </p:spPr>
        <p:txBody>
          <a:bodyPr anchor="t"/>
          <a:lstStyle>
            <a:lvl1pPr marL="514350" indent="-514350">
              <a:buFont typeface="+mj-lt"/>
              <a:buAutoNum type="arabicPeriod"/>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2" name="标题 1"/>
          <p:cNvSpPr>
            <a:spLocks noGrp="1"/>
          </p:cNvSpPr>
          <p:nvPr>
            <p:ph type="title"/>
          </p:nvPr>
        </p:nvSpPr>
        <p:spPr>
          <a:xfrm>
            <a:off x="1828800" y="1600200"/>
            <a:ext cx="10160000" cy="990600"/>
          </a:xfrm>
        </p:spPr>
        <p:txBody>
          <a:bodyPr/>
          <a:lstStyle>
            <a:lvl1pPr algn="l">
              <a:buNone/>
              <a:defRPr sz="4400" b="0" cap="none">
                <a:solidFill>
                  <a:srgbClr val="FFFFFF"/>
                </a:solidFill>
              </a:defRPr>
            </a:lvl1pPr>
          </a:lstStyle>
          <a:p>
            <a:r>
              <a:rPr kumimoji="0" lang="zh-CN" altLang="en-US"/>
              <a:t>单击此处编辑母版标题样式</a:t>
            </a:r>
            <a:endParaRPr kumimoji="0" lang="en-US"/>
          </a:p>
        </p:txBody>
      </p:sp>
    </p:spTree>
    <p:extLst>
      <p:ext uri="{BB962C8B-B14F-4D97-AF65-F5344CB8AC3E}">
        <p14:creationId xmlns:p14="http://schemas.microsoft.com/office/powerpoint/2010/main" val="313345607"/>
      </p:ext>
    </p:extLst>
  </p:cSld>
  <p:clrMapOvr>
    <a:overrideClrMapping bg1="lt1" tx1="dk1" bg2="lt2" tx2="dk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Tree>
    <p:extLst>
      <p:ext uri="{BB962C8B-B14F-4D97-AF65-F5344CB8AC3E}">
        <p14:creationId xmlns:p14="http://schemas.microsoft.com/office/powerpoint/2010/main" val="156262601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2_比较">
    <p:spTree>
      <p:nvGrpSpPr>
        <p:cNvPr id="1" name=""/>
        <p:cNvGrpSpPr/>
        <p:nvPr/>
      </p:nvGrpSpPr>
      <p:grpSpPr>
        <a:xfrm>
          <a:off x="0" y="0"/>
          <a:ext cx="0" cy="0"/>
          <a:chOff x="0" y="0"/>
          <a:chExt cx="0" cy="0"/>
        </a:xfrm>
      </p:grpSpPr>
      <p:sp>
        <p:nvSpPr>
          <p:cNvPr id="2" name="标题 1"/>
          <p:cNvSpPr>
            <a:spLocks noGrp="1"/>
          </p:cNvSpPr>
          <p:nvPr>
            <p:ph type="title"/>
          </p:nvPr>
        </p:nvSpPr>
        <p:spPr>
          <a:xfrm>
            <a:off x="711200" y="273050"/>
            <a:ext cx="10871200" cy="869950"/>
          </a:xfrm>
        </p:spPr>
        <p:txBody>
          <a:bodyPr anchor="ctr"/>
          <a:lstStyle>
            <a:lvl1pPr>
              <a:defRPr/>
            </a:lvl1pPr>
          </a:lstStyle>
          <a:p>
            <a:r>
              <a:rPr kumimoji="0" lang="zh-CN" altLang="en-US"/>
              <a:t>单击此处编辑母版标题样式</a:t>
            </a:r>
            <a:endParaRPr kumimoji="0" lang="en-US"/>
          </a:p>
        </p:txBody>
      </p:sp>
      <p:sp>
        <p:nvSpPr>
          <p:cNvPr id="11" name="内容占位符 10"/>
          <p:cNvSpPr>
            <a:spLocks noGrp="1"/>
          </p:cNvSpPr>
          <p:nvPr>
            <p:ph sz="quarter" idx="2"/>
          </p:nvPr>
        </p:nvSpPr>
        <p:spPr>
          <a:xfrm>
            <a:off x="812800" y="2438400"/>
            <a:ext cx="5181600" cy="4158952"/>
          </a:xfrm>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
        <p:nvSpPr>
          <p:cNvPr id="13" name="内容占位符 12"/>
          <p:cNvSpPr>
            <a:spLocks noGrp="1"/>
          </p:cNvSpPr>
          <p:nvPr>
            <p:ph sz="quarter" idx="4"/>
          </p:nvPr>
        </p:nvSpPr>
        <p:spPr>
          <a:xfrm>
            <a:off x="6400800" y="2438400"/>
            <a:ext cx="5181600" cy="4158952"/>
          </a:xfrm>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
        <p:nvSpPr>
          <p:cNvPr id="16" name="文本占位符 15"/>
          <p:cNvSpPr>
            <a:spLocks noGrp="1"/>
          </p:cNvSpPr>
          <p:nvPr>
            <p:ph type="body" sz="quarter" idx="1"/>
          </p:nvPr>
        </p:nvSpPr>
        <p:spPr>
          <a:xfrm>
            <a:off x="812800" y="1752600"/>
            <a:ext cx="51816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zh-CN" altLang="en-US"/>
              <a:t>单击此处编辑母版文本样式</a:t>
            </a:r>
          </a:p>
        </p:txBody>
      </p:sp>
      <p:sp>
        <p:nvSpPr>
          <p:cNvPr id="15" name="文本占位符 14"/>
          <p:cNvSpPr>
            <a:spLocks noGrp="1"/>
          </p:cNvSpPr>
          <p:nvPr>
            <p:ph type="body" sz="quarter" idx="3"/>
          </p:nvPr>
        </p:nvSpPr>
        <p:spPr>
          <a:xfrm>
            <a:off x="6400800" y="1752600"/>
            <a:ext cx="51816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zh-CN" altLang="en-US"/>
              <a:t>单击此处编辑母版文本样式</a:t>
            </a:r>
          </a:p>
        </p:txBody>
      </p:sp>
    </p:spTree>
    <p:extLst>
      <p:ext uri="{BB962C8B-B14F-4D97-AF65-F5344CB8AC3E}">
        <p14:creationId xmlns:p14="http://schemas.microsoft.com/office/powerpoint/2010/main" val="292249092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46C7A-30D2-24D9-F646-61E3B3BF346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F43CFF4-6696-C776-C5F2-29DB5D4360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6CD6A8E-94E8-3536-9508-287FC0F00158}"/>
              </a:ext>
            </a:extLst>
          </p:cNvPr>
          <p:cNvSpPr>
            <a:spLocks noGrp="1"/>
          </p:cNvSpPr>
          <p:nvPr>
            <p:ph type="dt" sz="half" idx="10"/>
          </p:nvPr>
        </p:nvSpPr>
        <p:spPr/>
        <p:txBody>
          <a:bodyPr/>
          <a:lstStyle/>
          <a:p>
            <a:fld id="{94DEF4EE-B29E-4005-AD33-D9C483397F1D}"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00E5B336-2D30-B8F6-E5AA-8EE057B9101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B1E6D3-793B-5AB5-140F-0F553C30869E}"/>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44721164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D38EE3-F410-88CC-6F34-1EF8B12DB5C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EABCC7-0640-4AFF-6DDE-5AAEAD27F48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116C730-062D-6F13-AFAC-50A3DEC45358}"/>
              </a:ext>
            </a:extLst>
          </p:cNvPr>
          <p:cNvSpPr>
            <a:spLocks noGrp="1"/>
          </p:cNvSpPr>
          <p:nvPr>
            <p:ph type="dt" sz="half" idx="10"/>
          </p:nvPr>
        </p:nvSpPr>
        <p:spPr/>
        <p:txBody>
          <a:bodyPr/>
          <a:lstStyle/>
          <a:p>
            <a:fld id="{94DEF4EE-B29E-4005-AD33-D9C483397F1D}"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0703BF99-01D0-4F21-0228-3A3091AF9E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E1E7117-D8CE-0070-331E-0EE56FDF23E6}"/>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27714342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A00135-11F0-5F9D-75B1-4340D0C9CBB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AF886B-8E3A-A2BF-C913-6C96AAFFB4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1FDF36C-58CA-6FE0-DFFE-9A47B50597E4}"/>
              </a:ext>
            </a:extLst>
          </p:cNvPr>
          <p:cNvSpPr>
            <a:spLocks noGrp="1"/>
          </p:cNvSpPr>
          <p:nvPr>
            <p:ph type="dt" sz="half" idx="10"/>
          </p:nvPr>
        </p:nvSpPr>
        <p:spPr/>
        <p:txBody>
          <a:bodyPr/>
          <a:lstStyle/>
          <a:p>
            <a:fld id="{94DEF4EE-B29E-4005-AD33-D9C483397F1D}"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013CCEE5-7C1D-BB4F-99CB-2339613F07C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B394C05-E17E-EA3F-DA9D-0782549F25F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64305200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F86FB4-76E3-9C2C-EB90-40049549ED2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3817572-DE33-E825-2C6D-51FD98CB54DE}"/>
              </a:ext>
            </a:extLst>
          </p:cNvPr>
          <p:cNvSpPr>
            <a:spLocks noGrp="1"/>
          </p:cNvSpPr>
          <p:nvPr>
            <p:ph type="dt" sz="half" idx="10"/>
          </p:nvPr>
        </p:nvSpPr>
        <p:spPr/>
        <p:txBody>
          <a:bodyPr/>
          <a:lstStyle/>
          <a:p>
            <a:fld id="{94DEF4EE-B29E-4005-AD33-D9C483397F1D}" type="datetimeFigureOut">
              <a:rPr lang="zh-CN" altLang="en-US" smtClean="0"/>
              <a:t>2026/4/4</a:t>
            </a:fld>
            <a:endParaRPr lang="zh-CN" altLang="en-US"/>
          </a:p>
        </p:txBody>
      </p:sp>
      <p:sp>
        <p:nvSpPr>
          <p:cNvPr id="4" name="页脚占位符 3">
            <a:extLst>
              <a:ext uri="{FF2B5EF4-FFF2-40B4-BE49-F238E27FC236}">
                <a16:creationId xmlns:a16="http://schemas.microsoft.com/office/drawing/2014/main" id="{FD501CE6-E27C-FE5B-AEA3-6898C5F7AA5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881843B-18AD-18BB-6392-9DD2E5DC4701}"/>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84135850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0C78ED2-336B-51AF-A28F-63456F2C9439}"/>
              </a:ext>
            </a:extLst>
          </p:cNvPr>
          <p:cNvSpPr>
            <a:spLocks noGrp="1"/>
          </p:cNvSpPr>
          <p:nvPr>
            <p:ph type="dt" sz="half" idx="10"/>
          </p:nvPr>
        </p:nvSpPr>
        <p:spPr/>
        <p:txBody>
          <a:bodyPr/>
          <a:lstStyle/>
          <a:p>
            <a:fld id="{94DEF4EE-B29E-4005-AD33-D9C483397F1D}" type="datetimeFigureOut">
              <a:rPr lang="zh-CN" altLang="en-US" smtClean="0"/>
              <a:t>2026/4/4</a:t>
            </a:fld>
            <a:endParaRPr lang="zh-CN" altLang="en-US"/>
          </a:p>
        </p:txBody>
      </p:sp>
      <p:sp>
        <p:nvSpPr>
          <p:cNvPr id="3" name="页脚占位符 2">
            <a:extLst>
              <a:ext uri="{FF2B5EF4-FFF2-40B4-BE49-F238E27FC236}">
                <a16:creationId xmlns:a16="http://schemas.microsoft.com/office/drawing/2014/main" id="{B90AF281-5A52-8897-A691-43227A2D5A0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7C5EE0C-96EE-736B-9044-AC02B75C6FB5}"/>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80587676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F6188-F6B6-7AE6-07FB-37AA201DBCF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D5F92E9-BBEF-6CEE-A0B8-D18ACEDAF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68703DC-A6F1-46EA-AC43-43C9628B0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3B3B43A-D1D9-9A4B-FF1E-8F5BDB099984}"/>
              </a:ext>
            </a:extLst>
          </p:cNvPr>
          <p:cNvSpPr>
            <a:spLocks noGrp="1"/>
          </p:cNvSpPr>
          <p:nvPr>
            <p:ph type="dt" sz="half" idx="10"/>
          </p:nvPr>
        </p:nvSpPr>
        <p:spPr/>
        <p:txBody>
          <a:bodyPr/>
          <a:lstStyle/>
          <a:p>
            <a:fld id="{94DEF4EE-B29E-4005-AD33-D9C483397F1D}"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5E0B52EC-1F63-E663-F2E1-ABAC578C50D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9F3A30-23C7-BD1D-E7AE-E0CE82632248}"/>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37768360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AC396-9193-D45C-F7B9-E19A2903B18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4AFA00-90A1-9A2C-8F36-A6AD53B665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8E20FF49-3F3A-3681-B848-569A8F0BA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E81AB31-C81E-2473-21E0-75E405D590FA}"/>
              </a:ext>
            </a:extLst>
          </p:cNvPr>
          <p:cNvSpPr>
            <a:spLocks noGrp="1"/>
          </p:cNvSpPr>
          <p:nvPr>
            <p:ph type="dt" sz="half" idx="10"/>
          </p:nvPr>
        </p:nvSpPr>
        <p:spPr/>
        <p:txBody>
          <a:bodyPr/>
          <a:lstStyle/>
          <a:p>
            <a:fld id="{94DEF4EE-B29E-4005-AD33-D9C483397F1D}"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23A8EBB6-9A7A-E5B0-328F-4573BC64C23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60E2A9E-00C0-D7E5-1A3D-F986253BABE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3698963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C7E27-7B11-630A-C191-E298AA79DAA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E45FF2C-2F7F-84F8-67C4-6351494D015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8A900D5-6A66-18E5-4774-D55344D238E8}"/>
              </a:ext>
            </a:extLst>
          </p:cNvPr>
          <p:cNvSpPr>
            <a:spLocks noGrp="1"/>
          </p:cNvSpPr>
          <p:nvPr>
            <p:ph type="dt" sz="half" idx="10"/>
          </p:nvPr>
        </p:nvSpPr>
        <p:spPr/>
        <p:txBody>
          <a:bodyPr/>
          <a:lstStyle/>
          <a:p>
            <a:fld id="{94DEF4EE-B29E-4005-AD33-D9C483397F1D}"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BADA3684-5439-31E5-9AE5-C966F3BEA1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3C404E-68DD-0CBF-EE56-1563E8F1F219}"/>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17393735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0F7B8C-CBED-0EF6-1934-B9C7DBEA1E2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05A8557-3371-C31A-896F-307ED004D44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1FDE1C-77C1-F1A1-F9A3-5DB7293AA73A}"/>
              </a:ext>
            </a:extLst>
          </p:cNvPr>
          <p:cNvSpPr>
            <a:spLocks noGrp="1"/>
          </p:cNvSpPr>
          <p:nvPr>
            <p:ph type="dt" sz="half" idx="10"/>
          </p:nvPr>
        </p:nvSpPr>
        <p:spPr/>
        <p:txBody>
          <a:bodyPr/>
          <a:lstStyle/>
          <a:p>
            <a:fld id="{94DEF4EE-B29E-4005-AD33-D9C483397F1D}"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EC3DC546-B736-5BF6-AE31-15F3C6A766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04A988-B1C5-C36B-F49F-DD5FC6F06F5B}"/>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12877768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FF4521-BA21-4ECD-8BA5-08E49FB53E7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D81F2AD-3AF9-CA84-F57E-AB78FC19B8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9DC3085-B647-CB24-8E92-EFF06C5B73F5}"/>
              </a:ext>
            </a:extLst>
          </p:cNvPr>
          <p:cNvSpPr>
            <a:spLocks noGrp="1"/>
          </p:cNvSpPr>
          <p:nvPr>
            <p:ph type="dt" sz="half" idx="10"/>
          </p:nvPr>
        </p:nvSpPr>
        <p:spPr/>
        <p:txBody>
          <a:bodyPr/>
          <a:lstStyle/>
          <a:p>
            <a:fld id="{0D4A7872-A109-451C-99CE-17ECD2BA9466}"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37A0F658-1875-D2C5-5B2A-439A56F5D18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154136-4B8F-0F75-18D9-F4C23941FDF0}"/>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11543442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B132EA-CC52-625C-A7E7-9B84D72BE4B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69D89E-D990-BC31-E367-24F5445EAF0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A45DAE-BF50-14A3-910A-8CAD0AB3AFA5}"/>
              </a:ext>
            </a:extLst>
          </p:cNvPr>
          <p:cNvSpPr>
            <a:spLocks noGrp="1"/>
          </p:cNvSpPr>
          <p:nvPr>
            <p:ph type="dt" sz="half" idx="10"/>
          </p:nvPr>
        </p:nvSpPr>
        <p:spPr/>
        <p:txBody>
          <a:bodyPr/>
          <a:lstStyle/>
          <a:p>
            <a:fld id="{0D4A7872-A109-451C-99CE-17ECD2BA9466}"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2F158FEB-D56F-8D18-7C5E-50AEC6BBE4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DD391D-81F2-13F7-BA5D-A1FDE72BA619}"/>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3121289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31626-E159-D55E-16FB-43208DA3D9B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B24F23E-1304-B872-EE53-165AB91A11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C4D2F6-774F-3836-A066-7AACA350B1A4}"/>
              </a:ext>
            </a:extLst>
          </p:cNvPr>
          <p:cNvSpPr>
            <a:spLocks noGrp="1"/>
          </p:cNvSpPr>
          <p:nvPr>
            <p:ph type="dt" sz="half" idx="10"/>
          </p:nvPr>
        </p:nvSpPr>
        <p:spPr/>
        <p:txBody>
          <a:bodyPr/>
          <a:lstStyle/>
          <a:p>
            <a:fld id="{0D4A7872-A109-451C-99CE-17ECD2BA9466}"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7FB3EC54-3EE2-7D9E-4EDC-59A1FF7060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2919C52-4CC4-D672-7BA8-4B5955042993}"/>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16743578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FFF654-1F8A-CC8F-7578-5F05E262028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418E126-8095-F2C2-9B2B-06B379A5521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94A0A86-F730-E065-AD9D-34366124755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E231D4B-3F79-7E87-D6AA-2A710781C6A0}"/>
              </a:ext>
            </a:extLst>
          </p:cNvPr>
          <p:cNvSpPr>
            <a:spLocks noGrp="1"/>
          </p:cNvSpPr>
          <p:nvPr>
            <p:ph type="dt" sz="half" idx="10"/>
          </p:nvPr>
        </p:nvSpPr>
        <p:spPr/>
        <p:txBody>
          <a:bodyPr/>
          <a:lstStyle/>
          <a:p>
            <a:fld id="{0D4A7872-A109-451C-99CE-17ECD2BA9466}"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E5C7D739-BC3B-C730-7739-6F560BD0951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70F15E-D14C-EB5A-452A-1D9898659B78}"/>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5016301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4DB7FA-CAA4-8010-A4D4-3D86302145C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9381EF9-E77F-E781-C801-7CD3E2085C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5033C01-548A-1A00-5D24-0843F7C71C6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88C7C14-30C6-E379-1321-6D8E3D8025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DBC3B0-580D-FE89-8A77-180CDB68B27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18A491B-D1C2-D567-EB3F-E87685574675}"/>
              </a:ext>
            </a:extLst>
          </p:cNvPr>
          <p:cNvSpPr>
            <a:spLocks noGrp="1"/>
          </p:cNvSpPr>
          <p:nvPr>
            <p:ph type="dt" sz="half" idx="10"/>
          </p:nvPr>
        </p:nvSpPr>
        <p:spPr/>
        <p:txBody>
          <a:bodyPr/>
          <a:lstStyle/>
          <a:p>
            <a:fld id="{0D4A7872-A109-451C-99CE-17ECD2BA9466}" type="datetimeFigureOut">
              <a:rPr lang="zh-CN" altLang="en-US" smtClean="0"/>
              <a:t>2026/4/4</a:t>
            </a:fld>
            <a:endParaRPr lang="zh-CN" altLang="en-US"/>
          </a:p>
        </p:txBody>
      </p:sp>
      <p:sp>
        <p:nvSpPr>
          <p:cNvPr id="8" name="页脚占位符 7">
            <a:extLst>
              <a:ext uri="{FF2B5EF4-FFF2-40B4-BE49-F238E27FC236}">
                <a16:creationId xmlns:a16="http://schemas.microsoft.com/office/drawing/2014/main" id="{63DAEE90-F458-080D-8427-1A8AD50254C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D933EEF-A9F7-E153-7F2D-5511603D18AB}"/>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754817770"/>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0EF324-4103-62B5-C488-901D116B9A7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CADB91D-DCE5-7718-0719-2ABDA8AAF03E}"/>
              </a:ext>
            </a:extLst>
          </p:cNvPr>
          <p:cNvSpPr>
            <a:spLocks noGrp="1"/>
          </p:cNvSpPr>
          <p:nvPr>
            <p:ph type="dt" sz="half" idx="10"/>
          </p:nvPr>
        </p:nvSpPr>
        <p:spPr/>
        <p:txBody>
          <a:bodyPr/>
          <a:lstStyle/>
          <a:p>
            <a:fld id="{0D4A7872-A109-451C-99CE-17ECD2BA9466}" type="datetimeFigureOut">
              <a:rPr lang="zh-CN" altLang="en-US" smtClean="0"/>
              <a:t>2026/4/4</a:t>
            </a:fld>
            <a:endParaRPr lang="zh-CN" altLang="en-US"/>
          </a:p>
        </p:txBody>
      </p:sp>
      <p:sp>
        <p:nvSpPr>
          <p:cNvPr id="4" name="页脚占位符 3">
            <a:extLst>
              <a:ext uri="{FF2B5EF4-FFF2-40B4-BE49-F238E27FC236}">
                <a16:creationId xmlns:a16="http://schemas.microsoft.com/office/drawing/2014/main" id="{4228E421-B7C0-29C9-928A-CEC95E68817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2D522AC-8130-93DD-5574-9A4A91BAEE6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34020774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05BBAA7-C184-1D81-FDC5-4E5A972F9DCF}"/>
              </a:ext>
            </a:extLst>
          </p:cNvPr>
          <p:cNvSpPr>
            <a:spLocks noGrp="1"/>
          </p:cNvSpPr>
          <p:nvPr>
            <p:ph type="dt" sz="half" idx="10"/>
          </p:nvPr>
        </p:nvSpPr>
        <p:spPr/>
        <p:txBody>
          <a:bodyPr/>
          <a:lstStyle/>
          <a:p>
            <a:fld id="{0D4A7872-A109-451C-99CE-17ECD2BA9466}" type="datetimeFigureOut">
              <a:rPr lang="zh-CN" altLang="en-US" smtClean="0"/>
              <a:t>2026/4/4</a:t>
            </a:fld>
            <a:endParaRPr lang="zh-CN" altLang="en-US"/>
          </a:p>
        </p:txBody>
      </p:sp>
      <p:sp>
        <p:nvSpPr>
          <p:cNvPr id="3" name="页脚占位符 2">
            <a:extLst>
              <a:ext uri="{FF2B5EF4-FFF2-40B4-BE49-F238E27FC236}">
                <a16:creationId xmlns:a16="http://schemas.microsoft.com/office/drawing/2014/main" id="{3B699C48-2D97-0FE3-3077-FDEE983521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B02FBAB-3374-D838-259B-3615BC94317C}"/>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51778979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9726C2-35DB-76DC-6866-A751170D07B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EDA0F94-D6D8-CD2A-B3F5-8021A0B4E3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7C6FCD2-EAC2-4871-0D90-1C568507C1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10BF72D-5A7A-DCA4-47FC-7B6A0344141B}"/>
              </a:ext>
            </a:extLst>
          </p:cNvPr>
          <p:cNvSpPr>
            <a:spLocks noGrp="1"/>
          </p:cNvSpPr>
          <p:nvPr>
            <p:ph type="dt" sz="half" idx="10"/>
          </p:nvPr>
        </p:nvSpPr>
        <p:spPr/>
        <p:txBody>
          <a:bodyPr/>
          <a:lstStyle/>
          <a:p>
            <a:fld id="{0D4A7872-A109-451C-99CE-17ECD2BA9466}"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835AC7D6-7F03-727A-3F97-C7A2BCF48C5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A7CCAC0-D46F-C924-3668-3086E0CAD97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407899402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699978-0C4E-3FC1-6411-9C8C919EF9B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33FE973-EA23-3EC8-2DCE-2491AD2131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60E8EC95-B3F4-DD32-510B-F2FEC022C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9129252-8470-E540-D24F-3E642665C2AA}"/>
              </a:ext>
            </a:extLst>
          </p:cNvPr>
          <p:cNvSpPr>
            <a:spLocks noGrp="1"/>
          </p:cNvSpPr>
          <p:nvPr>
            <p:ph type="dt" sz="half" idx="10"/>
          </p:nvPr>
        </p:nvSpPr>
        <p:spPr/>
        <p:txBody>
          <a:bodyPr/>
          <a:lstStyle/>
          <a:p>
            <a:fld id="{0D4A7872-A109-451C-99CE-17ECD2BA9466}" type="datetimeFigureOut">
              <a:rPr lang="zh-CN" altLang="en-US" smtClean="0"/>
              <a:t>2026/4/4</a:t>
            </a:fld>
            <a:endParaRPr lang="zh-CN" altLang="en-US"/>
          </a:p>
        </p:txBody>
      </p:sp>
      <p:sp>
        <p:nvSpPr>
          <p:cNvPr id="6" name="页脚占位符 5">
            <a:extLst>
              <a:ext uri="{FF2B5EF4-FFF2-40B4-BE49-F238E27FC236}">
                <a16:creationId xmlns:a16="http://schemas.microsoft.com/office/drawing/2014/main" id="{11E3A8A6-2ABE-EC86-BBCF-0D921FC52C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A0A20BB-26F8-2FAA-4DF1-5A8CA548FFB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83451545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E5818B-A8DA-9180-6D44-6EA3FCBCCFE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940409D-9CA0-1AB4-18F7-B8D7E43A574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CBAA6F-FD95-9B4A-091D-0FA37C8B61C9}"/>
              </a:ext>
            </a:extLst>
          </p:cNvPr>
          <p:cNvSpPr>
            <a:spLocks noGrp="1"/>
          </p:cNvSpPr>
          <p:nvPr>
            <p:ph type="dt" sz="half" idx="10"/>
          </p:nvPr>
        </p:nvSpPr>
        <p:spPr/>
        <p:txBody>
          <a:bodyPr/>
          <a:lstStyle/>
          <a:p>
            <a:fld id="{0D4A7872-A109-451C-99CE-17ECD2BA9466}"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388EE72B-9DE0-5486-7AE2-7EB12408231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B542A5-0B57-5FB0-B3DE-D01BC25591FE}"/>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36314520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163D595-C5A4-237C-AFBE-7FB0D02EF13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AD855C4-1E04-D421-BDA7-3D25B3058B0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23BF6C5-FEF9-7D28-37E9-AF2C1EE50653}"/>
              </a:ext>
            </a:extLst>
          </p:cNvPr>
          <p:cNvSpPr>
            <a:spLocks noGrp="1"/>
          </p:cNvSpPr>
          <p:nvPr>
            <p:ph type="dt" sz="half" idx="10"/>
          </p:nvPr>
        </p:nvSpPr>
        <p:spPr/>
        <p:txBody>
          <a:bodyPr/>
          <a:lstStyle/>
          <a:p>
            <a:fld id="{0D4A7872-A109-451C-99CE-17ECD2BA9466}"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E11A7E31-CE22-DCE5-C3CD-FA9C687E85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55C11D-F32F-6960-C353-799FACA6CC7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626192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10" Type="http://schemas.openxmlformats.org/officeDocument/2006/relationships/theme" Target="../theme/theme2.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theme" Target="../theme/theme4.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2.xml"/><Relationship Id="rId3" Type="http://schemas.openxmlformats.org/officeDocument/2006/relationships/slideLayout" Target="../slideLayouts/slideLayout57.xml"/><Relationship Id="rId7" Type="http://schemas.openxmlformats.org/officeDocument/2006/relationships/slideLayout" Target="../slideLayouts/slideLayout61.xml"/><Relationship Id="rId12" Type="http://schemas.openxmlformats.org/officeDocument/2006/relationships/theme" Target="../theme/theme5.xml"/><Relationship Id="rId2" Type="http://schemas.openxmlformats.org/officeDocument/2006/relationships/slideLayout" Target="../slideLayouts/slideLayout56.xml"/><Relationship Id="rId1" Type="http://schemas.openxmlformats.org/officeDocument/2006/relationships/slideLayout" Target="../slideLayouts/slideLayout55.xml"/><Relationship Id="rId6" Type="http://schemas.openxmlformats.org/officeDocument/2006/relationships/slideLayout" Target="../slideLayouts/slideLayout60.xml"/><Relationship Id="rId11" Type="http://schemas.openxmlformats.org/officeDocument/2006/relationships/slideLayout" Target="../slideLayouts/slideLayout65.xml"/><Relationship Id="rId5" Type="http://schemas.openxmlformats.org/officeDocument/2006/relationships/slideLayout" Target="../slideLayouts/slideLayout59.xml"/><Relationship Id="rId10" Type="http://schemas.openxmlformats.org/officeDocument/2006/relationships/slideLayout" Target="../slideLayouts/slideLayout64.xml"/><Relationship Id="rId4" Type="http://schemas.openxmlformats.org/officeDocument/2006/relationships/slideLayout" Target="../slideLayouts/slideLayout58.xml"/><Relationship Id="rId9" Type="http://schemas.openxmlformats.org/officeDocument/2006/relationships/slideLayout" Target="../slideLayouts/slideLayout6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3.xml"/><Relationship Id="rId13" Type="http://schemas.openxmlformats.org/officeDocument/2006/relationships/slideLayout" Target="../slideLayouts/slideLayout78.xml"/><Relationship Id="rId3" Type="http://schemas.openxmlformats.org/officeDocument/2006/relationships/slideLayout" Target="../slideLayouts/slideLayout68.xml"/><Relationship Id="rId7" Type="http://schemas.openxmlformats.org/officeDocument/2006/relationships/slideLayout" Target="../slideLayouts/slideLayout72.xml"/><Relationship Id="rId12" Type="http://schemas.openxmlformats.org/officeDocument/2006/relationships/slideLayout" Target="../slideLayouts/slideLayout77.xml"/><Relationship Id="rId2" Type="http://schemas.openxmlformats.org/officeDocument/2006/relationships/slideLayout" Target="../slideLayouts/slideLayout67.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5" Type="http://schemas.openxmlformats.org/officeDocument/2006/relationships/slideLayout" Target="../slideLayouts/slideLayout70.xml"/><Relationship Id="rId10" Type="http://schemas.openxmlformats.org/officeDocument/2006/relationships/slideLayout" Target="../slideLayouts/slideLayout75.xml"/><Relationship Id="rId4" Type="http://schemas.openxmlformats.org/officeDocument/2006/relationships/slideLayout" Target="../slideLayouts/slideLayout69.xml"/><Relationship Id="rId9" Type="http://schemas.openxmlformats.org/officeDocument/2006/relationships/slideLayout" Target="../slideLayouts/slideLayout74.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6.xml"/><Relationship Id="rId3" Type="http://schemas.openxmlformats.org/officeDocument/2006/relationships/slideLayout" Target="../slideLayouts/slideLayout81.xml"/><Relationship Id="rId7" Type="http://schemas.openxmlformats.org/officeDocument/2006/relationships/slideLayout" Target="../slideLayouts/slideLayout85.xml"/><Relationship Id="rId12" Type="http://schemas.openxmlformats.org/officeDocument/2006/relationships/theme" Target="../theme/theme7.xml"/><Relationship Id="rId2" Type="http://schemas.openxmlformats.org/officeDocument/2006/relationships/slideLayout" Target="../slideLayouts/slideLayout80.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5" Type="http://schemas.openxmlformats.org/officeDocument/2006/relationships/slideLayout" Target="../slideLayouts/slideLayout83.xml"/><Relationship Id="rId10" Type="http://schemas.openxmlformats.org/officeDocument/2006/relationships/slideLayout" Target="../slideLayouts/slideLayout88.xml"/><Relationship Id="rId4" Type="http://schemas.openxmlformats.org/officeDocument/2006/relationships/slideLayout" Target="../slideLayouts/slideLayout82.xml"/><Relationship Id="rId9" Type="http://schemas.openxmlformats.org/officeDocument/2006/relationships/slideLayout" Target="../slideLayouts/slideLayout8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16999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AFD0F58-2DD4-24DB-CAF5-100A35453A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8E98D13-6DB6-9F32-9F7E-8F48E6D26D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C2781A-8698-354B-586C-FD59221A26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DEF4EE-B29E-4005-AD33-D9C483397F1D}"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0F5F4B98-CA80-39D7-1D5D-16BC0340FF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0793532-6B8A-8F23-FE53-7D25C1FA79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089573559"/>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2E724C0-0B17-F9FF-01A9-3BAD287997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D94CCF3-A116-6948-F878-B6D43F5CBD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4419035-8960-471A-38E8-1D289BDA4B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4A7872-A109-451C-99CE-17ECD2BA9466}"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71DCBC91-10CB-2CA2-F4D1-8A5CCA1DB8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68184D2-4FF4-EFF5-1CF2-DF3CC2E288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9664306"/>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7661183"/>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58"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BD20DCB-D3B3-149B-27FD-3054D60899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E2F6981-36A2-7BE9-2269-D6D548DE14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7B62050-5C6C-A75F-FC7B-2AEA8722A0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D62E01-43A6-484F-8DB8-44C5F907219B}"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75D0F5FE-152F-CFF4-BA7B-839DED2E6A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3B0E4A5-BA5F-450F-9A8C-84D6C5AEFB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241290592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AFD0F58-2DD4-24DB-CAF5-100A35453A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8E98D13-6DB6-9F32-9F7E-8F48E6D26D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C2781A-8698-354B-586C-FD59221A26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DEF4EE-B29E-4005-AD33-D9C483397F1D}"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0F5F4B98-CA80-39D7-1D5D-16BC0340FF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0793532-6B8A-8F23-FE53-7D25C1FA79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260272784"/>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2E724C0-0B17-F9FF-01A9-3BAD287997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D94CCF3-A116-6948-F878-B6D43F5CBD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4419035-8960-471A-38E8-1D289BDA4B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4A7872-A109-451C-99CE-17ECD2BA9466}" type="datetimeFigureOut">
              <a:rPr lang="zh-CN" altLang="en-US" smtClean="0"/>
              <a:t>2026/4/4</a:t>
            </a:fld>
            <a:endParaRPr lang="zh-CN" altLang="en-US"/>
          </a:p>
        </p:txBody>
      </p:sp>
      <p:sp>
        <p:nvSpPr>
          <p:cNvPr id="5" name="页脚占位符 4">
            <a:extLst>
              <a:ext uri="{FF2B5EF4-FFF2-40B4-BE49-F238E27FC236}">
                <a16:creationId xmlns:a16="http://schemas.microsoft.com/office/drawing/2014/main" id="{71DCBC91-10CB-2CA2-F4D1-8A5CCA1DB8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68184D2-4FF4-EFF5-1CF2-DF3CC2E288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737931575"/>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0.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1.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4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5.png"/><Relationship Id="rId1" Type="http://schemas.openxmlformats.org/officeDocument/2006/relationships/slideLayout" Target="../slideLayouts/slideLayout5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16.png"/><Relationship Id="rId1" Type="http://schemas.openxmlformats.org/officeDocument/2006/relationships/slideLayout" Target="../slideLayouts/slideLayout5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7.png"/><Relationship Id="rId1" Type="http://schemas.openxmlformats.org/officeDocument/2006/relationships/slideLayout" Target="../slideLayouts/slideLayout5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0.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xml"/><Relationship Id="rId1" Type="http://schemas.openxmlformats.org/officeDocument/2006/relationships/slideLayout" Target="../slideLayouts/slideLayout40.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50.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40.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3.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50.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0.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1.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53.xml"/><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40.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0.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3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xml"/><Relationship Id="rId1" Type="http://schemas.openxmlformats.org/officeDocument/2006/relationships/slideLayout" Target="../slideLayouts/slideLayout4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9.xml"/><Relationship Id="rId7" Type="http://schemas.openxmlformats.org/officeDocument/2006/relationships/image" Target="../media/image38.png"/><Relationship Id="rId2" Type="http://schemas.openxmlformats.org/officeDocument/2006/relationships/diagramData" Target="../diagrams/data9.xml"/><Relationship Id="rId1" Type="http://schemas.openxmlformats.org/officeDocument/2006/relationships/slideLayout" Target="../slideLayouts/slideLayout40.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3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1.xml"/></Relationships>
</file>

<file path=ppt/slides/_rels/slide4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1.xml"/></Relationships>
</file>

<file path=ppt/slides/_rels/slide4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6.xml.rels><?xml version="1.0" encoding="UTF-8" standalone="yes"?>
<Relationships xmlns="http://schemas.openxmlformats.org/package/2006/relationships"><Relationship Id="rId2" Type="http://schemas.openxmlformats.org/officeDocument/2006/relationships/hyperlink" Target="https://packagist.org/" TargetMode="External"/><Relationship Id="rId1" Type="http://schemas.openxmlformats.org/officeDocument/2006/relationships/slideLayout" Target="../slideLayouts/slideLayout4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51.xml"/><Relationship Id="rId4" Type="http://schemas.openxmlformats.org/officeDocument/2006/relationships/image" Target="../media/image44.png"/></Relationships>
</file>

<file path=ppt/slides/_rels/slide4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50.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40.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5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50.xml"/></Relationships>
</file>

<file path=ppt/slides/_rels/slide5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51.xml"/></Relationships>
</file>

<file path=ppt/slides/_rels/slide5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4">
            <a:extLst>
              <a:ext uri="{FF2B5EF4-FFF2-40B4-BE49-F238E27FC236}">
                <a16:creationId xmlns:a16="http://schemas.microsoft.com/office/drawing/2014/main" id="{BE3B49BE-CD15-77E2-9163-14D70F6E1084}"/>
              </a:ext>
            </a:extLst>
          </p:cNvPr>
          <p:cNvSpPr>
            <a:spLocks noGrp="1"/>
          </p:cNvSpPr>
          <p:nvPr>
            <p:ph type="subTitle" idx="1"/>
          </p:nvPr>
        </p:nvSpPr>
        <p:spPr/>
        <p:txBody>
          <a:bodyPr/>
          <a:lstStyle/>
          <a:p>
            <a:r>
              <a:rPr lang="zh-CN" altLang="en-US"/>
              <a:t>类的命名空间和</a:t>
            </a:r>
            <a:r>
              <a:rPr lang="en-US" altLang="zh-CN"/>
              <a:t>Composer</a:t>
            </a:r>
            <a:r>
              <a:rPr lang="zh-CN" altLang="en-US"/>
              <a:t>工具的使用</a:t>
            </a:r>
          </a:p>
        </p:txBody>
      </p:sp>
      <p:sp>
        <p:nvSpPr>
          <p:cNvPr id="3" name="标题 2"/>
          <p:cNvSpPr>
            <a:spLocks noGrp="1"/>
          </p:cNvSpPr>
          <p:nvPr>
            <p:ph type="ctrTitle"/>
          </p:nvPr>
        </p:nvSpPr>
        <p:spPr/>
        <p:txBody>
          <a:bodyPr/>
          <a:lstStyle/>
          <a:p>
            <a:r>
              <a:rPr lang="en-US" altLang="zh-CN" sz="4000"/>
              <a:t>252602 WEB</a:t>
            </a:r>
            <a:r>
              <a:rPr lang="zh-CN" altLang="en-US" sz="4000"/>
              <a:t>项目应用</a:t>
            </a:r>
          </a:p>
        </p:txBody>
      </p:sp>
      <p:sp>
        <p:nvSpPr>
          <p:cNvPr id="2" name="文本占位符 1"/>
          <p:cNvSpPr>
            <a:spLocks noGrp="1"/>
          </p:cNvSpPr>
          <p:nvPr>
            <p:ph type="body" sz="quarter" idx="10"/>
          </p:nvPr>
        </p:nvSpPr>
        <p:spPr/>
        <p:txBody>
          <a:bodyPr>
            <a:normAutofit fontScale="97500"/>
          </a:bodyPr>
          <a:lstStyle/>
          <a:p>
            <a:pPr lvl="0">
              <a:lnSpc>
                <a:spcPct val="100000"/>
              </a:lnSpc>
              <a:spcBef>
                <a:spcPct val="0"/>
              </a:spcBef>
              <a:spcAft>
                <a:spcPct val="15000"/>
              </a:spcAft>
            </a:pPr>
            <a:r>
              <a:rPr lang="en-US" altLang="zh-CN">
                <a:solidFill>
                  <a:schemeClr val="tx1"/>
                </a:solidFill>
                <a:latin typeface="+mn-ea"/>
              </a:rPr>
              <a:t>2026-3-31</a:t>
            </a:r>
            <a:endParaRPr lang="zh-CN" altLang="en-US">
              <a:solidFill>
                <a:srgbClr val="FFC000"/>
              </a:solidFill>
              <a:latin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079CA544-8678-E563-8725-0339EECD9050}"/>
              </a:ext>
            </a:extLst>
          </p:cNvPr>
          <p:cNvSpPr>
            <a:spLocks noGrp="1"/>
          </p:cNvSpPr>
          <p:nvPr>
            <p:ph type="body" sz="quarter" idx="18"/>
          </p:nvPr>
        </p:nvSpPr>
        <p:spPr/>
        <p:txBody>
          <a:bodyPr/>
          <a:lstStyle/>
          <a:p>
            <a:r>
              <a:rPr lang="zh-CN" altLang="en-US"/>
              <a:t>本次课内容</a:t>
            </a:r>
          </a:p>
        </p:txBody>
      </p:sp>
      <p:graphicFrame>
        <p:nvGraphicFramePr>
          <p:cNvPr id="4" name="内容占位符 3">
            <a:extLst>
              <a:ext uri="{FF2B5EF4-FFF2-40B4-BE49-F238E27FC236}">
                <a16:creationId xmlns:a16="http://schemas.microsoft.com/office/drawing/2014/main" id="{A28D2291-B642-93F4-2AEA-E43F1D6F7DE8}"/>
              </a:ext>
            </a:extLst>
          </p:cNvPr>
          <p:cNvGraphicFramePr>
            <a:graphicFrameLocks noGrp="1"/>
          </p:cNvGraphicFramePr>
          <p:nvPr>
            <p:ph sz="quarter" idx="19"/>
            <p:extLst>
              <p:ext uri="{D42A27DB-BD31-4B8C-83A1-F6EECF244321}">
                <p14:modId xmlns:p14="http://schemas.microsoft.com/office/powerpoint/2010/main" val="79197607"/>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2915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F9E51-DCD5-9FA7-14F6-C4508794B346}"/>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33700A81-1FFA-F7BE-29F8-97CF898C63A3}"/>
              </a:ext>
            </a:extLst>
          </p:cNvPr>
          <p:cNvSpPr>
            <a:spLocks noGrp="1"/>
          </p:cNvSpPr>
          <p:nvPr>
            <p:ph type="body" sz="quarter" idx="10"/>
          </p:nvPr>
        </p:nvSpPr>
        <p:spPr/>
        <p:txBody>
          <a:bodyPr/>
          <a:lstStyle/>
          <a:p>
            <a:pPr lvl="0"/>
            <a:r>
              <a:rPr lang="zh-CN" altLang="en-US">
                <a:highlight>
                  <a:srgbClr val="FFFF00"/>
                </a:highlight>
              </a:rPr>
              <a:t>命名空间概述</a:t>
            </a:r>
          </a:p>
          <a:p>
            <a:pPr lvl="0"/>
            <a:r>
              <a:rPr lang="zh-CN" altLang="en-US"/>
              <a:t>命名空间的声明</a:t>
            </a:r>
          </a:p>
          <a:p>
            <a:pPr lvl="0"/>
            <a:r>
              <a:rPr lang="zh-CN" altLang="en-US"/>
              <a:t>命名空间的使用</a:t>
            </a:r>
            <a:endParaRPr lang="en-US" altLang="zh-CN"/>
          </a:p>
          <a:p>
            <a:pPr lvl="0"/>
            <a:r>
              <a:rPr lang="zh-CN" altLang="en-US"/>
              <a:t>命名空间的引入</a:t>
            </a:r>
          </a:p>
        </p:txBody>
      </p:sp>
      <p:sp>
        <p:nvSpPr>
          <p:cNvPr id="5" name="文本占位符 4">
            <a:extLst>
              <a:ext uri="{FF2B5EF4-FFF2-40B4-BE49-F238E27FC236}">
                <a16:creationId xmlns:a16="http://schemas.microsoft.com/office/drawing/2014/main" id="{B779C91F-D455-B85D-808F-5F199360A025}"/>
              </a:ext>
            </a:extLst>
          </p:cNvPr>
          <p:cNvSpPr>
            <a:spLocks noGrp="1"/>
          </p:cNvSpPr>
          <p:nvPr>
            <p:ph type="body" sz="quarter" idx="12"/>
          </p:nvPr>
        </p:nvSpPr>
        <p:spPr/>
        <p:txBody>
          <a:bodyPr/>
          <a:lstStyle/>
          <a:p>
            <a:r>
              <a:rPr lang="zh-CN" altLang="en-US"/>
              <a:t>命名空间</a:t>
            </a:r>
          </a:p>
        </p:txBody>
      </p:sp>
    </p:spTree>
    <p:extLst>
      <p:ext uri="{BB962C8B-B14F-4D97-AF65-F5344CB8AC3E}">
        <p14:creationId xmlns:p14="http://schemas.microsoft.com/office/powerpoint/2010/main" val="378249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内容占位符 6"/>
          <p:cNvPicPr>
            <a:picLocks noGrp="1" noChangeAspect="1"/>
          </p:cNvPicPr>
          <p:nvPr>
            <p:ph sz="quarter" idx="19"/>
          </p:nvPr>
        </p:nvPicPr>
        <p:blipFill rotWithShape="1">
          <a:blip r:embed="rId2"/>
          <a:srcRect b="35805"/>
          <a:stretch>
            <a:fillRect/>
          </a:stretch>
        </p:blipFill>
        <p:spPr>
          <a:xfrm>
            <a:off x="850256" y="1053943"/>
            <a:ext cx="5461000" cy="2918967"/>
          </a:xfrm>
          <a:prstGeom prst="rect">
            <a:avLst/>
          </a:prstGeom>
          <a:ln>
            <a:solidFill>
              <a:srgbClr val="0070C0"/>
            </a:solidFill>
          </a:ln>
        </p:spPr>
      </p:pic>
      <p:pic>
        <p:nvPicPr>
          <p:cNvPr id="11" name="内容占位符 10"/>
          <p:cNvPicPr>
            <a:picLocks noGrp="1" noChangeAspect="1"/>
          </p:cNvPicPr>
          <p:nvPr>
            <p:ph sz="quarter" idx="20"/>
          </p:nvPr>
        </p:nvPicPr>
        <p:blipFill>
          <a:blip r:embed="rId3"/>
          <a:stretch>
            <a:fillRect/>
          </a:stretch>
        </p:blipFill>
        <p:spPr>
          <a:xfrm>
            <a:off x="6600057" y="1053943"/>
            <a:ext cx="5461000" cy="3824720"/>
          </a:xfrm>
          <a:prstGeom prst="rect">
            <a:avLst/>
          </a:prstGeom>
          <a:ln>
            <a:solidFill>
              <a:srgbClr val="0070C0"/>
            </a:solidFill>
          </a:ln>
        </p:spPr>
      </p:pic>
      <p:sp>
        <p:nvSpPr>
          <p:cNvPr id="3" name="文本占位符 2">
            <a:extLst>
              <a:ext uri="{FF2B5EF4-FFF2-40B4-BE49-F238E27FC236}">
                <a16:creationId xmlns:a16="http://schemas.microsoft.com/office/drawing/2014/main" id="{BFE66C4C-E980-8271-D0C9-A17BC490F41C}"/>
              </a:ext>
            </a:extLst>
          </p:cNvPr>
          <p:cNvSpPr>
            <a:spLocks noGrp="1"/>
          </p:cNvSpPr>
          <p:nvPr>
            <p:ph type="body" sz="quarter" idx="18"/>
          </p:nvPr>
        </p:nvSpPr>
        <p:spPr/>
        <p:txBody>
          <a:bodyPr/>
          <a:lstStyle/>
          <a:p>
            <a:r>
              <a:rPr lang="zh-CN" altLang="en-US"/>
              <a:t>命名空间要解决的问题：类名冲突</a:t>
            </a:r>
          </a:p>
        </p:txBody>
      </p:sp>
      <p:sp>
        <p:nvSpPr>
          <p:cNvPr id="12" name="矩形 11"/>
          <p:cNvSpPr/>
          <p:nvPr/>
        </p:nvSpPr>
        <p:spPr>
          <a:xfrm>
            <a:off x="1016582" y="1932992"/>
            <a:ext cx="1539953" cy="432048"/>
          </a:xfrm>
          <a:prstGeom prst="rect">
            <a:avLst/>
          </a:prstGeom>
          <a:solidFill>
            <a:srgbClr val="7030A0">
              <a:alpha val="3607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700345" y="2629972"/>
            <a:ext cx="1229710" cy="432048"/>
          </a:xfrm>
          <a:prstGeom prst="rect">
            <a:avLst/>
          </a:prstGeom>
          <a:solidFill>
            <a:srgbClr val="7030A0">
              <a:alpha val="3607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箭头连接符 14"/>
          <p:cNvCxnSpPr>
            <a:cxnSpLocks/>
            <a:endCxn id="13" idx="1"/>
          </p:cNvCxnSpPr>
          <p:nvPr/>
        </p:nvCxnSpPr>
        <p:spPr>
          <a:xfrm>
            <a:off x="2722861" y="1886607"/>
            <a:ext cx="3977484" cy="959389"/>
          </a:xfrm>
          <a:prstGeom prst="straightConnector1">
            <a:avLst/>
          </a:prstGeom>
          <a:ln w="28575">
            <a:solidFill>
              <a:srgbClr val="7030A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对角圆角矩形 16"/>
          <p:cNvSpPr/>
          <p:nvPr/>
        </p:nvSpPr>
        <p:spPr>
          <a:xfrm>
            <a:off x="722613" y="4716275"/>
            <a:ext cx="10081120" cy="1728192"/>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a:t>你可以保证自己完全</a:t>
            </a:r>
            <a:r>
              <a:rPr lang="zh-CN" altLang="en-US" b="1">
                <a:solidFill>
                  <a:srgbClr val="7030A0"/>
                </a:solidFill>
              </a:rPr>
              <a:t>独立开发</a:t>
            </a:r>
            <a:r>
              <a:rPr lang="zh-CN" altLang="en-US"/>
              <a:t>的项目中没有重名的类；</a:t>
            </a:r>
            <a:endParaRPr lang="en-US" altLang="zh-CN"/>
          </a:p>
          <a:p>
            <a:pPr>
              <a:lnSpc>
                <a:spcPct val="150000"/>
              </a:lnSpc>
            </a:pPr>
            <a:r>
              <a:rPr lang="zh-CN" altLang="en-US"/>
              <a:t>但是当你</a:t>
            </a:r>
            <a:r>
              <a:rPr lang="zh-CN" altLang="en-US" b="1">
                <a:solidFill>
                  <a:srgbClr val="7030A0"/>
                </a:solidFill>
              </a:rPr>
              <a:t>引入第三方开发组件</a:t>
            </a:r>
            <a:r>
              <a:rPr lang="zh-CN" altLang="en-US"/>
              <a:t>时（在开源时代越来越难以避免），就</a:t>
            </a:r>
            <a:r>
              <a:rPr lang="zh-CN" altLang="en-US" b="1">
                <a:solidFill>
                  <a:srgbClr val="7030A0"/>
                </a:solidFill>
              </a:rPr>
              <a:t>无法避免</a:t>
            </a:r>
            <a:r>
              <a:rPr lang="zh-CN" altLang="en-US"/>
              <a:t>别人和自己、别人和别人没有重名的类！</a:t>
            </a:r>
            <a:endParaRPr lang="en-US" altLang="zh-CN"/>
          </a:p>
          <a:p>
            <a:pPr>
              <a:lnSpc>
                <a:spcPct val="150000"/>
              </a:lnSpc>
            </a:pPr>
            <a:r>
              <a:rPr lang="zh-CN" altLang="en-US"/>
              <a:t>老的解决思路：用很长的名字，加很多的前缀，如</a:t>
            </a:r>
            <a:r>
              <a:rPr lang="en-US" altLang="zh-CN"/>
              <a:t>SziitOaUserDeal</a:t>
            </a:r>
            <a:r>
              <a:rPr lang="zh-CN" altLang="en-US"/>
              <a:t>，缺点，代码可读性差。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1000"/>
                                        <p:tgtEl>
                                          <p:spTgt spid="11"/>
                                        </p:tgtEl>
                                      </p:cBhvr>
                                    </p:animEffect>
                                    <p:anim calcmode="lin" valueType="num">
                                      <p:cBhvr>
                                        <p:cTn id="14" dur="1000" fill="hold"/>
                                        <p:tgtEl>
                                          <p:spTgt spid="11"/>
                                        </p:tgtEl>
                                        <p:attrNameLst>
                                          <p:attrName>ppt_x</p:attrName>
                                        </p:attrNameLst>
                                      </p:cBhvr>
                                      <p:tavLst>
                                        <p:tav tm="0">
                                          <p:val>
                                            <p:strVal val="#ppt_x"/>
                                          </p:val>
                                        </p:tav>
                                        <p:tav tm="100000">
                                          <p:val>
                                            <p:strVal val="#ppt_x"/>
                                          </p:val>
                                        </p:tav>
                                      </p:tavLst>
                                    </p:anim>
                                    <p:anim calcmode="lin" valueType="num">
                                      <p:cBhvr>
                                        <p:cTn id="15" dur="1000" fill="hold"/>
                                        <p:tgtEl>
                                          <p:spTgt spid="11"/>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2" presetClass="entr" presetSubtype="8"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0-#ppt_w/2"/>
                                          </p:val>
                                        </p:tav>
                                        <p:tav tm="100000">
                                          <p:val>
                                            <p:strVal val="#ppt_x"/>
                                          </p:val>
                                        </p:tav>
                                      </p:tavLst>
                                    </p:anim>
                                    <p:anim calcmode="lin" valueType="num">
                                      <p:cBhvr additive="base">
                                        <p:cTn id="20" dur="500" fill="hold"/>
                                        <p:tgtEl>
                                          <p:spTgt spid="12"/>
                                        </p:tgtEl>
                                        <p:attrNameLst>
                                          <p:attrName>ppt_y</p:attrName>
                                        </p:attrNameLst>
                                      </p:cBhvr>
                                      <p:tavLst>
                                        <p:tav tm="0">
                                          <p:val>
                                            <p:strVal val="#ppt_y"/>
                                          </p:val>
                                        </p:tav>
                                        <p:tav tm="100000">
                                          <p:val>
                                            <p:strVal val="#ppt_y"/>
                                          </p:val>
                                        </p:tav>
                                      </p:tavLst>
                                    </p:anim>
                                  </p:childTnLst>
                                </p:cTn>
                              </p:par>
                            </p:childTnLst>
                          </p:cTn>
                        </p:par>
                        <p:par>
                          <p:cTn id="21" fill="hold">
                            <p:stCondLst>
                              <p:cond delay="2500"/>
                            </p:stCondLst>
                            <p:childTnLst>
                              <p:par>
                                <p:cTn id="22" presetID="2" presetClass="entr" presetSubtype="8" fill="hold" grpId="0" nodeType="after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additive="base">
                                        <p:cTn id="24" dur="500" fill="hold"/>
                                        <p:tgtEl>
                                          <p:spTgt spid="13"/>
                                        </p:tgtEl>
                                        <p:attrNameLst>
                                          <p:attrName>ppt_x</p:attrName>
                                        </p:attrNameLst>
                                      </p:cBhvr>
                                      <p:tavLst>
                                        <p:tav tm="0">
                                          <p:val>
                                            <p:strVal val="0-#ppt_w/2"/>
                                          </p:val>
                                        </p:tav>
                                        <p:tav tm="100000">
                                          <p:val>
                                            <p:strVal val="#ppt_x"/>
                                          </p:val>
                                        </p:tav>
                                      </p:tavLst>
                                    </p:anim>
                                    <p:anim calcmode="lin" valueType="num">
                                      <p:cBhvr additive="base">
                                        <p:cTn id="25"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wipe(down)">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500" fill="hold"/>
                                        <p:tgtEl>
                                          <p:spTgt spid="17"/>
                                        </p:tgtEl>
                                        <p:attrNameLst>
                                          <p:attrName>ppt_x</p:attrName>
                                        </p:attrNameLst>
                                      </p:cBhvr>
                                      <p:tavLst>
                                        <p:tav tm="0">
                                          <p:val>
                                            <p:strVal val="#ppt_x"/>
                                          </p:val>
                                        </p:tav>
                                        <p:tav tm="100000">
                                          <p:val>
                                            <p:strVal val="#ppt_x"/>
                                          </p:val>
                                        </p:tav>
                                      </p:tavLst>
                                    </p:anim>
                                    <p:anim calcmode="lin" valueType="num">
                                      <p:cBhvr additive="base">
                                        <p:cTn id="3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3B0E6276-28F4-72AD-6628-B957E88BB1DF}"/>
              </a:ext>
            </a:extLst>
          </p:cNvPr>
          <p:cNvSpPr>
            <a:spLocks noGrp="1"/>
          </p:cNvSpPr>
          <p:nvPr>
            <p:ph type="body" sz="quarter" idx="18"/>
          </p:nvPr>
        </p:nvSpPr>
        <p:spPr/>
        <p:txBody>
          <a:bodyPr/>
          <a:lstStyle/>
          <a:p>
            <a:r>
              <a:rPr lang="zh-CN" altLang="en-US"/>
              <a:t>思考：文件系统如何避免重名？</a:t>
            </a:r>
          </a:p>
        </p:txBody>
      </p:sp>
      <p:pic>
        <p:nvPicPr>
          <p:cNvPr id="8" name="内容占位符 7"/>
          <p:cNvPicPr>
            <a:picLocks noGrp="1" noChangeAspect="1"/>
          </p:cNvPicPr>
          <p:nvPr>
            <p:ph sz="quarter" idx="19"/>
          </p:nvPr>
        </p:nvPicPr>
        <p:blipFill>
          <a:blip r:embed="rId2"/>
          <a:stretch>
            <a:fillRect/>
          </a:stretch>
        </p:blipFill>
        <p:spPr>
          <a:xfrm>
            <a:off x="933111" y="855663"/>
            <a:ext cx="5096301" cy="5761037"/>
          </a:xfrm>
          <a:prstGeom prst="rect">
            <a:avLst/>
          </a:prstGeom>
        </p:spPr>
      </p:pic>
      <p:pic>
        <p:nvPicPr>
          <p:cNvPr id="9" name="内容占位符 8"/>
          <p:cNvPicPr>
            <a:picLocks noGrp="1" noChangeAspect="1"/>
          </p:cNvPicPr>
          <p:nvPr>
            <p:ph sz="half" idx="4294967295"/>
          </p:nvPr>
        </p:nvPicPr>
        <p:blipFill>
          <a:blip r:embed="rId3"/>
          <a:stretch>
            <a:fillRect/>
          </a:stretch>
        </p:blipFill>
        <p:spPr>
          <a:xfrm>
            <a:off x="6499225" y="917574"/>
            <a:ext cx="5368000" cy="5761037"/>
          </a:xfrm>
          <a:prstGeom prst="rect">
            <a:avLst/>
          </a:prstGeom>
        </p:spPr>
      </p:pic>
      <p:sp>
        <p:nvSpPr>
          <p:cNvPr id="5" name="灯片编号占位符 4"/>
          <p:cNvSpPr>
            <a:spLocks noGrp="1"/>
          </p:cNvSpPr>
          <p:nvPr>
            <p:ph type="sldNum" sz="quarter" idx="4294967295"/>
          </p:nvPr>
        </p:nvSpPr>
        <p:spPr>
          <a:xfrm>
            <a:off x="0" y="0"/>
            <a:ext cx="0" cy="0"/>
          </a:xfrm>
          <a:prstGeom prst="rect">
            <a:avLst/>
          </a:prstGeom>
        </p:spPr>
        <p:txBody>
          <a:bodyPr vert="horz" lIns="91440" tIns="45720" rIns="91440" bIns="45720" rtlCol="0" anchor="ctr">
            <a:normAutofit fontScale="25000" lnSpcReduction="20000"/>
          </a:bodyP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913308-F349-4B6D-A68A-DD1791B4A57B}" type="slidenum">
              <a:rPr lang="zh-CN" altLang="en-US" smtClean="0"/>
              <a:pPr/>
              <a:t>5</a:t>
            </a:fld>
            <a:endParaRPr lang="zh-CN" altLang="en-US"/>
          </a:p>
        </p:txBody>
      </p:sp>
      <p:sp>
        <p:nvSpPr>
          <p:cNvPr id="10" name="矩形 9"/>
          <p:cNvSpPr/>
          <p:nvPr/>
        </p:nvSpPr>
        <p:spPr>
          <a:xfrm>
            <a:off x="9079586" y="100867"/>
            <a:ext cx="2262158" cy="923330"/>
          </a:xfrm>
          <a:prstGeom prst="rect">
            <a:avLst/>
          </a:prstGeom>
          <a:noFill/>
        </p:spPr>
        <p:txBody>
          <a:bodyPr wrap="none" lIns="91440" tIns="45720" rIns="91440" bIns="45720">
            <a:spAutoFit/>
          </a:bodyPr>
          <a:lstStyle/>
          <a:p>
            <a:pPr algn="ctr"/>
            <a:r>
              <a:rPr lang="zh-CN" altLang="en-US" sz="5400" b="1" cap="none" spc="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文件夹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anim calcmode="lin" valueType="num">
                                      <p:cBhvr>
                                        <p:cTn id="14" dur="1000" fill="hold"/>
                                        <p:tgtEl>
                                          <p:spTgt spid="9"/>
                                        </p:tgtEl>
                                        <p:attrNameLst>
                                          <p:attrName>ppt_x</p:attrName>
                                        </p:attrNameLst>
                                      </p:cBhvr>
                                      <p:tavLst>
                                        <p:tav tm="0">
                                          <p:val>
                                            <p:strVal val="#ppt_x"/>
                                          </p:val>
                                        </p:tav>
                                        <p:tav tm="100000">
                                          <p:val>
                                            <p:strVal val="#ppt_x"/>
                                          </p:val>
                                        </p:tav>
                                      </p:tavLst>
                                    </p:anim>
                                    <p:anim calcmode="lin" valueType="num">
                                      <p:cBhvr>
                                        <p:cTn id="1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fade">
                                      <p:cBhvr>
                                        <p:cTn id="20" dur="1000"/>
                                        <p:tgtEl>
                                          <p:spTgt spid="10"/>
                                        </p:tgtEl>
                                      </p:cBhvr>
                                    </p:animEffect>
                                    <p:anim calcmode="lin" valueType="num">
                                      <p:cBhvr>
                                        <p:cTn id="21" dur="1000" fill="hold"/>
                                        <p:tgtEl>
                                          <p:spTgt spid="10"/>
                                        </p:tgtEl>
                                        <p:attrNameLst>
                                          <p:attrName>ppt_x</p:attrName>
                                        </p:attrNameLst>
                                      </p:cBhvr>
                                      <p:tavLst>
                                        <p:tav tm="0">
                                          <p:val>
                                            <p:strVal val="#ppt_x"/>
                                          </p:val>
                                        </p:tav>
                                        <p:tav tm="100000">
                                          <p:val>
                                            <p:strVal val="#ppt_x"/>
                                          </p:val>
                                        </p:tav>
                                      </p:tavLst>
                                    </p:anim>
                                    <p:anim calcmode="lin" valueType="num">
                                      <p:cBhvr>
                                        <p:cTn id="22"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p:cNvPicPr>
            <a:picLocks noGrp="1" noChangeAspect="1"/>
          </p:cNvPicPr>
          <p:nvPr>
            <p:ph sz="quarter" idx="19"/>
          </p:nvPr>
        </p:nvPicPr>
        <p:blipFill>
          <a:blip r:embed="rId2"/>
          <a:stretch>
            <a:fillRect/>
          </a:stretch>
        </p:blipFill>
        <p:spPr>
          <a:xfrm>
            <a:off x="850900" y="1206903"/>
            <a:ext cx="5461000" cy="5020456"/>
          </a:xfrm>
          <a:prstGeom prst="rect">
            <a:avLst/>
          </a:prstGeom>
        </p:spPr>
      </p:pic>
      <p:sp>
        <p:nvSpPr>
          <p:cNvPr id="4" name="内容占位符 3"/>
          <p:cNvSpPr>
            <a:spLocks noGrp="1"/>
          </p:cNvSpPr>
          <p:nvPr>
            <p:ph sz="quarter" idx="20"/>
          </p:nvPr>
        </p:nvSpPr>
        <p:spPr/>
        <p:txBody>
          <a:bodyPr>
            <a:normAutofit/>
          </a:bodyPr>
          <a:lstStyle/>
          <a:p>
            <a:r>
              <a:rPr lang="zh-CN" altLang="en-US"/>
              <a:t>从广义上来说，命名空间是一种封装事物的方法。</a:t>
            </a:r>
            <a:endParaRPr lang="en-US" altLang="zh-CN"/>
          </a:p>
          <a:p>
            <a:r>
              <a:rPr lang="zh-CN" altLang="en-US"/>
              <a:t>命名空间用来解决两类问题：</a:t>
            </a:r>
            <a:endParaRPr lang="en-US" altLang="zh-CN"/>
          </a:p>
          <a:p>
            <a:pPr lvl="1"/>
            <a:r>
              <a:rPr lang="zh-CN" altLang="en-US"/>
              <a:t>用户编写的代码与</a:t>
            </a:r>
            <a:r>
              <a:rPr lang="en-US" altLang="zh-CN"/>
              <a:t>PHP</a:t>
            </a:r>
            <a:r>
              <a:rPr lang="zh-CN" altLang="en-US"/>
              <a:t>内部的类</a:t>
            </a:r>
            <a:r>
              <a:rPr lang="en-US" altLang="zh-CN"/>
              <a:t>/</a:t>
            </a:r>
            <a:r>
              <a:rPr lang="zh-CN" altLang="en-US"/>
              <a:t>函数</a:t>
            </a:r>
            <a:r>
              <a:rPr lang="en-US" altLang="zh-CN"/>
              <a:t>/</a:t>
            </a:r>
            <a:r>
              <a:rPr lang="zh-CN" altLang="en-US"/>
              <a:t>常量或第三方类</a:t>
            </a:r>
            <a:r>
              <a:rPr lang="en-US" altLang="zh-CN"/>
              <a:t>/</a:t>
            </a:r>
            <a:r>
              <a:rPr lang="zh-CN" altLang="en-US"/>
              <a:t>函数</a:t>
            </a:r>
            <a:r>
              <a:rPr lang="en-US" altLang="zh-CN"/>
              <a:t>/</a:t>
            </a:r>
            <a:r>
              <a:rPr lang="zh-CN" altLang="en-US"/>
              <a:t>常量之间的</a:t>
            </a:r>
            <a:r>
              <a:rPr lang="zh-CN" altLang="en-US" b="1">
                <a:solidFill>
                  <a:srgbClr val="FF0000"/>
                </a:solidFill>
              </a:rPr>
              <a:t>名字冲突</a:t>
            </a:r>
            <a:r>
              <a:rPr lang="zh-CN" altLang="en-US"/>
              <a:t>。 </a:t>
            </a:r>
          </a:p>
          <a:p>
            <a:pPr lvl="1"/>
            <a:r>
              <a:rPr lang="zh-CN" altLang="en-US"/>
              <a:t>为很长的标识符名称</a:t>
            </a:r>
            <a:r>
              <a:rPr lang="en-US" altLang="zh-CN"/>
              <a:t>(</a:t>
            </a:r>
            <a:r>
              <a:rPr lang="zh-CN" altLang="en-US"/>
              <a:t>通常是为了缓解第一类问题而定义的</a:t>
            </a:r>
            <a:r>
              <a:rPr lang="en-US" altLang="zh-CN"/>
              <a:t>)</a:t>
            </a:r>
            <a:r>
              <a:rPr lang="zh-CN" altLang="en-US"/>
              <a:t>创建一个别名（或简短）的名称，</a:t>
            </a:r>
            <a:r>
              <a:rPr lang="zh-CN" altLang="en-US" b="1">
                <a:solidFill>
                  <a:srgbClr val="FF0000"/>
                </a:solidFill>
              </a:rPr>
              <a:t>提高源代码的可读性</a:t>
            </a:r>
            <a:r>
              <a:rPr lang="zh-CN" altLang="en-US"/>
              <a:t>。 </a:t>
            </a:r>
          </a:p>
          <a:p>
            <a:pPr lvl="1"/>
            <a:endParaRPr lang="zh-CN" altLang="en-US"/>
          </a:p>
        </p:txBody>
      </p:sp>
      <p:sp>
        <p:nvSpPr>
          <p:cNvPr id="3" name="文本占位符 2">
            <a:extLst>
              <a:ext uri="{FF2B5EF4-FFF2-40B4-BE49-F238E27FC236}">
                <a16:creationId xmlns:a16="http://schemas.microsoft.com/office/drawing/2014/main" id="{D0EEE7A1-1984-CAA7-1820-54F9BD24CD8A}"/>
              </a:ext>
            </a:extLst>
          </p:cNvPr>
          <p:cNvSpPr>
            <a:spLocks noGrp="1"/>
          </p:cNvSpPr>
          <p:nvPr>
            <p:ph type="body" sz="quarter" idx="18"/>
          </p:nvPr>
        </p:nvSpPr>
        <p:spPr/>
        <p:txBody>
          <a:bodyPr/>
          <a:lstStyle/>
          <a:p>
            <a:r>
              <a:rPr lang="en-US" altLang="zh-CN"/>
              <a:t>PHP</a:t>
            </a:r>
            <a:r>
              <a:rPr lang="zh-CN" altLang="en-US"/>
              <a:t>的解决方案：命名空间（</a:t>
            </a:r>
            <a:r>
              <a:rPr lang="en-US" altLang="zh-CN"/>
              <a:t>PHP &gt;= 5.3.0)</a:t>
            </a:r>
            <a:endParaRPr lang="zh-CN" altLang="en-US"/>
          </a:p>
        </p:txBody>
      </p:sp>
      <p:sp>
        <p:nvSpPr>
          <p:cNvPr id="5" name="灯片编号占位符 4"/>
          <p:cNvSpPr>
            <a:spLocks noGrp="1"/>
          </p:cNvSpPr>
          <p:nvPr>
            <p:ph type="sldNum" sz="quarter" idx="4294967295"/>
          </p:nvPr>
        </p:nvSpPr>
        <p:spPr>
          <a:xfrm>
            <a:off x="0" y="0"/>
            <a:ext cx="0" cy="0"/>
          </a:xfrm>
          <a:prstGeom prst="rect">
            <a:avLst/>
          </a:prstGeom>
        </p:spPr>
        <p:txBody>
          <a:bodyPr vert="horz" lIns="91440" tIns="45720" rIns="91440" bIns="45720" rtlCol="0" anchor="ctr">
            <a:normAutofit fontScale="25000" lnSpcReduction="20000"/>
          </a:bodyP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913308-F349-4B6D-A68A-DD1791B4A57B}" type="slidenum">
              <a:rPr lang="zh-CN" altLang="en-US" smtClean="0"/>
              <a:pPr/>
              <a:t>6</a:t>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A4C70-0CF8-5FF8-5B9B-6C7B2B3A313B}"/>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C547B986-CFC8-8B75-B843-420D68C33732}"/>
              </a:ext>
            </a:extLst>
          </p:cNvPr>
          <p:cNvSpPr>
            <a:spLocks noGrp="1"/>
          </p:cNvSpPr>
          <p:nvPr>
            <p:ph type="body" sz="quarter" idx="10"/>
          </p:nvPr>
        </p:nvSpPr>
        <p:spPr/>
        <p:txBody>
          <a:bodyPr/>
          <a:lstStyle/>
          <a:p>
            <a:pPr lvl="0"/>
            <a:r>
              <a:rPr lang="zh-CN" altLang="en-US"/>
              <a:t>命名空间概述</a:t>
            </a:r>
          </a:p>
          <a:p>
            <a:pPr lvl="0"/>
            <a:r>
              <a:rPr lang="zh-CN" altLang="en-US">
                <a:highlight>
                  <a:srgbClr val="FFFF00"/>
                </a:highlight>
              </a:rPr>
              <a:t>命名空间的声明</a:t>
            </a:r>
          </a:p>
          <a:p>
            <a:pPr lvl="0"/>
            <a:r>
              <a:rPr lang="zh-CN" altLang="en-US"/>
              <a:t>命名空间的使用</a:t>
            </a:r>
            <a:endParaRPr lang="en-US" altLang="zh-CN"/>
          </a:p>
          <a:p>
            <a:pPr lvl="0"/>
            <a:r>
              <a:rPr lang="zh-CN" altLang="en-US"/>
              <a:t>命名空间的引入</a:t>
            </a:r>
          </a:p>
        </p:txBody>
      </p:sp>
      <p:sp>
        <p:nvSpPr>
          <p:cNvPr id="5" name="文本占位符 4">
            <a:extLst>
              <a:ext uri="{FF2B5EF4-FFF2-40B4-BE49-F238E27FC236}">
                <a16:creationId xmlns:a16="http://schemas.microsoft.com/office/drawing/2014/main" id="{243D43B1-A1EC-6EE8-ECE7-BB3BAD6818F6}"/>
              </a:ext>
            </a:extLst>
          </p:cNvPr>
          <p:cNvSpPr>
            <a:spLocks noGrp="1"/>
          </p:cNvSpPr>
          <p:nvPr>
            <p:ph type="body" sz="quarter" idx="12"/>
          </p:nvPr>
        </p:nvSpPr>
        <p:spPr/>
        <p:txBody>
          <a:bodyPr/>
          <a:lstStyle/>
          <a:p>
            <a:r>
              <a:rPr lang="zh-CN" altLang="en-US"/>
              <a:t>命名空间</a:t>
            </a:r>
          </a:p>
        </p:txBody>
      </p:sp>
    </p:spTree>
    <p:extLst>
      <p:ext uri="{BB962C8B-B14F-4D97-AF65-F5344CB8AC3E}">
        <p14:creationId xmlns:p14="http://schemas.microsoft.com/office/powerpoint/2010/main" val="187203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EF739B67-5D06-5C99-CC43-117CC28722AB}"/>
              </a:ext>
            </a:extLst>
          </p:cNvPr>
          <p:cNvPicPr>
            <a:picLocks noGrp="1" noChangeAspect="1"/>
          </p:cNvPicPr>
          <p:nvPr>
            <p:ph sz="quarter" idx="19"/>
          </p:nvPr>
        </p:nvPicPr>
        <p:blipFill>
          <a:blip r:embed="rId2"/>
          <a:stretch>
            <a:fillRect/>
          </a:stretch>
        </p:blipFill>
        <p:spPr>
          <a:xfrm>
            <a:off x="584200" y="901586"/>
            <a:ext cx="5461000" cy="2633890"/>
          </a:xfrm>
          <a:prstGeom prst="rect">
            <a:avLst/>
          </a:prstGeom>
        </p:spPr>
      </p:pic>
      <p:pic>
        <p:nvPicPr>
          <p:cNvPr id="8" name="内容占位符 7">
            <a:extLst>
              <a:ext uri="{FF2B5EF4-FFF2-40B4-BE49-F238E27FC236}">
                <a16:creationId xmlns:a16="http://schemas.microsoft.com/office/drawing/2014/main" id="{AFDEAF42-5F43-8CDC-140E-11DE27B5A8C1}"/>
              </a:ext>
            </a:extLst>
          </p:cNvPr>
          <p:cNvPicPr>
            <a:picLocks noGrp="1" noChangeAspect="1"/>
          </p:cNvPicPr>
          <p:nvPr>
            <p:ph sz="quarter" idx="20"/>
          </p:nvPr>
        </p:nvPicPr>
        <p:blipFill>
          <a:blip r:embed="rId3"/>
          <a:srcRect t="1099" b="-1"/>
          <a:stretch>
            <a:fillRect/>
          </a:stretch>
        </p:blipFill>
        <p:spPr>
          <a:xfrm>
            <a:off x="6261100" y="1149350"/>
            <a:ext cx="5461000" cy="2162397"/>
          </a:xfrm>
          <a:prstGeom prst="rect">
            <a:avLst/>
          </a:prstGeom>
        </p:spPr>
      </p:pic>
      <p:sp>
        <p:nvSpPr>
          <p:cNvPr id="4" name="文本占位符 3">
            <a:extLst>
              <a:ext uri="{FF2B5EF4-FFF2-40B4-BE49-F238E27FC236}">
                <a16:creationId xmlns:a16="http://schemas.microsoft.com/office/drawing/2014/main" id="{34E47EC4-2F9D-2BE0-50EF-382E1D02648E}"/>
              </a:ext>
            </a:extLst>
          </p:cNvPr>
          <p:cNvSpPr>
            <a:spLocks noGrp="1"/>
          </p:cNvSpPr>
          <p:nvPr>
            <p:ph type="body" sz="quarter" idx="18"/>
          </p:nvPr>
        </p:nvSpPr>
        <p:spPr/>
        <p:txBody>
          <a:bodyPr/>
          <a:lstStyle/>
          <a:p>
            <a:r>
              <a:rPr lang="zh-CN" altLang="en-US"/>
              <a:t>命名空间的声明</a:t>
            </a:r>
            <a:r>
              <a:rPr lang="en-US" altLang="zh-CN"/>
              <a:t>——</a:t>
            </a:r>
            <a:r>
              <a:rPr lang="zh-CN" altLang="en-US"/>
              <a:t>层次化的命名空间</a:t>
            </a:r>
          </a:p>
        </p:txBody>
      </p:sp>
      <p:pic>
        <p:nvPicPr>
          <p:cNvPr id="3" name="图片 2">
            <a:extLst>
              <a:ext uri="{FF2B5EF4-FFF2-40B4-BE49-F238E27FC236}">
                <a16:creationId xmlns:a16="http://schemas.microsoft.com/office/drawing/2014/main" id="{537FE321-FB38-66FF-7976-8B36A3E6946B}"/>
              </a:ext>
            </a:extLst>
          </p:cNvPr>
          <p:cNvPicPr>
            <a:picLocks noChangeAspect="1"/>
          </p:cNvPicPr>
          <p:nvPr/>
        </p:nvPicPr>
        <p:blipFill>
          <a:blip r:embed="rId4"/>
          <a:stretch>
            <a:fillRect/>
          </a:stretch>
        </p:blipFill>
        <p:spPr>
          <a:xfrm>
            <a:off x="687387" y="3899830"/>
            <a:ext cx="10715625" cy="2600325"/>
          </a:xfrm>
          <a:prstGeom prst="rect">
            <a:avLst/>
          </a:prstGeom>
        </p:spPr>
      </p:pic>
    </p:spTree>
    <p:extLst>
      <p:ext uri="{BB962C8B-B14F-4D97-AF65-F5344CB8AC3E}">
        <p14:creationId xmlns:p14="http://schemas.microsoft.com/office/powerpoint/2010/main" val="2511231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additive="base">
                                        <p:cTn id="21" dur="500" fill="hold"/>
                                        <p:tgtEl>
                                          <p:spTgt spid="3"/>
                                        </p:tgtEl>
                                        <p:attrNameLst>
                                          <p:attrName>ppt_x</p:attrName>
                                        </p:attrNameLst>
                                      </p:cBhvr>
                                      <p:tavLst>
                                        <p:tav tm="0">
                                          <p:val>
                                            <p:strVal val="#ppt_x"/>
                                          </p:val>
                                        </p:tav>
                                        <p:tav tm="100000">
                                          <p:val>
                                            <p:strVal val="#ppt_x"/>
                                          </p:val>
                                        </p:tav>
                                      </p:tavLst>
                                    </p:anim>
                                    <p:anim calcmode="lin" valueType="num">
                                      <p:cBhvr additive="base">
                                        <p:cTn id="2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B1697895-7758-87D5-EBE4-96E3C21E7116}"/>
              </a:ext>
            </a:extLst>
          </p:cNvPr>
          <p:cNvSpPr>
            <a:spLocks noGrp="1"/>
          </p:cNvSpPr>
          <p:nvPr>
            <p:ph type="body" sz="quarter" idx="18"/>
          </p:nvPr>
        </p:nvSpPr>
        <p:spPr/>
        <p:txBody>
          <a:bodyPr/>
          <a:lstStyle/>
          <a:p>
            <a:r>
              <a:rPr lang="zh-CN" altLang="en-US"/>
              <a:t>命名空间的声明总结</a:t>
            </a:r>
          </a:p>
        </p:txBody>
      </p:sp>
      <p:graphicFrame>
        <p:nvGraphicFramePr>
          <p:cNvPr id="9" name="内容占位符 8">
            <a:extLst>
              <a:ext uri="{FF2B5EF4-FFF2-40B4-BE49-F238E27FC236}">
                <a16:creationId xmlns:a16="http://schemas.microsoft.com/office/drawing/2014/main" id="{E6DC0D96-7B60-9A49-186C-4E292B7585CA}"/>
              </a:ext>
            </a:extLst>
          </p:cNvPr>
          <p:cNvGraphicFramePr>
            <a:graphicFrameLocks noGrp="1"/>
          </p:cNvGraphicFramePr>
          <p:nvPr>
            <p:ph sz="quarter" idx="19"/>
            <p:extLst>
              <p:ext uri="{D42A27DB-BD31-4B8C-83A1-F6EECF244321}">
                <p14:modId xmlns:p14="http://schemas.microsoft.com/office/powerpoint/2010/main" val="776070256"/>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灯片编号占位符 4"/>
          <p:cNvSpPr>
            <a:spLocks noGrp="1"/>
          </p:cNvSpPr>
          <p:nvPr>
            <p:ph type="sldNum" sz="quarter" idx="4294967295"/>
          </p:nvPr>
        </p:nvSpPr>
        <p:spPr>
          <a:xfrm>
            <a:off x="0" y="0"/>
            <a:ext cx="0" cy="0"/>
          </a:xfrm>
          <a:prstGeom prst="rect">
            <a:avLst/>
          </a:prstGeom>
        </p:spPr>
        <p:txBody>
          <a:bodyPr vert="horz" lIns="91440" tIns="45720" rIns="91440" bIns="45720" rtlCol="0" anchor="ctr">
            <a:normAutofit fontScale="25000" lnSpcReduction="20000"/>
          </a:bodyP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913308-F349-4B6D-A68A-DD1791B4A57B}" type="slidenum">
              <a:rPr lang="zh-CN" altLang="en-US" smtClean="0"/>
              <a:pPr/>
              <a:t>9</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graphicEl>
                                              <a:dgm id="{39D4285D-B0DA-4561-8468-8F070A79ECD8}"/>
                                            </p:graphicEl>
                                          </p:spTgt>
                                        </p:tgtEl>
                                        <p:attrNameLst>
                                          <p:attrName>style.visibility</p:attrName>
                                        </p:attrNameLst>
                                      </p:cBhvr>
                                      <p:to>
                                        <p:strVal val="visible"/>
                                      </p:to>
                                    </p:set>
                                    <p:anim calcmode="lin" valueType="num">
                                      <p:cBhvr additive="base">
                                        <p:cTn id="7" dur="500" fill="hold"/>
                                        <p:tgtEl>
                                          <p:spTgt spid="9">
                                            <p:graphicEl>
                                              <a:dgm id="{39D4285D-B0DA-4561-8468-8F070A79ECD8}"/>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9">
                                            <p:graphicEl>
                                              <a:dgm id="{39D4285D-B0DA-4561-8468-8F070A79ECD8}"/>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graphicEl>
                                              <a:dgm id="{597B5722-4173-4506-8595-753B332B1A4C}"/>
                                            </p:graphicEl>
                                          </p:spTgt>
                                        </p:tgtEl>
                                        <p:attrNameLst>
                                          <p:attrName>style.visibility</p:attrName>
                                        </p:attrNameLst>
                                      </p:cBhvr>
                                      <p:to>
                                        <p:strVal val="visible"/>
                                      </p:to>
                                    </p:set>
                                    <p:anim calcmode="lin" valueType="num">
                                      <p:cBhvr additive="base">
                                        <p:cTn id="13" dur="500" fill="hold"/>
                                        <p:tgtEl>
                                          <p:spTgt spid="9">
                                            <p:graphicEl>
                                              <a:dgm id="{597B5722-4173-4506-8595-753B332B1A4C}"/>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graphicEl>
                                              <a:dgm id="{597B5722-4173-4506-8595-753B332B1A4C}"/>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graphicEl>
                                              <a:dgm id="{F6E48C78-6D63-4B1A-B83D-BF3CAC8A9DC1}"/>
                                            </p:graphicEl>
                                          </p:spTgt>
                                        </p:tgtEl>
                                        <p:attrNameLst>
                                          <p:attrName>style.visibility</p:attrName>
                                        </p:attrNameLst>
                                      </p:cBhvr>
                                      <p:to>
                                        <p:strVal val="visible"/>
                                      </p:to>
                                    </p:set>
                                    <p:anim calcmode="lin" valueType="num">
                                      <p:cBhvr additive="base">
                                        <p:cTn id="19" dur="500" fill="hold"/>
                                        <p:tgtEl>
                                          <p:spTgt spid="9">
                                            <p:graphicEl>
                                              <a:dgm id="{F6E48C78-6D63-4B1A-B83D-BF3CAC8A9DC1}"/>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9">
                                            <p:graphicEl>
                                              <a:dgm id="{F6E48C78-6D63-4B1A-B83D-BF3CAC8A9DC1}"/>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graphicEl>
                                              <a:dgm id="{C334CDCC-1FA9-4C50-8ED7-EF2376A96430}"/>
                                            </p:graphicEl>
                                          </p:spTgt>
                                        </p:tgtEl>
                                        <p:attrNameLst>
                                          <p:attrName>style.visibility</p:attrName>
                                        </p:attrNameLst>
                                      </p:cBhvr>
                                      <p:to>
                                        <p:strVal val="visible"/>
                                      </p:to>
                                    </p:set>
                                    <p:anim calcmode="lin" valueType="num">
                                      <p:cBhvr additive="base">
                                        <p:cTn id="25" dur="500" fill="hold"/>
                                        <p:tgtEl>
                                          <p:spTgt spid="9">
                                            <p:graphicEl>
                                              <a:dgm id="{C334CDCC-1FA9-4C50-8ED7-EF2376A96430}"/>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9">
                                            <p:graphicEl>
                                              <a:dgm id="{C334CDCC-1FA9-4C50-8ED7-EF2376A96430}"/>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graphicEl>
                                              <a:dgm id="{AEB86B84-849C-4D9A-A55A-BA2015B2E621}"/>
                                            </p:graphicEl>
                                          </p:spTgt>
                                        </p:tgtEl>
                                        <p:attrNameLst>
                                          <p:attrName>style.visibility</p:attrName>
                                        </p:attrNameLst>
                                      </p:cBhvr>
                                      <p:to>
                                        <p:strVal val="visible"/>
                                      </p:to>
                                    </p:set>
                                    <p:anim calcmode="lin" valueType="num">
                                      <p:cBhvr additive="base">
                                        <p:cTn id="31" dur="500" fill="hold"/>
                                        <p:tgtEl>
                                          <p:spTgt spid="9">
                                            <p:graphicEl>
                                              <a:dgm id="{AEB86B84-849C-4D9A-A55A-BA2015B2E621}"/>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9">
                                            <p:graphicEl>
                                              <a:dgm id="{AEB86B84-849C-4D9A-A55A-BA2015B2E621}"/>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9">
                                            <p:graphicEl>
                                              <a:dgm id="{449799A5-1D91-4AD2-B497-D7DE57D72F3E}"/>
                                            </p:graphicEl>
                                          </p:spTgt>
                                        </p:tgtEl>
                                        <p:attrNameLst>
                                          <p:attrName>style.visibility</p:attrName>
                                        </p:attrNameLst>
                                      </p:cBhvr>
                                      <p:to>
                                        <p:strVal val="visible"/>
                                      </p:to>
                                    </p:set>
                                    <p:anim calcmode="lin" valueType="num">
                                      <p:cBhvr additive="base">
                                        <p:cTn id="37" dur="500" fill="hold"/>
                                        <p:tgtEl>
                                          <p:spTgt spid="9">
                                            <p:graphicEl>
                                              <a:dgm id="{449799A5-1D91-4AD2-B497-D7DE57D72F3E}"/>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9">
                                            <p:graphicEl>
                                              <a:dgm id="{449799A5-1D91-4AD2-B497-D7DE57D72F3E}"/>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9" grpId="0">
        <p:bldSub>
          <a:bldDgm bld="one"/>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6377B-C84D-F670-A2FD-623DB263D2D2}"/>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F1EA56B7-6CE5-F78E-C294-087CE402BCE0}"/>
              </a:ext>
            </a:extLst>
          </p:cNvPr>
          <p:cNvSpPr>
            <a:spLocks noGrp="1"/>
          </p:cNvSpPr>
          <p:nvPr>
            <p:ph type="body" sz="quarter" idx="10"/>
          </p:nvPr>
        </p:nvSpPr>
        <p:spPr/>
        <p:txBody>
          <a:bodyPr/>
          <a:lstStyle/>
          <a:p>
            <a:pPr lvl="0"/>
            <a:r>
              <a:rPr lang="zh-CN" altLang="en-US"/>
              <a:t>命名空间概述</a:t>
            </a:r>
          </a:p>
          <a:p>
            <a:pPr lvl="0"/>
            <a:r>
              <a:rPr lang="zh-CN" altLang="en-US"/>
              <a:t>命名空间的声明</a:t>
            </a:r>
          </a:p>
          <a:p>
            <a:pPr lvl="0"/>
            <a:r>
              <a:rPr lang="zh-CN" altLang="en-US">
                <a:highlight>
                  <a:srgbClr val="FFFF00"/>
                </a:highlight>
              </a:rPr>
              <a:t>命名空间的使用</a:t>
            </a:r>
            <a:endParaRPr lang="en-US" altLang="zh-CN">
              <a:highlight>
                <a:srgbClr val="FFFF00"/>
              </a:highlight>
            </a:endParaRPr>
          </a:p>
          <a:p>
            <a:pPr lvl="0"/>
            <a:r>
              <a:rPr lang="zh-CN" altLang="en-US"/>
              <a:t>命名空间的引入</a:t>
            </a:r>
          </a:p>
        </p:txBody>
      </p:sp>
      <p:sp>
        <p:nvSpPr>
          <p:cNvPr id="5" name="文本占位符 4">
            <a:extLst>
              <a:ext uri="{FF2B5EF4-FFF2-40B4-BE49-F238E27FC236}">
                <a16:creationId xmlns:a16="http://schemas.microsoft.com/office/drawing/2014/main" id="{9A463B3C-C49E-0C8B-563B-C7E23EC6D832}"/>
              </a:ext>
            </a:extLst>
          </p:cNvPr>
          <p:cNvSpPr>
            <a:spLocks noGrp="1"/>
          </p:cNvSpPr>
          <p:nvPr>
            <p:ph type="body" sz="quarter" idx="12"/>
          </p:nvPr>
        </p:nvSpPr>
        <p:spPr/>
        <p:txBody>
          <a:bodyPr/>
          <a:lstStyle/>
          <a:p>
            <a:r>
              <a:rPr lang="zh-CN" altLang="en-US"/>
              <a:t>命名空间</a:t>
            </a:r>
          </a:p>
        </p:txBody>
      </p:sp>
    </p:spTree>
    <p:extLst>
      <p:ext uri="{BB962C8B-B14F-4D97-AF65-F5344CB8AC3E}">
        <p14:creationId xmlns:p14="http://schemas.microsoft.com/office/powerpoint/2010/main" val="1759193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内容占位符 9"/>
          <p:cNvPicPr>
            <a:picLocks noGrp="1" noChangeAspect="1"/>
          </p:cNvPicPr>
          <p:nvPr>
            <p:ph sz="quarter" idx="19"/>
          </p:nvPr>
        </p:nvPicPr>
        <p:blipFill>
          <a:blip r:embed="rId2"/>
          <a:stretch>
            <a:fillRect/>
          </a:stretch>
        </p:blipFill>
        <p:spPr>
          <a:xfrm>
            <a:off x="850900" y="1839543"/>
            <a:ext cx="5461000" cy="3755177"/>
          </a:xfrm>
          <a:prstGeom prst="rect">
            <a:avLst/>
          </a:prstGeom>
        </p:spPr>
      </p:pic>
      <p:graphicFrame>
        <p:nvGraphicFramePr>
          <p:cNvPr id="6" name="内容占位符 5"/>
          <p:cNvGraphicFramePr>
            <a:graphicFrameLocks noGrp="1"/>
          </p:cNvGraphicFramePr>
          <p:nvPr>
            <p:ph sz="quarter" idx="20"/>
            <p:extLst>
              <p:ext uri="{D42A27DB-BD31-4B8C-83A1-F6EECF244321}">
                <p14:modId xmlns:p14="http://schemas.microsoft.com/office/powerpoint/2010/main" val="1911666162"/>
              </p:ext>
            </p:extLst>
          </p:nvPr>
        </p:nvGraphicFramePr>
        <p:xfrm>
          <a:off x="6508750" y="1022350"/>
          <a:ext cx="5461000" cy="53292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文本占位符 2">
            <a:extLst>
              <a:ext uri="{FF2B5EF4-FFF2-40B4-BE49-F238E27FC236}">
                <a16:creationId xmlns:a16="http://schemas.microsoft.com/office/drawing/2014/main" id="{4136AF43-FB64-910F-CD36-9BC5F86651F9}"/>
              </a:ext>
            </a:extLst>
          </p:cNvPr>
          <p:cNvSpPr>
            <a:spLocks noGrp="1"/>
          </p:cNvSpPr>
          <p:nvPr>
            <p:ph type="body" sz="quarter" idx="18"/>
          </p:nvPr>
        </p:nvSpPr>
        <p:spPr/>
        <p:txBody>
          <a:bodyPr/>
          <a:lstStyle/>
          <a:p>
            <a:r>
              <a:rPr lang="zh-CN" altLang="en-US"/>
              <a:t>命名空间的使用</a:t>
            </a:r>
          </a:p>
        </p:txBody>
      </p:sp>
      <p:sp>
        <p:nvSpPr>
          <p:cNvPr id="5" name="灯片编号占位符 4"/>
          <p:cNvSpPr>
            <a:spLocks noGrp="1"/>
          </p:cNvSpPr>
          <p:nvPr>
            <p:ph type="sldNum" sz="quarter" idx="4294967295"/>
          </p:nvPr>
        </p:nvSpPr>
        <p:spPr>
          <a:xfrm>
            <a:off x="0" y="0"/>
            <a:ext cx="0" cy="0"/>
          </a:xfrm>
          <a:prstGeom prst="rect">
            <a:avLst/>
          </a:prstGeom>
        </p:spPr>
        <p:txBody>
          <a:bodyPr vert="horz" lIns="91440" tIns="45720" rIns="91440" bIns="45720" rtlCol="0" anchor="ctr">
            <a:normAutofit fontScale="25000" lnSpcReduction="20000"/>
          </a:bodyP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913308-F349-4B6D-A68A-DD1791B4A57B}" type="slidenum">
              <a:rPr lang="zh-CN" altLang="en-US" smtClean="0"/>
              <a:pPr/>
              <a:t>11</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sz="quarter" idx="19"/>
          </p:nvPr>
        </p:nvPicPr>
        <p:blipFill>
          <a:blip r:embed="rId2"/>
          <a:stretch>
            <a:fillRect/>
          </a:stretch>
        </p:blipFill>
        <p:spPr>
          <a:xfrm>
            <a:off x="850900" y="1234092"/>
            <a:ext cx="5461000" cy="4966079"/>
          </a:xfrm>
          <a:prstGeom prst="rect">
            <a:avLst/>
          </a:prstGeom>
        </p:spPr>
      </p:pic>
      <p:graphicFrame>
        <p:nvGraphicFramePr>
          <p:cNvPr id="6" name="内容占位符 5"/>
          <p:cNvGraphicFramePr>
            <a:graphicFrameLocks noGrp="1"/>
          </p:cNvGraphicFramePr>
          <p:nvPr>
            <p:ph sz="quarter" idx="20"/>
            <p:extLst>
              <p:ext uri="{D42A27DB-BD31-4B8C-83A1-F6EECF244321}">
                <p14:modId xmlns:p14="http://schemas.microsoft.com/office/powerpoint/2010/main" val="3803792490"/>
              </p:ext>
            </p:extLst>
          </p:nvPr>
        </p:nvGraphicFramePr>
        <p:xfrm>
          <a:off x="6508750" y="1022350"/>
          <a:ext cx="5461000" cy="53292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文本占位符 2">
            <a:extLst>
              <a:ext uri="{FF2B5EF4-FFF2-40B4-BE49-F238E27FC236}">
                <a16:creationId xmlns:a16="http://schemas.microsoft.com/office/drawing/2014/main" id="{BE78C9EB-D9C0-DD89-188D-2FF98647C930}"/>
              </a:ext>
            </a:extLst>
          </p:cNvPr>
          <p:cNvSpPr>
            <a:spLocks noGrp="1"/>
          </p:cNvSpPr>
          <p:nvPr>
            <p:ph type="body" sz="quarter" idx="18"/>
          </p:nvPr>
        </p:nvSpPr>
        <p:spPr/>
        <p:txBody>
          <a:bodyPr/>
          <a:lstStyle/>
          <a:p>
            <a:r>
              <a:rPr lang="zh-CN" altLang="en-US"/>
              <a:t>命名空间的使用</a:t>
            </a:r>
          </a:p>
        </p:txBody>
      </p:sp>
      <p:sp>
        <p:nvSpPr>
          <p:cNvPr id="5" name="灯片编号占位符 4"/>
          <p:cNvSpPr>
            <a:spLocks noGrp="1"/>
          </p:cNvSpPr>
          <p:nvPr>
            <p:ph type="sldNum" sz="quarter" idx="4294967295"/>
          </p:nvPr>
        </p:nvSpPr>
        <p:spPr>
          <a:xfrm>
            <a:off x="0" y="0"/>
            <a:ext cx="0" cy="0"/>
          </a:xfrm>
          <a:prstGeom prst="rect">
            <a:avLst/>
          </a:prstGeom>
        </p:spPr>
        <p:txBody>
          <a:bodyPr vert="horz" lIns="91440" tIns="45720" rIns="91440" bIns="45720" rtlCol="0" anchor="ctr">
            <a:normAutofit fontScale="25000" lnSpcReduction="20000"/>
          </a:bodyP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913308-F349-4B6D-A68A-DD1791B4A57B}" type="slidenum">
              <a:rPr lang="zh-CN" altLang="en-US" smtClean="0"/>
              <a:pPr/>
              <a:t>12</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内容占位符 3"/>
          <p:cNvPicPr>
            <a:picLocks noGrp="1" noChangeAspect="1"/>
          </p:cNvPicPr>
          <p:nvPr>
            <p:ph sz="quarter" idx="19"/>
          </p:nvPr>
        </p:nvPicPr>
        <p:blipFill>
          <a:blip r:embed="rId2"/>
          <a:stretch>
            <a:fillRect/>
          </a:stretch>
        </p:blipFill>
        <p:spPr>
          <a:xfrm>
            <a:off x="683951" y="1022351"/>
            <a:ext cx="5412049" cy="5329237"/>
          </a:xfrm>
          <a:prstGeom prst="rect">
            <a:avLst/>
          </a:prstGeom>
        </p:spPr>
      </p:pic>
      <p:graphicFrame>
        <p:nvGraphicFramePr>
          <p:cNvPr id="6" name="内容占位符 5"/>
          <p:cNvGraphicFramePr>
            <a:graphicFrameLocks noGrp="1"/>
          </p:cNvGraphicFramePr>
          <p:nvPr>
            <p:ph sz="quarter" idx="20"/>
            <p:extLst>
              <p:ext uri="{D42A27DB-BD31-4B8C-83A1-F6EECF244321}">
                <p14:modId xmlns:p14="http://schemas.microsoft.com/office/powerpoint/2010/main" val="3229081234"/>
              </p:ext>
            </p:extLst>
          </p:nvPr>
        </p:nvGraphicFramePr>
        <p:xfrm>
          <a:off x="6508750" y="1022350"/>
          <a:ext cx="5461000" cy="53292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文本占位符 6">
            <a:extLst>
              <a:ext uri="{FF2B5EF4-FFF2-40B4-BE49-F238E27FC236}">
                <a16:creationId xmlns:a16="http://schemas.microsoft.com/office/drawing/2014/main" id="{199FB3DC-1A47-2AB2-032B-56382A2E7E83}"/>
              </a:ext>
            </a:extLst>
          </p:cNvPr>
          <p:cNvSpPr>
            <a:spLocks noGrp="1"/>
          </p:cNvSpPr>
          <p:nvPr>
            <p:ph type="body" sz="quarter" idx="18"/>
          </p:nvPr>
        </p:nvSpPr>
        <p:spPr/>
        <p:txBody>
          <a:bodyPr/>
          <a:lstStyle/>
          <a:p>
            <a:r>
              <a:rPr lang="zh-CN" altLang="en-US"/>
              <a:t>命名空间的使用</a:t>
            </a:r>
          </a:p>
        </p:txBody>
      </p:sp>
      <p:sp>
        <p:nvSpPr>
          <p:cNvPr id="5" name="灯片编号占位符 4"/>
          <p:cNvSpPr>
            <a:spLocks noGrp="1"/>
          </p:cNvSpPr>
          <p:nvPr>
            <p:ph type="sldNum" sz="quarter" idx="4294967295"/>
          </p:nvPr>
        </p:nvSpPr>
        <p:spPr>
          <a:xfrm>
            <a:off x="0" y="0"/>
            <a:ext cx="0" cy="0"/>
          </a:xfrm>
          <a:prstGeom prst="rect">
            <a:avLst/>
          </a:prstGeom>
        </p:spPr>
        <p:txBody>
          <a:bodyPr vert="horz" lIns="91440" tIns="45720" rIns="91440" bIns="45720" rtlCol="0" anchor="ctr">
            <a:normAutofit fontScale="25000" lnSpcReduction="20000"/>
          </a:bodyPr>
          <a:lstStyle>
            <a:defPPr>
              <a:defRPr lang="zh-CN"/>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913308-F349-4B6D-A68A-DD1791B4A57B}" type="slidenum">
              <a:rPr lang="zh-CN" altLang="en-US" smtClean="0"/>
              <a:pPr/>
              <a:t>13</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C2F21-2E4E-4E60-0E73-A647192497C3}"/>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448E08B5-50BF-7BF2-3A15-2BB546906514}"/>
              </a:ext>
            </a:extLst>
          </p:cNvPr>
          <p:cNvSpPr>
            <a:spLocks noGrp="1"/>
          </p:cNvSpPr>
          <p:nvPr>
            <p:ph type="body" sz="quarter" idx="10"/>
          </p:nvPr>
        </p:nvSpPr>
        <p:spPr/>
        <p:txBody>
          <a:bodyPr/>
          <a:lstStyle/>
          <a:p>
            <a:pPr lvl="0"/>
            <a:r>
              <a:rPr lang="zh-CN" altLang="en-US"/>
              <a:t>命名空间概述</a:t>
            </a:r>
          </a:p>
          <a:p>
            <a:pPr lvl="0"/>
            <a:r>
              <a:rPr lang="zh-CN" altLang="en-US"/>
              <a:t>命名空间的声明</a:t>
            </a:r>
          </a:p>
          <a:p>
            <a:pPr lvl="0"/>
            <a:r>
              <a:rPr lang="zh-CN" altLang="en-US"/>
              <a:t>命名空间的使用</a:t>
            </a:r>
            <a:endParaRPr lang="en-US" altLang="zh-CN"/>
          </a:p>
          <a:p>
            <a:pPr lvl="0"/>
            <a:r>
              <a:rPr lang="zh-CN" altLang="en-US">
                <a:highlight>
                  <a:srgbClr val="FFFF00"/>
                </a:highlight>
              </a:rPr>
              <a:t>命名空间的引入</a:t>
            </a:r>
          </a:p>
        </p:txBody>
      </p:sp>
      <p:sp>
        <p:nvSpPr>
          <p:cNvPr id="5" name="文本占位符 4">
            <a:extLst>
              <a:ext uri="{FF2B5EF4-FFF2-40B4-BE49-F238E27FC236}">
                <a16:creationId xmlns:a16="http://schemas.microsoft.com/office/drawing/2014/main" id="{158D2521-046C-7429-BE30-A089BE7B780A}"/>
              </a:ext>
            </a:extLst>
          </p:cNvPr>
          <p:cNvSpPr>
            <a:spLocks noGrp="1"/>
          </p:cNvSpPr>
          <p:nvPr>
            <p:ph type="body" sz="quarter" idx="12"/>
          </p:nvPr>
        </p:nvSpPr>
        <p:spPr/>
        <p:txBody>
          <a:bodyPr/>
          <a:lstStyle/>
          <a:p>
            <a:r>
              <a:rPr lang="zh-CN" altLang="en-US"/>
              <a:t>命名空间</a:t>
            </a:r>
          </a:p>
        </p:txBody>
      </p:sp>
    </p:spTree>
    <p:extLst>
      <p:ext uri="{BB962C8B-B14F-4D97-AF65-F5344CB8AC3E}">
        <p14:creationId xmlns:p14="http://schemas.microsoft.com/office/powerpoint/2010/main" val="2521735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p:txBody>
          <a:bodyPr/>
          <a:lstStyle/>
          <a:p>
            <a:r>
              <a:rPr lang="zh-CN" altLang="en-US"/>
              <a:t>未引入命名空间</a:t>
            </a:r>
          </a:p>
        </p:txBody>
      </p:sp>
      <p:sp>
        <p:nvSpPr>
          <p:cNvPr id="4" name="文本占位符 3"/>
          <p:cNvSpPr>
            <a:spLocks noGrp="1"/>
          </p:cNvSpPr>
          <p:nvPr>
            <p:ph type="body" sz="quarter" idx="3"/>
          </p:nvPr>
        </p:nvSpPr>
        <p:spPr/>
        <p:txBody>
          <a:bodyPr/>
          <a:lstStyle/>
          <a:p>
            <a:r>
              <a:rPr lang="zh-CN" altLang="en-US"/>
              <a:t>引入命名空间</a:t>
            </a:r>
          </a:p>
        </p:txBody>
      </p:sp>
      <p:sp>
        <p:nvSpPr>
          <p:cNvPr id="6" name="文本占位符 5">
            <a:extLst>
              <a:ext uri="{FF2B5EF4-FFF2-40B4-BE49-F238E27FC236}">
                <a16:creationId xmlns:a16="http://schemas.microsoft.com/office/drawing/2014/main" id="{C1C2F05C-DE07-0FF8-8F0F-9C9E5BC03979}"/>
              </a:ext>
            </a:extLst>
          </p:cNvPr>
          <p:cNvSpPr>
            <a:spLocks noGrp="1"/>
          </p:cNvSpPr>
          <p:nvPr>
            <p:ph type="body" sz="quarter" idx="18"/>
          </p:nvPr>
        </p:nvSpPr>
        <p:spPr/>
        <p:txBody>
          <a:bodyPr/>
          <a:lstStyle/>
          <a:p>
            <a:r>
              <a:rPr lang="zh-CN" altLang="zh-CN" b="1"/>
              <a:t>引入命名空间</a:t>
            </a:r>
            <a:endParaRPr lang="zh-CN" altLang="en-US"/>
          </a:p>
        </p:txBody>
      </p:sp>
      <p:pic>
        <p:nvPicPr>
          <p:cNvPr id="16" name="内容占位符 15">
            <a:extLst>
              <a:ext uri="{FF2B5EF4-FFF2-40B4-BE49-F238E27FC236}">
                <a16:creationId xmlns:a16="http://schemas.microsoft.com/office/drawing/2014/main" id="{51C54D15-878A-2A78-B821-75C0EEE95887}"/>
              </a:ext>
            </a:extLst>
          </p:cNvPr>
          <p:cNvPicPr>
            <a:picLocks noGrp="1" noChangeAspect="1"/>
          </p:cNvPicPr>
          <p:nvPr>
            <p:ph sz="quarter" idx="20"/>
          </p:nvPr>
        </p:nvPicPr>
        <p:blipFill>
          <a:blip r:embed="rId2"/>
          <a:stretch>
            <a:fillRect/>
          </a:stretch>
        </p:blipFill>
        <p:spPr>
          <a:xfrm>
            <a:off x="5997575" y="1759327"/>
            <a:ext cx="5184775" cy="3339346"/>
          </a:xfrm>
          <a:prstGeom prst="rect">
            <a:avLst/>
          </a:prstGeom>
        </p:spPr>
      </p:pic>
      <p:pic>
        <p:nvPicPr>
          <p:cNvPr id="20" name="内容占位符 19">
            <a:extLst>
              <a:ext uri="{FF2B5EF4-FFF2-40B4-BE49-F238E27FC236}">
                <a16:creationId xmlns:a16="http://schemas.microsoft.com/office/drawing/2014/main" id="{E18436F9-8177-3DFE-477D-F1CB47A28059}"/>
              </a:ext>
            </a:extLst>
          </p:cNvPr>
          <p:cNvPicPr>
            <a:picLocks noGrp="1" noChangeAspect="1"/>
          </p:cNvPicPr>
          <p:nvPr>
            <p:ph sz="quarter" idx="19"/>
          </p:nvPr>
        </p:nvPicPr>
        <p:blipFill>
          <a:blip r:embed="rId3"/>
          <a:stretch>
            <a:fillRect/>
          </a:stretch>
        </p:blipFill>
        <p:spPr>
          <a:xfrm>
            <a:off x="588963" y="1860052"/>
            <a:ext cx="4859337" cy="1763122"/>
          </a:xfrm>
          <a:prstGeom prst="rect">
            <a:avLst/>
          </a:prstGeom>
        </p:spPr>
      </p:pic>
      <p:sp>
        <p:nvSpPr>
          <p:cNvPr id="21" name="对角圆角矩形 16">
            <a:extLst>
              <a:ext uri="{FF2B5EF4-FFF2-40B4-BE49-F238E27FC236}">
                <a16:creationId xmlns:a16="http://schemas.microsoft.com/office/drawing/2014/main" id="{CAAB7225-D347-A51D-A3ED-30E950661658}"/>
              </a:ext>
            </a:extLst>
          </p:cNvPr>
          <p:cNvSpPr/>
          <p:nvPr/>
        </p:nvSpPr>
        <p:spPr>
          <a:xfrm>
            <a:off x="1845762" y="5098673"/>
            <a:ext cx="7532687" cy="1658460"/>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Font typeface="+mj-lt"/>
              <a:buAutoNum type="arabicPeriod"/>
            </a:pPr>
            <a:r>
              <a:rPr lang="zh-CN" altLang="en-US"/>
              <a:t>引入命名空间后会简化对类的调用，</a:t>
            </a:r>
            <a:r>
              <a:rPr lang="en-US" altLang="zh-CN"/>
              <a:t>(new MyError)-&gt;error();</a:t>
            </a:r>
          </a:p>
          <a:p>
            <a:pPr marL="342900" indent="-342900">
              <a:lnSpc>
                <a:spcPct val="150000"/>
              </a:lnSpc>
              <a:buFont typeface="+mj-lt"/>
              <a:buAutoNum type="arabicPeriod"/>
            </a:pPr>
            <a:r>
              <a:rPr lang="en-US" altLang="zh-CN"/>
              <a:t>use</a:t>
            </a:r>
            <a:r>
              <a:rPr lang="zh-CN" altLang="en-US"/>
              <a:t>语句引入命名空间，可以省略根命名空间</a:t>
            </a:r>
            <a:r>
              <a:rPr lang="en-US" altLang="zh-CN"/>
              <a:t>\</a:t>
            </a:r>
          </a:p>
          <a:p>
            <a:pPr marL="342900" indent="-342900">
              <a:lnSpc>
                <a:spcPct val="150000"/>
              </a:lnSpc>
              <a:buFont typeface="+mj-lt"/>
              <a:buAutoNum type="arabicPeriod"/>
            </a:pPr>
            <a:r>
              <a:rPr lang="zh-CN" altLang="en-US"/>
              <a:t>若使用完全限定名称访问类，跟命名空间</a:t>
            </a:r>
            <a:r>
              <a:rPr lang="en-US" altLang="zh-CN"/>
              <a:t>\</a:t>
            </a:r>
            <a:r>
              <a:rPr lang="zh-CN" altLang="en-US"/>
              <a:t>不能省略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1000"/>
                                        <p:tgtEl>
                                          <p:spTgt spid="16"/>
                                        </p:tgtEl>
                                      </p:cBhvr>
                                    </p:animEffect>
                                    <p:anim calcmode="lin" valueType="num">
                                      <p:cBhvr>
                                        <p:cTn id="15" dur="1000" fill="hold"/>
                                        <p:tgtEl>
                                          <p:spTgt spid="16"/>
                                        </p:tgtEl>
                                        <p:attrNameLst>
                                          <p:attrName>ppt_x</p:attrName>
                                        </p:attrNameLst>
                                      </p:cBhvr>
                                      <p:tavLst>
                                        <p:tav tm="0">
                                          <p:val>
                                            <p:strVal val="#ppt_x"/>
                                          </p:val>
                                        </p:tav>
                                        <p:tav tm="100000">
                                          <p:val>
                                            <p:strVal val="#ppt_x"/>
                                          </p:val>
                                        </p:tav>
                                      </p:tavLst>
                                    </p:anim>
                                    <p:anim calcmode="lin" valueType="num">
                                      <p:cBhvr>
                                        <p:cTn id="16"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1"/>
                                        </p:tgtEl>
                                        <p:attrNameLst>
                                          <p:attrName>style.visibility</p:attrName>
                                        </p:attrNameLst>
                                      </p:cBhvr>
                                      <p:to>
                                        <p:strVal val="visible"/>
                                      </p:to>
                                    </p:set>
                                    <p:anim calcmode="lin" valueType="num">
                                      <p:cBhvr additive="base">
                                        <p:cTn id="21" dur="500" fill="hold"/>
                                        <p:tgtEl>
                                          <p:spTgt spid="21"/>
                                        </p:tgtEl>
                                        <p:attrNameLst>
                                          <p:attrName>ppt_x</p:attrName>
                                        </p:attrNameLst>
                                      </p:cBhvr>
                                      <p:tavLst>
                                        <p:tav tm="0">
                                          <p:val>
                                            <p:strVal val="#ppt_x"/>
                                          </p:val>
                                        </p:tav>
                                        <p:tav tm="100000">
                                          <p:val>
                                            <p:strVal val="#ppt_x"/>
                                          </p:val>
                                        </p:tav>
                                      </p:tavLst>
                                    </p:anim>
                                    <p:anim calcmode="lin" valueType="num">
                                      <p:cBhvr additive="base">
                                        <p:cTn id="2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A69FF339-7962-4BA8-8B9E-58E0E3D2DEF8}"/>
              </a:ext>
            </a:extLst>
          </p:cNvPr>
          <p:cNvSpPr>
            <a:spLocks noGrp="1"/>
          </p:cNvSpPr>
          <p:nvPr>
            <p:ph type="body" sz="quarter" idx="18"/>
          </p:nvPr>
        </p:nvSpPr>
        <p:spPr/>
        <p:txBody>
          <a:bodyPr/>
          <a:lstStyle/>
          <a:p>
            <a:r>
              <a:rPr lang="en-US" altLang="zh-CN"/>
              <a:t>use</a:t>
            </a:r>
            <a:r>
              <a:rPr lang="zh-CN" altLang="en-US"/>
              <a:t>引入命名空间：别名</a:t>
            </a:r>
            <a:r>
              <a:rPr lang="en-US" altLang="zh-CN"/>
              <a:t>/</a:t>
            </a:r>
            <a:r>
              <a:rPr lang="zh-CN" altLang="en-US"/>
              <a:t>导入 </a:t>
            </a:r>
          </a:p>
        </p:txBody>
      </p:sp>
      <p:pic>
        <p:nvPicPr>
          <p:cNvPr id="12" name="内容占位符 11">
            <a:extLst>
              <a:ext uri="{FF2B5EF4-FFF2-40B4-BE49-F238E27FC236}">
                <a16:creationId xmlns:a16="http://schemas.microsoft.com/office/drawing/2014/main" id="{8D9296DE-C518-5346-57CF-735AC7B21713}"/>
              </a:ext>
            </a:extLst>
          </p:cNvPr>
          <p:cNvPicPr>
            <a:picLocks noGrp="1" noChangeAspect="1"/>
          </p:cNvPicPr>
          <p:nvPr>
            <p:ph sz="quarter" idx="19"/>
          </p:nvPr>
        </p:nvPicPr>
        <p:blipFill>
          <a:blip r:embed="rId2"/>
          <a:stretch>
            <a:fillRect/>
          </a:stretch>
        </p:blipFill>
        <p:spPr>
          <a:xfrm>
            <a:off x="2626132" y="1191120"/>
            <a:ext cx="6514286" cy="1828571"/>
          </a:xfrm>
          <a:prstGeom prst="rect">
            <a:avLst/>
          </a:prstGeom>
          <a:ln>
            <a:solidFill>
              <a:schemeClr val="accent1"/>
            </a:solidFill>
          </a:ln>
        </p:spPr>
      </p:pic>
      <p:sp>
        <p:nvSpPr>
          <p:cNvPr id="13" name="对角圆角矩形 16">
            <a:extLst>
              <a:ext uri="{FF2B5EF4-FFF2-40B4-BE49-F238E27FC236}">
                <a16:creationId xmlns:a16="http://schemas.microsoft.com/office/drawing/2014/main" id="{D07AA1C2-8C86-3D66-0FB3-A50F9EDB2E58}"/>
              </a:ext>
            </a:extLst>
          </p:cNvPr>
          <p:cNvSpPr/>
          <p:nvPr/>
        </p:nvSpPr>
        <p:spPr>
          <a:xfrm>
            <a:off x="2517383" y="4045547"/>
            <a:ext cx="6731784" cy="1340832"/>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同名的类在被引入时，需要给其中一个定义别名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33A199A9-E4AD-EB21-2D82-D6E15E4AA3EE}"/>
              </a:ext>
            </a:extLst>
          </p:cNvPr>
          <p:cNvSpPr>
            <a:spLocks noGrp="1"/>
          </p:cNvSpPr>
          <p:nvPr>
            <p:ph type="body" sz="quarter" idx="18"/>
          </p:nvPr>
        </p:nvSpPr>
        <p:spPr/>
        <p:txBody>
          <a:bodyPr/>
          <a:lstStyle/>
          <a:p>
            <a:r>
              <a:rPr lang="zh-CN" altLang="en-US"/>
              <a:t>作业一</a:t>
            </a:r>
          </a:p>
        </p:txBody>
      </p:sp>
      <p:sp>
        <p:nvSpPr>
          <p:cNvPr id="6" name="内容占位符 5"/>
          <p:cNvSpPr>
            <a:spLocks noGrp="1"/>
          </p:cNvSpPr>
          <p:nvPr>
            <p:ph sz="quarter" idx="19"/>
          </p:nvPr>
        </p:nvSpPr>
        <p:spPr/>
        <p:txBody>
          <a:bodyPr>
            <a:normAutofit/>
          </a:bodyPr>
          <a:lstStyle/>
          <a:p>
            <a:r>
              <a:rPr lang="zh-CN" altLang="en-US"/>
              <a:t>为项目的类（</a:t>
            </a:r>
            <a:r>
              <a:rPr lang="en-US" altLang="zh-CN"/>
              <a:t>/api</a:t>
            </a:r>
            <a:r>
              <a:rPr lang="zh-CN" altLang="en-US"/>
              <a:t>目录下）完成命名空间的声明：</a:t>
            </a:r>
            <a:endParaRPr lang="en-US" altLang="zh-CN"/>
          </a:p>
          <a:p>
            <a:pPr lvl="1"/>
            <a:r>
              <a:rPr lang="zh-CN" altLang="en-US"/>
              <a:t>根命名空间是</a:t>
            </a:r>
            <a:r>
              <a:rPr lang="en-US" altLang="zh-CN"/>
              <a:t>\</a:t>
            </a:r>
          </a:p>
          <a:p>
            <a:pPr lvl="1"/>
            <a:r>
              <a:rPr lang="zh-CN" altLang="en-US"/>
              <a:t>第一级子命名空间是：</a:t>
            </a:r>
            <a:r>
              <a:rPr lang="en-US" altLang="zh-CN"/>
              <a:t>SuitEdu</a:t>
            </a:r>
          </a:p>
          <a:p>
            <a:pPr lvl="1"/>
            <a:r>
              <a:rPr lang="zh-CN" altLang="en-US"/>
              <a:t>第二级子命名空间是：你的姓名拼音</a:t>
            </a:r>
            <a:endParaRPr lang="en-US" altLang="zh-CN"/>
          </a:p>
          <a:p>
            <a:r>
              <a:rPr lang="zh-CN" altLang="en-US"/>
              <a:t>在</a:t>
            </a:r>
            <a:r>
              <a:rPr lang="en-US" altLang="zh-CN"/>
              <a:t>index.php</a:t>
            </a:r>
            <a:r>
              <a:rPr lang="zh-CN" altLang="en-US"/>
              <a:t>中利用命名空间完成对类的访问：</a:t>
            </a:r>
            <a:endParaRPr lang="en-US" altLang="zh-CN"/>
          </a:p>
          <a:p>
            <a:pPr lvl="1"/>
            <a:r>
              <a:rPr lang="zh-CN" altLang="en-US"/>
              <a:t>利用完全限定名称完成对类</a:t>
            </a:r>
            <a:r>
              <a:rPr lang="en-US" altLang="zh-CN"/>
              <a:t>User</a:t>
            </a:r>
            <a:r>
              <a:rPr lang="zh-CN" altLang="en-US"/>
              <a:t>的访问；</a:t>
            </a:r>
            <a:endParaRPr lang="en-US" altLang="zh-CN"/>
          </a:p>
          <a:p>
            <a:pPr lvl="1"/>
            <a:r>
              <a:rPr lang="zh-CN" altLang="en-US"/>
              <a:t>引入</a:t>
            </a:r>
            <a:r>
              <a:rPr lang="en-US" altLang="zh-CN"/>
              <a:t>Stu</a:t>
            </a:r>
            <a:r>
              <a:rPr lang="zh-CN" altLang="en-US"/>
              <a:t>和</a:t>
            </a:r>
            <a:r>
              <a:rPr lang="en-US" altLang="zh-CN"/>
              <a:t>Te</a:t>
            </a:r>
            <a:r>
              <a:rPr lang="zh-CN" altLang="en-US"/>
              <a:t>类的命名空间，利用非限定名称完成这两个类的访问。</a:t>
            </a:r>
            <a:endParaRPr lang="en-US" altLang="zh-C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4AE41BC-8F17-ED2E-B74B-B9CAFAD46E3A}"/>
              </a:ext>
            </a:extLst>
          </p:cNvPr>
          <p:cNvSpPr>
            <a:spLocks noGrp="1"/>
          </p:cNvSpPr>
          <p:nvPr>
            <p:ph type="body" sz="quarter" idx="10"/>
          </p:nvPr>
        </p:nvSpPr>
        <p:spPr/>
        <p:txBody>
          <a:bodyPr/>
          <a:lstStyle/>
          <a:p>
            <a:pPr lvl="0"/>
            <a:r>
              <a:rPr lang="zh-CN" altLang="en-US">
                <a:highlight>
                  <a:srgbClr val="FFFF00"/>
                </a:highlight>
              </a:rPr>
              <a:t>工具概述</a:t>
            </a:r>
          </a:p>
          <a:p>
            <a:pPr lvl="0"/>
            <a:r>
              <a:rPr lang="zh-CN" altLang="en-US"/>
              <a:t>项目初始化</a:t>
            </a:r>
          </a:p>
          <a:p>
            <a:pPr lvl="0"/>
            <a:r>
              <a:rPr lang="zh-CN" altLang="en-US"/>
              <a:t>依赖管理</a:t>
            </a:r>
          </a:p>
          <a:p>
            <a:pPr lvl="0"/>
            <a:r>
              <a:rPr lang="zh-CN" altLang="en-US"/>
              <a:t>自动加载</a:t>
            </a:r>
          </a:p>
          <a:p>
            <a:endParaRPr lang="zh-CN" altLang="en-US"/>
          </a:p>
        </p:txBody>
      </p:sp>
      <p:sp>
        <p:nvSpPr>
          <p:cNvPr id="3" name="文本占位符 2">
            <a:extLst>
              <a:ext uri="{FF2B5EF4-FFF2-40B4-BE49-F238E27FC236}">
                <a16:creationId xmlns:a16="http://schemas.microsoft.com/office/drawing/2014/main" id="{8B020519-DDA1-128E-B68E-CA3BE2ABF3C5}"/>
              </a:ext>
            </a:extLst>
          </p:cNvPr>
          <p:cNvSpPr>
            <a:spLocks noGrp="1"/>
          </p:cNvSpPr>
          <p:nvPr>
            <p:ph type="body" sz="quarter" idx="12"/>
          </p:nvPr>
        </p:nvSpPr>
        <p:spPr/>
        <p:txBody>
          <a:bodyPr/>
          <a:lstStyle/>
          <a:p>
            <a:r>
              <a:rPr lang="en-US" altLang="zh-CN"/>
              <a:t>Composer</a:t>
            </a:r>
            <a:r>
              <a:rPr lang="zh-CN" altLang="en-US"/>
              <a:t>工具的使用</a:t>
            </a:r>
          </a:p>
        </p:txBody>
      </p:sp>
    </p:spTree>
    <p:extLst>
      <p:ext uri="{BB962C8B-B14F-4D97-AF65-F5344CB8AC3E}">
        <p14:creationId xmlns:p14="http://schemas.microsoft.com/office/powerpoint/2010/main" val="3081019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2C539C6F-633D-13DC-AD17-3C2C5842645B}"/>
              </a:ext>
            </a:extLst>
          </p:cNvPr>
          <p:cNvSpPr>
            <a:spLocks noGrp="1"/>
          </p:cNvSpPr>
          <p:nvPr>
            <p:ph type="body" sz="quarter" idx="18"/>
          </p:nvPr>
        </p:nvSpPr>
        <p:spPr/>
        <p:txBody>
          <a:bodyPr/>
          <a:lstStyle/>
          <a:p>
            <a:r>
              <a:rPr lang="zh-CN" altLang="en-US"/>
              <a:t>依赖管理工具：</a:t>
            </a:r>
            <a:r>
              <a:rPr lang="en-US" altLang="zh-CN"/>
              <a:t>Composer</a:t>
            </a:r>
            <a:endParaRPr lang="zh-CN" altLang="en-US"/>
          </a:p>
        </p:txBody>
      </p:sp>
      <p:graphicFrame>
        <p:nvGraphicFramePr>
          <p:cNvPr id="4" name="内容占位符 3"/>
          <p:cNvGraphicFramePr>
            <a:graphicFrameLocks noGrp="1"/>
          </p:cNvGraphicFramePr>
          <p:nvPr>
            <p:ph sz="quarter" idx="19"/>
            <p:extLst>
              <p:ext uri="{D42A27DB-BD31-4B8C-83A1-F6EECF244321}">
                <p14:modId xmlns:p14="http://schemas.microsoft.com/office/powerpoint/2010/main" val="1299516137"/>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graphicEl>
                                              <a:dgm id="{AC02FA0D-DE40-48AF-B036-02E619ACBBB6}"/>
                                            </p:graphicEl>
                                          </p:spTgt>
                                        </p:tgtEl>
                                        <p:attrNameLst>
                                          <p:attrName>style.visibility</p:attrName>
                                        </p:attrNameLst>
                                      </p:cBhvr>
                                      <p:to>
                                        <p:strVal val="visible"/>
                                      </p:to>
                                    </p:set>
                                    <p:anim calcmode="lin" valueType="num">
                                      <p:cBhvr additive="base">
                                        <p:cTn id="7" dur="500" fill="hold"/>
                                        <p:tgtEl>
                                          <p:spTgt spid="4">
                                            <p:graphicEl>
                                              <a:dgm id="{AC02FA0D-DE40-48AF-B036-02E619ACBBB6}"/>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AC02FA0D-DE40-48AF-B036-02E619ACBBB6}"/>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graphicEl>
                                              <a:dgm id="{0A9A6C06-59DA-4294-B8BE-58A5210DE3D6}"/>
                                            </p:graphicEl>
                                          </p:spTgt>
                                        </p:tgtEl>
                                        <p:attrNameLst>
                                          <p:attrName>style.visibility</p:attrName>
                                        </p:attrNameLst>
                                      </p:cBhvr>
                                      <p:to>
                                        <p:strVal val="visible"/>
                                      </p:to>
                                    </p:set>
                                    <p:anim calcmode="lin" valueType="num">
                                      <p:cBhvr additive="base">
                                        <p:cTn id="13" dur="500" fill="hold"/>
                                        <p:tgtEl>
                                          <p:spTgt spid="4">
                                            <p:graphicEl>
                                              <a:dgm id="{0A9A6C06-59DA-4294-B8BE-58A5210DE3D6}"/>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graphicEl>
                                              <a:dgm id="{0A9A6C06-59DA-4294-B8BE-58A5210DE3D6}"/>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graphicEl>
                                              <a:dgm id="{F3600E2B-DBD0-410E-A1D1-8F6CBAF48564}"/>
                                            </p:graphicEl>
                                          </p:spTgt>
                                        </p:tgtEl>
                                        <p:attrNameLst>
                                          <p:attrName>style.visibility</p:attrName>
                                        </p:attrNameLst>
                                      </p:cBhvr>
                                      <p:to>
                                        <p:strVal val="visible"/>
                                      </p:to>
                                    </p:set>
                                    <p:anim calcmode="lin" valueType="num">
                                      <p:cBhvr additive="base">
                                        <p:cTn id="19" dur="500" fill="hold"/>
                                        <p:tgtEl>
                                          <p:spTgt spid="4">
                                            <p:graphicEl>
                                              <a:dgm id="{F3600E2B-DBD0-410E-A1D1-8F6CBAF48564}"/>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graphicEl>
                                              <a:dgm id="{F3600E2B-DBD0-410E-A1D1-8F6CBAF48564}"/>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graphicEl>
                                              <a:dgm id="{238F7DE0-D464-465C-80E1-DC51703056F8}"/>
                                            </p:graphicEl>
                                          </p:spTgt>
                                        </p:tgtEl>
                                        <p:attrNameLst>
                                          <p:attrName>style.visibility</p:attrName>
                                        </p:attrNameLst>
                                      </p:cBhvr>
                                      <p:to>
                                        <p:strVal val="visible"/>
                                      </p:to>
                                    </p:set>
                                    <p:anim calcmode="lin" valueType="num">
                                      <p:cBhvr additive="base">
                                        <p:cTn id="25" dur="500" fill="hold"/>
                                        <p:tgtEl>
                                          <p:spTgt spid="4">
                                            <p:graphicEl>
                                              <a:dgm id="{238F7DE0-D464-465C-80E1-DC51703056F8}"/>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graphicEl>
                                              <a:dgm id="{238F7DE0-D464-465C-80E1-DC51703056F8}"/>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graphicEl>
                                              <a:dgm id="{3D0C2ECA-AB4A-4C93-8723-AC9FE0249E8A}"/>
                                            </p:graphicEl>
                                          </p:spTgt>
                                        </p:tgtEl>
                                        <p:attrNameLst>
                                          <p:attrName>style.visibility</p:attrName>
                                        </p:attrNameLst>
                                      </p:cBhvr>
                                      <p:to>
                                        <p:strVal val="visible"/>
                                      </p:to>
                                    </p:set>
                                    <p:anim calcmode="lin" valueType="num">
                                      <p:cBhvr additive="base">
                                        <p:cTn id="31" dur="500" fill="hold"/>
                                        <p:tgtEl>
                                          <p:spTgt spid="4">
                                            <p:graphicEl>
                                              <a:dgm id="{3D0C2ECA-AB4A-4C93-8723-AC9FE0249E8A}"/>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graphicEl>
                                              <a:dgm id="{3D0C2ECA-AB4A-4C93-8723-AC9FE0249E8A}"/>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graphicEl>
                                              <a:dgm id="{75E3222F-5407-48B5-B2C5-54FDEE5BAE31}"/>
                                            </p:graphicEl>
                                          </p:spTgt>
                                        </p:tgtEl>
                                        <p:attrNameLst>
                                          <p:attrName>style.visibility</p:attrName>
                                        </p:attrNameLst>
                                      </p:cBhvr>
                                      <p:to>
                                        <p:strVal val="visible"/>
                                      </p:to>
                                    </p:set>
                                    <p:anim calcmode="lin" valueType="num">
                                      <p:cBhvr additive="base">
                                        <p:cTn id="37" dur="500" fill="hold"/>
                                        <p:tgtEl>
                                          <p:spTgt spid="4">
                                            <p:graphicEl>
                                              <a:dgm id="{75E3222F-5407-48B5-B2C5-54FDEE5BAE31}"/>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graphicEl>
                                              <a:dgm id="{75E3222F-5407-48B5-B2C5-54FDEE5BAE31}"/>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A5516BDB-5986-A227-CA2B-A67725257487}"/>
              </a:ext>
            </a:extLst>
          </p:cNvPr>
          <p:cNvSpPr>
            <a:spLocks noGrp="1"/>
          </p:cNvSpPr>
          <p:nvPr>
            <p:ph type="body" idx="1"/>
          </p:nvPr>
        </p:nvSpPr>
        <p:spPr/>
        <p:txBody>
          <a:bodyPr/>
          <a:lstStyle/>
          <a:p>
            <a:r>
              <a:rPr lang="zh-CN" altLang="en-US"/>
              <a:t>依赖管理的工作内容</a:t>
            </a:r>
          </a:p>
        </p:txBody>
      </p:sp>
      <p:sp>
        <p:nvSpPr>
          <p:cNvPr id="4" name="文本占位符 3">
            <a:extLst>
              <a:ext uri="{FF2B5EF4-FFF2-40B4-BE49-F238E27FC236}">
                <a16:creationId xmlns:a16="http://schemas.microsoft.com/office/drawing/2014/main" id="{FA259EE2-B1F2-3054-B228-D0714124E114}"/>
              </a:ext>
            </a:extLst>
          </p:cNvPr>
          <p:cNvSpPr>
            <a:spLocks noGrp="1"/>
          </p:cNvSpPr>
          <p:nvPr>
            <p:ph type="body" sz="quarter" idx="3"/>
          </p:nvPr>
        </p:nvSpPr>
        <p:spPr/>
        <p:txBody>
          <a:bodyPr/>
          <a:lstStyle/>
          <a:p>
            <a:r>
              <a:rPr lang="zh-CN" altLang="en-US"/>
              <a:t>手工管理</a:t>
            </a:r>
            <a:r>
              <a:rPr lang="en-US" altLang="zh-CN"/>
              <a:t>VS</a:t>
            </a:r>
            <a:r>
              <a:rPr lang="zh-CN" altLang="en-US"/>
              <a:t>工具管理</a:t>
            </a:r>
          </a:p>
        </p:txBody>
      </p:sp>
      <p:graphicFrame>
        <p:nvGraphicFramePr>
          <p:cNvPr id="8" name="内容占位符 7">
            <a:extLst>
              <a:ext uri="{FF2B5EF4-FFF2-40B4-BE49-F238E27FC236}">
                <a16:creationId xmlns:a16="http://schemas.microsoft.com/office/drawing/2014/main" id="{FD837F6D-A44E-A5AF-D9EA-66C7FFC610EF}"/>
              </a:ext>
            </a:extLst>
          </p:cNvPr>
          <p:cNvGraphicFramePr>
            <a:graphicFrameLocks noGrp="1"/>
          </p:cNvGraphicFramePr>
          <p:nvPr>
            <p:ph sz="quarter" idx="19"/>
            <p:extLst>
              <p:ext uri="{D42A27DB-BD31-4B8C-83A1-F6EECF244321}">
                <p14:modId xmlns:p14="http://schemas.microsoft.com/office/powerpoint/2010/main" val="38268235"/>
              </p:ext>
            </p:extLst>
          </p:nvPr>
        </p:nvGraphicFramePr>
        <p:xfrm>
          <a:off x="588963" y="1773238"/>
          <a:ext cx="5408612" cy="33258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内容占位符 6">
            <a:extLst>
              <a:ext uri="{FF2B5EF4-FFF2-40B4-BE49-F238E27FC236}">
                <a16:creationId xmlns:a16="http://schemas.microsoft.com/office/drawing/2014/main" id="{A2BB5042-E558-D87F-DEE1-7B8923CA874E}"/>
              </a:ext>
            </a:extLst>
          </p:cNvPr>
          <p:cNvSpPr>
            <a:spLocks noGrp="1"/>
          </p:cNvSpPr>
          <p:nvPr>
            <p:ph sz="quarter" idx="20"/>
          </p:nvPr>
        </p:nvSpPr>
        <p:spPr/>
        <p:txBody>
          <a:bodyPr/>
          <a:lstStyle/>
          <a:p>
            <a:r>
              <a:rPr lang="zh-CN" altLang="en-US"/>
              <a:t>手工管理：</a:t>
            </a:r>
            <a:endParaRPr lang="en-US" altLang="zh-CN"/>
          </a:p>
          <a:p>
            <a:pPr lvl="1"/>
            <a:r>
              <a:rPr lang="zh-CN" altLang="en-US"/>
              <a:t>维护人员下载 </a:t>
            </a:r>
            <a:r>
              <a:rPr lang="en-US" altLang="zh-CN"/>
              <a:t>zip </a:t>
            </a:r>
            <a:r>
              <a:rPr lang="zh-CN" altLang="en-US"/>
              <a:t>包 → 解压 → 复制到 项目 → 手动配置 </a:t>
            </a:r>
            <a:r>
              <a:rPr lang="en-US" altLang="zh-CN"/>
              <a:t>include_path → </a:t>
            </a:r>
            <a:r>
              <a:rPr lang="zh-CN" altLang="en-US"/>
              <a:t>维护版本 → 处理冲突</a:t>
            </a:r>
            <a:endParaRPr lang="en-US" altLang="zh-CN"/>
          </a:p>
          <a:p>
            <a:r>
              <a:rPr lang="en-US" altLang="zh-CN"/>
              <a:t>Composer</a:t>
            </a:r>
            <a:r>
              <a:rPr lang="zh-CN" altLang="en-US"/>
              <a:t>管理：</a:t>
            </a:r>
            <a:endParaRPr lang="en-US" altLang="zh-CN"/>
          </a:p>
          <a:p>
            <a:pPr lvl="1"/>
            <a:r>
              <a:rPr lang="zh-CN" altLang="zh-CN"/>
              <a:t>维护人员只需敲几个简单的命令，</a:t>
            </a:r>
            <a:r>
              <a:rPr lang="en-US" altLang="zh-CN"/>
              <a:t>Composer</a:t>
            </a:r>
            <a:r>
              <a:rPr lang="zh-CN" altLang="zh-CN"/>
              <a:t>就会自动完成所有工作</a:t>
            </a:r>
            <a:endParaRPr lang="zh-CN" altLang="en-US"/>
          </a:p>
        </p:txBody>
      </p:sp>
      <p:sp>
        <p:nvSpPr>
          <p:cNvPr id="5" name="文本占位符 4">
            <a:extLst>
              <a:ext uri="{FF2B5EF4-FFF2-40B4-BE49-F238E27FC236}">
                <a16:creationId xmlns:a16="http://schemas.microsoft.com/office/drawing/2014/main" id="{EC0BD243-D707-41F7-FD6E-026D3A50A9E0}"/>
              </a:ext>
            </a:extLst>
          </p:cNvPr>
          <p:cNvSpPr>
            <a:spLocks noGrp="1"/>
          </p:cNvSpPr>
          <p:nvPr>
            <p:ph type="body" sz="quarter" idx="18"/>
          </p:nvPr>
        </p:nvSpPr>
        <p:spPr/>
        <p:txBody>
          <a:bodyPr/>
          <a:lstStyle/>
          <a:p>
            <a:r>
              <a:rPr lang="zh-CN" altLang="en-US"/>
              <a:t>为何需要</a:t>
            </a:r>
            <a:r>
              <a:rPr lang="en-US" altLang="zh-CN"/>
              <a:t>Composer</a:t>
            </a:r>
            <a:endParaRPr lang="zh-CN" altLang="en-US"/>
          </a:p>
          <a:p>
            <a:endParaRPr lang="zh-CN" altLang="en-US"/>
          </a:p>
        </p:txBody>
      </p:sp>
      <p:sp>
        <p:nvSpPr>
          <p:cNvPr id="9" name="对角圆角矩形 16">
            <a:extLst>
              <a:ext uri="{FF2B5EF4-FFF2-40B4-BE49-F238E27FC236}">
                <a16:creationId xmlns:a16="http://schemas.microsoft.com/office/drawing/2014/main" id="{B679E3CB-EC01-2148-411C-266D98C80A13}"/>
              </a:ext>
            </a:extLst>
          </p:cNvPr>
          <p:cNvSpPr/>
          <p:nvPr/>
        </p:nvSpPr>
        <p:spPr>
          <a:xfrm>
            <a:off x="2801741" y="5370334"/>
            <a:ext cx="6391667" cy="1132066"/>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手工管理繁琐、易错且难度极大；</a:t>
            </a:r>
            <a:endParaRPr lang="en-US" altLang="zh-CN"/>
          </a:p>
          <a:p>
            <a:pPr algn="ctr"/>
            <a:r>
              <a:rPr lang="zh-CN" altLang="en-US"/>
              <a:t>工具管理简单、规范且不易出错。</a:t>
            </a:r>
          </a:p>
        </p:txBody>
      </p:sp>
    </p:spTree>
    <p:extLst>
      <p:ext uri="{BB962C8B-B14F-4D97-AF65-F5344CB8AC3E}">
        <p14:creationId xmlns:p14="http://schemas.microsoft.com/office/powerpoint/2010/main" val="1763378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graphicEl>
                                              <a:dgm id="{A13483F2-7F4E-419D-892F-5DA869509A46}"/>
                                            </p:graphicEl>
                                          </p:spTgt>
                                        </p:tgtEl>
                                        <p:attrNameLst>
                                          <p:attrName>style.visibility</p:attrName>
                                        </p:attrNameLst>
                                      </p:cBhvr>
                                      <p:to>
                                        <p:strVal val="visible"/>
                                      </p:to>
                                    </p:set>
                                    <p:anim calcmode="lin" valueType="num">
                                      <p:cBhvr additive="base">
                                        <p:cTn id="7" dur="500" fill="hold"/>
                                        <p:tgtEl>
                                          <p:spTgt spid="8">
                                            <p:graphicEl>
                                              <a:dgm id="{A13483F2-7F4E-419D-892F-5DA869509A46}"/>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graphicEl>
                                              <a:dgm id="{A13483F2-7F4E-419D-892F-5DA869509A46}"/>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graphicEl>
                                              <a:dgm id="{0C3D23DD-9AFE-4324-9F34-563674CCC476}"/>
                                            </p:graphicEl>
                                          </p:spTgt>
                                        </p:tgtEl>
                                        <p:attrNameLst>
                                          <p:attrName>style.visibility</p:attrName>
                                        </p:attrNameLst>
                                      </p:cBhvr>
                                      <p:to>
                                        <p:strVal val="visible"/>
                                      </p:to>
                                    </p:set>
                                    <p:anim calcmode="lin" valueType="num">
                                      <p:cBhvr additive="base">
                                        <p:cTn id="13" dur="500" fill="hold"/>
                                        <p:tgtEl>
                                          <p:spTgt spid="8">
                                            <p:graphicEl>
                                              <a:dgm id="{0C3D23DD-9AFE-4324-9F34-563674CCC476}"/>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graphicEl>
                                              <a:dgm id="{0C3D23DD-9AFE-4324-9F34-563674CCC476}"/>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graphicEl>
                                              <a:dgm id="{753BE0F3-9E40-4F02-9ABB-F29FCA4430FF}"/>
                                            </p:graphicEl>
                                          </p:spTgt>
                                        </p:tgtEl>
                                        <p:attrNameLst>
                                          <p:attrName>style.visibility</p:attrName>
                                        </p:attrNameLst>
                                      </p:cBhvr>
                                      <p:to>
                                        <p:strVal val="visible"/>
                                      </p:to>
                                    </p:set>
                                    <p:anim calcmode="lin" valueType="num">
                                      <p:cBhvr additive="base">
                                        <p:cTn id="19" dur="500" fill="hold"/>
                                        <p:tgtEl>
                                          <p:spTgt spid="8">
                                            <p:graphicEl>
                                              <a:dgm id="{753BE0F3-9E40-4F02-9ABB-F29FCA4430FF}"/>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graphicEl>
                                              <a:dgm id="{753BE0F3-9E40-4F02-9ABB-F29FCA4430FF}"/>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graphicEl>
                                              <a:dgm id="{E8B97144-C063-462B-9445-61FF367B0680}"/>
                                            </p:graphicEl>
                                          </p:spTgt>
                                        </p:tgtEl>
                                        <p:attrNameLst>
                                          <p:attrName>style.visibility</p:attrName>
                                        </p:attrNameLst>
                                      </p:cBhvr>
                                      <p:to>
                                        <p:strVal val="visible"/>
                                      </p:to>
                                    </p:set>
                                    <p:anim calcmode="lin" valueType="num">
                                      <p:cBhvr additive="base">
                                        <p:cTn id="25" dur="500" fill="hold"/>
                                        <p:tgtEl>
                                          <p:spTgt spid="8">
                                            <p:graphicEl>
                                              <a:dgm id="{E8B97144-C063-462B-9445-61FF367B0680}"/>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graphicEl>
                                              <a:dgm id="{E8B97144-C063-462B-9445-61FF367B0680}"/>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graphicEl>
                                              <a:dgm id="{876E6782-6A87-4C2A-BF72-DCD67D7E864E}"/>
                                            </p:graphicEl>
                                          </p:spTgt>
                                        </p:tgtEl>
                                        <p:attrNameLst>
                                          <p:attrName>style.visibility</p:attrName>
                                        </p:attrNameLst>
                                      </p:cBhvr>
                                      <p:to>
                                        <p:strVal val="visible"/>
                                      </p:to>
                                    </p:set>
                                    <p:anim calcmode="lin" valueType="num">
                                      <p:cBhvr additive="base">
                                        <p:cTn id="31" dur="500" fill="hold"/>
                                        <p:tgtEl>
                                          <p:spTgt spid="8">
                                            <p:graphicEl>
                                              <a:dgm id="{876E6782-6A87-4C2A-BF72-DCD67D7E864E}"/>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graphicEl>
                                              <a:dgm id="{876E6782-6A87-4C2A-BF72-DCD67D7E864E}"/>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
                                            <p:graphicEl>
                                              <a:dgm id="{07747AAD-A43C-4097-8E59-60FF891EDCF9}"/>
                                            </p:graphicEl>
                                          </p:spTgt>
                                        </p:tgtEl>
                                        <p:attrNameLst>
                                          <p:attrName>style.visibility</p:attrName>
                                        </p:attrNameLst>
                                      </p:cBhvr>
                                      <p:to>
                                        <p:strVal val="visible"/>
                                      </p:to>
                                    </p:set>
                                    <p:anim calcmode="lin" valueType="num">
                                      <p:cBhvr additive="base">
                                        <p:cTn id="37" dur="500" fill="hold"/>
                                        <p:tgtEl>
                                          <p:spTgt spid="8">
                                            <p:graphicEl>
                                              <a:dgm id="{07747AAD-A43C-4097-8E59-60FF891EDCF9}"/>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graphicEl>
                                              <a:dgm id="{07747AAD-A43C-4097-8E59-60FF891EDCF9}"/>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
                                            <p:graphicEl>
                                              <a:dgm id="{24DC4B4E-A814-40C2-8B9E-C0F21E6C48C5}"/>
                                            </p:graphicEl>
                                          </p:spTgt>
                                        </p:tgtEl>
                                        <p:attrNameLst>
                                          <p:attrName>style.visibility</p:attrName>
                                        </p:attrNameLst>
                                      </p:cBhvr>
                                      <p:to>
                                        <p:strVal val="visible"/>
                                      </p:to>
                                    </p:set>
                                    <p:anim calcmode="lin" valueType="num">
                                      <p:cBhvr additive="base">
                                        <p:cTn id="43" dur="500" fill="hold"/>
                                        <p:tgtEl>
                                          <p:spTgt spid="8">
                                            <p:graphicEl>
                                              <a:dgm id="{24DC4B4E-A814-40C2-8B9E-C0F21E6C48C5}"/>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8">
                                            <p:graphicEl>
                                              <a:dgm id="{24DC4B4E-A814-40C2-8B9E-C0F21E6C48C5}"/>
                                            </p:graphic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
                                            <p:graphicEl>
                                              <a:dgm id="{B199E8D9-E254-4CE7-A511-C689C55F3AA8}"/>
                                            </p:graphicEl>
                                          </p:spTgt>
                                        </p:tgtEl>
                                        <p:attrNameLst>
                                          <p:attrName>style.visibility</p:attrName>
                                        </p:attrNameLst>
                                      </p:cBhvr>
                                      <p:to>
                                        <p:strVal val="visible"/>
                                      </p:to>
                                    </p:set>
                                    <p:anim calcmode="lin" valueType="num">
                                      <p:cBhvr additive="base">
                                        <p:cTn id="49" dur="500" fill="hold"/>
                                        <p:tgtEl>
                                          <p:spTgt spid="8">
                                            <p:graphicEl>
                                              <a:dgm id="{B199E8D9-E254-4CE7-A511-C689C55F3AA8}"/>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8">
                                            <p:graphicEl>
                                              <a:dgm id="{B199E8D9-E254-4CE7-A511-C689C55F3AA8}"/>
                                            </p:graphic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7">
                                            <p:txEl>
                                              <p:pRg st="0" end="0"/>
                                            </p:txEl>
                                          </p:spTgt>
                                        </p:tgtEl>
                                        <p:attrNameLst>
                                          <p:attrName>style.visibility</p:attrName>
                                        </p:attrNameLst>
                                      </p:cBhvr>
                                      <p:to>
                                        <p:strVal val="visible"/>
                                      </p:to>
                                    </p:set>
                                    <p:anim calcmode="lin" valueType="num">
                                      <p:cBhvr additive="base">
                                        <p:cTn id="55"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par>
                          <p:cTn id="57" fill="hold">
                            <p:stCondLst>
                              <p:cond delay="500"/>
                            </p:stCondLst>
                            <p:childTnLst>
                              <p:par>
                                <p:cTn id="58" presetID="2" presetClass="entr" presetSubtype="4" fill="hold" nodeType="afterEffect">
                                  <p:stCondLst>
                                    <p:cond delay="0"/>
                                  </p:stCondLst>
                                  <p:childTnLst>
                                    <p:set>
                                      <p:cBhvr>
                                        <p:cTn id="59" dur="1" fill="hold">
                                          <p:stCondLst>
                                            <p:cond delay="0"/>
                                          </p:stCondLst>
                                        </p:cTn>
                                        <p:tgtEl>
                                          <p:spTgt spid="7">
                                            <p:txEl>
                                              <p:pRg st="1" end="1"/>
                                            </p:txEl>
                                          </p:spTgt>
                                        </p:tgtEl>
                                        <p:attrNameLst>
                                          <p:attrName>style.visibility</p:attrName>
                                        </p:attrNameLst>
                                      </p:cBhvr>
                                      <p:to>
                                        <p:strVal val="visible"/>
                                      </p:to>
                                    </p:set>
                                    <p:anim calcmode="lin" valueType="num">
                                      <p:cBhvr additive="base">
                                        <p:cTn id="60"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7">
                                            <p:txEl>
                                              <p:pRg st="2" end="2"/>
                                            </p:txEl>
                                          </p:spTgt>
                                        </p:tgtEl>
                                        <p:attrNameLst>
                                          <p:attrName>style.visibility</p:attrName>
                                        </p:attrNameLst>
                                      </p:cBhvr>
                                      <p:to>
                                        <p:strVal val="visible"/>
                                      </p:to>
                                    </p:set>
                                    <p:anim calcmode="lin" valueType="num">
                                      <p:cBhvr additive="base">
                                        <p:cTn id="66"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par>
                          <p:cTn id="68" fill="hold">
                            <p:stCondLst>
                              <p:cond delay="500"/>
                            </p:stCondLst>
                            <p:childTnLst>
                              <p:par>
                                <p:cTn id="69" presetID="2" presetClass="entr" presetSubtype="4" fill="hold" nodeType="afterEffect">
                                  <p:stCondLst>
                                    <p:cond delay="0"/>
                                  </p:stCondLst>
                                  <p:childTnLst>
                                    <p:set>
                                      <p:cBhvr>
                                        <p:cTn id="70" dur="1" fill="hold">
                                          <p:stCondLst>
                                            <p:cond delay="0"/>
                                          </p:stCondLst>
                                        </p:cTn>
                                        <p:tgtEl>
                                          <p:spTgt spid="7">
                                            <p:txEl>
                                              <p:pRg st="3" end="3"/>
                                            </p:txEl>
                                          </p:spTgt>
                                        </p:tgtEl>
                                        <p:attrNameLst>
                                          <p:attrName>style.visibility</p:attrName>
                                        </p:attrNameLst>
                                      </p:cBhvr>
                                      <p:to>
                                        <p:strVal val="visible"/>
                                      </p:to>
                                    </p:set>
                                    <p:anim calcmode="lin" valueType="num">
                                      <p:cBhvr additive="base">
                                        <p:cTn id="71"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9"/>
                                        </p:tgtEl>
                                        <p:attrNameLst>
                                          <p:attrName>style.visibility</p:attrName>
                                        </p:attrNameLst>
                                      </p:cBhvr>
                                      <p:to>
                                        <p:strVal val="visible"/>
                                      </p:to>
                                    </p:set>
                                    <p:anim calcmode="lin" valueType="num">
                                      <p:cBhvr additive="base">
                                        <p:cTn id="77" dur="500" fill="hold"/>
                                        <p:tgtEl>
                                          <p:spTgt spid="9"/>
                                        </p:tgtEl>
                                        <p:attrNameLst>
                                          <p:attrName>ppt_x</p:attrName>
                                        </p:attrNameLst>
                                      </p:cBhvr>
                                      <p:tavLst>
                                        <p:tav tm="0">
                                          <p:val>
                                            <p:strVal val="#ppt_x"/>
                                          </p:val>
                                        </p:tav>
                                        <p:tav tm="100000">
                                          <p:val>
                                            <p:strVal val="#ppt_x"/>
                                          </p:val>
                                        </p:tav>
                                      </p:tavLst>
                                    </p:anim>
                                    <p:anim calcmode="lin" valueType="num">
                                      <p:cBhvr additive="base">
                                        <p:cTn id="7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Sub>
          <a:bldDgm bld="one"/>
        </p:bldSub>
      </p:bldGraphic>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796FC068-BE49-3730-C8C8-C19C18790B34}"/>
              </a:ext>
            </a:extLst>
          </p:cNvPr>
          <p:cNvSpPr>
            <a:spLocks noGrp="1"/>
          </p:cNvSpPr>
          <p:nvPr>
            <p:ph type="body" sz="quarter" idx="18"/>
          </p:nvPr>
        </p:nvSpPr>
        <p:spPr>
          <a:prstGeom prst="rect">
            <a:avLst/>
          </a:prstGeom>
        </p:spPr>
        <p:txBody>
          <a:bodyPr/>
          <a:lstStyle/>
          <a:p>
            <a:r>
              <a:rPr lang="en-US" altLang="zh-CN"/>
              <a:t>Composer</a:t>
            </a:r>
            <a:r>
              <a:rPr lang="zh-CN" altLang="en-US"/>
              <a:t>的工作流程</a:t>
            </a:r>
          </a:p>
        </p:txBody>
      </p:sp>
      <p:graphicFrame>
        <p:nvGraphicFramePr>
          <p:cNvPr id="8" name="内容占位符 7">
            <a:extLst>
              <a:ext uri="{FF2B5EF4-FFF2-40B4-BE49-F238E27FC236}">
                <a16:creationId xmlns:a16="http://schemas.microsoft.com/office/drawing/2014/main" id="{9C33FE26-AEB3-E32C-1AB1-806C2902DA24}"/>
              </a:ext>
            </a:extLst>
          </p:cNvPr>
          <p:cNvGraphicFramePr>
            <a:graphicFrameLocks noGrp="1"/>
          </p:cNvGraphicFramePr>
          <p:nvPr>
            <p:ph sz="quarter" idx="19"/>
            <p:extLst>
              <p:ext uri="{D42A27DB-BD31-4B8C-83A1-F6EECF244321}">
                <p14:modId xmlns:p14="http://schemas.microsoft.com/office/powerpoint/2010/main" val="1153260682"/>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53758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graphicEl>
                                              <a:dgm id="{052284C0-E13D-46DF-A8B4-D8E1471D6F1B}"/>
                                            </p:graphicEl>
                                          </p:spTgt>
                                        </p:tgtEl>
                                        <p:attrNameLst>
                                          <p:attrName>style.visibility</p:attrName>
                                        </p:attrNameLst>
                                      </p:cBhvr>
                                      <p:to>
                                        <p:strVal val="visible"/>
                                      </p:to>
                                    </p:set>
                                    <p:anim calcmode="lin" valueType="num">
                                      <p:cBhvr additive="base">
                                        <p:cTn id="7" dur="500" fill="hold"/>
                                        <p:tgtEl>
                                          <p:spTgt spid="8">
                                            <p:graphicEl>
                                              <a:dgm id="{052284C0-E13D-46DF-A8B4-D8E1471D6F1B}"/>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graphicEl>
                                              <a:dgm id="{052284C0-E13D-46DF-A8B4-D8E1471D6F1B}"/>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graphicEl>
                                              <a:dgm id="{F0649CE5-031A-4521-88B4-9E74A56DF612}"/>
                                            </p:graphicEl>
                                          </p:spTgt>
                                        </p:tgtEl>
                                        <p:attrNameLst>
                                          <p:attrName>style.visibility</p:attrName>
                                        </p:attrNameLst>
                                      </p:cBhvr>
                                      <p:to>
                                        <p:strVal val="visible"/>
                                      </p:to>
                                    </p:set>
                                    <p:anim calcmode="lin" valueType="num">
                                      <p:cBhvr additive="base">
                                        <p:cTn id="13" dur="500" fill="hold"/>
                                        <p:tgtEl>
                                          <p:spTgt spid="8">
                                            <p:graphicEl>
                                              <a:dgm id="{F0649CE5-031A-4521-88B4-9E74A56DF612}"/>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graphicEl>
                                              <a:dgm id="{F0649CE5-031A-4521-88B4-9E74A56DF612}"/>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graphicEl>
                                              <a:dgm id="{4FFDA140-B15F-4AEE-8DBC-A90CFE7A9140}"/>
                                            </p:graphicEl>
                                          </p:spTgt>
                                        </p:tgtEl>
                                        <p:attrNameLst>
                                          <p:attrName>style.visibility</p:attrName>
                                        </p:attrNameLst>
                                      </p:cBhvr>
                                      <p:to>
                                        <p:strVal val="visible"/>
                                      </p:to>
                                    </p:set>
                                    <p:anim calcmode="lin" valueType="num">
                                      <p:cBhvr additive="base">
                                        <p:cTn id="19" dur="500" fill="hold"/>
                                        <p:tgtEl>
                                          <p:spTgt spid="8">
                                            <p:graphicEl>
                                              <a:dgm id="{4FFDA140-B15F-4AEE-8DBC-A90CFE7A9140}"/>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graphicEl>
                                              <a:dgm id="{4FFDA140-B15F-4AEE-8DBC-A90CFE7A9140}"/>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graphicEl>
                                              <a:dgm id="{3B57D007-B411-4879-AAEC-9A8D1A8FFCF3}"/>
                                            </p:graphicEl>
                                          </p:spTgt>
                                        </p:tgtEl>
                                        <p:attrNameLst>
                                          <p:attrName>style.visibility</p:attrName>
                                        </p:attrNameLst>
                                      </p:cBhvr>
                                      <p:to>
                                        <p:strVal val="visible"/>
                                      </p:to>
                                    </p:set>
                                    <p:anim calcmode="lin" valueType="num">
                                      <p:cBhvr additive="base">
                                        <p:cTn id="25" dur="500" fill="hold"/>
                                        <p:tgtEl>
                                          <p:spTgt spid="8">
                                            <p:graphicEl>
                                              <a:dgm id="{3B57D007-B411-4879-AAEC-9A8D1A8FFCF3}"/>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8">
                                            <p:graphicEl>
                                              <a:dgm id="{3B57D007-B411-4879-AAEC-9A8D1A8FFCF3}"/>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8">
                                            <p:graphicEl>
                                              <a:dgm id="{2331D5AE-0E2E-415D-85FC-64A6CF5D1989}"/>
                                            </p:graphicEl>
                                          </p:spTgt>
                                        </p:tgtEl>
                                        <p:attrNameLst>
                                          <p:attrName>style.visibility</p:attrName>
                                        </p:attrNameLst>
                                      </p:cBhvr>
                                      <p:to>
                                        <p:strVal val="visible"/>
                                      </p:to>
                                    </p:set>
                                    <p:anim calcmode="lin" valueType="num">
                                      <p:cBhvr additive="base">
                                        <p:cTn id="31" dur="500" fill="hold"/>
                                        <p:tgtEl>
                                          <p:spTgt spid="8">
                                            <p:graphicEl>
                                              <a:dgm id="{2331D5AE-0E2E-415D-85FC-64A6CF5D1989}"/>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8">
                                            <p:graphicEl>
                                              <a:dgm id="{2331D5AE-0E2E-415D-85FC-64A6CF5D1989}"/>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
                                            <p:graphicEl>
                                              <a:dgm id="{CE52B6D3-0BE9-4E06-80A4-C19DE3491900}"/>
                                            </p:graphicEl>
                                          </p:spTgt>
                                        </p:tgtEl>
                                        <p:attrNameLst>
                                          <p:attrName>style.visibility</p:attrName>
                                        </p:attrNameLst>
                                      </p:cBhvr>
                                      <p:to>
                                        <p:strVal val="visible"/>
                                      </p:to>
                                    </p:set>
                                    <p:anim calcmode="lin" valueType="num">
                                      <p:cBhvr additive="base">
                                        <p:cTn id="37" dur="500" fill="hold"/>
                                        <p:tgtEl>
                                          <p:spTgt spid="8">
                                            <p:graphicEl>
                                              <a:dgm id="{CE52B6D3-0BE9-4E06-80A4-C19DE3491900}"/>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8">
                                            <p:graphicEl>
                                              <a:dgm id="{CE52B6D3-0BE9-4E06-80A4-C19DE3491900}"/>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
                                            <p:graphicEl>
                                              <a:dgm id="{E5507B52-3992-43FF-BA09-371DA6409909}"/>
                                            </p:graphicEl>
                                          </p:spTgt>
                                        </p:tgtEl>
                                        <p:attrNameLst>
                                          <p:attrName>style.visibility</p:attrName>
                                        </p:attrNameLst>
                                      </p:cBhvr>
                                      <p:to>
                                        <p:strVal val="visible"/>
                                      </p:to>
                                    </p:set>
                                    <p:anim calcmode="lin" valueType="num">
                                      <p:cBhvr additive="base">
                                        <p:cTn id="43" dur="500" fill="hold"/>
                                        <p:tgtEl>
                                          <p:spTgt spid="8">
                                            <p:graphicEl>
                                              <a:dgm id="{E5507B52-3992-43FF-BA09-371DA6409909}"/>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8">
                                            <p:graphicEl>
                                              <a:dgm id="{E5507B52-3992-43FF-BA09-371DA6409909}"/>
                                            </p:graphic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
                                            <p:graphicEl>
                                              <a:dgm id="{D7088EC7-97A2-4AA0-B37D-5BA08A04E25E}"/>
                                            </p:graphicEl>
                                          </p:spTgt>
                                        </p:tgtEl>
                                        <p:attrNameLst>
                                          <p:attrName>style.visibility</p:attrName>
                                        </p:attrNameLst>
                                      </p:cBhvr>
                                      <p:to>
                                        <p:strVal val="visible"/>
                                      </p:to>
                                    </p:set>
                                    <p:anim calcmode="lin" valueType="num">
                                      <p:cBhvr additive="base">
                                        <p:cTn id="49" dur="500" fill="hold"/>
                                        <p:tgtEl>
                                          <p:spTgt spid="8">
                                            <p:graphicEl>
                                              <a:dgm id="{D7088EC7-97A2-4AA0-B37D-5BA08A04E25E}"/>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8">
                                            <p:graphicEl>
                                              <a:dgm id="{D7088EC7-97A2-4AA0-B37D-5BA08A04E25E}"/>
                                            </p:graphic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8">
                                            <p:graphicEl>
                                              <a:dgm id="{98CBDDC2-5531-4725-BD11-A1E5828E6CCA}"/>
                                            </p:graphicEl>
                                          </p:spTgt>
                                        </p:tgtEl>
                                        <p:attrNameLst>
                                          <p:attrName>style.visibility</p:attrName>
                                        </p:attrNameLst>
                                      </p:cBhvr>
                                      <p:to>
                                        <p:strVal val="visible"/>
                                      </p:to>
                                    </p:set>
                                    <p:anim calcmode="lin" valueType="num">
                                      <p:cBhvr additive="base">
                                        <p:cTn id="55" dur="500" fill="hold"/>
                                        <p:tgtEl>
                                          <p:spTgt spid="8">
                                            <p:graphicEl>
                                              <a:dgm id="{98CBDDC2-5531-4725-BD11-A1E5828E6CCA}"/>
                                            </p:graphicEl>
                                          </p:spTgt>
                                        </p:tgtEl>
                                        <p:attrNameLst>
                                          <p:attrName>ppt_x</p:attrName>
                                        </p:attrNameLst>
                                      </p:cBhvr>
                                      <p:tavLst>
                                        <p:tav tm="0">
                                          <p:val>
                                            <p:strVal val="#ppt_x"/>
                                          </p:val>
                                        </p:tav>
                                        <p:tav tm="100000">
                                          <p:val>
                                            <p:strVal val="#ppt_x"/>
                                          </p:val>
                                        </p:tav>
                                      </p:tavLst>
                                    </p:anim>
                                    <p:anim calcmode="lin" valueType="num">
                                      <p:cBhvr additive="base">
                                        <p:cTn id="56" dur="500" fill="hold"/>
                                        <p:tgtEl>
                                          <p:spTgt spid="8">
                                            <p:graphicEl>
                                              <a:dgm id="{98CBDDC2-5531-4725-BD11-A1E5828E6CCA}"/>
                                            </p:graphic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8">
                                            <p:graphicEl>
                                              <a:dgm id="{09087EE8-2678-445F-8974-397DB751FCF4}"/>
                                            </p:graphicEl>
                                          </p:spTgt>
                                        </p:tgtEl>
                                        <p:attrNameLst>
                                          <p:attrName>style.visibility</p:attrName>
                                        </p:attrNameLst>
                                      </p:cBhvr>
                                      <p:to>
                                        <p:strVal val="visible"/>
                                      </p:to>
                                    </p:set>
                                    <p:anim calcmode="lin" valueType="num">
                                      <p:cBhvr additive="base">
                                        <p:cTn id="61" dur="500" fill="hold"/>
                                        <p:tgtEl>
                                          <p:spTgt spid="8">
                                            <p:graphicEl>
                                              <a:dgm id="{09087EE8-2678-445F-8974-397DB751FCF4}"/>
                                            </p:graphicEl>
                                          </p:spTgt>
                                        </p:tgtEl>
                                        <p:attrNameLst>
                                          <p:attrName>ppt_x</p:attrName>
                                        </p:attrNameLst>
                                      </p:cBhvr>
                                      <p:tavLst>
                                        <p:tav tm="0">
                                          <p:val>
                                            <p:strVal val="#ppt_x"/>
                                          </p:val>
                                        </p:tav>
                                        <p:tav tm="100000">
                                          <p:val>
                                            <p:strVal val="#ppt_x"/>
                                          </p:val>
                                        </p:tav>
                                      </p:tavLst>
                                    </p:anim>
                                    <p:anim calcmode="lin" valueType="num">
                                      <p:cBhvr additive="base">
                                        <p:cTn id="62" dur="500" fill="hold"/>
                                        <p:tgtEl>
                                          <p:spTgt spid="8">
                                            <p:graphicEl>
                                              <a:dgm id="{09087EE8-2678-445F-8974-397DB751FCF4}"/>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Sub>
          <a:bldDgm bld="one"/>
        </p:bldSub>
      </p:bldGraphic>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0D0244D3-0887-B20D-41A6-C9FDF5D99F90}"/>
              </a:ext>
            </a:extLst>
          </p:cNvPr>
          <p:cNvSpPr>
            <a:spLocks noGrp="1"/>
          </p:cNvSpPr>
          <p:nvPr>
            <p:ph type="body" sz="quarter" idx="18"/>
          </p:nvPr>
        </p:nvSpPr>
        <p:spPr/>
        <p:txBody>
          <a:bodyPr/>
          <a:lstStyle/>
          <a:p>
            <a:r>
              <a:rPr lang="en-US" altLang="zh-CN"/>
              <a:t>Composer</a:t>
            </a:r>
            <a:r>
              <a:rPr lang="zh-CN" altLang="en-US"/>
              <a:t>的常用命令</a:t>
            </a:r>
          </a:p>
        </p:txBody>
      </p:sp>
      <p:graphicFrame>
        <p:nvGraphicFramePr>
          <p:cNvPr id="4" name="内容占位符 3">
            <a:extLst>
              <a:ext uri="{FF2B5EF4-FFF2-40B4-BE49-F238E27FC236}">
                <a16:creationId xmlns:a16="http://schemas.microsoft.com/office/drawing/2014/main" id="{B28AA763-AE51-61A9-7624-7846EEDA5CF9}"/>
              </a:ext>
            </a:extLst>
          </p:cNvPr>
          <p:cNvGraphicFramePr>
            <a:graphicFrameLocks noGrp="1"/>
          </p:cNvGraphicFramePr>
          <p:nvPr>
            <p:ph sz="quarter" idx="19"/>
            <p:extLst>
              <p:ext uri="{D42A27DB-BD31-4B8C-83A1-F6EECF244321}">
                <p14:modId xmlns:p14="http://schemas.microsoft.com/office/powerpoint/2010/main" val="2425791962"/>
              </p:ext>
            </p:extLst>
          </p:nvPr>
        </p:nvGraphicFramePr>
        <p:xfrm>
          <a:off x="1031875" y="1380011"/>
          <a:ext cx="10048875" cy="4385790"/>
        </p:xfrm>
        <a:graphic>
          <a:graphicData uri="http://schemas.openxmlformats.org/drawingml/2006/table">
            <a:tbl>
              <a:tblPr firstRow="1" firstCol="1" bandRow="1">
                <a:tableStyleId>{5C22544A-7EE6-4342-B048-85BDC9FD1C3A}</a:tableStyleId>
              </a:tblPr>
              <a:tblGrid>
                <a:gridCol w="4105275">
                  <a:extLst>
                    <a:ext uri="{9D8B030D-6E8A-4147-A177-3AD203B41FA5}">
                      <a16:colId xmlns:a16="http://schemas.microsoft.com/office/drawing/2014/main" val="3543219768"/>
                    </a:ext>
                  </a:extLst>
                </a:gridCol>
                <a:gridCol w="5943600">
                  <a:extLst>
                    <a:ext uri="{9D8B030D-6E8A-4147-A177-3AD203B41FA5}">
                      <a16:colId xmlns:a16="http://schemas.microsoft.com/office/drawing/2014/main" val="3952452569"/>
                    </a:ext>
                  </a:extLst>
                </a:gridCol>
              </a:tblGrid>
              <a:tr h="438881">
                <a:tc>
                  <a:txBody>
                    <a:bodyPr/>
                    <a:lstStyle/>
                    <a:p>
                      <a:pPr indent="18415" algn="just">
                        <a:lnSpc>
                          <a:spcPts val="2000"/>
                        </a:lnSpc>
                        <a:buNone/>
                      </a:pPr>
                      <a:r>
                        <a:rPr lang="zh-CN" sz="1600" kern="100">
                          <a:effectLst/>
                        </a:rPr>
                        <a:t>命令</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ts val="2000"/>
                        </a:lnSpc>
                        <a:buNone/>
                      </a:pPr>
                      <a:r>
                        <a:rPr lang="zh-CN" sz="1600" kern="100">
                          <a:effectLst/>
                        </a:rPr>
                        <a:t>作用</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89834304"/>
                  </a:ext>
                </a:extLst>
              </a:tr>
              <a:tr h="438277">
                <a:tc>
                  <a:txBody>
                    <a:bodyPr/>
                    <a:lstStyle/>
                    <a:p>
                      <a:pPr indent="18415" algn="just">
                        <a:lnSpc>
                          <a:spcPts val="2000"/>
                        </a:lnSpc>
                        <a:buNone/>
                      </a:pPr>
                      <a:r>
                        <a:rPr lang="en-US" sz="1600" kern="100">
                          <a:effectLst/>
                        </a:rPr>
                        <a:t>composer init</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ts val="2000"/>
                        </a:lnSpc>
                        <a:buNone/>
                      </a:pPr>
                      <a:r>
                        <a:rPr lang="zh-CN" sz="1600" kern="100">
                          <a:effectLst/>
                        </a:rPr>
                        <a:t>交互式创建</a:t>
                      </a:r>
                      <a:r>
                        <a:rPr lang="en-US" sz="1600" kern="100">
                          <a:effectLst/>
                        </a:rPr>
                        <a:t> composer.json</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468335247"/>
                  </a:ext>
                </a:extLst>
              </a:tr>
              <a:tr h="438277">
                <a:tc>
                  <a:txBody>
                    <a:bodyPr/>
                    <a:lstStyle/>
                    <a:p>
                      <a:pPr indent="18415" algn="just">
                        <a:lnSpc>
                          <a:spcPts val="2000"/>
                        </a:lnSpc>
                        <a:buNone/>
                      </a:pPr>
                      <a:r>
                        <a:rPr lang="en-US" sz="1600" kern="100">
                          <a:effectLst/>
                        </a:rPr>
                        <a:t>composer install</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ts val="2000"/>
                        </a:lnSpc>
                        <a:buNone/>
                      </a:pPr>
                      <a:r>
                        <a:rPr lang="zh-CN" sz="1600" kern="100">
                          <a:effectLst/>
                        </a:rPr>
                        <a:t>安装依赖（读取</a:t>
                      </a:r>
                      <a:r>
                        <a:rPr lang="en-US" sz="1600" kern="100">
                          <a:effectLst/>
                        </a:rPr>
                        <a:t> composer.lock</a:t>
                      </a:r>
                      <a:r>
                        <a:rPr lang="zh-CN" sz="1600" kern="100">
                          <a:effectLst/>
                        </a:rPr>
                        <a:t>）</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288404661"/>
                  </a:ext>
                </a:extLst>
              </a:tr>
              <a:tr h="438277">
                <a:tc>
                  <a:txBody>
                    <a:bodyPr/>
                    <a:lstStyle/>
                    <a:p>
                      <a:pPr indent="18415" algn="just">
                        <a:lnSpc>
                          <a:spcPts val="2000"/>
                        </a:lnSpc>
                        <a:buNone/>
                      </a:pPr>
                      <a:r>
                        <a:rPr lang="en-US" sz="1600" kern="100">
                          <a:effectLst/>
                        </a:rPr>
                        <a:t>composer update</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ts val="2000"/>
                        </a:lnSpc>
                        <a:buNone/>
                      </a:pPr>
                      <a:r>
                        <a:rPr lang="zh-CN" sz="1600" kern="100">
                          <a:effectLst/>
                        </a:rPr>
                        <a:t>更新依赖（读取</a:t>
                      </a:r>
                      <a:r>
                        <a:rPr lang="en-US" sz="1600" kern="100">
                          <a:effectLst/>
                        </a:rPr>
                        <a:t> composer.json</a:t>
                      </a:r>
                      <a:r>
                        <a:rPr lang="zh-CN" sz="1600" kern="100">
                          <a:effectLst/>
                        </a:rPr>
                        <a:t>）</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770626773"/>
                  </a:ext>
                </a:extLst>
              </a:tr>
              <a:tr h="438277">
                <a:tc>
                  <a:txBody>
                    <a:bodyPr/>
                    <a:lstStyle/>
                    <a:p>
                      <a:pPr indent="18415" algn="just">
                        <a:lnSpc>
                          <a:spcPts val="2000"/>
                        </a:lnSpc>
                        <a:buNone/>
                      </a:pPr>
                      <a:r>
                        <a:rPr lang="en-US" sz="1600" kern="100">
                          <a:effectLst/>
                        </a:rPr>
                        <a:t>composer require vendor/package</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ts val="2000"/>
                        </a:lnSpc>
                        <a:buNone/>
                      </a:pPr>
                      <a:r>
                        <a:rPr lang="zh-CN" sz="1600" kern="100">
                          <a:effectLst/>
                        </a:rPr>
                        <a:t>安装并添加依赖到</a:t>
                      </a:r>
                      <a:r>
                        <a:rPr lang="en-US" sz="1600" kern="100">
                          <a:effectLst/>
                        </a:rPr>
                        <a:t> composer.json</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88384130"/>
                  </a:ext>
                </a:extLst>
              </a:tr>
              <a:tr h="438881">
                <a:tc>
                  <a:txBody>
                    <a:bodyPr/>
                    <a:lstStyle/>
                    <a:p>
                      <a:pPr indent="18415" algn="just">
                        <a:lnSpc>
                          <a:spcPts val="2000"/>
                        </a:lnSpc>
                        <a:buNone/>
                      </a:pPr>
                      <a:r>
                        <a:rPr lang="en-US" sz="1600" kern="100">
                          <a:effectLst/>
                        </a:rPr>
                        <a:t>composer remove vendor/package</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ts val="2000"/>
                        </a:lnSpc>
                        <a:buNone/>
                      </a:pPr>
                      <a:r>
                        <a:rPr lang="zh-CN" sz="1600" kern="100">
                          <a:effectLst/>
                        </a:rPr>
                        <a:t>移除依赖</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28389214"/>
                  </a:ext>
                </a:extLst>
              </a:tr>
              <a:tr h="438881">
                <a:tc>
                  <a:txBody>
                    <a:bodyPr/>
                    <a:lstStyle/>
                    <a:p>
                      <a:pPr indent="18415" algn="just">
                        <a:lnSpc>
                          <a:spcPts val="2000"/>
                        </a:lnSpc>
                        <a:buNone/>
                      </a:pPr>
                      <a:r>
                        <a:rPr lang="en-US" sz="1600" kern="100">
                          <a:effectLst/>
                        </a:rPr>
                        <a:t>composer dump-autoload</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ts val="2000"/>
                        </a:lnSpc>
                        <a:buNone/>
                      </a:pPr>
                      <a:r>
                        <a:rPr lang="zh-CN" sz="1600" kern="100">
                          <a:effectLst/>
                        </a:rPr>
                        <a:t>重新生成自动加载文件</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546438984"/>
                  </a:ext>
                </a:extLst>
              </a:tr>
              <a:tr h="438881">
                <a:tc>
                  <a:txBody>
                    <a:bodyPr/>
                    <a:lstStyle/>
                    <a:p>
                      <a:pPr indent="18415" algn="just">
                        <a:lnSpc>
                          <a:spcPts val="2000"/>
                        </a:lnSpc>
                        <a:buNone/>
                      </a:pPr>
                      <a:r>
                        <a:rPr lang="en-US" sz="1600" kern="100">
                          <a:effectLst/>
                        </a:rPr>
                        <a:t>composer show</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ts val="2000"/>
                        </a:lnSpc>
                        <a:buNone/>
                      </a:pPr>
                      <a:r>
                        <a:rPr lang="zh-CN" sz="1600" kern="100">
                          <a:effectLst/>
                        </a:rPr>
                        <a:t>查看已安装的包</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203710382"/>
                  </a:ext>
                </a:extLst>
              </a:tr>
              <a:tr h="438881">
                <a:tc>
                  <a:txBody>
                    <a:bodyPr/>
                    <a:lstStyle/>
                    <a:p>
                      <a:pPr indent="18415" algn="just">
                        <a:lnSpc>
                          <a:spcPts val="2000"/>
                        </a:lnSpc>
                        <a:buNone/>
                      </a:pPr>
                      <a:r>
                        <a:rPr lang="en-US" sz="1600" kern="100">
                          <a:effectLst/>
                        </a:rPr>
                        <a:t>composer outdated</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ts val="2000"/>
                        </a:lnSpc>
                        <a:buNone/>
                      </a:pPr>
                      <a:r>
                        <a:rPr lang="zh-CN" sz="1600" kern="100">
                          <a:effectLst/>
                        </a:rPr>
                        <a:t>查看可更新的包</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725284514"/>
                  </a:ext>
                </a:extLst>
              </a:tr>
              <a:tr h="438277">
                <a:tc>
                  <a:txBody>
                    <a:bodyPr/>
                    <a:lstStyle/>
                    <a:p>
                      <a:pPr indent="18415" algn="just">
                        <a:lnSpc>
                          <a:spcPts val="2000"/>
                        </a:lnSpc>
                        <a:buNone/>
                      </a:pPr>
                      <a:r>
                        <a:rPr lang="en-US" sz="1600" kern="100">
                          <a:effectLst/>
                        </a:rPr>
                        <a:t>composer validate</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ts val="2000"/>
                        </a:lnSpc>
                        <a:buNone/>
                      </a:pPr>
                      <a:r>
                        <a:rPr lang="zh-CN" sz="1600" kern="100">
                          <a:effectLst/>
                        </a:rPr>
                        <a:t>验证</a:t>
                      </a:r>
                      <a:r>
                        <a:rPr lang="en-US" sz="1600" kern="100">
                          <a:effectLst/>
                        </a:rPr>
                        <a:t> composer.json </a:t>
                      </a:r>
                      <a:r>
                        <a:rPr lang="zh-CN" sz="1600" kern="100">
                          <a:effectLst/>
                        </a:rPr>
                        <a:t>格式</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64087764"/>
                  </a:ext>
                </a:extLst>
              </a:tr>
            </a:tbl>
          </a:graphicData>
        </a:graphic>
      </p:graphicFrame>
    </p:spTree>
    <p:extLst>
      <p:ext uri="{BB962C8B-B14F-4D97-AF65-F5344CB8AC3E}">
        <p14:creationId xmlns:p14="http://schemas.microsoft.com/office/powerpoint/2010/main" val="18999408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文本占位符 32">
            <a:extLst>
              <a:ext uri="{FF2B5EF4-FFF2-40B4-BE49-F238E27FC236}">
                <a16:creationId xmlns:a16="http://schemas.microsoft.com/office/drawing/2014/main" id="{DCB5C0F4-2E50-864D-FCD8-FFA7935F4083}"/>
              </a:ext>
            </a:extLst>
          </p:cNvPr>
          <p:cNvSpPr>
            <a:spLocks noGrp="1"/>
          </p:cNvSpPr>
          <p:nvPr>
            <p:ph type="body" idx="1"/>
          </p:nvPr>
        </p:nvSpPr>
        <p:spPr/>
        <p:txBody>
          <a:bodyPr/>
          <a:lstStyle/>
          <a:p>
            <a:r>
              <a:rPr lang="en-US" altLang="zh-CN" dirty="0" err="1"/>
              <a:t>composer.json</a:t>
            </a:r>
            <a:endParaRPr lang="zh-CN" altLang="en-US" dirty="0"/>
          </a:p>
        </p:txBody>
      </p:sp>
      <p:sp>
        <p:nvSpPr>
          <p:cNvPr id="34" name="文本占位符 33">
            <a:extLst>
              <a:ext uri="{FF2B5EF4-FFF2-40B4-BE49-F238E27FC236}">
                <a16:creationId xmlns:a16="http://schemas.microsoft.com/office/drawing/2014/main" id="{98FD3F53-9346-943A-1F3A-B593192AD7B3}"/>
              </a:ext>
            </a:extLst>
          </p:cNvPr>
          <p:cNvSpPr>
            <a:spLocks noGrp="1"/>
          </p:cNvSpPr>
          <p:nvPr>
            <p:ph type="body" sz="quarter" idx="3"/>
          </p:nvPr>
        </p:nvSpPr>
        <p:spPr/>
        <p:txBody>
          <a:bodyPr/>
          <a:lstStyle/>
          <a:p>
            <a:r>
              <a:rPr lang="en-US" altLang="zh-CN" dirty="0" err="1"/>
              <a:t>composer.lock</a:t>
            </a:r>
            <a:endParaRPr lang="zh-CN" altLang="en-US" dirty="0"/>
          </a:p>
        </p:txBody>
      </p:sp>
      <p:pic>
        <p:nvPicPr>
          <p:cNvPr id="6" name="内容占位符 5">
            <a:extLst>
              <a:ext uri="{FF2B5EF4-FFF2-40B4-BE49-F238E27FC236}">
                <a16:creationId xmlns:a16="http://schemas.microsoft.com/office/drawing/2014/main" id="{DC596DA5-75FA-9EDF-AAE2-30B727A98340}"/>
              </a:ext>
            </a:extLst>
          </p:cNvPr>
          <p:cNvPicPr>
            <a:picLocks noGrp="1" noChangeAspect="1"/>
          </p:cNvPicPr>
          <p:nvPr>
            <p:ph sz="quarter" idx="19"/>
          </p:nvPr>
        </p:nvPicPr>
        <p:blipFill>
          <a:blip r:embed="rId3"/>
          <a:stretch>
            <a:fillRect/>
          </a:stretch>
        </p:blipFill>
        <p:spPr>
          <a:xfrm>
            <a:off x="588963" y="1832251"/>
            <a:ext cx="4859337" cy="4561924"/>
          </a:xfrm>
        </p:spPr>
      </p:pic>
      <p:sp>
        <p:nvSpPr>
          <p:cNvPr id="3" name="文本占位符 2">
            <a:extLst>
              <a:ext uri="{FF2B5EF4-FFF2-40B4-BE49-F238E27FC236}">
                <a16:creationId xmlns:a16="http://schemas.microsoft.com/office/drawing/2014/main" id="{535D92EC-7364-5381-74A1-6A69C7373F37}"/>
              </a:ext>
            </a:extLst>
          </p:cNvPr>
          <p:cNvSpPr>
            <a:spLocks noGrp="1"/>
          </p:cNvSpPr>
          <p:nvPr>
            <p:ph type="body" sz="quarter" idx="18"/>
          </p:nvPr>
        </p:nvSpPr>
        <p:spPr/>
        <p:txBody>
          <a:bodyPr/>
          <a:lstStyle/>
          <a:p>
            <a:r>
              <a:rPr lang="en-US" altLang="zh-CN"/>
              <a:t>composer</a:t>
            </a:r>
            <a:r>
              <a:rPr lang="zh-CN" altLang="en-US"/>
              <a:t>的两个文件</a:t>
            </a:r>
          </a:p>
        </p:txBody>
      </p:sp>
      <p:pic>
        <p:nvPicPr>
          <p:cNvPr id="13" name="内容占位符 7">
            <a:extLst>
              <a:ext uri="{FF2B5EF4-FFF2-40B4-BE49-F238E27FC236}">
                <a16:creationId xmlns:a16="http://schemas.microsoft.com/office/drawing/2014/main" id="{A219295A-11D6-17BA-90A5-3AF4831F4604}"/>
              </a:ext>
            </a:extLst>
          </p:cNvPr>
          <p:cNvPicPr>
            <a:picLocks noChangeAspect="1"/>
          </p:cNvPicPr>
          <p:nvPr/>
        </p:nvPicPr>
        <p:blipFill>
          <a:blip r:embed="rId4"/>
          <a:stretch>
            <a:fillRect/>
          </a:stretch>
        </p:blipFill>
        <p:spPr>
          <a:xfrm>
            <a:off x="6096000" y="1722021"/>
            <a:ext cx="5181600" cy="1188851"/>
          </a:xfrm>
          <a:prstGeom prst="rect">
            <a:avLst/>
          </a:prstGeom>
          <a:ln>
            <a:solidFill>
              <a:schemeClr val="accent1"/>
            </a:solidFill>
          </a:ln>
        </p:spPr>
      </p:pic>
      <p:pic>
        <p:nvPicPr>
          <p:cNvPr id="17" name="内容占位符 13">
            <a:extLst>
              <a:ext uri="{FF2B5EF4-FFF2-40B4-BE49-F238E27FC236}">
                <a16:creationId xmlns:a16="http://schemas.microsoft.com/office/drawing/2014/main" id="{D4491417-6789-1ADA-AFB6-4E7B2454604C}"/>
              </a:ext>
            </a:extLst>
          </p:cNvPr>
          <p:cNvPicPr>
            <a:picLocks noChangeAspect="1"/>
          </p:cNvPicPr>
          <p:nvPr/>
        </p:nvPicPr>
        <p:blipFill>
          <a:blip r:embed="rId5"/>
          <a:stretch>
            <a:fillRect/>
          </a:stretch>
        </p:blipFill>
        <p:spPr>
          <a:xfrm>
            <a:off x="6096000" y="2962089"/>
            <a:ext cx="5181600" cy="736805"/>
          </a:xfrm>
          <a:prstGeom prst="rect">
            <a:avLst/>
          </a:prstGeom>
          <a:ln>
            <a:solidFill>
              <a:schemeClr val="accent1"/>
            </a:solidFill>
          </a:ln>
        </p:spPr>
      </p:pic>
      <p:pic>
        <p:nvPicPr>
          <p:cNvPr id="22" name="内容占位符 18">
            <a:extLst>
              <a:ext uri="{FF2B5EF4-FFF2-40B4-BE49-F238E27FC236}">
                <a16:creationId xmlns:a16="http://schemas.microsoft.com/office/drawing/2014/main" id="{34F21F59-FB48-6723-63C7-36CF4D9A7D47}"/>
              </a:ext>
            </a:extLst>
          </p:cNvPr>
          <p:cNvPicPr>
            <a:picLocks noChangeAspect="1"/>
          </p:cNvPicPr>
          <p:nvPr/>
        </p:nvPicPr>
        <p:blipFill>
          <a:blip r:embed="rId6"/>
          <a:stretch>
            <a:fillRect/>
          </a:stretch>
        </p:blipFill>
        <p:spPr>
          <a:xfrm>
            <a:off x="6096000" y="3788795"/>
            <a:ext cx="5181600" cy="496482"/>
          </a:xfrm>
          <a:prstGeom prst="rect">
            <a:avLst/>
          </a:prstGeom>
          <a:ln>
            <a:solidFill>
              <a:schemeClr val="accent1"/>
            </a:solidFill>
          </a:ln>
        </p:spPr>
      </p:pic>
      <p:pic>
        <p:nvPicPr>
          <p:cNvPr id="27" name="内容占位符 23">
            <a:extLst>
              <a:ext uri="{FF2B5EF4-FFF2-40B4-BE49-F238E27FC236}">
                <a16:creationId xmlns:a16="http://schemas.microsoft.com/office/drawing/2014/main" id="{FD81C009-C4B4-0B51-F8B8-CD8799A600CD}"/>
              </a:ext>
            </a:extLst>
          </p:cNvPr>
          <p:cNvPicPr>
            <a:picLocks noChangeAspect="1"/>
          </p:cNvPicPr>
          <p:nvPr/>
        </p:nvPicPr>
        <p:blipFill>
          <a:blip r:embed="rId7"/>
          <a:stretch>
            <a:fillRect/>
          </a:stretch>
        </p:blipFill>
        <p:spPr>
          <a:xfrm>
            <a:off x="6096000" y="4412671"/>
            <a:ext cx="5181600" cy="708542"/>
          </a:xfrm>
          <a:prstGeom prst="rect">
            <a:avLst/>
          </a:prstGeom>
          <a:ln>
            <a:solidFill>
              <a:schemeClr val="accent1"/>
            </a:solidFill>
          </a:ln>
        </p:spPr>
      </p:pic>
      <p:pic>
        <p:nvPicPr>
          <p:cNvPr id="32" name="内容占位符 28">
            <a:extLst>
              <a:ext uri="{FF2B5EF4-FFF2-40B4-BE49-F238E27FC236}">
                <a16:creationId xmlns:a16="http://schemas.microsoft.com/office/drawing/2014/main" id="{0E0B21F5-ED52-DDFD-A9F7-4AC45E7E23C4}"/>
              </a:ext>
            </a:extLst>
          </p:cNvPr>
          <p:cNvPicPr>
            <a:picLocks noChangeAspect="1"/>
          </p:cNvPicPr>
          <p:nvPr/>
        </p:nvPicPr>
        <p:blipFill>
          <a:blip r:embed="rId8"/>
          <a:stretch>
            <a:fillRect/>
          </a:stretch>
        </p:blipFill>
        <p:spPr>
          <a:xfrm>
            <a:off x="6096000" y="5166374"/>
            <a:ext cx="5181600" cy="804161"/>
          </a:xfrm>
          <a:prstGeom prst="rect">
            <a:avLst/>
          </a:prstGeom>
          <a:ln>
            <a:solidFill>
              <a:schemeClr val="accent1"/>
            </a:solidFill>
          </a:ln>
        </p:spPr>
      </p:pic>
    </p:spTree>
    <p:extLst>
      <p:ext uri="{BB962C8B-B14F-4D97-AF65-F5344CB8AC3E}">
        <p14:creationId xmlns:p14="http://schemas.microsoft.com/office/powerpoint/2010/main" val="245852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1000"/>
                                        <p:tgtEl>
                                          <p:spTgt spid="13"/>
                                        </p:tgtEl>
                                      </p:cBhvr>
                                    </p:animEffect>
                                    <p:anim calcmode="lin" valueType="num">
                                      <p:cBhvr>
                                        <p:cTn id="15" dur="1000" fill="hold"/>
                                        <p:tgtEl>
                                          <p:spTgt spid="13"/>
                                        </p:tgtEl>
                                        <p:attrNameLst>
                                          <p:attrName>ppt_x</p:attrName>
                                        </p:attrNameLst>
                                      </p:cBhvr>
                                      <p:tavLst>
                                        <p:tav tm="0">
                                          <p:val>
                                            <p:strVal val="#ppt_x"/>
                                          </p:val>
                                        </p:tav>
                                        <p:tav tm="100000">
                                          <p:val>
                                            <p:strVal val="#ppt_x"/>
                                          </p:val>
                                        </p:tav>
                                      </p:tavLst>
                                    </p:anim>
                                    <p:anim calcmode="lin" valueType="num">
                                      <p:cBhvr>
                                        <p:cTn id="16" dur="1000" fill="hold"/>
                                        <p:tgtEl>
                                          <p:spTgt spid="13"/>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1000"/>
                                        <p:tgtEl>
                                          <p:spTgt spid="17"/>
                                        </p:tgtEl>
                                      </p:cBhvr>
                                    </p:animEffect>
                                    <p:anim calcmode="lin" valueType="num">
                                      <p:cBhvr>
                                        <p:cTn id="20" dur="1000" fill="hold"/>
                                        <p:tgtEl>
                                          <p:spTgt spid="17"/>
                                        </p:tgtEl>
                                        <p:attrNameLst>
                                          <p:attrName>ppt_x</p:attrName>
                                        </p:attrNameLst>
                                      </p:cBhvr>
                                      <p:tavLst>
                                        <p:tav tm="0">
                                          <p:val>
                                            <p:strVal val="#ppt_x"/>
                                          </p:val>
                                        </p:tav>
                                        <p:tav tm="100000">
                                          <p:val>
                                            <p:strVal val="#ppt_x"/>
                                          </p:val>
                                        </p:tav>
                                      </p:tavLst>
                                    </p:anim>
                                    <p:anim calcmode="lin" valueType="num">
                                      <p:cBhvr>
                                        <p:cTn id="21" dur="1000" fill="hold"/>
                                        <p:tgtEl>
                                          <p:spTgt spid="17"/>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1000"/>
                                        <p:tgtEl>
                                          <p:spTgt spid="22"/>
                                        </p:tgtEl>
                                      </p:cBhvr>
                                    </p:animEffect>
                                    <p:anim calcmode="lin" valueType="num">
                                      <p:cBhvr>
                                        <p:cTn id="25" dur="1000" fill="hold"/>
                                        <p:tgtEl>
                                          <p:spTgt spid="22"/>
                                        </p:tgtEl>
                                        <p:attrNameLst>
                                          <p:attrName>ppt_x</p:attrName>
                                        </p:attrNameLst>
                                      </p:cBhvr>
                                      <p:tavLst>
                                        <p:tav tm="0">
                                          <p:val>
                                            <p:strVal val="#ppt_x"/>
                                          </p:val>
                                        </p:tav>
                                        <p:tav tm="100000">
                                          <p:val>
                                            <p:strVal val="#ppt_x"/>
                                          </p:val>
                                        </p:tav>
                                      </p:tavLst>
                                    </p:anim>
                                    <p:anim calcmode="lin" valueType="num">
                                      <p:cBhvr>
                                        <p:cTn id="26" dur="1000" fill="hold"/>
                                        <p:tgtEl>
                                          <p:spTgt spid="22"/>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fade">
                                      <p:cBhvr>
                                        <p:cTn id="29" dur="1000"/>
                                        <p:tgtEl>
                                          <p:spTgt spid="27"/>
                                        </p:tgtEl>
                                      </p:cBhvr>
                                    </p:animEffect>
                                    <p:anim calcmode="lin" valueType="num">
                                      <p:cBhvr>
                                        <p:cTn id="30" dur="1000" fill="hold"/>
                                        <p:tgtEl>
                                          <p:spTgt spid="27"/>
                                        </p:tgtEl>
                                        <p:attrNameLst>
                                          <p:attrName>ppt_x</p:attrName>
                                        </p:attrNameLst>
                                      </p:cBhvr>
                                      <p:tavLst>
                                        <p:tav tm="0">
                                          <p:val>
                                            <p:strVal val="#ppt_x"/>
                                          </p:val>
                                        </p:tav>
                                        <p:tav tm="100000">
                                          <p:val>
                                            <p:strVal val="#ppt_x"/>
                                          </p:val>
                                        </p:tav>
                                      </p:tavLst>
                                    </p:anim>
                                    <p:anim calcmode="lin" valueType="num">
                                      <p:cBhvr>
                                        <p:cTn id="31" dur="1000" fill="hold"/>
                                        <p:tgtEl>
                                          <p:spTgt spid="27"/>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1000"/>
                                        <p:tgtEl>
                                          <p:spTgt spid="32"/>
                                        </p:tgtEl>
                                      </p:cBhvr>
                                    </p:animEffect>
                                    <p:anim calcmode="lin" valueType="num">
                                      <p:cBhvr>
                                        <p:cTn id="35" dur="1000" fill="hold"/>
                                        <p:tgtEl>
                                          <p:spTgt spid="32"/>
                                        </p:tgtEl>
                                        <p:attrNameLst>
                                          <p:attrName>ppt_x</p:attrName>
                                        </p:attrNameLst>
                                      </p:cBhvr>
                                      <p:tavLst>
                                        <p:tav tm="0">
                                          <p:val>
                                            <p:strVal val="#ppt_x"/>
                                          </p:val>
                                        </p:tav>
                                        <p:tav tm="100000">
                                          <p:val>
                                            <p:strVal val="#ppt_x"/>
                                          </p:val>
                                        </p:tav>
                                      </p:tavLst>
                                    </p:anim>
                                    <p:anim calcmode="lin" valueType="num">
                                      <p:cBhvr>
                                        <p:cTn id="36"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idx="1"/>
          </p:nvPr>
        </p:nvSpPr>
        <p:spPr/>
        <p:txBody>
          <a:bodyPr/>
          <a:lstStyle/>
          <a:p>
            <a:r>
              <a:rPr lang="en-US" altLang="zh-CN"/>
              <a:t>composer.json</a:t>
            </a:r>
            <a:endParaRPr lang="zh-CN" altLang="en-US"/>
          </a:p>
        </p:txBody>
      </p:sp>
      <p:sp>
        <p:nvSpPr>
          <p:cNvPr id="6" name="文本占位符 5"/>
          <p:cNvSpPr>
            <a:spLocks noGrp="1"/>
          </p:cNvSpPr>
          <p:nvPr>
            <p:ph type="body" sz="quarter" idx="3"/>
          </p:nvPr>
        </p:nvSpPr>
        <p:spPr/>
        <p:txBody>
          <a:bodyPr/>
          <a:lstStyle/>
          <a:p>
            <a:r>
              <a:rPr lang="en-US" altLang="zh-CN"/>
              <a:t>comopser.lock</a:t>
            </a:r>
          </a:p>
        </p:txBody>
      </p:sp>
      <p:sp>
        <p:nvSpPr>
          <p:cNvPr id="5" name="内容占位符 4"/>
          <p:cNvSpPr>
            <a:spLocks noGrp="1"/>
          </p:cNvSpPr>
          <p:nvPr>
            <p:ph sz="quarter" idx="19"/>
          </p:nvPr>
        </p:nvSpPr>
        <p:spPr/>
        <p:txBody>
          <a:bodyPr>
            <a:normAutofit/>
          </a:bodyPr>
          <a:lstStyle/>
          <a:p>
            <a:r>
              <a:rPr lang="zh-CN" altLang="en-US"/>
              <a:t>文件中保存的是我们安装的组件及组件的</a:t>
            </a:r>
            <a:r>
              <a:rPr lang="zh-CN" altLang="en-US" b="1">
                <a:solidFill>
                  <a:srgbClr val="FF0000"/>
                </a:solidFill>
              </a:rPr>
              <a:t>版本要求</a:t>
            </a:r>
            <a:r>
              <a:rPr lang="zh-CN" altLang="en-US"/>
              <a:t>。</a:t>
            </a:r>
            <a:endParaRPr lang="en-US" altLang="zh-CN"/>
          </a:p>
          <a:p>
            <a:r>
              <a:rPr lang="zh-CN" altLang="en-US"/>
              <a:t>执行</a:t>
            </a:r>
            <a:r>
              <a:rPr lang="en-US" altLang="zh-CN" b="1">
                <a:solidFill>
                  <a:srgbClr val="FF0000"/>
                </a:solidFill>
              </a:rPr>
              <a:t>composer update</a:t>
            </a:r>
            <a:r>
              <a:rPr lang="zh-CN" altLang="en-US"/>
              <a:t>时根据该文件更新组件；</a:t>
            </a:r>
            <a:endParaRPr lang="en-US" altLang="zh-CN"/>
          </a:p>
          <a:p>
            <a:r>
              <a:rPr lang="zh-CN" altLang="en-US"/>
              <a:t>更新后修改</a:t>
            </a:r>
            <a:r>
              <a:rPr lang="en-US" altLang="zh-CN" b="1">
                <a:solidFill>
                  <a:srgbClr val="FF0000"/>
                </a:solidFill>
              </a:rPr>
              <a:t>comopser.lock</a:t>
            </a:r>
            <a:r>
              <a:rPr lang="zh-CN" altLang="en-US"/>
              <a:t>文件。</a:t>
            </a:r>
          </a:p>
        </p:txBody>
      </p:sp>
      <p:sp>
        <p:nvSpPr>
          <p:cNvPr id="7" name="内容占位符 6"/>
          <p:cNvSpPr>
            <a:spLocks noGrp="1"/>
          </p:cNvSpPr>
          <p:nvPr>
            <p:ph sz="quarter" idx="20"/>
          </p:nvPr>
        </p:nvSpPr>
        <p:spPr/>
        <p:txBody>
          <a:bodyPr>
            <a:normAutofit/>
          </a:bodyPr>
          <a:lstStyle/>
          <a:p>
            <a:r>
              <a:rPr lang="zh-CN" altLang="en-US"/>
              <a:t>文件中保存的是组件及其依赖的</a:t>
            </a:r>
            <a:r>
              <a:rPr lang="zh-CN" altLang="en-US" b="1">
                <a:solidFill>
                  <a:srgbClr val="FF0000"/>
                </a:solidFill>
              </a:rPr>
              <a:t>具体版本</a:t>
            </a:r>
            <a:r>
              <a:rPr lang="zh-CN" altLang="en-US"/>
              <a:t>；</a:t>
            </a:r>
            <a:endParaRPr lang="en-US" altLang="zh-CN"/>
          </a:p>
          <a:p>
            <a:r>
              <a:rPr lang="zh-CN" altLang="en-US"/>
              <a:t>执行</a:t>
            </a:r>
            <a:r>
              <a:rPr lang="en-US" altLang="zh-CN" b="1">
                <a:solidFill>
                  <a:srgbClr val="FF0000"/>
                </a:solidFill>
              </a:rPr>
              <a:t>composer install</a:t>
            </a:r>
            <a:r>
              <a:rPr lang="zh-CN" altLang="en-US"/>
              <a:t>时根据该文件安装组件；</a:t>
            </a:r>
            <a:endParaRPr lang="en-US" altLang="zh-CN"/>
          </a:p>
          <a:p>
            <a:r>
              <a:rPr lang="zh-CN" altLang="en-US"/>
              <a:t>适用场景：在多人协同开发的情况下，这个文件能很好的解决组件不同而产生的问题。所以会把这个文件也放入</a:t>
            </a:r>
            <a:r>
              <a:rPr lang="zh-CN" altLang="en-US" b="1">
                <a:solidFill>
                  <a:srgbClr val="FF0000"/>
                </a:solidFill>
              </a:rPr>
              <a:t>版本管理</a:t>
            </a:r>
            <a:r>
              <a:rPr lang="zh-CN" altLang="en-US"/>
              <a:t>中。</a:t>
            </a:r>
          </a:p>
        </p:txBody>
      </p:sp>
      <p:sp>
        <p:nvSpPr>
          <p:cNvPr id="3" name="文本占位符 2">
            <a:extLst>
              <a:ext uri="{FF2B5EF4-FFF2-40B4-BE49-F238E27FC236}">
                <a16:creationId xmlns:a16="http://schemas.microsoft.com/office/drawing/2014/main" id="{DAEF41B5-BEC6-A377-888E-5978E3282DD3}"/>
              </a:ext>
            </a:extLst>
          </p:cNvPr>
          <p:cNvSpPr>
            <a:spLocks noGrp="1"/>
          </p:cNvSpPr>
          <p:nvPr>
            <p:ph type="body" sz="quarter" idx="18"/>
          </p:nvPr>
        </p:nvSpPr>
        <p:spPr/>
        <p:txBody>
          <a:bodyPr/>
          <a:lstStyle/>
          <a:p>
            <a:r>
              <a:rPr lang="en-US" altLang="zh-CN"/>
              <a:t>composer.json</a:t>
            </a:r>
            <a:r>
              <a:rPr lang="zh-CN" altLang="en-US"/>
              <a:t>和</a:t>
            </a:r>
            <a:r>
              <a:rPr lang="en-US" altLang="zh-CN"/>
              <a:t>composer.lock</a:t>
            </a:r>
            <a:endParaRPr lang="zh-CN" altLang="en-US"/>
          </a:p>
        </p:txBody>
      </p:sp>
    </p:spTree>
    <p:extLst>
      <p:ext uri="{BB962C8B-B14F-4D97-AF65-F5344CB8AC3E}">
        <p14:creationId xmlns:p14="http://schemas.microsoft.com/office/powerpoint/2010/main" val="21156013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E43B8AE-F603-8F82-2404-632FE28907D7}"/>
              </a:ext>
            </a:extLst>
          </p:cNvPr>
          <p:cNvSpPr>
            <a:spLocks noGrp="1"/>
          </p:cNvSpPr>
          <p:nvPr>
            <p:ph type="body" sz="quarter" idx="18"/>
          </p:nvPr>
        </p:nvSpPr>
        <p:spPr/>
        <p:txBody>
          <a:bodyPr/>
          <a:lstStyle/>
          <a:p>
            <a:r>
              <a:rPr lang="en-US" altLang="zh-CN"/>
              <a:t>composer.json</a:t>
            </a:r>
            <a:r>
              <a:rPr lang="zh-CN" altLang="en-US"/>
              <a:t>和</a:t>
            </a:r>
            <a:r>
              <a:rPr lang="en-US" altLang="zh-CN"/>
              <a:t>composer.lock</a:t>
            </a:r>
            <a:r>
              <a:rPr lang="zh-CN" altLang="en-US"/>
              <a:t>示范</a:t>
            </a:r>
          </a:p>
        </p:txBody>
      </p:sp>
      <p:pic>
        <p:nvPicPr>
          <p:cNvPr id="9" name="内容占位符 8"/>
          <p:cNvPicPr>
            <a:picLocks noGrp="1" noChangeAspect="1"/>
          </p:cNvPicPr>
          <p:nvPr>
            <p:ph sz="quarter" idx="19"/>
          </p:nvPr>
        </p:nvPicPr>
        <p:blipFill>
          <a:blip r:embed="rId2"/>
          <a:stretch>
            <a:fillRect/>
          </a:stretch>
        </p:blipFill>
        <p:spPr>
          <a:xfrm>
            <a:off x="1028107" y="836613"/>
            <a:ext cx="10192935" cy="5761037"/>
          </a:xfrm>
          <a:prstGeom prst="rect">
            <a:avLst/>
          </a:prstGeom>
        </p:spPr>
      </p:pic>
    </p:spTree>
    <p:extLst>
      <p:ext uri="{BB962C8B-B14F-4D97-AF65-F5344CB8AC3E}">
        <p14:creationId xmlns:p14="http://schemas.microsoft.com/office/powerpoint/2010/main" val="7360309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20250-EF0D-F3E5-FFEF-B6EE1FC363A0}"/>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E46718BE-E22D-2CD1-AC10-B9652BF0D7B9}"/>
              </a:ext>
            </a:extLst>
          </p:cNvPr>
          <p:cNvSpPr>
            <a:spLocks noGrp="1"/>
          </p:cNvSpPr>
          <p:nvPr>
            <p:ph type="body" sz="quarter" idx="10"/>
          </p:nvPr>
        </p:nvSpPr>
        <p:spPr/>
        <p:txBody>
          <a:bodyPr/>
          <a:lstStyle/>
          <a:p>
            <a:pPr lvl="0"/>
            <a:r>
              <a:rPr lang="zh-CN" altLang="en-US"/>
              <a:t>工具概述</a:t>
            </a:r>
          </a:p>
          <a:p>
            <a:pPr lvl="0"/>
            <a:r>
              <a:rPr lang="zh-CN" altLang="en-US">
                <a:highlight>
                  <a:srgbClr val="FFFF00"/>
                </a:highlight>
              </a:rPr>
              <a:t>项目初始化</a:t>
            </a:r>
          </a:p>
          <a:p>
            <a:pPr lvl="0"/>
            <a:r>
              <a:rPr lang="zh-CN" altLang="en-US"/>
              <a:t>依赖管理</a:t>
            </a:r>
          </a:p>
          <a:p>
            <a:pPr lvl="0"/>
            <a:r>
              <a:rPr lang="zh-CN" altLang="en-US"/>
              <a:t>自动加载</a:t>
            </a:r>
          </a:p>
          <a:p>
            <a:endParaRPr lang="zh-CN" altLang="en-US"/>
          </a:p>
        </p:txBody>
      </p:sp>
      <p:sp>
        <p:nvSpPr>
          <p:cNvPr id="3" name="文本占位符 2">
            <a:extLst>
              <a:ext uri="{FF2B5EF4-FFF2-40B4-BE49-F238E27FC236}">
                <a16:creationId xmlns:a16="http://schemas.microsoft.com/office/drawing/2014/main" id="{1164A05E-8C0D-C906-A339-637C2FB7B41F}"/>
              </a:ext>
            </a:extLst>
          </p:cNvPr>
          <p:cNvSpPr>
            <a:spLocks noGrp="1"/>
          </p:cNvSpPr>
          <p:nvPr>
            <p:ph type="body" sz="quarter" idx="12"/>
          </p:nvPr>
        </p:nvSpPr>
        <p:spPr/>
        <p:txBody>
          <a:bodyPr/>
          <a:lstStyle/>
          <a:p>
            <a:r>
              <a:rPr lang="en-US" altLang="zh-CN"/>
              <a:t>Composer</a:t>
            </a:r>
            <a:r>
              <a:rPr lang="zh-CN" altLang="en-US"/>
              <a:t>工具的使用</a:t>
            </a:r>
          </a:p>
        </p:txBody>
      </p:sp>
    </p:spTree>
    <p:extLst>
      <p:ext uri="{BB962C8B-B14F-4D97-AF65-F5344CB8AC3E}">
        <p14:creationId xmlns:p14="http://schemas.microsoft.com/office/powerpoint/2010/main" val="22128336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26717936-1E30-29E7-BF86-6A898D403C85}"/>
              </a:ext>
            </a:extLst>
          </p:cNvPr>
          <p:cNvSpPr>
            <a:spLocks noGrp="1"/>
          </p:cNvSpPr>
          <p:nvPr>
            <p:ph type="body" sz="quarter" idx="18"/>
          </p:nvPr>
        </p:nvSpPr>
        <p:spPr/>
        <p:txBody>
          <a:bodyPr/>
          <a:lstStyle/>
          <a:p>
            <a:r>
              <a:rPr lang="zh-CN" altLang="zh-CN"/>
              <a:t>项目初始化（</a:t>
            </a:r>
            <a:r>
              <a:rPr lang="en-US" altLang="zh-CN"/>
              <a:t>composer init</a:t>
            </a:r>
            <a:r>
              <a:rPr lang="zh-CN" altLang="zh-CN"/>
              <a:t>）</a:t>
            </a:r>
            <a:endParaRPr lang="zh-CN" altLang="en-US"/>
          </a:p>
        </p:txBody>
      </p:sp>
      <p:sp>
        <p:nvSpPr>
          <p:cNvPr id="13" name="内容占位符 12">
            <a:extLst>
              <a:ext uri="{FF2B5EF4-FFF2-40B4-BE49-F238E27FC236}">
                <a16:creationId xmlns:a16="http://schemas.microsoft.com/office/drawing/2014/main" id="{8A3D9D22-780E-BFF5-C8E3-74A7BF8C823B}"/>
              </a:ext>
            </a:extLst>
          </p:cNvPr>
          <p:cNvSpPr>
            <a:spLocks noGrp="1"/>
          </p:cNvSpPr>
          <p:nvPr>
            <p:ph sz="quarter" idx="19"/>
          </p:nvPr>
        </p:nvSpPr>
        <p:spPr/>
        <p:txBody>
          <a:bodyPr/>
          <a:lstStyle/>
          <a:p>
            <a:r>
              <a:rPr lang="en-US" altLang="zh-CN"/>
              <a:t>composer init </a:t>
            </a:r>
            <a:r>
              <a:rPr lang="zh-CN" altLang="zh-CN"/>
              <a:t>是创建</a:t>
            </a:r>
            <a:r>
              <a:rPr lang="en-US" altLang="zh-CN"/>
              <a:t> Composer </a:t>
            </a:r>
            <a:r>
              <a:rPr lang="zh-CN" altLang="zh-CN"/>
              <a:t>项目的起点</a:t>
            </a:r>
            <a:r>
              <a:rPr lang="zh-CN" altLang="en-US"/>
              <a:t>。</a:t>
            </a:r>
            <a:endParaRPr lang="en-US" altLang="zh-CN"/>
          </a:p>
          <a:p>
            <a:r>
              <a:rPr lang="zh-CN" altLang="zh-CN"/>
              <a:t>通过交互式问答快速生成标准化的</a:t>
            </a:r>
            <a:r>
              <a:rPr lang="en-US" altLang="zh-CN"/>
              <a:t> composer.json </a:t>
            </a:r>
            <a:r>
              <a:rPr lang="zh-CN" altLang="zh-CN"/>
              <a:t>配置文件，为后续依赖管理奠定基础。</a:t>
            </a:r>
            <a:endParaRPr lang="en-US" altLang="zh-CN"/>
          </a:p>
        </p:txBody>
      </p:sp>
    </p:spTree>
    <p:extLst>
      <p:ext uri="{BB962C8B-B14F-4D97-AF65-F5344CB8AC3E}">
        <p14:creationId xmlns:p14="http://schemas.microsoft.com/office/powerpoint/2010/main" val="24865552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AB616-1B45-56F0-41CF-F20268DE4623}"/>
            </a:ext>
          </a:extLst>
        </p:cNvPr>
        <p:cNvGrpSpPr/>
        <p:nvPr/>
      </p:nvGrpSpPr>
      <p:grpSpPr>
        <a:xfrm>
          <a:off x="0" y="0"/>
          <a:ext cx="0" cy="0"/>
          <a:chOff x="0" y="0"/>
          <a:chExt cx="0" cy="0"/>
        </a:xfrm>
      </p:grpSpPr>
      <p:sp>
        <p:nvSpPr>
          <p:cNvPr id="13" name="内容占位符 12">
            <a:extLst>
              <a:ext uri="{FF2B5EF4-FFF2-40B4-BE49-F238E27FC236}">
                <a16:creationId xmlns:a16="http://schemas.microsoft.com/office/drawing/2014/main" id="{35F12B60-A60C-C5EA-4283-F23D270B27F3}"/>
              </a:ext>
            </a:extLst>
          </p:cNvPr>
          <p:cNvSpPr>
            <a:spLocks noGrp="1"/>
          </p:cNvSpPr>
          <p:nvPr>
            <p:ph sz="quarter" idx="19"/>
          </p:nvPr>
        </p:nvSpPr>
        <p:spPr/>
        <p:txBody>
          <a:bodyPr/>
          <a:lstStyle/>
          <a:p>
            <a:r>
              <a:rPr lang="en-US" altLang="zh-CN"/>
              <a:t>composer init </a:t>
            </a:r>
            <a:r>
              <a:rPr lang="zh-CN" altLang="zh-CN"/>
              <a:t>是创建</a:t>
            </a:r>
            <a:r>
              <a:rPr lang="en-US" altLang="zh-CN"/>
              <a:t> Composer </a:t>
            </a:r>
            <a:r>
              <a:rPr lang="zh-CN" altLang="zh-CN"/>
              <a:t>项目的起点</a:t>
            </a:r>
            <a:r>
              <a:rPr lang="zh-CN" altLang="en-US"/>
              <a:t>。</a:t>
            </a:r>
            <a:endParaRPr lang="en-US" altLang="zh-CN"/>
          </a:p>
          <a:p>
            <a:r>
              <a:rPr lang="zh-CN" altLang="zh-CN"/>
              <a:t>通过交互式问答快速生成标准化的</a:t>
            </a:r>
            <a:r>
              <a:rPr lang="en-US" altLang="zh-CN"/>
              <a:t> composer.json </a:t>
            </a:r>
            <a:r>
              <a:rPr lang="zh-CN" altLang="zh-CN"/>
              <a:t>配置文件，为后续依赖管理奠定基础。</a:t>
            </a:r>
            <a:endParaRPr lang="en-US" altLang="zh-CN"/>
          </a:p>
        </p:txBody>
      </p:sp>
      <p:pic>
        <p:nvPicPr>
          <p:cNvPr id="16" name="内容占位符 15">
            <a:extLst>
              <a:ext uri="{FF2B5EF4-FFF2-40B4-BE49-F238E27FC236}">
                <a16:creationId xmlns:a16="http://schemas.microsoft.com/office/drawing/2014/main" id="{9399F043-63A1-5298-C573-D8CDEB46DECF}"/>
              </a:ext>
            </a:extLst>
          </p:cNvPr>
          <p:cNvPicPr>
            <a:picLocks noGrp="1" noChangeAspect="1"/>
          </p:cNvPicPr>
          <p:nvPr>
            <p:ph sz="quarter" idx="20"/>
          </p:nvPr>
        </p:nvPicPr>
        <p:blipFill>
          <a:blip r:embed="rId2"/>
          <a:stretch>
            <a:fillRect/>
          </a:stretch>
        </p:blipFill>
        <p:spPr>
          <a:xfrm>
            <a:off x="7257993" y="1022350"/>
            <a:ext cx="3962514" cy="5329238"/>
          </a:xfrm>
          <a:prstGeom prst="rect">
            <a:avLst/>
          </a:prstGeom>
        </p:spPr>
      </p:pic>
      <p:sp>
        <p:nvSpPr>
          <p:cNvPr id="6" name="文本占位符 5">
            <a:extLst>
              <a:ext uri="{FF2B5EF4-FFF2-40B4-BE49-F238E27FC236}">
                <a16:creationId xmlns:a16="http://schemas.microsoft.com/office/drawing/2014/main" id="{FC655B24-E885-6B1E-FC3C-511767F78E74}"/>
              </a:ext>
            </a:extLst>
          </p:cNvPr>
          <p:cNvSpPr>
            <a:spLocks noGrp="1"/>
          </p:cNvSpPr>
          <p:nvPr>
            <p:ph type="body" sz="quarter" idx="18"/>
          </p:nvPr>
        </p:nvSpPr>
        <p:spPr/>
        <p:txBody>
          <a:bodyPr/>
          <a:lstStyle/>
          <a:p>
            <a:r>
              <a:rPr lang="zh-CN" altLang="zh-CN"/>
              <a:t>项目初始化（</a:t>
            </a:r>
            <a:r>
              <a:rPr lang="en-US" altLang="zh-CN"/>
              <a:t>composer init</a:t>
            </a:r>
            <a:r>
              <a:rPr lang="zh-CN" altLang="zh-CN"/>
              <a:t>）</a:t>
            </a:r>
            <a:endParaRPr lang="zh-CN" altLang="en-US"/>
          </a:p>
        </p:txBody>
      </p:sp>
    </p:spTree>
    <p:extLst>
      <p:ext uri="{BB962C8B-B14F-4D97-AF65-F5344CB8AC3E}">
        <p14:creationId xmlns:p14="http://schemas.microsoft.com/office/powerpoint/2010/main" val="3178593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1000"/>
                                        <p:tgtEl>
                                          <p:spTgt spid="16"/>
                                        </p:tgtEl>
                                      </p:cBhvr>
                                    </p:animEffect>
                                    <p:anim calcmode="lin" valueType="num">
                                      <p:cBhvr>
                                        <p:cTn id="8" dur="1000" fill="hold"/>
                                        <p:tgtEl>
                                          <p:spTgt spid="16"/>
                                        </p:tgtEl>
                                        <p:attrNameLst>
                                          <p:attrName>ppt_x</p:attrName>
                                        </p:attrNameLst>
                                      </p:cBhvr>
                                      <p:tavLst>
                                        <p:tav tm="0">
                                          <p:val>
                                            <p:strVal val="#ppt_x"/>
                                          </p:val>
                                        </p:tav>
                                        <p:tav tm="100000">
                                          <p:val>
                                            <p:strVal val="#ppt_x"/>
                                          </p:val>
                                        </p:tav>
                                      </p:tavLst>
                                    </p:anim>
                                    <p:anim calcmode="lin" valueType="num">
                                      <p:cBhvr>
                                        <p:cTn id="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composer init</a:t>
            </a:r>
            <a:r>
              <a:rPr lang="zh-CN" altLang="en-US"/>
              <a:t>执行详解</a:t>
            </a:r>
          </a:p>
        </p:txBody>
      </p:sp>
      <p:pic>
        <p:nvPicPr>
          <p:cNvPr id="4" name="内容占位符 3"/>
          <p:cNvPicPr>
            <a:picLocks noGrp="1" noChangeAspect="1"/>
          </p:cNvPicPr>
          <p:nvPr>
            <p:ph sz="quarter" idx="1"/>
          </p:nvPr>
        </p:nvPicPr>
        <p:blipFill>
          <a:blip r:embed="rId2"/>
          <a:stretch>
            <a:fillRect/>
          </a:stretch>
        </p:blipFill>
        <p:spPr>
          <a:xfrm>
            <a:off x="-77783" y="1412776"/>
            <a:ext cx="5181600" cy="3520877"/>
          </a:xfrm>
          <a:prstGeom prst="rect">
            <a:avLst/>
          </a:prstGeom>
        </p:spPr>
      </p:pic>
      <p:pic>
        <p:nvPicPr>
          <p:cNvPr id="6" name="内容占位符 5"/>
          <p:cNvPicPr>
            <a:picLocks noGrp="1" noChangeAspect="1"/>
          </p:cNvPicPr>
          <p:nvPr>
            <p:ph sz="quarter" idx="2"/>
          </p:nvPr>
        </p:nvPicPr>
        <p:blipFill>
          <a:blip r:embed="rId3"/>
          <a:stretch>
            <a:fillRect/>
          </a:stretch>
        </p:blipFill>
        <p:spPr>
          <a:xfrm>
            <a:off x="4118000" y="1633116"/>
            <a:ext cx="5181600" cy="4214967"/>
          </a:xfrm>
          <a:prstGeom prst="rect">
            <a:avLst/>
          </a:prstGeom>
        </p:spPr>
      </p:pic>
      <p:pic>
        <p:nvPicPr>
          <p:cNvPr id="7" name="图片 6"/>
          <p:cNvPicPr>
            <a:picLocks noChangeAspect="1"/>
          </p:cNvPicPr>
          <p:nvPr/>
        </p:nvPicPr>
        <p:blipFill>
          <a:blip r:embed="rId4"/>
          <a:stretch>
            <a:fillRect/>
          </a:stretch>
        </p:blipFill>
        <p:spPr>
          <a:xfrm>
            <a:off x="6254874" y="4933653"/>
            <a:ext cx="5544616" cy="1494523"/>
          </a:xfrm>
          <a:prstGeom prst="rect">
            <a:avLst/>
          </a:prstGeom>
        </p:spPr>
      </p:pic>
    </p:spTree>
    <p:extLst>
      <p:ext uri="{BB962C8B-B14F-4D97-AF65-F5344CB8AC3E}">
        <p14:creationId xmlns:p14="http://schemas.microsoft.com/office/powerpoint/2010/main" val="1409425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014DFBE6-CCDE-71A4-29B4-63575F37F171}"/>
              </a:ext>
            </a:extLst>
          </p:cNvPr>
          <p:cNvSpPr>
            <a:spLocks noGrp="1"/>
          </p:cNvSpPr>
          <p:nvPr>
            <p:ph type="body" sz="quarter" idx="18"/>
          </p:nvPr>
        </p:nvSpPr>
        <p:spPr/>
        <p:txBody>
          <a:bodyPr/>
          <a:lstStyle/>
          <a:p>
            <a:r>
              <a:rPr lang="en-US" altLang="zh-CN"/>
              <a:t>5. Package type</a:t>
            </a:r>
            <a:r>
              <a:rPr lang="zh-CN" altLang="en-US"/>
              <a:t>包类型</a:t>
            </a:r>
          </a:p>
        </p:txBody>
      </p:sp>
      <p:pic>
        <p:nvPicPr>
          <p:cNvPr id="9" name="内容占位符 5">
            <a:extLst>
              <a:ext uri="{FF2B5EF4-FFF2-40B4-BE49-F238E27FC236}">
                <a16:creationId xmlns:a16="http://schemas.microsoft.com/office/drawing/2014/main" id="{4B258DE7-DE04-2ECA-F00E-81CE055EA650}"/>
              </a:ext>
            </a:extLst>
          </p:cNvPr>
          <p:cNvPicPr>
            <a:picLocks noGrp="1" noChangeAspect="1"/>
          </p:cNvPicPr>
          <p:nvPr>
            <p:ph sz="quarter" idx="19"/>
          </p:nvPr>
        </p:nvPicPr>
        <p:blipFill>
          <a:blip r:embed="rId2"/>
          <a:stretch>
            <a:fillRect/>
          </a:stretch>
        </p:blipFill>
        <p:spPr>
          <a:xfrm>
            <a:off x="0" y="1557930"/>
            <a:ext cx="11176000" cy="4957030"/>
          </a:xfrm>
        </p:spPr>
      </p:pic>
      <p:pic>
        <p:nvPicPr>
          <p:cNvPr id="10" name="内容占位符 9">
            <a:extLst>
              <a:ext uri="{FF2B5EF4-FFF2-40B4-BE49-F238E27FC236}">
                <a16:creationId xmlns:a16="http://schemas.microsoft.com/office/drawing/2014/main" id="{2B5A65BE-6ED3-60C0-752C-DBBC07C156F4}"/>
              </a:ext>
            </a:extLst>
          </p:cNvPr>
          <p:cNvPicPr>
            <a:picLocks noGrp="1" noChangeAspect="1"/>
          </p:cNvPicPr>
          <p:nvPr>
            <p:ph sz="quarter" idx="4294967295"/>
          </p:nvPr>
        </p:nvPicPr>
        <p:blipFill>
          <a:blip r:embed="rId3"/>
          <a:stretch>
            <a:fillRect/>
          </a:stretch>
        </p:blipFill>
        <p:spPr>
          <a:xfrm>
            <a:off x="6821715" y="93234"/>
            <a:ext cx="5181600" cy="2290763"/>
          </a:xfrm>
          <a:prstGeom prst="rect">
            <a:avLst/>
          </a:prstGeom>
          <a:ln>
            <a:solidFill>
              <a:schemeClr val="accent1"/>
            </a:solidFill>
          </a:ln>
        </p:spPr>
      </p:pic>
    </p:spTree>
    <p:extLst>
      <p:ext uri="{BB962C8B-B14F-4D97-AF65-F5344CB8AC3E}">
        <p14:creationId xmlns:p14="http://schemas.microsoft.com/office/powerpoint/2010/main" val="2682710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A6D4891-FFDF-D46A-F661-BA8E7B656108}"/>
              </a:ext>
            </a:extLst>
          </p:cNvPr>
          <p:cNvSpPr>
            <a:spLocks noGrp="1"/>
          </p:cNvSpPr>
          <p:nvPr>
            <p:ph type="body" sz="quarter" idx="18"/>
          </p:nvPr>
        </p:nvSpPr>
        <p:spPr/>
        <p:txBody>
          <a:bodyPr/>
          <a:lstStyle/>
          <a:p>
            <a:r>
              <a:rPr lang="en-US" altLang="zh-CN"/>
              <a:t>6. license</a:t>
            </a:r>
            <a:endParaRPr lang="zh-CN" altLang="en-US"/>
          </a:p>
        </p:txBody>
      </p:sp>
      <p:pic>
        <p:nvPicPr>
          <p:cNvPr id="7" name="内容占位符 6">
            <a:extLst>
              <a:ext uri="{FF2B5EF4-FFF2-40B4-BE49-F238E27FC236}">
                <a16:creationId xmlns:a16="http://schemas.microsoft.com/office/drawing/2014/main" id="{76A4385A-F128-4D7B-3BAD-38F482B2A3C5}"/>
              </a:ext>
            </a:extLst>
          </p:cNvPr>
          <p:cNvPicPr>
            <a:picLocks noGrp="1" noChangeAspect="1"/>
          </p:cNvPicPr>
          <p:nvPr>
            <p:ph sz="quarter" idx="19"/>
          </p:nvPr>
        </p:nvPicPr>
        <p:blipFill>
          <a:blip r:embed="rId2"/>
          <a:stretch>
            <a:fillRect/>
          </a:stretch>
        </p:blipFill>
        <p:spPr>
          <a:xfrm>
            <a:off x="536575" y="1710148"/>
            <a:ext cx="11176000" cy="4013967"/>
          </a:xfrm>
        </p:spPr>
      </p:pic>
    </p:spTree>
    <p:extLst>
      <p:ext uri="{BB962C8B-B14F-4D97-AF65-F5344CB8AC3E}">
        <p14:creationId xmlns:p14="http://schemas.microsoft.com/office/powerpoint/2010/main" val="2628480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6">
            <a:extLst>
              <a:ext uri="{FF2B5EF4-FFF2-40B4-BE49-F238E27FC236}">
                <a16:creationId xmlns:a16="http://schemas.microsoft.com/office/drawing/2014/main" id="{BE3DF1D1-38EE-8C60-E447-F6E9378C386F}"/>
              </a:ext>
            </a:extLst>
          </p:cNvPr>
          <p:cNvPicPr>
            <a:picLocks noGrp="1" noChangeAspect="1"/>
          </p:cNvPicPr>
          <p:nvPr>
            <p:ph sz="quarter" idx="19"/>
          </p:nvPr>
        </p:nvPicPr>
        <p:blipFill>
          <a:blip r:embed="rId2"/>
          <a:stretch>
            <a:fillRect/>
          </a:stretch>
        </p:blipFill>
        <p:spPr>
          <a:xfrm>
            <a:off x="1935789" y="836613"/>
            <a:ext cx="8377572" cy="5761037"/>
          </a:xfrm>
          <a:prstGeom prst="rect">
            <a:avLst/>
          </a:prstGeom>
        </p:spPr>
      </p:pic>
      <p:sp>
        <p:nvSpPr>
          <p:cNvPr id="2" name="文本占位符 1">
            <a:extLst>
              <a:ext uri="{FF2B5EF4-FFF2-40B4-BE49-F238E27FC236}">
                <a16:creationId xmlns:a16="http://schemas.microsoft.com/office/drawing/2014/main" id="{D61F8840-59AA-4AF5-6BD5-27E35F5DDB55}"/>
              </a:ext>
            </a:extLst>
          </p:cNvPr>
          <p:cNvSpPr>
            <a:spLocks noGrp="1"/>
          </p:cNvSpPr>
          <p:nvPr>
            <p:ph type="body" sz="quarter" idx="18"/>
          </p:nvPr>
        </p:nvSpPr>
        <p:spPr/>
        <p:txBody>
          <a:bodyPr/>
          <a:lstStyle/>
          <a:p>
            <a:r>
              <a:rPr lang="en-US" altLang="zh-CN"/>
              <a:t>composer init</a:t>
            </a:r>
            <a:r>
              <a:rPr lang="zh-CN" altLang="en-US"/>
              <a:t>的工作成果</a:t>
            </a:r>
          </a:p>
        </p:txBody>
      </p:sp>
      <p:sp>
        <p:nvSpPr>
          <p:cNvPr id="9" name="对角圆角矩形 16">
            <a:extLst>
              <a:ext uri="{FF2B5EF4-FFF2-40B4-BE49-F238E27FC236}">
                <a16:creationId xmlns:a16="http://schemas.microsoft.com/office/drawing/2014/main" id="{C6AF7A67-F7B8-4946-1A8B-1D0F18142018}"/>
              </a:ext>
            </a:extLst>
          </p:cNvPr>
          <p:cNvSpPr/>
          <p:nvPr/>
        </p:nvSpPr>
        <p:spPr>
          <a:xfrm>
            <a:off x="4583395" y="5133864"/>
            <a:ext cx="6391667" cy="1132066"/>
          </a:xfrm>
          <a:prstGeom prst="round2Diag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composer.json</a:t>
            </a:r>
            <a:r>
              <a:rPr lang="zh-CN" altLang="en-US"/>
              <a:t>是</a:t>
            </a:r>
            <a:r>
              <a:rPr lang="en-US" altLang="zh-CN"/>
              <a:t>Composer</a:t>
            </a:r>
            <a:r>
              <a:rPr lang="zh-CN" altLang="en-US"/>
              <a:t>使用的开始</a:t>
            </a:r>
          </a:p>
        </p:txBody>
      </p:sp>
    </p:spTree>
    <p:extLst>
      <p:ext uri="{BB962C8B-B14F-4D97-AF65-F5344CB8AC3E}">
        <p14:creationId xmlns:p14="http://schemas.microsoft.com/office/powerpoint/2010/main" val="1231678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5FF257D-7D75-7EC1-6ADD-4E8FF2609774}"/>
              </a:ext>
            </a:extLst>
          </p:cNvPr>
          <p:cNvSpPr>
            <a:spLocks noGrp="1"/>
          </p:cNvSpPr>
          <p:nvPr>
            <p:ph type="body" sz="quarter" idx="18"/>
          </p:nvPr>
        </p:nvSpPr>
        <p:spPr/>
        <p:txBody>
          <a:bodyPr/>
          <a:lstStyle/>
          <a:p>
            <a:r>
              <a:rPr lang="zh-CN" altLang="en-US"/>
              <a:t>作业二</a:t>
            </a:r>
          </a:p>
        </p:txBody>
      </p:sp>
      <p:sp>
        <p:nvSpPr>
          <p:cNvPr id="3" name="内容占位符 2">
            <a:extLst>
              <a:ext uri="{FF2B5EF4-FFF2-40B4-BE49-F238E27FC236}">
                <a16:creationId xmlns:a16="http://schemas.microsoft.com/office/drawing/2014/main" id="{8E690FEA-F29D-866F-AC11-D5569988E9F2}"/>
              </a:ext>
            </a:extLst>
          </p:cNvPr>
          <p:cNvSpPr>
            <a:spLocks noGrp="1"/>
          </p:cNvSpPr>
          <p:nvPr>
            <p:ph sz="quarter" idx="19"/>
          </p:nvPr>
        </p:nvSpPr>
        <p:spPr/>
        <p:txBody>
          <a:bodyPr/>
          <a:lstStyle/>
          <a:p>
            <a:r>
              <a:rPr lang="zh-CN" altLang="en-US"/>
              <a:t>在</a:t>
            </a:r>
            <a:r>
              <a:rPr lang="en-US" altLang="zh-CN"/>
              <a:t>edu</a:t>
            </a:r>
            <a:r>
              <a:rPr lang="zh-CN" altLang="en-US"/>
              <a:t>目录下运行命令</a:t>
            </a:r>
            <a:r>
              <a:rPr lang="en-US" altLang="zh-CN"/>
              <a:t>composer init</a:t>
            </a:r>
            <a:r>
              <a:rPr lang="zh-CN" altLang="en-US"/>
              <a:t>，为你的高校教务管理系统完成初始化工作，以下是部分答案：</a:t>
            </a:r>
            <a:endParaRPr lang="en-US" altLang="zh-CN"/>
          </a:p>
          <a:p>
            <a:pPr lvl="1"/>
            <a:r>
              <a:rPr lang="zh-CN" altLang="en-US"/>
              <a:t>包名：</a:t>
            </a:r>
            <a:r>
              <a:rPr lang="en-US" altLang="zh-CN"/>
              <a:t>suit-edu/</a:t>
            </a:r>
            <a:r>
              <a:rPr lang="zh-CN" altLang="en-US"/>
              <a:t>姓名拼音</a:t>
            </a:r>
            <a:endParaRPr lang="en-US" altLang="zh-CN"/>
          </a:p>
          <a:p>
            <a:pPr lvl="1"/>
            <a:r>
              <a:rPr lang="zh-CN" altLang="en-US"/>
              <a:t>作者：你的中文姓名 </a:t>
            </a:r>
            <a:r>
              <a:rPr lang="en-US" altLang="zh-CN"/>
              <a:t>&lt;</a:t>
            </a:r>
            <a:r>
              <a:rPr lang="zh-CN" altLang="en-US"/>
              <a:t>你的邮箱</a:t>
            </a:r>
            <a:r>
              <a:rPr lang="en-US" altLang="zh-CN"/>
              <a:t>&gt;   </a:t>
            </a:r>
            <a:r>
              <a:rPr lang="zh-CN" altLang="en-US"/>
              <a:t>（中间必须有空格隔开）</a:t>
            </a:r>
            <a:endParaRPr lang="en-US" altLang="zh-CN"/>
          </a:p>
          <a:p>
            <a:pPr lvl="1"/>
            <a:r>
              <a:rPr lang="zh-CN" altLang="en-US"/>
              <a:t>最低稳定度：</a:t>
            </a:r>
            <a:r>
              <a:rPr lang="en-US" altLang="zh-CN"/>
              <a:t>stable</a:t>
            </a:r>
          </a:p>
          <a:p>
            <a:pPr lvl="1"/>
            <a:r>
              <a:rPr lang="zh-CN" altLang="en-US"/>
              <a:t>包类型：</a:t>
            </a:r>
            <a:r>
              <a:rPr lang="en-US" altLang="zh-CN"/>
              <a:t>project</a:t>
            </a:r>
          </a:p>
          <a:p>
            <a:pPr lvl="1"/>
            <a:r>
              <a:rPr lang="zh-CN" altLang="en-US"/>
              <a:t>许可证：</a:t>
            </a:r>
            <a:r>
              <a:rPr lang="en-US" altLang="zh-CN"/>
              <a:t>MIT</a:t>
            </a:r>
          </a:p>
          <a:p>
            <a:pPr lvl="1"/>
            <a:r>
              <a:rPr lang="zh-CN" altLang="en-US"/>
              <a:t>跳过定义依赖和开发依赖</a:t>
            </a:r>
            <a:endParaRPr lang="en-US" altLang="zh-CN"/>
          </a:p>
          <a:p>
            <a:pPr lvl="1"/>
            <a:r>
              <a:rPr lang="zh-CN" altLang="en-US"/>
              <a:t>添加自动加载映射</a:t>
            </a:r>
            <a:br>
              <a:rPr lang="en-US" altLang="zh-CN"/>
            </a:br>
            <a:r>
              <a:rPr lang="en-US" altLang="zh-CN"/>
              <a:t>Add PSR-4 autoload mapping? Maps namespace “SuitEdu\</a:t>
            </a:r>
            <a:r>
              <a:rPr lang="zh-CN" altLang="en-US"/>
              <a:t>姓名拼音</a:t>
            </a:r>
            <a:r>
              <a:rPr lang="en-US" altLang="zh-CN"/>
              <a:t>” to the entered relative path. [src/, n to skip]: api/</a:t>
            </a:r>
            <a:br>
              <a:rPr lang="en-US" altLang="zh-CN"/>
            </a:br>
            <a:r>
              <a:rPr lang="zh-CN" altLang="zh-CN"/>
              <a:t>命名空间</a:t>
            </a:r>
            <a:r>
              <a:rPr lang="en-US" altLang="zh-CN"/>
              <a:t>[SuitEdu\</a:t>
            </a:r>
            <a:r>
              <a:rPr lang="zh-CN" altLang="zh-CN"/>
              <a:t>姓名拼音</a:t>
            </a:r>
            <a:r>
              <a:rPr lang="en-US" altLang="zh-CN"/>
              <a:t>]</a:t>
            </a:r>
            <a:r>
              <a:rPr lang="zh-CN" altLang="zh-CN"/>
              <a:t>指向类的保存目录</a:t>
            </a:r>
            <a:r>
              <a:rPr lang="en-US" altLang="zh-CN"/>
              <a:t>api</a:t>
            </a:r>
          </a:p>
          <a:p>
            <a:r>
              <a:rPr lang="zh-CN" altLang="en-US"/>
              <a:t>完成后查看根目录生成的</a:t>
            </a:r>
            <a:r>
              <a:rPr lang="en-US" altLang="zh-CN"/>
              <a:t>composer.json</a:t>
            </a:r>
          </a:p>
          <a:p>
            <a:pPr lvl="1"/>
            <a:endParaRPr lang="zh-CN" altLang="en-US"/>
          </a:p>
        </p:txBody>
      </p:sp>
    </p:spTree>
    <p:extLst>
      <p:ext uri="{BB962C8B-B14F-4D97-AF65-F5344CB8AC3E}">
        <p14:creationId xmlns:p14="http://schemas.microsoft.com/office/powerpoint/2010/main" val="21824611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9560BEC-CBDA-CB6D-DADA-3B7B9660F6F3}"/>
              </a:ext>
            </a:extLst>
          </p:cNvPr>
          <p:cNvSpPr>
            <a:spLocks noGrp="1"/>
          </p:cNvSpPr>
          <p:nvPr>
            <p:ph type="body" sz="quarter" idx="18"/>
          </p:nvPr>
        </p:nvSpPr>
        <p:spPr/>
        <p:txBody>
          <a:bodyPr/>
          <a:lstStyle/>
          <a:p>
            <a:r>
              <a:rPr lang="zh-CN" altLang="en-US"/>
              <a:t>作业二的结果</a:t>
            </a:r>
          </a:p>
        </p:txBody>
      </p:sp>
      <p:pic>
        <p:nvPicPr>
          <p:cNvPr id="5" name="内容占位符 4">
            <a:extLst>
              <a:ext uri="{FF2B5EF4-FFF2-40B4-BE49-F238E27FC236}">
                <a16:creationId xmlns:a16="http://schemas.microsoft.com/office/drawing/2014/main" id="{77027C9B-3A2C-F5A0-2912-2B0CBEE76C64}"/>
              </a:ext>
            </a:extLst>
          </p:cNvPr>
          <p:cNvPicPr>
            <a:picLocks noGrp="1" noChangeAspect="1"/>
          </p:cNvPicPr>
          <p:nvPr>
            <p:ph sz="quarter" idx="19"/>
          </p:nvPr>
        </p:nvPicPr>
        <p:blipFill>
          <a:blip r:embed="rId2"/>
          <a:stretch>
            <a:fillRect/>
          </a:stretch>
        </p:blipFill>
        <p:spPr>
          <a:xfrm>
            <a:off x="3201696" y="836613"/>
            <a:ext cx="5845758" cy="5761037"/>
          </a:xfrm>
          <a:prstGeom prst="rect">
            <a:avLst/>
          </a:prstGeom>
          <a:ln>
            <a:solidFill>
              <a:schemeClr val="accent1"/>
            </a:solidFill>
          </a:ln>
        </p:spPr>
      </p:pic>
    </p:spTree>
    <p:extLst>
      <p:ext uri="{BB962C8B-B14F-4D97-AF65-F5344CB8AC3E}">
        <p14:creationId xmlns:p14="http://schemas.microsoft.com/office/powerpoint/2010/main" val="40973222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0D941-52E5-897A-3D52-95FF5D0AE672}"/>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85BC481A-180E-230A-C9E0-5DAF1DD6D505}"/>
              </a:ext>
            </a:extLst>
          </p:cNvPr>
          <p:cNvSpPr>
            <a:spLocks noGrp="1"/>
          </p:cNvSpPr>
          <p:nvPr>
            <p:ph type="body" sz="quarter" idx="10"/>
          </p:nvPr>
        </p:nvSpPr>
        <p:spPr/>
        <p:txBody>
          <a:bodyPr/>
          <a:lstStyle/>
          <a:p>
            <a:pPr lvl="0"/>
            <a:r>
              <a:rPr lang="zh-CN" altLang="en-US"/>
              <a:t>工具概述</a:t>
            </a:r>
          </a:p>
          <a:p>
            <a:pPr lvl="0"/>
            <a:r>
              <a:rPr lang="zh-CN" altLang="en-US"/>
              <a:t>项目初始化</a:t>
            </a:r>
          </a:p>
          <a:p>
            <a:pPr lvl="0"/>
            <a:r>
              <a:rPr lang="zh-CN" altLang="en-US">
                <a:highlight>
                  <a:srgbClr val="FFFF00"/>
                </a:highlight>
              </a:rPr>
              <a:t>依赖管理</a:t>
            </a:r>
          </a:p>
          <a:p>
            <a:pPr lvl="0"/>
            <a:r>
              <a:rPr lang="zh-CN" altLang="en-US"/>
              <a:t>自动加载</a:t>
            </a:r>
          </a:p>
          <a:p>
            <a:endParaRPr lang="zh-CN" altLang="en-US"/>
          </a:p>
        </p:txBody>
      </p:sp>
      <p:sp>
        <p:nvSpPr>
          <p:cNvPr id="3" name="文本占位符 2">
            <a:extLst>
              <a:ext uri="{FF2B5EF4-FFF2-40B4-BE49-F238E27FC236}">
                <a16:creationId xmlns:a16="http://schemas.microsoft.com/office/drawing/2014/main" id="{44AF9FC8-C54C-2C5C-4295-BC36FBC8DE28}"/>
              </a:ext>
            </a:extLst>
          </p:cNvPr>
          <p:cNvSpPr>
            <a:spLocks noGrp="1"/>
          </p:cNvSpPr>
          <p:nvPr>
            <p:ph type="body" sz="quarter" idx="12"/>
          </p:nvPr>
        </p:nvSpPr>
        <p:spPr/>
        <p:txBody>
          <a:bodyPr/>
          <a:lstStyle/>
          <a:p>
            <a:r>
              <a:rPr lang="en-US" altLang="zh-CN"/>
              <a:t>Composer</a:t>
            </a:r>
            <a:r>
              <a:rPr lang="zh-CN" altLang="en-US"/>
              <a:t>工具的使用</a:t>
            </a:r>
          </a:p>
        </p:txBody>
      </p:sp>
    </p:spTree>
    <p:extLst>
      <p:ext uri="{BB962C8B-B14F-4D97-AF65-F5344CB8AC3E}">
        <p14:creationId xmlns:p14="http://schemas.microsoft.com/office/powerpoint/2010/main" val="15038229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85FB6CF0-5C80-B2D8-0549-1BC0A9ABCC94}"/>
              </a:ext>
            </a:extLst>
          </p:cNvPr>
          <p:cNvSpPr>
            <a:spLocks noGrp="1"/>
          </p:cNvSpPr>
          <p:nvPr>
            <p:ph type="body" sz="quarter" idx="18"/>
          </p:nvPr>
        </p:nvSpPr>
        <p:spPr/>
        <p:txBody>
          <a:bodyPr/>
          <a:lstStyle/>
          <a:p>
            <a:r>
              <a:rPr lang="zh-CN" altLang="en-US"/>
              <a:t>依赖管理</a:t>
            </a:r>
            <a:r>
              <a:rPr lang="en-US" altLang="zh-CN"/>
              <a:t>——Composer</a:t>
            </a:r>
            <a:r>
              <a:rPr lang="zh-CN" altLang="zh-CN"/>
              <a:t>把依赖安装到项目的</a:t>
            </a:r>
            <a:r>
              <a:rPr lang="en-US" altLang="zh-CN"/>
              <a:t>Vendor</a:t>
            </a:r>
            <a:r>
              <a:rPr lang="zh-CN" altLang="en-US"/>
              <a:t>目录</a:t>
            </a:r>
          </a:p>
        </p:txBody>
      </p:sp>
      <p:pic>
        <p:nvPicPr>
          <p:cNvPr id="4" name="内容占位符 3">
            <a:extLst>
              <a:ext uri="{FF2B5EF4-FFF2-40B4-BE49-F238E27FC236}">
                <a16:creationId xmlns:a16="http://schemas.microsoft.com/office/drawing/2014/main" id="{8D2A880D-2087-2154-D284-A2F682F5DA40}"/>
              </a:ext>
            </a:extLst>
          </p:cNvPr>
          <p:cNvPicPr>
            <a:picLocks noGrp="1" noChangeAspect="1"/>
          </p:cNvPicPr>
          <p:nvPr>
            <p:ph sz="quarter" idx="19"/>
          </p:nvPr>
        </p:nvPicPr>
        <p:blipFill>
          <a:blip r:embed="rId3">
            <a:extLst>
              <a:ext uri="{28A0092B-C50C-407E-A947-70E740481C1C}">
                <a14:useLocalDpi xmlns:a14="http://schemas.microsoft.com/office/drawing/2010/main" val="0"/>
              </a:ext>
            </a:extLst>
          </a:blip>
          <a:stretch>
            <a:fillRect/>
          </a:stretch>
        </p:blipFill>
        <p:spPr>
          <a:xfrm>
            <a:off x="3162670" y="2050465"/>
            <a:ext cx="5923809" cy="3333333"/>
          </a:xfrm>
          <a:prstGeom prst="rect">
            <a:avLst/>
          </a:prstGeom>
          <a:ln>
            <a:solidFill>
              <a:srgbClr val="00B050"/>
            </a:solidFill>
          </a:ln>
        </p:spPr>
      </p:pic>
    </p:spTree>
    <p:extLst>
      <p:ext uri="{BB962C8B-B14F-4D97-AF65-F5344CB8AC3E}">
        <p14:creationId xmlns:p14="http://schemas.microsoft.com/office/powerpoint/2010/main" val="16518131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2103F-8147-5D9E-EC98-FE3DE03ABE31}"/>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FDB95545-3464-02FB-21AC-1145B5E2DA56}"/>
              </a:ext>
            </a:extLst>
          </p:cNvPr>
          <p:cNvSpPr>
            <a:spLocks noGrp="1"/>
          </p:cNvSpPr>
          <p:nvPr>
            <p:ph type="body" sz="quarter" idx="18"/>
          </p:nvPr>
        </p:nvSpPr>
        <p:spPr/>
        <p:txBody>
          <a:bodyPr/>
          <a:lstStyle/>
          <a:p>
            <a:r>
              <a:rPr lang="en-US" altLang="zh-CN"/>
              <a:t>Composer</a:t>
            </a:r>
            <a:r>
              <a:rPr lang="zh-CN" altLang="en-US"/>
              <a:t>的常用命令</a:t>
            </a:r>
          </a:p>
        </p:txBody>
      </p:sp>
      <p:graphicFrame>
        <p:nvGraphicFramePr>
          <p:cNvPr id="4" name="内容占位符 3">
            <a:extLst>
              <a:ext uri="{FF2B5EF4-FFF2-40B4-BE49-F238E27FC236}">
                <a16:creationId xmlns:a16="http://schemas.microsoft.com/office/drawing/2014/main" id="{16F7CEAA-808A-DCC7-67B6-AFA1BC87F4B5}"/>
              </a:ext>
            </a:extLst>
          </p:cNvPr>
          <p:cNvGraphicFramePr>
            <a:graphicFrameLocks noGrp="1"/>
          </p:cNvGraphicFramePr>
          <p:nvPr>
            <p:ph sz="quarter" idx="19"/>
            <p:extLst>
              <p:ext uri="{D42A27DB-BD31-4B8C-83A1-F6EECF244321}">
                <p14:modId xmlns:p14="http://schemas.microsoft.com/office/powerpoint/2010/main" val="130052644"/>
              </p:ext>
            </p:extLst>
          </p:nvPr>
        </p:nvGraphicFramePr>
        <p:xfrm>
          <a:off x="1031875" y="1380011"/>
          <a:ext cx="10048875" cy="4385790"/>
        </p:xfrm>
        <a:graphic>
          <a:graphicData uri="http://schemas.openxmlformats.org/drawingml/2006/table">
            <a:tbl>
              <a:tblPr firstRow="1" firstCol="1" bandRow="1">
                <a:tableStyleId>{5C22544A-7EE6-4342-B048-85BDC9FD1C3A}</a:tableStyleId>
              </a:tblPr>
              <a:tblGrid>
                <a:gridCol w="4105275">
                  <a:extLst>
                    <a:ext uri="{9D8B030D-6E8A-4147-A177-3AD203B41FA5}">
                      <a16:colId xmlns:a16="http://schemas.microsoft.com/office/drawing/2014/main" val="3543219768"/>
                    </a:ext>
                  </a:extLst>
                </a:gridCol>
                <a:gridCol w="5943600">
                  <a:extLst>
                    <a:ext uri="{9D8B030D-6E8A-4147-A177-3AD203B41FA5}">
                      <a16:colId xmlns:a16="http://schemas.microsoft.com/office/drawing/2014/main" val="3952452569"/>
                    </a:ext>
                  </a:extLst>
                </a:gridCol>
              </a:tblGrid>
              <a:tr h="438881">
                <a:tc>
                  <a:txBody>
                    <a:bodyPr/>
                    <a:lstStyle/>
                    <a:p>
                      <a:pPr indent="18415" algn="just">
                        <a:lnSpc>
                          <a:spcPts val="2000"/>
                        </a:lnSpc>
                        <a:buNone/>
                      </a:pPr>
                      <a:r>
                        <a:rPr lang="zh-CN" sz="1600" kern="100">
                          <a:effectLst/>
                        </a:rPr>
                        <a:t>命令</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ts val="2000"/>
                        </a:lnSpc>
                        <a:buNone/>
                      </a:pPr>
                      <a:r>
                        <a:rPr lang="zh-CN" sz="1600" kern="100">
                          <a:effectLst/>
                        </a:rPr>
                        <a:t>作用</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089834304"/>
                  </a:ext>
                </a:extLst>
              </a:tr>
              <a:tr h="438277">
                <a:tc>
                  <a:txBody>
                    <a:bodyPr/>
                    <a:lstStyle/>
                    <a:p>
                      <a:pPr indent="18415" algn="just">
                        <a:lnSpc>
                          <a:spcPts val="2000"/>
                        </a:lnSpc>
                        <a:buNone/>
                      </a:pPr>
                      <a:r>
                        <a:rPr lang="en-US" sz="1600" kern="100">
                          <a:effectLst/>
                        </a:rPr>
                        <a:t>composer init</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ts val="2000"/>
                        </a:lnSpc>
                        <a:buNone/>
                      </a:pPr>
                      <a:r>
                        <a:rPr lang="zh-CN" sz="1600" kern="100">
                          <a:effectLst/>
                        </a:rPr>
                        <a:t>交互式创建</a:t>
                      </a:r>
                      <a:r>
                        <a:rPr lang="en-US" sz="1600" kern="100">
                          <a:effectLst/>
                        </a:rPr>
                        <a:t> composer.json</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468335247"/>
                  </a:ext>
                </a:extLst>
              </a:tr>
              <a:tr h="438277">
                <a:tc>
                  <a:txBody>
                    <a:bodyPr/>
                    <a:lstStyle/>
                    <a:p>
                      <a:pPr indent="18415" algn="just">
                        <a:lnSpc>
                          <a:spcPts val="2000"/>
                        </a:lnSpc>
                        <a:buNone/>
                      </a:pPr>
                      <a:r>
                        <a:rPr lang="en-US" sz="1600" kern="100">
                          <a:solidFill>
                            <a:srgbClr val="FF0000"/>
                          </a:solidFill>
                          <a:effectLst/>
                          <a:highlight>
                            <a:srgbClr val="FFFF00"/>
                          </a:highlight>
                        </a:rPr>
                        <a:t>composer install</a:t>
                      </a:r>
                      <a:endParaRPr lang="zh-CN" sz="1600" kern="100">
                        <a:solidFill>
                          <a:srgbClr val="FF0000"/>
                        </a:solidFill>
                        <a:effectLst/>
                        <a:highlight>
                          <a:srgbClr val="FFFF00"/>
                        </a:highligh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ts val="2000"/>
                        </a:lnSpc>
                        <a:buNone/>
                      </a:pPr>
                      <a:r>
                        <a:rPr lang="zh-CN" sz="1600" kern="100">
                          <a:effectLst/>
                        </a:rPr>
                        <a:t>安装依赖（读取</a:t>
                      </a:r>
                      <a:r>
                        <a:rPr lang="en-US" sz="1600" kern="100">
                          <a:effectLst/>
                        </a:rPr>
                        <a:t> composer.lock</a:t>
                      </a:r>
                      <a:r>
                        <a:rPr lang="zh-CN" sz="1600" kern="100">
                          <a:effectLst/>
                        </a:rPr>
                        <a:t>）</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288404661"/>
                  </a:ext>
                </a:extLst>
              </a:tr>
              <a:tr h="438277">
                <a:tc>
                  <a:txBody>
                    <a:bodyPr/>
                    <a:lstStyle/>
                    <a:p>
                      <a:pPr marL="0" indent="18415" algn="just" defTabSz="914400" rtl="0" eaLnBrk="1" latinLnBrk="0" hangingPunct="1">
                        <a:lnSpc>
                          <a:spcPts val="2000"/>
                        </a:lnSpc>
                        <a:buNone/>
                      </a:pPr>
                      <a:r>
                        <a:rPr lang="en-US" sz="1600" b="1" kern="100">
                          <a:solidFill>
                            <a:srgbClr val="FF0000"/>
                          </a:solidFill>
                          <a:effectLst/>
                          <a:highlight>
                            <a:srgbClr val="FFFF00"/>
                          </a:highlight>
                          <a:latin typeface="+mn-lt"/>
                          <a:ea typeface="+mn-ea"/>
                          <a:cs typeface="+mn-cs"/>
                        </a:rPr>
                        <a:t>composer update</a:t>
                      </a:r>
                      <a:endParaRPr lang="zh-CN" altLang="en-US" sz="1600" b="1" kern="100">
                        <a:solidFill>
                          <a:srgbClr val="FF0000"/>
                        </a:solidFill>
                        <a:effectLst/>
                        <a:highlight>
                          <a:srgbClr val="FFFF00"/>
                        </a:highlight>
                        <a:latin typeface="+mn-lt"/>
                        <a:ea typeface="+mn-ea"/>
                        <a:cs typeface="+mn-cs"/>
                      </a:endParaRPr>
                    </a:p>
                  </a:txBody>
                  <a:tcPr marL="68580" marR="68580" marT="0" marB="0" anchor="ctr"/>
                </a:tc>
                <a:tc>
                  <a:txBody>
                    <a:bodyPr/>
                    <a:lstStyle/>
                    <a:p>
                      <a:pPr indent="304800" algn="just">
                        <a:lnSpc>
                          <a:spcPts val="2000"/>
                        </a:lnSpc>
                        <a:buNone/>
                      </a:pPr>
                      <a:r>
                        <a:rPr lang="zh-CN" sz="1600" kern="100">
                          <a:effectLst/>
                        </a:rPr>
                        <a:t>更新依赖（读取</a:t>
                      </a:r>
                      <a:r>
                        <a:rPr lang="en-US" sz="1600" kern="100">
                          <a:effectLst/>
                        </a:rPr>
                        <a:t> composer.json</a:t>
                      </a:r>
                      <a:r>
                        <a:rPr lang="zh-CN" sz="1600" kern="100">
                          <a:effectLst/>
                        </a:rPr>
                        <a:t>）</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770626773"/>
                  </a:ext>
                </a:extLst>
              </a:tr>
              <a:tr h="438277">
                <a:tc>
                  <a:txBody>
                    <a:bodyPr/>
                    <a:lstStyle/>
                    <a:p>
                      <a:pPr marL="0" indent="18415" algn="just" defTabSz="914400" rtl="0" eaLnBrk="1" latinLnBrk="0" hangingPunct="1">
                        <a:lnSpc>
                          <a:spcPts val="2000"/>
                        </a:lnSpc>
                        <a:buNone/>
                      </a:pPr>
                      <a:r>
                        <a:rPr lang="en-US" sz="1600" b="1" kern="100">
                          <a:solidFill>
                            <a:srgbClr val="FF0000"/>
                          </a:solidFill>
                          <a:effectLst/>
                          <a:highlight>
                            <a:srgbClr val="FFFF00"/>
                          </a:highlight>
                          <a:latin typeface="+mn-lt"/>
                          <a:ea typeface="+mn-ea"/>
                          <a:cs typeface="+mn-cs"/>
                        </a:rPr>
                        <a:t>composer require vendor/package</a:t>
                      </a:r>
                      <a:endParaRPr lang="zh-CN" altLang="en-US" sz="1600" b="1" kern="100">
                        <a:solidFill>
                          <a:srgbClr val="FF0000"/>
                        </a:solidFill>
                        <a:effectLst/>
                        <a:highlight>
                          <a:srgbClr val="FFFF00"/>
                        </a:highlight>
                        <a:latin typeface="+mn-lt"/>
                        <a:ea typeface="+mn-ea"/>
                        <a:cs typeface="+mn-cs"/>
                      </a:endParaRPr>
                    </a:p>
                  </a:txBody>
                  <a:tcPr marL="68580" marR="68580" marT="0" marB="0" anchor="ctr"/>
                </a:tc>
                <a:tc>
                  <a:txBody>
                    <a:bodyPr/>
                    <a:lstStyle/>
                    <a:p>
                      <a:pPr indent="304800" algn="just">
                        <a:lnSpc>
                          <a:spcPts val="2000"/>
                        </a:lnSpc>
                        <a:buNone/>
                      </a:pPr>
                      <a:r>
                        <a:rPr lang="zh-CN" sz="1600" kern="100">
                          <a:effectLst/>
                        </a:rPr>
                        <a:t>安装并添加依赖到</a:t>
                      </a:r>
                      <a:r>
                        <a:rPr lang="en-US" sz="1600" kern="100">
                          <a:effectLst/>
                        </a:rPr>
                        <a:t> composer.json</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088384130"/>
                  </a:ext>
                </a:extLst>
              </a:tr>
              <a:tr h="438881">
                <a:tc>
                  <a:txBody>
                    <a:bodyPr/>
                    <a:lstStyle/>
                    <a:p>
                      <a:pPr indent="18415" algn="just">
                        <a:lnSpc>
                          <a:spcPts val="2000"/>
                        </a:lnSpc>
                        <a:buNone/>
                      </a:pPr>
                      <a:r>
                        <a:rPr lang="en-US" sz="1600" kern="100">
                          <a:effectLst/>
                        </a:rPr>
                        <a:t>composer remove vendor/package</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ts val="2000"/>
                        </a:lnSpc>
                        <a:buNone/>
                      </a:pPr>
                      <a:r>
                        <a:rPr lang="zh-CN" sz="1600" kern="100">
                          <a:effectLst/>
                        </a:rPr>
                        <a:t>移除依赖</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128389214"/>
                  </a:ext>
                </a:extLst>
              </a:tr>
              <a:tr h="438881">
                <a:tc>
                  <a:txBody>
                    <a:bodyPr/>
                    <a:lstStyle/>
                    <a:p>
                      <a:pPr indent="18415" algn="just">
                        <a:lnSpc>
                          <a:spcPts val="2000"/>
                        </a:lnSpc>
                        <a:buNone/>
                      </a:pPr>
                      <a:r>
                        <a:rPr lang="en-US" sz="1600" kern="100">
                          <a:effectLst/>
                        </a:rPr>
                        <a:t>composer dump-autoload</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ts val="2000"/>
                        </a:lnSpc>
                        <a:buNone/>
                      </a:pPr>
                      <a:r>
                        <a:rPr lang="zh-CN" sz="1600" kern="100">
                          <a:effectLst/>
                        </a:rPr>
                        <a:t>重新生成自动加载文件</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546438984"/>
                  </a:ext>
                </a:extLst>
              </a:tr>
              <a:tr h="438881">
                <a:tc>
                  <a:txBody>
                    <a:bodyPr/>
                    <a:lstStyle/>
                    <a:p>
                      <a:pPr indent="18415" algn="just">
                        <a:lnSpc>
                          <a:spcPts val="2000"/>
                        </a:lnSpc>
                        <a:buNone/>
                      </a:pPr>
                      <a:r>
                        <a:rPr lang="en-US" sz="1600" kern="100">
                          <a:effectLst/>
                        </a:rPr>
                        <a:t>composer show</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ts val="2000"/>
                        </a:lnSpc>
                        <a:buNone/>
                      </a:pPr>
                      <a:r>
                        <a:rPr lang="zh-CN" sz="1600" kern="100">
                          <a:effectLst/>
                        </a:rPr>
                        <a:t>查看已安装的包</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203710382"/>
                  </a:ext>
                </a:extLst>
              </a:tr>
              <a:tr h="438881">
                <a:tc>
                  <a:txBody>
                    <a:bodyPr/>
                    <a:lstStyle/>
                    <a:p>
                      <a:pPr indent="18415" algn="just">
                        <a:lnSpc>
                          <a:spcPts val="2000"/>
                        </a:lnSpc>
                        <a:buNone/>
                      </a:pPr>
                      <a:r>
                        <a:rPr lang="en-US" sz="1600" kern="100">
                          <a:effectLst/>
                        </a:rPr>
                        <a:t>composer outdated</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ts val="2000"/>
                        </a:lnSpc>
                        <a:buNone/>
                      </a:pPr>
                      <a:r>
                        <a:rPr lang="zh-CN" sz="1600" kern="100">
                          <a:effectLst/>
                        </a:rPr>
                        <a:t>查看可更新的包</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725284514"/>
                  </a:ext>
                </a:extLst>
              </a:tr>
              <a:tr h="438277">
                <a:tc>
                  <a:txBody>
                    <a:bodyPr/>
                    <a:lstStyle/>
                    <a:p>
                      <a:pPr indent="18415" algn="just">
                        <a:lnSpc>
                          <a:spcPts val="2000"/>
                        </a:lnSpc>
                        <a:buNone/>
                      </a:pPr>
                      <a:r>
                        <a:rPr lang="en-US" sz="1600" kern="100">
                          <a:effectLst/>
                        </a:rPr>
                        <a:t>composer validate</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tc>
                  <a:txBody>
                    <a:bodyPr/>
                    <a:lstStyle/>
                    <a:p>
                      <a:pPr indent="304800" algn="just">
                        <a:lnSpc>
                          <a:spcPts val="2000"/>
                        </a:lnSpc>
                        <a:buNone/>
                      </a:pPr>
                      <a:r>
                        <a:rPr lang="zh-CN" sz="1600" kern="100">
                          <a:effectLst/>
                        </a:rPr>
                        <a:t>验证</a:t>
                      </a:r>
                      <a:r>
                        <a:rPr lang="en-US" sz="1600" kern="100">
                          <a:effectLst/>
                        </a:rPr>
                        <a:t> composer.json </a:t>
                      </a:r>
                      <a:r>
                        <a:rPr lang="zh-CN" sz="1600" kern="100">
                          <a:effectLst/>
                        </a:rPr>
                        <a:t>格式</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64087764"/>
                  </a:ext>
                </a:extLst>
              </a:tr>
            </a:tbl>
          </a:graphicData>
        </a:graphic>
      </p:graphicFrame>
    </p:spTree>
    <p:extLst>
      <p:ext uri="{BB962C8B-B14F-4D97-AF65-F5344CB8AC3E}">
        <p14:creationId xmlns:p14="http://schemas.microsoft.com/office/powerpoint/2010/main" val="37264783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a:extLst>
              <a:ext uri="{FF2B5EF4-FFF2-40B4-BE49-F238E27FC236}">
                <a16:creationId xmlns:a16="http://schemas.microsoft.com/office/drawing/2014/main" id="{40E93363-5100-3F25-B52F-56C13268092E}"/>
              </a:ext>
            </a:extLst>
          </p:cNvPr>
          <p:cNvSpPr>
            <a:spLocks noGrp="1"/>
          </p:cNvSpPr>
          <p:nvPr>
            <p:ph type="body" sz="quarter" idx="18"/>
          </p:nvPr>
        </p:nvSpPr>
        <p:spPr/>
        <p:txBody>
          <a:bodyPr/>
          <a:lstStyle/>
          <a:p>
            <a:r>
              <a:rPr lang="zh-CN" altLang="en-US"/>
              <a:t>三种常见的组件安装方式</a:t>
            </a:r>
          </a:p>
        </p:txBody>
      </p:sp>
      <p:graphicFrame>
        <p:nvGraphicFramePr>
          <p:cNvPr id="8" name="内容占位符 7"/>
          <p:cNvGraphicFramePr>
            <a:graphicFrameLocks noGrp="1"/>
          </p:cNvGraphicFramePr>
          <p:nvPr>
            <p:ph sz="quarter" idx="19"/>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图片 4"/>
          <p:cNvPicPr>
            <a:picLocks noChangeAspect="1"/>
          </p:cNvPicPr>
          <p:nvPr/>
        </p:nvPicPr>
        <p:blipFill>
          <a:blip r:embed="rId7"/>
          <a:stretch>
            <a:fillRect/>
          </a:stretch>
        </p:blipFill>
        <p:spPr>
          <a:xfrm>
            <a:off x="6957938" y="1813074"/>
            <a:ext cx="4968552" cy="1548544"/>
          </a:xfrm>
          <a:prstGeom prst="rect">
            <a:avLst/>
          </a:prstGeom>
          <a:ln>
            <a:solidFill>
              <a:schemeClr val="accent1"/>
            </a:solidFill>
          </a:ln>
        </p:spPr>
      </p:pic>
    </p:spTree>
    <p:extLst>
      <p:ext uri="{BB962C8B-B14F-4D97-AF65-F5344CB8AC3E}">
        <p14:creationId xmlns:p14="http://schemas.microsoft.com/office/powerpoint/2010/main" val="2653673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graphicEl>
                                              <a:dgm id="{C6EB27F7-3A9C-4398-AB4E-124D60FE4BB1}"/>
                                            </p:graphicEl>
                                          </p:spTgt>
                                        </p:tgtEl>
                                        <p:attrNameLst>
                                          <p:attrName>style.visibility</p:attrName>
                                        </p:attrNameLst>
                                      </p:cBhvr>
                                      <p:to>
                                        <p:strVal val="visible"/>
                                      </p:to>
                                    </p:set>
                                    <p:anim calcmode="lin" valueType="num">
                                      <p:cBhvr additive="base">
                                        <p:cTn id="7" dur="500" fill="hold"/>
                                        <p:tgtEl>
                                          <p:spTgt spid="8">
                                            <p:graphicEl>
                                              <a:dgm id="{C6EB27F7-3A9C-4398-AB4E-124D60FE4BB1}"/>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graphicEl>
                                              <a:dgm id="{C6EB27F7-3A9C-4398-AB4E-124D60FE4BB1}"/>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graphicEl>
                                              <a:dgm id="{9B4B5123-DFC3-47BF-9BB7-3888394400D8}"/>
                                            </p:graphicEl>
                                          </p:spTgt>
                                        </p:tgtEl>
                                        <p:attrNameLst>
                                          <p:attrName>style.visibility</p:attrName>
                                        </p:attrNameLst>
                                      </p:cBhvr>
                                      <p:to>
                                        <p:strVal val="visible"/>
                                      </p:to>
                                    </p:set>
                                    <p:anim calcmode="lin" valueType="num">
                                      <p:cBhvr additive="base">
                                        <p:cTn id="11" dur="500" fill="hold"/>
                                        <p:tgtEl>
                                          <p:spTgt spid="8">
                                            <p:graphicEl>
                                              <a:dgm id="{9B4B5123-DFC3-47BF-9BB7-3888394400D8}"/>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graphicEl>
                                              <a:dgm id="{9B4B5123-DFC3-47BF-9BB7-3888394400D8}"/>
                                            </p:graphic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8">
                                            <p:graphicEl>
                                              <a:dgm id="{D2229086-8B79-4428-85E1-CA5E425B16CA}"/>
                                            </p:graphicEl>
                                          </p:spTgt>
                                        </p:tgtEl>
                                        <p:attrNameLst>
                                          <p:attrName>style.visibility</p:attrName>
                                        </p:attrNameLst>
                                      </p:cBhvr>
                                      <p:to>
                                        <p:strVal val="visible"/>
                                      </p:to>
                                    </p:set>
                                    <p:anim calcmode="lin" valueType="num">
                                      <p:cBhvr additive="base">
                                        <p:cTn id="15" dur="500" fill="hold"/>
                                        <p:tgtEl>
                                          <p:spTgt spid="8">
                                            <p:graphicEl>
                                              <a:dgm id="{D2229086-8B79-4428-85E1-CA5E425B16CA}"/>
                                            </p:graphicEl>
                                          </p:spTgt>
                                        </p:tgtEl>
                                        <p:attrNameLst>
                                          <p:attrName>ppt_x</p:attrName>
                                        </p:attrNameLst>
                                      </p:cBhvr>
                                      <p:tavLst>
                                        <p:tav tm="0">
                                          <p:val>
                                            <p:strVal val="#ppt_x"/>
                                          </p:val>
                                        </p:tav>
                                        <p:tav tm="100000">
                                          <p:val>
                                            <p:strVal val="#ppt_x"/>
                                          </p:val>
                                        </p:tav>
                                      </p:tavLst>
                                    </p:anim>
                                    <p:anim calcmode="lin" valueType="num">
                                      <p:cBhvr additive="base">
                                        <p:cTn id="16" dur="500" fill="hold"/>
                                        <p:tgtEl>
                                          <p:spTgt spid="8">
                                            <p:graphicEl>
                                              <a:dgm id="{D2229086-8B79-4428-85E1-CA5E425B16CA}"/>
                                            </p:graphic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8">
                                            <p:graphicEl>
                                              <a:dgm id="{42F023BF-3965-4192-A3A3-33EED2968922}"/>
                                            </p:graphicEl>
                                          </p:spTgt>
                                        </p:tgtEl>
                                        <p:attrNameLst>
                                          <p:attrName>style.visibility</p:attrName>
                                        </p:attrNameLst>
                                      </p:cBhvr>
                                      <p:to>
                                        <p:strVal val="visible"/>
                                      </p:to>
                                    </p:set>
                                    <p:anim calcmode="lin" valueType="num">
                                      <p:cBhvr additive="base">
                                        <p:cTn id="21" dur="500" fill="hold"/>
                                        <p:tgtEl>
                                          <p:spTgt spid="8">
                                            <p:graphicEl>
                                              <a:dgm id="{42F023BF-3965-4192-A3A3-33EED2968922}"/>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graphicEl>
                                              <a:dgm id="{42F023BF-3965-4192-A3A3-33EED2968922}"/>
                                            </p:graphic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8">
                                            <p:graphicEl>
                                              <a:dgm id="{215B3271-14DB-4931-8F07-9A8A9FCFBC5C}"/>
                                            </p:graphicEl>
                                          </p:spTgt>
                                        </p:tgtEl>
                                        <p:attrNameLst>
                                          <p:attrName>style.visibility</p:attrName>
                                        </p:attrNameLst>
                                      </p:cBhvr>
                                      <p:to>
                                        <p:strVal val="visible"/>
                                      </p:to>
                                    </p:set>
                                    <p:anim calcmode="lin" valueType="num">
                                      <p:cBhvr additive="base">
                                        <p:cTn id="33" dur="500" fill="hold"/>
                                        <p:tgtEl>
                                          <p:spTgt spid="8">
                                            <p:graphicEl>
                                              <a:dgm id="{215B3271-14DB-4931-8F07-9A8A9FCFBC5C}"/>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8">
                                            <p:graphicEl>
                                              <a:dgm id="{215B3271-14DB-4931-8F07-9A8A9FCFBC5C}"/>
                                            </p:graphic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8">
                                            <p:graphicEl>
                                              <a:dgm id="{30499F57-406C-4EF4-B8F2-64371096D000}"/>
                                            </p:graphicEl>
                                          </p:spTgt>
                                        </p:tgtEl>
                                        <p:attrNameLst>
                                          <p:attrName>style.visibility</p:attrName>
                                        </p:attrNameLst>
                                      </p:cBhvr>
                                      <p:to>
                                        <p:strVal val="visible"/>
                                      </p:to>
                                    </p:set>
                                    <p:anim calcmode="lin" valueType="num">
                                      <p:cBhvr additive="base">
                                        <p:cTn id="39" dur="500" fill="hold"/>
                                        <p:tgtEl>
                                          <p:spTgt spid="8">
                                            <p:graphicEl>
                                              <a:dgm id="{30499F57-406C-4EF4-B8F2-64371096D000}"/>
                                            </p:graphicEl>
                                          </p:spTgt>
                                        </p:tgtEl>
                                        <p:attrNameLst>
                                          <p:attrName>ppt_x</p:attrName>
                                        </p:attrNameLst>
                                      </p:cBhvr>
                                      <p:tavLst>
                                        <p:tav tm="0">
                                          <p:val>
                                            <p:strVal val="#ppt_x"/>
                                          </p:val>
                                        </p:tav>
                                        <p:tav tm="100000">
                                          <p:val>
                                            <p:strVal val="#ppt_x"/>
                                          </p:val>
                                        </p:tav>
                                      </p:tavLst>
                                    </p:anim>
                                    <p:anim calcmode="lin" valueType="num">
                                      <p:cBhvr additive="base">
                                        <p:cTn id="40" dur="500" fill="hold"/>
                                        <p:tgtEl>
                                          <p:spTgt spid="8">
                                            <p:graphicEl>
                                              <a:dgm id="{30499F57-406C-4EF4-B8F2-64371096D000}"/>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uiExpand="1">
        <p:bldSub>
          <a:bldDgm bld="lvlAtOnce"/>
        </p:bldSub>
      </p:bldGraphic>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内容占位符 5">
            <a:extLst>
              <a:ext uri="{FF2B5EF4-FFF2-40B4-BE49-F238E27FC236}">
                <a16:creationId xmlns:a16="http://schemas.microsoft.com/office/drawing/2014/main" id="{8BE388B7-41D5-5FE0-3C63-655C00BF808F}"/>
              </a:ext>
            </a:extLst>
          </p:cNvPr>
          <p:cNvGraphicFramePr>
            <a:graphicFrameLocks noGrp="1"/>
          </p:cNvGraphicFramePr>
          <p:nvPr>
            <p:ph sz="quarter" idx="19"/>
            <p:extLst>
              <p:ext uri="{D42A27DB-BD31-4B8C-83A1-F6EECF244321}">
                <p14:modId xmlns:p14="http://schemas.microsoft.com/office/powerpoint/2010/main" val="1166057516"/>
              </p:ext>
            </p:extLst>
          </p:nvPr>
        </p:nvGraphicFramePr>
        <p:xfrm>
          <a:off x="1913165" y="824336"/>
          <a:ext cx="8958035" cy="3102189"/>
        </p:xfrm>
        <a:graphic>
          <a:graphicData uri="http://schemas.openxmlformats.org/drawingml/2006/table">
            <a:tbl>
              <a:tblPr firstRow="1" firstCol="1" bandRow="1">
                <a:tableStyleId>{5C22544A-7EE6-4342-B048-85BDC9FD1C3A}</a:tableStyleId>
              </a:tblPr>
              <a:tblGrid>
                <a:gridCol w="1212305">
                  <a:extLst>
                    <a:ext uri="{9D8B030D-6E8A-4147-A177-3AD203B41FA5}">
                      <a16:colId xmlns:a16="http://schemas.microsoft.com/office/drawing/2014/main" val="315731693"/>
                    </a:ext>
                  </a:extLst>
                </a:gridCol>
                <a:gridCol w="2426244">
                  <a:extLst>
                    <a:ext uri="{9D8B030D-6E8A-4147-A177-3AD203B41FA5}">
                      <a16:colId xmlns:a16="http://schemas.microsoft.com/office/drawing/2014/main" val="1242906523"/>
                    </a:ext>
                  </a:extLst>
                </a:gridCol>
                <a:gridCol w="2866572">
                  <a:extLst>
                    <a:ext uri="{9D8B030D-6E8A-4147-A177-3AD203B41FA5}">
                      <a16:colId xmlns:a16="http://schemas.microsoft.com/office/drawing/2014/main" val="2138505507"/>
                    </a:ext>
                  </a:extLst>
                </a:gridCol>
                <a:gridCol w="2452914">
                  <a:extLst>
                    <a:ext uri="{9D8B030D-6E8A-4147-A177-3AD203B41FA5}">
                      <a16:colId xmlns:a16="http://schemas.microsoft.com/office/drawing/2014/main" val="3120363214"/>
                    </a:ext>
                  </a:extLst>
                </a:gridCol>
              </a:tblGrid>
              <a:tr h="236496">
                <a:tc gridSpan="2">
                  <a:txBody>
                    <a:bodyPr/>
                    <a:lstStyle/>
                    <a:p>
                      <a:pPr algn="ctr">
                        <a:lnSpc>
                          <a:spcPts val="1600"/>
                        </a:lnSpc>
                        <a:buNone/>
                      </a:pPr>
                      <a:r>
                        <a:rPr lang="zh-CN" sz="1200" kern="100">
                          <a:effectLst/>
                        </a:rPr>
                        <a:t>约束</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tc hMerge="1">
                  <a:txBody>
                    <a:bodyPr/>
                    <a:lstStyle/>
                    <a:p>
                      <a:endParaRPr lang="zh-CN" altLang="en-US"/>
                    </a:p>
                  </a:txBody>
                  <a:tcPr/>
                </a:tc>
                <a:tc>
                  <a:txBody>
                    <a:bodyPr/>
                    <a:lstStyle/>
                    <a:p>
                      <a:pPr algn="ctr">
                        <a:lnSpc>
                          <a:spcPts val="1600"/>
                        </a:lnSpc>
                        <a:buNone/>
                      </a:pPr>
                      <a:r>
                        <a:rPr lang="zh-CN" sz="1200" kern="100">
                          <a:effectLst/>
                        </a:rPr>
                        <a:t>含义</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tc>
                  <a:txBody>
                    <a:bodyPr/>
                    <a:lstStyle/>
                    <a:p>
                      <a:pPr algn="ctr">
                        <a:lnSpc>
                          <a:spcPts val="1600"/>
                        </a:lnSpc>
                        <a:buNone/>
                      </a:pPr>
                      <a:r>
                        <a:rPr lang="zh-CN" sz="1200" kern="100">
                          <a:effectLst/>
                        </a:rPr>
                        <a:t>示例</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extLst>
                  <a:ext uri="{0D108BD9-81ED-4DB2-BD59-A6C34878D82A}">
                    <a16:rowId xmlns:a16="http://schemas.microsoft.com/office/drawing/2014/main" val="2107055805"/>
                  </a:ext>
                </a:extLst>
              </a:tr>
              <a:tr h="236496">
                <a:tc rowSpan="5">
                  <a:txBody>
                    <a:bodyPr/>
                    <a:lstStyle/>
                    <a:p>
                      <a:pPr algn="ctr">
                        <a:lnSpc>
                          <a:spcPts val="1600"/>
                        </a:lnSpc>
                        <a:buNone/>
                      </a:pPr>
                      <a:r>
                        <a:rPr lang="zh-CN" sz="1200" kern="100">
                          <a:effectLst/>
                        </a:rPr>
                        <a:t>基础约束</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tc>
                  <a:txBody>
                    <a:bodyPr/>
                    <a:lstStyle/>
                    <a:p>
                      <a:pPr algn="ctr">
                        <a:lnSpc>
                          <a:spcPts val="1600"/>
                        </a:lnSpc>
                        <a:buNone/>
                      </a:pPr>
                      <a:r>
                        <a:rPr lang="en-US" sz="1200" kern="100">
                          <a:effectLst/>
                        </a:rPr>
                        <a:t>1.0.0</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tc>
                  <a:txBody>
                    <a:bodyPr/>
                    <a:lstStyle/>
                    <a:p>
                      <a:pPr algn="ctr">
                        <a:lnSpc>
                          <a:spcPts val="1600"/>
                        </a:lnSpc>
                        <a:buNone/>
                      </a:pPr>
                      <a:r>
                        <a:rPr lang="zh-CN" sz="1200" kern="100">
                          <a:effectLst/>
                        </a:rPr>
                        <a:t>精确版本</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tc>
                  <a:txBody>
                    <a:bodyPr/>
                    <a:lstStyle/>
                    <a:p>
                      <a:pPr algn="ctr">
                        <a:lnSpc>
                          <a:spcPts val="1600"/>
                        </a:lnSpc>
                        <a:buNone/>
                      </a:pPr>
                      <a:r>
                        <a:rPr lang="zh-CN" sz="1200" kern="100">
                          <a:effectLst/>
                        </a:rPr>
                        <a:t>只能安装</a:t>
                      </a:r>
                      <a:r>
                        <a:rPr lang="en-US" sz="1200" kern="100">
                          <a:effectLst/>
                        </a:rPr>
                        <a:t> 1.0.0</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extLst>
                  <a:ext uri="{0D108BD9-81ED-4DB2-BD59-A6C34878D82A}">
                    <a16:rowId xmlns:a16="http://schemas.microsoft.com/office/drawing/2014/main" val="3720641191"/>
                  </a:ext>
                </a:extLst>
              </a:tr>
              <a:tr h="236496">
                <a:tc vMerge="1">
                  <a:txBody>
                    <a:bodyPr/>
                    <a:lstStyle/>
                    <a:p>
                      <a:endParaRPr lang="zh-CN" altLang="en-US"/>
                    </a:p>
                  </a:txBody>
                  <a:tcPr/>
                </a:tc>
                <a:tc>
                  <a:txBody>
                    <a:bodyPr/>
                    <a:lstStyle/>
                    <a:p>
                      <a:pPr algn="ctr">
                        <a:lnSpc>
                          <a:spcPts val="1600"/>
                        </a:lnSpc>
                        <a:buNone/>
                      </a:pPr>
                      <a:r>
                        <a:rPr lang="en-US" sz="1200" kern="100">
                          <a:effectLst/>
                        </a:rPr>
                        <a:t>&gt;=1.0</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tc>
                  <a:txBody>
                    <a:bodyPr/>
                    <a:lstStyle/>
                    <a:p>
                      <a:pPr algn="ctr">
                        <a:lnSpc>
                          <a:spcPts val="1600"/>
                        </a:lnSpc>
                        <a:buNone/>
                      </a:pPr>
                      <a:r>
                        <a:rPr lang="zh-CN" sz="1200" kern="100">
                          <a:effectLst/>
                        </a:rPr>
                        <a:t>大于等于</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tc>
                  <a:txBody>
                    <a:bodyPr/>
                    <a:lstStyle/>
                    <a:p>
                      <a:pPr algn="ctr">
                        <a:lnSpc>
                          <a:spcPts val="1600"/>
                        </a:lnSpc>
                        <a:buNone/>
                      </a:pPr>
                      <a:r>
                        <a:rPr lang="en-US" sz="1200" kern="100">
                          <a:effectLst/>
                        </a:rPr>
                        <a:t>1.0.0 </a:t>
                      </a:r>
                      <a:r>
                        <a:rPr lang="zh-CN" sz="1200" kern="100">
                          <a:effectLst/>
                        </a:rPr>
                        <a:t>及以上</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extLst>
                  <a:ext uri="{0D108BD9-81ED-4DB2-BD59-A6C34878D82A}">
                    <a16:rowId xmlns:a16="http://schemas.microsoft.com/office/drawing/2014/main" val="616895515"/>
                  </a:ext>
                </a:extLst>
              </a:tr>
              <a:tr h="236496">
                <a:tc vMerge="1">
                  <a:txBody>
                    <a:bodyPr/>
                    <a:lstStyle/>
                    <a:p>
                      <a:endParaRPr lang="zh-CN" altLang="en-US"/>
                    </a:p>
                  </a:txBody>
                  <a:tcPr/>
                </a:tc>
                <a:tc>
                  <a:txBody>
                    <a:bodyPr/>
                    <a:lstStyle/>
                    <a:p>
                      <a:pPr algn="ctr">
                        <a:lnSpc>
                          <a:spcPts val="1600"/>
                        </a:lnSpc>
                        <a:buNone/>
                      </a:pPr>
                      <a:r>
                        <a:rPr lang="en-US" sz="1200" kern="100">
                          <a:effectLst/>
                        </a:rPr>
                        <a:t>&lt;=1.0</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tc>
                  <a:txBody>
                    <a:bodyPr/>
                    <a:lstStyle/>
                    <a:p>
                      <a:pPr algn="ctr">
                        <a:lnSpc>
                          <a:spcPts val="1600"/>
                        </a:lnSpc>
                        <a:buNone/>
                      </a:pPr>
                      <a:r>
                        <a:rPr lang="zh-CN" sz="1200" kern="100">
                          <a:effectLst/>
                        </a:rPr>
                        <a:t>小于等于</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tc>
                  <a:txBody>
                    <a:bodyPr/>
                    <a:lstStyle/>
                    <a:p>
                      <a:pPr algn="ctr">
                        <a:lnSpc>
                          <a:spcPts val="1600"/>
                        </a:lnSpc>
                        <a:buNone/>
                      </a:pPr>
                      <a:r>
                        <a:rPr lang="en-US" sz="1200" kern="100">
                          <a:effectLst/>
                        </a:rPr>
                        <a:t>1.0.0 </a:t>
                      </a:r>
                      <a:r>
                        <a:rPr lang="zh-CN" sz="1200" kern="100">
                          <a:effectLst/>
                        </a:rPr>
                        <a:t>及以下</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extLst>
                  <a:ext uri="{0D108BD9-81ED-4DB2-BD59-A6C34878D82A}">
                    <a16:rowId xmlns:a16="http://schemas.microsoft.com/office/drawing/2014/main" val="3449350918"/>
                  </a:ext>
                </a:extLst>
              </a:tr>
              <a:tr h="236496">
                <a:tc vMerge="1">
                  <a:txBody>
                    <a:bodyPr/>
                    <a:lstStyle/>
                    <a:p>
                      <a:endParaRPr lang="zh-CN" altLang="en-US"/>
                    </a:p>
                  </a:txBody>
                  <a:tcPr/>
                </a:tc>
                <a:tc>
                  <a:txBody>
                    <a:bodyPr/>
                    <a:lstStyle/>
                    <a:p>
                      <a:pPr algn="ctr">
                        <a:lnSpc>
                          <a:spcPts val="1600"/>
                        </a:lnSpc>
                        <a:buNone/>
                      </a:pPr>
                      <a:r>
                        <a:rPr lang="en-US" sz="1200" kern="100">
                          <a:effectLst/>
                        </a:rPr>
                        <a:t>&gt;1.0</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tc>
                  <a:txBody>
                    <a:bodyPr/>
                    <a:lstStyle/>
                    <a:p>
                      <a:pPr algn="ctr">
                        <a:lnSpc>
                          <a:spcPts val="1600"/>
                        </a:lnSpc>
                        <a:buNone/>
                      </a:pPr>
                      <a:r>
                        <a:rPr lang="zh-CN" sz="1200" kern="100">
                          <a:effectLst/>
                        </a:rPr>
                        <a:t>大于</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tc>
                  <a:txBody>
                    <a:bodyPr/>
                    <a:lstStyle/>
                    <a:p>
                      <a:pPr algn="ctr">
                        <a:lnSpc>
                          <a:spcPts val="1600"/>
                        </a:lnSpc>
                        <a:buNone/>
                      </a:pPr>
                      <a:r>
                        <a:rPr lang="en-US" sz="1200" kern="100">
                          <a:effectLst/>
                        </a:rPr>
                        <a:t>1.0.1 </a:t>
                      </a:r>
                      <a:r>
                        <a:rPr lang="zh-CN" sz="1200" kern="100">
                          <a:effectLst/>
                        </a:rPr>
                        <a:t>及以上</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extLst>
                  <a:ext uri="{0D108BD9-81ED-4DB2-BD59-A6C34878D82A}">
                    <a16:rowId xmlns:a16="http://schemas.microsoft.com/office/drawing/2014/main" val="2749773677"/>
                  </a:ext>
                </a:extLst>
              </a:tr>
              <a:tr h="236496">
                <a:tc vMerge="1">
                  <a:txBody>
                    <a:bodyPr/>
                    <a:lstStyle/>
                    <a:p>
                      <a:endParaRPr lang="zh-CN" altLang="en-US"/>
                    </a:p>
                  </a:txBody>
                  <a:tcPr/>
                </a:tc>
                <a:tc>
                  <a:txBody>
                    <a:bodyPr/>
                    <a:lstStyle/>
                    <a:p>
                      <a:pPr algn="ctr">
                        <a:lnSpc>
                          <a:spcPts val="1600"/>
                        </a:lnSpc>
                        <a:buNone/>
                      </a:pPr>
                      <a:r>
                        <a:rPr lang="en-US" sz="1200" kern="100">
                          <a:effectLst/>
                        </a:rPr>
                        <a:t>&lt;1.0</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tc>
                  <a:txBody>
                    <a:bodyPr/>
                    <a:lstStyle/>
                    <a:p>
                      <a:pPr algn="ctr">
                        <a:lnSpc>
                          <a:spcPts val="1600"/>
                        </a:lnSpc>
                        <a:buNone/>
                      </a:pPr>
                      <a:r>
                        <a:rPr lang="zh-CN" sz="1200" kern="100">
                          <a:effectLst/>
                        </a:rPr>
                        <a:t>小于</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tc>
                  <a:txBody>
                    <a:bodyPr/>
                    <a:lstStyle/>
                    <a:p>
                      <a:pPr algn="ctr">
                        <a:lnSpc>
                          <a:spcPts val="1600"/>
                        </a:lnSpc>
                        <a:buNone/>
                      </a:pPr>
                      <a:r>
                        <a:rPr lang="en-US" sz="1200" kern="100">
                          <a:effectLst/>
                        </a:rPr>
                        <a:t>0.9.9 </a:t>
                      </a:r>
                      <a:r>
                        <a:rPr lang="zh-CN" sz="1200" kern="100">
                          <a:effectLst/>
                        </a:rPr>
                        <a:t>及以下</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extLst>
                  <a:ext uri="{0D108BD9-81ED-4DB2-BD59-A6C34878D82A}">
                    <a16:rowId xmlns:a16="http://schemas.microsoft.com/office/drawing/2014/main" val="4076716092"/>
                  </a:ext>
                </a:extLst>
              </a:tr>
              <a:tr h="240459">
                <a:tc rowSpan="5">
                  <a:txBody>
                    <a:bodyPr/>
                    <a:lstStyle/>
                    <a:p>
                      <a:pPr indent="228600" algn="ctr">
                        <a:lnSpc>
                          <a:spcPts val="1600"/>
                        </a:lnSpc>
                        <a:buNone/>
                      </a:pPr>
                      <a:r>
                        <a:rPr lang="zh-CN" sz="1400" kern="100">
                          <a:effectLst/>
                        </a:rPr>
                        <a:t>范围约束</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tc>
                  <a:txBody>
                    <a:bodyPr/>
                    <a:lstStyle/>
                    <a:p>
                      <a:pPr indent="228600" algn="ctr">
                        <a:lnSpc>
                          <a:spcPts val="1600"/>
                        </a:lnSpc>
                        <a:buNone/>
                      </a:pPr>
                      <a:r>
                        <a:rPr lang="en-US" sz="1400" kern="100">
                          <a:effectLst/>
                        </a:rPr>
                        <a:t>&gt;=1.0,&lt;2.0</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tc>
                  <a:txBody>
                    <a:bodyPr/>
                    <a:lstStyle/>
                    <a:p>
                      <a:pPr algn="ctr">
                        <a:lnSpc>
                          <a:spcPts val="1600"/>
                        </a:lnSpc>
                        <a:buNone/>
                      </a:pPr>
                      <a:r>
                        <a:rPr lang="en-US" sz="1200" kern="100">
                          <a:effectLst/>
                        </a:rPr>
                        <a:t>1.0 </a:t>
                      </a:r>
                      <a:r>
                        <a:rPr lang="zh-CN" sz="1200" kern="100">
                          <a:effectLst/>
                        </a:rPr>
                        <a:t>到</a:t>
                      </a:r>
                      <a:r>
                        <a:rPr lang="en-US" sz="1200" kern="100">
                          <a:effectLst/>
                        </a:rPr>
                        <a:t> 2.0 </a:t>
                      </a:r>
                      <a:r>
                        <a:rPr lang="zh-CN" sz="1200" kern="100">
                          <a:effectLst/>
                        </a:rPr>
                        <a:t>之间</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tc>
                  <a:txBody>
                    <a:bodyPr/>
                    <a:lstStyle/>
                    <a:p>
                      <a:pPr algn="ctr">
                        <a:lnSpc>
                          <a:spcPts val="1600"/>
                        </a:lnSpc>
                        <a:buNone/>
                      </a:pPr>
                      <a:r>
                        <a:rPr lang="en-US" sz="1200" kern="100">
                          <a:effectLst/>
                        </a:rPr>
                        <a:t>1.x.x</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extLst>
                  <a:ext uri="{0D108BD9-81ED-4DB2-BD59-A6C34878D82A}">
                    <a16:rowId xmlns:a16="http://schemas.microsoft.com/office/drawing/2014/main" val="4226125818"/>
                  </a:ext>
                </a:extLst>
              </a:tr>
              <a:tr h="240459">
                <a:tc vMerge="1">
                  <a:txBody>
                    <a:bodyPr/>
                    <a:lstStyle/>
                    <a:p>
                      <a:endParaRPr lang="zh-CN" altLang="en-US"/>
                    </a:p>
                  </a:txBody>
                  <a:tcPr/>
                </a:tc>
                <a:tc>
                  <a:txBody>
                    <a:bodyPr/>
                    <a:lstStyle/>
                    <a:p>
                      <a:pPr indent="228600" algn="ctr">
                        <a:lnSpc>
                          <a:spcPts val="1600"/>
                        </a:lnSpc>
                        <a:buNone/>
                      </a:pPr>
                      <a:r>
                        <a:rPr lang="en-US" sz="1400" kern="100">
                          <a:effectLst/>
                        </a:rPr>
                        <a:t>~1.2</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tc>
                  <a:txBody>
                    <a:bodyPr/>
                    <a:lstStyle/>
                    <a:p>
                      <a:pPr algn="ctr">
                        <a:lnSpc>
                          <a:spcPts val="1600"/>
                        </a:lnSpc>
                        <a:buNone/>
                      </a:pPr>
                      <a:r>
                        <a:rPr lang="zh-CN" sz="1200" kern="100">
                          <a:effectLst/>
                        </a:rPr>
                        <a:t>相当于</a:t>
                      </a:r>
                      <a:r>
                        <a:rPr lang="en-US" sz="1200" kern="100">
                          <a:effectLst/>
                        </a:rPr>
                        <a:t> </a:t>
                      </a:r>
                      <a:r>
                        <a:rPr lang="en-US" sz="1400" kern="100">
                          <a:effectLst/>
                        </a:rPr>
                        <a:t>&gt;=1.2,&lt;2.0</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tc>
                  <a:txBody>
                    <a:bodyPr/>
                    <a:lstStyle/>
                    <a:p>
                      <a:pPr algn="ctr">
                        <a:lnSpc>
                          <a:spcPts val="1600"/>
                        </a:lnSpc>
                        <a:buNone/>
                      </a:pPr>
                      <a:r>
                        <a:rPr lang="en-US" sz="1200" kern="100">
                          <a:effectLst/>
                        </a:rPr>
                        <a:t>1.2.0 </a:t>
                      </a:r>
                      <a:r>
                        <a:rPr lang="zh-CN" sz="1200" kern="100">
                          <a:effectLst/>
                        </a:rPr>
                        <a:t>到</a:t>
                      </a:r>
                      <a:r>
                        <a:rPr lang="en-US" sz="1200" kern="100">
                          <a:effectLst/>
                        </a:rPr>
                        <a:t> 1.9.9</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extLst>
                  <a:ext uri="{0D108BD9-81ED-4DB2-BD59-A6C34878D82A}">
                    <a16:rowId xmlns:a16="http://schemas.microsoft.com/office/drawing/2014/main" val="2239584943"/>
                  </a:ext>
                </a:extLst>
              </a:tr>
              <a:tr h="240459">
                <a:tc vMerge="1">
                  <a:txBody>
                    <a:bodyPr/>
                    <a:lstStyle/>
                    <a:p>
                      <a:endParaRPr lang="zh-CN" altLang="en-US"/>
                    </a:p>
                  </a:txBody>
                  <a:tcPr/>
                </a:tc>
                <a:tc>
                  <a:txBody>
                    <a:bodyPr/>
                    <a:lstStyle/>
                    <a:p>
                      <a:pPr indent="228600" algn="ctr">
                        <a:lnSpc>
                          <a:spcPts val="1600"/>
                        </a:lnSpc>
                        <a:buNone/>
                      </a:pPr>
                      <a:r>
                        <a:rPr lang="en-US" sz="1400" kern="100">
                          <a:effectLst/>
                        </a:rPr>
                        <a:t>^1.2</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tc>
                  <a:txBody>
                    <a:bodyPr/>
                    <a:lstStyle/>
                    <a:p>
                      <a:pPr algn="ctr">
                        <a:lnSpc>
                          <a:spcPts val="1600"/>
                        </a:lnSpc>
                        <a:buNone/>
                      </a:pPr>
                      <a:r>
                        <a:rPr lang="zh-CN" sz="1200" kern="100">
                          <a:effectLst/>
                        </a:rPr>
                        <a:t>相当于</a:t>
                      </a:r>
                      <a:r>
                        <a:rPr lang="en-US" sz="1200" kern="100">
                          <a:effectLst/>
                        </a:rPr>
                        <a:t> </a:t>
                      </a:r>
                      <a:r>
                        <a:rPr lang="en-US" sz="1400" kern="100">
                          <a:effectLst/>
                        </a:rPr>
                        <a:t>&gt;=1.2,&lt;2.0</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tc>
                  <a:txBody>
                    <a:bodyPr/>
                    <a:lstStyle/>
                    <a:p>
                      <a:pPr algn="ctr">
                        <a:lnSpc>
                          <a:spcPts val="1600"/>
                        </a:lnSpc>
                        <a:buNone/>
                      </a:pPr>
                      <a:r>
                        <a:rPr lang="en-US" sz="1200" kern="100">
                          <a:effectLst/>
                        </a:rPr>
                        <a:t>1.2.0 </a:t>
                      </a:r>
                      <a:r>
                        <a:rPr lang="zh-CN" sz="1200" kern="100">
                          <a:effectLst/>
                        </a:rPr>
                        <a:t>到</a:t>
                      </a:r>
                      <a:r>
                        <a:rPr lang="en-US" sz="1200" kern="100">
                          <a:effectLst/>
                        </a:rPr>
                        <a:t> 1.9.9</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extLst>
                  <a:ext uri="{0D108BD9-81ED-4DB2-BD59-A6C34878D82A}">
                    <a16:rowId xmlns:a16="http://schemas.microsoft.com/office/drawing/2014/main" val="1111905070"/>
                  </a:ext>
                </a:extLst>
              </a:tr>
              <a:tr h="240459">
                <a:tc vMerge="1">
                  <a:txBody>
                    <a:bodyPr/>
                    <a:lstStyle/>
                    <a:p>
                      <a:endParaRPr lang="zh-CN" altLang="en-US"/>
                    </a:p>
                  </a:txBody>
                  <a:tcPr/>
                </a:tc>
                <a:tc>
                  <a:txBody>
                    <a:bodyPr/>
                    <a:lstStyle/>
                    <a:p>
                      <a:pPr indent="228600" algn="ctr">
                        <a:lnSpc>
                          <a:spcPts val="1600"/>
                        </a:lnSpc>
                        <a:buNone/>
                      </a:pPr>
                      <a:r>
                        <a:rPr lang="en-US" sz="1400" kern="100">
                          <a:effectLst/>
                        </a:rPr>
                        <a:t>^1.2.3</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tc>
                  <a:txBody>
                    <a:bodyPr/>
                    <a:lstStyle/>
                    <a:p>
                      <a:pPr algn="ctr">
                        <a:lnSpc>
                          <a:spcPts val="1600"/>
                        </a:lnSpc>
                        <a:buNone/>
                      </a:pPr>
                      <a:r>
                        <a:rPr lang="zh-CN" sz="1200" kern="100">
                          <a:effectLst/>
                        </a:rPr>
                        <a:t>相当于</a:t>
                      </a:r>
                      <a:r>
                        <a:rPr lang="en-US" sz="1200" kern="100">
                          <a:effectLst/>
                        </a:rPr>
                        <a:t> </a:t>
                      </a:r>
                      <a:r>
                        <a:rPr lang="en-US" sz="1400" kern="100">
                          <a:effectLst/>
                        </a:rPr>
                        <a:t>&gt;=1.2.3,&lt;2.0</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tc>
                  <a:txBody>
                    <a:bodyPr/>
                    <a:lstStyle/>
                    <a:p>
                      <a:pPr algn="ctr">
                        <a:lnSpc>
                          <a:spcPts val="1600"/>
                        </a:lnSpc>
                        <a:buNone/>
                      </a:pPr>
                      <a:r>
                        <a:rPr lang="en-US" sz="1200" kern="100">
                          <a:effectLst/>
                        </a:rPr>
                        <a:t>1.2.3 </a:t>
                      </a:r>
                      <a:r>
                        <a:rPr lang="zh-CN" sz="1200" kern="100">
                          <a:effectLst/>
                        </a:rPr>
                        <a:t>到</a:t>
                      </a:r>
                      <a:r>
                        <a:rPr lang="en-US" sz="1200" kern="100">
                          <a:effectLst/>
                        </a:rPr>
                        <a:t> 1.9.9</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extLst>
                  <a:ext uri="{0D108BD9-81ED-4DB2-BD59-A6C34878D82A}">
                    <a16:rowId xmlns:a16="http://schemas.microsoft.com/office/drawing/2014/main" val="549183938"/>
                  </a:ext>
                </a:extLst>
              </a:tr>
              <a:tr h="240459">
                <a:tc vMerge="1">
                  <a:txBody>
                    <a:bodyPr/>
                    <a:lstStyle/>
                    <a:p>
                      <a:endParaRPr lang="zh-CN" altLang="en-US"/>
                    </a:p>
                  </a:txBody>
                  <a:tcPr/>
                </a:tc>
                <a:tc>
                  <a:txBody>
                    <a:bodyPr/>
                    <a:lstStyle/>
                    <a:p>
                      <a:pPr indent="228600" algn="ctr">
                        <a:lnSpc>
                          <a:spcPts val="1600"/>
                        </a:lnSpc>
                        <a:buNone/>
                      </a:pPr>
                      <a:r>
                        <a:rPr lang="en-US" sz="1400" kern="100">
                          <a:effectLst/>
                        </a:rPr>
                        <a:t>^0.3</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tc>
                  <a:txBody>
                    <a:bodyPr/>
                    <a:lstStyle/>
                    <a:p>
                      <a:pPr algn="ctr">
                        <a:lnSpc>
                          <a:spcPts val="1600"/>
                        </a:lnSpc>
                        <a:buNone/>
                      </a:pPr>
                      <a:r>
                        <a:rPr lang="zh-CN" sz="1200" kern="100">
                          <a:effectLst/>
                        </a:rPr>
                        <a:t>相当于</a:t>
                      </a:r>
                      <a:r>
                        <a:rPr lang="en-US" sz="1200" kern="100">
                          <a:effectLst/>
                        </a:rPr>
                        <a:t> </a:t>
                      </a:r>
                      <a:r>
                        <a:rPr lang="en-US" sz="1400" kern="100">
                          <a:effectLst/>
                        </a:rPr>
                        <a:t>&gt;=0.3,&lt;0.4</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tc>
                  <a:txBody>
                    <a:bodyPr/>
                    <a:lstStyle/>
                    <a:p>
                      <a:pPr algn="ctr">
                        <a:lnSpc>
                          <a:spcPts val="1600"/>
                        </a:lnSpc>
                        <a:buNone/>
                      </a:pPr>
                      <a:r>
                        <a:rPr lang="en-US" sz="1200" kern="100">
                          <a:effectLst/>
                        </a:rPr>
                        <a:t>0.3.x</a:t>
                      </a:r>
                      <a:r>
                        <a:rPr lang="zh-CN" sz="1200" kern="100">
                          <a:effectLst/>
                        </a:rPr>
                        <a:t>（因为是主版本</a:t>
                      </a:r>
                      <a:r>
                        <a:rPr lang="en-US" sz="1200" kern="100">
                          <a:effectLst/>
                        </a:rPr>
                        <a:t>0</a:t>
                      </a:r>
                      <a:r>
                        <a:rPr lang="zh-CN" sz="1200" kern="100">
                          <a:effectLst/>
                        </a:rPr>
                        <a:t>）</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extLst>
                  <a:ext uri="{0D108BD9-81ED-4DB2-BD59-A6C34878D82A}">
                    <a16:rowId xmlns:a16="http://schemas.microsoft.com/office/drawing/2014/main" val="2332099085"/>
                  </a:ext>
                </a:extLst>
              </a:tr>
              <a:tr h="240459">
                <a:tc rowSpan="2">
                  <a:txBody>
                    <a:bodyPr/>
                    <a:lstStyle/>
                    <a:p>
                      <a:pPr indent="228600" algn="ctr">
                        <a:lnSpc>
                          <a:spcPts val="1600"/>
                        </a:lnSpc>
                        <a:buNone/>
                      </a:pPr>
                      <a:r>
                        <a:rPr lang="zh-CN" sz="1400" kern="100">
                          <a:effectLst/>
                        </a:rPr>
                        <a:t>通配符</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tc>
                  <a:txBody>
                    <a:bodyPr/>
                    <a:lstStyle/>
                    <a:p>
                      <a:pPr indent="228600" algn="ctr">
                        <a:lnSpc>
                          <a:spcPts val="1600"/>
                        </a:lnSpc>
                        <a:buNone/>
                      </a:pPr>
                      <a:r>
                        <a:rPr lang="en-US" sz="1400" kern="100">
                          <a:effectLst/>
                        </a:rPr>
                        <a:t>1.0.*</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tc>
                  <a:txBody>
                    <a:bodyPr/>
                    <a:lstStyle/>
                    <a:p>
                      <a:pPr algn="ctr">
                        <a:lnSpc>
                          <a:spcPts val="1600"/>
                        </a:lnSpc>
                        <a:buNone/>
                      </a:pPr>
                      <a:r>
                        <a:rPr lang="zh-CN" sz="1200" kern="100">
                          <a:effectLst/>
                        </a:rPr>
                        <a:t>通配符</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tc>
                  <a:txBody>
                    <a:bodyPr/>
                    <a:lstStyle/>
                    <a:p>
                      <a:pPr algn="ctr">
                        <a:lnSpc>
                          <a:spcPts val="1600"/>
                        </a:lnSpc>
                        <a:buNone/>
                      </a:pPr>
                      <a:r>
                        <a:rPr lang="en-US" sz="1200" kern="100">
                          <a:effectLst/>
                        </a:rPr>
                        <a:t>1.0.0</a:t>
                      </a:r>
                      <a:r>
                        <a:rPr lang="zh-CN" sz="1200" kern="100">
                          <a:effectLst/>
                        </a:rPr>
                        <a:t>、</a:t>
                      </a:r>
                      <a:r>
                        <a:rPr lang="en-US" sz="1200" kern="100">
                          <a:effectLst/>
                        </a:rPr>
                        <a:t>1.0.1</a:t>
                      </a:r>
                      <a:r>
                        <a:rPr lang="zh-CN" sz="1200" kern="100">
                          <a:effectLst/>
                        </a:rPr>
                        <a:t>、</a:t>
                      </a:r>
                      <a:r>
                        <a:rPr lang="en-US" sz="1200" kern="100">
                          <a:effectLst/>
                        </a:rPr>
                        <a:t>1.0.2</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extLst>
                  <a:ext uri="{0D108BD9-81ED-4DB2-BD59-A6C34878D82A}">
                    <a16:rowId xmlns:a16="http://schemas.microsoft.com/office/drawing/2014/main" val="1195040169"/>
                  </a:ext>
                </a:extLst>
              </a:tr>
              <a:tr h="240459">
                <a:tc vMerge="1">
                  <a:txBody>
                    <a:bodyPr/>
                    <a:lstStyle/>
                    <a:p>
                      <a:endParaRPr lang="zh-CN" altLang="en-US"/>
                    </a:p>
                  </a:txBody>
                  <a:tcPr/>
                </a:tc>
                <a:tc>
                  <a:txBody>
                    <a:bodyPr/>
                    <a:lstStyle/>
                    <a:p>
                      <a:pPr indent="228600" algn="ctr">
                        <a:lnSpc>
                          <a:spcPts val="1600"/>
                        </a:lnSpc>
                        <a:buNone/>
                      </a:pPr>
                      <a:r>
                        <a:rPr lang="en-US" sz="1400" kern="100">
                          <a:effectLst/>
                        </a:rPr>
                        <a:t>dev-master</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tc>
                  <a:txBody>
                    <a:bodyPr/>
                    <a:lstStyle/>
                    <a:p>
                      <a:pPr algn="ctr">
                        <a:lnSpc>
                          <a:spcPts val="1600"/>
                        </a:lnSpc>
                        <a:buNone/>
                      </a:pPr>
                      <a:r>
                        <a:rPr lang="zh-CN" sz="1200" kern="100">
                          <a:effectLst/>
                        </a:rPr>
                        <a:t>开发分支</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tc>
                  <a:txBody>
                    <a:bodyPr/>
                    <a:lstStyle/>
                    <a:p>
                      <a:pPr algn="ctr">
                        <a:lnSpc>
                          <a:spcPts val="1600"/>
                        </a:lnSpc>
                        <a:buNone/>
                      </a:pPr>
                      <a:r>
                        <a:rPr lang="zh-CN" sz="1200" kern="100">
                          <a:effectLst/>
                        </a:rPr>
                        <a:t>最新的</a:t>
                      </a:r>
                      <a:r>
                        <a:rPr lang="en-US" sz="1200" kern="100">
                          <a:effectLst/>
                        </a:rPr>
                        <a:t> master </a:t>
                      </a:r>
                      <a:r>
                        <a:rPr lang="zh-CN" sz="1200" kern="100">
                          <a:effectLst/>
                        </a:rPr>
                        <a:t>分支</a:t>
                      </a:r>
                      <a:endParaRPr lang="zh-CN" sz="12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35615" marR="35615" marT="0" marB="0" anchor="ctr"/>
                </a:tc>
                <a:extLst>
                  <a:ext uri="{0D108BD9-81ED-4DB2-BD59-A6C34878D82A}">
                    <a16:rowId xmlns:a16="http://schemas.microsoft.com/office/drawing/2014/main" val="4031668066"/>
                  </a:ext>
                </a:extLst>
              </a:tr>
            </a:tbl>
          </a:graphicData>
        </a:graphic>
      </p:graphicFrame>
      <p:pic>
        <p:nvPicPr>
          <p:cNvPr id="8" name="内容占位符 7">
            <a:extLst>
              <a:ext uri="{FF2B5EF4-FFF2-40B4-BE49-F238E27FC236}">
                <a16:creationId xmlns:a16="http://schemas.microsoft.com/office/drawing/2014/main" id="{A0C79274-4242-3A55-F11A-6A68FDDAFD70}"/>
              </a:ext>
            </a:extLst>
          </p:cNvPr>
          <p:cNvPicPr>
            <a:picLocks noGrp="1" noChangeAspect="1"/>
          </p:cNvPicPr>
          <p:nvPr>
            <p:ph sz="quarter" idx="20"/>
          </p:nvPr>
        </p:nvPicPr>
        <p:blipFill>
          <a:blip r:embed="rId2"/>
          <a:stretch>
            <a:fillRect/>
          </a:stretch>
        </p:blipFill>
        <p:spPr>
          <a:xfrm>
            <a:off x="4124778" y="4096646"/>
            <a:ext cx="5461000" cy="2660487"/>
          </a:xfrm>
          <a:prstGeom prst="rect">
            <a:avLst/>
          </a:prstGeom>
        </p:spPr>
      </p:pic>
      <p:sp>
        <p:nvSpPr>
          <p:cNvPr id="2" name="文本占位符 1">
            <a:extLst>
              <a:ext uri="{FF2B5EF4-FFF2-40B4-BE49-F238E27FC236}">
                <a16:creationId xmlns:a16="http://schemas.microsoft.com/office/drawing/2014/main" id="{823A1C35-CEEB-CE61-53A5-BF41111C8D48}"/>
              </a:ext>
            </a:extLst>
          </p:cNvPr>
          <p:cNvSpPr>
            <a:spLocks noGrp="1"/>
          </p:cNvSpPr>
          <p:nvPr>
            <p:ph type="body" sz="quarter" idx="18"/>
          </p:nvPr>
        </p:nvSpPr>
        <p:spPr/>
        <p:txBody>
          <a:bodyPr/>
          <a:lstStyle/>
          <a:p>
            <a:r>
              <a:rPr lang="zh-CN" altLang="en-US"/>
              <a:t>依赖版本管理</a:t>
            </a:r>
          </a:p>
        </p:txBody>
      </p:sp>
    </p:spTree>
    <p:extLst>
      <p:ext uri="{BB962C8B-B14F-4D97-AF65-F5344CB8AC3E}">
        <p14:creationId xmlns:p14="http://schemas.microsoft.com/office/powerpoint/2010/main" val="15053541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内容占位符 7">
            <a:extLst>
              <a:ext uri="{FF2B5EF4-FFF2-40B4-BE49-F238E27FC236}">
                <a16:creationId xmlns:a16="http://schemas.microsoft.com/office/drawing/2014/main" id="{DBBE5B21-529C-2F7D-F900-541E2A6519EC}"/>
              </a:ext>
            </a:extLst>
          </p:cNvPr>
          <p:cNvPicPr>
            <a:picLocks noGrp="1" noChangeAspect="1"/>
          </p:cNvPicPr>
          <p:nvPr>
            <p:ph sz="quarter" idx="19"/>
          </p:nvPr>
        </p:nvPicPr>
        <p:blipFill>
          <a:blip r:embed="rId2"/>
          <a:stretch>
            <a:fillRect/>
          </a:stretch>
        </p:blipFill>
        <p:spPr>
          <a:xfrm>
            <a:off x="357413" y="1022797"/>
            <a:ext cx="5820159" cy="3788689"/>
          </a:xfrm>
        </p:spPr>
      </p:pic>
      <p:sp>
        <p:nvSpPr>
          <p:cNvPr id="7" name="内容占位符 6">
            <a:extLst>
              <a:ext uri="{FF2B5EF4-FFF2-40B4-BE49-F238E27FC236}">
                <a16:creationId xmlns:a16="http://schemas.microsoft.com/office/drawing/2014/main" id="{BF297ED4-40D0-86C2-0ADE-FF5564CA9E97}"/>
              </a:ext>
            </a:extLst>
          </p:cNvPr>
          <p:cNvSpPr>
            <a:spLocks noGrp="1"/>
          </p:cNvSpPr>
          <p:nvPr>
            <p:ph sz="quarter" idx="20"/>
          </p:nvPr>
        </p:nvSpPr>
        <p:spPr/>
        <p:txBody>
          <a:bodyPr/>
          <a:lstStyle/>
          <a:p>
            <a:r>
              <a:rPr lang="zh-CN" altLang="en-US"/>
              <a:t>用户要求安装：</a:t>
            </a:r>
            <a:endParaRPr lang="en-US" altLang="zh-CN"/>
          </a:p>
          <a:p>
            <a:pPr lvl="1"/>
            <a:r>
              <a:rPr lang="en-US" altLang="zh-CN"/>
              <a:t>phpspreadsheet</a:t>
            </a:r>
          </a:p>
          <a:p>
            <a:r>
              <a:rPr lang="en-US" altLang="zh-CN"/>
              <a:t>phpspreadsheet</a:t>
            </a:r>
            <a:r>
              <a:rPr lang="zh-CN" altLang="en-US"/>
              <a:t>要求安装</a:t>
            </a:r>
            <a:r>
              <a:rPr lang="en-US" altLang="zh-CN"/>
              <a:t>3</a:t>
            </a:r>
            <a:r>
              <a:rPr lang="zh-CN" altLang="en-US"/>
              <a:t>个组件（</a:t>
            </a:r>
            <a:r>
              <a:rPr lang="en-US" altLang="zh-CN"/>
              <a:t>+</a:t>
            </a:r>
            <a:r>
              <a:rPr lang="zh-CN" altLang="en-US"/>
              <a:t>其他测试组件）</a:t>
            </a:r>
            <a:endParaRPr lang="en-US" altLang="zh-CN"/>
          </a:p>
          <a:p>
            <a:r>
              <a:rPr lang="zh-CN" altLang="en-US"/>
              <a:t>所以</a:t>
            </a:r>
            <a:r>
              <a:rPr lang="en-US" altLang="zh-CN"/>
              <a:t>composer</a:t>
            </a:r>
            <a:r>
              <a:rPr lang="zh-CN" altLang="en-US"/>
              <a:t>安装了</a:t>
            </a:r>
            <a:r>
              <a:rPr lang="en-US" altLang="zh-CN"/>
              <a:t>4</a:t>
            </a:r>
            <a:r>
              <a:rPr lang="zh-CN" altLang="en-US"/>
              <a:t>个组件（</a:t>
            </a:r>
            <a:r>
              <a:rPr lang="en-US" altLang="zh-CN"/>
              <a:t>+</a:t>
            </a:r>
            <a:r>
              <a:rPr lang="zh-CN" altLang="en-US"/>
              <a:t>其他测试组件）：</a:t>
            </a:r>
            <a:endParaRPr lang="en-US" altLang="zh-CN"/>
          </a:p>
          <a:p>
            <a:pPr marL="880110" lvl="1" indent="-514350">
              <a:buFont typeface="+mj-ea"/>
              <a:buAutoNum type="circleNumDbPlain"/>
            </a:pPr>
            <a:r>
              <a:rPr lang="en-US" altLang="zh-CN"/>
              <a:t>phpspreadsheet</a:t>
            </a:r>
          </a:p>
          <a:p>
            <a:pPr marL="880110" lvl="1" indent="-514350">
              <a:buFont typeface="+mj-ea"/>
              <a:buAutoNum type="circleNumDbPlain"/>
            </a:pPr>
            <a:r>
              <a:rPr lang="en-US" altLang="zh-CN"/>
              <a:t>maennchen</a:t>
            </a:r>
          </a:p>
          <a:p>
            <a:pPr marL="880110" lvl="1" indent="-514350">
              <a:buFont typeface="+mj-ea"/>
              <a:buAutoNum type="circleNumDbPlain"/>
            </a:pPr>
            <a:r>
              <a:rPr lang="en-US" altLang="zh-CN"/>
              <a:t>markbaker</a:t>
            </a:r>
          </a:p>
          <a:p>
            <a:pPr marL="880110" lvl="1" indent="-514350">
              <a:buFont typeface="+mj-ea"/>
              <a:buAutoNum type="circleNumDbPlain"/>
            </a:pPr>
            <a:r>
              <a:rPr lang="en-US" altLang="zh-CN"/>
              <a:t>psr</a:t>
            </a:r>
          </a:p>
          <a:p>
            <a:endParaRPr lang="zh-CN" altLang="en-US"/>
          </a:p>
        </p:txBody>
      </p:sp>
      <p:sp>
        <p:nvSpPr>
          <p:cNvPr id="4" name="内容占位符 3">
            <a:extLst>
              <a:ext uri="{FF2B5EF4-FFF2-40B4-BE49-F238E27FC236}">
                <a16:creationId xmlns:a16="http://schemas.microsoft.com/office/drawing/2014/main" id="{B49AC060-CC57-4F8C-A371-92C8BD749807}"/>
              </a:ext>
            </a:extLst>
          </p:cNvPr>
          <p:cNvSpPr>
            <a:spLocks noGrp="1"/>
          </p:cNvSpPr>
          <p:nvPr>
            <p:ph type="body" sz="quarter" idx="18"/>
          </p:nvPr>
        </p:nvSpPr>
        <p:spPr/>
        <p:txBody>
          <a:bodyPr>
            <a:normAutofit/>
          </a:bodyPr>
          <a:lstStyle/>
          <a:p>
            <a:r>
              <a:rPr lang="zh-CN" altLang="en-US"/>
              <a:t>组件详情页的安装要求</a:t>
            </a:r>
          </a:p>
        </p:txBody>
      </p:sp>
    </p:spTree>
    <p:extLst>
      <p:ext uri="{BB962C8B-B14F-4D97-AF65-F5344CB8AC3E}">
        <p14:creationId xmlns:p14="http://schemas.microsoft.com/office/powerpoint/2010/main" val="1569985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 calcmode="lin" valueType="num">
                                      <p:cBhvr additive="base">
                                        <p:cTn id="14"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a:extLst>
              <a:ext uri="{FF2B5EF4-FFF2-40B4-BE49-F238E27FC236}">
                <a16:creationId xmlns:a16="http://schemas.microsoft.com/office/drawing/2014/main" id="{C7336733-4C0A-86F7-2346-3E4B73455B52}"/>
              </a:ext>
            </a:extLst>
          </p:cNvPr>
          <p:cNvSpPr>
            <a:spLocks noGrp="1"/>
          </p:cNvSpPr>
          <p:nvPr>
            <p:ph type="body" sz="quarter" idx="18"/>
          </p:nvPr>
        </p:nvSpPr>
        <p:spPr/>
        <p:txBody>
          <a:bodyPr/>
          <a:lstStyle/>
          <a:p>
            <a:r>
              <a:rPr lang="en-US" altLang="zh-CN"/>
              <a:t>Composer</a:t>
            </a:r>
            <a:r>
              <a:rPr lang="zh-CN" altLang="zh-CN"/>
              <a:t>对依赖实施添加、更新和移除的过程</a:t>
            </a:r>
            <a:endParaRPr lang="zh-CN" altLang="en-US"/>
          </a:p>
        </p:txBody>
      </p:sp>
      <p:pic>
        <p:nvPicPr>
          <p:cNvPr id="10" name="内容占位符 9">
            <a:extLst>
              <a:ext uri="{FF2B5EF4-FFF2-40B4-BE49-F238E27FC236}">
                <a16:creationId xmlns:a16="http://schemas.microsoft.com/office/drawing/2014/main" id="{5138B276-DE26-BF38-63CC-8270A3EDB65A}"/>
              </a:ext>
            </a:extLst>
          </p:cNvPr>
          <p:cNvPicPr>
            <a:picLocks noGrp="1" noChangeAspect="1"/>
          </p:cNvPicPr>
          <p:nvPr>
            <p:ph sz="quarter" idx="19"/>
          </p:nvPr>
        </p:nvPicPr>
        <p:blipFill>
          <a:blip r:embed="rId2"/>
          <a:stretch>
            <a:fillRect/>
          </a:stretch>
        </p:blipFill>
        <p:spPr>
          <a:xfrm>
            <a:off x="3601330" y="836613"/>
            <a:ext cx="5046490" cy="5761037"/>
          </a:xfrm>
          <a:prstGeom prst="rect">
            <a:avLst/>
          </a:prstGeom>
        </p:spPr>
      </p:pic>
    </p:spTree>
    <p:extLst>
      <p:ext uri="{BB962C8B-B14F-4D97-AF65-F5344CB8AC3E}">
        <p14:creationId xmlns:p14="http://schemas.microsoft.com/office/powerpoint/2010/main" val="25812405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EE1F9D3B-D9F1-E581-472E-8FDF84A63663}"/>
              </a:ext>
            </a:extLst>
          </p:cNvPr>
          <p:cNvSpPr>
            <a:spLocks noGrp="1"/>
          </p:cNvSpPr>
          <p:nvPr>
            <p:ph type="body" sz="quarter" idx="18"/>
          </p:nvPr>
        </p:nvSpPr>
        <p:spPr/>
        <p:txBody>
          <a:bodyPr/>
          <a:lstStyle/>
          <a:p>
            <a:r>
              <a:rPr lang="zh-CN" altLang="en-US"/>
              <a:t>提问</a:t>
            </a:r>
          </a:p>
        </p:txBody>
      </p:sp>
      <p:sp>
        <p:nvSpPr>
          <p:cNvPr id="3" name="内容占位符 2"/>
          <p:cNvSpPr>
            <a:spLocks noGrp="1"/>
          </p:cNvSpPr>
          <p:nvPr>
            <p:ph sz="quarter" idx="19"/>
          </p:nvPr>
        </p:nvSpPr>
        <p:spPr/>
        <p:txBody>
          <a:bodyPr/>
          <a:lstStyle/>
          <a:p>
            <a:r>
              <a:rPr lang="zh-CN" altLang="en-US" dirty="0"/>
              <a:t>如果想要把组件</a:t>
            </a:r>
            <a:r>
              <a:rPr lang="en-US" altLang="zh-CN" dirty="0" err="1"/>
              <a:t>phpoffice</a:t>
            </a:r>
            <a:r>
              <a:rPr lang="en-US" altLang="zh-CN" dirty="0"/>
              <a:t>/</a:t>
            </a:r>
            <a:r>
              <a:rPr lang="en-US" altLang="zh-CN" dirty="0" err="1"/>
              <a:t>phpspreadsheet</a:t>
            </a:r>
            <a:r>
              <a:rPr lang="zh-CN" altLang="en-US" dirty="0"/>
              <a:t>的版本升级到</a:t>
            </a:r>
            <a:r>
              <a:rPr lang="en-US" altLang="zh-CN" dirty="0"/>
              <a:t>1.30</a:t>
            </a:r>
            <a:r>
              <a:rPr lang="zh-CN" altLang="en-US" dirty="0"/>
              <a:t>，如何操作？</a:t>
            </a:r>
            <a:endParaRPr lang="en-US" altLang="zh-CN" dirty="0"/>
          </a:p>
          <a:p>
            <a:pPr marL="880110" lvl="1" indent="-514350">
              <a:buFont typeface="+mj-lt"/>
              <a:buAutoNum type="alphaUcPeriod"/>
            </a:pPr>
            <a:r>
              <a:rPr lang="zh-CN" altLang="en-US" dirty="0"/>
              <a:t>修改</a:t>
            </a:r>
            <a:r>
              <a:rPr lang="en-US" altLang="zh-CN" dirty="0" err="1"/>
              <a:t>composer.json</a:t>
            </a:r>
            <a:r>
              <a:rPr lang="zh-CN" altLang="en-US" dirty="0"/>
              <a:t>中</a:t>
            </a:r>
            <a:r>
              <a:rPr lang="en-US" altLang="zh-CN" dirty="0" err="1"/>
              <a:t>phpoffice</a:t>
            </a:r>
            <a:r>
              <a:rPr lang="en-US" altLang="zh-CN" dirty="0"/>
              <a:t>/</a:t>
            </a:r>
            <a:r>
              <a:rPr lang="en-US" altLang="zh-CN" dirty="0" err="1"/>
              <a:t>phpspreadsheet</a:t>
            </a:r>
            <a:r>
              <a:rPr lang="zh-CN" altLang="en-US" dirty="0"/>
              <a:t>的版本为</a:t>
            </a:r>
            <a:r>
              <a:rPr lang="en-US" altLang="zh-CN" dirty="0"/>
              <a:t>1.30</a:t>
            </a:r>
          </a:p>
          <a:p>
            <a:pPr marL="880110" lvl="1" indent="-514350">
              <a:buFont typeface="+mj-lt"/>
              <a:buAutoNum type="alphaUcPeriod"/>
            </a:pPr>
            <a:r>
              <a:rPr lang="zh-CN" altLang="en-US" dirty="0"/>
              <a:t>修改</a:t>
            </a:r>
            <a:r>
              <a:rPr lang="en-US" altLang="zh-CN" dirty="0" err="1"/>
              <a:t>composer.lock</a:t>
            </a:r>
            <a:r>
              <a:rPr lang="zh-CN" altLang="en-US" dirty="0"/>
              <a:t>中</a:t>
            </a:r>
            <a:r>
              <a:rPr lang="en-US" altLang="zh-CN" dirty="0" err="1"/>
              <a:t>phpoffice</a:t>
            </a:r>
            <a:r>
              <a:rPr lang="en-US" altLang="zh-CN" dirty="0"/>
              <a:t>/</a:t>
            </a:r>
            <a:r>
              <a:rPr lang="en-US" altLang="zh-CN" dirty="0" err="1"/>
              <a:t>phpspreadsheet</a:t>
            </a:r>
            <a:r>
              <a:rPr lang="zh-CN" altLang="en-US" dirty="0"/>
              <a:t>的版本为</a:t>
            </a:r>
            <a:r>
              <a:rPr lang="en-US" altLang="zh-CN" dirty="0"/>
              <a:t>1.30</a:t>
            </a:r>
          </a:p>
          <a:p>
            <a:pPr marL="880110" lvl="1" indent="-514350">
              <a:buFont typeface="+mj-lt"/>
              <a:buAutoNum type="alphaUcPeriod"/>
            </a:pPr>
            <a:r>
              <a:rPr lang="zh-CN" altLang="en-US" dirty="0"/>
              <a:t>在命令行执行</a:t>
            </a:r>
            <a:r>
              <a:rPr lang="en-US" altLang="zh-CN" dirty="0"/>
              <a:t>composer install</a:t>
            </a:r>
          </a:p>
          <a:p>
            <a:pPr marL="880110" lvl="1" indent="-514350">
              <a:buFont typeface="+mj-lt"/>
              <a:buAutoNum type="alphaUcPeriod"/>
            </a:pPr>
            <a:r>
              <a:rPr lang="zh-CN" altLang="en-US" dirty="0"/>
              <a:t>在命令行执行</a:t>
            </a:r>
            <a:r>
              <a:rPr lang="en-US" altLang="zh-CN" dirty="0"/>
              <a:t>composer update</a:t>
            </a:r>
          </a:p>
          <a:p>
            <a:pPr marL="880110" lvl="1" indent="-514350">
              <a:buFont typeface="+mj-lt"/>
              <a:buAutoNum type="alphaUcPeriod"/>
            </a:pPr>
            <a:endParaRPr lang="en-US" altLang="zh-CN"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DD7514DA-CE2F-0939-76DD-8B5780D935B5}"/>
              </a:ext>
            </a:extLst>
          </p:cNvPr>
          <p:cNvSpPr>
            <a:spLocks noGrp="1"/>
          </p:cNvSpPr>
          <p:nvPr>
            <p:ph type="body" sz="quarter" idx="18"/>
          </p:nvPr>
        </p:nvSpPr>
        <p:spPr/>
        <p:txBody>
          <a:bodyPr/>
          <a:lstStyle/>
          <a:p>
            <a:r>
              <a:rPr lang="zh-CN" altLang="en-US"/>
              <a:t>提问</a:t>
            </a:r>
          </a:p>
        </p:txBody>
      </p:sp>
      <p:sp>
        <p:nvSpPr>
          <p:cNvPr id="3" name="内容占位符 2"/>
          <p:cNvSpPr>
            <a:spLocks noGrp="1"/>
          </p:cNvSpPr>
          <p:nvPr>
            <p:ph sz="quarter" idx="19"/>
          </p:nvPr>
        </p:nvSpPr>
        <p:spPr/>
        <p:txBody>
          <a:bodyPr/>
          <a:lstStyle/>
          <a:p>
            <a:r>
              <a:rPr lang="zh-CN" altLang="en-US"/>
              <a:t>如果想要把组件</a:t>
            </a:r>
            <a:r>
              <a:rPr lang="en-US" altLang="zh-CN"/>
              <a:t>phpoffice/phpspreadsheet</a:t>
            </a:r>
            <a:r>
              <a:rPr lang="zh-CN" altLang="en-US"/>
              <a:t>的版本升级到</a:t>
            </a:r>
            <a:r>
              <a:rPr lang="en-US" altLang="zh-CN"/>
              <a:t>1.30</a:t>
            </a:r>
            <a:r>
              <a:rPr lang="zh-CN" altLang="en-US"/>
              <a:t>，如何操作？</a:t>
            </a:r>
            <a:endParaRPr lang="en-US" altLang="zh-CN"/>
          </a:p>
          <a:p>
            <a:pPr marL="880110" lvl="1" indent="-514350">
              <a:buFont typeface="+mj-lt"/>
              <a:buAutoNum type="alphaUcPeriod"/>
            </a:pPr>
            <a:r>
              <a:rPr lang="zh-CN" altLang="en-US">
                <a:solidFill>
                  <a:srgbClr val="FFC000"/>
                </a:solidFill>
              </a:rPr>
              <a:t>修改</a:t>
            </a:r>
            <a:r>
              <a:rPr lang="en-US" altLang="zh-CN">
                <a:solidFill>
                  <a:srgbClr val="FFC000"/>
                </a:solidFill>
              </a:rPr>
              <a:t>composer.json</a:t>
            </a:r>
            <a:r>
              <a:rPr lang="zh-CN" altLang="en-US">
                <a:solidFill>
                  <a:srgbClr val="FFC000"/>
                </a:solidFill>
              </a:rPr>
              <a:t>中</a:t>
            </a:r>
            <a:r>
              <a:rPr lang="en-US" altLang="zh-CN">
                <a:solidFill>
                  <a:srgbClr val="FFC000"/>
                </a:solidFill>
              </a:rPr>
              <a:t>phpoffice/phpspreadsheet</a:t>
            </a:r>
            <a:r>
              <a:rPr lang="zh-CN" altLang="en-US">
                <a:solidFill>
                  <a:srgbClr val="FFC000"/>
                </a:solidFill>
              </a:rPr>
              <a:t>的版本为</a:t>
            </a:r>
            <a:r>
              <a:rPr lang="en-US" altLang="zh-CN">
                <a:solidFill>
                  <a:srgbClr val="FFC000"/>
                </a:solidFill>
              </a:rPr>
              <a:t>1.30</a:t>
            </a:r>
          </a:p>
          <a:p>
            <a:pPr marL="880110" lvl="1" indent="-514350">
              <a:buFont typeface="+mj-lt"/>
              <a:buAutoNum type="alphaUcPeriod"/>
            </a:pPr>
            <a:r>
              <a:rPr lang="zh-CN" altLang="en-US"/>
              <a:t>修改</a:t>
            </a:r>
            <a:r>
              <a:rPr lang="en-US" altLang="zh-CN"/>
              <a:t>composer.lock</a:t>
            </a:r>
            <a:r>
              <a:rPr lang="zh-CN" altLang="en-US"/>
              <a:t>中</a:t>
            </a:r>
            <a:r>
              <a:rPr lang="en-US" altLang="zh-CN"/>
              <a:t>phpoffice/phpspreadsheet</a:t>
            </a:r>
            <a:r>
              <a:rPr lang="zh-CN" altLang="en-US"/>
              <a:t>的版本为</a:t>
            </a:r>
            <a:r>
              <a:rPr lang="en-US" altLang="zh-CN"/>
              <a:t>1.30</a:t>
            </a:r>
          </a:p>
          <a:p>
            <a:pPr marL="880110" lvl="1" indent="-514350">
              <a:buFont typeface="+mj-lt"/>
              <a:buAutoNum type="alphaUcPeriod"/>
            </a:pPr>
            <a:r>
              <a:rPr lang="zh-CN" altLang="en-US"/>
              <a:t>在命令行执行</a:t>
            </a:r>
            <a:r>
              <a:rPr lang="en-US" altLang="zh-CN"/>
              <a:t>composer install</a:t>
            </a:r>
          </a:p>
          <a:p>
            <a:pPr marL="880110" lvl="1" indent="-514350">
              <a:buFont typeface="+mj-lt"/>
              <a:buAutoNum type="alphaUcPeriod"/>
            </a:pPr>
            <a:r>
              <a:rPr lang="zh-CN" altLang="en-US">
                <a:solidFill>
                  <a:srgbClr val="FFC000"/>
                </a:solidFill>
              </a:rPr>
              <a:t>在命令行执行</a:t>
            </a:r>
            <a:r>
              <a:rPr lang="en-US" altLang="zh-CN">
                <a:solidFill>
                  <a:srgbClr val="FFC000"/>
                </a:solidFill>
              </a:rPr>
              <a:t>composer update</a:t>
            </a:r>
          </a:p>
          <a:p>
            <a:pPr marL="880110" lvl="1" indent="-514350">
              <a:buFont typeface="+mj-lt"/>
              <a:buAutoNum type="alphaUcPeriod"/>
            </a:pPr>
            <a:endParaRPr lang="en-US" altLang="zh-CN"/>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C3787FE3-415D-7362-955D-B972547BBBED}"/>
              </a:ext>
            </a:extLst>
          </p:cNvPr>
          <p:cNvSpPr>
            <a:spLocks noGrp="1"/>
          </p:cNvSpPr>
          <p:nvPr>
            <p:ph type="body" sz="quarter" idx="18"/>
          </p:nvPr>
        </p:nvSpPr>
        <p:spPr/>
        <p:txBody>
          <a:bodyPr/>
          <a:lstStyle/>
          <a:p>
            <a:r>
              <a:rPr lang="zh-CN" altLang="en-US"/>
              <a:t>提问</a:t>
            </a:r>
          </a:p>
        </p:txBody>
      </p:sp>
      <p:sp>
        <p:nvSpPr>
          <p:cNvPr id="3" name="内容占位符 2"/>
          <p:cNvSpPr>
            <a:spLocks noGrp="1"/>
          </p:cNvSpPr>
          <p:nvPr>
            <p:ph sz="quarter" idx="19"/>
          </p:nvPr>
        </p:nvSpPr>
        <p:spPr/>
        <p:txBody>
          <a:bodyPr/>
          <a:lstStyle/>
          <a:p>
            <a:r>
              <a:rPr lang="zh-CN" altLang="en-US" dirty="0"/>
              <a:t>如果想要安装跟小组成员一样的组件环境，如何操作？</a:t>
            </a:r>
            <a:endParaRPr lang="en-US" altLang="zh-CN" dirty="0"/>
          </a:p>
          <a:p>
            <a:pPr marL="880110" lvl="1" indent="-514350">
              <a:buFont typeface="+mj-lt"/>
              <a:buAutoNum type="alphaUcPeriod"/>
            </a:pPr>
            <a:r>
              <a:rPr lang="zh-CN" altLang="en-US" dirty="0"/>
              <a:t>复制小组成员的</a:t>
            </a:r>
            <a:r>
              <a:rPr lang="en-US" altLang="zh-CN" dirty="0" err="1"/>
              <a:t>composer.json</a:t>
            </a:r>
            <a:r>
              <a:rPr lang="zh-CN" altLang="en-US" dirty="0"/>
              <a:t>到自己网站的根目录</a:t>
            </a:r>
            <a:endParaRPr lang="en-US" altLang="zh-CN" dirty="0"/>
          </a:p>
          <a:p>
            <a:pPr marL="880110" lvl="1" indent="-514350">
              <a:buFont typeface="+mj-lt"/>
              <a:buAutoNum type="alphaUcPeriod"/>
            </a:pPr>
            <a:r>
              <a:rPr lang="zh-CN" altLang="en-US" dirty="0"/>
              <a:t>复制小组成员的</a:t>
            </a:r>
            <a:r>
              <a:rPr lang="en-US" altLang="zh-CN" dirty="0" err="1"/>
              <a:t>composer.lock</a:t>
            </a:r>
            <a:r>
              <a:rPr lang="zh-CN" altLang="en-US" dirty="0"/>
              <a:t>到自己网站的根目录</a:t>
            </a:r>
            <a:endParaRPr lang="en-US" altLang="zh-CN" dirty="0"/>
          </a:p>
          <a:p>
            <a:pPr marL="880110" lvl="1" indent="-514350">
              <a:buFont typeface="+mj-lt"/>
              <a:buAutoNum type="alphaUcPeriod"/>
            </a:pPr>
            <a:r>
              <a:rPr lang="zh-CN" altLang="en-US" dirty="0"/>
              <a:t>在命令行执行</a:t>
            </a:r>
            <a:r>
              <a:rPr lang="en-US" altLang="zh-CN" dirty="0"/>
              <a:t>composer install</a:t>
            </a:r>
          </a:p>
          <a:p>
            <a:pPr marL="880110" lvl="1" indent="-514350">
              <a:buFont typeface="+mj-lt"/>
              <a:buAutoNum type="alphaUcPeriod"/>
            </a:pPr>
            <a:r>
              <a:rPr lang="zh-CN" altLang="en-US" dirty="0"/>
              <a:t>在命令行执行</a:t>
            </a:r>
            <a:r>
              <a:rPr lang="en-US" altLang="zh-CN" dirty="0"/>
              <a:t>composer update</a:t>
            </a:r>
          </a:p>
          <a:p>
            <a:pPr marL="880110" lvl="1" indent="-514350">
              <a:buFont typeface="+mj-lt"/>
              <a:buAutoNum type="alphaUcPeriod"/>
            </a:pPr>
            <a:endParaRPr lang="en-US" altLang="zh-CN"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6E5DE7B0-8075-FB39-0C3B-3B0CBDCB395D}"/>
              </a:ext>
            </a:extLst>
          </p:cNvPr>
          <p:cNvSpPr>
            <a:spLocks noGrp="1"/>
          </p:cNvSpPr>
          <p:nvPr>
            <p:ph type="body" sz="quarter" idx="18"/>
          </p:nvPr>
        </p:nvSpPr>
        <p:spPr/>
        <p:txBody>
          <a:bodyPr/>
          <a:lstStyle/>
          <a:p>
            <a:r>
              <a:rPr lang="zh-CN" altLang="en-US"/>
              <a:t>提问</a:t>
            </a:r>
          </a:p>
        </p:txBody>
      </p:sp>
      <p:sp>
        <p:nvSpPr>
          <p:cNvPr id="3" name="内容占位符 2"/>
          <p:cNvSpPr>
            <a:spLocks noGrp="1"/>
          </p:cNvSpPr>
          <p:nvPr>
            <p:ph sz="quarter" idx="19"/>
          </p:nvPr>
        </p:nvSpPr>
        <p:spPr/>
        <p:txBody>
          <a:bodyPr/>
          <a:lstStyle/>
          <a:p>
            <a:r>
              <a:rPr lang="zh-CN" altLang="en-US" dirty="0"/>
              <a:t>如果想要安装跟小组成员一样的组件环境，如何操作？</a:t>
            </a:r>
            <a:endParaRPr lang="en-US" altLang="zh-CN" dirty="0"/>
          </a:p>
          <a:p>
            <a:pPr marL="880110" lvl="1" indent="-514350">
              <a:buFont typeface="+mj-lt"/>
              <a:buAutoNum type="alphaUcPeriod"/>
            </a:pPr>
            <a:r>
              <a:rPr lang="zh-CN" altLang="en-US" dirty="0">
                <a:solidFill>
                  <a:srgbClr val="FFC000"/>
                </a:solidFill>
              </a:rPr>
              <a:t>复制小组成员的</a:t>
            </a:r>
            <a:r>
              <a:rPr lang="en-US" altLang="zh-CN" dirty="0" err="1">
                <a:solidFill>
                  <a:srgbClr val="FFC000"/>
                </a:solidFill>
              </a:rPr>
              <a:t>composer.json</a:t>
            </a:r>
            <a:r>
              <a:rPr lang="zh-CN" altLang="en-US" dirty="0">
                <a:solidFill>
                  <a:srgbClr val="FFC000"/>
                </a:solidFill>
              </a:rPr>
              <a:t>到自己网站的根目录</a:t>
            </a:r>
            <a:endParaRPr lang="en-US" altLang="zh-CN" dirty="0">
              <a:solidFill>
                <a:srgbClr val="FFC000"/>
              </a:solidFill>
            </a:endParaRPr>
          </a:p>
          <a:p>
            <a:pPr marL="880110" lvl="1" indent="-514350">
              <a:buFont typeface="+mj-lt"/>
              <a:buAutoNum type="alphaUcPeriod"/>
            </a:pPr>
            <a:r>
              <a:rPr lang="zh-CN" altLang="en-US" dirty="0">
                <a:solidFill>
                  <a:srgbClr val="FFC000"/>
                </a:solidFill>
              </a:rPr>
              <a:t>复制小组成员的</a:t>
            </a:r>
            <a:r>
              <a:rPr lang="en-US" altLang="zh-CN" dirty="0" err="1">
                <a:solidFill>
                  <a:srgbClr val="FFC000"/>
                </a:solidFill>
              </a:rPr>
              <a:t>composer.lock</a:t>
            </a:r>
            <a:r>
              <a:rPr lang="zh-CN" altLang="en-US" dirty="0">
                <a:solidFill>
                  <a:srgbClr val="FFC000"/>
                </a:solidFill>
              </a:rPr>
              <a:t>到自己网站的根目录</a:t>
            </a:r>
            <a:endParaRPr lang="en-US" altLang="zh-CN" dirty="0">
              <a:solidFill>
                <a:srgbClr val="FFC000"/>
              </a:solidFill>
            </a:endParaRPr>
          </a:p>
          <a:p>
            <a:pPr marL="880110" lvl="1" indent="-514350">
              <a:buFont typeface="+mj-lt"/>
              <a:buAutoNum type="alphaUcPeriod"/>
            </a:pPr>
            <a:r>
              <a:rPr lang="zh-CN" altLang="en-US" dirty="0">
                <a:solidFill>
                  <a:srgbClr val="FFC000"/>
                </a:solidFill>
              </a:rPr>
              <a:t>在命令行执行</a:t>
            </a:r>
            <a:r>
              <a:rPr lang="en-US" altLang="zh-CN" dirty="0">
                <a:solidFill>
                  <a:srgbClr val="FFC000"/>
                </a:solidFill>
              </a:rPr>
              <a:t>composer install</a:t>
            </a:r>
          </a:p>
          <a:p>
            <a:pPr marL="880110" lvl="1" indent="-514350">
              <a:buFont typeface="+mj-lt"/>
              <a:buAutoNum type="alphaUcPeriod"/>
            </a:pPr>
            <a:r>
              <a:rPr lang="zh-CN" altLang="en-US" dirty="0"/>
              <a:t>在命令行执行</a:t>
            </a:r>
            <a:r>
              <a:rPr lang="en-US" altLang="zh-CN" dirty="0"/>
              <a:t>composer update</a:t>
            </a:r>
          </a:p>
          <a:p>
            <a:pPr marL="880110" lvl="1" indent="-514350">
              <a:buFont typeface="+mj-lt"/>
              <a:buAutoNum type="alphaUcPeriod"/>
            </a:pPr>
            <a:endParaRPr lang="en-US" altLang="zh-CN"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3EA338F-CCBA-77C7-A285-13682FBF895C}"/>
              </a:ext>
            </a:extLst>
          </p:cNvPr>
          <p:cNvSpPr>
            <a:spLocks noGrp="1"/>
          </p:cNvSpPr>
          <p:nvPr>
            <p:ph type="body" sz="quarter" idx="18"/>
          </p:nvPr>
        </p:nvSpPr>
        <p:spPr/>
        <p:txBody>
          <a:bodyPr/>
          <a:lstStyle/>
          <a:p>
            <a:r>
              <a:rPr lang="zh-CN" altLang="en-US"/>
              <a:t>作业三：组件安装</a:t>
            </a:r>
          </a:p>
        </p:txBody>
      </p:sp>
      <p:sp>
        <p:nvSpPr>
          <p:cNvPr id="3" name="内容占位符 2">
            <a:extLst>
              <a:ext uri="{FF2B5EF4-FFF2-40B4-BE49-F238E27FC236}">
                <a16:creationId xmlns:a16="http://schemas.microsoft.com/office/drawing/2014/main" id="{88C20991-7848-7D56-C1B8-03831692A2E8}"/>
              </a:ext>
            </a:extLst>
          </p:cNvPr>
          <p:cNvSpPr>
            <a:spLocks noGrp="1"/>
          </p:cNvSpPr>
          <p:nvPr>
            <p:ph sz="quarter" idx="19"/>
          </p:nvPr>
        </p:nvSpPr>
        <p:spPr/>
        <p:txBody>
          <a:bodyPr/>
          <a:lstStyle/>
          <a:p>
            <a:r>
              <a:rPr lang="zh-CN" altLang="en-US"/>
              <a:t>打开网站</a:t>
            </a:r>
            <a:r>
              <a:rPr lang="en-US" altLang="zh-CN">
                <a:hlinkClick r:id="rId2"/>
              </a:rPr>
              <a:t>https://packagist.org/</a:t>
            </a:r>
            <a:r>
              <a:rPr lang="zh-CN" altLang="en-US"/>
              <a:t>，搜索要安装的组件</a:t>
            </a:r>
            <a:r>
              <a:rPr lang="en-US" altLang="zh-CN"/>
              <a:t>Redis</a:t>
            </a:r>
            <a:r>
              <a:rPr lang="zh-CN" altLang="en-US"/>
              <a:t>；</a:t>
            </a:r>
            <a:endParaRPr lang="en-US" altLang="zh-CN"/>
          </a:p>
          <a:p>
            <a:r>
              <a:rPr lang="zh-CN" altLang="en-US"/>
              <a:t>查看组件安装的环境要求；</a:t>
            </a:r>
            <a:endParaRPr lang="en-US" altLang="zh-CN"/>
          </a:p>
          <a:p>
            <a:r>
              <a:rPr lang="zh-CN" altLang="en-US"/>
              <a:t>在站点跟根目录（</a:t>
            </a:r>
            <a:r>
              <a:rPr lang="en-US" altLang="zh-CN"/>
              <a:t>edu</a:t>
            </a:r>
            <a:r>
              <a:rPr lang="zh-CN" altLang="en-US"/>
              <a:t>目录）输入安装命令</a:t>
            </a:r>
            <a:r>
              <a:rPr lang="en-US" altLang="zh-CN"/>
              <a:t>composer require ……</a:t>
            </a:r>
            <a:r>
              <a:rPr lang="zh-CN" altLang="en-US"/>
              <a:t>安装组件；</a:t>
            </a:r>
            <a:endParaRPr lang="en-US" altLang="zh-CN"/>
          </a:p>
          <a:p>
            <a:r>
              <a:rPr lang="zh-CN" altLang="en-US"/>
              <a:t>通过命令行确认安装结果，并在</a:t>
            </a:r>
            <a:r>
              <a:rPr lang="en-US" altLang="zh-CN"/>
              <a:t>Vendor</a:t>
            </a:r>
            <a:r>
              <a:rPr lang="zh-CN" altLang="en-US"/>
              <a:t>目录下查看安装结果。</a:t>
            </a:r>
          </a:p>
        </p:txBody>
      </p:sp>
    </p:spTree>
    <p:extLst>
      <p:ext uri="{BB962C8B-B14F-4D97-AF65-F5344CB8AC3E}">
        <p14:creationId xmlns:p14="http://schemas.microsoft.com/office/powerpoint/2010/main" val="28106439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40A091-D39D-1E51-ED2B-A85D46F767D9}"/>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1F05E751-00DE-2083-4943-FD487F45B20B}"/>
              </a:ext>
            </a:extLst>
          </p:cNvPr>
          <p:cNvSpPr>
            <a:spLocks noGrp="1"/>
          </p:cNvSpPr>
          <p:nvPr>
            <p:ph type="body" sz="quarter" idx="10"/>
          </p:nvPr>
        </p:nvSpPr>
        <p:spPr/>
        <p:txBody>
          <a:bodyPr/>
          <a:lstStyle/>
          <a:p>
            <a:pPr lvl="0"/>
            <a:r>
              <a:rPr lang="zh-CN" altLang="en-US"/>
              <a:t>工具概述</a:t>
            </a:r>
          </a:p>
          <a:p>
            <a:pPr lvl="0"/>
            <a:r>
              <a:rPr lang="zh-CN" altLang="en-US"/>
              <a:t>项目初始化</a:t>
            </a:r>
          </a:p>
          <a:p>
            <a:pPr lvl="0"/>
            <a:r>
              <a:rPr lang="zh-CN" altLang="en-US"/>
              <a:t>依赖管理</a:t>
            </a:r>
          </a:p>
          <a:p>
            <a:pPr lvl="0"/>
            <a:r>
              <a:rPr lang="zh-CN" altLang="en-US">
                <a:highlight>
                  <a:srgbClr val="FFFF00"/>
                </a:highlight>
              </a:rPr>
              <a:t>自动加载</a:t>
            </a:r>
          </a:p>
          <a:p>
            <a:endParaRPr lang="zh-CN" altLang="en-US"/>
          </a:p>
        </p:txBody>
      </p:sp>
      <p:sp>
        <p:nvSpPr>
          <p:cNvPr id="3" name="文本占位符 2">
            <a:extLst>
              <a:ext uri="{FF2B5EF4-FFF2-40B4-BE49-F238E27FC236}">
                <a16:creationId xmlns:a16="http://schemas.microsoft.com/office/drawing/2014/main" id="{207302A2-CDBD-0467-D5AE-598354AF7E40}"/>
              </a:ext>
            </a:extLst>
          </p:cNvPr>
          <p:cNvSpPr>
            <a:spLocks noGrp="1"/>
          </p:cNvSpPr>
          <p:nvPr>
            <p:ph type="body" sz="quarter" idx="12"/>
          </p:nvPr>
        </p:nvSpPr>
        <p:spPr/>
        <p:txBody>
          <a:bodyPr/>
          <a:lstStyle/>
          <a:p>
            <a:r>
              <a:rPr lang="en-US" altLang="zh-CN"/>
              <a:t>Composer</a:t>
            </a:r>
            <a:r>
              <a:rPr lang="zh-CN" altLang="en-US"/>
              <a:t>工具的使用</a:t>
            </a:r>
          </a:p>
        </p:txBody>
      </p:sp>
    </p:spTree>
    <p:extLst>
      <p:ext uri="{BB962C8B-B14F-4D97-AF65-F5344CB8AC3E}">
        <p14:creationId xmlns:p14="http://schemas.microsoft.com/office/powerpoint/2010/main" val="23224256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6"/>
          <p:cNvPicPr>
            <a:picLocks noGrp="1" noChangeAspect="1"/>
          </p:cNvPicPr>
          <p:nvPr>
            <p:ph sz="quarter" idx="19"/>
          </p:nvPr>
        </p:nvPicPr>
        <p:blipFill>
          <a:blip r:embed="rId2"/>
          <a:stretch>
            <a:fillRect/>
          </a:stretch>
        </p:blipFill>
        <p:spPr>
          <a:xfrm>
            <a:off x="1738674" y="1052513"/>
            <a:ext cx="3685452" cy="5329237"/>
          </a:xfrm>
          <a:prstGeom prst="rect">
            <a:avLst/>
          </a:prstGeom>
        </p:spPr>
      </p:pic>
      <p:pic>
        <p:nvPicPr>
          <p:cNvPr id="8" name="内容占位符 7"/>
          <p:cNvPicPr>
            <a:picLocks noGrp="1" noChangeAspect="1"/>
          </p:cNvPicPr>
          <p:nvPr>
            <p:ph sz="quarter" idx="20"/>
          </p:nvPr>
        </p:nvPicPr>
        <p:blipFill>
          <a:blip r:embed="rId3"/>
          <a:stretch>
            <a:fillRect/>
          </a:stretch>
        </p:blipFill>
        <p:spPr>
          <a:xfrm>
            <a:off x="6508750" y="1702617"/>
            <a:ext cx="5461000" cy="3968703"/>
          </a:xfrm>
          <a:prstGeom prst="rect">
            <a:avLst/>
          </a:prstGeom>
        </p:spPr>
      </p:pic>
      <p:sp>
        <p:nvSpPr>
          <p:cNvPr id="2" name="文本占位符 1">
            <a:extLst>
              <a:ext uri="{FF2B5EF4-FFF2-40B4-BE49-F238E27FC236}">
                <a16:creationId xmlns:a16="http://schemas.microsoft.com/office/drawing/2014/main" id="{6D981BDC-734F-F655-81CC-FA3CFA38B123}"/>
              </a:ext>
            </a:extLst>
          </p:cNvPr>
          <p:cNvSpPr>
            <a:spLocks noGrp="1"/>
          </p:cNvSpPr>
          <p:nvPr>
            <p:ph type="body" sz="quarter" idx="18"/>
          </p:nvPr>
        </p:nvSpPr>
        <p:spPr/>
        <p:txBody>
          <a:bodyPr/>
          <a:lstStyle/>
          <a:p>
            <a:r>
              <a:rPr lang="zh-CN" altLang="en-US"/>
              <a:t>类的手动加载</a:t>
            </a:r>
          </a:p>
        </p:txBody>
      </p:sp>
      <p:pic>
        <p:nvPicPr>
          <p:cNvPr id="9" name="图片 8"/>
          <p:cNvPicPr>
            <a:picLocks noChangeAspect="1"/>
          </p:cNvPicPr>
          <p:nvPr/>
        </p:nvPicPr>
        <p:blipFill>
          <a:blip r:embed="rId4"/>
          <a:stretch>
            <a:fillRect/>
          </a:stretch>
        </p:blipFill>
        <p:spPr>
          <a:xfrm>
            <a:off x="6168008" y="4131626"/>
            <a:ext cx="5456376" cy="2447188"/>
          </a:xfrm>
          <a:prstGeom prst="rect">
            <a:avLst/>
          </a:prstGeom>
          <a:ln>
            <a:solidFill>
              <a:srgbClr val="7030A0"/>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type="body" idx="1"/>
          </p:nvPr>
        </p:nvSpPr>
        <p:spPr/>
        <p:txBody>
          <a:bodyPr>
            <a:normAutofit/>
          </a:bodyPr>
          <a:lstStyle/>
          <a:p>
            <a:r>
              <a:rPr lang="zh-CN" altLang="en-US"/>
              <a:t>使用类存在的问题</a:t>
            </a:r>
          </a:p>
        </p:txBody>
      </p:sp>
      <p:sp>
        <p:nvSpPr>
          <p:cNvPr id="6" name="文本占位符 5"/>
          <p:cNvSpPr>
            <a:spLocks noGrp="1"/>
          </p:cNvSpPr>
          <p:nvPr>
            <p:ph type="body" sz="quarter" idx="3"/>
          </p:nvPr>
        </p:nvSpPr>
        <p:spPr/>
        <p:txBody>
          <a:bodyPr/>
          <a:lstStyle/>
          <a:p>
            <a:r>
              <a:rPr lang="zh-CN" altLang="en-US"/>
              <a:t>自动加载的效果</a:t>
            </a:r>
          </a:p>
        </p:txBody>
      </p:sp>
      <p:sp>
        <p:nvSpPr>
          <p:cNvPr id="4" name="内容占位符 3"/>
          <p:cNvSpPr>
            <a:spLocks noGrp="1"/>
          </p:cNvSpPr>
          <p:nvPr>
            <p:ph sz="quarter" idx="19"/>
          </p:nvPr>
        </p:nvSpPr>
        <p:spPr/>
        <p:txBody>
          <a:bodyPr/>
          <a:lstStyle/>
          <a:p>
            <a:r>
              <a:rPr lang="zh-CN" altLang="en-US"/>
              <a:t>很多开发者为</a:t>
            </a:r>
            <a:r>
              <a:rPr lang="zh-CN" altLang="en-US">
                <a:solidFill>
                  <a:srgbClr val="FF0000"/>
                </a:solidFill>
              </a:rPr>
              <a:t>每个类新建一个 </a:t>
            </a:r>
            <a:r>
              <a:rPr lang="en-US" altLang="zh-CN">
                <a:solidFill>
                  <a:srgbClr val="FF0000"/>
                </a:solidFill>
              </a:rPr>
              <a:t>PHP </a:t>
            </a:r>
            <a:r>
              <a:rPr lang="zh-CN" altLang="en-US">
                <a:solidFill>
                  <a:srgbClr val="FF0000"/>
                </a:solidFill>
              </a:rPr>
              <a:t>文件</a:t>
            </a:r>
            <a:r>
              <a:rPr lang="zh-CN" altLang="en-US"/>
              <a:t>。 这会带来一个烦恼：每个脚本的开头，都需要</a:t>
            </a:r>
            <a:r>
              <a:rPr lang="zh-CN" altLang="en-US">
                <a:solidFill>
                  <a:srgbClr val="FF0000"/>
                </a:solidFill>
              </a:rPr>
              <a:t>包含</a:t>
            </a:r>
            <a:r>
              <a:rPr lang="zh-CN" altLang="en-US"/>
              <a:t>（</a:t>
            </a:r>
            <a:r>
              <a:rPr lang="en-US" altLang="zh-CN"/>
              <a:t>include</a:t>
            </a:r>
            <a:r>
              <a:rPr lang="zh-CN" altLang="en-US"/>
              <a:t>）一个</a:t>
            </a:r>
            <a:r>
              <a:rPr lang="zh-CN" altLang="en-US">
                <a:solidFill>
                  <a:srgbClr val="FF0000"/>
                </a:solidFill>
              </a:rPr>
              <a:t>长长的列表</a:t>
            </a:r>
            <a:r>
              <a:rPr lang="zh-CN" altLang="en-US"/>
              <a:t>（每个类都有个文件）。</a:t>
            </a:r>
          </a:p>
          <a:p>
            <a:endParaRPr lang="zh-CN" altLang="en-US"/>
          </a:p>
        </p:txBody>
      </p:sp>
      <p:sp>
        <p:nvSpPr>
          <p:cNvPr id="7" name="内容占位符 6"/>
          <p:cNvSpPr>
            <a:spLocks noGrp="1"/>
          </p:cNvSpPr>
          <p:nvPr>
            <p:ph sz="quarter" idx="20"/>
          </p:nvPr>
        </p:nvSpPr>
        <p:spPr/>
        <p:txBody>
          <a:bodyPr>
            <a:normAutofit/>
          </a:bodyPr>
          <a:lstStyle/>
          <a:p>
            <a:r>
              <a:rPr lang="zh-CN" altLang="en-US"/>
              <a:t>自动加载可以利用某种规则，找到文件要加载的类文件，然后</a:t>
            </a:r>
            <a:r>
              <a:rPr lang="zh-CN" altLang="en-US">
                <a:solidFill>
                  <a:srgbClr val="FF0000"/>
                </a:solidFill>
              </a:rPr>
              <a:t>自动添加</a:t>
            </a:r>
            <a:r>
              <a:rPr lang="en-US" altLang="zh-CN">
                <a:solidFill>
                  <a:srgbClr val="FF0000"/>
                </a:solidFill>
              </a:rPr>
              <a:t>include</a:t>
            </a:r>
            <a:r>
              <a:rPr lang="zh-CN" altLang="en-US">
                <a:solidFill>
                  <a:srgbClr val="FF0000"/>
                </a:solidFill>
              </a:rPr>
              <a:t>等包含语句</a:t>
            </a:r>
            <a:r>
              <a:rPr lang="zh-CN" altLang="en-US"/>
              <a:t>。</a:t>
            </a:r>
            <a:endParaRPr lang="en-US" altLang="zh-CN"/>
          </a:p>
          <a:p>
            <a:r>
              <a:rPr lang="zh-CN" altLang="en-US"/>
              <a:t>换句话说，有了自动加载，文件所有要使用的类，不需要手动写</a:t>
            </a:r>
            <a:r>
              <a:rPr lang="en-US" altLang="zh-CN"/>
              <a:t>include</a:t>
            </a:r>
            <a:r>
              <a:rPr lang="zh-CN" altLang="en-US"/>
              <a:t>语句了。</a:t>
            </a:r>
          </a:p>
          <a:p>
            <a:endParaRPr lang="zh-CN" altLang="en-US"/>
          </a:p>
        </p:txBody>
      </p:sp>
      <p:sp>
        <p:nvSpPr>
          <p:cNvPr id="9" name="文本占位符 8">
            <a:extLst>
              <a:ext uri="{FF2B5EF4-FFF2-40B4-BE49-F238E27FC236}">
                <a16:creationId xmlns:a16="http://schemas.microsoft.com/office/drawing/2014/main" id="{AC202ACC-B240-E09E-03F1-48C074043573}"/>
              </a:ext>
            </a:extLst>
          </p:cNvPr>
          <p:cNvSpPr>
            <a:spLocks noGrp="1"/>
          </p:cNvSpPr>
          <p:nvPr>
            <p:ph type="body" sz="quarter" idx="18"/>
          </p:nvPr>
        </p:nvSpPr>
        <p:spPr/>
        <p:txBody>
          <a:bodyPr/>
          <a:lstStyle/>
          <a:p>
            <a:r>
              <a:rPr lang="zh-CN" altLang="en-US"/>
              <a:t>自动加载要解决的问题</a:t>
            </a:r>
          </a:p>
        </p:txBody>
      </p:sp>
      <p:pic>
        <p:nvPicPr>
          <p:cNvPr id="8" name="图片 7"/>
          <p:cNvPicPr>
            <a:picLocks noChangeAspect="1"/>
          </p:cNvPicPr>
          <p:nvPr/>
        </p:nvPicPr>
        <p:blipFill>
          <a:blip r:embed="rId2"/>
          <a:stretch>
            <a:fillRect/>
          </a:stretch>
        </p:blipFill>
        <p:spPr>
          <a:xfrm>
            <a:off x="1633157" y="4211569"/>
            <a:ext cx="4105656" cy="1841389"/>
          </a:xfrm>
          <a:prstGeom prst="rect">
            <a:avLst/>
          </a:prstGeom>
          <a:ln>
            <a:solidFill>
              <a:srgbClr val="7030A0"/>
            </a:solidFill>
          </a:ln>
        </p:spPr>
      </p:pic>
    </p:spTree>
    <p:extLst>
      <p:ext uri="{BB962C8B-B14F-4D97-AF65-F5344CB8AC3E}">
        <p14:creationId xmlns:p14="http://schemas.microsoft.com/office/powerpoint/2010/main" val="1867469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5AAABFA9-60A6-72A7-B13B-845A54160943}"/>
              </a:ext>
            </a:extLst>
          </p:cNvPr>
          <p:cNvSpPr>
            <a:spLocks noGrp="1"/>
          </p:cNvSpPr>
          <p:nvPr>
            <p:ph type="body" sz="quarter" idx="18"/>
          </p:nvPr>
        </p:nvSpPr>
        <p:spPr/>
        <p:txBody>
          <a:bodyPr/>
          <a:lstStyle/>
          <a:p>
            <a:r>
              <a:rPr lang="en-US" altLang="zh-CN"/>
              <a:t>Composer</a:t>
            </a:r>
            <a:r>
              <a:rPr lang="zh-CN" altLang="en-US"/>
              <a:t>自动加载的过程</a:t>
            </a:r>
          </a:p>
        </p:txBody>
      </p:sp>
      <p:graphicFrame>
        <p:nvGraphicFramePr>
          <p:cNvPr id="7" name="内容占位符 6">
            <a:extLst>
              <a:ext uri="{FF2B5EF4-FFF2-40B4-BE49-F238E27FC236}">
                <a16:creationId xmlns:a16="http://schemas.microsoft.com/office/drawing/2014/main" id="{2FF87BD8-A839-315F-9834-6B2F9B35CF76}"/>
              </a:ext>
            </a:extLst>
          </p:cNvPr>
          <p:cNvGraphicFramePr>
            <a:graphicFrameLocks noGrp="1"/>
          </p:cNvGraphicFramePr>
          <p:nvPr>
            <p:ph sz="quarter" idx="19"/>
            <p:extLst>
              <p:ext uri="{D42A27DB-BD31-4B8C-83A1-F6EECF244321}">
                <p14:modId xmlns:p14="http://schemas.microsoft.com/office/powerpoint/2010/main" val="148653331"/>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45886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graphicEl>
                                              <a:dgm id="{F1612CF2-C580-4113-9D62-7436193916A7}"/>
                                            </p:graphicEl>
                                          </p:spTgt>
                                        </p:tgtEl>
                                        <p:attrNameLst>
                                          <p:attrName>style.visibility</p:attrName>
                                        </p:attrNameLst>
                                      </p:cBhvr>
                                      <p:to>
                                        <p:strVal val="visible"/>
                                      </p:to>
                                    </p:set>
                                    <p:anim calcmode="lin" valueType="num">
                                      <p:cBhvr additive="base">
                                        <p:cTn id="7" dur="500" fill="hold"/>
                                        <p:tgtEl>
                                          <p:spTgt spid="7">
                                            <p:graphicEl>
                                              <a:dgm id="{F1612CF2-C580-4113-9D62-7436193916A7}"/>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graphicEl>
                                              <a:dgm id="{F1612CF2-C580-4113-9D62-7436193916A7}"/>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graphicEl>
                                              <a:dgm id="{55A114AF-BED5-4594-A123-9A987C0CB4CE}"/>
                                            </p:graphicEl>
                                          </p:spTgt>
                                        </p:tgtEl>
                                        <p:attrNameLst>
                                          <p:attrName>style.visibility</p:attrName>
                                        </p:attrNameLst>
                                      </p:cBhvr>
                                      <p:to>
                                        <p:strVal val="visible"/>
                                      </p:to>
                                    </p:set>
                                    <p:anim calcmode="lin" valueType="num">
                                      <p:cBhvr additive="base">
                                        <p:cTn id="13" dur="500" fill="hold"/>
                                        <p:tgtEl>
                                          <p:spTgt spid="7">
                                            <p:graphicEl>
                                              <a:dgm id="{55A114AF-BED5-4594-A123-9A987C0CB4CE}"/>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graphicEl>
                                              <a:dgm id="{55A114AF-BED5-4594-A123-9A987C0CB4CE}"/>
                                            </p:graphic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7">
                                            <p:graphicEl>
                                              <a:dgm id="{A6C363DF-EBFF-4E1B-8ED0-A7CE5E315156}"/>
                                            </p:graphicEl>
                                          </p:spTgt>
                                        </p:tgtEl>
                                        <p:attrNameLst>
                                          <p:attrName>style.visibility</p:attrName>
                                        </p:attrNameLst>
                                      </p:cBhvr>
                                      <p:to>
                                        <p:strVal val="visible"/>
                                      </p:to>
                                    </p:set>
                                    <p:anim calcmode="lin" valueType="num">
                                      <p:cBhvr additive="base">
                                        <p:cTn id="17" dur="500" fill="hold"/>
                                        <p:tgtEl>
                                          <p:spTgt spid="7">
                                            <p:graphicEl>
                                              <a:dgm id="{A6C363DF-EBFF-4E1B-8ED0-A7CE5E315156}"/>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7">
                                            <p:graphicEl>
                                              <a:dgm id="{A6C363DF-EBFF-4E1B-8ED0-A7CE5E315156}"/>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
                                            <p:graphicEl>
                                              <a:dgm id="{B1158416-4C6F-4AB7-BC01-89DB37D58E25}"/>
                                            </p:graphicEl>
                                          </p:spTgt>
                                        </p:tgtEl>
                                        <p:attrNameLst>
                                          <p:attrName>style.visibility</p:attrName>
                                        </p:attrNameLst>
                                      </p:cBhvr>
                                      <p:to>
                                        <p:strVal val="visible"/>
                                      </p:to>
                                    </p:set>
                                    <p:anim calcmode="lin" valueType="num">
                                      <p:cBhvr additive="base">
                                        <p:cTn id="23" dur="500" fill="hold"/>
                                        <p:tgtEl>
                                          <p:spTgt spid="7">
                                            <p:graphicEl>
                                              <a:dgm id="{B1158416-4C6F-4AB7-BC01-89DB37D58E25}"/>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7">
                                            <p:graphicEl>
                                              <a:dgm id="{B1158416-4C6F-4AB7-BC01-89DB37D58E25}"/>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7">
                                            <p:graphicEl>
                                              <a:dgm id="{5E4917EB-F514-49C8-A908-EF97A3847074}"/>
                                            </p:graphicEl>
                                          </p:spTgt>
                                        </p:tgtEl>
                                        <p:attrNameLst>
                                          <p:attrName>style.visibility</p:attrName>
                                        </p:attrNameLst>
                                      </p:cBhvr>
                                      <p:to>
                                        <p:strVal val="visible"/>
                                      </p:to>
                                    </p:set>
                                    <p:anim calcmode="lin" valueType="num">
                                      <p:cBhvr additive="base">
                                        <p:cTn id="27" dur="500" fill="hold"/>
                                        <p:tgtEl>
                                          <p:spTgt spid="7">
                                            <p:graphicEl>
                                              <a:dgm id="{5E4917EB-F514-49C8-A908-EF97A3847074}"/>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7">
                                            <p:graphicEl>
                                              <a:dgm id="{5E4917EB-F514-49C8-A908-EF97A3847074}"/>
                                            </p:graphic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7">
                                            <p:graphicEl>
                                              <a:dgm id="{CCEFD42C-C656-4277-B029-A67749C23552}"/>
                                            </p:graphicEl>
                                          </p:spTgt>
                                        </p:tgtEl>
                                        <p:attrNameLst>
                                          <p:attrName>style.visibility</p:attrName>
                                        </p:attrNameLst>
                                      </p:cBhvr>
                                      <p:to>
                                        <p:strVal val="visible"/>
                                      </p:to>
                                    </p:set>
                                    <p:anim calcmode="lin" valueType="num">
                                      <p:cBhvr additive="base">
                                        <p:cTn id="33" dur="500" fill="hold"/>
                                        <p:tgtEl>
                                          <p:spTgt spid="7">
                                            <p:graphicEl>
                                              <a:dgm id="{CCEFD42C-C656-4277-B029-A67749C23552}"/>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7">
                                            <p:graphicEl>
                                              <a:dgm id="{CCEFD42C-C656-4277-B029-A67749C23552}"/>
                                            </p:graphic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7">
                                            <p:graphicEl>
                                              <a:dgm id="{518B455B-7728-4F16-A128-D73E9C4C9E99}"/>
                                            </p:graphicEl>
                                          </p:spTgt>
                                        </p:tgtEl>
                                        <p:attrNameLst>
                                          <p:attrName>style.visibility</p:attrName>
                                        </p:attrNameLst>
                                      </p:cBhvr>
                                      <p:to>
                                        <p:strVal val="visible"/>
                                      </p:to>
                                    </p:set>
                                    <p:anim calcmode="lin" valueType="num">
                                      <p:cBhvr additive="base">
                                        <p:cTn id="37" dur="500" fill="hold"/>
                                        <p:tgtEl>
                                          <p:spTgt spid="7">
                                            <p:graphicEl>
                                              <a:dgm id="{518B455B-7728-4F16-A128-D73E9C4C9E99}"/>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graphicEl>
                                              <a:dgm id="{518B455B-7728-4F16-A128-D73E9C4C9E99}"/>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
                                            <p:graphicEl>
                                              <a:dgm id="{C810033C-7EDD-461B-A16B-BCC90CE754EE}"/>
                                            </p:graphicEl>
                                          </p:spTgt>
                                        </p:tgtEl>
                                        <p:attrNameLst>
                                          <p:attrName>style.visibility</p:attrName>
                                        </p:attrNameLst>
                                      </p:cBhvr>
                                      <p:to>
                                        <p:strVal val="visible"/>
                                      </p:to>
                                    </p:set>
                                    <p:anim calcmode="lin" valueType="num">
                                      <p:cBhvr additive="base">
                                        <p:cTn id="43" dur="500" fill="hold"/>
                                        <p:tgtEl>
                                          <p:spTgt spid="7">
                                            <p:graphicEl>
                                              <a:dgm id="{C810033C-7EDD-461B-A16B-BCC90CE754EE}"/>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7">
                                            <p:graphicEl>
                                              <a:dgm id="{C810033C-7EDD-461B-A16B-BCC90CE754EE}"/>
                                            </p:graphic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7">
                                            <p:graphicEl>
                                              <a:dgm id="{86EDDF46-FA92-40E4-BED7-34EB6F67C4A2}"/>
                                            </p:graphicEl>
                                          </p:spTgt>
                                        </p:tgtEl>
                                        <p:attrNameLst>
                                          <p:attrName>style.visibility</p:attrName>
                                        </p:attrNameLst>
                                      </p:cBhvr>
                                      <p:to>
                                        <p:strVal val="visible"/>
                                      </p:to>
                                    </p:set>
                                    <p:anim calcmode="lin" valueType="num">
                                      <p:cBhvr additive="base">
                                        <p:cTn id="47" dur="500" fill="hold"/>
                                        <p:tgtEl>
                                          <p:spTgt spid="7">
                                            <p:graphicEl>
                                              <a:dgm id="{86EDDF46-FA92-40E4-BED7-34EB6F67C4A2}"/>
                                            </p:graphicEl>
                                          </p:spTgt>
                                        </p:tgtEl>
                                        <p:attrNameLst>
                                          <p:attrName>ppt_x</p:attrName>
                                        </p:attrNameLst>
                                      </p:cBhvr>
                                      <p:tavLst>
                                        <p:tav tm="0">
                                          <p:val>
                                            <p:strVal val="#ppt_x"/>
                                          </p:val>
                                        </p:tav>
                                        <p:tav tm="100000">
                                          <p:val>
                                            <p:strVal val="#ppt_x"/>
                                          </p:val>
                                        </p:tav>
                                      </p:tavLst>
                                    </p:anim>
                                    <p:anim calcmode="lin" valueType="num">
                                      <p:cBhvr additive="base">
                                        <p:cTn id="48" dur="500" fill="hold"/>
                                        <p:tgtEl>
                                          <p:spTgt spid="7">
                                            <p:graphicEl>
                                              <a:dgm id="{86EDDF46-FA92-40E4-BED7-34EB6F67C4A2}"/>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60BA943-3046-3F83-8DD1-341616A103A8}"/>
              </a:ext>
            </a:extLst>
          </p:cNvPr>
          <p:cNvSpPr>
            <a:spLocks noGrp="1"/>
          </p:cNvSpPr>
          <p:nvPr>
            <p:ph type="body" idx="1"/>
          </p:nvPr>
        </p:nvSpPr>
        <p:spPr/>
        <p:txBody>
          <a:bodyPr/>
          <a:lstStyle/>
          <a:p>
            <a:r>
              <a:rPr lang="en-US" altLang="zh-CN"/>
              <a:t>psr-4</a:t>
            </a:r>
            <a:endParaRPr lang="zh-CN" altLang="en-US"/>
          </a:p>
        </p:txBody>
      </p:sp>
      <p:sp>
        <p:nvSpPr>
          <p:cNvPr id="4" name="文本占位符 3">
            <a:extLst>
              <a:ext uri="{FF2B5EF4-FFF2-40B4-BE49-F238E27FC236}">
                <a16:creationId xmlns:a16="http://schemas.microsoft.com/office/drawing/2014/main" id="{A4B99200-1D6F-4F4A-FE04-2A202ED03E6E}"/>
              </a:ext>
            </a:extLst>
          </p:cNvPr>
          <p:cNvSpPr>
            <a:spLocks noGrp="1"/>
          </p:cNvSpPr>
          <p:nvPr>
            <p:ph type="body" sz="quarter" idx="3"/>
          </p:nvPr>
        </p:nvSpPr>
        <p:spPr/>
        <p:txBody>
          <a:bodyPr/>
          <a:lstStyle/>
          <a:p>
            <a:r>
              <a:rPr lang="en-US" altLang="zh-CN"/>
              <a:t>composer.json</a:t>
            </a:r>
            <a:r>
              <a:rPr lang="zh-CN" altLang="en-US"/>
              <a:t>的自动加载配置</a:t>
            </a:r>
          </a:p>
        </p:txBody>
      </p:sp>
      <p:sp>
        <p:nvSpPr>
          <p:cNvPr id="6" name="内容占位符 5">
            <a:extLst>
              <a:ext uri="{FF2B5EF4-FFF2-40B4-BE49-F238E27FC236}">
                <a16:creationId xmlns:a16="http://schemas.microsoft.com/office/drawing/2014/main" id="{36B2BB43-D6C2-EE7E-731B-4C65257491AC}"/>
              </a:ext>
            </a:extLst>
          </p:cNvPr>
          <p:cNvSpPr>
            <a:spLocks noGrp="1"/>
          </p:cNvSpPr>
          <p:nvPr>
            <p:ph sz="quarter" idx="19"/>
          </p:nvPr>
        </p:nvSpPr>
        <p:spPr/>
        <p:txBody>
          <a:bodyPr/>
          <a:lstStyle/>
          <a:p>
            <a:r>
              <a:rPr lang="en-US" altLang="zh-CN"/>
              <a:t>\&lt;</a:t>
            </a:r>
            <a:r>
              <a:rPr lang="zh-CN" altLang="zh-CN"/>
              <a:t>前导命名空间</a:t>
            </a:r>
            <a:r>
              <a:rPr lang="en-US" altLang="zh-CN"/>
              <a:t>&gt;(\&lt;</a:t>
            </a:r>
            <a:r>
              <a:rPr lang="zh-CN" altLang="zh-CN"/>
              <a:t>零个或多个子命名空间</a:t>
            </a:r>
            <a:r>
              <a:rPr lang="en-US" altLang="zh-CN"/>
              <a:t>&gt;)*\&lt;</a:t>
            </a:r>
            <a:r>
              <a:rPr lang="zh-CN" altLang="zh-CN"/>
              <a:t>类名</a:t>
            </a:r>
            <a:r>
              <a:rPr lang="en-US" altLang="zh-CN"/>
              <a:t>&gt;</a:t>
            </a:r>
            <a:endParaRPr lang="zh-CN" altLang="zh-CN"/>
          </a:p>
          <a:p>
            <a:endParaRPr lang="zh-CN" altLang="en-US"/>
          </a:p>
        </p:txBody>
      </p:sp>
      <p:pic>
        <p:nvPicPr>
          <p:cNvPr id="9" name="内容占位符 8">
            <a:extLst>
              <a:ext uri="{FF2B5EF4-FFF2-40B4-BE49-F238E27FC236}">
                <a16:creationId xmlns:a16="http://schemas.microsoft.com/office/drawing/2014/main" id="{4B3C6BD3-AB23-0A51-983D-8CBCE3817FF2}"/>
              </a:ext>
            </a:extLst>
          </p:cNvPr>
          <p:cNvPicPr>
            <a:picLocks noGrp="1" noChangeAspect="1"/>
          </p:cNvPicPr>
          <p:nvPr>
            <p:ph sz="quarter" idx="20"/>
          </p:nvPr>
        </p:nvPicPr>
        <p:blipFill>
          <a:blip r:embed="rId2"/>
          <a:stretch>
            <a:fillRect/>
          </a:stretch>
        </p:blipFill>
        <p:spPr>
          <a:xfrm>
            <a:off x="5997575" y="1882915"/>
            <a:ext cx="5184775" cy="2341511"/>
          </a:xfrm>
          <a:prstGeom prst="rect">
            <a:avLst/>
          </a:prstGeom>
        </p:spPr>
      </p:pic>
      <p:sp>
        <p:nvSpPr>
          <p:cNvPr id="5" name="文本占位符 4">
            <a:extLst>
              <a:ext uri="{FF2B5EF4-FFF2-40B4-BE49-F238E27FC236}">
                <a16:creationId xmlns:a16="http://schemas.microsoft.com/office/drawing/2014/main" id="{148D8C18-A0A9-7418-69E4-58D76D3A6F17}"/>
              </a:ext>
            </a:extLst>
          </p:cNvPr>
          <p:cNvSpPr>
            <a:spLocks noGrp="1"/>
          </p:cNvSpPr>
          <p:nvPr>
            <p:ph type="body" sz="quarter" idx="18"/>
          </p:nvPr>
        </p:nvSpPr>
        <p:spPr/>
        <p:txBody>
          <a:bodyPr/>
          <a:lstStyle/>
          <a:p>
            <a:r>
              <a:rPr lang="zh-CN" altLang="en-US"/>
              <a:t>自动加载的关键</a:t>
            </a:r>
            <a:r>
              <a:rPr lang="en-US" altLang="zh-CN"/>
              <a:t>——PSR-4</a:t>
            </a:r>
            <a:r>
              <a:rPr lang="zh-CN" altLang="en-US"/>
              <a:t>及自动加载的相关配置</a:t>
            </a:r>
          </a:p>
        </p:txBody>
      </p:sp>
      <p:graphicFrame>
        <p:nvGraphicFramePr>
          <p:cNvPr id="10" name="表格 9">
            <a:extLst>
              <a:ext uri="{FF2B5EF4-FFF2-40B4-BE49-F238E27FC236}">
                <a16:creationId xmlns:a16="http://schemas.microsoft.com/office/drawing/2014/main" id="{BFC041A9-F380-7F99-BE03-39173C0743F8}"/>
              </a:ext>
            </a:extLst>
          </p:cNvPr>
          <p:cNvGraphicFramePr>
            <a:graphicFrameLocks noGrp="1"/>
          </p:cNvGraphicFramePr>
          <p:nvPr>
            <p:extLst>
              <p:ext uri="{D42A27DB-BD31-4B8C-83A1-F6EECF244321}">
                <p14:modId xmlns:p14="http://schemas.microsoft.com/office/powerpoint/2010/main" val="2353505126"/>
              </p:ext>
            </p:extLst>
          </p:nvPr>
        </p:nvGraphicFramePr>
        <p:xfrm>
          <a:off x="932543" y="4478387"/>
          <a:ext cx="9786257" cy="1974803"/>
        </p:xfrm>
        <a:graphic>
          <a:graphicData uri="http://schemas.openxmlformats.org/drawingml/2006/table">
            <a:tbl>
              <a:tblPr firstRow="1" firstCol="1" bandRow="1">
                <a:tableStyleId>{5C22544A-7EE6-4342-B048-85BDC9FD1C3A}</a:tableStyleId>
              </a:tblPr>
              <a:tblGrid>
                <a:gridCol w="4818753">
                  <a:extLst>
                    <a:ext uri="{9D8B030D-6E8A-4147-A177-3AD203B41FA5}">
                      <a16:colId xmlns:a16="http://schemas.microsoft.com/office/drawing/2014/main" val="3427809429"/>
                    </a:ext>
                  </a:extLst>
                </a:gridCol>
                <a:gridCol w="4967504">
                  <a:extLst>
                    <a:ext uri="{9D8B030D-6E8A-4147-A177-3AD203B41FA5}">
                      <a16:colId xmlns:a16="http://schemas.microsoft.com/office/drawing/2014/main" val="3036583849"/>
                    </a:ext>
                  </a:extLst>
                </a:gridCol>
              </a:tblGrid>
              <a:tr h="494225">
                <a:tc>
                  <a:txBody>
                    <a:bodyPr/>
                    <a:lstStyle/>
                    <a:p>
                      <a:pPr algn="ctr">
                        <a:lnSpc>
                          <a:spcPts val="1600"/>
                        </a:lnSpc>
                        <a:buNone/>
                      </a:pPr>
                      <a:r>
                        <a:rPr lang="zh-CN" sz="1600" kern="100">
                          <a:effectLst/>
                        </a:rPr>
                        <a:t>命名空间</a:t>
                      </a:r>
                      <a:endParaRPr lang="zh-CN" sz="16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buNone/>
                      </a:pPr>
                      <a:r>
                        <a:rPr lang="zh-CN" sz="1600" kern="100">
                          <a:effectLst/>
                        </a:rPr>
                        <a:t>映射路径</a:t>
                      </a:r>
                      <a:endParaRPr lang="zh-CN" sz="16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838025643"/>
                  </a:ext>
                </a:extLst>
              </a:tr>
              <a:tr h="493526">
                <a:tc>
                  <a:txBody>
                    <a:bodyPr/>
                    <a:lstStyle/>
                    <a:p>
                      <a:pPr algn="ctr">
                        <a:lnSpc>
                          <a:spcPts val="1600"/>
                        </a:lnSpc>
                        <a:buNone/>
                      </a:pPr>
                      <a:r>
                        <a:rPr lang="en-US" sz="1600" kern="100">
                          <a:effectLst/>
                        </a:rPr>
                        <a:t>App\Controller\UserController</a:t>
                      </a:r>
                      <a:endParaRPr lang="zh-CN" sz="16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buNone/>
                      </a:pPr>
                      <a:r>
                        <a:rPr lang="en-US" sz="1600" kern="100">
                          <a:effectLst/>
                        </a:rPr>
                        <a:t>src/Controller/UserController.php</a:t>
                      </a:r>
                      <a:endParaRPr lang="zh-CN" sz="16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963300596"/>
                  </a:ext>
                </a:extLst>
              </a:tr>
              <a:tr h="493526">
                <a:tc>
                  <a:txBody>
                    <a:bodyPr/>
                    <a:lstStyle/>
                    <a:p>
                      <a:pPr algn="ctr">
                        <a:lnSpc>
                          <a:spcPts val="1600"/>
                        </a:lnSpc>
                        <a:buNone/>
                      </a:pPr>
                      <a:r>
                        <a:rPr lang="en-US" sz="1600" kern="100">
                          <a:effectLst/>
                        </a:rPr>
                        <a:t>App\Admin\Dashboard</a:t>
                      </a:r>
                      <a:endParaRPr lang="zh-CN" sz="16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buNone/>
                      </a:pPr>
                      <a:r>
                        <a:rPr lang="en-US" sz="1600" kern="100">
                          <a:effectLst/>
                        </a:rPr>
                        <a:t>src/Admin/Dashboard.php</a:t>
                      </a:r>
                      <a:endParaRPr lang="zh-CN" sz="16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504812993"/>
                  </a:ext>
                </a:extLst>
              </a:tr>
              <a:tr h="493526">
                <a:tc>
                  <a:txBody>
                    <a:bodyPr/>
                    <a:lstStyle/>
                    <a:p>
                      <a:pPr algn="ctr">
                        <a:lnSpc>
                          <a:spcPts val="1600"/>
                        </a:lnSpc>
                        <a:buNone/>
                      </a:pPr>
                      <a:r>
                        <a:rPr lang="en-US" sz="1600" kern="100">
                          <a:effectLst/>
                        </a:rPr>
                        <a:t>App\Api\UserController</a:t>
                      </a:r>
                      <a:endParaRPr lang="zh-CN" sz="16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tc>
                  <a:txBody>
                    <a:bodyPr/>
                    <a:lstStyle/>
                    <a:p>
                      <a:pPr algn="ctr">
                        <a:lnSpc>
                          <a:spcPts val="1600"/>
                        </a:lnSpc>
                        <a:buNone/>
                      </a:pPr>
                      <a:r>
                        <a:rPr lang="en-US" sz="1600" kern="100">
                          <a:effectLst/>
                        </a:rPr>
                        <a:t>src/Api/UserController.php</a:t>
                      </a:r>
                      <a:endParaRPr lang="zh-CN" sz="1600" kern="100">
                        <a:effectLst/>
                        <a:latin typeface="微软雅黑" panose="020B0503020204020204" pitchFamily="34" charset="-122"/>
                        <a:ea typeface="微软雅黑" panose="020B0503020204020204"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27422023"/>
                  </a:ext>
                </a:extLst>
              </a:tr>
            </a:tbl>
          </a:graphicData>
        </a:graphic>
      </p:graphicFrame>
    </p:spTree>
    <p:extLst>
      <p:ext uri="{BB962C8B-B14F-4D97-AF65-F5344CB8AC3E}">
        <p14:creationId xmlns:p14="http://schemas.microsoft.com/office/powerpoint/2010/main" val="3267558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内容占位符 7">
            <a:extLst>
              <a:ext uri="{FF2B5EF4-FFF2-40B4-BE49-F238E27FC236}">
                <a16:creationId xmlns:a16="http://schemas.microsoft.com/office/drawing/2014/main" id="{79BC8F32-68B7-6692-4C1A-51E498D2D49F}"/>
              </a:ext>
            </a:extLst>
          </p:cNvPr>
          <p:cNvPicPr>
            <a:picLocks noGrp="1" noChangeAspect="1"/>
          </p:cNvPicPr>
          <p:nvPr>
            <p:ph sz="quarter" idx="19"/>
          </p:nvPr>
        </p:nvPicPr>
        <p:blipFill>
          <a:blip r:embed="rId2">
            <a:extLst>
              <a:ext uri="{28A0092B-C50C-407E-A947-70E740481C1C}">
                <a14:useLocalDpi xmlns:a14="http://schemas.microsoft.com/office/drawing/2010/main" val="0"/>
              </a:ext>
            </a:extLst>
          </a:blip>
          <a:stretch>
            <a:fillRect/>
          </a:stretch>
        </p:blipFill>
        <p:spPr>
          <a:xfrm>
            <a:off x="496404" y="1158634"/>
            <a:ext cx="5823572" cy="2593309"/>
          </a:xfrm>
          <a:prstGeom prst="rect">
            <a:avLst/>
          </a:prstGeom>
          <a:ln>
            <a:solidFill>
              <a:srgbClr val="00B050"/>
            </a:solidFill>
          </a:ln>
        </p:spPr>
      </p:pic>
      <p:sp>
        <p:nvSpPr>
          <p:cNvPr id="9" name="内容占位符 8">
            <a:extLst>
              <a:ext uri="{FF2B5EF4-FFF2-40B4-BE49-F238E27FC236}">
                <a16:creationId xmlns:a16="http://schemas.microsoft.com/office/drawing/2014/main" id="{085DFFA3-79E1-F69A-D1DF-2A4A0B42A297}"/>
              </a:ext>
            </a:extLst>
          </p:cNvPr>
          <p:cNvSpPr>
            <a:spLocks noGrp="1"/>
          </p:cNvSpPr>
          <p:nvPr>
            <p:ph sz="quarter" idx="20"/>
          </p:nvPr>
        </p:nvSpPr>
        <p:spPr/>
        <p:txBody>
          <a:bodyPr/>
          <a:lstStyle/>
          <a:p>
            <a:r>
              <a:rPr lang="zh-CN" altLang="zh-CN"/>
              <a:t>如果修改了</a:t>
            </a:r>
            <a:r>
              <a:rPr lang="en-US" altLang="zh-CN"/>
              <a:t>composer.json</a:t>
            </a:r>
            <a:r>
              <a:rPr lang="zh-CN" altLang="zh-CN"/>
              <a:t>的自动加载配置，只需要运行</a:t>
            </a:r>
            <a:r>
              <a:rPr lang="en-US" altLang="zh-CN">
                <a:highlight>
                  <a:srgbClr val="FFFF00"/>
                </a:highlight>
              </a:rPr>
              <a:t>composer dump-autoload</a:t>
            </a:r>
            <a:r>
              <a:rPr lang="zh-CN" altLang="zh-CN"/>
              <a:t>即可重新生成</a:t>
            </a:r>
            <a:endParaRPr lang="zh-CN" altLang="en-US"/>
          </a:p>
        </p:txBody>
      </p:sp>
      <p:sp>
        <p:nvSpPr>
          <p:cNvPr id="6" name="文本占位符 5">
            <a:extLst>
              <a:ext uri="{FF2B5EF4-FFF2-40B4-BE49-F238E27FC236}">
                <a16:creationId xmlns:a16="http://schemas.microsoft.com/office/drawing/2014/main" id="{B5343E32-4A70-22A9-1A16-F59FBF957F38}"/>
              </a:ext>
            </a:extLst>
          </p:cNvPr>
          <p:cNvSpPr>
            <a:spLocks noGrp="1"/>
          </p:cNvSpPr>
          <p:nvPr>
            <p:ph type="body" sz="quarter" idx="18"/>
          </p:nvPr>
        </p:nvSpPr>
        <p:spPr>
          <a:prstGeom prst="rect">
            <a:avLst/>
          </a:prstGeom>
        </p:spPr>
        <p:txBody>
          <a:bodyPr/>
          <a:lstStyle/>
          <a:p>
            <a:r>
              <a:rPr lang="zh-CN" altLang="en-US"/>
              <a:t>自动加载的文件列表</a:t>
            </a:r>
          </a:p>
        </p:txBody>
      </p:sp>
    </p:spTree>
    <p:extLst>
      <p:ext uri="{BB962C8B-B14F-4D97-AF65-F5344CB8AC3E}">
        <p14:creationId xmlns:p14="http://schemas.microsoft.com/office/powerpoint/2010/main" val="1257065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anim calcmode="lin" valueType="num">
                                      <p:cBhvr additive="base">
                                        <p:cTn id="13"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DD3A61C2-5B9B-846E-DF0C-7EB6B7BA16A4}"/>
              </a:ext>
            </a:extLst>
          </p:cNvPr>
          <p:cNvPicPr>
            <a:picLocks noGrp="1" noChangeAspect="1"/>
          </p:cNvPicPr>
          <p:nvPr>
            <p:ph sz="quarter" idx="19"/>
          </p:nvPr>
        </p:nvPicPr>
        <p:blipFill>
          <a:blip r:embed="rId2"/>
          <a:stretch>
            <a:fillRect/>
          </a:stretch>
        </p:blipFill>
        <p:spPr>
          <a:xfrm>
            <a:off x="778328" y="1150520"/>
            <a:ext cx="5461000" cy="3130250"/>
          </a:xfrm>
          <a:prstGeom prst="rect">
            <a:avLst/>
          </a:prstGeom>
        </p:spPr>
      </p:pic>
      <p:sp>
        <p:nvSpPr>
          <p:cNvPr id="3" name="内容占位符 2">
            <a:extLst>
              <a:ext uri="{FF2B5EF4-FFF2-40B4-BE49-F238E27FC236}">
                <a16:creationId xmlns:a16="http://schemas.microsoft.com/office/drawing/2014/main" id="{BBF13716-3A39-3859-B864-175EDE596827}"/>
              </a:ext>
            </a:extLst>
          </p:cNvPr>
          <p:cNvSpPr>
            <a:spLocks noGrp="1"/>
          </p:cNvSpPr>
          <p:nvPr>
            <p:ph sz="quarter" idx="20"/>
          </p:nvPr>
        </p:nvSpPr>
        <p:spPr/>
        <p:txBody>
          <a:bodyPr/>
          <a:lstStyle/>
          <a:p>
            <a:r>
              <a:rPr lang="zh-CN" altLang="en-US"/>
              <a:t>对于</a:t>
            </a:r>
            <a:r>
              <a:rPr lang="zh-CN" altLang="en-US" b="1">
                <a:solidFill>
                  <a:srgbClr val="FF0000"/>
                </a:solidFill>
              </a:rPr>
              <a:t>类库的自动加载</a:t>
            </a:r>
            <a:r>
              <a:rPr lang="zh-CN" altLang="en-US"/>
              <a:t>，</a:t>
            </a:r>
            <a:r>
              <a:rPr lang="en-US" altLang="zh-CN"/>
              <a:t>Composer </a:t>
            </a:r>
            <a:r>
              <a:rPr lang="zh-CN" altLang="en-US"/>
              <a:t>生成了一个 </a:t>
            </a:r>
            <a:r>
              <a:rPr lang="en-US" altLang="zh-CN"/>
              <a:t>vendor/</a:t>
            </a:r>
            <a:r>
              <a:rPr lang="en-US" altLang="zh-CN" b="1">
                <a:solidFill>
                  <a:srgbClr val="FF0000"/>
                </a:solidFill>
              </a:rPr>
              <a:t>autoload.php </a:t>
            </a:r>
            <a:r>
              <a:rPr lang="zh-CN" altLang="en-US"/>
              <a:t>文件。引入这个文件，就能得到自动加载支持</a:t>
            </a:r>
          </a:p>
        </p:txBody>
      </p:sp>
      <p:sp>
        <p:nvSpPr>
          <p:cNvPr id="4" name="文本占位符 3">
            <a:extLst>
              <a:ext uri="{FF2B5EF4-FFF2-40B4-BE49-F238E27FC236}">
                <a16:creationId xmlns:a16="http://schemas.microsoft.com/office/drawing/2014/main" id="{BB9D401C-C59B-F840-B1AD-7D80E81E5906}"/>
              </a:ext>
            </a:extLst>
          </p:cNvPr>
          <p:cNvSpPr>
            <a:spLocks noGrp="1"/>
          </p:cNvSpPr>
          <p:nvPr>
            <p:ph type="body" sz="quarter" idx="18"/>
          </p:nvPr>
        </p:nvSpPr>
        <p:spPr/>
        <p:txBody>
          <a:bodyPr/>
          <a:lstStyle/>
          <a:p>
            <a:r>
              <a:rPr lang="en-US" altLang="zh-CN"/>
              <a:t>Composer</a:t>
            </a:r>
            <a:r>
              <a:rPr lang="zh-CN" altLang="en-US"/>
              <a:t>自动加载的实施</a:t>
            </a:r>
          </a:p>
        </p:txBody>
      </p:sp>
    </p:spTree>
    <p:extLst>
      <p:ext uri="{BB962C8B-B14F-4D97-AF65-F5344CB8AC3E}">
        <p14:creationId xmlns:p14="http://schemas.microsoft.com/office/powerpoint/2010/main" val="2568727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66AE88DF-0C71-F1F1-EF5E-90716F6E588C}"/>
              </a:ext>
            </a:extLst>
          </p:cNvPr>
          <p:cNvSpPr>
            <a:spLocks noGrp="1"/>
          </p:cNvSpPr>
          <p:nvPr>
            <p:ph type="body" sz="quarter" idx="18"/>
          </p:nvPr>
        </p:nvSpPr>
        <p:spPr/>
        <p:txBody>
          <a:bodyPr/>
          <a:lstStyle/>
          <a:p>
            <a:r>
              <a:rPr lang="zh-CN" altLang="en-US"/>
              <a:t>作业四</a:t>
            </a:r>
          </a:p>
        </p:txBody>
      </p:sp>
      <p:sp>
        <p:nvSpPr>
          <p:cNvPr id="2" name="内容占位符 1">
            <a:extLst>
              <a:ext uri="{FF2B5EF4-FFF2-40B4-BE49-F238E27FC236}">
                <a16:creationId xmlns:a16="http://schemas.microsoft.com/office/drawing/2014/main" id="{4298B0F9-C47E-A939-A7BD-A870B52E06B6}"/>
              </a:ext>
            </a:extLst>
          </p:cNvPr>
          <p:cNvSpPr>
            <a:spLocks noGrp="1"/>
          </p:cNvSpPr>
          <p:nvPr>
            <p:ph sz="quarter" idx="19"/>
          </p:nvPr>
        </p:nvSpPr>
        <p:spPr/>
        <p:txBody>
          <a:bodyPr/>
          <a:lstStyle/>
          <a:p>
            <a:r>
              <a:rPr lang="zh-CN" altLang="en-US"/>
              <a:t>在项目中使用</a:t>
            </a:r>
            <a:r>
              <a:rPr lang="en-US" altLang="zh-CN"/>
              <a:t>Composer</a:t>
            </a:r>
            <a:r>
              <a:rPr lang="zh-CN" altLang="en-US"/>
              <a:t>实现类的自动加载，要求：</a:t>
            </a:r>
            <a:endParaRPr lang="en-US" altLang="zh-CN"/>
          </a:p>
          <a:p>
            <a:pPr lvl="1"/>
            <a:r>
              <a:rPr lang="zh-CN" altLang="en-US"/>
              <a:t>删除已经存在的类的文件包含语句（</a:t>
            </a:r>
            <a:r>
              <a:rPr lang="en-US" altLang="zh-CN"/>
              <a:t>require_once</a:t>
            </a:r>
            <a:r>
              <a:rPr lang="zh-CN" altLang="en-US"/>
              <a:t>）；</a:t>
            </a:r>
            <a:endParaRPr lang="en-US" altLang="zh-CN"/>
          </a:p>
          <a:p>
            <a:pPr lvl="1"/>
            <a:r>
              <a:rPr lang="zh-CN" altLang="en-US"/>
              <a:t>在</a:t>
            </a:r>
            <a:r>
              <a:rPr lang="en-US" altLang="zh-CN"/>
              <a:t>index.php</a:t>
            </a:r>
            <a:r>
              <a:rPr lang="zh-CN" altLang="en-US"/>
              <a:t>中引入</a:t>
            </a:r>
            <a:r>
              <a:rPr lang="en-US" altLang="zh-CN"/>
              <a:t>autoload.php</a:t>
            </a:r>
            <a:r>
              <a:rPr lang="zh-CN" altLang="en-US"/>
              <a:t>文件；</a:t>
            </a:r>
            <a:endParaRPr lang="en-US" altLang="zh-CN"/>
          </a:p>
          <a:p>
            <a:pPr lvl="1"/>
            <a:r>
              <a:rPr lang="zh-CN" altLang="en-US"/>
              <a:t>检查</a:t>
            </a:r>
            <a:r>
              <a:rPr lang="en-US" altLang="zh-CN"/>
              <a:t>User</a:t>
            </a:r>
            <a:r>
              <a:rPr lang="zh-CN" altLang="en-US"/>
              <a:t>、</a:t>
            </a:r>
            <a:r>
              <a:rPr lang="en-US" altLang="zh-CN"/>
              <a:t>Stu</a:t>
            </a:r>
            <a:r>
              <a:rPr lang="zh-CN" altLang="en-US"/>
              <a:t>和</a:t>
            </a:r>
            <a:r>
              <a:rPr lang="en-US" altLang="zh-CN"/>
              <a:t>Te</a:t>
            </a:r>
            <a:r>
              <a:rPr lang="zh-CN" altLang="en-US"/>
              <a:t>三个类对所调用类命名空间的引入和调用情况；</a:t>
            </a:r>
            <a:endParaRPr lang="en-US" altLang="zh-CN"/>
          </a:p>
          <a:p>
            <a:pPr lvl="1"/>
            <a:r>
              <a:rPr lang="zh-CN" altLang="en-US"/>
              <a:t>预览并查看</a:t>
            </a:r>
            <a:r>
              <a:rPr lang="en-US" altLang="zh-CN"/>
              <a:t>index.php</a:t>
            </a:r>
            <a:r>
              <a:rPr lang="zh-CN" altLang="en-US"/>
              <a:t>自动加载类的效果。</a:t>
            </a:r>
          </a:p>
        </p:txBody>
      </p:sp>
    </p:spTree>
    <p:extLst>
      <p:ext uri="{BB962C8B-B14F-4D97-AF65-F5344CB8AC3E}">
        <p14:creationId xmlns:p14="http://schemas.microsoft.com/office/powerpoint/2010/main" val="5602361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作业一</a:t>
            </a:r>
            <a:r>
              <a:rPr lang="en-US" altLang="zh-CN"/>
              <a:t>~</a:t>
            </a:r>
            <a:r>
              <a:rPr lang="zh-CN" altLang="en-US"/>
              <a:t>四的提交要求（第六次课）</a:t>
            </a:r>
          </a:p>
        </p:txBody>
      </p:sp>
      <p:grpSp>
        <p:nvGrpSpPr>
          <p:cNvPr id="5" name="组合 4"/>
          <p:cNvGrpSpPr/>
          <p:nvPr/>
        </p:nvGrpSpPr>
        <p:grpSpPr>
          <a:xfrm>
            <a:off x="817563" y="1710901"/>
            <a:ext cx="10871200" cy="5092380"/>
            <a:chOff x="817563" y="1710901"/>
            <a:chExt cx="10871200" cy="5092380"/>
          </a:xfrm>
        </p:grpSpPr>
        <p:sp>
          <p:nvSpPr>
            <p:cNvPr id="6" name="任意多边形 5"/>
            <p:cNvSpPr/>
            <p:nvPr/>
          </p:nvSpPr>
          <p:spPr>
            <a:xfrm>
              <a:off x="817563" y="1991341"/>
              <a:ext cx="10871200" cy="3112200"/>
            </a:xfrm>
            <a:custGeom>
              <a:avLst/>
              <a:gdLst>
                <a:gd name="connsiteX0" fmla="*/ 0 w 10871200"/>
                <a:gd name="connsiteY0" fmla="*/ 0 h 3112200"/>
                <a:gd name="connsiteX1" fmla="*/ 10871200 w 10871200"/>
                <a:gd name="connsiteY1" fmla="*/ 0 h 3112200"/>
                <a:gd name="connsiteX2" fmla="*/ 10871200 w 10871200"/>
                <a:gd name="connsiteY2" fmla="*/ 3112200 h 3112200"/>
                <a:gd name="connsiteX3" fmla="*/ 0 w 10871200"/>
                <a:gd name="connsiteY3" fmla="*/ 3112200 h 3112200"/>
                <a:gd name="connsiteX4" fmla="*/ 0 w 10871200"/>
                <a:gd name="connsiteY4" fmla="*/ 0 h 3112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71200" h="3112200">
                  <a:moveTo>
                    <a:pt x="0" y="0"/>
                  </a:moveTo>
                  <a:lnTo>
                    <a:pt x="10871200" y="0"/>
                  </a:lnTo>
                  <a:lnTo>
                    <a:pt x="10871200" y="3112200"/>
                  </a:lnTo>
                  <a:lnTo>
                    <a:pt x="0" y="3112200"/>
                  </a:lnTo>
                  <a:lnTo>
                    <a:pt x="0" y="0"/>
                  </a:lnTo>
                  <a:close/>
                </a:path>
              </a:pathLst>
            </a:custGeom>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43726" tIns="395732" rIns="843726" bIns="85344" numCol="1" spcCol="1270" anchor="t" anchorCtr="0">
              <a:noAutofit/>
            </a:bodyPr>
            <a:lstStyle/>
            <a:p>
              <a:pPr marL="228600" lvl="1" indent="-228600" defTabSz="533400">
                <a:lnSpc>
                  <a:spcPts val="2300"/>
                </a:lnSpc>
                <a:spcBef>
                  <a:spcPct val="0"/>
                </a:spcBef>
                <a:spcAft>
                  <a:spcPct val="15000"/>
                </a:spcAft>
                <a:buFont typeface="+mj-ea"/>
                <a:buAutoNum type="circleNumDbPlain"/>
              </a:pPr>
              <a:r>
                <a:rPr lang="zh-CN" altLang="en-US" sz="1600"/>
                <a:t>作业一</a:t>
              </a:r>
              <a:r>
                <a:rPr lang="en-US" altLang="zh-CN" sz="1600"/>
                <a:t>~</a:t>
              </a:r>
              <a:r>
                <a:rPr lang="zh-CN" altLang="en-US" sz="1600"/>
                <a:t>作业四 </a:t>
              </a:r>
              <a:r>
                <a:rPr lang="en-US" altLang="zh-CN" sz="1600"/>
                <a:t> User</a:t>
              </a:r>
              <a:r>
                <a:rPr lang="zh-CN" altLang="en-US" sz="1600"/>
                <a:t>、</a:t>
              </a:r>
              <a:r>
                <a:rPr lang="en-US" altLang="zh-CN" sz="1600"/>
                <a:t>Stu</a:t>
              </a:r>
              <a:r>
                <a:rPr lang="zh-CN" altLang="en-US" sz="1600"/>
                <a:t>、</a:t>
              </a:r>
              <a:r>
                <a:rPr lang="en-US" altLang="zh-CN" sz="1600"/>
                <a:t>Te</a:t>
              </a:r>
              <a:r>
                <a:rPr lang="zh-CN" altLang="en-US" sz="1600"/>
                <a:t>和</a:t>
              </a:r>
              <a:r>
                <a:rPr lang="en-US" altLang="zh-CN" sz="1600"/>
                <a:t>ApiResponse</a:t>
              </a:r>
              <a:r>
                <a:rPr lang="zh-CN" altLang="en-US" sz="1600"/>
                <a:t>类的完整代码截图；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作业一</a:t>
              </a:r>
              <a:r>
                <a:rPr lang="en-US" altLang="zh-CN" sz="1600"/>
                <a:t>~</a:t>
              </a:r>
              <a:r>
                <a:rPr lang="zh-CN" altLang="en-US" sz="1600"/>
                <a:t>作业四 </a:t>
              </a:r>
              <a:r>
                <a:rPr lang="en-US" altLang="zh-CN" sz="1600"/>
                <a:t>index.php</a:t>
              </a:r>
              <a:r>
                <a:rPr lang="zh-CN" altLang="en-US" sz="1600"/>
                <a:t>的完整代码截图；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作业二</a:t>
              </a:r>
              <a:r>
                <a:rPr lang="en-US" altLang="zh-CN" sz="1600"/>
                <a:t>~</a:t>
              </a:r>
              <a:r>
                <a:rPr lang="zh-CN" altLang="en-US" sz="1600"/>
                <a:t>三 </a:t>
              </a:r>
              <a:r>
                <a:rPr lang="en-US" altLang="zh-CN" sz="1600"/>
                <a:t>composer.json</a:t>
              </a:r>
              <a:r>
                <a:rPr lang="zh-CN" altLang="en-US" sz="1600"/>
                <a:t>的完整代码截图；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作业三 安装组件的命令行截图；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作业三 已安装组件的目录截图；</a:t>
              </a:r>
              <a:endParaRPr lang="en-US" altLang="zh-CN" sz="1600"/>
            </a:p>
            <a:p>
              <a:pPr marL="228600" lvl="1" indent="-228600" algn="l" defTabSz="533400">
                <a:lnSpc>
                  <a:spcPts val="2300"/>
                </a:lnSpc>
                <a:spcBef>
                  <a:spcPct val="0"/>
                </a:spcBef>
                <a:spcAft>
                  <a:spcPct val="15000"/>
                </a:spcAft>
                <a:buFont typeface="+mj-ea"/>
                <a:buAutoNum type="circleNumDbPlain"/>
              </a:pPr>
              <a:r>
                <a:rPr lang="zh-CN" altLang="en-US" sz="1600"/>
                <a:t>作业四 </a:t>
              </a:r>
              <a:r>
                <a:rPr lang="en-US" altLang="zh-CN" sz="1600"/>
                <a:t>index.php</a:t>
              </a:r>
              <a:r>
                <a:rPr lang="zh-CN" altLang="en-US" sz="1600"/>
                <a:t>的预览截图。</a:t>
              </a:r>
              <a:endParaRPr lang="en-US" altLang="zh-CN" sz="1600" kern="1200"/>
            </a:p>
          </p:txBody>
        </p:sp>
        <p:sp>
          <p:nvSpPr>
            <p:cNvPr id="7" name="任意多边形 6"/>
            <p:cNvSpPr/>
            <p:nvPr/>
          </p:nvSpPr>
          <p:spPr>
            <a:xfrm>
              <a:off x="1361123" y="1710901"/>
              <a:ext cx="7609840" cy="560880"/>
            </a:xfrm>
            <a:custGeom>
              <a:avLst/>
              <a:gdLst>
                <a:gd name="connsiteX0" fmla="*/ 0 w 7609840"/>
                <a:gd name="connsiteY0" fmla="*/ 93482 h 560880"/>
                <a:gd name="connsiteX1" fmla="*/ 93482 w 7609840"/>
                <a:gd name="connsiteY1" fmla="*/ 0 h 560880"/>
                <a:gd name="connsiteX2" fmla="*/ 7516358 w 7609840"/>
                <a:gd name="connsiteY2" fmla="*/ 0 h 560880"/>
                <a:gd name="connsiteX3" fmla="*/ 7609840 w 7609840"/>
                <a:gd name="connsiteY3" fmla="*/ 93482 h 560880"/>
                <a:gd name="connsiteX4" fmla="*/ 7609840 w 7609840"/>
                <a:gd name="connsiteY4" fmla="*/ 467398 h 560880"/>
                <a:gd name="connsiteX5" fmla="*/ 7516358 w 7609840"/>
                <a:gd name="connsiteY5" fmla="*/ 560880 h 560880"/>
                <a:gd name="connsiteX6" fmla="*/ 93482 w 7609840"/>
                <a:gd name="connsiteY6" fmla="*/ 560880 h 560880"/>
                <a:gd name="connsiteX7" fmla="*/ 0 w 7609840"/>
                <a:gd name="connsiteY7" fmla="*/ 467398 h 560880"/>
                <a:gd name="connsiteX8" fmla="*/ 0 w 7609840"/>
                <a:gd name="connsiteY8" fmla="*/ 93482 h 560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9840" h="560880">
                  <a:moveTo>
                    <a:pt x="0" y="93482"/>
                  </a:moveTo>
                  <a:cubicBezTo>
                    <a:pt x="0" y="41853"/>
                    <a:pt x="41853" y="0"/>
                    <a:pt x="93482" y="0"/>
                  </a:cubicBezTo>
                  <a:lnTo>
                    <a:pt x="7516358" y="0"/>
                  </a:lnTo>
                  <a:cubicBezTo>
                    <a:pt x="7567987" y="0"/>
                    <a:pt x="7609840" y="41853"/>
                    <a:pt x="7609840" y="93482"/>
                  </a:cubicBezTo>
                  <a:lnTo>
                    <a:pt x="7609840" y="467398"/>
                  </a:lnTo>
                  <a:cubicBezTo>
                    <a:pt x="7609840" y="519027"/>
                    <a:pt x="7567987" y="560880"/>
                    <a:pt x="7516358" y="560880"/>
                  </a:cubicBezTo>
                  <a:lnTo>
                    <a:pt x="93482" y="560880"/>
                  </a:lnTo>
                  <a:cubicBezTo>
                    <a:pt x="41853" y="560880"/>
                    <a:pt x="0" y="519027"/>
                    <a:pt x="0" y="467398"/>
                  </a:cubicBezTo>
                  <a:lnTo>
                    <a:pt x="0" y="93482"/>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15014" tIns="27380" rIns="315014" bIns="27380" numCol="1" spcCol="1270" anchor="ctr" anchorCtr="0">
              <a:noAutofit/>
            </a:bodyPr>
            <a:lstStyle/>
            <a:p>
              <a:pPr lvl="0" algn="l" defTabSz="844550">
                <a:lnSpc>
                  <a:spcPct val="90000"/>
                </a:lnSpc>
                <a:spcBef>
                  <a:spcPct val="0"/>
                </a:spcBef>
                <a:spcAft>
                  <a:spcPct val="35000"/>
                </a:spcAft>
              </a:pPr>
              <a:r>
                <a:rPr lang="zh-CN" altLang="en-US" sz="1900" kern="1200"/>
                <a:t>提交内容（合并</a:t>
              </a:r>
              <a:r>
                <a:rPr lang="en-US" altLang="zh-CN" sz="1900"/>
                <a:t>7</a:t>
              </a:r>
              <a:r>
                <a:rPr lang="zh-CN" altLang="en-US" sz="1900" kern="1200"/>
                <a:t>张图片为一个文件，允许是图片或</a:t>
              </a:r>
              <a:r>
                <a:rPr lang="en-US" altLang="zh-CN" sz="1900" kern="1200"/>
                <a:t>pdf</a:t>
              </a:r>
              <a:r>
                <a:rPr lang="zh-CN" altLang="en-US" sz="1900" kern="1200"/>
                <a:t>）</a:t>
              </a:r>
            </a:p>
          </p:txBody>
        </p:sp>
        <p:sp>
          <p:nvSpPr>
            <p:cNvPr id="8" name="任意多边形 7"/>
            <p:cNvSpPr/>
            <p:nvPr/>
          </p:nvSpPr>
          <p:spPr>
            <a:xfrm>
              <a:off x="817563" y="5486581"/>
              <a:ext cx="10871200" cy="1316700"/>
            </a:xfrm>
            <a:custGeom>
              <a:avLst/>
              <a:gdLst>
                <a:gd name="connsiteX0" fmla="*/ 0 w 10871200"/>
                <a:gd name="connsiteY0" fmla="*/ 0 h 1316700"/>
                <a:gd name="connsiteX1" fmla="*/ 10871200 w 10871200"/>
                <a:gd name="connsiteY1" fmla="*/ 0 h 1316700"/>
                <a:gd name="connsiteX2" fmla="*/ 10871200 w 10871200"/>
                <a:gd name="connsiteY2" fmla="*/ 1316700 h 1316700"/>
                <a:gd name="connsiteX3" fmla="*/ 0 w 10871200"/>
                <a:gd name="connsiteY3" fmla="*/ 1316700 h 1316700"/>
                <a:gd name="connsiteX4" fmla="*/ 0 w 10871200"/>
                <a:gd name="connsiteY4" fmla="*/ 0 h 1316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71200" h="1316700">
                  <a:moveTo>
                    <a:pt x="0" y="0"/>
                  </a:moveTo>
                  <a:lnTo>
                    <a:pt x="10871200" y="0"/>
                  </a:lnTo>
                  <a:lnTo>
                    <a:pt x="10871200" y="1316700"/>
                  </a:lnTo>
                  <a:lnTo>
                    <a:pt x="0" y="1316700"/>
                  </a:lnTo>
                  <a:lnTo>
                    <a:pt x="0" y="0"/>
                  </a:lnTo>
                  <a:close/>
                </a:path>
              </a:pathLst>
            </a:custGeom>
          </p:spPr>
          <p:style>
            <a:lnRef idx="2">
              <a:schemeClr val="accent5">
                <a:hueOff val="-3010874"/>
                <a:satOff val="15631"/>
                <a:lumOff val="1137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43726" tIns="395732" rIns="843726" bIns="135128" numCol="1" spcCol="1270" anchor="t" anchorCtr="0">
              <a:noAutofit/>
            </a:bodyPr>
            <a:lstStyle/>
            <a:p>
              <a:pPr lvl="1" indent="-457200" algn="l" defTabSz="844550">
                <a:lnSpc>
                  <a:spcPct val="90000"/>
                </a:lnSpc>
                <a:spcBef>
                  <a:spcPct val="0"/>
                </a:spcBef>
                <a:spcAft>
                  <a:spcPct val="15000"/>
                </a:spcAft>
                <a:buFont typeface="+mj-ea"/>
                <a:buAutoNum type="circleNumDbPlain"/>
              </a:pPr>
              <a:r>
                <a:rPr lang="zh-CN" altLang="en-US" sz="1900" kern="1200"/>
                <a:t>图片显眼位置写入学号；方法的注释写入学号。</a:t>
              </a:r>
            </a:p>
          </p:txBody>
        </p:sp>
        <p:sp>
          <p:nvSpPr>
            <p:cNvPr id="9" name="任意多边形 8"/>
            <p:cNvSpPr/>
            <p:nvPr/>
          </p:nvSpPr>
          <p:spPr>
            <a:xfrm>
              <a:off x="1361123" y="5206142"/>
              <a:ext cx="7609840" cy="560880"/>
            </a:xfrm>
            <a:custGeom>
              <a:avLst/>
              <a:gdLst>
                <a:gd name="connsiteX0" fmla="*/ 0 w 7609840"/>
                <a:gd name="connsiteY0" fmla="*/ 93482 h 560880"/>
                <a:gd name="connsiteX1" fmla="*/ 93482 w 7609840"/>
                <a:gd name="connsiteY1" fmla="*/ 0 h 560880"/>
                <a:gd name="connsiteX2" fmla="*/ 7516358 w 7609840"/>
                <a:gd name="connsiteY2" fmla="*/ 0 h 560880"/>
                <a:gd name="connsiteX3" fmla="*/ 7609840 w 7609840"/>
                <a:gd name="connsiteY3" fmla="*/ 93482 h 560880"/>
                <a:gd name="connsiteX4" fmla="*/ 7609840 w 7609840"/>
                <a:gd name="connsiteY4" fmla="*/ 467398 h 560880"/>
                <a:gd name="connsiteX5" fmla="*/ 7516358 w 7609840"/>
                <a:gd name="connsiteY5" fmla="*/ 560880 h 560880"/>
                <a:gd name="connsiteX6" fmla="*/ 93482 w 7609840"/>
                <a:gd name="connsiteY6" fmla="*/ 560880 h 560880"/>
                <a:gd name="connsiteX7" fmla="*/ 0 w 7609840"/>
                <a:gd name="connsiteY7" fmla="*/ 467398 h 560880"/>
                <a:gd name="connsiteX8" fmla="*/ 0 w 7609840"/>
                <a:gd name="connsiteY8" fmla="*/ 93482 h 560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9840" h="560880">
                  <a:moveTo>
                    <a:pt x="0" y="93482"/>
                  </a:moveTo>
                  <a:cubicBezTo>
                    <a:pt x="0" y="41853"/>
                    <a:pt x="41853" y="0"/>
                    <a:pt x="93482" y="0"/>
                  </a:cubicBezTo>
                  <a:lnTo>
                    <a:pt x="7516358" y="0"/>
                  </a:lnTo>
                  <a:cubicBezTo>
                    <a:pt x="7567987" y="0"/>
                    <a:pt x="7609840" y="41853"/>
                    <a:pt x="7609840" y="93482"/>
                  </a:cubicBezTo>
                  <a:lnTo>
                    <a:pt x="7609840" y="467398"/>
                  </a:lnTo>
                  <a:cubicBezTo>
                    <a:pt x="7609840" y="519027"/>
                    <a:pt x="7567987" y="560880"/>
                    <a:pt x="7516358" y="560880"/>
                  </a:cubicBezTo>
                  <a:lnTo>
                    <a:pt x="93482" y="560880"/>
                  </a:lnTo>
                  <a:cubicBezTo>
                    <a:pt x="41853" y="560880"/>
                    <a:pt x="0" y="519027"/>
                    <a:pt x="0" y="467398"/>
                  </a:cubicBezTo>
                  <a:lnTo>
                    <a:pt x="0" y="93482"/>
                  </a:lnTo>
                  <a:close/>
                </a:path>
              </a:pathLst>
            </a:custGeom>
          </p:spPr>
          <p:style>
            <a:lnRef idx="2">
              <a:schemeClr val="lt1">
                <a:hueOff val="0"/>
                <a:satOff val="0"/>
                <a:lumOff val="0"/>
                <a:alphaOff val="0"/>
              </a:schemeClr>
            </a:lnRef>
            <a:fillRef idx="1">
              <a:schemeClr val="accent5">
                <a:hueOff val="-3010874"/>
                <a:satOff val="15631"/>
                <a:lumOff val="11372"/>
                <a:alphaOff val="0"/>
              </a:schemeClr>
            </a:fillRef>
            <a:effectRef idx="0">
              <a:schemeClr val="accent5">
                <a:hueOff val="-3010874"/>
                <a:satOff val="15631"/>
                <a:lumOff val="11372"/>
                <a:alphaOff val="0"/>
              </a:schemeClr>
            </a:effectRef>
            <a:fontRef idx="minor">
              <a:schemeClr val="lt1"/>
            </a:fontRef>
          </p:style>
          <p:txBody>
            <a:bodyPr spcFirstLastPara="0" vert="horz" wrap="square" lIns="315014" tIns="27380" rIns="315014" bIns="27380" numCol="1" spcCol="1270" anchor="ctr" anchorCtr="0">
              <a:noAutofit/>
            </a:bodyPr>
            <a:lstStyle/>
            <a:p>
              <a:pPr lvl="0" algn="l" defTabSz="844550">
                <a:lnSpc>
                  <a:spcPct val="90000"/>
                </a:lnSpc>
                <a:spcBef>
                  <a:spcPct val="0"/>
                </a:spcBef>
                <a:spcAft>
                  <a:spcPct val="35000"/>
                </a:spcAft>
              </a:pPr>
              <a:r>
                <a:rPr lang="zh-CN" altLang="en-US" sz="1900" kern="1200"/>
                <a:t>提交标识</a:t>
              </a:r>
            </a:p>
          </p:txBody>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7354004"/>
      </p:ext>
    </p:extLst>
  </p:cSld>
  <p:clrMapOvr>
    <a:masterClrMapping/>
  </p:clrMapOvr>
</p:sld>
</file>

<file path=ppt/theme/theme1.xml><?xml version="1.0" encoding="utf-8"?>
<a:theme xmlns:a="http://schemas.openxmlformats.org/drawingml/2006/main" name="2026绿色主题">
  <a:themeElements>
    <a:clrScheme name="自定义 12">
      <a:dk1>
        <a:srgbClr val="000000"/>
      </a:dk1>
      <a:lt1>
        <a:srgbClr val="FFFFFF"/>
      </a:lt1>
      <a:dk2>
        <a:srgbClr val="455F51"/>
      </a:dk2>
      <a:lt2>
        <a:srgbClr val="E2DFCC"/>
      </a:lt2>
      <a:accent1>
        <a:srgbClr val="0BB863"/>
      </a:accent1>
      <a:accent2>
        <a:srgbClr val="16D180"/>
      </a:accent2>
      <a:accent3>
        <a:srgbClr val="1CDF8B"/>
      </a:accent3>
      <a:accent4>
        <a:srgbClr val="47D396"/>
      </a:accent4>
      <a:accent5>
        <a:srgbClr val="FCCE00"/>
      </a:accent5>
      <a:accent6>
        <a:srgbClr val="FCB903"/>
      </a:accent6>
      <a:hlink>
        <a:srgbClr val="EE7B08"/>
      </a:hlink>
      <a:folHlink>
        <a:srgbClr val="977B2D"/>
      </a:folHlink>
    </a:clrScheme>
    <a:fontScheme name="自定义 1">
      <a:majorFont>
        <a:latin typeface="微软雅黑"/>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6绿色主题" id="{9D59F0FF-9DE1-4FD8-B542-85E5090F44B8}" vid="{7C6C7B51-D446-4378-B131-6CFA378A3A87}"/>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主题1">
  <a:themeElements>
    <a:clrScheme name="自定义 12">
      <a:dk1>
        <a:srgbClr val="000000"/>
      </a:dk1>
      <a:lt1>
        <a:srgbClr val="FFFFFF"/>
      </a:lt1>
      <a:dk2>
        <a:srgbClr val="455F51"/>
      </a:dk2>
      <a:lt2>
        <a:srgbClr val="E2DFCC"/>
      </a:lt2>
      <a:accent1>
        <a:srgbClr val="0BB863"/>
      </a:accent1>
      <a:accent2>
        <a:srgbClr val="16D180"/>
      </a:accent2>
      <a:accent3>
        <a:srgbClr val="1CDF8B"/>
      </a:accent3>
      <a:accent4>
        <a:srgbClr val="47D396"/>
      </a:accent4>
      <a:accent5>
        <a:srgbClr val="FCCE00"/>
      </a:accent5>
      <a:accent6>
        <a:srgbClr val="FCB903"/>
      </a:accent6>
      <a:hlink>
        <a:srgbClr val="EE7B08"/>
      </a:hlink>
      <a:folHlink>
        <a:srgbClr val="977B2D"/>
      </a:folHlink>
    </a:clrScheme>
    <a:fontScheme name="自定义 1">
      <a:majorFont>
        <a:latin typeface="微软雅黑"/>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1" id="{2094BA78-B0FD-4069-8085-5BDBD23254F9}" vid="{597F16F3-6BD7-41B8-9533-1A7E1BB3BB65}"/>
    </a:ext>
  </a:extLst>
</a:theme>
</file>

<file path=ppt/theme/theme5.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4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259</TotalTime>
  <Words>2779</Words>
  <Application>Microsoft Office PowerPoint</Application>
  <PresentationFormat>宽屏</PresentationFormat>
  <Paragraphs>372</Paragraphs>
  <Slides>56</Slides>
  <Notes>6</Notes>
  <HiddenSlides>0</HiddenSlides>
  <MMClips>0</MMClips>
  <ScaleCrop>false</ScaleCrop>
  <HeadingPairs>
    <vt:vector size="6" baseType="variant">
      <vt:variant>
        <vt:lpstr>已用的字体</vt:lpstr>
      </vt:variant>
      <vt:variant>
        <vt:i4>5</vt:i4>
      </vt:variant>
      <vt:variant>
        <vt:lpstr>主题</vt:lpstr>
      </vt:variant>
      <vt:variant>
        <vt:i4>7</vt:i4>
      </vt:variant>
      <vt:variant>
        <vt:lpstr>幻灯片标题</vt:lpstr>
      </vt:variant>
      <vt:variant>
        <vt:i4>56</vt:i4>
      </vt:variant>
    </vt:vector>
  </HeadingPairs>
  <TitlesOfParts>
    <vt:vector size="68" baseType="lpstr">
      <vt:lpstr>等线</vt:lpstr>
      <vt:lpstr>等线 Light</vt:lpstr>
      <vt:lpstr>微软雅黑</vt:lpstr>
      <vt:lpstr>Arial</vt:lpstr>
      <vt:lpstr>Calibri</vt:lpstr>
      <vt:lpstr>2026绿色主题</vt:lpstr>
      <vt:lpstr>1_自定义设计方案</vt:lpstr>
      <vt:lpstr>自定义设计方案</vt:lpstr>
      <vt:lpstr>主题1</vt:lpstr>
      <vt:lpstr>2_自定义设计方案</vt:lpstr>
      <vt:lpstr>3_自定义设计方案</vt:lpstr>
      <vt:lpstr>4_自定义设计方案</vt:lpstr>
      <vt:lpstr>252602 WEB项目应用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composer init执行详解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作业一~四的提交要求（第六次课）</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荣枝 桂</dc:creator>
  <cp:lastModifiedBy>荣枝 桂</cp:lastModifiedBy>
  <cp:revision>129</cp:revision>
  <dcterms:created xsi:type="dcterms:W3CDTF">2026-03-27T11:24:42Z</dcterms:created>
  <dcterms:modified xsi:type="dcterms:W3CDTF">2026-04-04T11:18:24Z</dcterms:modified>
</cp:coreProperties>
</file>