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4.xml" ContentType="application/vnd.openxmlformats-officedocument.them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5.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6.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4.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5.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6.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9" r:id="rId2"/>
    <p:sldMasterId id="2147483689" r:id="rId3"/>
    <p:sldMasterId id="2147483701" r:id="rId4"/>
    <p:sldMasterId id="2147483720" r:id="rId5"/>
    <p:sldMasterId id="2147483732" r:id="rId6"/>
    <p:sldMasterId id="2147483746" r:id="rId7"/>
  </p:sldMasterIdLst>
  <p:notesMasterIdLst>
    <p:notesMasterId r:id="rId31"/>
  </p:notesMasterIdLst>
  <p:sldIdLst>
    <p:sldId id="1235" r:id="rId8"/>
    <p:sldId id="1299" r:id="rId9"/>
    <p:sldId id="1527" r:id="rId10"/>
    <p:sldId id="1520" r:id="rId11"/>
    <p:sldId id="1521" r:id="rId12"/>
    <p:sldId id="1522" r:id="rId13"/>
    <p:sldId id="1528" r:id="rId14"/>
    <p:sldId id="1529" r:id="rId15"/>
    <p:sldId id="1530" r:id="rId16"/>
    <p:sldId id="1541" r:id="rId17"/>
    <p:sldId id="1523" r:id="rId18"/>
    <p:sldId id="1531" r:id="rId19"/>
    <p:sldId id="1532" r:id="rId20"/>
    <p:sldId id="1533" r:id="rId21"/>
    <p:sldId id="1534" r:id="rId22"/>
    <p:sldId id="1535" r:id="rId23"/>
    <p:sldId id="1539" r:id="rId24"/>
    <p:sldId id="1540" r:id="rId25"/>
    <p:sldId id="1536" r:id="rId26"/>
    <p:sldId id="1537" r:id="rId27"/>
    <p:sldId id="1538" r:id="rId28"/>
    <p:sldId id="463" r:id="rId29"/>
    <p:sldId id="1338" r:id="rId3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00CC"/>
    <a:srgbClr val="0BB863"/>
    <a:srgbClr val="FF0000"/>
    <a:srgbClr val="01B75B"/>
    <a:srgbClr val="455F51"/>
    <a:srgbClr val="FFC300"/>
    <a:srgbClr val="91D300"/>
    <a:srgbClr val="10AE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浅色样式 1 - 强调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1FECB4D8-DB02-4DC6-A0A2-4F2EBAE1DC90}" styleName="中度样式 1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8799B23B-EC83-4686-B30A-512413B5E67A}" styleName="浅色样式 3 - 强调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F2DE63D5-997A-4646-A377-4702673A728D}" styleName="浅色样式 2 - 强调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91" autoAdjust="0"/>
    <p:restoredTop sz="94660"/>
  </p:normalViewPr>
  <p:slideViewPr>
    <p:cSldViewPr snapToGrid="0">
      <p:cViewPr varScale="1">
        <p:scale>
          <a:sx n="56" d="100"/>
          <a:sy n="56" d="100"/>
        </p:scale>
        <p:origin x="39" y="55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 Type="http://schemas.openxmlformats.org/officeDocument/2006/relationships/slideMaster" Target="slideMasters/slideMaster3.xml"/><Relationship Id="rId21" Type="http://schemas.openxmlformats.org/officeDocument/2006/relationships/slide" Target="slides/slide14.xml"/><Relationship Id="rId34" Type="http://schemas.openxmlformats.org/officeDocument/2006/relationships/theme" Target="theme/theme1.xml"/><Relationship Id="rId7" Type="http://schemas.openxmlformats.org/officeDocument/2006/relationships/slideMaster" Target="slideMasters/slideMaster7.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tableStyles" Target="tableStyles.xml"/><Relationship Id="rId8" Type="http://schemas.openxmlformats.org/officeDocument/2006/relationships/slide" Target="slides/slid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effectLst/>
          </c:spPr>
          <c:dPt>
            <c:idx val="0"/>
            <c:bubble3D val="0"/>
            <c:spPr>
              <a:solidFill>
                <a:schemeClr val="accent1"/>
              </a:solidFill>
              <a:ln w="19050">
                <a:solidFill>
                  <a:schemeClr val="lt1"/>
                </a:solidFill>
              </a:ln>
              <a:effectLst/>
            </c:spPr>
            <c:extLst>
              <c:ext xmlns:c16="http://schemas.microsoft.com/office/drawing/2014/chart" uri="{C3380CC4-5D6E-409C-BE32-E72D297353CC}">
                <c16:uniqueId val="{00000001-881E-4203-BBCE-22F32F12D100}"/>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3-881E-4203-BBCE-22F32F12D100}"/>
              </c:ext>
            </c:extLst>
          </c:dPt>
          <c:cat>
            <c:strRef>
              <c:f>Sheet1!$A$2:$A$3</c:f>
              <c:strCache>
                <c:ptCount val="2"/>
                <c:pt idx="0">
                  <c:v>第一季度</c:v>
                </c:pt>
                <c:pt idx="1">
                  <c:v>第二季度</c:v>
                </c:pt>
              </c:strCache>
            </c:strRef>
          </c:cat>
          <c:val>
            <c:numRef>
              <c:f>Sheet1!$B$2:$B$3</c:f>
              <c:numCache>
                <c:formatCode>General</c:formatCode>
                <c:ptCount val="2"/>
                <c:pt idx="0">
                  <c:v>45</c:v>
                </c:pt>
                <c:pt idx="1">
                  <c:v>55</c:v>
                </c:pt>
              </c:numCache>
            </c:numRef>
          </c:val>
          <c:extLst>
            <c:ext xmlns:c16="http://schemas.microsoft.com/office/drawing/2014/chart" uri="{C3380CC4-5D6E-409C-BE32-E72D297353CC}">
              <c16:uniqueId val="{00000004-881E-4203-BBCE-22F32F12D100}"/>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effectLst/>
          </c:spPr>
          <c:dPt>
            <c:idx val="0"/>
            <c:bubble3D val="0"/>
            <c:spPr>
              <a:solidFill>
                <a:schemeClr val="accent2"/>
              </a:solidFill>
              <a:ln w="19050">
                <a:solidFill>
                  <a:schemeClr val="lt1"/>
                </a:solidFill>
              </a:ln>
              <a:effectLst/>
            </c:spPr>
            <c:extLst>
              <c:ext xmlns:c16="http://schemas.microsoft.com/office/drawing/2014/chart" uri="{C3380CC4-5D6E-409C-BE32-E72D297353CC}">
                <c16:uniqueId val="{00000001-DB27-491C-8870-D8FC7CB7CAAD}"/>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3-DB27-491C-8870-D8FC7CB7CAAD}"/>
              </c:ext>
            </c:extLst>
          </c:dPt>
          <c:cat>
            <c:strRef>
              <c:f>Sheet1!$A$2:$A$3</c:f>
              <c:strCache>
                <c:ptCount val="2"/>
                <c:pt idx="0">
                  <c:v>第一季度</c:v>
                </c:pt>
                <c:pt idx="1">
                  <c:v>第二季度</c:v>
                </c:pt>
              </c:strCache>
            </c:strRef>
          </c:cat>
          <c:val>
            <c:numRef>
              <c:f>Sheet1!$B$2:$B$3</c:f>
              <c:numCache>
                <c:formatCode>General</c:formatCode>
                <c:ptCount val="2"/>
                <c:pt idx="0">
                  <c:v>88</c:v>
                </c:pt>
                <c:pt idx="1">
                  <c:v>12</c:v>
                </c:pt>
              </c:numCache>
            </c:numRef>
          </c:val>
          <c:extLst>
            <c:ext xmlns:c16="http://schemas.microsoft.com/office/drawing/2014/chart" uri="{C3380CC4-5D6E-409C-BE32-E72D297353CC}">
              <c16:uniqueId val="{00000004-DB27-491C-8870-D8FC7CB7CAAD}"/>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effectLst/>
          </c:spPr>
          <c:dPt>
            <c:idx val="0"/>
            <c:bubble3D val="0"/>
            <c:spPr>
              <a:solidFill>
                <a:schemeClr val="accent5"/>
              </a:solidFill>
              <a:ln w="19050">
                <a:solidFill>
                  <a:schemeClr val="lt1"/>
                </a:solidFill>
              </a:ln>
              <a:effectLst/>
            </c:spPr>
            <c:extLst>
              <c:ext xmlns:c16="http://schemas.microsoft.com/office/drawing/2014/chart" uri="{C3380CC4-5D6E-409C-BE32-E72D297353CC}">
                <c16:uniqueId val="{00000001-3FE7-4867-B05F-60761AF660D6}"/>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3-3FE7-4867-B05F-60761AF660D6}"/>
              </c:ext>
            </c:extLst>
          </c:dPt>
          <c:cat>
            <c:strRef>
              <c:f>Sheet1!$A$2:$A$3</c:f>
              <c:strCache>
                <c:ptCount val="2"/>
                <c:pt idx="0">
                  <c:v>第一季度</c:v>
                </c:pt>
                <c:pt idx="1">
                  <c:v>第二季度</c:v>
                </c:pt>
              </c:strCache>
            </c:strRef>
          </c:cat>
          <c:val>
            <c:numRef>
              <c:f>Sheet1!$B$2:$B$3</c:f>
              <c:numCache>
                <c:formatCode>General</c:formatCode>
                <c:ptCount val="2"/>
                <c:pt idx="0">
                  <c:v>36</c:v>
                </c:pt>
                <c:pt idx="1">
                  <c:v>64</c:v>
                </c:pt>
              </c:numCache>
            </c:numRef>
          </c:val>
          <c:extLst>
            <c:ext xmlns:c16="http://schemas.microsoft.com/office/drawing/2014/chart" uri="{C3380CC4-5D6E-409C-BE32-E72D297353CC}">
              <c16:uniqueId val="{00000004-3FE7-4867-B05F-60761AF660D6}"/>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horzOverflow="overflow" vert="horz" wrap="square" anchor="ctr" anchorCtr="1"/>
        <a:lstStyle/>
        <a:p>
          <a:pPr>
            <a:defRPr lang="zh-CN" sz="2200" b="1" i="0" u="none" strike="noStrike" kern="1200" cap="all" spc="5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系列 1</c:v>
                </c:pt>
              </c:strCache>
            </c:strRef>
          </c:tx>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5400000" scaled="0"/>
            </a:gradFill>
            <a:ln>
              <a:noFill/>
            </a:ln>
            <a:effectLst/>
          </c:spPr>
          <c:invertIfNegative val="0"/>
          <c:dLbls>
            <c:spPr>
              <a:noFill/>
              <a:ln>
                <a:noFill/>
              </a:ln>
              <a:effectLst/>
            </c:spPr>
            <c:txPr>
              <a:bodyPr rot="0" spcFirstLastPara="1" vertOverflow="ellipsis" horzOverflow="overflow"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7BCC-4B15-AE2E-6D927312DC1E}"/>
            </c:ext>
          </c:extLst>
        </c:ser>
        <c:ser>
          <c:idx val="1"/>
          <c:order val="1"/>
          <c:tx>
            <c:strRef>
              <c:f>Sheet1!$C$1</c:f>
              <c:strCache>
                <c:ptCount val="1"/>
                <c:pt idx="0">
                  <c:v>系列 2</c:v>
                </c:pt>
              </c:strCache>
            </c:strRef>
          </c:tx>
          <c:spPr>
            <a:gradFill flip="none" rotWithShape="1">
              <a:gsLst>
                <a:gs pos="0">
                  <a:schemeClr val="accent2"/>
                </a:gs>
                <a:gs pos="75000">
                  <a:schemeClr val="accent2">
                    <a:lumMod val="60000"/>
                    <a:lumOff val="40000"/>
                  </a:schemeClr>
                </a:gs>
                <a:gs pos="51000">
                  <a:schemeClr val="accent2">
                    <a:alpha val="75000"/>
                  </a:schemeClr>
                </a:gs>
                <a:gs pos="100000">
                  <a:schemeClr val="accent2">
                    <a:lumMod val="20000"/>
                    <a:lumOff val="80000"/>
                    <a:alpha val="15000"/>
                  </a:schemeClr>
                </a:gs>
              </a:gsLst>
              <a:lin ang="5400000" scaled="0"/>
            </a:gradFill>
            <a:ln>
              <a:noFill/>
            </a:ln>
            <a:effectLst/>
          </c:spPr>
          <c:invertIfNegative val="0"/>
          <c:dLbls>
            <c:spPr>
              <a:noFill/>
              <a:ln>
                <a:noFill/>
              </a:ln>
              <a:effectLst/>
            </c:spPr>
            <c:txPr>
              <a:bodyPr rot="0" spcFirstLastPara="1" vertOverflow="ellipsis" horzOverflow="overflow"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7BCC-4B15-AE2E-6D927312DC1E}"/>
            </c:ext>
          </c:extLst>
        </c:ser>
        <c:ser>
          <c:idx val="2"/>
          <c:order val="2"/>
          <c:tx>
            <c:strRef>
              <c:f>Sheet1!$D$1</c:f>
              <c:strCache>
                <c:ptCount val="1"/>
                <c:pt idx="0">
                  <c:v>系列 3</c:v>
                </c:pt>
              </c:strCache>
            </c:strRef>
          </c:tx>
          <c:spPr>
            <a:gradFill flip="none" rotWithShape="1">
              <a:gsLst>
                <a:gs pos="0">
                  <a:schemeClr val="accent5"/>
                </a:gs>
                <a:gs pos="100000">
                  <a:schemeClr val="accent5">
                    <a:alpha val="0"/>
                  </a:schemeClr>
                </a:gs>
              </a:gsLst>
              <a:lin ang="5400000" scaled="1"/>
            </a:gradFill>
            <a:ln>
              <a:noFill/>
            </a:ln>
            <a:effectLst/>
          </c:spPr>
          <c:invertIfNegative val="0"/>
          <c:dLbls>
            <c:spPr>
              <a:noFill/>
              <a:ln>
                <a:noFill/>
              </a:ln>
              <a:effectLst/>
            </c:spPr>
            <c:txPr>
              <a:bodyPr rot="0" spcFirstLastPara="1" vertOverflow="ellipsis" horzOverflow="overflow"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7BCC-4B15-AE2E-6D927312DC1E}"/>
            </c:ext>
          </c:extLst>
        </c:ser>
        <c:dLbls>
          <c:dLblPos val="outEnd"/>
          <c:showLegendKey val="0"/>
          <c:showVal val="1"/>
          <c:showCatName val="0"/>
          <c:showSerName val="0"/>
          <c:showPercent val="0"/>
          <c:showBubbleSize val="0"/>
        </c:dLbls>
        <c:gapWidth val="355"/>
        <c:overlap val="-70"/>
        <c:axId val="41633792"/>
        <c:axId val="35447936"/>
      </c:barChart>
      <c:catAx>
        <c:axId val="416337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horzOverflow="overflow"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35447936"/>
        <c:crosses val="autoZero"/>
        <c:auto val="1"/>
        <c:lblAlgn val="ctr"/>
        <c:lblOffset val="100"/>
        <c:tickMarkSkip val="1"/>
        <c:noMultiLvlLbl val="0"/>
      </c:catAx>
      <c:valAx>
        <c:axId val="35447936"/>
        <c:scaling>
          <c:orientation val="minMax"/>
          <c:max val="5"/>
        </c:scaling>
        <c:delete val="0"/>
        <c:axPos val="l"/>
        <c:majorGridlines>
          <c:spPr>
            <a:ln w="9525" cap="flat" cmpd="sng" algn="ctr">
              <a:gradFill>
                <a:gsLst>
                  <a:gs pos="100000">
                    <a:schemeClr val="tx1">
                      <a:lumMod val="5000"/>
                      <a:lumOff val="95000"/>
                    </a:schemeClr>
                  </a:gs>
                  <a:gs pos="0">
                    <a:schemeClr val="tx1">
                      <a:lumMod val="25000"/>
                      <a:lumOff val="7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horzOverflow="overflow"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41633792"/>
        <c:crosses val="autoZero"/>
        <c:crossBetween val="between"/>
      </c:valAx>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effectLst/>
          </c:spPr>
          <c:dPt>
            <c:idx val="0"/>
            <c:bubble3D val="0"/>
            <c:spPr>
              <a:solidFill>
                <a:schemeClr val="accent1"/>
              </a:solidFill>
              <a:ln w="19050">
                <a:solidFill>
                  <a:schemeClr val="lt1"/>
                </a:solidFill>
              </a:ln>
              <a:effectLst/>
            </c:spPr>
            <c:extLst>
              <c:ext xmlns:c16="http://schemas.microsoft.com/office/drawing/2014/chart" uri="{C3380CC4-5D6E-409C-BE32-E72D297353CC}">
                <c16:uniqueId val="{00000001-881E-4203-BBCE-22F32F12D100}"/>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3-881E-4203-BBCE-22F32F12D100}"/>
              </c:ext>
            </c:extLst>
          </c:dPt>
          <c:cat>
            <c:strRef>
              <c:f>Sheet1!$A$2:$A$3</c:f>
              <c:strCache>
                <c:ptCount val="2"/>
                <c:pt idx="0">
                  <c:v>第一季度</c:v>
                </c:pt>
                <c:pt idx="1">
                  <c:v>第二季度</c:v>
                </c:pt>
              </c:strCache>
            </c:strRef>
          </c:cat>
          <c:val>
            <c:numRef>
              <c:f>Sheet1!$B$2:$B$3</c:f>
              <c:numCache>
                <c:formatCode>General</c:formatCode>
                <c:ptCount val="2"/>
                <c:pt idx="0">
                  <c:v>45</c:v>
                </c:pt>
                <c:pt idx="1">
                  <c:v>55</c:v>
                </c:pt>
              </c:numCache>
            </c:numRef>
          </c:val>
          <c:extLst>
            <c:ext xmlns:c16="http://schemas.microsoft.com/office/drawing/2014/chart" uri="{C3380CC4-5D6E-409C-BE32-E72D297353CC}">
              <c16:uniqueId val="{00000004-881E-4203-BBCE-22F32F12D100}"/>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effectLst/>
          </c:spPr>
          <c:dPt>
            <c:idx val="0"/>
            <c:bubble3D val="0"/>
            <c:spPr>
              <a:solidFill>
                <a:schemeClr val="accent2"/>
              </a:solidFill>
              <a:ln w="19050">
                <a:solidFill>
                  <a:schemeClr val="lt1"/>
                </a:solidFill>
              </a:ln>
              <a:effectLst/>
            </c:spPr>
            <c:extLst>
              <c:ext xmlns:c16="http://schemas.microsoft.com/office/drawing/2014/chart" uri="{C3380CC4-5D6E-409C-BE32-E72D297353CC}">
                <c16:uniqueId val="{00000001-DB27-491C-8870-D8FC7CB7CAAD}"/>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3-DB27-491C-8870-D8FC7CB7CAAD}"/>
              </c:ext>
            </c:extLst>
          </c:dPt>
          <c:cat>
            <c:strRef>
              <c:f>Sheet1!$A$2:$A$3</c:f>
              <c:strCache>
                <c:ptCount val="2"/>
                <c:pt idx="0">
                  <c:v>第一季度</c:v>
                </c:pt>
                <c:pt idx="1">
                  <c:v>第二季度</c:v>
                </c:pt>
              </c:strCache>
            </c:strRef>
          </c:cat>
          <c:val>
            <c:numRef>
              <c:f>Sheet1!$B$2:$B$3</c:f>
              <c:numCache>
                <c:formatCode>General</c:formatCode>
                <c:ptCount val="2"/>
                <c:pt idx="0">
                  <c:v>88</c:v>
                </c:pt>
                <c:pt idx="1">
                  <c:v>12</c:v>
                </c:pt>
              </c:numCache>
            </c:numRef>
          </c:val>
          <c:extLst>
            <c:ext xmlns:c16="http://schemas.microsoft.com/office/drawing/2014/chart" uri="{C3380CC4-5D6E-409C-BE32-E72D297353CC}">
              <c16:uniqueId val="{00000004-DB27-491C-8870-D8FC7CB7CAAD}"/>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effectLst/>
          </c:spPr>
          <c:dPt>
            <c:idx val="0"/>
            <c:bubble3D val="0"/>
            <c:spPr>
              <a:solidFill>
                <a:schemeClr val="accent5"/>
              </a:solidFill>
              <a:ln w="19050">
                <a:solidFill>
                  <a:schemeClr val="lt1"/>
                </a:solidFill>
              </a:ln>
              <a:effectLst/>
            </c:spPr>
            <c:extLst>
              <c:ext xmlns:c16="http://schemas.microsoft.com/office/drawing/2014/chart" uri="{C3380CC4-5D6E-409C-BE32-E72D297353CC}">
                <c16:uniqueId val="{00000001-3FE7-4867-B05F-60761AF660D6}"/>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3-3FE7-4867-B05F-60761AF660D6}"/>
              </c:ext>
            </c:extLst>
          </c:dPt>
          <c:cat>
            <c:strRef>
              <c:f>Sheet1!$A$2:$A$3</c:f>
              <c:strCache>
                <c:ptCount val="2"/>
                <c:pt idx="0">
                  <c:v>第一季度</c:v>
                </c:pt>
                <c:pt idx="1">
                  <c:v>第二季度</c:v>
                </c:pt>
              </c:strCache>
            </c:strRef>
          </c:cat>
          <c:val>
            <c:numRef>
              <c:f>Sheet1!$B$2:$B$3</c:f>
              <c:numCache>
                <c:formatCode>General</c:formatCode>
                <c:ptCount val="2"/>
                <c:pt idx="0">
                  <c:v>36</c:v>
                </c:pt>
                <c:pt idx="1">
                  <c:v>64</c:v>
                </c:pt>
              </c:numCache>
            </c:numRef>
          </c:val>
          <c:extLst>
            <c:ext xmlns:c16="http://schemas.microsoft.com/office/drawing/2014/chart" uri="{C3380CC4-5D6E-409C-BE32-E72D297353CC}">
              <c16:uniqueId val="{00000004-3FE7-4867-B05F-60761AF660D6}"/>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horzOverflow="overflow" vert="horz" wrap="square" anchor="ctr" anchorCtr="1"/>
        <a:lstStyle/>
        <a:p>
          <a:pPr>
            <a:defRPr lang="zh-CN" sz="2200" b="1" i="0" u="none" strike="noStrike" kern="1200" cap="all" spc="5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系列 1</c:v>
                </c:pt>
              </c:strCache>
            </c:strRef>
          </c:tx>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5400000" scaled="0"/>
            </a:gradFill>
            <a:ln>
              <a:noFill/>
            </a:ln>
            <a:effectLst/>
          </c:spPr>
          <c:invertIfNegative val="0"/>
          <c:dLbls>
            <c:spPr>
              <a:noFill/>
              <a:ln>
                <a:noFill/>
              </a:ln>
              <a:effectLst/>
            </c:spPr>
            <c:txPr>
              <a:bodyPr rot="0" spcFirstLastPara="1" vertOverflow="ellipsis" horzOverflow="overflow"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7BCC-4B15-AE2E-6D927312DC1E}"/>
            </c:ext>
          </c:extLst>
        </c:ser>
        <c:ser>
          <c:idx val="1"/>
          <c:order val="1"/>
          <c:tx>
            <c:strRef>
              <c:f>Sheet1!$C$1</c:f>
              <c:strCache>
                <c:ptCount val="1"/>
                <c:pt idx="0">
                  <c:v>系列 2</c:v>
                </c:pt>
              </c:strCache>
            </c:strRef>
          </c:tx>
          <c:spPr>
            <a:gradFill flip="none" rotWithShape="1">
              <a:gsLst>
                <a:gs pos="0">
                  <a:schemeClr val="accent2"/>
                </a:gs>
                <a:gs pos="75000">
                  <a:schemeClr val="accent2">
                    <a:lumMod val="60000"/>
                    <a:lumOff val="40000"/>
                  </a:schemeClr>
                </a:gs>
                <a:gs pos="51000">
                  <a:schemeClr val="accent2">
                    <a:alpha val="75000"/>
                  </a:schemeClr>
                </a:gs>
                <a:gs pos="100000">
                  <a:schemeClr val="accent2">
                    <a:lumMod val="20000"/>
                    <a:lumOff val="80000"/>
                    <a:alpha val="15000"/>
                  </a:schemeClr>
                </a:gs>
              </a:gsLst>
              <a:lin ang="5400000" scaled="0"/>
            </a:gradFill>
            <a:ln>
              <a:noFill/>
            </a:ln>
            <a:effectLst/>
          </c:spPr>
          <c:invertIfNegative val="0"/>
          <c:dLbls>
            <c:spPr>
              <a:noFill/>
              <a:ln>
                <a:noFill/>
              </a:ln>
              <a:effectLst/>
            </c:spPr>
            <c:txPr>
              <a:bodyPr rot="0" spcFirstLastPara="1" vertOverflow="ellipsis" horzOverflow="overflow"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7BCC-4B15-AE2E-6D927312DC1E}"/>
            </c:ext>
          </c:extLst>
        </c:ser>
        <c:ser>
          <c:idx val="2"/>
          <c:order val="2"/>
          <c:tx>
            <c:strRef>
              <c:f>Sheet1!$D$1</c:f>
              <c:strCache>
                <c:ptCount val="1"/>
                <c:pt idx="0">
                  <c:v>系列 3</c:v>
                </c:pt>
              </c:strCache>
            </c:strRef>
          </c:tx>
          <c:spPr>
            <a:gradFill flip="none" rotWithShape="1">
              <a:gsLst>
                <a:gs pos="0">
                  <a:schemeClr val="accent5"/>
                </a:gs>
                <a:gs pos="100000">
                  <a:schemeClr val="accent5">
                    <a:alpha val="0"/>
                  </a:schemeClr>
                </a:gs>
              </a:gsLst>
              <a:lin ang="5400000" scaled="1"/>
            </a:gradFill>
            <a:ln>
              <a:noFill/>
            </a:ln>
            <a:effectLst/>
          </c:spPr>
          <c:invertIfNegative val="0"/>
          <c:dLbls>
            <c:spPr>
              <a:noFill/>
              <a:ln>
                <a:noFill/>
              </a:ln>
              <a:effectLst/>
            </c:spPr>
            <c:txPr>
              <a:bodyPr rot="0" spcFirstLastPara="1" vertOverflow="ellipsis" horzOverflow="overflow"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7BCC-4B15-AE2E-6D927312DC1E}"/>
            </c:ext>
          </c:extLst>
        </c:ser>
        <c:dLbls>
          <c:dLblPos val="outEnd"/>
          <c:showLegendKey val="0"/>
          <c:showVal val="1"/>
          <c:showCatName val="0"/>
          <c:showSerName val="0"/>
          <c:showPercent val="0"/>
          <c:showBubbleSize val="0"/>
        </c:dLbls>
        <c:gapWidth val="355"/>
        <c:overlap val="-70"/>
        <c:axId val="41633792"/>
        <c:axId val="35447936"/>
      </c:barChart>
      <c:catAx>
        <c:axId val="416337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horzOverflow="overflow"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35447936"/>
        <c:crosses val="autoZero"/>
        <c:auto val="1"/>
        <c:lblAlgn val="ctr"/>
        <c:lblOffset val="100"/>
        <c:tickMarkSkip val="1"/>
        <c:noMultiLvlLbl val="0"/>
      </c:catAx>
      <c:valAx>
        <c:axId val="35447936"/>
        <c:scaling>
          <c:orientation val="minMax"/>
          <c:max val="5"/>
        </c:scaling>
        <c:delete val="0"/>
        <c:axPos val="l"/>
        <c:majorGridlines>
          <c:spPr>
            <a:ln w="9525" cap="flat" cmpd="sng" algn="ctr">
              <a:gradFill>
                <a:gsLst>
                  <a:gs pos="100000">
                    <a:schemeClr val="tx1">
                      <a:lumMod val="5000"/>
                      <a:lumOff val="95000"/>
                    </a:schemeClr>
                  </a:gs>
                  <a:gs pos="0">
                    <a:schemeClr val="tx1">
                      <a:lumMod val="25000"/>
                      <a:lumOff val="7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horzOverflow="overflow"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41633792"/>
        <c:crosses val="autoZero"/>
        <c:crossBetween val="between"/>
      </c:valAx>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10">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bg1"/>
    </cs:fontRef>
    <cs:spPr>
      <a:solidFill>
        <a:schemeClr val="tx1">
          <a:lumMod val="50000"/>
          <a:lumOff val="50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cs:spPr>
  </cs:dataPoint>
  <cs:dataPoint3D>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tx1">
                <a:lumMod val="5000"/>
                <a:lumOff val="95000"/>
              </a:schemeClr>
            </a:gs>
            <a:gs pos="0">
              <a:schemeClr val="tx1">
                <a:lumMod val="25000"/>
                <a:lumOff val="7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tx1">
                <a:lumMod val="5000"/>
                <a:lumOff val="95000"/>
              </a:schemeClr>
            </a:gs>
            <a:gs pos="0">
              <a:schemeClr val="tx1">
                <a:lumMod val="25000"/>
                <a:lumOff val="7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8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10">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bg1"/>
    </cs:fontRef>
    <cs:spPr>
      <a:solidFill>
        <a:schemeClr val="tx1">
          <a:lumMod val="50000"/>
          <a:lumOff val="50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cs:spPr>
  </cs:dataPoint>
  <cs:dataPoint3D>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tx1">
                <a:lumMod val="5000"/>
                <a:lumOff val="95000"/>
              </a:schemeClr>
            </a:gs>
            <a:gs pos="0">
              <a:schemeClr val="tx1">
                <a:lumMod val="25000"/>
                <a:lumOff val="7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tx1">
                <a:lumMod val="5000"/>
                <a:lumOff val="95000"/>
              </a:schemeClr>
            </a:gs>
            <a:gs pos="0">
              <a:schemeClr val="tx1">
                <a:lumMod val="25000"/>
                <a:lumOff val="7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8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55D8971-ACB2-4236-B6E6-139E5A972C1D}" type="doc">
      <dgm:prSet loTypeId="urn:microsoft.com/office/officeart/2005/8/layout/list1" loCatId="list" qsTypeId="urn:microsoft.com/office/officeart/2005/8/quickstyle/simple1" qsCatId="simple" csTypeId="urn:microsoft.com/office/officeart/2005/8/colors/colorful4" csCatId="colorful" phldr="1"/>
      <dgm:spPr/>
      <dgm:t>
        <a:bodyPr/>
        <a:lstStyle/>
        <a:p>
          <a:endParaRPr lang="zh-CN" altLang="en-US"/>
        </a:p>
      </dgm:t>
    </dgm:pt>
    <dgm:pt modelId="{7F52BB22-F803-4392-9032-AA786D51BF1C}">
      <dgm:prSet phldrT="[文本]"/>
      <dgm:spPr/>
      <dgm:t>
        <a:bodyPr/>
        <a:lstStyle/>
        <a:p>
          <a:r>
            <a:rPr lang="zh-CN" altLang="en-US"/>
            <a:t>路由分发的简单实现</a:t>
          </a:r>
        </a:p>
      </dgm:t>
    </dgm:pt>
    <dgm:pt modelId="{AF8F699C-B156-47FD-8EF5-463AC18C3C4D}" type="parTrans" cxnId="{470889AE-745B-4110-A14F-3302CBCEBA49}">
      <dgm:prSet/>
      <dgm:spPr/>
      <dgm:t>
        <a:bodyPr/>
        <a:lstStyle/>
        <a:p>
          <a:endParaRPr lang="zh-CN" altLang="en-US"/>
        </a:p>
      </dgm:t>
    </dgm:pt>
    <dgm:pt modelId="{3B70CF71-063D-40CA-8236-43549F5A60E4}" type="sibTrans" cxnId="{470889AE-745B-4110-A14F-3302CBCEBA49}">
      <dgm:prSet/>
      <dgm:spPr/>
      <dgm:t>
        <a:bodyPr/>
        <a:lstStyle/>
        <a:p>
          <a:endParaRPr lang="zh-CN" altLang="en-US"/>
        </a:p>
      </dgm:t>
    </dgm:pt>
    <dgm:pt modelId="{74BDDE17-17E0-467A-A92C-5BDD8179D1E5}">
      <dgm:prSet phldrT="[文本]"/>
      <dgm:spPr/>
      <dgm:t>
        <a:bodyPr/>
        <a:lstStyle/>
        <a:p>
          <a:r>
            <a:rPr lang="zh-CN" altLang="en-US"/>
            <a:t>什么是路由分发</a:t>
          </a:r>
        </a:p>
      </dgm:t>
    </dgm:pt>
    <dgm:pt modelId="{7CF11FA4-18FC-46A7-A06A-2E0E80FDCB88}" type="parTrans" cxnId="{7989A609-EDC4-48AA-8509-869DCD11DCC7}">
      <dgm:prSet/>
      <dgm:spPr/>
      <dgm:t>
        <a:bodyPr/>
        <a:lstStyle/>
        <a:p>
          <a:endParaRPr lang="zh-CN" altLang="en-US"/>
        </a:p>
      </dgm:t>
    </dgm:pt>
    <dgm:pt modelId="{B802679D-BAE7-4DB8-A1F6-1FB3857909CF}" type="sibTrans" cxnId="{7989A609-EDC4-48AA-8509-869DCD11DCC7}">
      <dgm:prSet/>
      <dgm:spPr/>
      <dgm:t>
        <a:bodyPr/>
        <a:lstStyle/>
        <a:p>
          <a:endParaRPr lang="zh-CN" altLang="en-US"/>
        </a:p>
      </dgm:t>
    </dgm:pt>
    <dgm:pt modelId="{10397110-CD5F-4919-B6E8-410DB6C787C5}">
      <dgm:prSet phldrT="[文本]"/>
      <dgm:spPr/>
      <dgm:t>
        <a:bodyPr/>
        <a:lstStyle/>
        <a:p>
          <a:r>
            <a:rPr lang="zh-CN" altLang="en-US"/>
            <a:t>路由分发的核心设计</a:t>
          </a:r>
        </a:p>
      </dgm:t>
    </dgm:pt>
    <dgm:pt modelId="{89D0C0F5-1179-4125-A388-04DC8B4882D2}" type="parTrans" cxnId="{053E88B5-513F-4E7D-A596-21C500761576}">
      <dgm:prSet/>
      <dgm:spPr/>
      <dgm:t>
        <a:bodyPr/>
        <a:lstStyle/>
        <a:p>
          <a:endParaRPr lang="zh-CN" altLang="en-US"/>
        </a:p>
      </dgm:t>
    </dgm:pt>
    <dgm:pt modelId="{96FD8AAE-B83C-46E8-81F5-62B88087FEFF}" type="sibTrans" cxnId="{053E88B5-513F-4E7D-A596-21C500761576}">
      <dgm:prSet/>
      <dgm:spPr/>
      <dgm:t>
        <a:bodyPr/>
        <a:lstStyle/>
        <a:p>
          <a:endParaRPr lang="zh-CN" altLang="en-US"/>
        </a:p>
      </dgm:t>
    </dgm:pt>
    <dgm:pt modelId="{946D105A-3369-4321-85C1-86F5E6BBA0A5}">
      <dgm:prSet phldrT="[文本]"/>
      <dgm:spPr/>
      <dgm:t>
        <a:bodyPr/>
        <a:lstStyle/>
        <a:p>
          <a:r>
            <a:rPr lang="zh-CN" altLang="en-US"/>
            <a:t>路由分发与反向代理的协作</a:t>
          </a:r>
        </a:p>
      </dgm:t>
    </dgm:pt>
    <dgm:pt modelId="{6D1C1573-660B-4EAD-B452-978CCC089B14}" type="parTrans" cxnId="{42E2A0A4-54E5-482D-BFA1-9B1A916BEACC}">
      <dgm:prSet/>
      <dgm:spPr/>
      <dgm:t>
        <a:bodyPr/>
        <a:lstStyle/>
        <a:p>
          <a:endParaRPr lang="zh-CN" altLang="en-US"/>
        </a:p>
      </dgm:t>
    </dgm:pt>
    <dgm:pt modelId="{6AB48690-23BB-4DCE-ADB3-2CE85B61DF21}" type="sibTrans" cxnId="{42E2A0A4-54E5-482D-BFA1-9B1A916BEACC}">
      <dgm:prSet/>
      <dgm:spPr/>
      <dgm:t>
        <a:bodyPr/>
        <a:lstStyle/>
        <a:p>
          <a:endParaRPr lang="zh-CN" altLang="en-US"/>
        </a:p>
      </dgm:t>
    </dgm:pt>
    <dgm:pt modelId="{A72232D4-1CD0-49EC-82B9-99E0C49EC541}" type="pres">
      <dgm:prSet presAssocID="{D55D8971-ACB2-4236-B6E6-139E5A972C1D}" presName="linear" presStyleCnt="0">
        <dgm:presLayoutVars>
          <dgm:dir/>
          <dgm:animLvl val="lvl"/>
          <dgm:resizeHandles val="exact"/>
        </dgm:presLayoutVars>
      </dgm:prSet>
      <dgm:spPr/>
    </dgm:pt>
    <dgm:pt modelId="{C1B75FC5-F7F3-4BAE-AE8C-1E02A177B976}" type="pres">
      <dgm:prSet presAssocID="{7F52BB22-F803-4392-9032-AA786D51BF1C}" presName="parentLin" presStyleCnt="0"/>
      <dgm:spPr/>
    </dgm:pt>
    <dgm:pt modelId="{EF9ED595-7F39-47B1-9262-3CA6CE6540E6}" type="pres">
      <dgm:prSet presAssocID="{7F52BB22-F803-4392-9032-AA786D51BF1C}" presName="parentLeftMargin" presStyleLbl="node1" presStyleIdx="0" presStyleCnt="1"/>
      <dgm:spPr/>
    </dgm:pt>
    <dgm:pt modelId="{59DCD501-0D97-4AD7-8172-1E636D6E1613}" type="pres">
      <dgm:prSet presAssocID="{7F52BB22-F803-4392-9032-AA786D51BF1C}" presName="parentText" presStyleLbl="node1" presStyleIdx="0" presStyleCnt="1">
        <dgm:presLayoutVars>
          <dgm:chMax val="0"/>
          <dgm:bulletEnabled val="1"/>
        </dgm:presLayoutVars>
      </dgm:prSet>
      <dgm:spPr/>
    </dgm:pt>
    <dgm:pt modelId="{2898B074-DE01-4D45-9C0A-302C115E1AC4}" type="pres">
      <dgm:prSet presAssocID="{7F52BB22-F803-4392-9032-AA786D51BF1C}" presName="negativeSpace" presStyleCnt="0"/>
      <dgm:spPr/>
    </dgm:pt>
    <dgm:pt modelId="{5C6F585E-F3BA-4DB1-976F-070E86B98FD1}" type="pres">
      <dgm:prSet presAssocID="{7F52BB22-F803-4392-9032-AA786D51BF1C}" presName="childText" presStyleLbl="conFgAcc1" presStyleIdx="0" presStyleCnt="1">
        <dgm:presLayoutVars>
          <dgm:bulletEnabled val="1"/>
        </dgm:presLayoutVars>
      </dgm:prSet>
      <dgm:spPr/>
    </dgm:pt>
  </dgm:ptLst>
  <dgm:cxnLst>
    <dgm:cxn modelId="{38E27307-3D3A-4FB7-BBAA-AB9C8E3BB763}" type="presOf" srcId="{D55D8971-ACB2-4236-B6E6-139E5A972C1D}" destId="{A72232D4-1CD0-49EC-82B9-99E0C49EC541}" srcOrd="0" destOrd="0" presId="urn:microsoft.com/office/officeart/2005/8/layout/list1"/>
    <dgm:cxn modelId="{7989A609-EDC4-48AA-8509-869DCD11DCC7}" srcId="{7F52BB22-F803-4392-9032-AA786D51BF1C}" destId="{74BDDE17-17E0-467A-A92C-5BDD8179D1E5}" srcOrd="0" destOrd="0" parTransId="{7CF11FA4-18FC-46A7-A06A-2E0E80FDCB88}" sibTransId="{B802679D-BAE7-4DB8-A1F6-1FB3857909CF}"/>
    <dgm:cxn modelId="{36A6D917-B9FD-4404-B152-B3011354229E}" type="presOf" srcId="{74BDDE17-17E0-467A-A92C-5BDD8179D1E5}" destId="{5C6F585E-F3BA-4DB1-976F-070E86B98FD1}" srcOrd="0" destOrd="0" presId="urn:microsoft.com/office/officeart/2005/8/layout/list1"/>
    <dgm:cxn modelId="{41C9906E-D1E9-4940-8D37-7F20A950D22E}" type="presOf" srcId="{7F52BB22-F803-4392-9032-AA786D51BF1C}" destId="{59DCD501-0D97-4AD7-8172-1E636D6E1613}" srcOrd="1" destOrd="0" presId="urn:microsoft.com/office/officeart/2005/8/layout/list1"/>
    <dgm:cxn modelId="{E1257572-0129-4445-8E89-EE86243BD830}" type="presOf" srcId="{946D105A-3369-4321-85C1-86F5E6BBA0A5}" destId="{5C6F585E-F3BA-4DB1-976F-070E86B98FD1}" srcOrd="0" destOrd="2" presId="urn:microsoft.com/office/officeart/2005/8/layout/list1"/>
    <dgm:cxn modelId="{88C9BB98-6B95-4A53-B1D3-85C9DC432831}" type="presOf" srcId="{7F52BB22-F803-4392-9032-AA786D51BF1C}" destId="{EF9ED595-7F39-47B1-9262-3CA6CE6540E6}" srcOrd="0" destOrd="0" presId="urn:microsoft.com/office/officeart/2005/8/layout/list1"/>
    <dgm:cxn modelId="{42E2A0A4-54E5-482D-BFA1-9B1A916BEACC}" srcId="{7F52BB22-F803-4392-9032-AA786D51BF1C}" destId="{946D105A-3369-4321-85C1-86F5E6BBA0A5}" srcOrd="2" destOrd="0" parTransId="{6D1C1573-660B-4EAD-B452-978CCC089B14}" sibTransId="{6AB48690-23BB-4DCE-ADB3-2CE85B61DF21}"/>
    <dgm:cxn modelId="{470889AE-745B-4110-A14F-3302CBCEBA49}" srcId="{D55D8971-ACB2-4236-B6E6-139E5A972C1D}" destId="{7F52BB22-F803-4392-9032-AA786D51BF1C}" srcOrd="0" destOrd="0" parTransId="{AF8F699C-B156-47FD-8EF5-463AC18C3C4D}" sibTransId="{3B70CF71-063D-40CA-8236-43549F5A60E4}"/>
    <dgm:cxn modelId="{053E88B5-513F-4E7D-A596-21C500761576}" srcId="{7F52BB22-F803-4392-9032-AA786D51BF1C}" destId="{10397110-CD5F-4919-B6E8-410DB6C787C5}" srcOrd="1" destOrd="0" parTransId="{89D0C0F5-1179-4125-A388-04DC8B4882D2}" sibTransId="{96FD8AAE-B83C-46E8-81F5-62B88087FEFF}"/>
    <dgm:cxn modelId="{46673EBD-19C2-4544-8101-E0ADAAFC0F8B}" type="presOf" srcId="{10397110-CD5F-4919-B6E8-410DB6C787C5}" destId="{5C6F585E-F3BA-4DB1-976F-070E86B98FD1}" srcOrd="0" destOrd="1" presId="urn:microsoft.com/office/officeart/2005/8/layout/list1"/>
    <dgm:cxn modelId="{1547ACD2-9D7F-4B4B-A48E-FE17A2F18ECB}" type="presParOf" srcId="{A72232D4-1CD0-49EC-82B9-99E0C49EC541}" destId="{C1B75FC5-F7F3-4BAE-AE8C-1E02A177B976}" srcOrd="0" destOrd="0" presId="urn:microsoft.com/office/officeart/2005/8/layout/list1"/>
    <dgm:cxn modelId="{499F36ED-CF97-42A4-88C1-193FF263DF6F}" type="presParOf" srcId="{C1B75FC5-F7F3-4BAE-AE8C-1E02A177B976}" destId="{EF9ED595-7F39-47B1-9262-3CA6CE6540E6}" srcOrd="0" destOrd="0" presId="urn:microsoft.com/office/officeart/2005/8/layout/list1"/>
    <dgm:cxn modelId="{863EC1D4-A99B-4A19-B0FB-9F56AB55B7AE}" type="presParOf" srcId="{C1B75FC5-F7F3-4BAE-AE8C-1E02A177B976}" destId="{59DCD501-0D97-4AD7-8172-1E636D6E1613}" srcOrd="1" destOrd="0" presId="urn:microsoft.com/office/officeart/2005/8/layout/list1"/>
    <dgm:cxn modelId="{5183E368-F4E6-443A-8C12-5145CC37C3C3}" type="presParOf" srcId="{A72232D4-1CD0-49EC-82B9-99E0C49EC541}" destId="{2898B074-DE01-4D45-9C0A-302C115E1AC4}" srcOrd="1" destOrd="0" presId="urn:microsoft.com/office/officeart/2005/8/layout/list1"/>
    <dgm:cxn modelId="{161B8086-CB38-44A8-9354-5EEA470794BB}" type="presParOf" srcId="{A72232D4-1CD0-49EC-82B9-99E0C49EC541}" destId="{5C6F585E-F3BA-4DB1-976F-070E86B98FD1}"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DAD8244-F4E2-4580-AB11-E09D2A8B4260}" type="doc">
      <dgm:prSet loTypeId="urn:microsoft.com/office/officeart/2005/8/layout/hierarchy5" loCatId="hierarchy" qsTypeId="urn:microsoft.com/office/officeart/2005/8/quickstyle/simple2" qsCatId="simple" csTypeId="urn:microsoft.com/office/officeart/2005/8/colors/colorful4" csCatId="colorful" phldr="1"/>
      <dgm:spPr/>
      <dgm:t>
        <a:bodyPr/>
        <a:lstStyle/>
        <a:p>
          <a:endParaRPr lang="zh-CN" altLang="en-US"/>
        </a:p>
      </dgm:t>
    </dgm:pt>
    <dgm:pt modelId="{6238337E-02CB-4196-B2DC-B693D026B93E}">
      <dgm:prSet phldrT="[文本]" custT="1"/>
      <dgm:spPr/>
      <dgm:t>
        <a:bodyPr/>
        <a:lstStyle/>
        <a:p>
          <a:r>
            <a:rPr lang="zh-CN" altLang="en-US" sz="1200">
              <a:solidFill>
                <a:schemeClr val="tx1"/>
              </a:solidFill>
            </a:rPr>
            <a:t>高校教务管理系统</a:t>
          </a:r>
        </a:p>
      </dgm:t>
    </dgm:pt>
    <dgm:pt modelId="{D04FC027-74F5-4E0F-91F4-721EFBD9C8DE}" type="parTrans" cxnId="{892AB9DE-B656-4439-BD0D-507C53DD35E4}">
      <dgm:prSet/>
      <dgm:spPr/>
      <dgm:t>
        <a:bodyPr/>
        <a:lstStyle/>
        <a:p>
          <a:endParaRPr lang="zh-CN" altLang="en-US" sz="1800">
            <a:solidFill>
              <a:schemeClr val="tx1"/>
            </a:solidFill>
          </a:endParaRPr>
        </a:p>
      </dgm:t>
    </dgm:pt>
    <dgm:pt modelId="{117D98AC-5ECF-4357-BAD2-7B209A0991FC}" type="sibTrans" cxnId="{892AB9DE-B656-4439-BD0D-507C53DD35E4}">
      <dgm:prSet/>
      <dgm:spPr/>
      <dgm:t>
        <a:bodyPr/>
        <a:lstStyle/>
        <a:p>
          <a:endParaRPr lang="zh-CN" altLang="en-US" sz="1800">
            <a:solidFill>
              <a:schemeClr val="tx1"/>
            </a:solidFill>
          </a:endParaRPr>
        </a:p>
      </dgm:t>
    </dgm:pt>
    <dgm:pt modelId="{F7C5D0F2-27B8-48F3-A61A-5D3458CF9C31}">
      <dgm:prSet phldrT="[文本]" custT="1"/>
      <dgm:spPr/>
      <dgm:t>
        <a:bodyPr/>
        <a:lstStyle/>
        <a:p>
          <a:r>
            <a:rPr lang="zh-CN" altLang="en-US" sz="1200">
              <a:solidFill>
                <a:schemeClr val="tx1"/>
              </a:solidFill>
            </a:rPr>
            <a:t>登录注销</a:t>
          </a:r>
        </a:p>
      </dgm:t>
    </dgm:pt>
    <dgm:pt modelId="{11C41353-0F7A-40BA-AA93-44435F9EAA74}" type="parTrans" cxnId="{4958E051-2AAB-419D-AFF9-1EBEE205B6FC}">
      <dgm:prSet custT="1"/>
      <dgm:spPr/>
      <dgm:t>
        <a:bodyPr/>
        <a:lstStyle/>
        <a:p>
          <a:endParaRPr lang="zh-CN" altLang="en-US" sz="500">
            <a:solidFill>
              <a:schemeClr val="tx1"/>
            </a:solidFill>
          </a:endParaRPr>
        </a:p>
      </dgm:t>
    </dgm:pt>
    <dgm:pt modelId="{EEC5674D-92BF-4243-A49C-F8EC7B9513AF}" type="sibTrans" cxnId="{4958E051-2AAB-419D-AFF9-1EBEE205B6FC}">
      <dgm:prSet/>
      <dgm:spPr/>
      <dgm:t>
        <a:bodyPr/>
        <a:lstStyle/>
        <a:p>
          <a:endParaRPr lang="zh-CN" altLang="en-US" sz="1800">
            <a:solidFill>
              <a:schemeClr val="tx1"/>
            </a:solidFill>
          </a:endParaRPr>
        </a:p>
      </dgm:t>
    </dgm:pt>
    <dgm:pt modelId="{97194FE8-D7E1-426B-A6F2-9614A73DAA95}">
      <dgm:prSet phldrT="[文本]" custT="1"/>
      <dgm:spPr/>
      <dgm:t>
        <a:bodyPr/>
        <a:lstStyle/>
        <a:p>
          <a:r>
            <a:rPr lang="zh-CN" altLang="en-US" sz="1200">
              <a:solidFill>
                <a:schemeClr val="tx1"/>
              </a:solidFill>
            </a:rPr>
            <a:t>登录</a:t>
          </a:r>
        </a:p>
      </dgm:t>
    </dgm:pt>
    <dgm:pt modelId="{7B40BB72-298A-44EE-8710-CE04E00C8D0D}" type="parTrans" cxnId="{9B812A48-E0D9-46EA-8582-E5BB1894C7F0}">
      <dgm:prSet custT="1"/>
      <dgm:spPr/>
      <dgm:t>
        <a:bodyPr/>
        <a:lstStyle/>
        <a:p>
          <a:endParaRPr lang="zh-CN" altLang="en-US" sz="500">
            <a:solidFill>
              <a:schemeClr val="tx1"/>
            </a:solidFill>
          </a:endParaRPr>
        </a:p>
      </dgm:t>
    </dgm:pt>
    <dgm:pt modelId="{327F2366-92CD-45BA-A3E9-25C045F787E4}" type="sibTrans" cxnId="{9B812A48-E0D9-46EA-8582-E5BB1894C7F0}">
      <dgm:prSet/>
      <dgm:spPr/>
      <dgm:t>
        <a:bodyPr/>
        <a:lstStyle/>
        <a:p>
          <a:endParaRPr lang="zh-CN" altLang="en-US" sz="1800">
            <a:solidFill>
              <a:schemeClr val="tx1"/>
            </a:solidFill>
          </a:endParaRPr>
        </a:p>
      </dgm:t>
    </dgm:pt>
    <dgm:pt modelId="{7752DEE2-07A1-48D2-A4B6-128866AB69C7}">
      <dgm:prSet phldrT="[文本]" custT="1"/>
      <dgm:spPr/>
      <dgm:t>
        <a:bodyPr/>
        <a:lstStyle/>
        <a:p>
          <a:r>
            <a:rPr lang="zh-CN" altLang="en-US" sz="1200">
              <a:solidFill>
                <a:schemeClr val="tx1"/>
              </a:solidFill>
            </a:rPr>
            <a:t>注销</a:t>
          </a:r>
        </a:p>
      </dgm:t>
    </dgm:pt>
    <dgm:pt modelId="{D159B2B0-6CF4-47EC-9854-FFB425006FA5}" type="parTrans" cxnId="{AD22B3A4-CC7B-4631-BBDE-04A8D68E2E1F}">
      <dgm:prSet custT="1"/>
      <dgm:spPr/>
      <dgm:t>
        <a:bodyPr/>
        <a:lstStyle/>
        <a:p>
          <a:endParaRPr lang="zh-CN" altLang="en-US" sz="500">
            <a:solidFill>
              <a:schemeClr val="tx1"/>
            </a:solidFill>
          </a:endParaRPr>
        </a:p>
      </dgm:t>
    </dgm:pt>
    <dgm:pt modelId="{1028E390-C60B-47C2-9C9C-9C9B38463B38}" type="sibTrans" cxnId="{AD22B3A4-CC7B-4631-BBDE-04A8D68E2E1F}">
      <dgm:prSet/>
      <dgm:spPr/>
      <dgm:t>
        <a:bodyPr/>
        <a:lstStyle/>
        <a:p>
          <a:endParaRPr lang="zh-CN" altLang="en-US" sz="1800">
            <a:solidFill>
              <a:schemeClr val="tx1"/>
            </a:solidFill>
          </a:endParaRPr>
        </a:p>
      </dgm:t>
    </dgm:pt>
    <dgm:pt modelId="{588D0E81-4694-48E8-A390-3C1601D6878D}">
      <dgm:prSet phldrT="[文本]" custT="1"/>
      <dgm:spPr/>
      <dgm:t>
        <a:bodyPr/>
        <a:lstStyle/>
        <a:p>
          <a:r>
            <a:rPr lang="zh-CN" altLang="en-US" sz="1200">
              <a:solidFill>
                <a:schemeClr val="tx1"/>
              </a:solidFill>
            </a:rPr>
            <a:t>用户管理</a:t>
          </a:r>
        </a:p>
      </dgm:t>
    </dgm:pt>
    <dgm:pt modelId="{4B9FDCAD-149C-40CB-BC1E-21392A6B56FB}" type="parTrans" cxnId="{58B7844A-C840-46FF-A858-D2094E031AED}">
      <dgm:prSet custT="1"/>
      <dgm:spPr/>
      <dgm:t>
        <a:bodyPr/>
        <a:lstStyle/>
        <a:p>
          <a:endParaRPr lang="zh-CN" altLang="en-US" sz="500">
            <a:solidFill>
              <a:schemeClr val="tx1"/>
            </a:solidFill>
          </a:endParaRPr>
        </a:p>
      </dgm:t>
    </dgm:pt>
    <dgm:pt modelId="{2CF37E32-61FC-4177-870A-CB0CF917081B}" type="sibTrans" cxnId="{58B7844A-C840-46FF-A858-D2094E031AED}">
      <dgm:prSet/>
      <dgm:spPr/>
      <dgm:t>
        <a:bodyPr/>
        <a:lstStyle/>
        <a:p>
          <a:endParaRPr lang="zh-CN" altLang="en-US" sz="1800">
            <a:solidFill>
              <a:schemeClr val="tx1"/>
            </a:solidFill>
          </a:endParaRPr>
        </a:p>
      </dgm:t>
    </dgm:pt>
    <dgm:pt modelId="{75EEC000-8DCE-4FAC-A884-AC95A0DE231B}">
      <dgm:prSet phldrT="[文本]" custT="1"/>
      <dgm:spPr/>
      <dgm:t>
        <a:bodyPr/>
        <a:lstStyle/>
        <a:p>
          <a:r>
            <a:rPr lang="zh-CN" altLang="en-US" sz="1200">
              <a:solidFill>
                <a:schemeClr val="tx1"/>
              </a:solidFill>
            </a:rPr>
            <a:t>改密码</a:t>
          </a:r>
        </a:p>
      </dgm:t>
    </dgm:pt>
    <dgm:pt modelId="{B778B970-03E7-45B8-8184-FAA8509AE8D4}" type="parTrans" cxnId="{CB4C2D44-F22A-4E5D-9C70-6BA73AABD58A}">
      <dgm:prSet custT="1"/>
      <dgm:spPr/>
      <dgm:t>
        <a:bodyPr/>
        <a:lstStyle/>
        <a:p>
          <a:endParaRPr lang="zh-CN" altLang="en-US" sz="500">
            <a:solidFill>
              <a:schemeClr val="tx1"/>
            </a:solidFill>
          </a:endParaRPr>
        </a:p>
      </dgm:t>
    </dgm:pt>
    <dgm:pt modelId="{0C52E7AB-D21E-491E-97B9-6AD7958C7D50}" type="sibTrans" cxnId="{CB4C2D44-F22A-4E5D-9C70-6BA73AABD58A}">
      <dgm:prSet/>
      <dgm:spPr/>
      <dgm:t>
        <a:bodyPr/>
        <a:lstStyle/>
        <a:p>
          <a:endParaRPr lang="zh-CN" altLang="en-US" sz="1800">
            <a:solidFill>
              <a:schemeClr val="tx1"/>
            </a:solidFill>
          </a:endParaRPr>
        </a:p>
      </dgm:t>
    </dgm:pt>
    <dgm:pt modelId="{1E8A3121-F370-4D20-96D9-9FBAC5F09899}">
      <dgm:prSet phldrT="[文本]" custT="1"/>
      <dgm:spPr/>
      <dgm:t>
        <a:bodyPr/>
        <a:lstStyle/>
        <a:p>
          <a:r>
            <a:rPr lang="zh-CN" altLang="en-US" sz="3200">
              <a:solidFill>
                <a:schemeClr val="tx1"/>
              </a:solidFill>
            </a:rPr>
            <a:t>项目</a:t>
          </a:r>
        </a:p>
      </dgm:t>
    </dgm:pt>
    <dgm:pt modelId="{15176F09-0709-453A-A0F4-C1C23FE886FA}" type="parTrans" cxnId="{53C8183D-C9A3-4A85-8163-7848E6D21F83}">
      <dgm:prSet/>
      <dgm:spPr/>
      <dgm:t>
        <a:bodyPr/>
        <a:lstStyle/>
        <a:p>
          <a:endParaRPr lang="zh-CN" altLang="en-US" sz="1800">
            <a:solidFill>
              <a:schemeClr val="tx1"/>
            </a:solidFill>
          </a:endParaRPr>
        </a:p>
      </dgm:t>
    </dgm:pt>
    <dgm:pt modelId="{6FBD660D-C71F-45C4-9FB2-6C2FE189CF6E}" type="sibTrans" cxnId="{53C8183D-C9A3-4A85-8163-7848E6D21F83}">
      <dgm:prSet/>
      <dgm:spPr/>
      <dgm:t>
        <a:bodyPr/>
        <a:lstStyle/>
        <a:p>
          <a:endParaRPr lang="zh-CN" altLang="en-US" sz="1800">
            <a:solidFill>
              <a:schemeClr val="tx1"/>
            </a:solidFill>
          </a:endParaRPr>
        </a:p>
      </dgm:t>
    </dgm:pt>
    <dgm:pt modelId="{1FA791D6-9417-4444-AEA3-191E9F684022}">
      <dgm:prSet phldrT="[文本]" custT="1"/>
      <dgm:spPr/>
      <dgm:t>
        <a:bodyPr/>
        <a:lstStyle/>
        <a:p>
          <a:r>
            <a:rPr lang="zh-CN" altLang="en-US" sz="3200">
              <a:solidFill>
                <a:schemeClr val="tx1"/>
              </a:solidFill>
            </a:rPr>
            <a:t>功能模块</a:t>
          </a:r>
        </a:p>
      </dgm:t>
    </dgm:pt>
    <dgm:pt modelId="{1F399BCC-C7A0-4E94-B733-D64734027679}" type="parTrans" cxnId="{46FB89FE-077D-4227-8836-5C34F46C0794}">
      <dgm:prSet/>
      <dgm:spPr/>
      <dgm:t>
        <a:bodyPr/>
        <a:lstStyle/>
        <a:p>
          <a:endParaRPr lang="zh-CN" altLang="en-US" sz="1800">
            <a:solidFill>
              <a:schemeClr val="tx1"/>
            </a:solidFill>
          </a:endParaRPr>
        </a:p>
      </dgm:t>
    </dgm:pt>
    <dgm:pt modelId="{EC0D318B-43FD-48F1-A838-7B00FC926F78}" type="sibTrans" cxnId="{46FB89FE-077D-4227-8836-5C34F46C0794}">
      <dgm:prSet/>
      <dgm:spPr/>
      <dgm:t>
        <a:bodyPr/>
        <a:lstStyle/>
        <a:p>
          <a:endParaRPr lang="zh-CN" altLang="en-US" sz="1800">
            <a:solidFill>
              <a:schemeClr val="tx1"/>
            </a:solidFill>
          </a:endParaRPr>
        </a:p>
      </dgm:t>
    </dgm:pt>
    <dgm:pt modelId="{746C7798-38AE-4FC3-968D-0CE2B20A09F3}">
      <dgm:prSet phldrT="[文本]" custT="1"/>
      <dgm:spPr/>
      <dgm:t>
        <a:bodyPr/>
        <a:lstStyle/>
        <a:p>
          <a:r>
            <a:rPr lang="zh-CN" altLang="en-US" sz="3200">
              <a:solidFill>
                <a:schemeClr val="tx1"/>
              </a:solidFill>
            </a:rPr>
            <a:t>功能梳理</a:t>
          </a:r>
        </a:p>
      </dgm:t>
    </dgm:pt>
    <dgm:pt modelId="{7C03FDB3-F6DE-4919-AFE4-BB89F68AC2C1}" type="parTrans" cxnId="{71F3691F-5E14-4F19-9085-4AC9945BE5C6}">
      <dgm:prSet/>
      <dgm:spPr/>
      <dgm:t>
        <a:bodyPr/>
        <a:lstStyle/>
        <a:p>
          <a:endParaRPr lang="zh-CN" altLang="en-US" sz="1800">
            <a:solidFill>
              <a:schemeClr val="tx1"/>
            </a:solidFill>
          </a:endParaRPr>
        </a:p>
      </dgm:t>
    </dgm:pt>
    <dgm:pt modelId="{6CD5FC8A-2B0C-4E0E-9A43-6CB849E91D1E}" type="sibTrans" cxnId="{71F3691F-5E14-4F19-9085-4AC9945BE5C6}">
      <dgm:prSet/>
      <dgm:spPr/>
      <dgm:t>
        <a:bodyPr/>
        <a:lstStyle/>
        <a:p>
          <a:endParaRPr lang="zh-CN" altLang="en-US" sz="1800">
            <a:solidFill>
              <a:schemeClr val="tx1"/>
            </a:solidFill>
          </a:endParaRPr>
        </a:p>
      </dgm:t>
    </dgm:pt>
    <dgm:pt modelId="{80F95C3B-AD1E-489E-AC6B-58F6FFD63648}">
      <dgm:prSet phldrT="[文本]" custT="1"/>
      <dgm:spPr/>
      <dgm:t>
        <a:bodyPr/>
        <a:lstStyle/>
        <a:p>
          <a:r>
            <a:rPr lang="zh-CN" altLang="en-US" sz="1200">
              <a:solidFill>
                <a:schemeClr val="tx1"/>
              </a:solidFill>
            </a:rPr>
            <a:t>教学任务管理</a:t>
          </a:r>
        </a:p>
      </dgm:t>
    </dgm:pt>
    <dgm:pt modelId="{6CA2190E-270D-49D7-8126-4CDE47FAD891}" type="parTrans" cxnId="{E76CECB4-E466-4F6E-9432-9A62EFF546D8}">
      <dgm:prSet custT="1"/>
      <dgm:spPr/>
      <dgm:t>
        <a:bodyPr/>
        <a:lstStyle/>
        <a:p>
          <a:endParaRPr lang="zh-CN" altLang="en-US" sz="500">
            <a:solidFill>
              <a:schemeClr val="tx1"/>
            </a:solidFill>
          </a:endParaRPr>
        </a:p>
      </dgm:t>
    </dgm:pt>
    <dgm:pt modelId="{B86BE002-C6A5-447D-9FD6-B65DA1950D2D}" type="sibTrans" cxnId="{E76CECB4-E466-4F6E-9432-9A62EFF546D8}">
      <dgm:prSet/>
      <dgm:spPr/>
      <dgm:t>
        <a:bodyPr/>
        <a:lstStyle/>
        <a:p>
          <a:endParaRPr lang="zh-CN" altLang="en-US" sz="1800">
            <a:solidFill>
              <a:schemeClr val="tx1"/>
            </a:solidFill>
          </a:endParaRPr>
        </a:p>
      </dgm:t>
    </dgm:pt>
    <dgm:pt modelId="{B721A1E6-F1A9-4DE2-9BA7-769DA91BD415}">
      <dgm:prSet phldrT="[文本]" custT="1"/>
      <dgm:spPr/>
      <dgm:t>
        <a:bodyPr/>
        <a:lstStyle/>
        <a:p>
          <a:r>
            <a:rPr lang="zh-CN" altLang="en-US" sz="1200">
              <a:solidFill>
                <a:schemeClr val="tx1"/>
              </a:solidFill>
            </a:rPr>
            <a:t>成绩录入</a:t>
          </a:r>
        </a:p>
      </dgm:t>
    </dgm:pt>
    <dgm:pt modelId="{E7C42F3C-54AC-4BDC-A2CD-20EA47D66909}" type="parTrans" cxnId="{BA1B13CC-7A4C-4B21-9E5F-8226238FCB55}">
      <dgm:prSet custT="1"/>
      <dgm:spPr/>
      <dgm:t>
        <a:bodyPr/>
        <a:lstStyle/>
        <a:p>
          <a:endParaRPr lang="zh-CN" altLang="en-US" sz="500">
            <a:solidFill>
              <a:schemeClr val="tx1"/>
            </a:solidFill>
          </a:endParaRPr>
        </a:p>
      </dgm:t>
    </dgm:pt>
    <dgm:pt modelId="{5DD482D7-CF85-425B-B808-5410C6D73751}" type="sibTrans" cxnId="{BA1B13CC-7A4C-4B21-9E5F-8226238FCB55}">
      <dgm:prSet/>
      <dgm:spPr/>
      <dgm:t>
        <a:bodyPr/>
        <a:lstStyle/>
        <a:p>
          <a:endParaRPr lang="zh-CN" altLang="en-US" sz="1800">
            <a:solidFill>
              <a:schemeClr val="tx1"/>
            </a:solidFill>
          </a:endParaRPr>
        </a:p>
      </dgm:t>
    </dgm:pt>
    <dgm:pt modelId="{0D192AC7-02E9-42C8-B492-AA7C14829FB9}">
      <dgm:prSet phldrT="[文本]" custT="1"/>
      <dgm:spPr/>
      <dgm:t>
        <a:bodyPr/>
        <a:lstStyle/>
        <a:p>
          <a:r>
            <a:rPr lang="zh-CN" altLang="en-US" sz="1200">
              <a:solidFill>
                <a:schemeClr val="tx1"/>
              </a:solidFill>
            </a:rPr>
            <a:t>成绩查询</a:t>
          </a:r>
        </a:p>
      </dgm:t>
    </dgm:pt>
    <dgm:pt modelId="{9AF8C918-6145-4F98-A184-32A715687EE0}" type="parTrans" cxnId="{FE7182E6-3A20-4023-8EF4-B1CAF1FCF693}">
      <dgm:prSet custT="1"/>
      <dgm:spPr/>
      <dgm:t>
        <a:bodyPr/>
        <a:lstStyle/>
        <a:p>
          <a:endParaRPr lang="zh-CN" altLang="en-US" sz="500">
            <a:solidFill>
              <a:schemeClr val="tx1"/>
            </a:solidFill>
          </a:endParaRPr>
        </a:p>
      </dgm:t>
    </dgm:pt>
    <dgm:pt modelId="{7FE10998-ABBC-436A-8E3C-0AE57E865A22}" type="sibTrans" cxnId="{FE7182E6-3A20-4023-8EF4-B1CAF1FCF693}">
      <dgm:prSet/>
      <dgm:spPr/>
      <dgm:t>
        <a:bodyPr/>
        <a:lstStyle/>
        <a:p>
          <a:endParaRPr lang="zh-CN" altLang="en-US" sz="1800">
            <a:solidFill>
              <a:schemeClr val="tx1"/>
            </a:solidFill>
          </a:endParaRPr>
        </a:p>
      </dgm:t>
    </dgm:pt>
    <dgm:pt modelId="{310820A8-A25B-4F4D-B9CD-CC55D8668B73}">
      <dgm:prSet phldrT="[文本]" custT="1"/>
      <dgm:spPr/>
      <dgm:t>
        <a:bodyPr/>
        <a:lstStyle/>
        <a:p>
          <a:r>
            <a:rPr lang="zh-CN" altLang="en-US" sz="1200">
              <a:solidFill>
                <a:schemeClr val="tx1"/>
              </a:solidFill>
            </a:rPr>
            <a:t>成绩管理</a:t>
          </a:r>
        </a:p>
      </dgm:t>
    </dgm:pt>
    <dgm:pt modelId="{BD5B8B3C-C523-4965-AB88-D50233EDD5AC}" type="parTrans" cxnId="{B6D8CBB5-07CF-4F43-9361-2AA3D634B0BE}">
      <dgm:prSet custT="1"/>
      <dgm:spPr/>
      <dgm:t>
        <a:bodyPr/>
        <a:lstStyle/>
        <a:p>
          <a:endParaRPr lang="zh-CN" altLang="en-US" sz="500">
            <a:solidFill>
              <a:schemeClr val="tx1"/>
            </a:solidFill>
          </a:endParaRPr>
        </a:p>
      </dgm:t>
    </dgm:pt>
    <dgm:pt modelId="{AD91B572-36F6-4631-9020-ABB23CADCC32}" type="sibTrans" cxnId="{B6D8CBB5-07CF-4F43-9361-2AA3D634B0BE}">
      <dgm:prSet/>
      <dgm:spPr/>
      <dgm:t>
        <a:bodyPr/>
        <a:lstStyle/>
        <a:p>
          <a:endParaRPr lang="zh-CN" altLang="en-US" sz="1800">
            <a:solidFill>
              <a:schemeClr val="tx1"/>
            </a:solidFill>
          </a:endParaRPr>
        </a:p>
      </dgm:t>
    </dgm:pt>
    <dgm:pt modelId="{4155A292-FA8E-4376-8809-B5ED03A9F5AB}">
      <dgm:prSet phldrT="[文本]" custT="1"/>
      <dgm:spPr/>
      <dgm:t>
        <a:bodyPr/>
        <a:lstStyle/>
        <a:p>
          <a:r>
            <a:rPr lang="zh-CN" altLang="en-US" sz="1200">
              <a:solidFill>
                <a:schemeClr val="tx1"/>
              </a:solidFill>
            </a:rPr>
            <a:t>教学任务查询</a:t>
          </a:r>
        </a:p>
      </dgm:t>
    </dgm:pt>
    <dgm:pt modelId="{13E58336-1289-4754-B0CD-4900463E3F3C}" type="parTrans" cxnId="{873DC708-30F2-4ABD-9DBD-CEDEA5934939}">
      <dgm:prSet custT="1"/>
      <dgm:spPr/>
      <dgm:t>
        <a:bodyPr/>
        <a:lstStyle/>
        <a:p>
          <a:endParaRPr lang="zh-CN" altLang="en-US" sz="500">
            <a:solidFill>
              <a:schemeClr val="tx1"/>
            </a:solidFill>
          </a:endParaRPr>
        </a:p>
      </dgm:t>
    </dgm:pt>
    <dgm:pt modelId="{818589FA-9C77-44B1-82A2-365B54CA20E7}" type="sibTrans" cxnId="{873DC708-30F2-4ABD-9DBD-CEDEA5934939}">
      <dgm:prSet/>
      <dgm:spPr/>
      <dgm:t>
        <a:bodyPr/>
        <a:lstStyle/>
        <a:p>
          <a:endParaRPr lang="zh-CN" altLang="en-US" sz="1800">
            <a:solidFill>
              <a:schemeClr val="tx1"/>
            </a:solidFill>
          </a:endParaRPr>
        </a:p>
      </dgm:t>
    </dgm:pt>
    <dgm:pt modelId="{D143E37E-E900-4480-9CC3-0B55F6DFD867}">
      <dgm:prSet phldrT="[文本]" custT="1"/>
      <dgm:spPr/>
      <dgm:t>
        <a:bodyPr/>
        <a:lstStyle/>
        <a:p>
          <a:r>
            <a:rPr lang="en-US" altLang="zh-CN" sz="1200">
              <a:solidFill>
                <a:schemeClr val="tx1"/>
              </a:solidFill>
            </a:rPr>
            <a:t>POST /users</a:t>
          </a:r>
          <a:endParaRPr lang="zh-CN" altLang="en-US" sz="1200">
            <a:solidFill>
              <a:schemeClr val="tx1"/>
            </a:solidFill>
          </a:endParaRPr>
        </a:p>
      </dgm:t>
    </dgm:pt>
    <dgm:pt modelId="{EE35066D-934D-4BB5-913F-F8454EE922D7}" type="parTrans" cxnId="{FB616E4D-2CE4-4043-A648-C710C40A5C42}">
      <dgm:prSet custT="1"/>
      <dgm:spPr/>
      <dgm:t>
        <a:bodyPr/>
        <a:lstStyle/>
        <a:p>
          <a:endParaRPr lang="zh-CN" altLang="en-US" sz="500">
            <a:solidFill>
              <a:schemeClr val="tx1"/>
            </a:solidFill>
          </a:endParaRPr>
        </a:p>
      </dgm:t>
    </dgm:pt>
    <dgm:pt modelId="{2B80DE96-18B8-4C2C-A77E-F20EDBE8F46E}" type="sibTrans" cxnId="{FB616E4D-2CE4-4043-A648-C710C40A5C42}">
      <dgm:prSet/>
      <dgm:spPr/>
      <dgm:t>
        <a:bodyPr/>
        <a:lstStyle/>
        <a:p>
          <a:endParaRPr lang="zh-CN" altLang="en-US" sz="1800">
            <a:solidFill>
              <a:schemeClr val="tx1"/>
            </a:solidFill>
          </a:endParaRPr>
        </a:p>
      </dgm:t>
    </dgm:pt>
    <dgm:pt modelId="{D19E15EB-93BC-45E9-8884-57AEA49F8A08}">
      <dgm:prSet phldrT="[文本]" custT="1"/>
      <dgm:spPr/>
      <dgm:t>
        <a:bodyPr/>
        <a:lstStyle/>
        <a:p>
          <a:r>
            <a:rPr lang="en-US" altLang="zh-CN" sz="1200">
              <a:solidFill>
                <a:schemeClr val="tx1"/>
              </a:solidFill>
            </a:rPr>
            <a:t>DELETE /users</a:t>
          </a:r>
          <a:endParaRPr lang="zh-CN" altLang="en-US" sz="1200">
            <a:solidFill>
              <a:schemeClr val="tx1"/>
            </a:solidFill>
          </a:endParaRPr>
        </a:p>
      </dgm:t>
    </dgm:pt>
    <dgm:pt modelId="{160D1CC0-3440-43EA-893B-AD79D38D6D64}" type="parTrans" cxnId="{21C76FFF-6B55-4588-82E9-B1267BDCECD3}">
      <dgm:prSet custT="1"/>
      <dgm:spPr/>
      <dgm:t>
        <a:bodyPr/>
        <a:lstStyle/>
        <a:p>
          <a:endParaRPr lang="zh-CN" altLang="en-US" sz="500">
            <a:solidFill>
              <a:schemeClr val="tx1"/>
            </a:solidFill>
          </a:endParaRPr>
        </a:p>
      </dgm:t>
    </dgm:pt>
    <dgm:pt modelId="{690B2A74-7FD5-4E75-98AE-BAEF32940BE3}" type="sibTrans" cxnId="{21C76FFF-6B55-4588-82E9-B1267BDCECD3}">
      <dgm:prSet/>
      <dgm:spPr/>
      <dgm:t>
        <a:bodyPr/>
        <a:lstStyle/>
        <a:p>
          <a:endParaRPr lang="zh-CN" altLang="en-US" sz="1800">
            <a:solidFill>
              <a:schemeClr val="tx1"/>
            </a:solidFill>
          </a:endParaRPr>
        </a:p>
      </dgm:t>
    </dgm:pt>
    <dgm:pt modelId="{03B266EA-D9B2-4CA2-8AC0-2CCC81A34BD0}">
      <dgm:prSet phldrT="[文本]" custT="1"/>
      <dgm:spPr/>
      <dgm:t>
        <a:bodyPr/>
        <a:lstStyle/>
        <a:p>
          <a:r>
            <a:rPr lang="en-US" altLang="zh-CN" sz="1200">
              <a:solidFill>
                <a:schemeClr val="tx1"/>
              </a:solidFill>
            </a:rPr>
            <a:t>PATCH /users</a:t>
          </a:r>
          <a:endParaRPr lang="zh-CN" altLang="en-US" sz="1200">
            <a:solidFill>
              <a:schemeClr val="tx1"/>
            </a:solidFill>
          </a:endParaRPr>
        </a:p>
      </dgm:t>
    </dgm:pt>
    <dgm:pt modelId="{E699D5EB-AD72-4F1C-8EDB-9058811FE128}" type="parTrans" cxnId="{3E4B5091-8B30-426A-A007-02E170258740}">
      <dgm:prSet custT="1"/>
      <dgm:spPr/>
      <dgm:t>
        <a:bodyPr/>
        <a:lstStyle/>
        <a:p>
          <a:endParaRPr lang="zh-CN" altLang="en-US" sz="500">
            <a:solidFill>
              <a:schemeClr val="tx1"/>
            </a:solidFill>
          </a:endParaRPr>
        </a:p>
      </dgm:t>
    </dgm:pt>
    <dgm:pt modelId="{60E7E6B6-6B9A-416C-B0FB-21332196BE10}" type="sibTrans" cxnId="{3E4B5091-8B30-426A-A007-02E170258740}">
      <dgm:prSet/>
      <dgm:spPr/>
      <dgm:t>
        <a:bodyPr/>
        <a:lstStyle/>
        <a:p>
          <a:endParaRPr lang="zh-CN" altLang="en-US" sz="1800">
            <a:solidFill>
              <a:schemeClr val="tx1"/>
            </a:solidFill>
          </a:endParaRPr>
        </a:p>
      </dgm:t>
    </dgm:pt>
    <dgm:pt modelId="{683EE741-5D0E-4FA1-A49E-4ACFB3A9E592}">
      <dgm:prSet phldrT="[文本]" custT="1"/>
      <dgm:spPr/>
      <dgm:t>
        <a:bodyPr/>
        <a:lstStyle/>
        <a:p>
          <a:r>
            <a:rPr lang="en-US" altLang="zh-CN" sz="1200">
              <a:solidFill>
                <a:schemeClr val="tx1"/>
              </a:solidFill>
            </a:rPr>
            <a:t>GET /tasks</a:t>
          </a:r>
          <a:endParaRPr lang="zh-CN" altLang="en-US" sz="1200">
            <a:solidFill>
              <a:schemeClr val="tx1"/>
            </a:solidFill>
          </a:endParaRPr>
        </a:p>
      </dgm:t>
    </dgm:pt>
    <dgm:pt modelId="{9B549266-5137-4062-93C1-AA8A85432407}" type="parTrans" cxnId="{89C8ECD0-2D0B-4475-827F-E7782F6FFD0B}">
      <dgm:prSet custT="1"/>
      <dgm:spPr/>
      <dgm:t>
        <a:bodyPr/>
        <a:lstStyle/>
        <a:p>
          <a:endParaRPr lang="zh-CN" altLang="en-US" sz="500">
            <a:solidFill>
              <a:schemeClr val="tx1"/>
            </a:solidFill>
          </a:endParaRPr>
        </a:p>
      </dgm:t>
    </dgm:pt>
    <dgm:pt modelId="{DF145803-47E2-49AD-A5D1-D8CFDB597467}" type="sibTrans" cxnId="{89C8ECD0-2D0B-4475-827F-E7782F6FFD0B}">
      <dgm:prSet/>
      <dgm:spPr/>
      <dgm:t>
        <a:bodyPr/>
        <a:lstStyle/>
        <a:p>
          <a:endParaRPr lang="zh-CN" altLang="en-US" sz="1800">
            <a:solidFill>
              <a:schemeClr val="tx1"/>
            </a:solidFill>
          </a:endParaRPr>
        </a:p>
      </dgm:t>
    </dgm:pt>
    <dgm:pt modelId="{B473E9A1-93D2-4262-AEB0-A89E5B9FFE1D}">
      <dgm:prSet phldrT="[文本]" custT="1"/>
      <dgm:spPr/>
      <dgm:t>
        <a:bodyPr/>
        <a:lstStyle/>
        <a:p>
          <a:r>
            <a:rPr lang="en-US" altLang="zh-CN" sz="1200">
              <a:solidFill>
                <a:schemeClr val="tx1"/>
              </a:solidFill>
            </a:rPr>
            <a:t>POST /scores</a:t>
          </a:r>
          <a:endParaRPr lang="zh-CN" altLang="en-US" sz="1200">
            <a:solidFill>
              <a:schemeClr val="tx1"/>
            </a:solidFill>
          </a:endParaRPr>
        </a:p>
      </dgm:t>
    </dgm:pt>
    <dgm:pt modelId="{DBA550B0-2B02-4CB6-8153-FEBC74DEC022}" type="parTrans" cxnId="{A2011C3E-373A-4870-B550-3D673A0E3EB7}">
      <dgm:prSet custT="1"/>
      <dgm:spPr/>
      <dgm:t>
        <a:bodyPr/>
        <a:lstStyle/>
        <a:p>
          <a:endParaRPr lang="zh-CN" altLang="en-US" sz="500">
            <a:solidFill>
              <a:schemeClr val="tx1"/>
            </a:solidFill>
          </a:endParaRPr>
        </a:p>
      </dgm:t>
    </dgm:pt>
    <dgm:pt modelId="{BB7D166E-646B-4F93-83CD-878AA760E9E9}" type="sibTrans" cxnId="{A2011C3E-373A-4870-B550-3D673A0E3EB7}">
      <dgm:prSet/>
      <dgm:spPr/>
      <dgm:t>
        <a:bodyPr/>
        <a:lstStyle/>
        <a:p>
          <a:endParaRPr lang="zh-CN" altLang="en-US" sz="1800">
            <a:solidFill>
              <a:schemeClr val="tx1"/>
            </a:solidFill>
          </a:endParaRPr>
        </a:p>
      </dgm:t>
    </dgm:pt>
    <dgm:pt modelId="{6282134C-2AAB-4003-B16A-A2C18E48C660}">
      <dgm:prSet phldrT="[文本]" custT="1"/>
      <dgm:spPr/>
      <dgm:t>
        <a:bodyPr/>
        <a:lstStyle/>
        <a:p>
          <a:r>
            <a:rPr lang="en-US" altLang="zh-CN" sz="1200">
              <a:solidFill>
                <a:schemeClr val="tx1"/>
              </a:solidFill>
            </a:rPr>
            <a:t>GET /scores</a:t>
          </a:r>
          <a:endParaRPr lang="zh-CN" altLang="en-US" sz="1200">
            <a:solidFill>
              <a:schemeClr val="tx1"/>
            </a:solidFill>
          </a:endParaRPr>
        </a:p>
      </dgm:t>
    </dgm:pt>
    <dgm:pt modelId="{E95F9764-00B5-440C-9F1C-7420B192A1B3}" type="parTrans" cxnId="{3F1C87A3-7846-4161-8959-2D08783D933B}">
      <dgm:prSet custT="1"/>
      <dgm:spPr/>
      <dgm:t>
        <a:bodyPr/>
        <a:lstStyle/>
        <a:p>
          <a:endParaRPr lang="zh-CN" altLang="en-US" sz="500">
            <a:solidFill>
              <a:schemeClr val="tx1"/>
            </a:solidFill>
          </a:endParaRPr>
        </a:p>
      </dgm:t>
    </dgm:pt>
    <dgm:pt modelId="{2FB7A3CA-2850-44EF-B1FE-963F0ABFD457}" type="sibTrans" cxnId="{3F1C87A3-7846-4161-8959-2D08783D933B}">
      <dgm:prSet/>
      <dgm:spPr/>
      <dgm:t>
        <a:bodyPr/>
        <a:lstStyle/>
        <a:p>
          <a:endParaRPr lang="zh-CN" altLang="en-US" sz="1800">
            <a:solidFill>
              <a:schemeClr val="tx1"/>
            </a:solidFill>
          </a:endParaRPr>
        </a:p>
      </dgm:t>
    </dgm:pt>
    <dgm:pt modelId="{D21B8A8F-AAA6-41F1-A0E3-D0E7492BCF14}">
      <dgm:prSet phldrT="[文本]" custT="1"/>
      <dgm:spPr/>
      <dgm:t>
        <a:bodyPr/>
        <a:lstStyle/>
        <a:p>
          <a:r>
            <a:rPr lang="en-US" altLang="zh-CN" sz="3200">
              <a:solidFill>
                <a:schemeClr val="tx1"/>
              </a:solidFill>
            </a:rPr>
            <a:t>URI</a:t>
          </a:r>
          <a:endParaRPr lang="zh-CN" altLang="en-US" sz="3200">
            <a:solidFill>
              <a:schemeClr val="tx1"/>
            </a:solidFill>
          </a:endParaRPr>
        </a:p>
      </dgm:t>
    </dgm:pt>
    <dgm:pt modelId="{931362A2-8D80-4ADE-800D-CF64C0B44A8B}" type="parTrans" cxnId="{3FD06EFA-2DDC-4F6A-9740-2B593EC0BE1F}">
      <dgm:prSet/>
      <dgm:spPr/>
      <dgm:t>
        <a:bodyPr/>
        <a:lstStyle/>
        <a:p>
          <a:endParaRPr lang="zh-CN" altLang="en-US" sz="1800">
            <a:solidFill>
              <a:schemeClr val="tx1"/>
            </a:solidFill>
          </a:endParaRPr>
        </a:p>
      </dgm:t>
    </dgm:pt>
    <dgm:pt modelId="{A96EB041-58AA-4A1D-9105-C885F4A97B22}" type="sibTrans" cxnId="{3FD06EFA-2DDC-4F6A-9740-2B593EC0BE1F}">
      <dgm:prSet/>
      <dgm:spPr/>
      <dgm:t>
        <a:bodyPr/>
        <a:lstStyle/>
        <a:p>
          <a:endParaRPr lang="zh-CN" altLang="en-US" sz="1800">
            <a:solidFill>
              <a:schemeClr val="tx1"/>
            </a:solidFill>
          </a:endParaRPr>
        </a:p>
      </dgm:t>
    </dgm:pt>
    <dgm:pt modelId="{37910531-A66F-4A6B-B9BE-130568E0A12A}" type="pres">
      <dgm:prSet presAssocID="{5DAD8244-F4E2-4580-AB11-E09D2A8B4260}" presName="mainComposite" presStyleCnt="0">
        <dgm:presLayoutVars>
          <dgm:chPref val="1"/>
          <dgm:dir/>
          <dgm:animOne val="branch"/>
          <dgm:animLvl val="lvl"/>
          <dgm:resizeHandles val="exact"/>
        </dgm:presLayoutVars>
      </dgm:prSet>
      <dgm:spPr/>
    </dgm:pt>
    <dgm:pt modelId="{84D49B86-FE62-4B4B-8F0D-CD9C761C7B33}" type="pres">
      <dgm:prSet presAssocID="{5DAD8244-F4E2-4580-AB11-E09D2A8B4260}" presName="hierFlow" presStyleCnt="0"/>
      <dgm:spPr/>
    </dgm:pt>
    <dgm:pt modelId="{BB4FA524-9AC1-4D87-B665-A47B840BB7C1}" type="pres">
      <dgm:prSet presAssocID="{5DAD8244-F4E2-4580-AB11-E09D2A8B4260}" presName="firstBuf" presStyleCnt="0"/>
      <dgm:spPr/>
    </dgm:pt>
    <dgm:pt modelId="{1CBB2382-6672-4FF7-AE28-5DD33C5BA264}" type="pres">
      <dgm:prSet presAssocID="{5DAD8244-F4E2-4580-AB11-E09D2A8B4260}" presName="hierChild1" presStyleCnt="0">
        <dgm:presLayoutVars>
          <dgm:chPref val="1"/>
          <dgm:animOne val="branch"/>
          <dgm:animLvl val="lvl"/>
        </dgm:presLayoutVars>
      </dgm:prSet>
      <dgm:spPr/>
    </dgm:pt>
    <dgm:pt modelId="{EE341017-5759-4EC3-84D0-6CFE4E951A97}" type="pres">
      <dgm:prSet presAssocID="{6238337E-02CB-4196-B2DC-B693D026B93E}" presName="Name17" presStyleCnt="0"/>
      <dgm:spPr/>
    </dgm:pt>
    <dgm:pt modelId="{12457B98-FA45-4AA8-BA37-CBD8CD9B759C}" type="pres">
      <dgm:prSet presAssocID="{6238337E-02CB-4196-B2DC-B693D026B93E}" presName="level1Shape" presStyleLbl="node0" presStyleIdx="0" presStyleCnt="1">
        <dgm:presLayoutVars>
          <dgm:chPref val="3"/>
        </dgm:presLayoutVars>
      </dgm:prSet>
      <dgm:spPr/>
    </dgm:pt>
    <dgm:pt modelId="{F549413B-4C1D-4F7E-B847-9A41CD96EEEE}" type="pres">
      <dgm:prSet presAssocID="{6238337E-02CB-4196-B2DC-B693D026B93E}" presName="hierChild2" presStyleCnt="0"/>
      <dgm:spPr/>
    </dgm:pt>
    <dgm:pt modelId="{E2C158D5-F965-463D-891C-4BA4FC61EBD4}" type="pres">
      <dgm:prSet presAssocID="{11C41353-0F7A-40BA-AA93-44435F9EAA74}" presName="Name25" presStyleLbl="parChTrans1D2" presStyleIdx="0" presStyleCnt="4"/>
      <dgm:spPr/>
    </dgm:pt>
    <dgm:pt modelId="{5008E6BC-55D9-4CF0-AA78-65842824AA0E}" type="pres">
      <dgm:prSet presAssocID="{11C41353-0F7A-40BA-AA93-44435F9EAA74}" presName="connTx" presStyleLbl="parChTrans1D2" presStyleIdx="0" presStyleCnt="4"/>
      <dgm:spPr/>
    </dgm:pt>
    <dgm:pt modelId="{03593C26-3F38-43F5-BB3B-9497EB1819E7}" type="pres">
      <dgm:prSet presAssocID="{F7C5D0F2-27B8-48F3-A61A-5D3458CF9C31}" presName="Name30" presStyleCnt="0"/>
      <dgm:spPr/>
    </dgm:pt>
    <dgm:pt modelId="{08336030-A0EF-4717-AE58-DF147F1C6053}" type="pres">
      <dgm:prSet presAssocID="{F7C5D0F2-27B8-48F3-A61A-5D3458CF9C31}" presName="level2Shape" presStyleLbl="node2" presStyleIdx="0" presStyleCnt="4"/>
      <dgm:spPr/>
    </dgm:pt>
    <dgm:pt modelId="{5E604936-2D25-4BC0-97D5-732DF3CB2D9D}" type="pres">
      <dgm:prSet presAssocID="{F7C5D0F2-27B8-48F3-A61A-5D3458CF9C31}" presName="hierChild3" presStyleCnt="0"/>
      <dgm:spPr/>
    </dgm:pt>
    <dgm:pt modelId="{3F6A337D-6081-4697-B9F2-AB8AFA32A148}" type="pres">
      <dgm:prSet presAssocID="{7B40BB72-298A-44EE-8710-CE04E00C8D0D}" presName="Name25" presStyleLbl="parChTrans1D3" presStyleIdx="0" presStyleCnt="6"/>
      <dgm:spPr/>
    </dgm:pt>
    <dgm:pt modelId="{40C971EE-5934-4C5C-89C7-B19A2EED3E57}" type="pres">
      <dgm:prSet presAssocID="{7B40BB72-298A-44EE-8710-CE04E00C8D0D}" presName="connTx" presStyleLbl="parChTrans1D3" presStyleIdx="0" presStyleCnt="6"/>
      <dgm:spPr/>
    </dgm:pt>
    <dgm:pt modelId="{4E340ACC-69C6-426E-B879-724EBE1F1F6A}" type="pres">
      <dgm:prSet presAssocID="{97194FE8-D7E1-426B-A6F2-9614A73DAA95}" presName="Name30" presStyleCnt="0"/>
      <dgm:spPr/>
    </dgm:pt>
    <dgm:pt modelId="{47001A71-14E5-40D3-8828-BE15C696577C}" type="pres">
      <dgm:prSet presAssocID="{97194FE8-D7E1-426B-A6F2-9614A73DAA95}" presName="level2Shape" presStyleLbl="node3" presStyleIdx="0" presStyleCnt="6"/>
      <dgm:spPr/>
    </dgm:pt>
    <dgm:pt modelId="{79FCECBA-E413-4155-98B7-5B5ED5FBB26B}" type="pres">
      <dgm:prSet presAssocID="{97194FE8-D7E1-426B-A6F2-9614A73DAA95}" presName="hierChild3" presStyleCnt="0"/>
      <dgm:spPr/>
    </dgm:pt>
    <dgm:pt modelId="{53033CBA-86AA-4B25-BCA7-19F2C4EF7922}" type="pres">
      <dgm:prSet presAssocID="{EE35066D-934D-4BB5-913F-F8454EE922D7}" presName="Name25" presStyleLbl="parChTrans1D4" presStyleIdx="0" presStyleCnt="6"/>
      <dgm:spPr/>
    </dgm:pt>
    <dgm:pt modelId="{3B975080-39FB-4EBA-B3C7-380565827773}" type="pres">
      <dgm:prSet presAssocID="{EE35066D-934D-4BB5-913F-F8454EE922D7}" presName="connTx" presStyleLbl="parChTrans1D4" presStyleIdx="0" presStyleCnt="6"/>
      <dgm:spPr/>
    </dgm:pt>
    <dgm:pt modelId="{6030BC9D-C937-4630-8A9A-2B7C68760F00}" type="pres">
      <dgm:prSet presAssocID="{D143E37E-E900-4480-9CC3-0B55F6DFD867}" presName="Name30" presStyleCnt="0"/>
      <dgm:spPr/>
    </dgm:pt>
    <dgm:pt modelId="{809949F3-2B13-4F69-BF6C-37E7BBBE0D61}" type="pres">
      <dgm:prSet presAssocID="{D143E37E-E900-4480-9CC3-0B55F6DFD867}" presName="level2Shape" presStyleLbl="node4" presStyleIdx="0" presStyleCnt="6"/>
      <dgm:spPr/>
    </dgm:pt>
    <dgm:pt modelId="{12CD34FE-8653-4098-9353-595A1032407F}" type="pres">
      <dgm:prSet presAssocID="{D143E37E-E900-4480-9CC3-0B55F6DFD867}" presName="hierChild3" presStyleCnt="0"/>
      <dgm:spPr/>
    </dgm:pt>
    <dgm:pt modelId="{7E2629BC-F901-46A3-9891-24BB1995F08B}" type="pres">
      <dgm:prSet presAssocID="{D159B2B0-6CF4-47EC-9854-FFB425006FA5}" presName="Name25" presStyleLbl="parChTrans1D3" presStyleIdx="1" presStyleCnt="6"/>
      <dgm:spPr/>
    </dgm:pt>
    <dgm:pt modelId="{0633E8FB-5F73-4D58-A629-FF22A63E40A4}" type="pres">
      <dgm:prSet presAssocID="{D159B2B0-6CF4-47EC-9854-FFB425006FA5}" presName="connTx" presStyleLbl="parChTrans1D3" presStyleIdx="1" presStyleCnt="6"/>
      <dgm:spPr/>
    </dgm:pt>
    <dgm:pt modelId="{237E7C9C-2BAF-4F01-ABD0-0A89D0D8EA86}" type="pres">
      <dgm:prSet presAssocID="{7752DEE2-07A1-48D2-A4B6-128866AB69C7}" presName="Name30" presStyleCnt="0"/>
      <dgm:spPr/>
    </dgm:pt>
    <dgm:pt modelId="{2C5BE908-BEB9-429E-B654-146EB26BDA81}" type="pres">
      <dgm:prSet presAssocID="{7752DEE2-07A1-48D2-A4B6-128866AB69C7}" presName="level2Shape" presStyleLbl="node3" presStyleIdx="1" presStyleCnt="6"/>
      <dgm:spPr/>
    </dgm:pt>
    <dgm:pt modelId="{CDA2D1AF-A90A-4284-8295-439103B8015F}" type="pres">
      <dgm:prSet presAssocID="{7752DEE2-07A1-48D2-A4B6-128866AB69C7}" presName="hierChild3" presStyleCnt="0"/>
      <dgm:spPr/>
    </dgm:pt>
    <dgm:pt modelId="{B752F108-9398-4A84-A6B4-9EFF2E4B6F1D}" type="pres">
      <dgm:prSet presAssocID="{160D1CC0-3440-43EA-893B-AD79D38D6D64}" presName="Name25" presStyleLbl="parChTrans1D4" presStyleIdx="1" presStyleCnt="6"/>
      <dgm:spPr/>
    </dgm:pt>
    <dgm:pt modelId="{BA94E88E-1B55-42B3-9760-80D3CDACCFC5}" type="pres">
      <dgm:prSet presAssocID="{160D1CC0-3440-43EA-893B-AD79D38D6D64}" presName="connTx" presStyleLbl="parChTrans1D4" presStyleIdx="1" presStyleCnt="6"/>
      <dgm:spPr/>
    </dgm:pt>
    <dgm:pt modelId="{2C34AF93-CE69-4B12-8862-DEF08F808859}" type="pres">
      <dgm:prSet presAssocID="{D19E15EB-93BC-45E9-8884-57AEA49F8A08}" presName="Name30" presStyleCnt="0"/>
      <dgm:spPr/>
    </dgm:pt>
    <dgm:pt modelId="{A8F50799-4266-42BE-AE87-44E16848EBAB}" type="pres">
      <dgm:prSet presAssocID="{D19E15EB-93BC-45E9-8884-57AEA49F8A08}" presName="level2Shape" presStyleLbl="node4" presStyleIdx="1" presStyleCnt="6"/>
      <dgm:spPr/>
    </dgm:pt>
    <dgm:pt modelId="{ADB7B1E3-672C-4FAA-B2FD-0AE31CB8D79A}" type="pres">
      <dgm:prSet presAssocID="{D19E15EB-93BC-45E9-8884-57AEA49F8A08}" presName="hierChild3" presStyleCnt="0"/>
      <dgm:spPr/>
    </dgm:pt>
    <dgm:pt modelId="{BB3C706E-F5F3-4AA8-92D4-CD8BC9FA7FF9}" type="pres">
      <dgm:prSet presAssocID="{4B9FDCAD-149C-40CB-BC1E-21392A6B56FB}" presName="Name25" presStyleLbl="parChTrans1D2" presStyleIdx="1" presStyleCnt="4"/>
      <dgm:spPr/>
    </dgm:pt>
    <dgm:pt modelId="{83A41BF1-2CFB-4A80-A57C-E65E6C40C83A}" type="pres">
      <dgm:prSet presAssocID="{4B9FDCAD-149C-40CB-BC1E-21392A6B56FB}" presName="connTx" presStyleLbl="parChTrans1D2" presStyleIdx="1" presStyleCnt="4"/>
      <dgm:spPr/>
    </dgm:pt>
    <dgm:pt modelId="{35C641E7-2EB7-4F5A-9AA1-BF22AD30749A}" type="pres">
      <dgm:prSet presAssocID="{588D0E81-4694-48E8-A390-3C1601D6878D}" presName="Name30" presStyleCnt="0"/>
      <dgm:spPr/>
    </dgm:pt>
    <dgm:pt modelId="{FD24632B-2A1C-476F-8130-C5C8C306F92D}" type="pres">
      <dgm:prSet presAssocID="{588D0E81-4694-48E8-A390-3C1601D6878D}" presName="level2Shape" presStyleLbl="node2" presStyleIdx="1" presStyleCnt="4"/>
      <dgm:spPr/>
    </dgm:pt>
    <dgm:pt modelId="{CE44B843-CCBE-48B0-9FEA-7BC38CA0917E}" type="pres">
      <dgm:prSet presAssocID="{588D0E81-4694-48E8-A390-3C1601D6878D}" presName="hierChild3" presStyleCnt="0"/>
      <dgm:spPr/>
    </dgm:pt>
    <dgm:pt modelId="{7675D962-70B0-4687-89DB-696196FE8177}" type="pres">
      <dgm:prSet presAssocID="{B778B970-03E7-45B8-8184-FAA8509AE8D4}" presName="Name25" presStyleLbl="parChTrans1D3" presStyleIdx="2" presStyleCnt="6"/>
      <dgm:spPr/>
    </dgm:pt>
    <dgm:pt modelId="{DD673B70-116C-4498-A412-25BFD846719E}" type="pres">
      <dgm:prSet presAssocID="{B778B970-03E7-45B8-8184-FAA8509AE8D4}" presName="connTx" presStyleLbl="parChTrans1D3" presStyleIdx="2" presStyleCnt="6"/>
      <dgm:spPr/>
    </dgm:pt>
    <dgm:pt modelId="{0E6082CC-7DA8-452B-9A36-4C96584ADFEB}" type="pres">
      <dgm:prSet presAssocID="{75EEC000-8DCE-4FAC-A884-AC95A0DE231B}" presName="Name30" presStyleCnt="0"/>
      <dgm:spPr/>
    </dgm:pt>
    <dgm:pt modelId="{F6A53239-B254-4981-831F-1DD02BA65CA0}" type="pres">
      <dgm:prSet presAssocID="{75EEC000-8DCE-4FAC-A884-AC95A0DE231B}" presName="level2Shape" presStyleLbl="node3" presStyleIdx="2" presStyleCnt="6"/>
      <dgm:spPr/>
    </dgm:pt>
    <dgm:pt modelId="{9200E538-C492-4975-A44C-79DEFB8319A1}" type="pres">
      <dgm:prSet presAssocID="{75EEC000-8DCE-4FAC-A884-AC95A0DE231B}" presName="hierChild3" presStyleCnt="0"/>
      <dgm:spPr/>
    </dgm:pt>
    <dgm:pt modelId="{7A153E50-6E5D-4C4D-B9A4-BD420045DA0B}" type="pres">
      <dgm:prSet presAssocID="{E699D5EB-AD72-4F1C-8EDB-9058811FE128}" presName="Name25" presStyleLbl="parChTrans1D4" presStyleIdx="2" presStyleCnt="6"/>
      <dgm:spPr/>
    </dgm:pt>
    <dgm:pt modelId="{7781139A-E977-4B58-958E-3D77D4DB5B4C}" type="pres">
      <dgm:prSet presAssocID="{E699D5EB-AD72-4F1C-8EDB-9058811FE128}" presName="connTx" presStyleLbl="parChTrans1D4" presStyleIdx="2" presStyleCnt="6"/>
      <dgm:spPr/>
    </dgm:pt>
    <dgm:pt modelId="{945545EA-9339-478D-8D01-9C3D6256D80C}" type="pres">
      <dgm:prSet presAssocID="{03B266EA-D9B2-4CA2-8AC0-2CCC81A34BD0}" presName="Name30" presStyleCnt="0"/>
      <dgm:spPr/>
    </dgm:pt>
    <dgm:pt modelId="{C664E236-01BC-497B-A957-2DE5081F9017}" type="pres">
      <dgm:prSet presAssocID="{03B266EA-D9B2-4CA2-8AC0-2CCC81A34BD0}" presName="level2Shape" presStyleLbl="node4" presStyleIdx="2" presStyleCnt="6"/>
      <dgm:spPr/>
    </dgm:pt>
    <dgm:pt modelId="{35E2104F-9ADE-4097-ABB2-4E47781C6C8C}" type="pres">
      <dgm:prSet presAssocID="{03B266EA-D9B2-4CA2-8AC0-2CCC81A34BD0}" presName="hierChild3" presStyleCnt="0"/>
      <dgm:spPr/>
    </dgm:pt>
    <dgm:pt modelId="{3BCC3F14-E3A7-4BD0-9D1D-EC5D87559FFF}" type="pres">
      <dgm:prSet presAssocID="{6CA2190E-270D-49D7-8126-4CDE47FAD891}" presName="Name25" presStyleLbl="parChTrans1D2" presStyleIdx="2" presStyleCnt="4"/>
      <dgm:spPr/>
    </dgm:pt>
    <dgm:pt modelId="{8534FC40-F4C8-4C9D-851A-D0307E9C97E6}" type="pres">
      <dgm:prSet presAssocID="{6CA2190E-270D-49D7-8126-4CDE47FAD891}" presName="connTx" presStyleLbl="parChTrans1D2" presStyleIdx="2" presStyleCnt="4"/>
      <dgm:spPr/>
    </dgm:pt>
    <dgm:pt modelId="{7CAF144C-5AC2-4E19-86C1-7F1B3F160055}" type="pres">
      <dgm:prSet presAssocID="{80F95C3B-AD1E-489E-AC6B-58F6FFD63648}" presName="Name30" presStyleCnt="0"/>
      <dgm:spPr/>
    </dgm:pt>
    <dgm:pt modelId="{F8EC1EED-FCF1-423A-91DE-9FB11DC06CD8}" type="pres">
      <dgm:prSet presAssocID="{80F95C3B-AD1E-489E-AC6B-58F6FFD63648}" presName="level2Shape" presStyleLbl="node2" presStyleIdx="2" presStyleCnt="4"/>
      <dgm:spPr/>
    </dgm:pt>
    <dgm:pt modelId="{25C6F2F1-B3AC-47B5-A390-41FD701EEAC9}" type="pres">
      <dgm:prSet presAssocID="{80F95C3B-AD1E-489E-AC6B-58F6FFD63648}" presName="hierChild3" presStyleCnt="0"/>
      <dgm:spPr/>
    </dgm:pt>
    <dgm:pt modelId="{1D857372-AFB0-4E3F-B896-1203529EF414}" type="pres">
      <dgm:prSet presAssocID="{13E58336-1289-4754-B0CD-4900463E3F3C}" presName="Name25" presStyleLbl="parChTrans1D3" presStyleIdx="3" presStyleCnt="6"/>
      <dgm:spPr/>
    </dgm:pt>
    <dgm:pt modelId="{5A089BC0-C65D-4BB0-9232-111542D880B8}" type="pres">
      <dgm:prSet presAssocID="{13E58336-1289-4754-B0CD-4900463E3F3C}" presName="connTx" presStyleLbl="parChTrans1D3" presStyleIdx="3" presStyleCnt="6"/>
      <dgm:spPr/>
    </dgm:pt>
    <dgm:pt modelId="{7534D123-3558-4EC9-B878-86AC74181246}" type="pres">
      <dgm:prSet presAssocID="{4155A292-FA8E-4376-8809-B5ED03A9F5AB}" presName="Name30" presStyleCnt="0"/>
      <dgm:spPr/>
    </dgm:pt>
    <dgm:pt modelId="{C4ED12ED-2E41-498F-9A90-B68FA1E8EBB0}" type="pres">
      <dgm:prSet presAssocID="{4155A292-FA8E-4376-8809-B5ED03A9F5AB}" presName="level2Shape" presStyleLbl="node3" presStyleIdx="3" presStyleCnt="6"/>
      <dgm:spPr/>
    </dgm:pt>
    <dgm:pt modelId="{391BF623-9C76-41C8-8619-7BC1F6576E71}" type="pres">
      <dgm:prSet presAssocID="{4155A292-FA8E-4376-8809-B5ED03A9F5AB}" presName="hierChild3" presStyleCnt="0"/>
      <dgm:spPr/>
    </dgm:pt>
    <dgm:pt modelId="{EA4716BF-757A-4BB3-990C-B9E26CD9D255}" type="pres">
      <dgm:prSet presAssocID="{9B549266-5137-4062-93C1-AA8A85432407}" presName="Name25" presStyleLbl="parChTrans1D4" presStyleIdx="3" presStyleCnt="6"/>
      <dgm:spPr/>
    </dgm:pt>
    <dgm:pt modelId="{D620BF7C-1368-47FC-97C3-2421C39B3554}" type="pres">
      <dgm:prSet presAssocID="{9B549266-5137-4062-93C1-AA8A85432407}" presName="connTx" presStyleLbl="parChTrans1D4" presStyleIdx="3" presStyleCnt="6"/>
      <dgm:spPr/>
    </dgm:pt>
    <dgm:pt modelId="{961CAF8B-2ED7-472D-96AF-26C2F0B4EA74}" type="pres">
      <dgm:prSet presAssocID="{683EE741-5D0E-4FA1-A49E-4ACFB3A9E592}" presName="Name30" presStyleCnt="0"/>
      <dgm:spPr/>
    </dgm:pt>
    <dgm:pt modelId="{43022B46-168D-4A88-99FB-0C7F18B07406}" type="pres">
      <dgm:prSet presAssocID="{683EE741-5D0E-4FA1-A49E-4ACFB3A9E592}" presName="level2Shape" presStyleLbl="node4" presStyleIdx="3" presStyleCnt="6"/>
      <dgm:spPr/>
    </dgm:pt>
    <dgm:pt modelId="{8074F50A-AC47-4E05-A9E0-0D83E502EA71}" type="pres">
      <dgm:prSet presAssocID="{683EE741-5D0E-4FA1-A49E-4ACFB3A9E592}" presName="hierChild3" presStyleCnt="0"/>
      <dgm:spPr/>
    </dgm:pt>
    <dgm:pt modelId="{D530BC00-5A54-4F60-8A67-4851460507B8}" type="pres">
      <dgm:prSet presAssocID="{BD5B8B3C-C523-4965-AB88-D50233EDD5AC}" presName="Name25" presStyleLbl="parChTrans1D2" presStyleIdx="3" presStyleCnt="4"/>
      <dgm:spPr/>
    </dgm:pt>
    <dgm:pt modelId="{3C4FEEA2-19F3-40B7-9874-ABB1AD1C43F0}" type="pres">
      <dgm:prSet presAssocID="{BD5B8B3C-C523-4965-AB88-D50233EDD5AC}" presName="connTx" presStyleLbl="parChTrans1D2" presStyleIdx="3" presStyleCnt="4"/>
      <dgm:spPr/>
    </dgm:pt>
    <dgm:pt modelId="{4E83EF1B-7527-47E7-B312-1A15249E22DA}" type="pres">
      <dgm:prSet presAssocID="{310820A8-A25B-4F4D-B9CD-CC55D8668B73}" presName="Name30" presStyleCnt="0"/>
      <dgm:spPr/>
    </dgm:pt>
    <dgm:pt modelId="{99E4ACB8-73B0-4C52-AD5B-1CEAF63A596C}" type="pres">
      <dgm:prSet presAssocID="{310820A8-A25B-4F4D-B9CD-CC55D8668B73}" presName="level2Shape" presStyleLbl="node2" presStyleIdx="3" presStyleCnt="4"/>
      <dgm:spPr/>
    </dgm:pt>
    <dgm:pt modelId="{D7760C9A-F756-4F32-96F8-D2907A87E4A3}" type="pres">
      <dgm:prSet presAssocID="{310820A8-A25B-4F4D-B9CD-CC55D8668B73}" presName="hierChild3" presStyleCnt="0"/>
      <dgm:spPr/>
    </dgm:pt>
    <dgm:pt modelId="{538C9280-4237-47F9-97DC-71803BAFEF68}" type="pres">
      <dgm:prSet presAssocID="{E7C42F3C-54AC-4BDC-A2CD-20EA47D66909}" presName="Name25" presStyleLbl="parChTrans1D3" presStyleIdx="4" presStyleCnt="6"/>
      <dgm:spPr/>
    </dgm:pt>
    <dgm:pt modelId="{424C02D4-3279-4650-A8E6-093CA08B6BD9}" type="pres">
      <dgm:prSet presAssocID="{E7C42F3C-54AC-4BDC-A2CD-20EA47D66909}" presName="connTx" presStyleLbl="parChTrans1D3" presStyleIdx="4" presStyleCnt="6"/>
      <dgm:spPr/>
    </dgm:pt>
    <dgm:pt modelId="{D495F714-895B-448C-B20E-F201D5FEBF08}" type="pres">
      <dgm:prSet presAssocID="{B721A1E6-F1A9-4DE2-9BA7-769DA91BD415}" presName="Name30" presStyleCnt="0"/>
      <dgm:spPr/>
    </dgm:pt>
    <dgm:pt modelId="{A8FF0ADD-1100-444F-ADF8-DF9A5A616D20}" type="pres">
      <dgm:prSet presAssocID="{B721A1E6-F1A9-4DE2-9BA7-769DA91BD415}" presName="level2Shape" presStyleLbl="node3" presStyleIdx="4" presStyleCnt="6"/>
      <dgm:spPr/>
    </dgm:pt>
    <dgm:pt modelId="{FD6D2A22-3B01-4E8B-B947-1E2D2C1B83EA}" type="pres">
      <dgm:prSet presAssocID="{B721A1E6-F1A9-4DE2-9BA7-769DA91BD415}" presName="hierChild3" presStyleCnt="0"/>
      <dgm:spPr/>
    </dgm:pt>
    <dgm:pt modelId="{57F19E3C-31AC-4099-A1C2-FFC1142D1E6A}" type="pres">
      <dgm:prSet presAssocID="{DBA550B0-2B02-4CB6-8153-FEBC74DEC022}" presName="Name25" presStyleLbl="parChTrans1D4" presStyleIdx="4" presStyleCnt="6"/>
      <dgm:spPr/>
    </dgm:pt>
    <dgm:pt modelId="{02E9E4E0-E0C0-43BA-8E1B-BFCC71459D8D}" type="pres">
      <dgm:prSet presAssocID="{DBA550B0-2B02-4CB6-8153-FEBC74DEC022}" presName="connTx" presStyleLbl="parChTrans1D4" presStyleIdx="4" presStyleCnt="6"/>
      <dgm:spPr/>
    </dgm:pt>
    <dgm:pt modelId="{F325E6F0-2482-4577-B144-B915E17B2587}" type="pres">
      <dgm:prSet presAssocID="{B473E9A1-93D2-4262-AEB0-A89E5B9FFE1D}" presName="Name30" presStyleCnt="0"/>
      <dgm:spPr/>
    </dgm:pt>
    <dgm:pt modelId="{F75D677F-4021-4337-A002-5627200F1DAE}" type="pres">
      <dgm:prSet presAssocID="{B473E9A1-93D2-4262-AEB0-A89E5B9FFE1D}" presName="level2Shape" presStyleLbl="node4" presStyleIdx="4" presStyleCnt="6"/>
      <dgm:spPr/>
    </dgm:pt>
    <dgm:pt modelId="{245D0E11-259D-491D-97C0-1A8F4EE56B5F}" type="pres">
      <dgm:prSet presAssocID="{B473E9A1-93D2-4262-AEB0-A89E5B9FFE1D}" presName="hierChild3" presStyleCnt="0"/>
      <dgm:spPr/>
    </dgm:pt>
    <dgm:pt modelId="{E975B0C7-9BC3-4BC1-9170-512852C6A852}" type="pres">
      <dgm:prSet presAssocID="{9AF8C918-6145-4F98-A184-32A715687EE0}" presName="Name25" presStyleLbl="parChTrans1D3" presStyleIdx="5" presStyleCnt="6"/>
      <dgm:spPr/>
    </dgm:pt>
    <dgm:pt modelId="{E10233E1-4E7C-4A05-A57F-5C824BF3A4C7}" type="pres">
      <dgm:prSet presAssocID="{9AF8C918-6145-4F98-A184-32A715687EE0}" presName="connTx" presStyleLbl="parChTrans1D3" presStyleIdx="5" presStyleCnt="6"/>
      <dgm:spPr/>
    </dgm:pt>
    <dgm:pt modelId="{D082715F-6445-46F3-8DBD-9F9AEE3E3065}" type="pres">
      <dgm:prSet presAssocID="{0D192AC7-02E9-42C8-B492-AA7C14829FB9}" presName="Name30" presStyleCnt="0"/>
      <dgm:spPr/>
    </dgm:pt>
    <dgm:pt modelId="{9B1DB271-B8B5-4D04-B93A-EAF6DD30A140}" type="pres">
      <dgm:prSet presAssocID="{0D192AC7-02E9-42C8-B492-AA7C14829FB9}" presName="level2Shape" presStyleLbl="node3" presStyleIdx="5" presStyleCnt="6"/>
      <dgm:spPr/>
    </dgm:pt>
    <dgm:pt modelId="{526A0B35-9AE5-424C-8AAB-F4774A9DCEAF}" type="pres">
      <dgm:prSet presAssocID="{0D192AC7-02E9-42C8-B492-AA7C14829FB9}" presName="hierChild3" presStyleCnt="0"/>
      <dgm:spPr/>
    </dgm:pt>
    <dgm:pt modelId="{19864F9F-AB81-4F97-B41A-561488E554FA}" type="pres">
      <dgm:prSet presAssocID="{E95F9764-00B5-440C-9F1C-7420B192A1B3}" presName="Name25" presStyleLbl="parChTrans1D4" presStyleIdx="5" presStyleCnt="6"/>
      <dgm:spPr/>
    </dgm:pt>
    <dgm:pt modelId="{FE20BADB-9BFA-4EDD-A0B6-D53CF0ED8541}" type="pres">
      <dgm:prSet presAssocID="{E95F9764-00B5-440C-9F1C-7420B192A1B3}" presName="connTx" presStyleLbl="parChTrans1D4" presStyleIdx="5" presStyleCnt="6"/>
      <dgm:spPr/>
    </dgm:pt>
    <dgm:pt modelId="{991A3BEA-A080-4D0D-91F9-2AA2EB9E7C9D}" type="pres">
      <dgm:prSet presAssocID="{6282134C-2AAB-4003-B16A-A2C18E48C660}" presName="Name30" presStyleCnt="0"/>
      <dgm:spPr/>
    </dgm:pt>
    <dgm:pt modelId="{19380B31-F0A6-4667-8802-E113D4D4012F}" type="pres">
      <dgm:prSet presAssocID="{6282134C-2AAB-4003-B16A-A2C18E48C660}" presName="level2Shape" presStyleLbl="node4" presStyleIdx="5" presStyleCnt="6"/>
      <dgm:spPr/>
    </dgm:pt>
    <dgm:pt modelId="{4AB6FA16-4425-4584-9408-4D6324DD2A67}" type="pres">
      <dgm:prSet presAssocID="{6282134C-2AAB-4003-B16A-A2C18E48C660}" presName="hierChild3" presStyleCnt="0"/>
      <dgm:spPr/>
    </dgm:pt>
    <dgm:pt modelId="{710EACAA-8B6D-4030-9D58-7C552A6D1117}" type="pres">
      <dgm:prSet presAssocID="{5DAD8244-F4E2-4580-AB11-E09D2A8B4260}" presName="bgShapesFlow" presStyleCnt="0"/>
      <dgm:spPr/>
    </dgm:pt>
    <dgm:pt modelId="{4CA96039-A569-47DA-898E-EC3E73EEE3FC}" type="pres">
      <dgm:prSet presAssocID="{1E8A3121-F370-4D20-96D9-9FBAC5F09899}" presName="rectComp" presStyleCnt="0"/>
      <dgm:spPr/>
    </dgm:pt>
    <dgm:pt modelId="{B720BA96-BD8D-46CB-9812-837BC6148176}" type="pres">
      <dgm:prSet presAssocID="{1E8A3121-F370-4D20-96D9-9FBAC5F09899}" presName="bgRect" presStyleLbl="bgShp" presStyleIdx="0" presStyleCnt="4"/>
      <dgm:spPr/>
    </dgm:pt>
    <dgm:pt modelId="{766A036D-B05F-410C-9B2B-AD6C674D424A}" type="pres">
      <dgm:prSet presAssocID="{1E8A3121-F370-4D20-96D9-9FBAC5F09899}" presName="bgRectTx" presStyleLbl="bgShp" presStyleIdx="0" presStyleCnt="4">
        <dgm:presLayoutVars>
          <dgm:bulletEnabled val="1"/>
        </dgm:presLayoutVars>
      </dgm:prSet>
      <dgm:spPr/>
    </dgm:pt>
    <dgm:pt modelId="{CF05AFD6-B798-46C7-923C-0CFD697DBAAD}" type="pres">
      <dgm:prSet presAssocID="{1E8A3121-F370-4D20-96D9-9FBAC5F09899}" presName="spComp" presStyleCnt="0"/>
      <dgm:spPr/>
    </dgm:pt>
    <dgm:pt modelId="{0940DA3B-BB08-40AC-AA74-BC422A2A4DEE}" type="pres">
      <dgm:prSet presAssocID="{1E8A3121-F370-4D20-96D9-9FBAC5F09899}" presName="hSp" presStyleCnt="0"/>
      <dgm:spPr/>
    </dgm:pt>
    <dgm:pt modelId="{40ACE907-0784-4100-A9AB-201ADD724BAB}" type="pres">
      <dgm:prSet presAssocID="{1FA791D6-9417-4444-AEA3-191E9F684022}" presName="rectComp" presStyleCnt="0"/>
      <dgm:spPr/>
    </dgm:pt>
    <dgm:pt modelId="{8FD13554-3059-4AC1-B4C8-11CE2AF60BD5}" type="pres">
      <dgm:prSet presAssocID="{1FA791D6-9417-4444-AEA3-191E9F684022}" presName="bgRect" presStyleLbl="bgShp" presStyleIdx="1" presStyleCnt="4"/>
      <dgm:spPr/>
    </dgm:pt>
    <dgm:pt modelId="{73B59DF5-928A-4BF8-AB87-1C7402353135}" type="pres">
      <dgm:prSet presAssocID="{1FA791D6-9417-4444-AEA3-191E9F684022}" presName="bgRectTx" presStyleLbl="bgShp" presStyleIdx="1" presStyleCnt="4">
        <dgm:presLayoutVars>
          <dgm:bulletEnabled val="1"/>
        </dgm:presLayoutVars>
      </dgm:prSet>
      <dgm:spPr/>
    </dgm:pt>
    <dgm:pt modelId="{F2CB9083-30E4-4965-998F-2F03A2FBF534}" type="pres">
      <dgm:prSet presAssocID="{1FA791D6-9417-4444-AEA3-191E9F684022}" presName="spComp" presStyleCnt="0"/>
      <dgm:spPr/>
    </dgm:pt>
    <dgm:pt modelId="{5E7F25F8-3ADA-4280-B05B-82F645A08659}" type="pres">
      <dgm:prSet presAssocID="{1FA791D6-9417-4444-AEA3-191E9F684022}" presName="hSp" presStyleCnt="0"/>
      <dgm:spPr/>
    </dgm:pt>
    <dgm:pt modelId="{F8237862-D9CA-4344-904D-1F5383280091}" type="pres">
      <dgm:prSet presAssocID="{746C7798-38AE-4FC3-968D-0CE2B20A09F3}" presName="rectComp" presStyleCnt="0"/>
      <dgm:spPr/>
    </dgm:pt>
    <dgm:pt modelId="{B63A2BC3-CDBC-4064-85A5-C6C1B729CD53}" type="pres">
      <dgm:prSet presAssocID="{746C7798-38AE-4FC3-968D-0CE2B20A09F3}" presName="bgRect" presStyleLbl="bgShp" presStyleIdx="2" presStyleCnt="4"/>
      <dgm:spPr/>
    </dgm:pt>
    <dgm:pt modelId="{F7F91C18-E453-4D2C-9761-7E7F5E906498}" type="pres">
      <dgm:prSet presAssocID="{746C7798-38AE-4FC3-968D-0CE2B20A09F3}" presName="bgRectTx" presStyleLbl="bgShp" presStyleIdx="2" presStyleCnt="4">
        <dgm:presLayoutVars>
          <dgm:bulletEnabled val="1"/>
        </dgm:presLayoutVars>
      </dgm:prSet>
      <dgm:spPr/>
    </dgm:pt>
    <dgm:pt modelId="{0EA6A56F-D902-4714-A206-CC26E46127D0}" type="pres">
      <dgm:prSet presAssocID="{746C7798-38AE-4FC3-968D-0CE2B20A09F3}" presName="spComp" presStyleCnt="0"/>
      <dgm:spPr/>
    </dgm:pt>
    <dgm:pt modelId="{59AD9187-23A4-4FCD-8560-6BE161AD8BE9}" type="pres">
      <dgm:prSet presAssocID="{746C7798-38AE-4FC3-968D-0CE2B20A09F3}" presName="hSp" presStyleCnt="0"/>
      <dgm:spPr/>
    </dgm:pt>
    <dgm:pt modelId="{F46EDF0D-0168-4DBA-BB5D-C5E43D20CB35}" type="pres">
      <dgm:prSet presAssocID="{D21B8A8F-AAA6-41F1-A0E3-D0E7492BCF14}" presName="rectComp" presStyleCnt="0"/>
      <dgm:spPr/>
    </dgm:pt>
    <dgm:pt modelId="{C2546D7F-5F5C-4F63-B1CC-93FD72E7728B}" type="pres">
      <dgm:prSet presAssocID="{D21B8A8F-AAA6-41F1-A0E3-D0E7492BCF14}" presName="bgRect" presStyleLbl="bgShp" presStyleIdx="3" presStyleCnt="4"/>
      <dgm:spPr/>
    </dgm:pt>
    <dgm:pt modelId="{04616B54-8FDF-4FE9-A510-2D6F410E05E8}" type="pres">
      <dgm:prSet presAssocID="{D21B8A8F-AAA6-41F1-A0E3-D0E7492BCF14}" presName="bgRectTx" presStyleLbl="bgShp" presStyleIdx="3" presStyleCnt="4">
        <dgm:presLayoutVars>
          <dgm:bulletEnabled val="1"/>
        </dgm:presLayoutVars>
      </dgm:prSet>
      <dgm:spPr/>
    </dgm:pt>
  </dgm:ptLst>
  <dgm:cxnLst>
    <dgm:cxn modelId="{C2917903-7FC3-40A6-8C98-A6196B4947E2}" type="presOf" srcId="{5DAD8244-F4E2-4580-AB11-E09D2A8B4260}" destId="{37910531-A66F-4A6B-B9BE-130568E0A12A}" srcOrd="0" destOrd="0" presId="urn:microsoft.com/office/officeart/2005/8/layout/hierarchy5"/>
    <dgm:cxn modelId="{873DC708-30F2-4ABD-9DBD-CEDEA5934939}" srcId="{80F95C3B-AD1E-489E-AC6B-58F6FFD63648}" destId="{4155A292-FA8E-4376-8809-B5ED03A9F5AB}" srcOrd="0" destOrd="0" parTransId="{13E58336-1289-4754-B0CD-4900463E3F3C}" sibTransId="{818589FA-9C77-44B1-82A2-365B54CA20E7}"/>
    <dgm:cxn modelId="{93950F0C-944C-4B45-A7DC-0907256BF4B6}" type="presOf" srcId="{E699D5EB-AD72-4F1C-8EDB-9058811FE128}" destId="{7A153E50-6E5D-4C4D-B9A4-BD420045DA0B}" srcOrd="0" destOrd="0" presId="urn:microsoft.com/office/officeart/2005/8/layout/hierarchy5"/>
    <dgm:cxn modelId="{BA574610-087D-48CE-8A40-6134139DF79F}" type="presOf" srcId="{4B9FDCAD-149C-40CB-BC1E-21392A6B56FB}" destId="{BB3C706E-F5F3-4AA8-92D4-CD8BC9FA7FF9}" srcOrd="0" destOrd="0" presId="urn:microsoft.com/office/officeart/2005/8/layout/hierarchy5"/>
    <dgm:cxn modelId="{67315013-12CC-4EBF-81B2-10EFD94B8F21}" type="presOf" srcId="{9AF8C918-6145-4F98-A184-32A715687EE0}" destId="{E10233E1-4E7C-4A05-A57F-5C824BF3A4C7}" srcOrd="1" destOrd="0" presId="urn:microsoft.com/office/officeart/2005/8/layout/hierarchy5"/>
    <dgm:cxn modelId="{FF27FD19-6EDA-47D9-A8DF-4B377878466E}" type="presOf" srcId="{588D0E81-4694-48E8-A390-3C1601D6878D}" destId="{FD24632B-2A1C-476F-8130-C5C8C306F92D}" srcOrd="0" destOrd="0" presId="urn:microsoft.com/office/officeart/2005/8/layout/hierarchy5"/>
    <dgm:cxn modelId="{91F61D1B-D9F3-411C-83EF-AD6D3731D599}" type="presOf" srcId="{75EEC000-8DCE-4FAC-A884-AC95A0DE231B}" destId="{F6A53239-B254-4981-831F-1DD02BA65CA0}" srcOrd="0" destOrd="0" presId="urn:microsoft.com/office/officeart/2005/8/layout/hierarchy5"/>
    <dgm:cxn modelId="{71F3691F-5E14-4F19-9085-4AC9945BE5C6}" srcId="{5DAD8244-F4E2-4580-AB11-E09D2A8B4260}" destId="{746C7798-38AE-4FC3-968D-0CE2B20A09F3}" srcOrd="3" destOrd="0" parTransId="{7C03FDB3-F6DE-4919-AFE4-BB89F68AC2C1}" sibTransId="{6CD5FC8A-2B0C-4E0E-9A43-6CB849E91D1E}"/>
    <dgm:cxn modelId="{8D46AC1F-9F84-433D-8CF7-22BF35F8D404}" type="presOf" srcId="{D159B2B0-6CF4-47EC-9854-FFB425006FA5}" destId="{0633E8FB-5F73-4D58-A629-FF22A63E40A4}" srcOrd="1" destOrd="0" presId="urn:microsoft.com/office/officeart/2005/8/layout/hierarchy5"/>
    <dgm:cxn modelId="{EE287426-0E89-4FA4-9773-CE859E29D1D6}" type="presOf" srcId="{1FA791D6-9417-4444-AEA3-191E9F684022}" destId="{8FD13554-3059-4AC1-B4C8-11CE2AF60BD5}" srcOrd="0" destOrd="0" presId="urn:microsoft.com/office/officeart/2005/8/layout/hierarchy5"/>
    <dgm:cxn modelId="{F15B4F28-74FB-4CE4-9684-1469B99372F6}" type="presOf" srcId="{DBA550B0-2B02-4CB6-8153-FEBC74DEC022}" destId="{02E9E4E0-E0C0-43BA-8E1B-BFCC71459D8D}" srcOrd="1" destOrd="0" presId="urn:microsoft.com/office/officeart/2005/8/layout/hierarchy5"/>
    <dgm:cxn modelId="{EFC70F32-CF66-489F-A865-9735E46F4E20}" type="presOf" srcId="{D159B2B0-6CF4-47EC-9854-FFB425006FA5}" destId="{7E2629BC-F901-46A3-9891-24BB1995F08B}" srcOrd="0" destOrd="0" presId="urn:microsoft.com/office/officeart/2005/8/layout/hierarchy5"/>
    <dgm:cxn modelId="{CE297633-F2FD-4854-B2AF-0F84ABD3C522}" type="presOf" srcId="{1FA791D6-9417-4444-AEA3-191E9F684022}" destId="{73B59DF5-928A-4BF8-AB87-1C7402353135}" srcOrd="1" destOrd="0" presId="urn:microsoft.com/office/officeart/2005/8/layout/hierarchy5"/>
    <dgm:cxn modelId="{410FAD36-730A-4B30-A1FC-EF8F4BA93310}" type="presOf" srcId="{9B549266-5137-4062-93C1-AA8A85432407}" destId="{D620BF7C-1368-47FC-97C3-2421C39B3554}" srcOrd="1" destOrd="0" presId="urn:microsoft.com/office/officeart/2005/8/layout/hierarchy5"/>
    <dgm:cxn modelId="{02A21437-2426-4DF2-AFEA-F84831B1BEBE}" type="presOf" srcId="{6238337E-02CB-4196-B2DC-B693D026B93E}" destId="{12457B98-FA45-4AA8-BA37-CBD8CD9B759C}" srcOrd="0" destOrd="0" presId="urn:microsoft.com/office/officeart/2005/8/layout/hierarchy5"/>
    <dgm:cxn modelId="{53C8183D-C9A3-4A85-8163-7848E6D21F83}" srcId="{5DAD8244-F4E2-4580-AB11-E09D2A8B4260}" destId="{1E8A3121-F370-4D20-96D9-9FBAC5F09899}" srcOrd="1" destOrd="0" parTransId="{15176F09-0709-453A-A0F4-C1C23FE886FA}" sibTransId="{6FBD660D-C71F-45C4-9FB2-6C2FE189CF6E}"/>
    <dgm:cxn modelId="{A2011C3E-373A-4870-B550-3D673A0E3EB7}" srcId="{B721A1E6-F1A9-4DE2-9BA7-769DA91BD415}" destId="{B473E9A1-93D2-4262-AEB0-A89E5B9FFE1D}" srcOrd="0" destOrd="0" parTransId="{DBA550B0-2B02-4CB6-8153-FEBC74DEC022}" sibTransId="{BB7D166E-646B-4F93-83CD-878AA760E9E9}"/>
    <dgm:cxn modelId="{CB4C2D44-F22A-4E5D-9C70-6BA73AABD58A}" srcId="{588D0E81-4694-48E8-A390-3C1601D6878D}" destId="{75EEC000-8DCE-4FAC-A884-AC95A0DE231B}" srcOrd="0" destOrd="0" parTransId="{B778B970-03E7-45B8-8184-FAA8509AE8D4}" sibTransId="{0C52E7AB-D21E-491E-97B9-6AD7958C7D50}"/>
    <dgm:cxn modelId="{1A72A764-D234-4A12-A58C-3DC2FFC27868}" type="presOf" srcId="{BD5B8B3C-C523-4965-AB88-D50233EDD5AC}" destId="{3C4FEEA2-19F3-40B7-9874-ABB1AD1C43F0}" srcOrd="1" destOrd="0" presId="urn:microsoft.com/office/officeart/2005/8/layout/hierarchy5"/>
    <dgm:cxn modelId="{EF465065-9758-4D32-95A9-6D44F51BF6AA}" type="presOf" srcId="{160D1CC0-3440-43EA-893B-AD79D38D6D64}" destId="{BA94E88E-1B55-42B3-9760-80D3CDACCFC5}" srcOrd="1" destOrd="0" presId="urn:microsoft.com/office/officeart/2005/8/layout/hierarchy5"/>
    <dgm:cxn modelId="{86925766-7357-475E-BA6C-5EE5E2E02377}" type="presOf" srcId="{310820A8-A25B-4F4D-B9CD-CC55D8668B73}" destId="{99E4ACB8-73B0-4C52-AD5B-1CEAF63A596C}" srcOrd="0" destOrd="0" presId="urn:microsoft.com/office/officeart/2005/8/layout/hierarchy5"/>
    <dgm:cxn modelId="{36F3E746-E3F4-4F1C-895D-956389411C03}" type="presOf" srcId="{6CA2190E-270D-49D7-8126-4CDE47FAD891}" destId="{8534FC40-F4C8-4C9D-851A-D0307E9C97E6}" srcOrd="1" destOrd="0" presId="urn:microsoft.com/office/officeart/2005/8/layout/hierarchy5"/>
    <dgm:cxn modelId="{D992FB67-558C-415E-BFFE-89F122A0144F}" type="presOf" srcId="{E95F9764-00B5-440C-9F1C-7420B192A1B3}" destId="{FE20BADB-9BFA-4EDD-A0B6-D53CF0ED8541}" srcOrd="1" destOrd="0" presId="urn:microsoft.com/office/officeart/2005/8/layout/hierarchy5"/>
    <dgm:cxn modelId="{164F0548-A147-4B47-A464-DE1B100C06CE}" type="presOf" srcId="{13E58336-1289-4754-B0CD-4900463E3F3C}" destId="{1D857372-AFB0-4E3F-B896-1203529EF414}" srcOrd="0" destOrd="0" presId="urn:microsoft.com/office/officeart/2005/8/layout/hierarchy5"/>
    <dgm:cxn modelId="{9B812A48-E0D9-46EA-8582-E5BB1894C7F0}" srcId="{F7C5D0F2-27B8-48F3-A61A-5D3458CF9C31}" destId="{97194FE8-D7E1-426B-A6F2-9614A73DAA95}" srcOrd="0" destOrd="0" parTransId="{7B40BB72-298A-44EE-8710-CE04E00C8D0D}" sibTransId="{327F2366-92CD-45BA-A3E9-25C045F787E4}"/>
    <dgm:cxn modelId="{91AE0969-3AD4-4D24-AC2A-F1F9571842DE}" type="presOf" srcId="{E7C42F3C-54AC-4BDC-A2CD-20EA47D66909}" destId="{538C9280-4237-47F9-97DC-71803BAFEF68}" srcOrd="0" destOrd="0" presId="urn:microsoft.com/office/officeart/2005/8/layout/hierarchy5"/>
    <dgm:cxn modelId="{10936269-DC7D-44FF-9333-261FB9ACD6C2}" type="presOf" srcId="{E699D5EB-AD72-4F1C-8EDB-9058811FE128}" destId="{7781139A-E977-4B58-958E-3D77D4DB5B4C}" srcOrd="1" destOrd="0" presId="urn:microsoft.com/office/officeart/2005/8/layout/hierarchy5"/>
    <dgm:cxn modelId="{58B7844A-C840-46FF-A858-D2094E031AED}" srcId="{6238337E-02CB-4196-B2DC-B693D026B93E}" destId="{588D0E81-4694-48E8-A390-3C1601D6878D}" srcOrd="1" destOrd="0" parTransId="{4B9FDCAD-149C-40CB-BC1E-21392A6B56FB}" sibTransId="{2CF37E32-61FC-4177-870A-CB0CF917081B}"/>
    <dgm:cxn modelId="{EED9876A-8AE2-4103-B9B2-CE355F53CEFE}" type="presOf" srcId="{11C41353-0F7A-40BA-AA93-44435F9EAA74}" destId="{E2C158D5-F965-463D-891C-4BA4FC61EBD4}" srcOrd="0" destOrd="0" presId="urn:microsoft.com/office/officeart/2005/8/layout/hierarchy5"/>
    <dgm:cxn modelId="{88DF9A6C-FBCA-44AD-A368-10580FFE2CE0}" type="presOf" srcId="{BD5B8B3C-C523-4965-AB88-D50233EDD5AC}" destId="{D530BC00-5A54-4F60-8A67-4851460507B8}" srcOrd="0" destOrd="0" presId="urn:microsoft.com/office/officeart/2005/8/layout/hierarchy5"/>
    <dgm:cxn modelId="{FB616E4D-2CE4-4043-A648-C710C40A5C42}" srcId="{97194FE8-D7E1-426B-A6F2-9614A73DAA95}" destId="{D143E37E-E900-4480-9CC3-0B55F6DFD867}" srcOrd="0" destOrd="0" parTransId="{EE35066D-934D-4BB5-913F-F8454EE922D7}" sibTransId="{2B80DE96-18B8-4C2C-A77E-F20EDBE8F46E}"/>
    <dgm:cxn modelId="{25B22A4E-5463-4B30-802D-473188081F3A}" type="presOf" srcId="{13E58336-1289-4754-B0CD-4900463E3F3C}" destId="{5A089BC0-C65D-4BB0-9232-111542D880B8}" srcOrd="1" destOrd="0" presId="urn:microsoft.com/office/officeart/2005/8/layout/hierarchy5"/>
    <dgm:cxn modelId="{4958E051-2AAB-419D-AFF9-1EBEE205B6FC}" srcId="{6238337E-02CB-4196-B2DC-B693D026B93E}" destId="{F7C5D0F2-27B8-48F3-A61A-5D3458CF9C31}" srcOrd="0" destOrd="0" parTransId="{11C41353-0F7A-40BA-AA93-44435F9EAA74}" sibTransId="{EEC5674D-92BF-4243-A49C-F8EC7B9513AF}"/>
    <dgm:cxn modelId="{2DC10572-5593-44CF-BB81-1952522A757D}" type="presOf" srcId="{97194FE8-D7E1-426B-A6F2-9614A73DAA95}" destId="{47001A71-14E5-40D3-8828-BE15C696577C}" srcOrd="0" destOrd="0" presId="urn:microsoft.com/office/officeart/2005/8/layout/hierarchy5"/>
    <dgm:cxn modelId="{F09E9572-2F97-44E0-A30D-B9ABE8918FA2}" type="presOf" srcId="{4155A292-FA8E-4376-8809-B5ED03A9F5AB}" destId="{C4ED12ED-2E41-498F-9A90-B68FA1E8EBB0}" srcOrd="0" destOrd="0" presId="urn:microsoft.com/office/officeart/2005/8/layout/hierarchy5"/>
    <dgm:cxn modelId="{22B2F876-139D-42F0-94A2-E4038DAC959A}" type="presOf" srcId="{B778B970-03E7-45B8-8184-FAA8509AE8D4}" destId="{7675D962-70B0-4687-89DB-696196FE8177}" srcOrd="0" destOrd="0" presId="urn:microsoft.com/office/officeart/2005/8/layout/hierarchy5"/>
    <dgm:cxn modelId="{597B1D78-0231-47EA-9DA0-0683817D78C5}" type="presOf" srcId="{4B9FDCAD-149C-40CB-BC1E-21392A6B56FB}" destId="{83A41BF1-2CFB-4A80-A57C-E65E6C40C83A}" srcOrd="1" destOrd="0" presId="urn:microsoft.com/office/officeart/2005/8/layout/hierarchy5"/>
    <dgm:cxn modelId="{7CCA6B58-0FAB-47D4-B913-C10C02AE627F}" type="presOf" srcId="{DBA550B0-2B02-4CB6-8153-FEBC74DEC022}" destId="{57F19E3C-31AC-4099-A1C2-FFC1142D1E6A}" srcOrd="0" destOrd="0" presId="urn:microsoft.com/office/officeart/2005/8/layout/hierarchy5"/>
    <dgm:cxn modelId="{2B33DE7F-7D6F-404F-9A15-80F1C5C85425}" type="presOf" srcId="{EE35066D-934D-4BB5-913F-F8454EE922D7}" destId="{53033CBA-86AA-4B25-BCA7-19F2C4EF7922}" srcOrd="0" destOrd="0" presId="urn:microsoft.com/office/officeart/2005/8/layout/hierarchy5"/>
    <dgm:cxn modelId="{F8C6A884-878E-4011-94AE-2E17F51AD980}" type="presOf" srcId="{B473E9A1-93D2-4262-AEB0-A89E5B9FFE1D}" destId="{F75D677F-4021-4337-A002-5627200F1DAE}" srcOrd="0" destOrd="0" presId="urn:microsoft.com/office/officeart/2005/8/layout/hierarchy5"/>
    <dgm:cxn modelId="{CE917289-72B7-4EBC-9E9B-48572CC79A3A}" type="presOf" srcId="{D21B8A8F-AAA6-41F1-A0E3-D0E7492BCF14}" destId="{04616B54-8FDF-4FE9-A510-2D6F410E05E8}" srcOrd="1" destOrd="0" presId="urn:microsoft.com/office/officeart/2005/8/layout/hierarchy5"/>
    <dgm:cxn modelId="{E30C408E-8F42-47AF-BC32-CC35C73C20E1}" type="presOf" srcId="{E95F9764-00B5-440C-9F1C-7420B192A1B3}" destId="{19864F9F-AB81-4F97-B41A-561488E554FA}" srcOrd="0" destOrd="0" presId="urn:microsoft.com/office/officeart/2005/8/layout/hierarchy5"/>
    <dgm:cxn modelId="{419EE690-9C80-4A59-BA88-B9E7F3846F03}" type="presOf" srcId="{9B549266-5137-4062-93C1-AA8A85432407}" destId="{EA4716BF-757A-4BB3-990C-B9E26CD9D255}" srcOrd="0" destOrd="0" presId="urn:microsoft.com/office/officeart/2005/8/layout/hierarchy5"/>
    <dgm:cxn modelId="{3E4B5091-8B30-426A-A007-02E170258740}" srcId="{75EEC000-8DCE-4FAC-A884-AC95A0DE231B}" destId="{03B266EA-D9B2-4CA2-8AC0-2CCC81A34BD0}" srcOrd="0" destOrd="0" parTransId="{E699D5EB-AD72-4F1C-8EDB-9058811FE128}" sibTransId="{60E7E6B6-6B9A-416C-B0FB-21332196BE10}"/>
    <dgm:cxn modelId="{5619FF94-D6F5-4E86-A710-98FC721146DA}" type="presOf" srcId="{1E8A3121-F370-4D20-96D9-9FBAC5F09899}" destId="{766A036D-B05F-410C-9B2B-AD6C674D424A}" srcOrd="1" destOrd="0" presId="urn:microsoft.com/office/officeart/2005/8/layout/hierarchy5"/>
    <dgm:cxn modelId="{3F1C87A3-7846-4161-8959-2D08783D933B}" srcId="{0D192AC7-02E9-42C8-B492-AA7C14829FB9}" destId="{6282134C-2AAB-4003-B16A-A2C18E48C660}" srcOrd="0" destOrd="0" parTransId="{E95F9764-00B5-440C-9F1C-7420B192A1B3}" sibTransId="{2FB7A3CA-2850-44EF-B1FE-963F0ABFD457}"/>
    <dgm:cxn modelId="{B232D8A3-901F-4AA0-A9E0-FC13AB9414A4}" type="presOf" srcId="{EE35066D-934D-4BB5-913F-F8454EE922D7}" destId="{3B975080-39FB-4EBA-B3C7-380565827773}" srcOrd="1" destOrd="0" presId="urn:microsoft.com/office/officeart/2005/8/layout/hierarchy5"/>
    <dgm:cxn modelId="{AD22B3A4-CC7B-4631-BBDE-04A8D68E2E1F}" srcId="{F7C5D0F2-27B8-48F3-A61A-5D3458CF9C31}" destId="{7752DEE2-07A1-48D2-A4B6-128866AB69C7}" srcOrd="1" destOrd="0" parTransId="{D159B2B0-6CF4-47EC-9854-FFB425006FA5}" sibTransId="{1028E390-C60B-47C2-9C9C-9C9B38463B38}"/>
    <dgm:cxn modelId="{8DCBF9A4-14B5-4DBE-8A41-61B76B814DB5}" type="presOf" srcId="{9AF8C918-6145-4F98-A184-32A715687EE0}" destId="{E975B0C7-9BC3-4BC1-9170-512852C6A852}" srcOrd="0" destOrd="0" presId="urn:microsoft.com/office/officeart/2005/8/layout/hierarchy5"/>
    <dgm:cxn modelId="{E19B6AA8-D8F4-45FC-9844-DB143935B829}" type="presOf" srcId="{1E8A3121-F370-4D20-96D9-9FBAC5F09899}" destId="{B720BA96-BD8D-46CB-9812-837BC6148176}" srcOrd="0" destOrd="0" presId="urn:microsoft.com/office/officeart/2005/8/layout/hierarchy5"/>
    <dgm:cxn modelId="{4DC0E8A8-43D4-4CB0-9BDE-7745BC228FF4}" type="presOf" srcId="{746C7798-38AE-4FC3-968D-0CE2B20A09F3}" destId="{F7F91C18-E453-4D2C-9761-7E7F5E906498}" srcOrd="1" destOrd="0" presId="urn:microsoft.com/office/officeart/2005/8/layout/hierarchy5"/>
    <dgm:cxn modelId="{39FF82AF-58FE-473D-AD63-E172885FD44E}" type="presOf" srcId="{B778B970-03E7-45B8-8184-FAA8509AE8D4}" destId="{DD673B70-116C-4498-A412-25BFD846719E}" srcOrd="1" destOrd="0" presId="urn:microsoft.com/office/officeart/2005/8/layout/hierarchy5"/>
    <dgm:cxn modelId="{489CF9B0-C2B3-4D74-B4D9-FABF54BE932E}" type="presOf" srcId="{7752DEE2-07A1-48D2-A4B6-128866AB69C7}" destId="{2C5BE908-BEB9-429E-B654-146EB26BDA81}" srcOrd="0" destOrd="0" presId="urn:microsoft.com/office/officeart/2005/8/layout/hierarchy5"/>
    <dgm:cxn modelId="{E76CECB4-E466-4F6E-9432-9A62EFF546D8}" srcId="{6238337E-02CB-4196-B2DC-B693D026B93E}" destId="{80F95C3B-AD1E-489E-AC6B-58F6FFD63648}" srcOrd="2" destOrd="0" parTransId="{6CA2190E-270D-49D7-8126-4CDE47FAD891}" sibTransId="{B86BE002-C6A5-447D-9FD6-B65DA1950D2D}"/>
    <dgm:cxn modelId="{B6D8CBB5-07CF-4F43-9361-2AA3D634B0BE}" srcId="{6238337E-02CB-4196-B2DC-B693D026B93E}" destId="{310820A8-A25B-4F4D-B9CD-CC55D8668B73}" srcOrd="3" destOrd="0" parTransId="{BD5B8B3C-C523-4965-AB88-D50233EDD5AC}" sibTransId="{AD91B572-36F6-4631-9020-ABB23CADCC32}"/>
    <dgm:cxn modelId="{B7C303BD-2FC1-4BFE-B6C6-992F0E7FD73F}" type="presOf" srcId="{80F95C3B-AD1E-489E-AC6B-58F6FFD63648}" destId="{F8EC1EED-FCF1-423A-91DE-9FB11DC06CD8}" srcOrd="0" destOrd="0" presId="urn:microsoft.com/office/officeart/2005/8/layout/hierarchy5"/>
    <dgm:cxn modelId="{BA1B13CC-7A4C-4B21-9E5F-8226238FCB55}" srcId="{310820A8-A25B-4F4D-B9CD-CC55D8668B73}" destId="{B721A1E6-F1A9-4DE2-9BA7-769DA91BD415}" srcOrd="0" destOrd="0" parTransId="{E7C42F3C-54AC-4BDC-A2CD-20EA47D66909}" sibTransId="{5DD482D7-CF85-425B-B808-5410C6D73751}"/>
    <dgm:cxn modelId="{89C8ECD0-2D0B-4475-827F-E7782F6FFD0B}" srcId="{4155A292-FA8E-4376-8809-B5ED03A9F5AB}" destId="{683EE741-5D0E-4FA1-A49E-4ACFB3A9E592}" srcOrd="0" destOrd="0" parTransId="{9B549266-5137-4062-93C1-AA8A85432407}" sibTransId="{DF145803-47E2-49AD-A5D1-D8CFDB597467}"/>
    <dgm:cxn modelId="{C60EABD1-0FA4-4A9A-8657-1534501A9F47}" type="presOf" srcId="{160D1CC0-3440-43EA-893B-AD79D38D6D64}" destId="{B752F108-9398-4A84-A6B4-9EFF2E4B6F1D}" srcOrd="0" destOrd="0" presId="urn:microsoft.com/office/officeart/2005/8/layout/hierarchy5"/>
    <dgm:cxn modelId="{93BE47D9-C42A-4E7F-A993-9947B50D1AC7}" type="presOf" srcId="{B721A1E6-F1A9-4DE2-9BA7-769DA91BD415}" destId="{A8FF0ADD-1100-444F-ADF8-DF9A5A616D20}" srcOrd="0" destOrd="0" presId="urn:microsoft.com/office/officeart/2005/8/layout/hierarchy5"/>
    <dgm:cxn modelId="{892AB9DE-B656-4439-BD0D-507C53DD35E4}" srcId="{5DAD8244-F4E2-4580-AB11-E09D2A8B4260}" destId="{6238337E-02CB-4196-B2DC-B693D026B93E}" srcOrd="0" destOrd="0" parTransId="{D04FC027-74F5-4E0F-91F4-721EFBD9C8DE}" sibTransId="{117D98AC-5ECF-4357-BAD2-7B209A0991FC}"/>
    <dgm:cxn modelId="{662640DF-C1AB-463A-940A-83A277969CB5}" type="presOf" srcId="{6CA2190E-270D-49D7-8126-4CDE47FAD891}" destId="{3BCC3F14-E3A7-4BD0-9D1D-EC5D87559FFF}" srcOrd="0" destOrd="0" presId="urn:microsoft.com/office/officeart/2005/8/layout/hierarchy5"/>
    <dgm:cxn modelId="{FE7182E6-3A20-4023-8EF4-B1CAF1FCF693}" srcId="{310820A8-A25B-4F4D-B9CD-CC55D8668B73}" destId="{0D192AC7-02E9-42C8-B492-AA7C14829FB9}" srcOrd="1" destOrd="0" parTransId="{9AF8C918-6145-4F98-A184-32A715687EE0}" sibTransId="{7FE10998-ABBC-436A-8E3C-0AE57E865A22}"/>
    <dgm:cxn modelId="{432D57E9-05CF-4C09-93CD-92A6BA4D2AC4}" type="presOf" srcId="{D19E15EB-93BC-45E9-8884-57AEA49F8A08}" destId="{A8F50799-4266-42BE-AE87-44E16848EBAB}" srcOrd="0" destOrd="0" presId="urn:microsoft.com/office/officeart/2005/8/layout/hierarchy5"/>
    <dgm:cxn modelId="{63E592EB-6769-4C8F-B23E-071B99FB993E}" type="presOf" srcId="{E7C42F3C-54AC-4BDC-A2CD-20EA47D66909}" destId="{424C02D4-3279-4650-A8E6-093CA08B6BD9}" srcOrd="1" destOrd="0" presId="urn:microsoft.com/office/officeart/2005/8/layout/hierarchy5"/>
    <dgm:cxn modelId="{03491FEC-FD68-417A-8464-0A3DDFA7E964}" type="presOf" srcId="{7B40BB72-298A-44EE-8710-CE04E00C8D0D}" destId="{3F6A337D-6081-4697-B9F2-AB8AFA32A148}" srcOrd="0" destOrd="0" presId="urn:microsoft.com/office/officeart/2005/8/layout/hierarchy5"/>
    <dgm:cxn modelId="{ED2BC7F2-ED3C-46B0-8CD9-3303946A06CC}" type="presOf" srcId="{03B266EA-D9B2-4CA2-8AC0-2CCC81A34BD0}" destId="{C664E236-01BC-497B-A957-2DE5081F9017}" srcOrd="0" destOrd="0" presId="urn:microsoft.com/office/officeart/2005/8/layout/hierarchy5"/>
    <dgm:cxn modelId="{14488AF3-AB18-4C6E-9A5E-17F400482CB4}" type="presOf" srcId="{683EE741-5D0E-4FA1-A49E-4ACFB3A9E592}" destId="{43022B46-168D-4A88-99FB-0C7F18B07406}" srcOrd="0" destOrd="0" presId="urn:microsoft.com/office/officeart/2005/8/layout/hierarchy5"/>
    <dgm:cxn modelId="{030739F5-B80C-425F-8D49-06346FC49919}" type="presOf" srcId="{0D192AC7-02E9-42C8-B492-AA7C14829FB9}" destId="{9B1DB271-B8B5-4D04-B93A-EAF6DD30A140}" srcOrd="0" destOrd="0" presId="urn:microsoft.com/office/officeart/2005/8/layout/hierarchy5"/>
    <dgm:cxn modelId="{7A3866F5-D751-4924-9EF0-06FBC7573473}" type="presOf" srcId="{6282134C-2AAB-4003-B16A-A2C18E48C660}" destId="{19380B31-F0A6-4667-8802-E113D4D4012F}" srcOrd="0" destOrd="0" presId="urn:microsoft.com/office/officeart/2005/8/layout/hierarchy5"/>
    <dgm:cxn modelId="{3FD06EFA-2DDC-4F6A-9740-2B593EC0BE1F}" srcId="{5DAD8244-F4E2-4580-AB11-E09D2A8B4260}" destId="{D21B8A8F-AAA6-41F1-A0E3-D0E7492BCF14}" srcOrd="4" destOrd="0" parTransId="{931362A2-8D80-4ADE-800D-CF64C0B44A8B}" sibTransId="{A96EB041-58AA-4A1D-9105-C885F4A97B22}"/>
    <dgm:cxn modelId="{F896DBFB-AD8E-436C-B250-A4E588412CF5}" type="presOf" srcId="{D143E37E-E900-4480-9CC3-0B55F6DFD867}" destId="{809949F3-2B13-4F69-BF6C-37E7BBBE0D61}" srcOrd="0" destOrd="0" presId="urn:microsoft.com/office/officeart/2005/8/layout/hierarchy5"/>
    <dgm:cxn modelId="{3649C9FC-4E1D-4671-B8C3-B7A35624B0E0}" type="presOf" srcId="{11C41353-0F7A-40BA-AA93-44435F9EAA74}" destId="{5008E6BC-55D9-4CF0-AA78-65842824AA0E}" srcOrd="1" destOrd="0" presId="urn:microsoft.com/office/officeart/2005/8/layout/hierarchy5"/>
    <dgm:cxn modelId="{646AEBFC-6FA8-4FC2-B894-C8E61FA17459}" type="presOf" srcId="{D21B8A8F-AAA6-41F1-A0E3-D0E7492BCF14}" destId="{C2546D7F-5F5C-4F63-B1CC-93FD72E7728B}" srcOrd="0" destOrd="0" presId="urn:microsoft.com/office/officeart/2005/8/layout/hierarchy5"/>
    <dgm:cxn modelId="{D05CEEFC-9424-45B0-BAE8-2A2AFC10FBBE}" type="presOf" srcId="{F7C5D0F2-27B8-48F3-A61A-5D3458CF9C31}" destId="{08336030-A0EF-4717-AE58-DF147F1C6053}" srcOrd="0" destOrd="0" presId="urn:microsoft.com/office/officeart/2005/8/layout/hierarchy5"/>
    <dgm:cxn modelId="{05BC1FFD-0B39-4C52-BE8F-572779618FFB}" type="presOf" srcId="{7B40BB72-298A-44EE-8710-CE04E00C8D0D}" destId="{40C971EE-5934-4C5C-89C7-B19A2EED3E57}" srcOrd="1" destOrd="0" presId="urn:microsoft.com/office/officeart/2005/8/layout/hierarchy5"/>
    <dgm:cxn modelId="{4A5BB5FD-2E3B-4357-9D87-0BB4B3A66834}" type="presOf" srcId="{746C7798-38AE-4FC3-968D-0CE2B20A09F3}" destId="{B63A2BC3-CDBC-4064-85A5-C6C1B729CD53}" srcOrd="0" destOrd="0" presId="urn:microsoft.com/office/officeart/2005/8/layout/hierarchy5"/>
    <dgm:cxn modelId="{46FB89FE-077D-4227-8836-5C34F46C0794}" srcId="{5DAD8244-F4E2-4580-AB11-E09D2A8B4260}" destId="{1FA791D6-9417-4444-AEA3-191E9F684022}" srcOrd="2" destOrd="0" parTransId="{1F399BCC-C7A0-4E94-B733-D64734027679}" sibTransId="{EC0D318B-43FD-48F1-A838-7B00FC926F78}"/>
    <dgm:cxn modelId="{21C76FFF-6B55-4588-82E9-B1267BDCECD3}" srcId="{7752DEE2-07A1-48D2-A4B6-128866AB69C7}" destId="{D19E15EB-93BC-45E9-8884-57AEA49F8A08}" srcOrd="0" destOrd="0" parTransId="{160D1CC0-3440-43EA-893B-AD79D38D6D64}" sibTransId="{690B2A74-7FD5-4E75-98AE-BAEF32940BE3}"/>
    <dgm:cxn modelId="{F5738BFC-91FA-4DE4-9C82-3A1573A3BD25}" type="presParOf" srcId="{37910531-A66F-4A6B-B9BE-130568E0A12A}" destId="{84D49B86-FE62-4B4B-8F0D-CD9C761C7B33}" srcOrd="0" destOrd="0" presId="urn:microsoft.com/office/officeart/2005/8/layout/hierarchy5"/>
    <dgm:cxn modelId="{3827BF8B-B174-4C4C-A3AD-110C01F28155}" type="presParOf" srcId="{84D49B86-FE62-4B4B-8F0D-CD9C761C7B33}" destId="{BB4FA524-9AC1-4D87-B665-A47B840BB7C1}" srcOrd="0" destOrd="0" presId="urn:microsoft.com/office/officeart/2005/8/layout/hierarchy5"/>
    <dgm:cxn modelId="{7EBDF8DD-C9C0-4D80-A5F3-F830FC5006F2}" type="presParOf" srcId="{84D49B86-FE62-4B4B-8F0D-CD9C761C7B33}" destId="{1CBB2382-6672-4FF7-AE28-5DD33C5BA264}" srcOrd="1" destOrd="0" presId="urn:microsoft.com/office/officeart/2005/8/layout/hierarchy5"/>
    <dgm:cxn modelId="{55BC54C7-F4DA-4C64-87D4-9B198D1F9F69}" type="presParOf" srcId="{1CBB2382-6672-4FF7-AE28-5DD33C5BA264}" destId="{EE341017-5759-4EC3-84D0-6CFE4E951A97}" srcOrd="0" destOrd="0" presId="urn:microsoft.com/office/officeart/2005/8/layout/hierarchy5"/>
    <dgm:cxn modelId="{3E350C3D-0377-41F3-BF56-5FEF9A99B90B}" type="presParOf" srcId="{EE341017-5759-4EC3-84D0-6CFE4E951A97}" destId="{12457B98-FA45-4AA8-BA37-CBD8CD9B759C}" srcOrd="0" destOrd="0" presId="urn:microsoft.com/office/officeart/2005/8/layout/hierarchy5"/>
    <dgm:cxn modelId="{6DBB879E-4228-48AF-916F-0FD2352EE70E}" type="presParOf" srcId="{EE341017-5759-4EC3-84D0-6CFE4E951A97}" destId="{F549413B-4C1D-4F7E-B847-9A41CD96EEEE}" srcOrd="1" destOrd="0" presId="urn:microsoft.com/office/officeart/2005/8/layout/hierarchy5"/>
    <dgm:cxn modelId="{5496352C-A6C9-44AC-A09B-866E401762CE}" type="presParOf" srcId="{F549413B-4C1D-4F7E-B847-9A41CD96EEEE}" destId="{E2C158D5-F965-463D-891C-4BA4FC61EBD4}" srcOrd="0" destOrd="0" presId="urn:microsoft.com/office/officeart/2005/8/layout/hierarchy5"/>
    <dgm:cxn modelId="{24726343-257F-4227-BA6E-4618706E6E4D}" type="presParOf" srcId="{E2C158D5-F965-463D-891C-4BA4FC61EBD4}" destId="{5008E6BC-55D9-4CF0-AA78-65842824AA0E}" srcOrd="0" destOrd="0" presId="urn:microsoft.com/office/officeart/2005/8/layout/hierarchy5"/>
    <dgm:cxn modelId="{A4B6F026-B813-4692-9E14-EE0C1011AA4F}" type="presParOf" srcId="{F549413B-4C1D-4F7E-B847-9A41CD96EEEE}" destId="{03593C26-3F38-43F5-BB3B-9497EB1819E7}" srcOrd="1" destOrd="0" presId="urn:microsoft.com/office/officeart/2005/8/layout/hierarchy5"/>
    <dgm:cxn modelId="{2C0FC6F0-5F9D-4021-8482-3F854B44DED1}" type="presParOf" srcId="{03593C26-3F38-43F5-BB3B-9497EB1819E7}" destId="{08336030-A0EF-4717-AE58-DF147F1C6053}" srcOrd="0" destOrd="0" presId="urn:microsoft.com/office/officeart/2005/8/layout/hierarchy5"/>
    <dgm:cxn modelId="{302B389A-569A-405D-B92A-DEFA20B58E56}" type="presParOf" srcId="{03593C26-3F38-43F5-BB3B-9497EB1819E7}" destId="{5E604936-2D25-4BC0-97D5-732DF3CB2D9D}" srcOrd="1" destOrd="0" presId="urn:microsoft.com/office/officeart/2005/8/layout/hierarchy5"/>
    <dgm:cxn modelId="{19E428FD-B517-41E7-9EA0-4C43E215D05B}" type="presParOf" srcId="{5E604936-2D25-4BC0-97D5-732DF3CB2D9D}" destId="{3F6A337D-6081-4697-B9F2-AB8AFA32A148}" srcOrd="0" destOrd="0" presId="urn:microsoft.com/office/officeart/2005/8/layout/hierarchy5"/>
    <dgm:cxn modelId="{F1817DBC-1D68-41D7-8F12-6404D3170A5A}" type="presParOf" srcId="{3F6A337D-6081-4697-B9F2-AB8AFA32A148}" destId="{40C971EE-5934-4C5C-89C7-B19A2EED3E57}" srcOrd="0" destOrd="0" presId="urn:microsoft.com/office/officeart/2005/8/layout/hierarchy5"/>
    <dgm:cxn modelId="{51AF49AF-DED1-4FE6-BFF4-304C34A64A82}" type="presParOf" srcId="{5E604936-2D25-4BC0-97D5-732DF3CB2D9D}" destId="{4E340ACC-69C6-426E-B879-724EBE1F1F6A}" srcOrd="1" destOrd="0" presId="urn:microsoft.com/office/officeart/2005/8/layout/hierarchy5"/>
    <dgm:cxn modelId="{8E5FBE72-8AA2-416B-B595-26848C7E09A7}" type="presParOf" srcId="{4E340ACC-69C6-426E-B879-724EBE1F1F6A}" destId="{47001A71-14E5-40D3-8828-BE15C696577C}" srcOrd="0" destOrd="0" presId="urn:microsoft.com/office/officeart/2005/8/layout/hierarchy5"/>
    <dgm:cxn modelId="{4AC50EDA-1585-4F8E-90DA-E27E974965F1}" type="presParOf" srcId="{4E340ACC-69C6-426E-B879-724EBE1F1F6A}" destId="{79FCECBA-E413-4155-98B7-5B5ED5FBB26B}" srcOrd="1" destOrd="0" presId="urn:microsoft.com/office/officeart/2005/8/layout/hierarchy5"/>
    <dgm:cxn modelId="{9ECA112E-4249-454D-B18C-F4AC822D1AF6}" type="presParOf" srcId="{79FCECBA-E413-4155-98B7-5B5ED5FBB26B}" destId="{53033CBA-86AA-4B25-BCA7-19F2C4EF7922}" srcOrd="0" destOrd="0" presId="urn:microsoft.com/office/officeart/2005/8/layout/hierarchy5"/>
    <dgm:cxn modelId="{134D351F-5C69-4BED-AA26-FC23775BFD21}" type="presParOf" srcId="{53033CBA-86AA-4B25-BCA7-19F2C4EF7922}" destId="{3B975080-39FB-4EBA-B3C7-380565827773}" srcOrd="0" destOrd="0" presId="urn:microsoft.com/office/officeart/2005/8/layout/hierarchy5"/>
    <dgm:cxn modelId="{B50CCA7E-C910-4250-AC95-29A533383E9D}" type="presParOf" srcId="{79FCECBA-E413-4155-98B7-5B5ED5FBB26B}" destId="{6030BC9D-C937-4630-8A9A-2B7C68760F00}" srcOrd="1" destOrd="0" presId="urn:microsoft.com/office/officeart/2005/8/layout/hierarchy5"/>
    <dgm:cxn modelId="{6D2DDBAE-1B71-4D46-B2CC-C75E5CE73509}" type="presParOf" srcId="{6030BC9D-C937-4630-8A9A-2B7C68760F00}" destId="{809949F3-2B13-4F69-BF6C-37E7BBBE0D61}" srcOrd="0" destOrd="0" presId="urn:microsoft.com/office/officeart/2005/8/layout/hierarchy5"/>
    <dgm:cxn modelId="{B4BDDCF5-01CF-4933-80EB-14945161208B}" type="presParOf" srcId="{6030BC9D-C937-4630-8A9A-2B7C68760F00}" destId="{12CD34FE-8653-4098-9353-595A1032407F}" srcOrd="1" destOrd="0" presId="urn:microsoft.com/office/officeart/2005/8/layout/hierarchy5"/>
    <dgm:cxn modelId="{E134EBB5-F507-4B4D-B38E-3BDD6EEE3824}" type="presParOf" srcId="{5E604936-2D25-4BC0-97D5-732DF3CB2D9D}" destId="{7E2629BC-F901-46A3-9891-24BB1995F08B}" srcOrd="2" destOrd="0" presId="urn:microsoft.com/office/officeart/2005/8/layout/hierarchy5"/>
    <dgm:cxn modelId="{1D2CEEDD-688F-4C2D-AACD-C7197356A5A9}" type="presParOf" srcId="{7E2629BC-F901-46A3-9891-24BB1995F08B}" destId="{0633E8FB-5F73-4D58-A629-FF22A63E40A4}" srcOrd="0" destOrd="0" presId="urn:microsoft.com/office/officeart/2005/8/layout/hierarchy5"/>
    <dgm:cxn modelId="{12D4B83F-A837-4B49-83C4-BBFF985C91A2}" type="presParOf" srcId="{5E604936-2D25-4BC0-97D5-732DF3CB2D9D}" destId="{237E7C9C-2BAF-4F01-ABD0-0A89D0D8EA86}" srcOrd="3" destOrd="0" presId="urn:microsoft.com/office/officeart/2005/8/layout/hierarchy5"/>
    <dgm:cxn modelId="{8AE9990D-D83B-4B0E-86FB-BC0B303E5641}" type="presParOf" srcId="{237E7C9C-2BAF-4F01-ABD0-0A89D0D8EA86}" destId="{2C5BE908-BEB9-429E-B654-146EB26BDA81}" srcOrd="0" destOrd="0" presId="urn:microsoft.com/office/officeart/2005/8/layout/hierarchy5"/>
    <dgm:cxn modelId="{DA8EDB8E-09A9-44A8-9094-55263ECE057A}" type="presParOf" srcId="{237E7C9C-2BAF-4F01-ABD0-0A89D0D8EA86}" destId="{CDA2D1AF-A90A-4284-8295-439103B8015F}" srcOrd="1" destOrd="0" presId="urn:microsoft.com/office/officeart/2005/8/layout/hierarchy5"/>
    <dgm:cxn modelId="{333DF579-BC8D-402D-AFB5-9C6D618F84E6}" type="presParOf" srcId="{CDA2D1AF-A90A-4284-8295-439103B8015F}" destId="{B752F108-9398-4A84-A6B4-9EFF2E4B6F1D}" srcOrd="0" destOrd="0" presId="urn:microsoft.com/office/officeart/2005/8/layout/hierarchy5"/>
    <dgm:cxn modelId="{C894FCD6-538A-414F-8604-E9E8899779E6}" type="presParOf" srcId="{B752F108-9398-4A84-A6B4-9EFF2E4B6F1D}" destId="{BA94E88E-1B55-42B3-9760-80D3CDACCFC5}" srcOrd="0" destOrd="0" presId="urn:microsoft.com/office/officeart/2005/8/layout/hierarchy5"/>
    <dgm:cxn modelId="{4E561A4F-55F1-40AD-8408-16991B53904B}" type="presParOf" srcId="{CDA2D1AF-A90A-4284-8295-439103B8015F}" destId="{2C34AF93-CE69-4B12-8862-DEF08F808859}" srcOrd="1" destOrd="0" presId="urn:microsoft.com/office/officeart/2005/8/layout/hierarchy5"/>
    <dgm:cxn modelId="{62CADFCF-2354-44D1-91F7-1670D56846D7}" type="presParOf" srcId="{2C34AF93-CE69-4B12-8862-DEF08F808859}" destId="{A8F50799-4266-42BE-AE87-44E16848EBAB}" srcOrd="0" destOrd="0" presId="urn:microsoft.com/office/officeart/2005/8/layout/hierarchy5"/>
    <dgm:cxn modelId="{10D3E3D8-40F3-4B28-A190-237C701B94E3}" type="presParOf" srcId="{2C34AF93-CE69-4B12-8862-DEF08F808859}" destId="{ADB7B1E3-672C-4FAA-B2FD-0AE31CB8D79A}" srcOrd="1" destOrd="0" presId="urn:microsoft.com/office/officeart/2005/8/layout/hierarchy5"/>
    <dgm:cxn modelId="{05F9AF53-DBEC-4AA4-BC4F-8212315AE378}" type="presParOf" srcId="{F549413B-4C1D-4F7E-B847-9A41CD96EEEE}" destId="{BB3C706E-F5F3-4AA8-92D4-CD8BC9FA7FF9}" srcOrd="2" destOrd="0" presId="urn:microsoft.com/office/officeart/2005/8/layout/hierarchy5"/>
    <dgm:cxn modelId="{7FDF66A1-5117-4943-A290-67216CC16ABD}" type="presParOf" srcId="{BB3C706E-F5F3-4AA8-92D4-CD8BC9FA7FF9}" destId="{83A41BF1-2CFB-4A80-A57C-E65E6C40C83A}" srcOrd="0" destOrd="0" presId="urn:microsoft.com/office/officeart/2005/8/layout/hierarchy5"/>
    <dgm:cxn modelId="{4AFB2158-A593-4447-800D-641A0D7BA48B}" type="presParOf" srcId="{F549413B-4C1D-4F7E-B847-9A41CD96EEEE}" destId="{35C641E7-2EB7-4F5A-9AA1-BF22AD30749A}" srcOrd="3" destOrd="0" presId="urn:microsoft.com/office/officeart/2005/8/layout/hierarchy5"/>
    <dgm:cxn modelId="{2E7CE1D2-EE4F-4442-8AA1-8929E4D45792}" type="presParOf" srcId="{35C641E7-2EB7-4F5A-9AA1-BF22AD30749A}" destId="{FD24632B-2A1C-476F-8130-C5C8C306F92D}" srcOrd="0" destOrd="0" presId="urn:microsoft.com/office/officeart/2005/8/layout/hierarchy5"/>
    <dgm:cxn modelId="{E7C65B1E-B216-4911-9754-F43772EB9F3C}" type="presParOf" srcId="{35C641E7-2EB7-4F5A-9AA1-BF22AD30749A}" destId="{CE44B843-CCBE-48B0-9FEA-7BC38CA0917E}" srcOrd="1" destOrd="0" presId="urn:microsoft.com/office/officeart/2005/8/layout/hierarchy5"/>
    <dgm:cxn modelId="{4005891B-B467-48E0-A5A4-2DA6E5ED24BE}" type="presParOf" srcId="{CE44B843-CCBE-48B0-9FEA-7BC38CA0917E}" destId="{7675D962-70B0-4687-89DB-696196FE8177}" srcOrd="0" destOrd="0" presId="urn:microsoft.com/office/officeart/2005/8/layout/hierarchy5"/>
    <dgm:cxn modelId="{2BB909EA-B9D8-455E-A2C3-A17D667071B0}" type="presParOf" srcId="{7675D962-70B0-4687-89DB-696196FE8177}" destId="{DD673B70-116C-4498-A412-25BFD846719E}" srcOrd="0" destOrd="0" presId="urn:microsoft.com/office/officeart/2005/8/layout/hierarchy5"/>
    <dgm:cxn modelId="{5E78A241-D723-49A4-A8C1-951E220B1C60}" type="presParOf" srcId="{CE44B843-CCBE-48B0-9FEA-7BC38CA0917E}" destId="{0E6082CC-7DA8-452B-9A36-4C96584ADFEB}" srcOrd="1" destOrd="0" presId="urn:microsoft.com/office/officeart/2005/8/layout/hierarchy5"/>
    <dgm:cxn modelId="{9149A504-AA22-4964-875D-CAA1966B937C}" type="presParOf" srcId="{0E6082CC-7DA8-452B-9A36-4C96584ADFEB}" destId="{F6A53239-B254-4981-831F-1DD02BA65CA0}" srcOrd="0" destOrd="0" presId="urn:microsoft.com/office/officeart/2005/8/layout/hierarchy5"/>
    <dgm:cxn modelId="{6842E448-4FD3-4669-A5F2-DE184B0922AF}" type="presParOf" srcId="{0E6082CC-7DA8-452B-9A36-4C96584ADFEB}" destId="{9200E538-C492-4975-A44C-79DEFB8319A1}" srcOrd="1" destOrd="0" presId="urn:microsoft.com/office/officeart/2005/8/layout/hierarchy5"/>
    <dgm:cxn modelId="{07FC5F91-6636-44B5-B6B9-F196F5DFF6FD}" type="presParOf" srcId="{9200E538-C492-4975-A44C-79DEFB8319A1}" destId="{7A153E50-6E5D-4C4D-B9A4-BD420045DA0B}" srcOrd="0" destOrd="0" presId="urn:microsoft.com/office/officeart/2005/8/layout/hierarchy5"/>
    <dgm:cxn modelId="{3D9FF3B0-03A1-480F-8903-39414F9F905E}" type="presParOf" srcId="{7A153E50-6E5D-4C4D-B9A4-BD420045DA0B}" destId="{7781139A-E977-4B58-958E-3D77D4DB5B4C}" srcOrd="0" destOrd="0" presId="urn:microsoft.com/office/officeart/2005/8/layout/hierarchy5"/>
    <dgm:cxn modelId="{76ABB937-384F-4425-A200-A4230C5BB654}" type="presParOf" srcId="{9200E538-C492-4975-A44C-79DEFB8319A1}" destId="{945545EA-9339-478D-8D01-9C3D6256D80C}" srcOrd="1" destOrd="0" presId="urn:microsoft.com/office/officeart/2005/8/layout/hierarchy5"/>
    <dgm:cxn modelId="{34B3FB00-9E2D-4454-B8A5-C83419C27B76}" type="presParOf" srcId="{945545EA-9339-478D-8D01-9C3D6256D80C}" destId="{C664E236-01BC-497B-A957-2DE5081F9017}" srcOrd="0" destOrd="0" presId="urn:microsoft.com/office/officeart/2005/8/layout/hierarchy5"/>
    <dgm:cxn modelId="{2EAB99A1-9F73-4229-8CCD-4ED2140BDCD4}" type="presParOf" srcId="{945545EA-9339-478D-8D01-9C3D6256D80C}" destId="{35E2104F-9ADE-4097-ABB2-4E47781C6C8C}" srcOrd="1" destOrd="0" presId="urn:microsoft.com/office/officeart/2005/8/layout/hierarchy5"/>
    <dgm:cxn modelId="{3F4A731E-0D13-4D5A-BE7B-3F1D3E1C6DB2}" type="presParOf" srcId="{F549413B-4C1D-4F7E-B847-9A41CD96EEEE}" destId="{3BCC3F14-E3A7-4BD0-9D1D-EC5D87559FFF}" srcOrd="4" destOrd="0" presId="urn:microsoft.com/office/officeart/2005/8/layout/hierarchy5"/>
    <dgm:cxn modelId="{17777FFE-30BF-4CC5-AE8E-4DA38F30CEAF}" type="presParOf" srcId="{3BCC3F14-E3A7-4BD0-9D1D-EC5D87559FFF}" destId="{8534FC40-F4C8-4C9D-851A-D0307E9C97E6}" srcOrd="0" destOrd="0" presId="urn:microsoft.com/office/officeart/2005/8/layout/hierarchy5"/>
    <dgm:cxn modelId="{44484C17-D741-4251-B6D0-2519B3FC4238}" type="presParOf" srcId="{F549413B-4C1D-4F7E-B847-9A41CD96EEEE}" destId="{7CAF144C-5AC2-4E19-86C1-7F1B3F160055}" srcOrd="5" destOrd="0" presId="urn:microsoft.com/office/officeart/2005/8/layout/hierarchy5"/>
    <dgm:cxn modelId="{B1670508-5355-429F-9D6B-06BBC902E8EA}" type="presParOf" srcId="{7CAF144C-5AC2-4E19-86C1-7F1B3F160055}" destId="{F8EC1EED-FCF1-423A-91DE-9FB11DC06CD8}" srcOrd="0" destOrd="0" presId="urn:microsoft.com/office/officeart/2005/8/layout/hierarchy5"/>
    <dgm:cxn modelId="{1413FA27-8E6D-49FB-8C22-25D2C5923B91}" type="presParOf" srcId="{7CAF144C-5AC2-4E19-86C1-7F1B3F160055}" destId="{25C6F2F1-B3AC-47B5-A390-41FD701EEAC9}" srcOrd="1" destOrd="0" presId="urn:microsoft.com/office/officeart/2005/8/layout/hierarchy5"/>
    <dgm:cxn modelId="{C51258D3-980C-4C44-9F35-FAFC0FBC211D}" type="presParOf" srcId="{25C6F2F1-B3AC-47B5-A390-41FD701EEAC9}" destId="{1D857372-AFB0-4E3F-B896-1203529EF414}" srcOrd="0" destOrd="0" presId="urn:microsoft.com/office/officeart/2005/8/layout/hierarchy5"/>
    <dgm:cxn modelId="{8B57A673-C4AE-40F6-9179-0CDC2442F26B}" type="presParOf" srcId="{1D857372-AFB0-4E3F-B896-1203529EF414}" destId="{5A089BC0-C65D-4BB0-9232-111542D880B8}" srcOrd="0" destOrd="0" presId="urn:microsoft.com/office/officeart/2005/8/layout/hierarchy5"/>
    <dgm:cxn modelId="{01BE6C06-AF3F-4715-8EAB-A34E897488CE}" type="presParOf" srcId="{25C6F2F1-B3AC-47B5-A390-41FD701EEAC9}" destId="{7534D123-3558-4EC9-B878-86AC74181246}" srcOrd="1" destOrd="0" presId="urn:microsoft.com/office/officeart/2005/8/layout/hierarchy5"/>
    <dgm:cxn modelId="{83BA8EAC-0735-4BA1-B13D-F12FAA93E0DB}" type="presParOf" srcId="{7534D123-3558-4EC9-B878-86AC74181246}" destId="{C4ED12ED-2E41-498F-9A90-B68FA1E8EBB0}" srcOrd="0" destOrd="0" presId="urn:microsoft.com/office/officeart/2005/8/layout/hierarchy5"/>
    <dgm:cxn modelId="{894F4110-9ECD-4C39-AC92-3499859EC444}" type="presParOf" srcId="{7534D123-3558-4EC9-B878-86AC74181246}" destId="{391BF623-9C76-41C8-8619-7BC1F6576E71}" srcOrd="1" destOrd="0" presId="urn:microsoft.com/office/officeart/2005/8/layout/hierarchy5"/>
    <dgm:cxn modelId="{66EEFDA3-37C4-4633-9839-CD60AB29ADE6}" type="presParOf" srcId="{391BF623-9C76-41C8-8619-7BC1F6576E71}" destId="{EA4716BF-757A-4BB3-990C-B9E26CD9D255}" srcOrd="0" destOrd="0" presId="urn:microsoft.com/office/officeart/2005/8/layout/hierarchy5"/>
    <dgm:cxn modelId="{0F608230-2B7C-44B3-90BC-92EBA80B269C}" type="presParOf" srcId="{EA4716BF-757A-4BB3-990C-B9E26CD9D255}" destId="{D620BF7C-1368-47FC-97C3-2421C39B3554}" srcOrd="0" destOrd="0" presId="urn:microsoft.com/office/officeart/2005/8/layout/hierarchy5"/>
    <dgm:cxn modelId="{B2697073-CD81-4D60-8C15-8A2B95209F6C}" type="presParOf" srcId="{391BF623-9C76-41C8-8619-7BC1F6576E71}" destId="{961CAF8B-2ED7-472D-96AF-26C2F0B4EA74}" srcOrd="1" destOrd="0" presId="urn:microsoft.com/office/officeart/2005/8/layout/hierarchy5"/>
    <dgm:cxn modelId="{C445C705-2270-4C47-B488-C5972B366E12}" type="presParOf" srcId="{961CAF8B-2ED7-472D-96AF-26C2F0B4EA74}" destId="{43022B46-168D-4A88-99FB-0C7F18B07406}" srcOrd="0" destOrd="0" presId="urn:microsoft.com/office/officeart/2005/8/layout/hierarchy5"/>
    <dgm:cxn modelId="{25D7D9E8-753F-4308-A20A-BAE6CECDBCCE}" type="presParOf" srcId="{961CAF8B-2ED7-472D-96AF-26C2F0B4EA74}" destId="{8074F50A-AC47-4E05-A9E0-0D83E502EA71}" srcOrd="1" destOrd="0" presId="urn:microsoft.com/office/officeart/2005/8/layout/hierarchy5"/>
    <dgm:cxn modelId="{E98599BB-0178-42CE-ACFA-9916E82734AB}" type="presParOf" srcId="{F549413B-4C1D-4F7E-B847-9A41CD96EEEE}" destId="{D530BC00-5A54-4F60-8A67-4851460507B8}" srcOrd="6" destOrd="0" presId="urn:microsoft.com/office/officeart/2005/8/layout/hierarchy5"/>
    <dgm:cxn modelId="{46E51458-F0CA-411E-BBB0-048F74AA8B81}" type="presParOf" srcId="{D530BC00-5A54-4F60-8A67-4851460507B8}" destId="{3C4FEEA2-19F3-40B7-9874-ABB1AD1C43F0}" srcOrd="0" destOrd="0" presId="urn:microsoft.com/office/officeart/2005/8/layout/hierarchy5"/>
    <dgm:cxn modelId="{413B1442-ACD4-46CE-9E7C-002D969DF0E6}" type="presParOf" srcId="{F549413B-4C1D-4F7E-B847-9A41CD96EEEE}" destId="{4E83EF1B-7527-47E7-B312-1A15249E22DA}" srcOrd="7" destOrd="0" presId="urn:microsoft.com/office/officeart/2005/8/layout/hierarchy5"/>
    <dgm:cxn modelId="{3B182899-015C-45FC-93C1-6F8AF7489FA8}" type="presParOf" srcId="{4E83EF1B-7527-47E7-B312-1A15249E22DA}" destId="{99E4ACB8-73B0-4C52-AD5B-1CEAF63A596C}" srcOrd="0" destOrd="0" presId="urn:microsoft.com/office/officeart/2005/8/layout/hierarchy5"/>
    <dgm:cxn modelId="{62DECAA8-1A5C-4C45-BF46-244F5A410B85}" type="presParOf" srcId="{4E83EF1B-7527-47E7-B312-1A15249E22DA}" destId="{D7760C9A-F756-4F32-96F8-D2907A87E4A3}" srcOrd="1" destOrd="0" presId="urn:microsoft.com/office/officeart/2005/8/layout/hierarchy5"/>
    <dgm:cxn modelId="{5CEB8A8C-2E20-456C-9CBA-BD7251AE42A3}" type="presParOf" srcId="{D7760C9A-F756-4F32-96F8-D2907A87E4A3}" destId="{538C9280-4237-47F9-97DC-71803BAFEF68}" srcOrd="0" destOrd="0" presId="urn:microsoft.com/office/officeart/2005/8/layout/hierarchy5"/>
    <dgm:cxn modelId="{EDCD451F-039F-4FBC-B599-9A37F72820D9}" type="presParOf" srcId="{538C9280-4237-47F9-97DC-71803BAFEF68}" destId="{424C02D4-3279-4650-A8E6-093CA08B6BD9}" srcOrd="0" destOrd="0" presId="urn:microsoft.com/office/officeart/2005/8/layout/hierarchy5"/>
    <dgm:cxn modelId="{AB6CEFB1-83D9-4F51-9EB8-BD7494B3595C}" type="presParOf" srcId="{D7760C9A-F756-4F32-96F8-D2907A87E4A3}" destId="{D495F714-895B-448C-B20E-F201D5FEBF08}" srcOrd="1" destOrd="0" presId="urn:microsoft.com/office/officeart/2005/8/layout/hierarchy5"/>
    <dgm:cxn modelId="{B9A0EDC9-F068-45CB-8ADF-45D3BC106DDF}" type="presParOf" srcId="{D495F714-895B-448C-B20E-F201D5FEBF08}" destId="{A8FF0ADD-1100-444F-ADF8-DF9A5A616D20}" srcOrd="0" destOrd="0" presId="urn:microsoft.com/office/officeart/2005/8/layout/hierarchy5"/>
    <dgm:cxn modelId="{BACBB297-58E0-40A5-91E4-C5020AFC2EA6}" type="presParOf" srcId="{D495F714-895B-448C-B20E-F201D5FEBF08}" destId="{FD6D2A22-3B01-4E8B-B947-1E2D2C1B83EA}" srcOrd="1" destOrd="0" presId="urn:microsoft.com/office/officeart/2005/8/layout/hierarchy5"/>
    <dgm:cxn modelId="{37A2A89C-7F33-4080-9F0B-FBE9B965B088}" type="presParOf" srcId="{FD6D2A22-3B01-4E8B-B947-1E2D2C1B83EA}" destId="{57F19E3C-31AC-4099-A1C2-FFC1142D1E6A}" srcOrd="0" destOrd="0" presId="urn:microsoft.com/office/officeart/2005/8/layout/hierarchy5"/>
    <dgm:cxn modelId="{7F7FC545-9CD7-417C-B5B1-7EA5FA69AF72}" type="presParOf" srcId="{57F19E3C-31AC-4099-A1C2-FFC1142D1E6A}" destId="{02E9E4E0-E0C0-43BA-8E1B-BFCC71459D8D}" srcOrd="0" destOrd="0" presId="urn:microsoft.com/office/officeart/2005/8/layout/hierarchy5"/>
    <dgm:cxn modelId="{C00B5601-5408-46FB-8D4B-C51D019420FA}" type="presParOf" srcId="{FD6D2A22-3B01-4E8B-B947-1E2D2C1B83EA}" destId="{F325E6F0-2482-4577-B144-B915E17B2587}" srcOrd="1" destOrd="0" presId="urn:microsoft.com/office/officeart/2005/8/layout/hierarchy5"/>
    <dgm:cxn modelId="{8D8322DE-1852-41F8-BBFC-86CD4AE81945}" type="presParOf" srcId="{F325E6F0-2482-4577-B144-B915E17B2587}" destId="{F75D677F-4021-4337-A002-5627200F1DAE}" srcOrd="0" destOrd="0" presId="urn:microsoft.com/office/officeart/2005/8/layout/hierarchy5"/>
    <dgm:cxn modelId="{1DF9EED3-E38A-4E8C-AE84-F62ED42CD768}" type="presParOf" srcId="{F325E6F0-2482-4577-B144-B915E17B2587}" destId="{245D0E11-259D-491D-97C0-1A8F4EE56B5F}" srcOrd="1" destOrd="0" presId="urn:microsoft.com/office/officeart/2005/8/layout/hierarchy5"/>
    <dgm:cxn modelId="{FCF9DF87-4056-4BBF-9395-94E47E4DDA6C}" type="presParOf" srcId="{D7760C9A-F756-4F32-96F8-D2907A87E4A3}" destId="{E975B0C7-9BC3-4BC1-9170-512852C6A852}" srcOrd="2" destOrd="0" presId="urn:microsoft.com/office/officeart/2005/8/layout/hierarchy5"/>
    <dgm:cxn modelId="{F18620BB-15A8-40BE-BB7C-45418D5778BF}" type="presParOf" srcId="{E975B0C7-9BC3-4BC1-9170-512852C6A852}" destId="{E10233E1-4E7C-4A05-A57F-5C824BF3A4C7}" srcOrd="0" destOrd="0" presId="urn:microsoft.com/office/officeart/2005/8/layout/hierarchy5"/>
    <dgm:cxn modelId="{F997148B-4E3D-43B9-9DF7-E2AD3B974A56}" type="presParOf" srcId="{D7760C9A-F756-4F32-96F8-D2907A87E4A3}" destId="{D082715F-6445-46F3-8DBD-9F9AEE3E3065}" srcOrd="3" destOrd="0" presId="urn:microsoft.com/office/officeart/2005/8/layout/hierarchy5"/>
    <dgm:cxn modelId="{33DC6011-9197-40E3-8B61-2A2CDD5D0F80}" type="presParOf" srcId="{D082715F-6445-46F3-8DBD-9F9AEE3E3065}" destId="{9B1DB271-B8B5-4D04-B93A-EAF6DD30A140}" srcOrd="0" destOrd="0" presId="urn:microsoft.com/office/officeart/2005/8/layout/hierarchy5"/>
    <dgm:cxn modelId="{18AE76B1-5B04-445F-8A7C-5D12090BDC9C}" type="presParOf" srcId="{D082715F-6445-46F3-8DBD-9F9AEE3E3065}" destId="{526A0B35-9AE5-424C-8AAB-F4774A9DCEAF}" srcOrd="1" destOrd="0" presId="urn:microsoft.com/office/officeart/2005/8/layout/hierarchy5"/>
    <dgm:cxn modelId="{2634EDB2-02BD-4F1D-984D-CD11F5C582D0}" type="presParOf" srcId="{526A0B35-9AE5-424C-8AAB-F4774A9DCEAF}" destId="{19864F9F-AB81-4F97-B41A-561488E554FA}" srcOrd="0" destOrd="0" presId="urn:microsoft.com/office/officeart/2005/8/layout/hierarchy5"/>
    <dgm:cxn modelId="{FFF17083-5226-4EDD-89E9-216EA9F3C5D1}" type="presParOf" srcId="{19864F9F-AB81-4F97-B41A-561488E554FA}" destId="{FE20BADB-9BFA-4EDD-A0B6-D53CF0ED8541}" srcOrd="0" destOrd="0" presId="urn:microsoft.com/office/officeart/2005/8/layout/hierarchy5"/>
    <dgm:cxn modelId="{283F3A57-A7BF-4566-9560-3EB7B7305DCB}" type="presParOf" srcId="{526A0B35-9AE5-424C-8AAB-F4774A9DCEAF}" destId="{991A3BEA-A080-4D0D-91F9-2AA2EB9E7C9D}" srcOrd="1" destOrd="0" presId="urn:microsoft.com/office/officeart/2005/8/layout/hierarchy5"/>
    <dgm:cxn modelId="{8267B476-9F5C-42F5-BAE8-3AF8BFEDFE9C}" type="presParOf" srcId="{991A3BEA-A080-4D0D-91F9-2AA2EB9E7C9D}" destId="{19380B31-F0A6-4667-8802-E113D4D4012F}" srcOrd="0" destOrd="0" presId="urn:microsoft.com/office/officeart/2005/8/layout/hierarchy5"/>
    <dgm:cxn modelId="{CC6551F8-54A4-46E9-A72B-77A8BB58432F}" type="presParOf" srcId="{991A3BEA-A080-4D0D-91F9-2AA2EB9E7C9D}" destId="{4AB6FA16-4425-4584-9408-4D6324DD2A67}" srcOrd="1" destOrd="0" presId="urn:microsoft.com/office/officeart/2005/8/layout/hierarchy5"/>
    <dgm:cxn modelId="{E9D0FCAF-226D-4429-8E4B-06EF274EB698}" type="presParOf" srcId="{37910531-A66F-4A6B-B9BE-130568E0A12A}" destId="{710EACAA-8B6D-4030-9D58-7C552A6D1117}" srcOrd="1" destOrd="0" presId="urn:microsoft.com/office/officeart/2005/8/layout/hierarchy5"/>
    <dgm:cxn modelId="{BDC15856-3393-41DC-AA9E-F1A9CA847502}" type="presParOf" srcId="{710EACAA-8B6D-4030-9D58-7C552A6D1117}" destId="{4CA96039-A569-47DA-898E-EC3E73EEE3FC}" srcOrd="0" destOrd="0" presId="urn:microsoft.com/office/officeart/2005/8/layout/hierarchy5"/>
    <dgm:cxn modelId="{28448119-D337-45A5-81B3-068E44BE84B0}" type="presParOf" srcId="{4CA96039-A569-47DA-898E-EC3E73EEE3FC}" destId="{B720BA96-BD8D-46CB-9812-837BC6148176}" srcOrd="0" destOrd="0" presId="urn:microsoft.com/office/officeart/2005/8/layout/hierarchy5"/>
    <dgm:cxn modelId="{8DA501FC-6409-4D50-9994-5FD326686267}" type="presParOf" srcId="{4CA96039-A569-47DA-898E-EC3E73EEE3FC}" destId="{766A036D-B05F-410C-9B2B-AD6C674D424A}" srcOrd="1" destOrd="0" presId="urn:microsoft.com/office/officeart/2005/8/layout/hierarchy5"/>
    <dgm:cxn modelId="{74A72B3F-02A0-43FD-B009-1A6549A7D9CF}" type="presParOf" srcId="{710EACAA-8B6D-4030-9D58-7C552A6D1117}" destId="{CF05AFD6-B798-46C7-923C-0CFD697DBAAD}" srcOrd="1" destOrd="0" presId="urn:microsoft.com/office/officeart/2005/8/layout/hierarchy5"/>
    <dgm:cxn modelId="{68CAFBF0-D9CA-4E30-B027-A09BD124CE2B}" type="presParOf" srcId="{CF05AFD6-B798-46C7-923C-0CFD697DBAAD}" destId="{0940DA3B-BB08-40AC-AA74-BC422A2A4DEE}" srcOrd="0" destOrd="0" presId="urn:microsoft.com/office/officeart/2005/8/layout/hierarchy5"/>
    <dgm:cxn modelId="{AD1019DF-DBFD-420C-B373-1BCE706633DC}" type="presParOf" srcId="{710EACAA-8B6D-4030-9D58-7C552A6D1117}" destId="{40ACE907-0784-4100-A9AB-201ADD724BAB}" srcOrd="2" destOrd="0" presId="urn:microsoft.com/office/officeart/2005/8/layout/hierarchy5"/>
    <dgm:cxn modelId="{FE36AE86-3CAB-4C03-9487-297ED5B2E008}" type="presParOf" srcId="{40ACE907-0784-4100-A9AB-201ADD724BAB}" destId="{8FD13554-3059-4AC1-B4C8-11CE2AF60BD5}" srcOrd="0" destOrd="0" presId="urn:microsoft.com/office/officeart/2005/8/layout/hierarchy5"/>
    <dgm:cxn modelId="{52D09899-57E9-4B3A-A737-D3DAFA5BDA98}" type="presParOf" srcId="{40ACE907-0784-4100-A9AB-201ADD724BAB}" destId="{73B59DF5-928A-4BF8-AB87-1C7402353135}" srcOrd="1" destOrd="0" presId="urn:microsoft.com/office/officeart/2005/8/layout/hierarchy5"/>
    <dgm:cxn modelId="{76F8CF3F-4DAF-427C-8D45-36B13A82181F}" type="presParOf" srcId="{710EACAA-8B6D-4030-9D58-7C552A6D1117}" destId="{F2CB9083-30E4-4965-998F-2F03A2FBF534}" srcOrd="3" destOrd="0" presId="urn:microsoft.com/office/officeart/2005/8/layout/hierarchy5"/>
    <dgm:cxn modelId="{B801FB7F-2639-4B6F-AD6D-EB4C10EB0BFA}" type="presParOf" srcId="{F2CB9083-30E4-4965-998F-2F03A2FBF534}" destId="{5E7F25F8-3ADA-4280-B05B-82F645A08659}" srcOrd="0" destOrd="0" presId="urn:microsoft.com/office/officeart/2005/8/layout/hierarchy5"/>
    <dgm:cxn modelId="{9B3CB52D-8040-41AD-8CD0-00C2857C568D}" type="presParOf" srcId="{710EACAA-8B6D-4030-9D58-7C552A6D1117}" destId="{F8237862-D9CA-4344-904D-1F5383280091}" srcOrd="4" destOrd="0" presId="urn:microsoft.com/office/officeart/2005/8/layout/hierarchy5"/>
    <dgm:cxn modelId="{F39EE8E8-122F-4EEB-847A-535FA68D9446}" type="presParOf" srcId="{F8237862-D9CA-4344-904D-1F5383280091}" destId="{B63A2BC3-CDBC-4064-85A5-C6C1B729CD53}" srcOrd="0" destOrd="0" presId="urn:microsoft.com/office/officeart/2005/8/layout/hierarchy5"/>
    <dgm:cxn modelId="{DFA03C98-86E9-4F5D-A77F-D82493D85DE3}" type="presParOf" srcId="{F8237862-D9CA-4344-904D-1F5383280091}" destId="{F7F91C18-E453-4D2C-9761-7E7F5E906498}" srcOrd="1" destOrd="0" presId="urn:microsoft.com/office/officeart/2005/8/layout/hierarchy5"/>
    <dgm:cxn modelId="{5495FC35-E891-4729-9468-77926318235F}" type="presParOf" srcId="{710EACAA-8B6D-4030-9D58-7C552A6D1117}" destId="{0EA6A56F-D902-4714-A206-CC26E46127D0}" srcOrd="5" destOrd="0" presId="urn:microsoft.com/office/officeart/2005/8/layout/hierarchy5"/>
    <dgm:cxn modelId="{6F9F86D2-831B-4C3E-8183-B79E32F884CF}" type="presParOf" srcId="{0EA6A56F-D902-4714-A206-CC26E46127D0}" destId="{59AD9187-23A4-4FCD-8560-6BE161AD8BE9}" srcOrd="0" destOrd="0" presId="urn:microsoft.com/office/officeart/2005/8/layout/hierarchy5"/>
    <dgm:cxn modelId="{75CDC532-2397-43CC-9478-684553752DEC}" type="presParOf" srcId="{710EACAA-8B6D-4030-9D58-7C552A6D1117}" destId="{F46EDF0D-0168-4DBA-BB5D-C5E43D20CB35}" srcOrd="6" destOrd="0" presId="urn:microsoft.com/office/officeart/2005/8/layout/hierarchy5"/>
    <dgm:cxn modelId="{AA110C6D-1FB1-4A95-B4A1-645D4FDBB5CA}" type="presParOf" srcId="{F46EDF0D-0168-4DBA-BB5D-C5E43D20CB35}" destId="{C2546D7F-5F5C-4F63-B1CC-93FD72E7728B}" srcOrd="0" destOrd="0" presId="urn:microsoft.com/office/officeart/2005/8/layout/hierarchy5"/>
    <dgm:cxn modelId="{7BF974B4-9614-4682-8661-123BB8B98E45}" type="presParOf" srcId="{F46EDF0D-0168-4DBA-BB5D-C5E43D20CB35}" destId="{04616B54-8FDF-4FE9-A510-2D6F410E05E8}" srcOrd="1" destOrd="0" presId="urn:microsoft.com/office/officeart/2005/8/layout/hierarchy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DAD8244-F4E2-4580-AB11-E09D2A8B4260}" type="doc">
      <dgm:prSet loTypeId="urn:microsoft.com/office/officeart/2005/8/layout/hierarchy5" loCatId="hierarchy" qsTypeId="urn:microsoft.com/office/officeart/2005/8/quickstyle/simple2" qsCatId="simple" csTypeId="urn:microsoft.com/office/officeart/2005/8/colors/colorful4" csCatId="colorful" phldr="1"/>
      <dgm:spPr/>
      <dgm:t>
        <a:bodyPr/>
        <a:lstStyle/>
        <a:p>
          <a:endParaRPr lang="zh-CN" altLang="en-US"/>
        </a:p>
      </dgm:t>
    </dgm:pt>
    <dgm:pt modelId="{6238337E-02CB-4196-B2DC-B693D026B93E}">
      <dgm:prSet phldrT="[文本]" custT="1"/>
      <dgm:spPr/>
      <dgm:t>
        <a:bodyPr/>
        <a:lstStyle/>
        <a:p>
          <a:r>
            <a:rPr lang="zh-CN" altLang="en-US" sz="1200">
              <a:solidFill>
                <a:schemeClr val="tx1"/>
              </a:solidFill>
            </a:rPr>
            <a:t>高校教务管理系统</a:t>
          </a:r>
        </a:p>
      </dgm:t>
    </dgm:pt>
    <dgm:pt modelId="{D04FC027-74F5-4E0F-91F4-721EFBD9C8DE}" type="parTrans" cxnId="{892AB9DE-B656-4439-BD0D-507C53DD35E4}">
      <dgm:prSet/>
      <dgm:spPr/>
      <dgm:t>
        <a:bodyPr/>
        <a:lstStyle/>
        <a:p>
          <a:endParaRPr lang="zh-CN" altLang="en-US" sz="1800">
            <a:solidFill>
              <a:schemeClr val="tx1"/>
            </a:solidFill>
          </a:endParaRPr>
        </a:p>
      </dgm:t>
    </dgm:pt>
    <dgm:pt modelId="{117D98AC-5ECF-4357-BAD2-7B209A0991FC}" type="sibTrans" cxnId="{892AB9DE-B656-4439-BD0D-507C53DD35E4}">
      <dgm:prSet/>
      <dgm:spPr/>
      <dgm:t>
        <a:bodyPr/>
        <a:lstStyle/>
        <a:p>
          <a:endParaRPr lang="zh-CN" altLang="en-US" sz="1800">
            <a:solidFill>
              <a:schemeClr val="tx1"/>
            </a:solidFill>
          </a:endParaRPr>
        </a:p>
      </dgm:t>
    </dgm:pt>
    <dgm:pt modelId="{F7C5D0F2-27B8-48F3-A61A-5D3458CF9C31}">
      <dgm:prSet phldrT="[文本]" custT="1"/>
      <dgm:spPr/>
      <dgm:t>
        <a:bodyPr/>
        <a:lstStyle/>
        <a:p>
          <a:r>
            <a:rPr lang="zh-CN" altLang="en-US" sz="1200">
              <a:solidFill>
                <a:schemeClr val="tx1"/>
              </a:solidFill>
            </a:rPr>
            <a:t>登录注销</a:t>
          </a:r>
        </a:p>
      </dgm:t>
    </dgm:pt>
    <dgm:pt modelId="{11C41353-0F7A-40BA-AA93-44435F9EAA74}" type="parTrans" cxnId="{4958E051-2AAB-419D-AFF9-1EBEE205B6FC}">
      <dgm:prSet custT="1"/>
      <dgm:spPr/>
      <dgm:t>
        <a:bodyPr/>
        <a:lstStyle/>
        <a:p>
          <a:endParaRPr lang="zh-CN" altLang="en-US" sz="500">
            <a:solidFill>
              <a:schemeClr val="tx1"/>
            </a:solidFill>
          </a:endParaRPr>
        </a:p>
      </dgm:t>
    </dgm:pt>
    <dgm:pt modelId="{EEC5674D-92BF-4243-A49C-F8EC7B9513AF}" type="sibTrans" cxnId="{4958E051-2AAB-419D-AFF9-1EBEE205B6FC}">
      <dgm:prSet/>
      <dgm:spPr/>
      <dgm:t>
        <a:bodyPr/>
        <a:lstStyle/>
        <a:p>
          <a:endParaRPr lang="zh-CN" altLang="en-US" sz="1800">
            <a:solidFill>
              <a:schemeClr val="tx1"/>
            </a:solidFill>
          </a:endParaRPr>
        </a:p>
      </dgm:t>
    </dgm:pt>
    <dgm:pt modelId="{97194FE8-D7E1-426B-A6F2-9614A73DAA95}">
      <dgm:prSet phldrT="[文本]" custT="1"/>
      <dgm:spPr/>
      <dgm:t>
        <a:bodyPr/>
        <a:lstStyle/>
        <a:p>
          <a:r>
            <a:rPr lang="zh-CN" altLang="en-US" sz="1200">
              <a:solidFill>
                <a:schemeClr val="tx1"/>
              </a:solidFill>
            </a:rPr>
            <a:t>登录</a:t>
          </a:r>
        </a:p>
      </dgm:t>
    </dgm:pt>
    <dgm:pt modelId="{7B40BB72-298A-44EE-8710-CE04E00C8D0D}" type="parTrans" cxnId="{9B812A48-E0D9-46EA-8582-E5BB1894C7F0}">
      <dgm:prSet custT="1"/>
      <dgm:spPr/>
      <dgm:t>
        <a:bodyPr/>
        <a:lstStyle/>
        <a:p>
          <a:endParaRPr lang="zh-CN" altLang="en-US" sz="500">
            <a:solidFill>
              <a:schemeClr val="tx1"/>
            </a:solidFill>
          </a:endParaRPr>
        </a:p>
      </dgm:t>
    </dgm:pt>
    <dgm:pt modelId="{327F2366-92CD-45BA-A3E9-25C045F787E4}" type="sibTrans" cxnId="{9B812A48-E0D9-46EA-8582-E5BB1894C7F0}">
      <dgm:prSet/>
      <dgm:spPr/>
      <dgm:t>
        <a:bodyPr/>
        <a:lstStyle/>
        <a:p>
          <a:endParaRPr lang="zh-CN" altLang="en-US" sz="1800">
            <a:solidFill>
              <a:schemeClr val="tx1"/>
            </a:solidFill>
          </a:endParaRPr>
        </a:p>
      </dgm:t>
    </dgm:pt>
    <dgm:pt modelId="{7752DEE2-07A1-48D2-A4B6-128866AB69C7}">
      <dgm:prSet phldrT="[文本]" custT="1"/>
      <dgm:spPr/>
      <dgm:t>
        <a:bodyPr/>
        <a:lstStyle/>
        <a:p>
          <a:r>
            <a:rPr lang="zh-CN" altLang="en-US" sz="1200">
              <a:solidFill>
                <a:schemeClr val="tx1"/>
              </a:solidFill>
            </a:rPr>
            <a:t>注销</a:t>
          </a:r>
        </a:p>
      </dgm:t>
    </dgm:pt>
    <dgm:pt modelId="{D159B2B0-6CF4-47EC-9854-FFB425006FA5}" type="parTrans" cxnId="{AD22B3A4-CC7B-4631-BBDE-04A8D68E2E1F}">
      <dgm:prSet custT="1"/>
      <dgm:spPr/>
      <dgm:t>
        <a:bodyPr/>
        <a:lstStyle/>
        <a:p>
          <a:endParaRPr lang="zh-CN" altLang="en-US" sz="500">
            <a:solidFill>
              <a:schemeClr val="tx1"/>
            </a:solidFill>
          </a:endParaRPr>
        </a:p>
      </dgm:t>
    </dgm:pt>
    <dgm:pt modelId="{1028E390-C60B-47C2-9C9C-9C9B38463B38}" type="sibTrans" cxnId="{AD22B3A4-CC7B-4631-BBDE-04A8D68E2E1F}">
      <dgm:prSet/>
      <dgm:spPr/>
      <dgm:t>
        <a:bodyPr/>
        <a:lstStyle/>
        <a:p>
          <a:endParaRPr lang="zh-CN" altLang="en-US" sz="1800">
            <a:solidFill>
              <a:schemeClr val="tx1"/>
            </a:solidFill>
          </a:endParaRPr>
        </a:p>
      </dgm:t>
    </dgm:pt>
    <dgm:pt modelId="{588D0E81-4694-48E8-A390-3C1601D6878D}">
      <dgm:prSet phldrT="[文本]" custT="1"/>
      <dgm:spPr/>
      <dgm:t>
        <a:bodyPr/>
        <a:lstStyle/>
        <a:p>
          <a:r>
            <a:rPr lang="zh-CN" altLang="en-US" sz="1200">
              <a:solidFill>
                <a:schemeClr val="tx1"/>
              </a:solidFill>
            </a:rPr>
            <a:t>用户管理</a:t>
          </a:r>
        </a:p>
      </dgm:t>
    </dgm:pt>
    <dgm:pt modelId="{4B9FDCAD-149C-40CB-BC1E-21392A6B56FB}" type="parTrans" cxnId="{58B7844A-C840-46FF-A858-D2094E031AED}">
      <dgm:prSet custT="1"/>
      <dgm:spPr/>
      <dgm:t>
        <a:bodyPr/>
        <a:lstStyle/>
        <a:p>
          <a:endParaRPr lang="zh-CN" altLang="en-US" sz="500">
            <a:solidFill>
              <a:schemeClr val="tx1"/>
            </a:solidFill>
          </a:endParaRPr>
        </a:p>
      </dgm:t>
    </dgm:pt>
    <dgm:pt modelId="{2CF37E32-61FC-4177-870A-CB0CF917081B}" type="sibTrans" cxnId="{58B7844A-C840-46FF-A858-D2094E031AED}">
      <dgm:prSet/>
      <dgm:spPr/>
      <dgm:t>
        <a:bodyPr/>
        <a:lstStyle/>
        <a:p>
          <a:endParaRPr lang="zh-CN" altLang="en-US" sz="1800">
            <a:solidFill>
              <a:schemeClr val="tx1"/>
            </a:solidFill>
          </a:endParaRPr>
        </a:p>
      </dgm:t>
    </dgm:pt>
    <dgm:pt modelId="{75EEC000-8DCE-4FAC-A884-AC95A0DE231B}">
      <dgm:prSet phldrT="[文本]" custT="1"/>
      <dgm:spPr/>
      <dgm:t>
        <a:bodyPr/>
        <a:lstStyle/>
        <a:p>
          <a:r>
            <a:rPr lang="zh-CN" altLang="en-US" sz="1200">
              <a:solidFill>
                <a:schemeClr val="tx1"/>
              </a:solidFill>
            </a:rPr>
            <a:t>改密码</a:t>
          </a:r>
        </a:p>
      </dgm:t>
    </dgm:pt>
    <dgm:pt modelId="{B778B970-03E7-45B8-8184-FAA8509AE8D4}" type="parTrans" cxnId="{CB4C2D44-F22A-4E5D-9C70-6BA73AABD58A}">
      <dgm:prSet custT="1"/>
      <dgm:spPr/>
      <dgm:t>
        <a:bodyPr/>
        <a:lstStyle/>
        <a:p>
          <a:endParaRPr lang="zh-CN" altLang="en-US" sz="500">
            <a:solidFill>
              <a:schemeClr val="tx1"/>
            </a:solidFill>
          </a:endParaRPr>
        </a:p>
      </dgm:t>
    </dgm:pt>
    <dgm:pt modelId="{0C52E7AB-D21E-491E-97B9-6AD7958C7D50}" type="sibTrans" cxnId="{CB4C2D44-F22A-4E5D-9C70-6BA73AABD58A}">
      <dgm:prSet/>
      <dgm:spPr/>
      <dgm:t>
        <a:bodyPr/>
        <a:lstStyle/>
        <a:p>
          <a:endParaRPr lang="zh-CN" altLang="en-US" sz="1800">
            <a:solidFill>
              <a:schemeClr val="tx1"/>
            </a:solidFill>
          </a:endParaRPr>
        </a:p>
      </dgm:t>
    </dgm:pt>
    <dgm:pt modelId="{1E8A3121-F370-4D20-96D9-9FBAC5F09899}">
      <dgm:prSet phldrT="[文本]" custT="1"/>
      <dgm:spPr/>
      <dgm:t>
        <a:bodyPr/>
        <a:lstStyle/>
        <a:p>
          <a:r>
            <a:rPr lang="zh-CN" altLang="en-US" sz="3200">
              <a:solidFill>
                <a:schemeClr val="tx1"/>
              </a:solidFill>
            </a:rPr>
            <a:t>项目</a:t>
          </a:r>
        </a:p>
      </dgm:t>
    </dgm:pt>
    <dgm:pt modelId="{15176F09-0709-453A-A0F4-C1C23FE886FA}" type="parTrans" cxnId="{53C8183D-C9A3-4A85-8163-7848E6D21F83}">
      <dgm:prSet/>
      <dgm:spPr/>
      <dgm:t>
        <a:bodyPr/>
        <a:lstStyle/>
        <a:p>
          <a:endParaRPr lang="zh-CN" altLang="en-US" sz="1800">
            <a:solidFill>
              <a:schemeClr val="tx1"/>
            </a:solidFill>
          </a:endParaRPr>
        </a:p>
      </dgm:t>
    </dgm:pt>
    <dgm:pt modelId="{6FBD660D-C71F-45C4-9FB2-6C2FE189CF6E}" type="sibTrans" cxnId="{53C8183D-C9A3-4A85-8163-7848E6D21F83}">
      <dgm:prSet/>
      <dgm:spPr/>
      <dgm:t>
        <a:bodyPr/>
        <a:lstStyle/>
        <a:p>
          <a:endParaRPr lang="zh-CN" altLang="en-US" sz="1800">
            <a:solidFill>
              <a:schemeClr val="tx1"/>
            </a:solidFill>
          </a:endParaRPr>
        </a:p>
      </dgm:t>
    </dgm:pt>
    <dgm:pt modelId="{1FA791D6-9417-4444-AEA3-191E9F684022}">
      <dgm:prSet phldrT="[文本]" custT="1"/>
      <dgm:spPr/>
      <dgm:t>
        <a:bodyPr/>
        <a:lstStyle/>
        <a:p>
          <a:r>
            <a:rPr lang="zh-CN" altLang="en-US" sz="3200">
              <a:solidFill>
                <a:schemeClr val="tx1"/>
              </a:solidFill>
            </a:rPr>
            <a:t>功能模块</a:t>
          </a:r>
        </a:p>
      </dgm:t>
    </dgm:pt>
    <dgm:pt modelId="{1F399BCC-C7A0-4E94-B733-D64734027679}" type="parTrans" cxnId="{46FB89FE-077D-4227-8836-5C34F46C0794}">
      <dgm:prSet/>
      <dgm:spPr/>
      <dgm:t>
        <a:bodyPr/>
        <a:lstStyle/>
        <a:p>
          <a:endParaRPr lang="zh-CN" altLang="en-US" sz="1800">
            <a:solidFill>
              <a:schemeClr val="tx1"/>
            </a:solidFill>
          </a:endParaRPr>
        </a:p>
      </dgm:t>
    </dgm:pt>
    <dgm:pt modelId="{EC0D318B-43FD-48F1-A838-7B00FC926F78}" type="sibTrans" cxnId="{46FB89FE-077D-4227-8836-5C34F46C0794}">
      <dgm:prSet/>
      <dgm:spPr/>
      <dgm:t>
        <a:bodyPr/>
        <a:lstStyle/>
        <a:p>
          <a:endParaRPr lang="zh-CN" altLang="en-US" sz="1800">
            <a:solidFill>
              <a:schemeClr val="tx1"/>
            </a:solidFill>
          </a:endParaRPr>
        </a:p>
      </dgm:t>
    </dgm:pt>
    <dgm:pt modelId="{746C7798-38AE-4FC3-968D-0CE2B20A09F3}">
      <dgm:prSet phldrT="[文本]" custT="1"/>
      <dgm:spPr/>
      <dgm:t>
        <a:bodyPr/>
        <a:lstStyle/>
        <a:p>
          <a:r>
            <a:rPr lang="zh-CN" altLang="en-US" sz="3200">
              <a:solidFill>
                <a:schemeClr val="tx1"/>
              </a:solidFill>
            </a:rPr>
            <a:t>功能梳理</a:t>
          </a:r>
        </a:p>
      </dgm:t>
    </dgm:pt>
    <dgm:pt modelId="{7C03FDB3-F6DE-4919-AFE4-BB89F68AC2C1}" type="parTrans" cxnId="{71F3691F-5E14-4F19-9085-4AC9945BE5C6}">
      <dgm:prSet/>
      <dgm:spPr/>
      <dgm:t>
        <a:bodyPr/>
        <a:lstStyle/>
        <a:p>
          <a:endParaRPr lang="zh-CN" altLang="en-US" sz="1800">
            <a:solidFill>
              <a:schemeClr val="tx1"/>
            </a:solidFill>
          </a:endParaRPr>
        </a:p>
      </dgm:t>
    </dgm:pt>
    <dgm:pt modelId="{6CD5FC8A-2B0C-4E0E-9A43-6CB849E91D1E}" type="sibTrans" cxnId="{71F3691F-5E14-4F19-9085-4AC9945BE5C6}">
      <dgm:prSet/>
      <dgm:spPr/>
      <dgm:t>
        <a:bodyPr/>
        <a:lstStyle/>
        <a:p>
          <a:endParaRPr lang="zh-CN" altLang="en-US" sz="1800">
            <a:solidFill>
              <a:schemeClr val="tx1"/>
            </a:solidFill>
          </a:endParaRPr>
        </a:p>
      </dgm:t>
    </dgm:pt>
    <dgm:pt modelId="{80F95C3B-AD1E-489E-AC6B-58F6FFD63648}">
      <dgm:prSet phldrT="[文本]" custT="1"/>
      <dgm:spPr/>
      <dgm:t>
        <a:bodyPr/>
        <a:lstStyle/>
        <a:p>
          <a:r>
            <a:rPr lang="zh-CN" altLang="en-US" sz="1200">
              <a:solidFill>
                <a:schemeClr val="tx1"/>
              </a:solidFill>
            </a:rPr>
            <a:t>教学任务管理</a:t>
          </a:r>
        </a:p>
      </dgm:t>
    </dgm:pt>
    <dgm:pt modelId="{6CA2190E-270D-49D7-8126-4CDE47FAD891}" type="parTrans" cxnId="{E76CECB4-E466-4F6E-9432-9A62EFF546D8}">
      <dgm:prSet custT="1"/>
      <dgm:spPr/>
      <dgm:t>
        <a:bodyPr/>
        <a:lstStyle/>
        <a:p>
          <a:endParaRPr lang="zh-CN" altLang="en-US" sz="500">
            <a:solidFill>
              <a:schemeClr val="tx1"/>
            </a:solidFill>
          </a:endParaRPr>
        </a:p>
      </dgm:t>
    </dgm:pt>
    <dgm:pt modelId="{B86BE002-C6A5-447D-9FD6-B65DA1950D2D}" type="sibTrans" cxnId="{E76CECB4-E466-4F6E-9432-9A62EFF546D8}">
      <dgm:prSet/>
      <dgm:spPr/>
      <dgm:t>
        <a:bodyPr/>
        <a:lstStyle/>
        <a:p>
          <a:endParaRPr lang="zh-CN" altLang="en-US" sz="1800">
            <a:solidFill>
              <a:schemeClr val="tx1"/>
            </a:solidFill>
          </a:endParaRPr>
        </a:p>
      </dgm:t>
    </dgm:pt>
    <dgm:pt modelId="{B721A1E6-F1A9-4DE2-9BA7-769DA91BD415}">
      <dgm:prSet phldrT="[文本]" custT="1"/>
      <dgm:spPr/>
      <dgm:t>
        <a:bodyPr/>
        <a:lstStyle/>
        <a:p>
          <a:r>
            <a:rPr lang="zh-CN" altLang="en-US" sz="1200">
              <a:solidFill>
                <a:schemeClr val="tx1"/>
              </a:solidFill>
            </a:rPr>
            <a:t>成绩录入</a:t>
          </a:r>
        </a:p>
      </dgm:t>
    </dgm:pt>
    <dgm:pt modelId="{E7C42F3C-54AC-4BDC-A2CD-20EA47D66909}" type="parTrans" cxnId="{BA1B13CC-7A4C-4B21-9E5F-8226238FCB55}">
      <dgm:prSet custT="1"/>
      <dgm:spPr/>
      <dgm:t>
        <a:bodyPr/>
        <a:lstStyle/>
        <a:p>
          <a:endParaRPr lang="zh-CN" altLang="en-US" sz="500">
            <a:solidFill>
              <a:schemeClr val="tx1"/>
            </a:solidFill>
          </a:endParaRPr>
        </a:p>
      </dgm:t>
    </dgm:pt>
    <dgm:pt modelId="{5DD482D7-CF85-425B-B808-5410C6D73751}" type="sibTrans" cxnId="{BA1B13CC-7A4C-4B21-9E5F-8226238FCB55}">
      <dgm:prSet/>
      <dgm:spPr/>
      <dgm:t>
        <a:bodyPr/>
        <a:lstStyle/>
        <a:p>
          <a:endParaRPr lang="zh-CN" altLang="en-US" sz="1800">
            <a:solidFill>
              <a:schemeClr val="tx1"/>
            </a:solidFill>
          </a:endParaRPr>
        </a:p>
      </dgm:t>
    </dgm:pt>
    <dgm:pt modelId="{0D192AC7-02E9-42C8-B492-AA7C14829FB9}">
      <dgm:prSet phldrT="[文本]" custT="1"/>
      <dgm:spPr/>
      <dgm:t>
        <a:bodyPr/>
        <a:lstStyle/>
        <a:p>
          <a:r>
            <a:rPr lang="zh-CN" altLang="en-US" sz="1200">
              <a:solidFill>
                <a:schemeClr val="tx1"/>
              </a:solidFill>
            </a:rPr>
            <a:t>成绩查询</a:t>
          </a:r>
        </a:p>
      </dgm:t>
    </dgm:pt>
    <dgm:pt modelId="{9AF8C918-6145-4F98-A184-32A715687EE0}" type="parTrans" cxnId="{FE7182E6-3A20-4023-8EF4-B1CAF1FCF693}">
      <dgm:prSet custT="1"/>
      <dgm:spPr/>
      <dgm:t>
        <a:bodyPr/>
        <a:lstStyle/>
        <a:p>
          <a:endParaRPr lang="zh-CN" altLang="en-US" sz="500">
            <a:solidFill>
              <a:schemeClr val="tx1"/>
            </a:solidFill>
          </a:endParaRPr>
        </a:p>
      </dgm:t>
    </dgm:pt>
    <dgm:pt modelId="{7FE10998-ABBC-436A-8E3C-0AE57E865A22}" type="sibTrans" cxnId="{FE7182E6-3A20-4023-8EF4-B1CAF1FCF693}">
      <dgm:prSet/>
      <dgm:spPr/>
      <dgm:t>
        <a:bodyPr/>
        <a:lstStyle/>
        <a:p>
          <a:endParaRPr lang="zh-CN" altLang="en-US" sz="1800">
            <a:solidFill>
              <a:schemeClr val="tx1"/>
            </a:solidFill>
          </a:endParaRPr>
        </a:p>
      </dgm:t>
    </dgm:pt>
    <dgm:pt modelId="{310820A8-A25B-4F4D-B9CD-CC55D8668B73}">
      <dgm:prSet phldrT="[文本]" custT="1"/>
      <dgm:spPr/>
      <dgm:t>
        <a:bodyPr/>
        <a:lstStyle/>
        <a:p>
          <a:r>
            <a:rPr lang="zh-CN" altLang="en-US" sz="1200">
              <a:solidFill>
                <a:schemeClr val="tx1"/>
              </a:solidFill>
            </a:rPr>
            <a:t>成绩管理</a:t>
          </a:r>
        </a:p>
      </dgm:t>
    </dgm:pt>
    <dgm:pt modelId="{BD5B8B3C-C523-4965-AB88-D50233EDD5AC}" type="parTrans" cxnId="{B6D8CBB5-07CF-4F43-9361-2AA3D634B0BE}">
      <dgm:prSet custT="1"/>
      <dgm:spPr/>
      <dgm:t>
        <a:bodyPr/>
        <a:lstStyle/>
        <a:p>
          <a:endParaRPr lang="zh-CN" altLang="en-US" sz="500">
            <a:solidFill>
              <a:schemeClr val="tx1"/>
            </a:solidFill>
          </a:endParaRPr>
        </a:p>
      </dgm:t>
    </dgm:pt>
    <dgm:pt modelId="{AD91B572-36F6-4631-9020-ABB23CADCC32}" type="sibTrans" cxnId="{B6D8CBB5-07CF-4F43-9361-2AA3D634B0BE}">
      <dgm:prSet/>
      <dgm:spPr/>
      <dgm:t>
        <a:bodyPr/>
        <a:lstStyle/>
        <a:p>
          <a:endParaRPr lang="zh-CN" altLang="en-US" sz="1800">
            <a:solidFill>
              <a:schemeClr val="tx1"/>
            </a:solidFill>
          </a:endParaRPr>
        </a:p>
      </dgm:t>
    </dgm:pt>
    <dgm:pt modelId="{4155A292-FA8E-4376-8809-B5ED03A9F5AB}">
      <dgm:prSet phldrT="[文本]" custT="1"/>
      <dgm:spPr/>
      <dgm:t>
        <a:bodyPr/>
        <a:lstStyle/>
        <a:p>
          <a:r>
            <a:rPr lang="zh-CN" altLang="en-US" sz="1200">
              <a:solidFill>
                <a:schemeClr val="tx1"/>
              </a:solidFill>
            </a:rPr>
            <a:t>教学任务查询</a:t>
          </a:r>
        </a:p>
      </dgm:t>
    </dgm:pt>
    <dgm:pt modelId="{13E58336-1289-4754-B0CD-4900463E3F3C}" type="parTrans" cxnId="{873DC708-30F2-4ABD-9DBD-CEDEA5934939}">
      <dgm:prSet custT="1"/>
      <dgm:spPr/>
      <dgm:t>
        <a:bodyPr/>
        <a:lstStyle/>
        <a:p>
          <a:endParaRPr lang="zh-CN" altLang="en-US" sz="500">
            <a:solidFill>
              <a:schemeClr val="tx1"/>
            </a:solidFill>
          </a:endParaRPr>
        </a:p>
      </dgm:t>
    </dgm:pt>
    <dgm:pt modelId="{818589FA-9C77-44B1-82A2-365B54CA20E7}" type="sibTrans" cxnId="{873DC708-30F2-4ABD-9DBD-CEDEA5934939}">
      <dgm:prSet/>
      <dgm:spPr/>
      <dgm:t>
        <a:bodyPr/>
        <a:lstStyle/>
        <a:p>
          <a:endParaRPr lang="zh-CN" altLang="en-US" sz="1800">
            <a:solidFill>
              <a:schemeClr val="tx1"/>
            </a:solidFill>
          </a:endParaRPr>
        </a:p>
      </dgm:t>
    </dgm:pt>
    <dgm:pt modelId="{D143E37E-E900-4480-9CC3-0B55F6DFD867}">
      <dgm:prSet phldrT="[文本]" custT="1"/>
      <dgm:spPr/>
      <dgm:t>
        <a:bodyPr/>
        <a:lstStyle/>
        <a:p>
          <a:r>
            <a:rPr lang="en-US" altLang="zh-CN" sz="1200">
              <a:solidFill>
                <a:schemeClr val="tx1"/>
              </a:solidFill>
            </a:rPr>
            <a:t>POST /users</a:t>
          </a:r>
          <a:endParaRPr lang="zh-CN" altLang="en-US" sz="1200">
            <a:solidFill>
              <a:schemeClr val="tx1"/>
            </a:solidFill>
          </a:endParaRPr>
        </a:p>
      </dgm:t>
    </dgm:pt>
    <dgm:pt modelId="{EE35066D-934D-4BB5-913F-F8454EE922D7}" type="parTrans" cxnId="{FB616E4D-2CE4-4043-A648-C710C40A5C42}">
      <dgm:prSet custT="1"/>
      <dgm:spPr/>
      <dgm:t>
        <a:bodyPr/>
        <a:lstStyle/>
        <a:p>
          <a:endParaRPr lang="zh-CN" altLang="en-US" sz="500">
            <a:solidFill>
              <a:schemeClr val="tx1"/>
            </a:solidFill>
          </a:endParaRPr>
        </a:p>
      </dgm:t>
    </dgm:pt>
    <dgm:pt modelId="{2B80DE96-18B8-4C2C-A77E-F20EDBE8F46E}" type="sibTrans" cxnId="{FB616E4D-2CE4-4043-A648-C710C40A5C42}">
      <dgm:prSet/>
      <dgm:spPr/>
      <dgm:t>
        <a:bodyPr/>
        <a:lstStyle/>
        <a:p>
          <a:endParaRPr lang="zh-CN" altLang="en-US" sz="1800">
            <a:solidFill>
              <a:schemeClr val="tx1"/>
            </a:solidFill>
          </a:endParaRPr>
        </a:p>
      </dgm:t>
    </dgm:pt>
    <dgm:pt modelId="{D19E15EB-93BC-45E9-8884-57AEA49F8A08}">
      <dgm:prSet phldrT="[文本]" custT="1"/>
      <dgm:spPr/>
      <dgm:t>
        <a:bodyPr/>
        <a:lstStyle/>
        <a:p>
          <a:r>
            <a:rPr lang="en-US" altLang="zh-CN" sz="1200">
              <a:solidFill>
                <a:schemeClr val="tx1"/>
              </a:solidFill>
            </a:rPr>
            <a:t>DELETE /users</a:t>
          </a:r>
          <a:endParaRPr lang="zh-CN" altLang="en-US" sz="1200">
            <a:solidFill>
              <a:schemeClr val="tx1"/>
            </a:solidFill>
          </a:endParaRPr>
        </a:p>
      </dgm:t>
    </dgm:pt>
    <dgm:pt modelId="{160D1CC0-3440-43EA-893B-AD79D38D6D64}" type="parTrans" cxnId="{21C76FFF-6B55-4588-82E9-B1267BDCECD3}">
      <dgm:prSet custT="1"/>
      <dgm:spPr/>
      <dgm:t>
        <a:bodyPr/>
        <a:lstStyle/>
        <a:p>
          <a:endParaRPr lang="zh-CN" altLang="en-US" sz="500">
            <a:solidFill>
              <a:schemeClr val="tx1"/>
            </a:solidFill>
          </a:endParaRPr>
        </a:p>
      </dgm:t>
    </dgm:pt>
    <dgm:pt modelId="{690B2A74-7FD5-4E75-98AE-BAEF32940BE3}" type="sibTrans" cxnId="{21C76FFF-6B55-4588-82E9-B1267BDCECD3}">
      <dgm:prSet/>
      <dgm:spPr/>
      <dgm:t>
        <a:bodyPr/>
        <a:lstStyle/>
        <a:p>
          <a:endParaRPr lang="zh-CN" altLang="en-US" sz="1800">
            <a:solidFill>
              <a:schemeClr val="tx1"/>
            </a:solidFill>
          </a:endParaRPr>
        </a:p>
      </dgm:t>
    </dgm:pt>
    <dgm:pt modelId="{03B266EA-D9B2-4CA2-8AC0-2CCC81A34BD0}">
      <dgm:prSet phldrT="[文本]" custT="1"/>
      <dgm:spPr/>
      <dgm:t>
        <a:bodyPr/>
        <a:lstStyle/>
        <a:p>
          <a:r>
            <a:rPr lang="en-US" altLang="zh-CN" sz="1200">
              <a:solidFill>
                <a:schemeClr val="tx1"/>
              </a:solidFill>
            </a:rPr>
            <a:t>PATCH /users</a:t>
          </a:r>
          <a:endParaRPr lang="zh-CN" altLang="en-US" sz="1200">
            <a:solidFill>
              <a:schemeClr val="tx1"/>
            </a:solidFill>
          </a:endParaRPr>
        </a:p>
      </dgm:t>
    </dgm:pt>
    <dgm:pt modelId="{E699D5EB-AD72-4F1C-8EDB-9058811FE128}" type="parTrans" cxnId="{3E4B5091-8B30-426A-A007-02E170258740}">
      <dgm:prSet custT="1"/>
      <dgm:spPr/>
      <dgm:t>
        <a:bodyPr/>
        <a:lstStyle/>
        <a:p>
          <a:endParaRPr lang="zh-CN" altLang="en-US" sz="500">
            <a:solidFill>
              <a:schemeClr val="tx1"/>
            </a:solidFill>
          </a:endParaRPr>
        </a:p>
      </dgm:t>
    </dgm:pt>
    <dgm:pt modelId="{60E7E6B6-6B9A-416C-B0FB-21332196BE10}" type="sibTrans" cxnId="{3E4B5091-8B30-426A-A007-02E170258740}">
      <dgm:prSet/>
      <dgm:spPr/>
      <dgm:t>
        <a:bodyPr/>
        <a:lstStyle/>
        <a:p>
          <a:endParaRPr lang="zh-CN" altLang="en-US" sz="1800">
            <a:solidFill>
              <a:schemeClr val="tx1"/>
            </a:solidFill>
          </a:endParaRPr>
        </a:p>
      </dgm:t>
    </dgm:pt>
    <dgm:pt modelId="{683EE741-5D0E-4FA1-A49E-4ACFB3A9E592}">
      <dgm:prSet phldrT="[文本]" custT="1"/>
      <dgm:spPr/>
      <dgm:t>
        <a:bodyPr/>
        <a:lstStyle/>
        <a:p>
          <a:r>
            <a:rPr lang="en-US" altLang="zh-CN" sz="1200">
              <a:solidFill>
                <a:schemeClr val="tx1"/>
              </a:solidFill>
            </a:rPr>
            <a:t>GET /tasks</a:t>
          </a:r>
          <a:endParaRPr lang="zh-CN" altLang="en-US" sz="1200">
            <a:solidFill>
              <a:schemeClr val="tx1"/>
            </a:solidFill>
          </a:endParaRPr>
        </a:p>
      </dgm:t>
    </dgm:pt>
    <dgm:pt modelId="{9B549266-5137-4062-93C1-AA8A85432407}" type="parTrans" cxnId="{89C8ECD0-2D0B-4475-827F-E7782F6FFD0B}">
      <dgm:prSet custT="1"/>
      <dgm:spPr/>
      <dgm:t>
        <a:bodyPr/>
        <a:lstStyle/>
        <a:p>
          <a:endParaRPr lang="zh-CN" altLang="en-US" sz="500">
            <a:solidFill>
              <a:schemeClr val="tx1"/>
            </a:solidFill>
          </a:endParaRPr>
        </a:p>
      </dgm:t>
    </dgm:pt>
    <dgm:pt modelId="{DF145803-47E2-49AD-A5D1-D8CFDB597467}" type="sibTrans" cxnId="{89C8ECD0-2D0B-4475-827F-E7782F6FFD0B}">
      <dgm:prSet/>
      <dgm:spPr/>
      <dgm:t>
        <a:bodyPr/>
        <a:lstStyle/>
        <a:p>
          <a:endParaRPr lang="zh-CN" altLang="en-US" sz="1800">
            <a:solidFill>
              <a:schemeClr val="tx1"/>
            </a:solidFill>
          </a:endParaRPr>
        </a:p>
      </dgm:t>
    </dgm:pt>
    <dgm:pt modelId="{B473E9A1-93D2-4262-AEB0-A89E5B9FFE1D}">
      <dgm:prSet phldrT="[文本]" custT="1"/>
      <dgm:spPr/>
      <dgm:t>
        <a:bodyPr/>
        <a:lstStyle/>
        <a:p>
          <a:r>
            <a:rPr lang="en-US" altLang="zh-CN" sz="1200">
              <a:solidFill>
                <a:schemeClr val="tx1"/>
              </a:solidFill>
            </a:rPr>
            <a:t>POST /scores</a:t>
          </a:r>
          <a:endParaRPr lang="zh-CN" altLang="en-US" sz="1200">
            <a:solidFill>
              <a:schemeClr val="tx1"/>
            </a:solidFill>
          </a:endParaRPr>
        </a:p>
      </dgm:t>
    </dgm:pt>
    <dgm:pt modelId="{DBA550B0-2B02-4CB6-8153-FEBC74DEC022}" type="parTrans" cxnId="{A2011C3E-373A-4870-B550-3D673A0E3EB7}">
      <dgm:prSet custT="1"/>
      <dgm:spPr/>
      <dgm:t>
        <a:bodyPr/>
        <a:lstStyle/>
        <a:p>
          <a:endParaRPr lang="zh-CN" altLang="en-US" sz="500">
            <a:solidFill>
              <a:schemeClr val="tx1"/>
            </a:solidFill>
          </a:endParaRPr>
        </a:p>
      </dgm:t>
    </dgm:pt>
    <dgm:pt modelId="{BB7D166E-646B-4F93-83CD-878AA760E9E9}" type="sibTrans" cxnId="{A2011C3E-373A-4870-B550-3D673A0E3EB7}">
      <dgm:prSet/>
      <dgm:spPr/>
      <dgm:t>
        <a:bodyPr/>
        <a:lstStyle/>
        <a:p>
          <a:endParaRPr lang="zh-CN" altLang="en-US" sz="1800">
            <a:solidFill>
              <a:schemeClr val="tx1"/>
            </a:solidFill>
          </a:endParaRPr>
        </a:p>
      </dgm:t>
    </dgm:pt>
    <dgm:pt modelId="{6282134C-2AAB-4003-B16A-A2C18E48C660}">
      <dgm:prSet phldrT="[文本]" custT="1"/>
      <dgm:spPr/>
      <dgm:t>
        <a:bodyPr/>
        <a:lstStyle/>
        <a:p>
          <a:r>
            <a:rPr lang="en-US" altLang="zh-CN" sz="1200">
              <a:solidFill>
                <a:schemeClr val="tx1"/>
              </a:solidFill>
            </a:rPr>
            <a:t>GET /scores</a:t>
          </a:r>
          <a:endParaRPr lang="zh-CN" altLang="en-US" sz="1200">
            <a:solidFill>
              <a:schemeClr val="tx1"/>
            </a:solidFill>
          </a:endParaRPr>
        </a:p>
      </dgm:t>
    </dgm:pt>
    <dgm:pt modelId="{E95F9764-00B5-440C-9F1C-7420B192A1B3}" type="parTrans" cxnId="{3F1C87A3-7846-4161-8959-2D08783D933B}">
      <dgm:prSet custT="1"/>
      <dgm:spPr/>
      <dgm:t>
        <a:bodyPr/>
        <a:lstStyle/>
        <a:p>
          <a:endParaRPr lang="zh-CN" altLang="en-US" sz="500">
            <a:solidFill>
              <a:schemeClr val="tx1"/>
            </a:solidFill>
          </a:endParaRPr>
        </a:p>
      </dgm:t>
    </dgm:pt>
    <dgm:pt modelId="{2FB7A3CA-2850-44EF-B1FE-963F0ABFD457}" type="sibTrans" cxnId="{3F1C87A3-7846-4161-8959-2D08783D933B}">
      <dgm:prSet/>
      <dgm:spPr/>
      <dgm:t>
        <a:bodyPr/>
        <a:lstStyle/>
        <a:p>
          <a:endParaRPr lang="zh-CN" altLang="en-US" sz="1800">
            <a:solidFill>
              <a:schemeClr val="tx1"/>
            </a:solidFill>
          </a:endParaRPr>
        </a:p>
      </dgm:t>
    </dgm:pt>
    <dgm:pt modelId="{D21B8A8F-AAA6-41F1-A0E3-D0E7492BCF14}">
      <dgm:prSet phldrT="[文本]" custT="1"/>
      <dgm:spPr/>
      <dgm:t>
        <a:bodyPr/>
        <a:lstStyle/>
        <a:p>
          <a:r>
            <a:rPr lang="en-US" altLang="zh-CN" sz="3200">
              <a:solidFill>
                <a:schemeClr val="tx1"/>
              </a:solidFill>
            </a:rPr>
            <a:t>URI</a:t>
          </a:r>
          <a:endParaRPr lang="zh-CN" altLang="en-US" sz="3200">
            <a:solidFill>
              <a:schemeClr val="tx1"/>
            </a:solidFill>
          </a:endParaRPr>
        </a:p>
      </dgm:t>
    </dgm:pt>
    <dgm:pt modelId="{931362A2-8D80-4ADE-800D-CF64C0B44A8B}" type="parTrans" cxnId="{3FD06EFA-2DDC-4F6A-9740-2B593EC0BE1F}">
      <dgm:prSet/>
      <dgm:spPr/>
      <dgm:t>
        <a:bodyPr/>
        <a:lstStyle/>
        <a:p>
          <a:endParaRPr lang="zh-CN" altLang="en-US" sz="1800">
            <a:solidFill>
              <a:schemeClr val="tx1"/>
            </a:solidFill>
          </a:endParaRPr>
        </a:p>
      </dgm:t>
    </dgm:pt>
    <dgm:pt modelId="{A96EB041-58AA-4A1D-9105-C885F4A97B22}" type="sibTrans" cxnId="{3FD06EFA-2DDC-4F6A-9740-2B593EC0BE1F}">
      <dgm:prSet/>
      <dgm:spPr/>
      <dgm:t>
        <a:bodyPr/>
        <a:lstStyle/>
        <a:p>
          <a:endParaRPr lang="zh-CN" altLang="en-US" sz="1800">
            <a:solidFill>
              <a:schemeClr val="tx1"/>
            </a:solidFill>
          </a:endParaRPr>
        </a:p>
      </dgm:t>
    </dgm:pt>
    <dgm:pt modelId="{37910531-A66F-4A6B-B9BE-130568E0A12A}" type="pres">
      <dgm:prSet presAssocID="{5DAD8244-F4E2-4580-AB11-E09D2A8B4260}" presName="mainComposite" presStyleCnt="0">
        <dgm:presLayoutVars>
          <dgm:chPref val="1"/>
          <dgm:dir/>
          <dgm:animOne val="branch"/>
          <dgm:animLvl val="lvl"/>
          <dgm:resizeHandles val="exact"/>
        </dgm:presLayoutVars>
      </dgm:prSet>
      <dgm:spPr/>
    </dgm:pt>
    <dgm:pt modelId="{84D49B86-FE62-4B4B-8F0D-CD9C761C7B33}" type="pres">
      <dgm:prSet presAssocID="{5DAD8244-F4E2-4580-AB11-E09D2A8B4260}" presName="hierFlow" presStyleCnt="0"/>
      <dgm:spPr/>
    </dgm:pt>
    <dgm:pt modelId="{BB4FA524-9AC1-4D87-B665-A47B840BB7C1}" type="pres">
      <dgm:prSet presAssocID="{5DAD8244-F4E2-4580-AB11-E09D2A8B4260}" presName="firstBuf" presStyleCnt="0"/>
      <dgm:spPr/>
    </dgm:pt>
    <dgm:pt modelId="{1CBB2382-6672-4FF7-AE28-5DD33C5BA264}" type="pres">
      <dgm:prSet presAssocID="{5DAD8244-F4E2-4580-AB11-E09D2A8B4260}" presName="hierChild1" presStyleCnt="0">
        <dgm:presLayoutVars>
          <dgm:chPref val="1"/>
          <dgm:animOne val="branch"/>
          <dgm:animLvl val="lvl"/>
        </dgm:presLayoutVars>
      </dgm:prSet>
      <dgm:spPr/>
    </dgm:pt>
    <dgm:pt modelId="{EE341017-5759-4EC3-84D0-6CFE4E951A97}" type="pres">
      <dgm:prSet presAssocID="{6238337E-02CB-4196-B2DC-B693D026B93E}" presName="Name17" presStyleCnt="0"/>
      <dgm:spPr/>
    </dgm:pt>
    <dgm:pt modelId="{12457B98-FA45-4AA8-BA37-CBD8CD9B759C}" type="pres">
      <dgm:prSet presAssocID="{6238337E-02CB-4196-B2DC-B693D026B93E}" presName="level1Shape" presStyleLbl="node0" presStyleIdx="0" presStyleCnt="1">
        <dgm:presLayoutVars>
          <dgm:chPref val="3"/>
        </dgm:presLayoutVars>
      </dgm:prSet>
      <dgm:spPr/>
    </dgm:pt>
    <dgm:pt modelId="{F549413B-4C1D-4F7E-B847-9A41CD96EEEE}" type="pres">
      <dgm:prSet presAssocID="{6238337E-02CB-4196-B2DC-B693D026B93E}" presName="hierChild2" presStyleCnt="0"/>
      <dgm:spPr/>
    </dgm:pt>
    <dgm:pt modelId="{E2C158D5-F965-463D-891C-4BA4FC61EBD4}" type="pres">
      <dgm:prSet presAssocID="{11C41353-0F7A-40BA-AA93-44435F9EAA74}" presName="Name25" presStyleLbl="parChTrans1D2" presStyleIdx="0" presStyleCnt="4"/>
      <dgm:spPr/>
    </dgm:pt>
    <dgm:pt modelId="{5008E6BC-55D9-4CF0-AA78-65842824AA0E}" type="pres">
      <dgm:prSet presAssocID="{11C41353-0F7A-40BA-AA93-44435F9EAA74}" presName="connTx" presStyleLbl="parChTrans1D2" presStyleIdx="0" presStyleCnt="4"/>
      <dgm:spPr/>
    </dgm:pt>
    <dgm:pt modelId="{03593C26-3F38-43F5-BB3B-9497EB1819E7}" type="pres">
      <dgm:prSet presAssocID="{F7C5D0F2-27B8-48F3-A61A-5D3458CF9C31}" presName="Name30" presStyleCnt="0"/>
      <dgm:spPr/>
    </dgm:pt>
    <dgm:pt modelId="{08336030-A0EF-4717-AE58-DF147F1C6053}" type="pres">
      <dgm:prSet presAssocID="{F7C5D0F2-27B8-48F3-A61A-5D3458CF9C31}" presName="level2Shape" presStyleLbl="node2" presStyleIdx="0" presStyleCnt="4"/>
      <dgm:spPr/>
    </dgm:pt>
    <dgm:pt modelId="{5E604936-2D25-4BC0-97D5-732DF3CB2D9D}" type="pres">
      <dgm:prSet presAssocID="{F7C5D0F2-27B8-48F3-A61A-5D3458CF9C31}" presName="hierChild3" presStyleCnt="0"/>
      <dgm:spPr/>
    </dgm:pt>
    <dgm:pt modelId="{3F6A337D-6081-4697-B9F2-AB8AFA32A148}" type="pres">
      <dgm:prSet presAssocID="{7B40BB72-298A-44EE-8710-CE04E00C8D0D}" presName="Name25" presStyleLbl="parChTrans1D3" presStyleIdx="0" presStyleCnt="6"/>
      <dgm:spPr/>
    </dgm:pt>
    <dgm:pt modelId="{40C971EE-5934-4C5C-89C7-B19A2EED3E57}" type="pres">
      <dgm:prSet presAssocID="{7B40BB72-298A-44EE-8710-CE04E00C8D0D}" presName="connTx" presStyleLbl="parChTrans1D3" presStyleIdx="0" presStyleCnt="6"/>
      <dgm:spPr/>
    </dgm:pt>
    <dgm:pt modelId="{4E340ACC-69C6-426E-B879-724EBE1F1F6A}" type="pres">
      <dgm:prSet presAssocID="{97194FE8-D7E1-426B-A6F2-9614A73DAA95}" presName="Name30" presStyleCnt="0"/>
      <dgm:spPr/>
    </dgm:pt>
    <dgm:pt modelId="{47001A71-14E5-40D3-8828-BE15C696577C}" type="pres">
      <dgm:prSet presAssocID="{97194FE8-D7E1-426B-A6F2-9614A73DAA95}" presName="level2Shape" presStyleLbl="node3" presStyleIdx="0" presStyleCnt="6"/>
      <dgm:spPr/>
    </dgm:pt>
    <dgm:pt modelId="{79FCECBA-E413-4155-98B7-5B5ED5FBB26B}" type="pres">
      <dgm:prSet presAssocID="{97194FE8-D7E1-426B-A6F2-9614A73DAA95}" presName="hierChild3" presStyleCnt="0"/>
      <dgm:spPr/>
    </dgm:pt>
    <dgm:pt modelId="{53033CBA-86AA-4B25-BCA7-19F2C4EF7922}" type="pres">
      <dgm:prSet presAssocID="{EE35066D-934D-4BB5-913F-F8454EE922D7}" presName="Name25" presStyleLbl="parChTrans1D4" presStyleIdx="0" presStyleCnt="6"/>
      <dgm:spPr/>
    </dgm:pt>
    <dgm:pt modelId="{3B975080-39FB-4EBA-B3C7-380565827773}" type="pres">
      <dgm:prSet presAssocID="{EE35066D-934D-4BB5-913F-F8454EE922D7}" presName="connTx" presStyleLbl="parChTrans1D4" presStyleIdx="0" presStyleCnt="6"/>
      <dgm:spPr/>
    </dgm:pt>
    <dgm:pt modelId="{6030BC9D-C937-4630-8A9A-2B7C68760F00}" type="pres">
      <dgm:prSet presAssocID="{D143E37E-E900-4480-9CC3-0B55F6DFD867}" presName="Name30" presStyleCnt="0"/>
      <dgm:spPr/>
    </dgm:pt>
    <dgm:pt modelId="{809949F3-2B13-4F69-BF6C-37E7BBBE0D61}" type="pres">
      <dgm:prSet presAssocID="{D143E37E-E900-4480-9CC3-0B55F6DFD867}" presName="level2Shape" presStyleLbl="node4" presStyleIdx="0" presStyleCnt="6"/>
      <dgm:spPr/>
    </dgm:pt>
    <dgm:pt modelId="{12CD34FE-8653-4098-9353-595A1032407F}" type="pres">
      <dgm:prSet presAssocID="{D143E37E-E900-4480-9CC3-0B55F6DFD867}" presName="hierChild3" presStyleCnt="0"/>
      <dgm:spPr/>
    </dgm:pt>
    <dgm:pt modelId="{7E2629BC-F901-46A3-9891-24BB1995F08B}" type="pres">
      <dgm:prSet presAssocID="{D159B2B0-6CF4-47EC-9854-FFB425006FA5}" presName="Name25" presStyleLbl="parChTrans1D3" presStyleIdx="1" presStyleCnt="6"/>
      <dgm:spPr/>
    </dgm:pt>
    <dgm:pt modelId="{0633E8FB-5F73-4D58-A629-FF22A63E40A4}" type="pres">
      <dgm:prSet presAssocID="{D159B2B0-6CF4-47EC-9854-FFB425006FA5}" presName="connTx" presStyleLbl="parChTrans1D3" presStyleIdx="1" presStyleCnt="6"/>
      <dgm:spPr/>
    </dgm:pt>
    <dgm:pt modelId="{237E7C9C-2BAF-4F01-ABD0-0A89D0D8EA86}" type="pres">
      <dgm:prSet presAssocID="{7752DEE2-07A1-48D2-A4B6-128866AB69C7}" presName="Name30" presStyleCnt="0"/>
      <dgm:spPr/>
    </dgm:pt>
    <dgm:pt modelId="{2C5BE908-BEB9-429E-B654-146EB26BDA81}" type="pres">
      <dgm:prSet presAssocID="{7752DEE2-07A1-48D2-A4B6-128866AB69C7}" presName="level2Shape" presStyleLbl="node3" presStyleIdx="1" presStyleCnt="6"/>
      <dgm:spPr/>
    </dgm:pt>
    <dgm:pt modelId="{CDA2D1AF-A90A-4284-8295-439103B8015F}" type="pres">
      <dgm:prSet presAssocID="{7752DEE2-07A1-48D2-A4B6-128866AB69C7}" presName="hierChild3" presStyleCnt="0"/>
      <dgm:spPr/>
    </dgm:pt>
    <dgm:pt modelId="{B752F108-9398-4A84-A6B4-9EFF2E4B6F1D}" type="pres">
      <dgm:prSet presAssocID="{160D1CC0-3440-43EA-893B-AD79D38D6D64}" presName="Name25" presStyleLbl="parChTrans1D4" presStyleIdx="1" presStyleCnt="6"/>
      <dgm:spPr/>
    </dgm:pt>
    <dgm:pt modelId="{BA94E88E-1B55-42B3-9760-80D3CDACCFC5}" type="pres">
      <dgm:prSet presAssocID="{160D1CC0-3440-43EA-893B-AD79D38D6D64}" presName="connTx" presStyleLbl="parChTrans1D4" presStyleIdx="1" presStyleCnt="6"/>
      <dgm:spPr/>
    </dgm:pt>
    <dgm:pt modelId="{2C34AF93-CE69-4B12-8862-DEF08F808859}" type="pres">
      <dgm:prSet presAssocID="{D19E15EB-93BC-45E9-8884-57AEA49F8A08}" presName="Name30" presStyleCnt="0"/>
      <dgm:spPr/>
    </dgm:pt>
    <dgm:pt modelId="{A8F50799-4266-42BE-AE87-44E16848EBAB}" type="pres">
      <dgm:prSet presAssocID="{D19E15EB-93BC-45E9-8884-57AEA49F8A08}" presName="level2Shape" presStyleLbl="node4" presStyleIdx="1" presStyleCnt="6"/>
      <dgm:spPr/>
    </dgm:pt>
    <dgm:pt modelId="{ADB7B1E3-672C-4FAA-B2FD-0AE31CB8D79A}" type="pres">
      <dgm:prSet presAssocID="{D19E15EB-93BC-45E9-8884-57AEA49F8A08}" presName="hierChild3" presStyleCnt="0"/>
      <dgm:spPr/>
    </dgm:pt>
    <dgm:pt modelId="{BB3C706E-F5F3-4AA8-92D4-CD8BC9FA7FF9}" type="pres">
      <dgm:prSet presAssocID="{4B9FDCAD-149C-40CB-BC1E-21392A6B56FB}" presName="Name25" presStyleLbl="parChTrans1D2" presStyleIdx="1" presStyleCnt="4"/>
      <dgm:spPr/>
    </dgm:pt>
    <dgm:pt modelId="{83A41BF1-2CFB-4A80-A57C-E65E6C40C83A}" type="pres">
      <dgm:prSet presAssocID="{4B9FDCAD-149C-40CB-BC1E-21392A6B56FB}" presName="connTx" presStyleLbl="parChTrans1D2" presStyleIdx="1" presStyleCnt="4"/>
      <dgm:spPr/>
    </dgm:pt>
    <dgm:pt modelId="{35C641E7-2EB7-4F5A-9AA1-BF22AD30749A}" type="pres">
      <dgm:prSet presAssocID="{588D0E81-4694-48E8-A390-3C1601D6878D}" presName="Name30" presStyleCnt="0"/>
      <dgm:spPr/>
    </dgm:pt>
    <dgm:pt modelId="{FD24632B-2A1C-476F-8130-C5C8C306F92D}" type="pres">
      <dgm:prSet presAssocID="{588D0E81-4694-48E8-A390-3C1601D6878D}" presName="level2Shape" presStyleLbl="node2" presStyleIdx="1" presStyleCnt="4"/>
      <dgm:spPr/>
    </dgm:pt>
    <dgm:pt modelId="{CE44B843-CCBE-48B0-9FEA-7BC38CA0917E}" type="pres">
      <dgm:prSet presAssocID="{588D0E81-4694-48E8-A390-3C1601D6878D}" presName="hierChild3" presStyleCnt="0"/>
      <dgm:spPr/>
    </dgm:pt>
    <dgm:pt modelId="{7675D962-70B0-4687-89DB-696196FE8177}" type="pres">
      <dgm:prSet presAssocID="{B778B970-03E7-45B8-8184-FAA8509AE8D4}" presName="Name25" presStyleLbl="parChTrans1D3" presStyleIdx="2" presStyleCnt="6"/>
      <dgm:spPr/>
    </dgm:pt>
    <dgm:pt modelId="{DD673B70-116C-4498-A412-25BFD846719E}" type="pres">
      <dgm:prSet presAssocID="{B778B970-03E7-45B8-8184-FAA8509AE8D4}" presName="connTx" presStyleLbl="parChTrans1D3" presStyleIdx="2" presStyleCnt="6"/>
      <dgm:spPr/>
    </dgm:pt>
    <dgm:pt modelId="{0E6082CC-7DA8-452B-9A36-4C96584ADFEB}" type="pres">
      <dgm:prSet presAssocID="{75EEC000-8DCE-4FAC-A884-AC95A0DE231B}" presName="Name30" presStyleCnt="0"/>
      <dgm:spPr/>
    </dgm:pt>
    <dgm:pt modelId="{F6A53239-B254-4981-831F-1DD02BA65CA0}" type="pres">
      <dgm:prSet presAssocID="{75EEC000-8DCE-4FAC-A884-AC95A0DE231B}" presName="level2Shape" presStyleLbl="node3" presStyleIdx="2" presStyleCnt="6"/>
      <dgm:spPr/>
    </dgm:pt>
    <dgm:pt modelId="{9200E538-C492-4975-A44C-79DEFB8319A1}" type="pres">
      <dgm:prSet presAssocID="{75EEC000-8DCE-4FAC-A884-AC95A0DE231B}" presName="hierChild3" presStyleCnt="0"/>
      <dgm:spPr/>
    </dgm:pt>
    <dgm:pt modelId="{7A153E50-6E5D-4C4D-B9A4-BD420045DA0B}" type="pres">
      <dgm:prSet presAssocID="{E699D5EB-AD72-4F1C-8EDB-9058811FE128}" presName="Name25" presStyleLbl="parChTrans1D4" presStyleIdx="2" presStyleCnt="6"/>
      <dgm:spPr/>
    </dgm:pt>
    <dgm:pt modelId="{7781139A-E977-4B58-958E-3D77D4DB5B4C}" type="pres">
      <dgm:prSet presAssocID="{E699D5EB-AD72-4F1C-8EDB-9058811FE128}" presName="connTx" presStyleLbl="parChTrans1D4" presStyleIdx="2" presStyleCnt="6"/>
      <dgm:spPr/>
    </dgm:pt>
    <dgm:pt modelId="{945545EA-9339-478D-8D01-9C3D6256D80C}" type="pres">
      <dgm:prSet presAssocID="{03B266EA-D9B2-4CA2-8AC0-2CCC81A34BD0}" presName="Name30" presStyleCnt="0"/>
      <dgm:spPr/>
    </dgm:pt>
    <dgm:pt modelId="{C664E236-01BC-497B-A957-2DE5081F9017}" type="pres">
      <dgm:prSet presAssocID="{03B266EA-D9B2-4CA2-8AC0-2CCC81A34BD0}" presName="level2Shape" presStyleLbl="node4" presStyleIdx="2" presStyleCnt="6"/>
      <dgm:spPr/>
    </dgm:pt>
    <dgm:pt modelId="{35E2104F-9ADE-4097-ABB2-4E47781C6C8C}" type="pres">
      <dgm:prSet presAssocID="{03B266EA-D9B2-4CA2-8AC0-2CCC81A34BD0}" presName="hierChild3" presStyleCnt="0"/>
      <dgm:spPr/>
    </dgm:pt>
    <dgm:pt modelId="{3BCC3F14-E3A7-4BD0-9D1D-EC5D87559FFF}" type="pres">
      <dgm:prSet presAssocID="{6CA2190E-270D-49D7-8126-4CDE47FAD891}" presName="Name25" presStyleLbl="parChTrans1D2" presStyleIdx="2" presStyleCnt="4"/>
      <dgm:spPr/>
    </dgm:pt>
    <dgm:pt modelId="{8534FC40-F4C8-4C9D-851A-D0307E9C97E6}" type="pres">
      <dgm:prSet presAssocID="{6CA2190E-270D-49D7-8126-4CDE47FAD891}" presName="connTx" presStyleLbl="parChTrans1D2" presStyleIdx="2" presStyleCnt="4"/>
      <dgm:spPr/>
    </dgm:pt>
    <dgm:pt modelId="{7CAF144C-5AC2-4E19-86C1-7F1B3F160055}" type="pres">
      <dgm:prSet presAssocID="{80F95C3B-AD1E-489E-AC6B-58F6FFD63648}" presName="Name30" presStyleCnt="0"/>
      <dgm:spPr/>
    </dgm:pt>
    <dgm:pt modelId="{F8EC1EED-FCF1-423A-91DE-9FB11DC06CD8}" type="pres">
      <dgm:prSet presAssocID="{80F95C3B-AD1E-489E-AC6B-58F6FFD63648}" presName="level2Shape" presStyleLbl="node2" presStyleIdx="2" presStyleCnt="4"/>
      <dgm:spPr/>
    </dgm:pt>
    <dgm:pt modelId="{25C6F2F1-B3AC-47B5-A390-41FD701EEAC9}" type="pres">
      <dgm:prSet presAssocID="{80F95C3B-AD1E-489E-AC6B-58F6FFD63648}" presName="hierChild3" presStyleCnt="0"/>
      <dgm:spPr/>
    </dgm:pt>
    <dgm:pt modelId="{1D857372-AFB0-4E3F-B896-1203529EF414}" type="pres">
      <dgm:prSet presAssocID="{13E58336-1289-4754-B0CD-4900463E3F3C}" presName="Name25" presStyleLbl="parChTrans1D3" presStyleIdx="3" presStyleCnt="6"/>
      <dgm:spPr/>
    </dgm:pt>
    <dgm:pt modelId="{5A089BC0-C65D-4BB0-9232-111542D880B8}" type="pres">
      <dgm:prSet presAssocID="{13E58336-1289-4754-B0CD-4900463E3F3C}" presName="connTx" presStyleLbl="parChTrans1D3" presStyleIdx="3" presStyleCnt="6"/>
      <dgm:spPr/>
    </dgm:pt>
    <dgm:pt modelId="{7534D123-3558-4EC9-B878-86AC74181246}" type="pres">
      <dgm:prSet presAssocID="{4155A292-FA8E-4376-8809-B5ED03A9F5AB}" presName="Name30" presStyleCnt="0"/>
      <dgm:spPr/>
    </dgm:pt>
    <dgm:pt modelId="{C4ED12ED-2E41-498F-9A90-B68FA1E8EBB0}" type="pres">
      <dgm:prSet presAssocID="{4155A292-FA8E-4376-8809-B5ED03A9F5AB}" presName="level2Shape" presStyleLbl="node3" presStyleIdx="3" presStyleCnt="6"/>
      <dgm:spPr/>
    </dgm:pt>
    <dgm:pt modelId="{391BF623-9C76-41C8-8619-7BC1F6576E71}" type="pres">
      <dgm:prSet presAssocID="{4155A292-FA8E-4376-8809-B5ED03A9F5AB}" presName="hierChild3" presStyleCnt="0"/>
      <dgm:spPr/>
    </dgm:pt>
    <dgm:pt modelId="{EA4716BF-757A-4BB3-990C-B9E26CD9D255}" type="pres">
      <dgm:prSet presAssocID="{9B549266-5137-4062-93C1-AA8A85432407}" presName="Name25" presStyleLbl="parChTrans1D4" presStyleIdx="3" presStyleCnt="6"/>
      <dgm:spPr/>
    </dgm:pt>
    <dgm:pt modelId="{D620BF7C-1368-47FC-97C3-2421C39B3554}" type="pres">
      <dgm:prSet presAssocID="{9B549266-5137-4062-93C1-AA8A85432407}" presName="connTx" presStyleLbl="parChTrans1D4" presStyleIdx="3" presStyleCnt="6"/>
      <dgm:spPr/>
    </dgm:pt>
    <dgm:pt modelId="{961CAF8B-2ED7-472D-96AF-26C2F0B4EA74}" type="pres">
      <dgm:prSet presAssocID="{683EE741-5D0E-4FA1-A49E-4ACFB3A9E592}" presName="Name30" presStyleCnt="0"/>
      <dgm:spPr/>
    </dgm:pt>
    <dgm:pt modelId="{43022B46-168D-4A88-99FB-0C7F18B07406}" type="pres">
      <dgm:prSet presAssocID="{683EE741-5D0E-4FA1-A49E-4ACFB3A9E592}" presName="level2Shape" presStyleLbl="node4" presStyleIdx="3" presStyleCnt="6"/>
      <dgm:spPr/>
    </dgm:pt>
    <dgm:pt modelId="{8074F50A-AC47-4E05-A9E0-0D83E502EA71}" type="pres">
      <dgm:prSet presAssocID="{683EE741-5D0E-4FA1-A49E-4ACFB3A9E592}" presName="hierChild3" presStyleCnt="0"/>
      <dgm:spPr/>
    </dgm:pt>
    <dgm:pt modelId="{D530BC00-5A54-4F60-8A67-4851460507B8}" type="pres">
      <dgm:prSet presAssocID="{BD5B8B3C-C523-4965-AB88-D50233EDD5AC}" presName="Name25" presStyleLbl="parChTrans1D2" presStyleIdx="3" presStyleCnt="4"/>
      <dgm:spPr/>
    </dgm:pt>
    <dgm:pt modelId="{3C4FEEA2-19F3-40B7-9874-ABB1AD1C43F0}" type="pres">
      <dgm:prSet presAssocID="{BD5B8B3C-C523-4965-AB88-D50233EDD5AC}" presName="connTx" presStyleLbl="parChTrans1D2" presStyleIdx="3" presStyleCnt="4"/>
      <dgm:spPr/>
    </dgm:pt>
    <dgm:pt modelId="{4E83EF1B-7527-47E7-B312-1A15249E22DA}" type="pres">
      <dgm:prSet presAssocID="{310820A8-A25B-4F4D-B9CD-CC55D8668B73}" presName="Name30" presStyleCnt="0"/>
      <dgm:spPr/>
    </dgm:pt>
    <dgm:pt modelId="{99E4ACB8-73B0-4C52-AD5B-1CEAF63A596C}" type="pres">
      <dgm:prSet presAssocID="{310820A8-A25B-4F4D-B9CD-CC55D8668B73}" presName="level2Shape" presStyleLbl="node2" presStyleIdx="3" presStyleCnt="4"/>
      <dgm:spPr/>
    </dgm:pt>
    <dgm:pt modelId="{D7760C9A-F756-4F32-96F8-D2907A87E4A3}" type="pres">
      <dgm:prSet presAssocID="{310820A8-A25B-4F4D-B9CD-CC55D8668B73}" presName="hierChild3" presStyleCnt="0"/>
      <dgm:spPr/>
    </dgm:pt>
    <dgm:pt modelId="{538C9280-4237-47F9-97DC-71803BAFEF68}" type="pres">
      <dgm:prSet presAssocID="{E7C42F3C-54AC-4BDC-A2CD-20EA47D66909}" presName="Name25" presStyleLbl="parChTrans1D3" presStyleIdx="4" presStyleCnt="6"/>
      <dgm:spPr/>
    </dgm:pt>
    <dgm:pt modelId="{424C02D4-3279-4650-A8E6-093CA08B6BD9}" type="pres">
      <dgm:prSet presAssocID="{E7C42F3C-54AC-4BDC-A2CD-20EA47D66909}" presName="connTx" presStyleLbl="parChTrans1D3" presStyleIdx="4" presStyleCnt="6"/>
      <dgm:spPr/>
    </dgm:pt>
    <dgm:pt modelId="{D495F714-895B-448C-B20E-F201D5FEBF08}" type="pres">
      <dgm:prSet presAssocID="{B721A1E6-F1A9-4DE2-9BA7-769DA91BD415}" presName="Name30" presStyleCnt="0"/>
      <dgm:spPr/>
    </dgm:pt>
    <dgm:pt modelId="{A8FF0ADD-1100-444F-ADF8-DF9A5A616D20}" type="pres">
      <dgm:prSet presAssocID="{B721A1E6-F1A9-4DE2-9BA7-769DA91BD415}" presName="level2Shape" presStyleLbl="node3" presStyleIdx="4" presStyleCnt="6"/>
      <dgm:spPr/>
    </dgm:pt>
    <dgm:pt modelId="{FD6D2A22-3B01-4E8B-B947-1E2D2C1B83EA}" type="pres">
      <dgm:prSet presAssocID="{B721A1E6-F1A9-4DE2-9BA7-769DA91BD415}" presName="hierChild3" presStyleCnt="0"/>
      <dgm:spPr/>
    </dgm:pt>
    <dgm:pt modelId="{57F19E3C-31AC-4099-A1C2-FFC1142D1E6A}" type="pres">
      <dgm:prSet presAssocID="{DBA550B0-2B02-4CB6-8153-FEBC74DEC022}" presName="Name25" presStyleLbl="parChTrans1D4" presStyleIdx="4" presStyleCnt="6"/>
      <dgm:spPr/>
    </dgm:pt>
    <dgm:pt modelId="{02E9E4E0-E0C0-43BA-8E1B-BFCC71459D8D}" type="pres">
      <dgm:prSet presAssocID="{DBA550B0-2B02-4CB6-8153-FEBC74DEC022}" presName="connTx" presStyleLbl="parChTrans1D4" presStyleIdx="4" presStyleCnt="6"/>
      <dgm:spPr/>
    </dgm:pt>
    <dgm:pt modelId="{F325E6F0-2482-4577-B144-B915E17B2587}" type="pres">
      <dgm:prSet presAssocID="{B473E9A1-93D2-4262-AEB0-A89E5B9FFE1D}" presName="Name30" presStyleCnt="0"/>
      <dgm:spPr/>
    </dgm:pt>
    <dgm:pt modelId="{F75D677F-4021-4337-A002-5627200F1DAE}" type="pres">
      <dgm:prSet presAssocID="{B473E9A1-93D2-4262-AEB0-A89E5B9FFE1D}" presName="level2Shape" presStyleLbl="node4" presStyleIdx="4" presStyleCnt="6"/>
      <dgm:spPr/>
    </dgm:pt>
    <dgm:pt modelId="{245D0E11-259D-491D-97C0-1A8F4EE56B5F}" type="pres">
      <dgm:prSet presAssocID="{B473E9A1-93D2-4262-AEB0-A89E5B9FFE1D}" presName="hierChild3" presStyleCnt="0"/>
      <dgm:spPr/>
    </dgm:pt>
    <dgm:pt modelId="{E975B0C7-9BC3-4BC1-9170-512852C6A852}" type="pres">
      <dgm:prSet presAssocID="{9AF8C918-6145-4F98-A184-32A715687EE0}" presName="Name25" presStyleLbl="parChTrans1D3" presStyleIdx="5" presStyleCnt="6"/>
      <dgm:spPr/>
    </dgm:pt>
    <dgm:pt modelId="{E10233E1-4E7C-4A05-A57F-5C824BF3A4C7}" type="pres">
      <dgm:prSet presAssocID="{9AF8C918-6145-4F98-A184-32A715687EE0}" presName="connTx" presStyleLbl="parChTrans1D3" presStyleIdx="5" presStyleCnt="6"/>
      <dgm:spPr/>
    </dgm:pt>
    <dgm:pt modelId="{D082715F-6445-46F3-8DBD-9F9AEE3E3065}" type="pres">
      <dgm:prSet presAssocID="{0D192AC7-02E9-42C8-B492-AA7C14829FB9}" presName="Name30" presStyleCnt="0"/>
      <dgm:spPr/>
    </dgm:pt>
    <dgm:pt modelId="{9B1DB271-B8B5-4D04-B93A-EAF6DD30A140}" type="pres">
      <dgm:prSet presAssocID="{0D192AC7-02E9-42C8-B492-AA7C14829FB9}" presName="level2Shape" presStyleLbl="node3" presStyleIdx="5" presStyleCnt="6"/>
      <dgm:spPr/>
    </dgm:pt>
    <dgm:pt modelId="{526A0B35-9AE5-424C-8AAB-F4774A9DCEAF}" type="pres">
      <dgm:prSet presAssocID="{0D192AC7-02E9-42C8-B492-AA7C14829FB9}" presName="hierChild3" presStyleCnt="0"/>
      <dgm:spPr/>
    </dgm:pt>
    <dgm:pt modelId="{19864F9F-AB81-4F97-B41A-561488E554FA}" type="pres">
      <dgm:prSet presAssocID="{E95F9764-00B5-440C-9F1C-7420B192A1B3}" presName="Name25" presStyleLbl="parChTrans1D4" presStyleIdx="5" presStyleCnt="6"/>
      <dgm:spPr/>
    </dgm:pt>
    <dgm:pt modelId="{FE20BADB-9BFA-4EDD-A0B6-D53CF0ED8541}" type="pres">
      <dgm:prSet presAssocID="{E95F9764-00B5-440C-9F1C-7420B192A1B3}" presName="connTx" presStyleLbl="parChTrans1D4" presStyleIdx="5" presStyleCnt="6"/>
      <dgm:spPr/>
    </dgm:pt>
    <dgm:pt modelId="{991A3BEA-A080-4D0D-91F9-2AA2EB9E7C9D}" type="pres">
      <dgm:prSet presAssocID="{6282134C-2AAB-4003-B16A-A2C18E48C660}" presName="Name30" presStyleCnt="0"/>
      <dgm:spPr/>
    </dgm:pt>
    <dgm:pt modelId="{19380B31-F0A6-4667-8802-E113D4D4012F}" type="pres">
      <dgm:prSet presAssocID="{6282134C-2AAB-4003-B16A-A2C18E48C660}" presName="level2Shape" presStyleLbl="node4" presStyleIdx="5" presStyleCnt="6"/>
      <dgm:spPr/>
    </dgm:pt>
    <dgm:pt modelId="{4AB6FA16-4425-4584-9408-4D6324DD2A67}" type="pres">
      <dgm:prSet presAssocID="{6282134C-2AAB-4003-B16A-A2C18E48C660}" presName="hierChild3" presStyleCnt="0"/>
      <dgm:spPr/>
    </dgm:pt>
    <dgm:pt modelId="{710EACAA-8B6D-4030-9D58-7C552A6D1117}" type="pres">
      <dgm:prSet presAssocID="{5DAD8244-F4E2-4580-AB11-E09D2A8B4260}" presName="bgShapesFlow" presStyleCnt="0"/>
      <dgm:spPr/>
    </dgm:pt>
    <dgm:pt modelId="{4CA96039-A569-47DA-898E-EC3E73EEE3FC}" type="pres">
      <dgm:prSet presAssocID="{1E8A3121-F370-4D20-96D9-9FBAC5F09899}" presName="rectComp" presStyleCnt="0"/>
      <dgm:spPr/>
    </dgm:pt>
    <dgm:pt modelId="{B720BA96-BD8D-46CB-9812-837BC6148176}" type="pres">
      <dgm:prSet presAssocID="{1E8A3121-F370-4D20-96D9-9FBAC5F09899}" presName="bgRect" presStyleLbl="bgShp" presStyleIdx="0" presStyleCnt="4"/>
      <dgm:spPr/>
    </dgm:pt>
    <dgm:pt modelId="{766A036D-B05F-410C-9B2B-AD6C674D424A}" type="pres">
      <dgm:prSet presAssocID="{1E8A3121-F370-4D20-96D9-9FBAC5F09899}" presName="bgRectTx" presStyleLbl="bgShp" presStyleIdx="0" presStyleCnt="4">
        <dgm:presLayoutVars>
          <dgm:bulletEnabled val="1"/>
        </dgm:presLayoutVars>
      </dgm:prSet>
      <dgm:spPr/>
    </dgm:pt>
    <dgm:pt modelId="{CF05AFD6-B798-46C7-923C-0CFD697DBAAD}" type="pres">
      <dgm:prSet presAssocID="{1E8A3121-F370-4D20-96D9-9FBAC5F09899}" presName="spComp" presStyleCnt="0"/>
      <dgm:spPr/>
    </dgm:pt>
    <dgm:pt modelId="{0940DA3B-BB08-40AC-AA74-BC422A2A4DEE}" type="pres">
      <dgm:prSet presAssocID="{1E8A3121-F370-4D20-96D9-9FBAC5F09899}" presName="hSp" presStyleCnt="0"/>
      <dgm:spPr/>
    </dgm:pt>
    <dgm:pt modelId="{40ACE907-0784-4100-A9AB-201ADD724BAB}" type="pres">
      <dgm:prSet presAssocID="{1FA791D6-9417-4444-AEA3-191E9F684022}" presName="rectComp" presStyleCnt="0"/>
      <dgm:spPr/>
    </dgm:pt>
    <dgm:pt modelId="{8FD13554-3059-4AC1-B4C8-11CE2AF60BD5}" type="pres">
      <dgm:prSet presAssocID="{1FA791D6-9417-4444-AEA3-191E9F684022}" presName="bgRect" presStyleLbl="bgShp" presStyleIdx="1" presStyleCnt="4"/>
      <dgm:spPr/>
    </dgm:pt>
    <dgm:pt modelId="{73B59DF5-928A-4BF8-AB87-1C7402353135}" type="pres">
      <dgm:prSet presAssocID="{1FA791D6-9417-4444-AEA3-191E9F684022}" presName="bgRectTx" presStyleLbl="bgShp" presStyleIdx="1" presStyleCnt="4">
        <dgm:presLayoutVars>
          <dgm:bulletEnabled val="1"/>
        </dgm:presLayoutVars>
      </dgm:prSet>
      <dgm:spPr/>
    </dgm:pt>
    <dgm:pt modelId="{F2CB9083-30E4-4965-998F-2F03A2FBF534}" type="pres">
      <dgm:prSet presAssocID="{1FA791D6-9417-4444-AEA3-191E9F684022}" presName="spComp" presStyleCnt="0"/>
      <dgm:spPr/>
    </dgm:pt>
    <dgm:pt modelId="{5E7F25F8-3ADA-4280-B05B-82F645A08659}" type="pres">
      <dgm:prSet presAssocID="{1FA791D6-9417-4444-AEA3-191E9F684022}" presName="hSp" presStyleCnt="0"/>
      <dgm:spPr/>
    </dgm:pt>
    <dgm:pt modelId="{F8237862-D9CA-4344-904D-1F5383280091}" type="pres">
      <dgm:prSet presAssocID="{746C7798-38AE-4FC3-968D-0CE2B20A09F3}" presName="rectComp" presStyleCnt="0"/>
      <dgm:spPr/>
    </dgm:pt>
    <dgm:pt modelId="{B63A2BC3-CDBC-4064-85A5-C6C1B729CD53}" type="pres">
      <dgm:prSet presAssocID="{746C7798-38AE-4FC3-968D-0CE2B20A09F3}" presName="bgRect" presStyleLbl="bgShp" presStyleIdx="2" presStyleCnt="4"/>
      <dgm:spPr/>
    </dgm:pt>
    <dgm:pt modelId="{F7F91C18-E453-4D2C-9761-7E7F5E906498}" type="pres">
      <dgm:prSet presAssocID="{746C7798-38AE-4FC3-968D-0CE2B20A09F3}" presName="bgRectTx" presStyleLbl="bgShp" presStyleIdx="2" presStyleCnt="4">
        <dgm:presLayoutVars>
          <dgm:bulletEnabled val="1"/>
        </dgm:presLayoutVars>
      </dgm:prSet>
      <dgm:spPr/>
    </dgm:pt>
    <dgm:pt modelId="{0EA6A56F-D902-4714-A206-CC26E46127D0}" type="pres">
      <dgm:prSet presAssocID="{746C7798-38AE-4FC3-968D-0CE2B20A09F3}" presName="spComp" presStyleCnt="0"/>
      <dgm:spPr/>
    </dgm:pt>
    <dgm:pt modelId="{59AD9187-23A4-4FCD-8560-6BE161AD8BE9}" type="pres">
      <dgm:prSet presAssocID="{746C7798-38AE-4FC3-968D-0CE2B20A09F3}" presName="hSp" presStyleCnt="0"/>
      <dgm:spPr/>
    </dgm:pt>
    <dgm:pt modelId="{F46EDF0D-0168-4DBA-BB5D-C5E43D20CB35}" type="pres">
      <dgm:prSet presAssocID="{D21B8A8F-AAA6-41F1-A0E3-D0E7492BCF14}" presName="rectComp" presStyleCnt="0"/>
      <dgm:spPr/>
    </dgm:pt>
    <dgm:pt modelId="{C2546D7F-5F5C-4F63-B1CC-93FD72E7728B}" type="pres">
      <dgm:prSet presAssocID="{D21B8A8F-AAA6-41F1-A0E3-D0E7492BCF14}" presName="bgRect" presStyleLbl="bgShp" presStyleIdx="3" presStyleCnt="4"/>
      <dgm:spPr/>
    </dgm:pt>
    <dgm:pt modelId="{04616B54-8FDF-4FE9-A510-2D6F410E05E8}" type="pres">
      <dgm:prSet presAssocID="{D21B8A8F-AAA6-41F1-A0E3-D0E7492BCF14}" presName="bgRectTx" presStyleLbl="bgShp" presStyleIdx="3" presStyleCnt="4">
        <dgm:presLayoutVars>
          <dgm:bulletEnabled val="1"/>
        </dgm:presLayoutVars>
      </dgm:prSet>
      <dgm:spPr/>
    </dgm:pt>
  </dgm:ptLst>
  <dgm:cxnLst>
    <dgm:cxn modelId="{C2917903-7FC3-40A6-8C98-A6196B4947E2}" type="presOf" srcId="{5DAD8244-F4E2-4580-AB11-E09D2A8B4260}" destId="{37910531-A66F-4A6B-B9BE-130568E0A12A}" srcOrd="0" destOrd="0" presId="urn:microsoft.com/office/officeart/2005/8/layout/hierarchy5"/>
    <dgm:cxn modelId="{873DC708-30F2-4ABD-9DBD-CEDEA5934939}" srcId="{80F95C3B-AD1E-489E-AC6B-58F6FFD63648}" destId="{4155A292-FA8E-4376-8809-B5ED03A9F5AB}" srcOrd="0" destOrd="0" parTransId="{13E58336-1289-4754-B0CD-4900463E3F3C}" sibTransId="{818589FA-9C77-44B1-82A2-365B54CA20E7}"/>
    <dgm:cxn modelId="{BA574610-087D-48CE-8A40-6134139DF79F}" type="presOf" srcId="{4B9FDCAD-149C-40CB-BC1E-21392A6B56FB}" destId="{BB3C706E-F5F3-4AA8-92D4-CD8BC9FA7FF9}" srcOrd="0" destOrd="0" presId="urn:microsoft.com/office/officeart/2005/8/layout/hierarchy5"/>
    <dgm:cxn modelId="{D2052214-FA29-4F6D-BBA0-51522F1DCCB4}" type="presOf" srcId="{7B40BB72-298A-44EE-8710-CE04E00C8D0D}" destId="{40C971EE-5934-4C5C-89C7-B19A2EED3E57}" srcOrd="1" destOrd="0" presId="urn:microsoft.com/office/officeart/2005/8/layout/hierarchy5"/>
    <dgm:cxn modelId="{A9D78119-8703-4D12-8041-F6B0F061F8C3}" type="presOf" srcId="{E95F9764-00B5-440C-9F1C-7420B192A1B3}" destId="{FE20BADB-9BFA-4EDD-A0B6-D53CF0ED8541}" srcOrd="1" destOrd="0" presId="urn:microsoft.com/office/officeart/2005/8/layout/hierarchy5"/>
    <dgm:cxn modelId="{FF27FD19-6EDA-47D9-A8DF-4B377878466E}" type="presOf" srcId="{588D0E81-4694-48E8-A390-3C1601D6878D}" destId="{FD24632B-2A1C-476F-8130-C5C8C306F92D}" srcOrd="0" destOrd="0" presId="urn:microsoft.com/office/officeart/2005/8/layout/hierarchy5"/>
    <dgm:cxn modelId="{5224C51B-44CC-4879-B0E9-ED899A694C3A}" type="presOf" srcId="{683EE741-5D0E-4FA1-A49E-4ACFB3A9E592}" destId="{43022B46-168D-4A88-99FB-0C7F18B07406}" srcOrd="0" destOrd="0" presId="urn:microsoft.com/office/officeart/2005/8/layout/hierarchy5"/>
    <dgm:cxn modelId="{71F3691F-5E14-4F19-9085-4AC9945BE5C6}" srcId="{5DAD8244-F4E2-4580-AB11-E09D2A8B4260}" destId="{746C7798-38AE-4FC3-968D-0CE2B20A09F3}" srcOrd="3" destOrd="0" parTransId="{7C03FDB3-F6DE-4919-AFE4-BB89F68AC2C1}" sibTransId="{6CD5FC8A-2B0C-4E0E-9A43-6CB849E91D1E}"/>
    <dgm:cxn modelId="{00EA2624-6CEB-4EB8-9C85-3221C968EA70}" type="presOf" srcId="{B778B970-03E7-45B8-8184-FAA8509AE8D4}" destId="{7675D962-70B0-4687-89DB-696196FE8177}" srcOrd="0" destOrd="0" presId="urn:microsoft.com/office/officeart/2005/8/layout/hierarchy5"/>
    <dgm:cxn modelId="{EE287426-0E89-4FA4-9773-CE859E29D1D6}" type="presOf" srcId="{1FA791D6-9417-4444-AEA3-191E9F684022}" destId="{8FD13554-3059-4AC1-B4C8-11CE2AF60BD5}" srcOrd="0" destOrd="0" presId="urn:microsoft.com/office/officeart/2005/8/layout/hierarchy5"/>
    <dgm:cxn modelId="{1DB4982A-05D0-486D-B0F7-C23CB10F1F20}" type="presOf" srcId="{75EEC000-8DCE-4FAC-A884-AC95A0DE231B}" destId="{F6A53239-B254-4981-831F-1DD02BA65CA0}" srcOrd="0" destOrd="0" presId="urn:microsoft.com/office/officeart/2005/8/layout/hierarchy5"/>
    <dgm:cxn modelId="{CE297633-F2FD-4854-B2AF-0F84ABD3C522}" type="presOf" srcId="{1FA791D6-9417-4444-AEA3-191E9F684022}" destId="{73B59DF5-928A-4BF8-AB87-1C7402353135}" srcOrd="1" destOrd="0" presId="urn:microsoft.com/office/officeart/2005/8/layout/hierarchy5"/>
    <dgm:cxn modelId="{02A21437-2426-4DF2-AFEA-F84831B1BEBE}" type="presOf" srcId="{6238337E-02CB-4196-B2DC-B693D026B93E}" destId="{12457B98-FA45-4AA8-BA37-CBD8CD9B759C}" srcOrd="0" destOrd="0" presId="urn:microsoft.com/office/officeart/2005/8/layout/hierarchy5"/>
    <dgm:cxn modelId="{42CF083D-ED49-407C-B961-213F2A45306C}" type="presOf" srcId="{160D1CC0-3440-43EA-893B-AD79D38D6D64}" destId="{B752F108-9398-4A84-A6B4-9EFF2E4B6F1D}" srcOrd="0" destOrd="0" presId="urn:microsoft.com/office/officeart/2005/8/layout/hierarchy5"/>
    <dgm:cxn modelId="{53C8183D-C9A3-4A85-8163-7848E6D21F83}" srcId="{5DAD8244-F4E2-4580-AB11-E09D2A8B4260}" destId="{1E8A3121-F370-4D20-96D9-9FBAC5F09899}" srcOrd="1" destOrd="0" parTransId="{15176F09-0709-453A-A0F4-C1C23FE886FA}" sibTransId="{6FBD660D-C71F-45C4-9FB2-6C2FE189CF6E}"/>
    <dgm:cxn modelId="{1671E43D-3E3C-42B5-8928-8F2D3F06D643}" type="presOf" srcId="{9AF8C918-6145-4F98-A184-32A715687EE0}" destId="{E10233E1-4E7C-4A05-A57F-5C824BF3A4C7}" srcOrd="1" destOrd="0" presId="urn:microsoft.com/office/officeart/2005/8/layout/hierarchy5"/>
    <dgm:cxn modelId="{A2011C3E-373A-4870-B550-3D673A0E3EB7}" srcId="{B721A1E6-F1A9-4DE2-9BA7-769DA91BD415}" destId="{B473E9A1-93D2-4262-AEB0-A89E5B9FFE1D}" srcOrd="0" destOrd="0" parTransId="{DBA550B0-2B02-4CB6-8153-FEBC74DEC022}" sibTransId="{BB7D166E-646B-4F93-83CD-878AA760E9E9}"/>
    <dgm:cxn modelId="{7A83DD3E-11AE-444C-8918-6128B4CD2972}" type="presOf" srcId="{E699D5EB-AD72-4F1C-8EDB-9058811FE128}" destId="{7A153E50-6E5D-4C4D-B9A4-BD420045DA0B}" srcOrd="0" destOrd="0" presId="urn:microsoft.com/office/officeart/2005/8/layout/hierarchy5"/>
    <dgm:cxn modelId="{2CC40C5E-A9E0-4907-8B3E-50FB3FACEE9D}" type="presOf" srcId="{D159B2B0-6CF4-47EC-9854-FFB425006FA5}" destId="{7E2629BC-F901-46A3-9891-24BB1995F08B}" srcOrd="0" destOrd="0" presId="urn:microsoft.com/office/officeart/2005/8/layout/hierarchy5"/>
    <dgm:cxn modelId="{85460A43-9FAA-4953-8115-2B4CDD1F422F}" type="presOf" srcId="{7B40BB72-298A-44EE-8710-CE04E00C8D0D}" destId="{3F6A337D-6081-4697-B9F2-AB8AFA32A148}" srcOrd="0" destOrd="0" presId="urn:microsoft.com/office/officeart/2005/8/layout/hierarchy5"/>
    <dgm:cxn modelId="{CB4C2D44-F22A-4E5D-9C70-6BA73AABD58A}" srcId="{588D0E81-4694-48E8-A390-3C1601D6878D}" destId="{75EEC000-8DCE-4FAC-A884-AC95A0DE231B}" srcOrd="0" destOrd="0" parTransId="{B778B970-03E7-45B8-8184-FAA8509AE8D4}" sibTransId="{0C52E7AB-D21E-491E-97B9-6AD7958C7D50}"/>
    <dgm:cxn modelId="{1A72A764-D234-4A12-A58C-3DC2FFC27868}" type="presOf" srcId="{BD5B8B3C-C523-4965-AB88-D50233EDD5AC}" destId="{3C4FEEA2-19F3-40B7-9874-ABB1AD1C43F0}" srcOrd="1" destOrd="0" presId="urn:microsoft.com/office/officeart/2005/8/layout/hierarchy5"/>
    <dgm:cxn modelId="{86925766-7357-475E-BA6C-5EE5E2E02377}" type="presOf" srcId="{310820A8-A25B-4F4D-B9CD-CC55D8668B73}" destId="{99E4ACB8-73B0-4C52-AD5B-1CEAF63A596C}" srcOrd="0" destOrd="0" presId="urn:microsoft.com/office/officeart/2005/8/layout/hierarchy5"/>
    <dgm:cxn modelId="{36F3E746-E3F4-4F1C-895D-956389411C03}" type="presOf" srcId="{6CA2190E-270D-49D7-8126-4CDE47FAD891}" destId="{8534FC40-F4C8-4C9D-851A-D0307E9C97E6}" srcOrd="1" destOrd="0" presId="urn:microsoft.com/office/officeart/2005/8/layout/hierarchy5"/>
    <dgm:cxn modelId="{9B812A48-E0D9-46EA-8582-E5BB1894C7F0}" srcId="{F7C5D0F2-27B8-48F3-A61A-5D3458CF9C31}" destId="{97194FE8-D7E1-426B-A6F2-9614A73DAA95}" srcOrd="0" destOrd="0" parTransId="{7B40BB72-298A-44EE-8710-CE04E00C8D0D}" sibTransId="{327F2366-92CD-45BA-A3E9-25C045F787E4}"/>
    <dgm:cxn modelId="{58B7844A-C840-46FF-A858-D2094E031AED}" srcId="{6238337E-02CB-4196-B2DC-B693D026B93E}" destId="{588D0E81-4694-48E8-A390-3C1601D6878D}" srcOrd="1" destOrd="0" parTransId="{4B9FDCAD-149C-40CB-BC1E-21392A6B56FB}" sibTransId="{2CF37E32-61FC-4177-870A-CB0CF917081B}"/>
    <dgm:cxn modelId="{EED9876A-8AE2-4103-B9B2-CE355F53CEFE}" type="presOf" srcId="{11C41353-0F7A-40BA-AA93-44435F9EAA74}" destId="{E2C158D5-F965-463D-891C-4BA4FC61EBD4}" srcOrd="0" destOrd="0" presId="urn:microsoft.com/office/officeart/2005/8/layout/hierarchy5"/>
    <dgm:cxn modelId="{88DF9A6C-FBCA-44AD-A368-10580FFE2CE0}" type="presOf" srcId="{BD5B8B3C-C523-4965-AB88-D50233EDD5AC}" destId="{D530BC00-5A54-4F60-8A67-4851460507B8}" srcOrd="0" destOrd="0" presId="urn:microsoft.com/office/officeart/2005/8/layout/hierarchy5"/>
    <dgm:cxn modelId="{FB616E4D-2CE4-4043-A648-C710C40A5C42}" srcId="{97194FE8-D7E1-426B-A6F2-9614A73DAA95}" destId="{D143E37E-E900-4480-9CC3-0B55F6DFD867}" srcOrd="0" destOrd="0" parTransId="{EE35066D-934D-4BB5-913F-F8454EE922D7}" sibTransId="{2B80DE96-18B8-4C2C-A77E-F20EDBE8F46E}"/>
    <dgm:cxn modelId="{0C4A086E-158B-4B92-8035-0E24A0BFA1A8}" type="presOf" srcId="{13E58336-1289-4754-B0CD-4900463E3F3C}" destId="{5A089BC0-C65D-4BB0-9232-111542D880B8}" srcOrd="1" destOrd="0" presId="urn:microsoft.com/office/officeart/2005/8/layout/hierarchy5"/>
    <dgm:cxn modelId="{55F6B26E-EF18-4F24-A30E-234AA6A1C444}" type="presOf" srcId="{DBA550B0-2B02-4CB6-8153-FEBC74DEC022}" destId="{02E9E4E0-E0C0-43BA-8E1B-BFCC71459D8D}" srcOrd="1" destOrd="0" presId="urn:microsoft.com/office/officeart/2005/8/layout/hierarchy5"/>
    <dgm:cxn modelId="{24F55B50-A426-4B08-944A-BB038AF7D86C}" type="presOf" srcId="{B721A1E6-F1A9-4DE2-9BA7-769DA91BD415}" destId="{A8FF0ADD-1100-444F-ADF8-DF9A5A616D20}" srcOrd="0" destOrd="0" presId="urn:microsoft.com/office/officeart/2005/8/layout/hierarchy5"/>
    <dgm:cxn modelId="{B1AAAC51-8882-4230-AADD-0651BBF1C96C}" type="presOf" srcId="{B473E9A1-93D2-4262-AEB0-A89E5B9FFE1D}" destId="{F75D677F-4021-4337-A002-5627200F1DAE}" srcOrd="0" destOrd="0" presId="urn:microsoft.com/office/officeart/2005/8/layout/hierarchy5"/>
    <dgm:cxn modelId="{4958E051-2AAB-419D-AFF9-1EBEE205B6FC}" srcId="{6238337E-02CB-4196-B2DC-B693D026B93E}" destId="{F7C5D0F2-27B8-48F3-A61A-5D3458CF9C31}" srcOrd="0" destOrd="0" parTransId="{11C41353-0F7A-40BA-AA93-44435F9EAA74}" sibTransId="{EEC5674D-92BF-4243-A49C-F8EC7B9513AF}"/>
    <dgm:cxn modelId="{74B82056-28BA-4AD1-8B1F-9AC00F0F9BFF}" type="presOf" srcId="{03B266EA-D9B2-4CA2-8AC0-2CCC81A34BD0}" destId="{C664E236-01BC-497B-A957-2DE5081F9017}" srcOrd="0" destOrd="0" presId="urn:microsoft.com/office/officeart/2005/8/layout/hierarchy5"/>
    <dgm:cxn modelId="{F9852D56-F5F4-480F-BE70-5A07DC9D82F8}" type="presOf" srcId="{9B549266-5137-4062-93C1-AA8A85432407}" destId="{EA4716BF-757A-4BB3-990C-B9E26CD9D255}" srcOrd="0" destOrd="0" presId="urn:microsoft.com/office/officeart/2005/8/layout/hierarchy5"/>
    <dgm:cxn modelId="{F5973A76-2F64-4DB6-881F-A5AD977B9668}" type="presOf" srcId="{0D192AC7-02E9-42C8-B492-AA7C14829FB9}" destId="{9B1DB271-B8B5-4D04-B93A-EAF6DD30A140}" srcOrd="0" destOrd="0" presId="urn:microsoft.com/office/officeart/2005/8/layout/hierarchy5"/>
    <dgm:cxn modelId="{597B1D78-0231-47EA-9DA0-0683817D78C5}" type="presOf" srcId="{4B9FDCAD-149C-40CB-BC1E-21392A6B56FB}" destId="{83A41BF1-2CFB-4A80-A57C-E65E6C40C83A}" srcOrd="1" destOrd="0" presId="urn:microsoft.com/office/officeart/2005/8/layout/hierarchy5"/>
    <dgm:cxn modelId="{73280C7D-C7EC-44E1-8D27-F45EAF4D4F5B}" type="presOf" srcId="{13E58336-1289-4754-B0CD-4900463E3F3C}" destId="{1D857372-AFB0-4E3F-B896-1203529EF414}" srcOrd="0" destOrd="0" presId="urn:microsoft.com/office/officeart/2005/8/layout/hierarchy5"/>
    <dgm:cxn modelId="{4A5C6181-029E-4118-8C6A-DEC236A9E5FD}" type="presOf" srcId="{D143E37E-E900-4480-9CC3-0B55F6DFD867}" destId="{809949F3-2B13-4F69-BF6C-37E7BBBE0D61}" srcOrd="0" destOrd="0" presId="urn:microsoft.com/office/officeart/2005/8/layout/hierarchy5"/>
    <dgm:cxn modelId="{FAAA9A81-D69A-4113-B838-64F6EFF8F957}" type="presOf" srcId="{D159B2B0-6CF4-47EC-9854-FFB425006FA5}" destId="{0633E8FB-5F73-4D58-A629-FF22A63E40A4}" srcOrd="1" destOrd="0" presId="urn:microsoft.com/office/officeart/2005/8/layout/hierarchy5"/>
    <dgm:cxn modelId="{CE917289-72B7-4EBC-9E9B-48572CC79A3A}" type="presOf" srcId="{D21B8A8F-AAA6-41F1-A0E3-D0E7492BCF14}" destId="{04616B54-8FDF-4FE9-A510-2D6F410E05E8}" srcOrd="1" destOrd="0" presId="urn:microsoft.com/office/officeart/2005/8/layout/hierarchy5"/>
    <dgm:cxn modelId="{CD0F7490-5C15-422C-9935-18BA5E034E8D}" type="presOf" srcId="{EE35066D-934D-4BB5-913F-F8454EE922D7}" destId="{3B975080-39FB-4EBA-B3C7-380565827773}" srcOrd="1" destOrd="0" presId="urn:microsoft.com/office/officeart/2005/8/layout/hierarchy5"/>
    <dgm:cxn modelId="{3E4B5091-8B30-426A-A007-02E170258740}" srcId="{75EEC000-8DCE-4FAC-A884-AC95A0DE231B}" destId="{03B266EA-D9B2-4CA2-8AC0-2CCC81A34BD0}" srcOrd="0" destOrd="0" parTransId="{E699D5EB-AD72-4F1C-8EDB-9058811FE128}" sibTransId="{60E7E6B6-6B9A-416C-B0FB-21332196BE10}"/>
    <dgm:cxn modelId="{5619FF94-D6F5-4E86-A710-98FC721146DA}" type="presOf" srcId="{1E8A3121-F370-4D20-96D9-9FBAC5F09899}" destId="{766A036D-B05F-410C-9B2B-AD6C674D424A}" srcOrd="1" destOrd="0" presId="urn:microsoft.com/office/officeart/2005/8/layout/hierarchy5"/>
    <dgm:cxn modelId="{B6C49C95-09C6-4D0D-B344-7B94955065BE}" type="presOf" srcId="{9AF8C918-6145-4F98-A184-32A715687EE0}" destId="{E975B0C7-9BC3-4BC1-9170-512852C6A852}" srcOrd="0" destOrd="0" presId="urn:microsoft.com/office/officeart/2005/8/layout/hierarchy5"/>
    <dgm:cxn modelId="{4CF6C695-226F-46DF-B3A8-E3DD67661BFC}" type="presOf" srcId="{97194FE8-D7E1-426B-A6F2-9614A73DAA95}" destId="{47001A71-14E5-40D3-8828-BE15C696577C}" srcOrd="0" destOrd="0" presId="urn:microsoft.com/office/officeart/2005/8/layout/hierarchy5"/>
    <dgm:cxn modelId="{68DA2599-935F-4A10-9055-546E92F770CC}" type="presOf" srcId="{4155A292-FA8E-4376-8809-B5ED03A9F5AB}" destId="{C4ED12ED-2E41-498F-9A90-B68FA1E8EBB0}" srcOrd="0" destOrd="0" presId="urn:microsoft.com/office/officeart/2005/8/layout/hierarchy5"/>
    <dgm:cxn modelId="{E6E17B9D-2CEC-449C-8131-73004F28A450}" type="presOf" srcId="{E699D5EB-AD72-4F1C-8EDB-9058811FE128}" destId="{7781139A-E977-4B58-958E-3D77D4DB5B4C}" srcOrd="1" destOrd="0" presId="urn:microsoft.com/office/officeart/2005/8/layout/hierarchy5"/>
    <dgm:cxn modelId="{FBDF04A2-D39E-4927-B844-903D943CDAF8}" type="presOf" srcId="{E95F9764-00B5-440C-9F1C-7420B192A1B3}" destId="{19864F9F-AB81-4F97-B41A-561488E554FA}" srcOrd="0" destOrd="0" presId="urn:microsoft.com/office/officeart/2005/8/layout/hierarchy5"/>
    <dgm:cxn modelId="{3F1C87A3-7846-4161-8959-2D08783D933B}" srcId="{0D192AC7-02E9-42C8-B492-AA7C14829FB9}" destId="{6282134C-2AAB-4003-B16A-A2C18E48C660}" srcOrd="0" destOrd="0" parTransId="{E95F9764-00B5-440C-9F1C-7420B192A1B3}" sibTransId="{2FB7A3CA-2850-44EF-B1FE-963F0ABFD457}"/>
    <dgm:cxn modelId="{AD22B3A4-CC7B-4631-BBDE-04A8D68E2E1F}" srcId="{F7C5D0F2-27B8-48F3-A61A-5D3458CF9C31}" destId="{7752DEE2-07A1-48D2-A4B6-128866AB69C7}" srcOrd="1" destOrd="0" parTransId="{D159B2B0-6CF4-47EC-9854-FFB425006FA5}" sibTransId="{1028E390-C60B-47C2-9C9C-9C9B38463B38}"/>
    <dgm:cxn modelId="{E19B6AA8-D8F4-45FC-9844-DB143935B829}" type="presOf" srcId="{1E8A3121-F370-4D20-96D9-9FBAC5F09899}" destId="{B720BA96-BD8D-46CB-9812-837BC6148176}" srcOrd="0" destOrd="0" presId="urn:microsoft.com/office/officeart/2005/8/layout/hierarchy5"/>
    <dgm:cxn modelId="{4DC0E8A8-43D4-4CB0-9BDE-7745BC228FF4}" type="presOf" srcId="{746C7798-38AE-4FC3-968D-0CE2B20A09F3}" destId="{F7F91C18-E453-4D2C-9761-7E7F5E906498}" srcOrd="1" destOrd="0" presId="urn:microsoft.com/office/officeart/2005/8/layout/hierarchy5"/>
    <dgm:cxn modelId="{2AAAB8B1-377C-4160-8311-40C62BF4C9D0}" type="presOf" srcId="{EE35066D-934D-4BB5-913F-F8454EE922D7}" destId="{53033CBA-86AA-4B25-BCA7-19F2C4EF7922}" srcOrd="0" destOrd="0" presId="urn:microsoft.com/office/officeart/2005/8/layout/hierarchy5"/>
    <dgm:cxn modelId="{E76CECB4-E466-4F6E-9432-9A62EFF546D8}" srcId="{6238337E-02CB-4196-B2DC-B693D026B93E}" destId="{80F95C3B-AD1E-489E-AC6B-58F6FFD63648}" srcOrd="2" destOrd="0" parTransId="{6CA2190E-270D-49D7-8126-4CDE47FAD891}" sibTransId="{B86BE002-C6A5-447D-9FD6-B65DA1950D2D}"/>
    <dgm:cxn modelId="{B6D8CBB5-07CF-4F43-9361-2AA3D634B0BE}" srcId="{6238337E-02CB-4196-B2DC-B693D026B93E}" destId="{310820A8-A25B-4F4D-B9CD-CC55D8668B73}" srcOrd="3" destOrd="0" parTransId="{BD5B8B3C-C523-4965-AB88-D50233EDD5AC}" sibTransId="{AD91B572-36F6-4631-9020-ABB23CADCC32}"/>
    <dgm:cxn modelId="{21EFFFB8-3F22-4499-8ACB-1F9BD99143A0}" type="presOf" srcId="{6282134C-2AAB-4003-B16A-A2C18E48C660}" destId="{19380B31-F0A6-4667-8802-E113D4D4012F}" srcOrd="0" destOrd="0" presId="urn:microsoft.com/office/officeart/2005/8/layout/hierarchy5"/>
    <dgm:cxn modelId="{B7C303BD-2FC1-4BFE-B6C6-992F0E7FD73F}" type="presOf" srcId="{80F95C3B-AD1E-489E-AC6B-58F6FFD63648}" destId="{F8EC1EED-FCF1-423A-91DE-9FB11DC06CD8}" srcOrd="0" destOrd="0" presId="urn:microsoft.com/office/officeart/2005/8/layout/hierarchy5"/>
    <dgm:cxn modelId="{D7CF18BF-B69B-4B36-8095-C3DC67EEBEE2}" type="presOf" srcId="{160D1CC0-3440-43EA-893B-AD79D38D6D64}" destId="{BA94E88E-1B55-42B3-9760-80D3CDACCFC5}" srcOrd="1" destOrd="0" presId="urn:microsoft.com/office/officeart/2005/8/layout/hierarchy5"/>
    <dgm:cxn modelId="{0DC386CB-759A-4C1E-86E0-1EE8442B5E23}" type="presOf" srcId="{9B549266-5137-4062-93C1-AA8A85432407}" destId="{D620BF7C-1368-47FC-97C3-2421C39B3554}" srcOrd="1" destOrd="0" presId="urn:microsoft.com/office/officeart/2005/8/layout/hierarchy5"/>
    <dgm:cxn modelId="{BA1B13CC-7A4C-4B21-9E5F-8226238FCB55}" srcId="{310820A8-A25B-4F4D-B9CD-CC55D8668B73}" destId="{B721A1E6-F1A9-4DE2-9BA7-769DA91BD415}" srcOrd="0" destOrd="0" parTransId="{E7C42F3C-54AC-4BDC-A2CD-20EA47D66909}" sibTransId="{5DD482D7-CF85-425B-B808-5410C6D73751}"/>
    <dgm:cxn modelId="{89C8ECD0-2D0B-4475-827F-E7782F6FFD0B}" srcId="{4155A292-FA8E-4376-8809-B5ED03A9F5AB}" destId="{683EE741-5D0E-4FA1-A49E-4ACFB3A9E592}" srcOrd="0" destOrd="0" parTransId="{9B549266-5137-4062-93C1-AA8A85432407}" sibTransId="{DF145803-47E2-49AD-A5D1-D8CFDB597467}"/>
    <dgm:cxn modelId="{F7543DD7-629B-4152-9F8F-5AF4E33ECB81}" type="presOf" srcId="{D19E15EB-93BC-45E9-8884-57AEA49F8A08}" destId="{A8F50799-4266-42BE-AE87-44E16848EBAB}" srcOrd="0" destOrd="0" presId="urn:microsoft.com/office/officeart/2005/8/layout/hierarchy5"/>
    <dgm:cxn modelId="{373C25D8-E858-4940-97A5-CD506227C247}" type="presOf" srcId="{DBA550B0-2B02-4CB6-8153-FEBC74DEC022}" destId="{57F19E3C-31AC-4099-A1C2-FFC1142D1E6A}" srcOrd="0" destOrd="0" presId="urn:microsoft.com/office/officeart/2005/8/layout/hierarchy5"/>
    <dgm:cxn modelId="{AE8A69DA-5D29-4026-BD2C-B2333226F0E6}" type="presOf" srcId="{7752DEE2-07A1-48D2-A4B6-128866AB69C7}" destId="{2C5BE908-BEB9-429E-B654-146EB26BDA81}" srcOrd="0" destOrd="0" presId="urn:microsoft.com/office/officeart/2005/8/layout/hierarchy5"/>
    <dgm:cxn modelId="{B9E57ADE-2FE6-487A-90EF-3BFE19876391}" type="presOf" srcId="{E7C42F3C-54AC-4BDC-A2CD-20EA47D66909}" destId="{424C02D4-3279-4650-A8E6-093CA08B6BD9}" srcOrd="1" destOrd="0" presId="urn:microsoft.com/office/officeart/2005/8/layout/hierarchy5"/>
    <dgm:cxn modelId="{892AB9DE-B656-4439-BD0D-507C53DD35E4}" srcId="{5DAD8244-F4E2-4580-AB11-E09D2A8B4260}" destId="{6238337E-02CB-4196-B2DC-B693D026B93E}" srcOrd="0" destOrd="0" parTransId="{D04FC027-74F5-4E0F-91F4-721EFBD9C8DE}" sibTransId="{117D98AC-5ECF-4357-BAD2-7B209A0991FC}"/>
    <dgm:cxn modelId="{662640DF-C1AB-463A-940A-83A277969CB5}" type="presOf" srcId="{6CA2190E-270D-49D7-8126-4CDE47FAD891}" destId="{3BCC3F14-E3A7-4BD0-9D1D-EC5D87559FFF}" srcOrd="0" destOrd="0" presId="urn:microsoft.com/office/officeart/2005/8/layout/hierarchy5"/>
    <dgm:cxn modelId="{F4B1ABE1-5DE7-4260-B7B1-F7B5004014C9}" type="presOf" srcId="{E7C42F3C-54AC-4BDC-A2CD-20EA47D66909}" destId="{538C9280-4237-47F9-97DC-71803BAFEF68}" srcOrd="0" destOrd="0" presId="urn:microsoft.com/office/officeart/2005/8/layout/hierarchy5"/>
    <dgm:cxn modelId="{FE7182E6-3A20-4023-8EF4-B1CAF1FCF693}" srcId="{310820A8-A25B-4F4D-B9CD-CC55D8668B73}" destId="{0D192AC7-02E9-42C8-B492-AA7C14829FB9}" srcOrd="1" destOrd="0" parTransId="{9AF8C918-6145-4F98-A184-32A715687EE0}" sibTransId="{7FE10998-ABBC-436A-8E3C-0AE57E865A22}"/>
    <dgm:cxn modelId="{3FD06EFA-2DDC-4F6A-9740-2B593EC0BE1F}" srcId="{5DAD8244-F4E2-4580-AB11-E09D2A8B4260}" destId="{D21B8A8F-AAA6-41F1-A0E3-D0E7492BCF14}" srcOrd="4" destOrd="0" parTransId="{931362A2-8D80-4ADE-800D-CF64C0B44A8B}" sibTransId="{A96EB041-58AA-4A1D-9105-C885F4A97B22}"/>
    <dgm:cxn modelId="{A0C98DFA-AF28-4C3B-A297-FB237E73178A}" type="presOf" srcId="{B778B970-03E7-45B8-8184-FAA8509AE8D4}" destId="{DD673B70-116C-4498-A412-25BFD846719E}" srcOrd="1" destOrd="0" presId="urn:microsoft.com/office/officeart/2005/8/layout/hierarchy5"/>
    <dgm:cxn modelId="{3649C9FC-4E1D-4671-B8C3-B7A35624B0E0}" type="presOf" srcId="{11C41353-0F7A-40BA-AA93-44435F9EAA74}" destId="{5008E6BC-55D9-4CF0-AA78-65842824AA0E}" srcOrd="1" destOrd="0" presId="urn:microsoft.com/office/officeart/2005/8/layout/hierarchy5"/>
    <dgm:cxn modelId="{646AEBFC-6FA8-4FC2-B894-C8E61FA17459}" type="presOf" srcId="{D21B8A8F-AAA6-41F1-A0E3-D0E7492BCF14}" destId="{C2546D7F-5F5C-4F63-B1CC-93FD72E7728B}" srcOrd="0" destOrd="0" presId="urn:microsoft.com/office/officeart/2005/8/layout/hierarchy5"/>
    <dgm:cxn modelId="{D05CEEFC-9424-45B0-BAE8-2A2AFC10FBBE}" type="presOf" srcId="{F7C5D0F2-27B8-48F3-A61A-5D3458CF9C31}" destId="{08336030-A0EF-4717-AE58-DF147F1C6053}" srcOrd="0" destOrd="0" presId="urn:microsoft.com/office/officeart/2005/8/layout/hierarchy5"/>
    <dgm:cxn modelId="{4A5BB5FD-2E3B-4357-9D87-0BB4B3A66834}" type="presOf" srcId="{746C7798-38AE-4FC3-968D-0CE2B20A09F3}" destId="{B63A2BC3-CDBC-4064-85A5-C6C1B729CD53}" srcOrd="0" destOrd="0" presId="urn:microsoft.com/office/officeart/2005/8/layout/hierarchy5"/>
    <dgm:cxn modelId="{46FB89FE-077D-4227-8836-5C34F46C0794}" srcId="{5DAD8244-F4E2-4580-AB11-E09D2A8B4260}" destId="{1FA791D6-9417-4444-AEA3-191E9F684022}" srcOrd="2" destOrd="0" parTransId="{1F399BCC-C7A0-4E94-B733-D64734027679}" sibTransId="{EC0D318B-43FD-48F1-A838-7B00FC926F78}"/>
    <dgm:cxn modelId="{21C76FFF-6B55-4588-82E9-B1267BDCECD3}" srcId="{7752DEE2-07A1-48D2-A4B6-128866AB69C7}" destId="{D19E15EB-93BC-45E9-8884-57AEA49F8A08}" srcOrd="0" destOrd="0" parTransId="{160D1CC0-3440-43EA-893B-AD79D38D6D64}" sibTransId="{690B2A74-7FD5-4E75-98AE-BAEF32940BE3}"/>
    <dgm:cxn modelId="{F5738BFC-91FA-4DE4-9C82-3A1573A3BD25}" type="presParOf" srcId="{37910531-A66F-4A6B-B9BE-130568E0A12A}" destId="{84D49B86-FE62-4B4B-8F0D-CD9C761C7B33}" srcOrd="0" destOrd="0" presId="urn:microsoft.com/office/officeart/2005/8/layout/hierarchy5"/>
    <dgm:cxn modelId="{3827BF8B-B174-4C4C-A3AD-110C01F28155}" type="presParOf" srcId="{84D49B86-FE62-4B4B-8F0D-CD9C761C7B33}" destId="{BB4FA524-9AC1-4D87-B665-A47B840BB7C1}" srcOrd="0" destOrd="0" presId="urn:microsoft.com/office/officeart/2005/8/layout/hierarchy5"/>
    <dgm:cxn modelId="{7EBDF8DD-C9C0-4D80-A5F3-F830FC5006F2}" type="presParOf" srcId="{84D49B86-FE62-4B4B-8F0D-CD9C761C7B33}" destId="{1CBB2382-6672-4FF7-AE28-5DD33C5BA264}" srcOrd="1" destOrd="0" presId="urn:microsoft.com/office/officeart/2005/8/layout/hierarchy5"/>
    <dgm:cxn modelId="{55BC54C7-F4DA-4C64-87D4-9B198D1F9F69}" type="presParOf" srcId="{1CBB2382-6672-4FF7-AE28-5DD33C5BA264}" destId="{EE341017-5759-4EC3-84D0-6CFE4E951A97}" srcOrd="0" destOrd="0" presId="urn:microsoft.com/office/officeart/2005/8/layout/hierarchy5"/>
    <dgm:cxn modelId="{3E350C3D-0377-41F3-BF56-5FEF9A99B90B}" type="presParOf" srcId="{EE341017-5759-4EC3-84D0-6CFE4E951A97}" destId="{12457B98-FA45-4AA8-BA37-CBD8CD9B759C}" srcOrd="0" destOrd="0" presId="urn:microsoft.com/office/officeart/2005/8/layout/hierarchy5"/>
    <dgm:cxn modelId="{6DBB879E-4228-48AF-916F-0FD2352EE70E}" type="presParOf" srcId="{EE341017-5759-4EC3-84D0-6CFE4E951A97}" destId="{F549413B-4C1D-4F7E-B847-9A41CD96EEEE}" srcOrd="1" destOrd="0" presId="urn:microsoft.com/office/officeart/2005/8/layout/hierarchy5"/>
    <dgm:cxn modelId="{5496352C-A6C9-44AC-A09B-866E401762CE}" type="presParOf" srcId="{F549413B-4C1D-4F7E-B847-9A41CD96EEEE}" destId="{E2C158D5-F965-463D-891C-4BA4FC61EBD4}" srcOrd="0" destOrd="0" presId="urn:microsoft.com/office/officeart/2005/8/layout/hierarchy5"/>
    <dgm:cxn modelId="{24726343-257F-4227-BA6E-4618706E6E4D}" type="presParOf" srcId="{E2C158D5-F965-463D-891C-4BA4FC61EBD4}" destId="{5008E6BC-55D9-4CF0-AA78-65842824AA0E}" srcOrd="0" destOrd="0" presId="urn:microsoft.com/office/officeart/2005/8/layout/hierarchy5"/>
    <dgm:cxn modelId="{A4B6F026-B813-4692-9E14-EE0C1011AA4F}" type="presParOf" srcId="{F549413B-4C1D-4F7E-B847-9A41CD96EEEE}" destId="{03593C26-3F38-43F5-BB3B-9497EB1819E7}" srcOrd="1" destOrd="0" presId="urn:microsoft.com/office/officeart/2005/8/layout/hierarchy5"/>
    <dgm:cxn modelId="{2C0FC6F0-5F9D-4021-8482-3F854B44DED1}" type="presParOf" srcId="{03593C26-3F38-43F5-BB3B-9497EB1819E7}" destId="{08336030-A0EF-4717-AE58-DF147F1C6053}" srcOrd="0" destOrd="0" presId="urn:microsoft.com/office/officeart/2005/8/layout/hierarchy5"/>
    <dgm:cxn modelId="{302B389A-569A-405D-B92A-DEFA20B58E56}" type="presParOf" srcId="{03593C26-3F38-43F5-BB3B-9497EB1819E7}" destId="{5E604936-2D25-4BC0-97D5-732DF3CB2D9D}" srcOrd="1" destOrd="0" presId="urn:microsoft.com/office/officeart/2005/8/layout/hierarchy5"/>
    <dgm:cxn modelId="{5C4973EA-CBC1-44E3-AA64-05651C83244D}" type="presParOf" srcId="{5E604936-2D25-4BC0-97D5-732DF3CB2D9D}" destId="{3F6A337D-6081-4697-B9F2-AB8AFA32A148}" srcOrd="0" destOrd="0" presId="urn:microsoft.com/office/officeart/2005/8/layout/hierarchy5"/>
    <dgm:cxn modelId="{E120390D-7A77-42B9-9077-F93F60417E49}" type="presParOf" srcId="{3F6A337D-6081-4697-B9F2-AB8AFA32A148}" destId="{40C971EE-5934-4C5C-89C7-B19A2EED3E57}" srcOrd="0" destOrd="0" presId="urn:microsoft.com/office/officeart/2005/8/layout/hierarchy5"/>
    <dgm:cxn modelId="{620A127B-C2A9-4E95-8BA9-3C69D822DF59}" type="presParOf" srcId="{5E604936-2D25-4BC0-97D5-732DF3CB2D9D}" destId="{4E340ACC-69C6-426E-B879-724EBE1F1F6A}" srcOrd="1" destOrd="0" presId="urn:microsoft.com/office/officeart/2005/8/layout/hierarchy5"/>
    <dgm:cxn modelId="{6B0AD206-EA3C-4A4F-9504-CDDAA54FDB98}" type="presParOf" srcId="{4E340ACC-69C6-426E-B879-724EBE1F1F6A}" destId="{47001A71-14E5-40D3-8828-BE15C696577C}" srcOrd="0" destOrd="0" presId="urn:microsoft.com/office/officeart/2005/8/layout/hierarchy5"/>
    <dgm:cxn modelId="{A9BC3D33-7A73-4E14-8697-86FFA0FB457E}" type="presParOf" srcId="{4E340ACC-69C6-426E-B879-724EBE1F1F6A}" destId="{79FCECBA-E413-4155-98B7-5B5ED5FBB26B}" srcOrd="1" destOrd="0" presId="urn:microsoft.com/office/officeart/2005/8/layout/hierarchy5"/>
    <dgm:cxn modelId="{BA14A4FD-7966-4B42-A88B-6B3BA789A904}" type="presParOf" srcId="{79FCECBA-E413-4155-98B7-5B5ED5FBB26B}" destId="{53033CBA-86AA-4B25-BCA7-19F2C4EF7922}" srcOrd="0" destOrd="0" presId="urn:microsoft.com/office/officeart/2005/8/layout/hierarchy5"/>
    <dgm:cxn modelId="{70D974CA-8BB8-4F85-B59D-3FE8F9900F85}" type="presParOf" srcId="{53033CBA-86AA-4B25-BCA7-19F2C4EF7922}" destId="{3B975080-39FB-4EBA-B3C7-380565827773}" srcOrd="0" destOrd="0" presId="urn:microsoft.com/office/officeart/2005/8/layout/hierarchy5"/>
    <dgm:cxn modelId="{378A55FA-E347-44A4-A124-223BCE06312C}" type="presParOf" srcId="{79FCECBA-E413-4155-98B7-5B5ED5FBB26B}" destId="{6030BC9D-C937-4630-8A9A-2B7C68760F00}" srcOrd="1" destOrd="0" presId="urn:microsoft.com/office/officeart/2005/8/layout/hierarchy5"/>
    <dgm:cxn modelId="{F2C03EDA-BB64-4B30-99F2-A44AB6BCBB9B}" type="presParOf" srcId="{6030BC9D-C937-4630-8A9A-2B7C68760F00}" destId="{809949F3-2B13-4F69-BF6C-37E7BBBE0D61}" srcOrd="0" destOrd="0" presId="urn:microsoft.com/office/officeart/2005/8/layout/hierarchy5"/>
    <dgm:cxn modelId="{3C22DA85-E32D-4A8F-B49F-0F9DBB1A4FD3}" type="presParOf" srcId="{6030BC9D-C937-4630-8A9A-2B7C68760F00}" destId="{12CD34FE-8653-4098-9353-595A1032407F}" srcOrd="1" destOrd="0" presId="urn:microsoft.com/office/officeart/2005/8/layout/hierarchy5"/>
    <dgm:cxn modelId="{30C85CE5-AAD0-4F69-9B36-64DAC10676CF}" type="presParOf" srcId="{5E604936-2D25-4BC0-97D5-732DF3CB2D9D}" destId="{7E2629BC-F901-46A3-9891-24BB1995F08B}" srcOrd="2" destOrd="0" presId="urn:microsoft.com/office/officeart/2005/8/layout/hierarchy5"/>
    <dgm:cxn modelId="{CB60BF9E-625B-4A96-9D6B-2937D79E6427}" type="presParOf" srcId="{7E2629BC-F901-46A3-9891-24BB1995F08B}" destId="{0633E8FB-5F73-4D58-A629-FF22A63E40A4}" srcOrd="0" destOrd="0" presId="urn:microsoft.com/office/officeart/2005/8/layout/hierarchy5"/>
    <dgm:cxn modelId="{8F35167B-6D2F-4A30-8F71-82DEAF958ECF}" type="presParOf" srcId="{5E604936-2D25-4BC0-97D5-732DF3CB2D9D}" destId="{237E7C9C-2BAF-4F01-ABD0-0A89D0D8EA86}" srcOrd="3" destOrd="0" presId="urn:microsoft.com/office/officeart/2005/8/layout/hierarchy5"/>
    <dgm:cxn modelId="{6F02EDEF-DAC8-421D-85DD-668EBA49378A}" type="presParOf" srcId="{237E7C9C-2BAF-4F01-ABD0-0A89D0D8EA86}" destId="{2C5BE908-BEB9-429E-B654-146EB26BDA81}" srcOrd="0" destOrd="0" presId="urn:microsoft.com/office/officeart/2005/8/layout/hierarchy5"/>
    <dgm:cxn modelId="{991B4740-BADB-4F3F-B868-85BBF0421168}" type="presParOf" srcId="{237E7C9C-2BAF-4F01-ABD0-0A89D0D8EA86}" destId="{CDA2D1AF-A90A-4284-8295-439103B8015F}" srcOrd="1" destOrd="0" presId="urn:microsoft.com/office/officeart/2005/8/layout/hierarchy5"/>
    <dgm:cxn modelId="{1445D407-C4F0-442B-BBBD-72596B104C4D}" type="presParOf" srcId="{CDA2D1AF-A90A-4284-8295-439103B8015F}" destId="{B752F108-9398-4A84-A6B4-9EFF2E4B6F1D}" srcOrd="0" destOrd="0" presId="urn:microsoft.com/office/officeart/2005/8/layout/hierarchy5"/>
    <dgm:cxn modelId="{774BD425-1BCC-4866-9BDD-67697E589254}" type="presParOf" srcId="{B752F108-9398-4A84-A6B4-9EFF2E4B6F1D}" destId="{BA94E88E-1B55-42B3-9760-80D3CDACCFC5}" srcOrd="0" destOrd="0" presId="urn:microsoft.com/office/officeart/2005/8/layout/hierarchy5"/>
    <dgm:cxn modelId="{90C39A85-FB33-42F4-9BC5-7A7EB743E8BF}" type="presParOf" srcId="{CDA2D1AF-A90A-4284-8295-439103B8015F}" destId="{2C34AF93-CE69-4B12-8862-DEF08F808859}" srcOrd="1" destOrd="0" presId="urn:microsoft.com/office/officeart/2005/8/layout/hierarchy5"/>
    <dgm:cxn modelId="{2A874403-5AAB-412D-A115-4F659F85F27F}" type="presParOf" srcId="{2C34AF93-CE69-4B12-8862-DEF08F808859}" destId="{A8F50799-4266-42BE-AE87-44E16848EBAB}" srcOrd="0" destOrd="0" presId="urn:microsoft.com/office/officeart/2005/8/layout/hierarchy5"/>
    <dgm:cxn modelId="{07375B8B-634E-47EA-9A2D-59BE150012C2}" type="presParOf" srcId="{2C34AF93-CE69-4B12-8862-DEF08F808859}" destId="{ADB7B1E3-672C-4FAA-B2FD-0AE31CB8D79A}" srcOrd="1" destOrd="0" presId="urn:microsoft.com/office/officeart/2005/8/layout/hierarchy5"/>
    <dgm:cxn modelId="{05F9AF53-DBEC-4AA4-BC4F-8212315AE378}" type="presParOf" srcId="{F549413B-4C1D-4F7E-B847-9A41CD96EEEE}" destId="{BB3C706E-F5F3-4AA8-92D4-CD8BC9FA7FF9}" srcOrd="2" destOrd="0" presId="urn:microsoft.com/office/officeart/2005/8/layout/hierarchy5"/>
    <dgm:cxn modelId="{7FDF66A1-5117-4943-A290-67216CC16ABD}" type="presParOf" srcId="{BB3C706E-F5F3-4AA8-92D4-CD8BC9FA7FF9}" destId="{83A41BF1-2CFB-4A80-A57C-E65E6C40C83A}" srcOrd="0" destOrd="0" presId="urn:microsoft.com/office/officeart/2005/8/layout/hierarchy5"/>
    <dgm:cxn modelId="{4AFB2158-A593-4447-800D-641A0D7BA48B}" type="presParOf" srcId="{F549413B-4C1D-4F7E-B847-9A41CD96EEEE}" destId="{35C641E7-2EB7-4F5A-9AA1-BF22AD30749A}" srcOrd="3" destOrd="0" presId="urn:microsoft.com/office/officeart/2005/8/layout/hierarchy5"/>
    <dgm:cxn modelId="{2E7CE1D2-EE4F-4442-8AA1-8929E4D45792}" type="presParOf" srcId="{35C641E7-2EB7-4F5A-9AA1-BF22AD30749A}" destId="{FD24632B-2A1C-476F-8130-C5C8C306F92D}" srcOrd="0" destOrd="0" presId="urn:microsoft.com/office/officeart/2005/8/layout/hierarchy5"/>
    <dgm:cxn modelId="{E7C65B1E-B216-4911-9754-F43772EB9F3C}" type="presParOf" srcId="{35C641E7-2EB7-4F5A-9AA1-BF22AD30749A}" destId="{CE44B843-CCBE-48B0-9FEA-7BC38CA0917E}" srcOrd="1" destOrd="0" presId="urn:microsoft.com/office/officeart/2005/8/layout/hierarchy5"/>
    <dgm:cxn modelId="{56929F8F-45FA-44F4-8F9B-7712F7AD12D1}" type="presParOf" srcId="{CE44B843-CCBE-48B0-9FEA-7BC38CA0917E}" destId="{7675D962-70B0-4687-89DB-696196FE8177}" srcOrd="0" destOrd="0" presId="urn:microsoft.com/office/officeart/2005/8/layout/hierarchy5"/>
    <dgm:cxn modelId="{A1301853-CE91-46FD-813A-C681FA284423}" type="presParOf" srcId="{7675D962-70B0-4687-89DB-696196FE8177}" destId="{DD673B70-116C-4498-A412-25BFD846719E}" srcOrd="0" destOrd="0" presId="urn:microsoft.com/office/officeart/2005/8/layout/hierarchy5"/>
    <dgm:cxn modelId="{588FF568-455B-4438-B1F1-EA796844CAC8}" type="presParOf" srcId="{CE44B843-CCBE-48B0-9FEA-7BC38CA0917E}" destId="{0E6082CC-7DA8-452B-9A36-4C96584ADFEB}" srcOrd="1" destOrd="0" presId="urn:microsoft.com/office/officeart/2005/8/layout/hierarchy5"/>
    <dgm:cxn modelId="{335BDA24-9459-4DEA-80AC-F90680304CB1}" type="presParOf" srcId="{0E6082CC-7DA8-452B-9A36-4C96584ADFEB}" destId="{F6A53239-B254-4981-831F-1DD02BA65CA0}" srcOrd="0" destOrd="0" presId="urn:microsoft.com/office/officeart/2005/8/layout/hierarchy5"/>
    <dgm:cxn modelId="{6A6AC18B-E252-4690-B177-72797F3A00AF}" type="presParOf" srcId="{0E6082CC-7DA8-452B-9A36-4C96584ADFEB}" destId="{9200E538-C492-4975-A44C-79DEFB8319A1}" srcOrd="1" destOrd="0" presId="urn:microsoft.com/office/officeart/2005/8/layout/hierarchy5"/>
    <dgm:cxn modelId="{CBAE4B31-37E4-484C-B322-1BBD07DB6F26}" type="presParOf" srcId="{9200E538-C492-4975-A44C-79DEFB8319A1}" destId="{7A153E50-6E5D-4C4D-B9A4-BD420045DA0B}" srcOrd="0" destOrd="0" presId="urn:microsoft.com/office/officeart/2005/8/layout/hierarchy5"/>
    <dgm:cxn modelId="{9395CE25-6F17-45D0-8022-11AF28C34CAB}" type="presParOf" srcId="{7A153E50-6E5D-4C4D-B9A4-BD420045DA0B}" destId="{7781139A-E977-4B58-958E-3D77D4DB5B4C}" srcOrd="0" destOrd="0" presId="urn:microsoft.com/office/officeart/2005/8/layout/hierarchy5"/>
    <dgm:cxn modelId="{B22B7B4D-9E8F-42FA-A989-E6F1B703E14B}" type="presParOf" srcId="{9200E538-C492-4975-A44C-79DEFB8319A1}" destId="{945545EA-9339-478D-8D01-9C3D6256D80C}" srcOrd="1" destOrd="0" presId="urn:microsoft.com/office/officeart/2005/8/layout/hierarchy5"/>
    <dgm:cxn modelId="{E9CFCB3A-0517-4A92-9364-7AA24F131A4B}" type="presParOf" srcId="{945545EA-9339-478D-8D01-9C3D6256D80C}" destId="{C664E236-01BC-497B-A957-2DE5081F9017}" srcOrd="0" destOrd="0" presId="urn:microsoft.com/office/officeart/2005/8/layout/hierarchy5"/>
    <dgm:cxn modelId="{A07237ED-C1DA-45F8-9DFB-119DDDA54223}" type="presParOf" srcId="{945545EA-9339-478D-8D01-9C3D6256D80C}" destId="{35E2104F-9ADE-4097-ABB2-4E47781C6C8C}" srcOrd="1" destOrd="0" presId="urn:microsoft.com/office/officeart/2005/8/layout/hierarchy5"/>
    <dgm:cxn modelId="{3F4A731E-0D13-4D5A-BE7B-3F1D3E1C6DB2}" type="presParOf" srcId="{F549413B-4C1D-4F7E-B847-9A41CD96EEEE}" destId="{3BCC3F14-E3A7-4BD0-9D1D-EC5D87559FFF}" srcOrd="4" destOrd="0" presId="urn:microsoft.com/office/officeart/2005/8/layout/hierarchy5"/>
    <dgm:cxn modelId="{17777FFE-30BF-4CC5-AE8E-4DA38F30CEAF}" type="presParOf" srcId="{3BCC3F14-E3A7-4BD0-9D1D-EC5D87559FFF}" destId="{8534FC40-F4C8-4C9D-851A-D0307E9C97E6}" srcOrd="0" destOrd="0" presId="urn:microsoft.com/office/officeart/2005/8/layout/hierarchy5"/>
    <dgm:cxn modelId="{44484C17-D741-4251-B6D0-2519B3FC4238}" type="presParOf" srcId="{F549413B-4C1D-4F7E-B847-9A41CD96EEEE}" destId="{7CAF144C-5AC2-4E19-86C1-7F1B3F160055}" srcOrd="5" destOrd="0" presId="urn:microsoft.com/office/officeart/2005/8/layout/hierarchy5"/>
    <dgm:cxn modelId="{B1670508-5355-429F-9D6B-06BBC902E8EA}" type="presParOf" srcId="{7CAF144C-5AC2-4E19-86C1-7F1B3F160055}" destId="{F8EC1EED-FCF1-423A-91DE-9FB11DC06CD8}" srcOrd="0" destOrd="0" presId="urn:microsoft.com/office/officeart/2005/8/layout/hierarchy5"/>
    <dgm:cxn modelId="{1413FA27-8E6D-49FB-8C22-25D2C5923B91}" type="presParOf" srcId="{7CAF144C-5AC2-4E19-86C1-7F1B3F160055}" destId="{25C6F2F1-B3AC-47B5-A390-41FD701EEAC9}" srcOrd="1" destOrd="0" presId="urn:microsoft.com/office/officeart/2005/8/layout/hierarchy5"/>
    <dgm:cxn modelId="{51D170F6-0AC4-4961-A156-AC12EBC2907B}" type="presParOf" srcId="{25C6F2F1-B3AC-47B5-A390-41FD701EEAC9}" destId="{1D857372-AFB0-4E3F-B896-1203529EF414}" srcOrd="0" destOrd="0" presId="urn:microsoft.com/office/officeart/2005/8/layout/hierarchy5"/>
    <dgm:cxn modelId="{52F7F6ED-9627-4724-8EBE-9F12630CB534}" type="presParOf" srcId="{1D857372-AFB0-4E3F-B896-1203529EF414}" destId="{5A089BC0-C65D-4BB0-9232-111542D880B8}" srcOrd="0" destOrd="0" presId="urn:microsoft.com/office/officeart/2005/8/layout/hierarchy5"/>
    <dgm:cxn modelId="{2F6CCC26-5865-481C-9A1F-585563BD3EC3}" type="presParOf" srcId="{25C6F2F1-B3AC-47B5-A390-41FD701EEAC9}" destId="{7534D123-3558-4EC9-B878-86AC74181246}" srcOrd="1" destOrd="0" presId="urn:microsoft.com/office/officeart/2005/8/layout/hierarchy5"/>
    <dgm:cxn modelId="{D4E1258E-7AE6-4860-875F-808D031ED8B8}" type="presParOf" srcId="{7534D123-3558-4EC9-B878-86AC74181246}" destId="{C4ED12ED-2E41-498F-9A90-B68FA1E8EBB0}" srcOrd="0" destOrd="0" presId="urn:microsoft.com/office/officeart/2005/8/layout/hierarchy5"/>
    <dgm:cxn modelId="{5234D87B-7D3E-4BB2-A10A-EC9A29E62310}" type="presParOf" srcId="{7534D123-3558-4EC9-B878-86AC74181246}" destId="{391BF623-9C76-41C8-8619-7BC1F6576E71}" srcOrd="1" destOrd="0" presId="urn:microsoft.com/office/officeart/2005/8/layout/hierarchy5"/>
    <dgm:cxn modelId="{4B140104-6FDE-4228-AA8A-E971D0CBF3BD}" type="presParOf" srcId="{391BF623-9C76-41C8-8619-7BC1F6576E71}" destId="{EA4716BF-757A-4BB3-990C-B9E26CD9D255}" srcOrd="0" destOrd="0" presId="urn:microsoft.com/office/officeart/2005/8/layout/hierarchy5"/>
    <dgm:cxn modelId="{58F8C61F-AA95-40F9-8FC6-BC3260E529DB}" type="presParOf" srcId="{EA4716BF-757A-4BB3-990C-B9E26CD9D255}" destId="{D620BF7C-1368-47FC-97C3-2421C39B3554}" srcOrd="0" destOrd="0" presId="urn:microsoft.com/office/officeart/2005/8/layout/hierarchy5"/>
    <dgm:cxn modelId="{ACF07CFC-F40D-4D71-B8ED-246E4036AF4C}" type="presParOf" srcId="{391BF623-9C76-41C8-8619-7BC1F6576E71}" destId="{961CAF8B-2ED7-472D-96AF-26C2F0B4EA74}" srcOrd="1" destOrd="0" presId="urn:microsoft.com/office/officeart/2005/8/layout/hierarchy5"/>
    <dgm:cxn modelId="{E20E7AB8-B21F-4C8B-B2BB-C89AEF96EDE0}" type="presParOf" srcId="{961CAF8B-2ED7-472D-96AF-26C2F0B4EA74}" destId="{43022B46-168D-4A88-99FB-0C7F18B07406}" srcOrd="0" destOrd="0" presId="urn:microsoft.com/office/officeart/2005/8/layout/hierarchy5"/>
    <dgm:cxn modelId="{D2A813D8-FA90-4611-B835-F7BDA6070DEB}" type="presParOf" srcId="{961CAF8B-2ED7-472D-96AF-26C2F0B4EA74}" destId="{8074F50A-AC47-4E05-A9E0-0D83E502EA71}" srcOrd="1" destOrd="0" presId="urn:microsoft.com/office/officeart/2005/8/layout/hierarchy5"/>
    <dgm:cxn modelId="{E98599BB-0178-42CE-ACFA-9916E82734AB}" type="presParOf" srcId="{F549413B-4C1D-4F7E-B847-9A41CD96EEEE}" destId="{D530BC00-5A54-4F60-8A67-4851460507B8}" srcOrd="6" destOrd="0" presId="urn:microsoft.com/office/officeart/2005/8/layout/hierarchy5"/>
    <dgm:cxn modelId="{46E51458-F0CA-411E-BBB0-048F74AA8B81}" type="presParOf" srcId="{D530BC00-5A54-4F60-8A67-4851460507B8}" destId="{3C4FEEA2-19F3-40B7-9874-ABB1AD1C43F0}" srcOrd="0" destOrd="0" presId="urn:microsoft.com/office/officeart/2005/8/layout/hierarchy5"/>
    <dgm:cxn modelId="{413B1442-ACD4-46CE-9E7C-002D969DF0E6}" type="presParOf" srcId="{F549413B-4C1D-4F7E-B847-9A41CD96EEEE}" destId="{4E83EF1B-7527-47E7-B312-1A15249E22DA}" srcOrd="7" destOrd="0" presId="urn:microsoft.com/office/officeart/2005/8/layout/hierarchy5"/>
    <dgm:cxn modelId="{3B182899-015C-45FC-93C1-6F8AF7489FA8}" type="presParOf" srcId="{4E83EF1B-7527-47E7-B312-1A15249E22DA}" destId="{99E4ACB8-73B0-4C52-AD5B-1CEAF63A596C}" srcOrd="0" destOrd="0" presId="urn:microsoft.com/office/officeart/2005/8/layout/hierarchy5"/>
    <dgm:cxn modelId="{62DECAA8-1A5C-4C45-BF46-244F5A410B85}" type="presParOf" srcId="{4E83EF1B-7527-47E7-B312-1A15249E22DA}" destId="{D7760C9A-F756-4F32-96F8-D2907A87E4A3}" srcOrd="1" destOrd="0" presId="urn:microsoft.com/office/officeart/2005/8/layout/hierarchy5"/>
    <dgm:cxn modelId="{0483FB4B-165F-442C-A357-8DA916237F97}" type="presParOf" srcId="{D7760C9A-F756-4F32-96F8-D2907A87E4A3}" destId="{538C9280-4237-47F9-97DC-71803BAFEF68}" srcOrd="0" destOrd="0" presId="urn:microsoft.com/office/officeart/2005/8/layout/hierarchy5"/>
    <dgm:cxn modelId="{ED1068C3-6AAB-4580-A1EE-B878F79B2401}" type="presParOf" srcId="{538C9280-4237-47F9-97DC-71803BAFEF68}" destId="{424C02D4-3279-4650-A8E6-093CA08B6BD9}" srcOrd="0" destOrd="0" presId="urn:microsoft.com/office/officeart/2005/8/layout/hierarchy5"/>
    <dgm:cxn modelId="{AA3D073D-7AEB-4368-BE1F-F6A2445FD6C1}" type="presParOf" srcId="{D7760C9A-F756-4F32-96F8-D2907A87E4A3}" destId="{D495F714-895B-448C-B20E-F201D5FEBF08}" srcOrd="1" destOrd="0" presId="urn:microsoft.com/office/officeart/2005/8/layout/hierarchy5"/>
    <dgm:cxn modelId="{B0FFD58D-69F5-48C8-9BBB-C031DC3AA927}" type="presParOf" srcId="{D495F714-895B-448C-B20E-F201D5FEBF08}" destId="{A8FF0ADD-1100-444F-ADF8-DF9A5A616D20}" srcOrd="0" destOrd="0" presId="urn:microsoft.com/office/officeart/2005/8/layout/hierarchy5"/>
    <dgm:cxn modelId="{26AA1858-77FF-4A94-942C-FF7DFFB81133}" type="presParOf" srcId="{D495F714-895B-448C-B20E-F201D5FEBF08}" destId="{FD6D2A22-3B01-4E8B-B947-1E2D2C1B83EA}" srcOrd="1" destOrd="0" presId="urn:microsoft.com/office/officeart/2005/8/layout/hierarchy5"/>
    <dgm:cxn modelId="{5787D054-38EA-49D7-80A9-DB639545CEF1}" type="presParOf" srcId="{FD6D2A22-3B01-4E8B-B947-1E2D2C1B83EA}" destId="{57F19E3C-31AC-4099-A1C2-FFC1142D1E6A}" srcOrd="0" destOrd="0" presId="urn:microsoft.com/office/officeart/2005/8/layout/hierarchy5"/>
    <dgm:cxn modelId="{B779703B-06C2-4489-AD19-4B655145F215}" type="presParOf" srcId="{57F19E3C-31AC-4099-A1C2-FFC1142D1E6A}" destId="{02E9E4E0-E0C0-43BA-8E1B-BFCC71459D8D}" srcOrd="0" destOrd="0" presId="urn:microsoft.com/office/officeart/2005/8/layout/hierarchy5"/>
    <dgm:cxn modelId="{19627A2B-7249-41F4-82A8-1C5DB3AAD1EA}" type="presParOf" srcId="{FD6D2A22-3B01-4E8B-B947-1E2D2C1B83EA}" destId="{F325E6F0-2482-4577-B144-B915E17B2587}" srcOrd="1" destOrd="0" presId="urn:microsoft.com/office/officeart/2005/8/layout/hierarchy5"/>
    <dgm:cxn modelId="{E32626D3-9EEE-475D-835B-BE18F716FA38}" type="presParOf" srcId="{F325E6F0-2482-4577-B144-B915E17B2587}" destId="{F75D677F-4021-4337-A002-5627200F1DAE}" srcOrd="0" destOrd="0" presId="urn:microsoft.com/office/officeart/2005/8/layout/hierarchy5"/>
    <dgm:cxn modelId="{ED5396F9-1290-4FAB-AF9D-9AF29242B61B}" type="presParOf" srcId="{F325E6F0-2482-4577-B144-B915E17B2587}" destId="{245D0E11-259D-491D-97C0-1A8F4EE56B5F}" srcOrd="1" destOrd="0" presId="urn:microsoft.com/office/officeart/2005/8/layout/hierarchy5"/>
    <dgm:cxn modelId="{ACB2101B-8FA0-42BF-A43C-AEC74810F596}" type="presParOf" srcId="{D7760C9A-F756-4F32-96F8-D2907A87E4A3}" destId="{E975B0C7-9BC3-4BC1-9170-512852C6A852}" srcOrd="2" destOrd="0" presId="urn:microsoft.com/office/officeart/2005/8/layout/hierarchy5"/>
    <dgm:cxn modelId="{97C489F3-BB42-4BE2-AB65-BDBF079CE90E}" type="presParOf" srcId="{E975B0C7-9BC3-4BC1-9170-512852C6A852}" destId="{E10233E1-4E7C-4A05-A57F-5C824BF3A4C7}" srcOrd="0" destOrd="0" presId="urn:microsoft.com/office/officeart/2005/8/layout/hierarchy5"/>
    <dgm:cxn modelId="{5F876377-172C-4B08-AEFD-CD2B3A64C97D}" type="presParOf" srcId="{D7760C9A-F756-4F32-96F8-D2907A87E4A3}" destId="{D082715F-6445-46F3-8DBD-9F9AEE3E3065}" srcOrd="3" destOrd="0" presId="urn:microsoft.com/office/officeart/2005/8/layout/hierarchy5"/>
    <dgm:cxn modelId="{B9AFA6F0-1CDF-4543-8E77-AAFDB3EA8CBA}" type="presParOf" srcId="{D082715F-6445-46F3-8DBD-9F9AEE3E3065}" destId="{9B1DB271-B8B5-4D04-B93A-EAF6DD30A140}" srcOrd="0" destOrd="0" presId="urn:microsoft.com/office/officeart/2005/8/layout/hierarchy5"/>
    <dgm:cxn modelId="{26289C6E-345B-46C7-8C18-A5ED1009BB35}" type="presParOf" srcId="{D082715F-6445-46F3-8DBD-9F9AEE3E3065}" destId="{526A0B35-9AE5-424C-8AAB-F4774A9DCEAF}" srcOrd="1" destOrd="0" presId="urn:microsoft.com/office/officeart/2005/8/layout/hierarchy5"/>
    <dgm:cxn modelId="{6B034CBE-5590-4A15-B49D-067FB41F9DA9}" type="presParOf" srcId="{526A0B35-9AE5-424C-8AAB-F4774A9DCEAF}" destId="{19864F9F-AB81-4F97-B41A-561488E554FA}" srcOrd="0" destOrd="0" presId="urn:microsoft.com/office/officeart/2005/8/layout/hierarchy5"/>
    <dgm:cxn modelId="{B8AB5719-F5F5-479B-BBE1-6D1E2143AE4C}" type="presParOf" srcId="{19864F9F-AB81-4F97-B41A-561488E554FA}" destId="{FE20BADB-9BFA-4EDD-A0B6-D53CF0ED8541}" srcOrd="0" destOrd="0" presId="urn:microsoft.com/office/officeart/2005/8/layout/hierarchy5"/>
    <dgm:cxn modelId="{564A9003-A4A0-402F-BC7F-E4EB03BC65D5}" type="presParOf" srcId="{526A0B35-9AE5-424C-8AAB-F4774A9DCEAF}" destId="{991A3BEA-A080-4D0D-91F9-2AA2EB9E7C9D}" srcOrd="1" destOrd="0" presId="urn:microsoft.com/office/officeart/2005/8/layout/hierarchy5"/>
    <dgm:cxn modelId="{17946FFD-AA69-4ED2-A5D6-E77B23443323}" type="presParOf" srcId="{991A3BEA-A080-4D0D-91F9-2AA2EB9E7C9D}" destId="{19380B31-F0A6-4667-8802-E113D4D4012F}" srcOrd="0" destOrd="0" presId="urn:microsoft.com/office/officeart/2005/8/layout/hierarchy5"/>
    <dgm:cxn modelId="{197BCCC7-1F3F-4174-8F16-8C84309CA44E}" type="presParOf" srcId="{991A3BEA-A080-4D0D-91F9-2AA2EB9E7C9D}" destId="{4AB6FA16-4425-4584-9408-4D6324DD2A67}" srcOrd="1" destOrd="0" presId="urn:microsoft.com/office/officeart/2005/8/layout/hierarchy5"/>
    <dgm:cxn modelId="{E9D0FCAF-226D-4429-8E4B-06EF274EB698}" type="presParOf" srcId="{37910531-A66F-4A6B-B9BE-130568E0A12A}" destId="{710EACAA-8B6D-4030-9D58-7C552A6D1117}" srcOrd="1" destOrd="0" presId="urn:microsoft.com/office/officeart/2005/8/layout/hierarchy5"/>
    <dgm:cxn modelId="{BDC15856-3393-41DC-AA9E-F1A9CA847502}" type="presParOf" srcId="{710EACAA-8B6D-4030-9D58-7C552A6D1117}" destId="{4CA96039-A569-47DA-898E-EC3E73EEE3FC}" srcOrd="0" destOrd="0" presId="urn:microsoft.com/office/officeart/2005/8/layout/hierarchy5"/>
    <dgm:cxn modelId="{28448119-D337-45A5-81B3-068E44BE84B0}" type="presParOf" srcId="{4CA96039-A569-47DA-898E-EC3E73EEE3FC}" destId="{B720BA96-BD8D-46CB-9812-837BC6148176}" srcOrd="0" destOrd="0" presId="urn:microsoft.com/office/officeart/2005/8/layout/hierarchy5"/>
    <dgm:cxn modelId="{8DA501FC-6409-4D50-9994-5FD326686267}" type="presParOf" srcId="{4CA96039-A569-47DA-898E-EC3E73EEE3FC}" destId="{766A036D-B05F-410C-9B2B-AD6C674D424A}" srcOrd="1" destOrd="0" presId="urn:microsoft.com/office/officeart/2005/8/layout/hierarchy5"/>
    <dgm:cxn modelId="{74A72B3F-02A0-43FD-B009-1A6549A7D9CF}" type="presParOf" srcId="{710EACAA-8B6D-4030-9D58-7C552A6D1117}" destId="{CF05AFD6-B798-46C7-923C-0CFD697DBAAD}" srcOrd="1" destOrd="0" presId="urn:microsoft.com/office/officeart/2005/8/layout/hierarchy5"/>
    <dgm:cxn modelId="{68CAFBF0-D9CA-4E30-B027-A09BD124CE2B}" type="presParOf" srcId="{CF05AFD6-B798-46C7-923C-0CFD697DBAAD}" destId="{0940DA3B-BB08-40AC-AA74-BC422A2A4DEE}" srcOrd="0" destOrd="0" presId="urn:microsoft.com/office/officeart/2005/8/layout/hierarchy5"/>
    <dgm:cxn modelId="{AD1019DF-DBFD-420C-B373-1BCE706633DC}" type="presParOf" srcId="{710EACAA-8B6D-4030-9D58-7C552A6D1117}" destId="{40ACE907-0784-4100-A9AB-201ADD724BAB}" srcOrd="2" destOrd="0" presId="urn:microsoft.com/office/officeart/2005/8/layout/hierarchy5"/>
    <dgm:cxn modelId="{FE36AE86-3CAB-4C03-9487-297ED5B2E008}" type="presParOf" srcId="{40ACE907-0784-4100-A9AB-201ADD724BAB}" destId="{8FD13554-3059-4AC1-B4C8-11CE2AF60BD5}" srcOrd="0" destOrd="0" presId="urn:microsoft.com/office/officeart/2005/8/layout/hierarchy5"/>
    <dgm:cxn modelId="{52D09899-57E9-4B3A-A737-D3DAFA5BDA98}" type="presParOf" srcId="{40ACE907-0784-4100-A9AB-201ADD724BAB}" destId="{73B59DF5-928A-4BF8-AB87-1C7402353135}" srcOrd="1" destOrd="0" presId="urn:microsoft.com/office/officeart/2005/8/layout/hierarchy5"/>
    <dgm:cxn modelId="{76F8CF3F-4DAF-427C-8D45-36B13A82181F}" type="presParOf" srcId="{710EACAA-8B6D-4030-9D58-7C552A6D1117}" destId="{F2CB9083-30E4-4965-998F-2F03A2FBF534}" srcOrd="3" destOrd="0" presId="urn:microsoft.com/office/officeart/2005/8/layout/hierarchy5"/>
    <dgm:cxn modelId="{B801FB7F-2639-4B6F-AD6D-EB4C10EB0BFA}" type="presParOf" srcId="{F2CB9083-30E4-4965-998F-2F03A2FBF534}" destId="{5E7F25F8-3ADA-4280-B05B-82F645A08659}" srcOrd="0" destOrd="0" presId="urn:microsoft.com/office/officeart/2005/8/layout/hierarchy5"/>
    <dgm:cxn modelId="{9B3CB52D-8040-41AD-8CD0-00C2857C568D}" type="presParOf" srcId="{710EACAA-8B6D-4030-9D58-7C552A6D1117}" destId="{F8237862-D9CA-4344-904D-1F5383280091}" srcOrd="4" destOrd="0" presId="urn:microsoft.com/office/officeart/2005/8/layout/hierarchy5"/>
    <dgm:cxn modelId="{F39EE8E8-122F-4EEB-847A-535FA68D9446}" type="presParOf" srcId="{F8237862-D9CA-4344-904D-1F5383280091}" destId="{B63A2BC3-CDBC-4064-85A5-C6C1B729CD53}" srcOrd="0" destOrd="0" presId="urn:microsoft.com/office/officeart/2005/8/layout/hierarchy5"/>
    <dgm:cxn modelId="{DFA03C98-86E9-4F5D-A77F-D82493D85DE3}" type="presParOf" srcId="{F8237862-D9CA-4344-904D-1F5383280091}" destId="{F7F91C18-E453-4D2C-9761-7E7F5E906498}" srcOrd="1" destOrd="0" presId="urn:microsoft.com/office/officeart/2005/8/layout/hierarchy5"/>
    <dgm:cxn modelId="{5495FC35-E891-4729-9468-77926318235F}" type="presParOf" srcId="{710EACAA-8B6D-4030-9D58-7C552A6D1117}" destId="{0EA6A56F-D902-4714-A206-CC26E46127D0}" srcOrd="5" destOrd="0" presId="urn:microsoft.com/office/officeart/2005/8/layout/hierarchy5"/>
    <dgm:cxn modelId="{6F9F86D2-831B-4C3E-8183-B79E32F884CF}" type="presParOf" srcId="{0EA6A56F-D902-4714-A206-CC26E46127D0}" destId="{59AD9187-23A4-4FCD-8560-6BE161AD8BE9}" srcOrd="0" destOrd="0" presId="urn:microsoft.com/office/officeart/2005/8/layout/hierarchy5"/>
    <dgm:cxn modelId="{75CDC532-2397-43CC-9478-684553752DEC}" type="presParOf" srcId="{710EACAA-8B6D-4030-9D58-7C552A6D1117}" destId="{F46EDF0D-0168-4DBA-BB5D-C5E43D20CB35}" srcOrd="6" destOrd="0" presId="urn:microsoft.com/office/officeart/2005/8/layout/hierarchy5"/>
    <dgm:cxn modelId="{AA110C6D-1FB1-4A95-B4A1-645D4FDBB5CA}" type="presParOf" srcId="{F46EDF0D-0168-4DBA-BB5D-C5E43D20CB35}" destId="{C2546D7F-5F5C-4F63-B1CC-93FD72E7728B}" srcOrd="0" destOrd="0" presId="urn:microsoft.com/office/officeart/2005/8/layout/hierarchy5"/>
    <dgm:cxn modelId="{7BF974B4-9614-4682-8661-123BB8B98E45}" type="presParOf" srcId="{F46EDF0D-0168-4DBA-BB5D-C5E43D20CB35}" destId="{04616B54-8FDF-4FE9-A510-2D6F410E05E8}" srcOrd="1" destOrd="0" presId="urn:microsoft.com/office/officeart/2005/8/layout/hierarchy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DAD8244-F4E2-4580-AB11-E09D2A8B4260}" type="doc">
      <dgm:prSet loTypeId="urn:microsoft.com/office/officeart/2005/8/layout/hierarchy5" loCatId="hierarchy" qsTypeId="urn:microsoft.com/office/officeart/2005/8/quickstyle/simple2" qsCatId="simple" csTypeId="urn:microsoft.com/office/officeart/2005/8/colors/colorful4" csCatId="colorful" phldr="1"/>
      <dgm:spPr/>
      <dgm:t>
        <a:bodyPr/>
        <a:lstStyle/>
        <a:p>
          <a:endParaRPr lang="zh-CN" altLang="en-US"/>
        </a:p>
      </dgm:t>
    </dgm:pt>
    <dgm:pt modelId="{6238337E-02CB-4196-B2DC-B693D026B93E}">
      <dgm:prSet phldrT="[文本]" custT="1"/>
      <dgm:spPr/>
      <dgm:t>
        <a:bodyPr/>
        <a:lstStyle/>
        <a:p>
          <a:r>
            <a:rPr lang="zh-CN" altLang="en-US" sz="1200">
              <a:solidFill>
                <a:schemeClr val="tx1"/>
              </a:solidFill>
            </a:rPr>
            <a:t>高校教务管理系统</a:t>
          </a:r>
        </a:p>
      </dgm:t>
    </dgm:pt>
    <dgm:pt modelId="{D04FC027-74F5-4E0F-91F4-721EFBD9C8DE}" type="parTrans" cxnId="{892AB9DE-B656-4439-BD0D-507C53DD35E4}">
      <dgm:prSet/>
      <dgm:spPr/>
      <dgm:t>
        <a:bodyPr/>
        <a:lstStyle/>
        <a:p>
          <a:endParaRPr lang="zh-CN" altLang="en-US" sz="1800">
            <a:solidFill>
              <a:schemeClr val="tx1"/>
            </a:solidFill>
          </a:endParaRPr>
        </a:p>
      </dgm:t>
    </dgm:pt>
    <dgm:pt modelId="{117D98AC-5ECF-4357-BAD2-7B209A0991FC}" type="sibTrans" cxnId="{892AB9DE-B656-4439-BD0D-507C53DD35E4}">
      <dgm:prSet/>
      <dgm:spPr/>
      <dgm:t>
        <a:bodyPr/>
        <a:lstStyle/>
        <a:p>
          <a:endParaRPr lang="zh-CN" altLang="en-US" sz="1800">
            <a:solidFill>
              <a:schemeClr val="tx1"/>
            </a:solidFill>
          </a:endParaRPr>
        </a:p>
      </dgm:t>
    </dgm:pt>
    <dgm:pt modelId="{F7C5D0F2-27B8-48F3-A61A-5D3458CF9C31}">
      <dgm:prSet phldrT="[文本]" custT="1"/>
      <dgm:spPr/>
      <dgm:t>
        <a:bodyPr/>
        <a:lstStyle/>
        <a:p>
          <a:r>
            <a:rPr lang="zh-CN" altLang="en-US" sz="1200">
              <a:solidFill>
                <a:schemeClr val="tx1"/>
              </a:solidFill>
            </a:rPr>
            <a:t>登录注销</a:t>
          </a:r>
        </a:p>
      </dgm:t>
    </dgm:pt>
    <dgm:pt modelId="{11C41353-0F7A-40BA-AA93-44435F9EAA74}" type="parTrans" cxnId="{4958E051-2AAB-419D-AFF9-1EBEE205B6FC}">
      <dgm:prSet custT="1"/>
      <dgm:spPr/>
      <dgm:t>
        <a:bodyPr/>
        <a:lstStyle/>
        <a:p>
          <a:endParaRPr lang="zh-CN" altLang="en-US" sz="500">
            <a:solidFill>
              <a:schemeClr val="tx1"/>
            </a:solidFill>
          </a:endParaRPr>
        </a:p>
      </dgm:t>
    </dgm:pt>
    <dgm:pt modelId="{EEC5674D-92BF-4243-A49C-F8EC7B9513AF}" type="sibTrans" cxnId="{4958E051-2AAB-419D-AFF9-1EBEE205B6FC}">
      <dgm:prSet/>
      <dgm:spPr/>
      <dgm:t>
        <a:bodyPr/>
        <a:lstStyle/>
        <a:p>
          <a:endParaRPr lang="zh-CN" altLang="en-US" sz="1800">
            <a:solidFill>
              <a:schemeClr val="tx1"/>
            </a:solidFill>
          </a:endParaRPr>
        </a:p>
      </dgm:t>
    </dgm:pt>
    <dgm:pt modelId="{97194FE8-D7E1-426B-A6F2-9614A73DAA95}">
      <dgm:prSet phldrT="[文本]" custT="1"/>
      <dgm:spPr/>
      <dgm:t>
        <a:bodyPr/>
        <a:lstStyle/>
        <a:p>
          <a:r>
            <a:rPr lang="zh-CN" altLang="en-US" sz="1200">
              <a:solidFill>
                <a:schemeClr val="tx1"/>
              </a:solidFill>
            </a:rPr>
            <a:t>登录</a:t>
          </a:r>
        </a:p>
      </dgm:t>
    </dgm:pt>
    <dgm:pt modelId="{7B40BB72-298A-44EE-8710-CE04E00C8D0D}" type="parTrans" cxnId="{9B812A48-E0D9-46EA-8582-E5BB1894C7F0}">
      <dgm:prSet custT="1"/>
      <dgm:spPr/>
      <dgm:t>
        <a:bodyPr/>
        <a:lstStyle/>
        <a:p>
          <a:endParaRPr lang="zh-CN" altLang="en-US" sz="500">
            <a:solidFill>
              <a:schemeClr val="tx1"/>
            </a:solidFill>
          </a:endParaRPr>
        </a:p>
      </dgm:t>
    </dgm:pt>
    <dgm:pt modelId="{327F2366-92CD-45BA-A3E9-25C045F787E4}" type="sibTrans" cxnId="{9B812A48-E0D9-46EA-8582-E5BB1894C7F0}">
      <dgm:prSet/>
      <dgm:spPr/>
      <dgm:t>
        <a:bodyPr/>
        <a:lstStyle/>
        <a:p>
          <a:endParaRPr lang="zh-CN" altLang="en-US" sz="1800">
            <a:solidFill>
              <a:schemeClr val="tx1"/>
            </a:solidFill>
          </a:endParaRPr>
        </a:p>
      </dgm:t>
    </dgm:pt>
    <dgm:pt modelId="{7752DEE2-07A1-48D2-A4B6-128866AB69C7}">
      <dgm:prSet phldrT="[文本]" custT="1"/>
      <dgm:spPr/>
      <dgm:t>
        <a:bodyPr/>
        <a:lstStyle/>
        <a:p>
          <a:r>
            <a:rPr lang="zh-CN" altLang="en-US" sz="1200">
              <a:solidFill>
                <a:schemeClr val="tx1"/>
              </a:solidFill>
            </a:rPr>
            <a:t>注销</a:t>
          </a:r>
        </a:p>
      </dgm:t>
    </dgm:pt>
    <dgm:pt modelId="{D159B2B0-6CF4-47EC-9854-FFB425006FA5}" type="parTrans" cxnId="{AD22B3A4-CC7B-4631-BBDE-04A8D68E2E1F}">
      <dgm:prSet custT="1"/>
      <dgm:spPr/>
      <dgm:t>
        <a:bodyPr/>
        <a:lstStyle/>
        <a:p>
          <a:endParaRPr lang="zh-CN" altLang="en-US" sz="500">
            <a:solidFill>
              <a:schemeClr val="tx1"/>
            </a:solidFill>
          </a:endParaRPr>
        </a:p>
      </dgm:t>
    </dgm:pt>
    <dgm:pt modelId="{1028E390-C60B-47C2-9C9C-9C9B38463B38}" type="sibTrans" cxnId="{AD22B3A4-CC7B-4631-BBDE-04A8D68E2E1F}">
      <dgm:prSet/>
      <dgm:spPr/>
      <dgm:t>
        <a:bodyPr/>
        <a:lstStyle/>
        <a:p>
          <a:endParaRPr lang="zh-CN" altLang="en-US" sz="1800">
            <a:solidFill>
              <a:schemeClr val="tx1"/>
            </a:solidFill>
          </a:endParaRPr>
        </a:p>
      </dgm:t>
    </dgm:pt>
    <dgm:pt modelId="{588D0E81-4694-48E8-A390-3C1601D6878D}">
      <dgm:prSet phldrT="[文本]" custT="1"/>
      <dgm:spPr/>
      <dgm:t>
        <a:bodyPr/>
        <a:lstStyle/>
        <a:p>
          <a:r>
            <a:rPr lang="zh-CN" altLang="en-US" sz="1200">
              <a:solidFill>
                <a:schemeClr val="tx1"/>
              </a:solidFill>
            </a:rPr>
            <a:t>用户管理</a:t>
          </a:r>
        </a:p>
      </dgm:t>
    </dgm:pt>
    <dgm:pt modelId="{4B9FDCAD-149C-40CB-BC1E-21392A6B56FB}" type="parTrans" cxnId="{58B7844A-C840-46FF-A858-D2094E031AED}">
      <dgm:prSet custT="1"/>
      <dgm:spPr/>
      <dgm:t>
        <a:bodyPr/>
        <a:lstStyle/>
        <a:p>
          <a:endParaRPr lang="zh-CN" altLang="en-US" sz="500">
            <a:solidFill>
              <a:schemeClr val="tx1"/>
            </a:solidFill>
          </a:endParaRPr>
        </a:p>
      </dgm:t>
    </dgm:pt>
    <dgm:pt modelId="{2CF37E32-61FC-4177-870A-CB0CF917081B}" type="sibTrans" cxnId="{58B7844A-C840-46FF-A858-D2094E031AED}">
      <dgm:prSet/>
      <dgm:spPr/>
      <dgm:t>
        <a:bodyPr/>
        <a:lstStyle/>
        <a:p>
          <a:endParaRPr lang="zh-CN" altLang="en-US" sz="1800">
            <a:solidFill>
              <a:schemeClr val="tx1"/>
            </a:solidFill>
          </a:endParaRPr>
        </a:p>
      </dgm:t>
    </dgm:pt>
    <dgm:pt modelId="{75EEC000-8DCE-4FAC-A884-AC95A0DE231B}">
      <dgm:prSet phldrT="[文本]" custT="1"/>
      <dgm:spPr/>
      <dgm:t>
        <a:bodyPr/>
        <a:lstStyle/>
        <a:p>
          <a:r>
            <a:rPr lang="zh-CN" altLang="en-US" sz="1200">
              <a:solidFill>
                <a:schemeClr val="tx1"/>
              </a:solidFill>
            </a:rPr>
            <a:t>改密码</a:t>
          </a:r>
        </a:p>
      </dgm:t>
    </dgm:pt>
    <dgm:pt modelId="{B778B970-03E7-45B8-8184-FAA8509AE8D4}" type="parTrans" cxnId="{CB4C2D44-F22A-4E5D-9C70-6BA73AABD58A}">
      <dgm:prSet custT="1"/>
      <dgm:spPr/>
      <dgm:t>
        <a:bodyPr/>
        <a:lstStyle/>
        <a:p>
          <a:endParaRPr lang="zh-CN" altLang="en-US" sz="500">
            <a:solidFill>
              <a:schemeClr val="tx1"/>
            </a:solidFill>
          </a:endParaRPr>
        </a:p>
      </dgm:t>
    </dgm:pt>
    <dgm:pt modelId="{0C52E7AB-D21E-491E-97B9-6AD7958C7D50}" type="sibTrans" cxnId="{CB4C2D44-F22A-4E5D-9C70-6BA73AABD58A}">
      <dgm:prSet/>
      <dgm:spPr/>
      <dgm:t>
        <a:bodyPr/>
        <a:lstStyle/>
        <a:p>
          <a:endParaRPr lang="zh-CN" altLang="en-US" sz="1800">
            <a:solidFill>
              <a:schemeClr val="tx1"/>
            </a:solidFill>
          </a:endParaRPr>
        </a:p>
      </dgm:t>
    </dgm:pt>
    <dgm:pt modelId="{1E8A3121-F370-4D20-96D9-9FBAC5F09899}">
      <dgm:prSet phldrT="[文本]" custT="1"/>
      <dgm:spPr/>
      <dgm:t>
        <a:bodyPr/>
        <a:lstStyle/>
        <a:p>
          <a:r>
            <a:rPr lang="zh-CN" altLang="en-US" sz="3200">
              <a:solidFill>
                <a:schemeClr val="tx1"/>
              </a:solidFill>
            </a:rPr>
            <a:t>项目</a:t>
          </a:r>
        </a:p>
      </dgm:t>
    </dgm:pt>
    <dgm:pt modelId="{15176F09-0709-453A-A0F4-C1C23FE886FA}" type="parTrans" cxnId="{53C8183D-C9A3-4A85-8163-7848E6D21F83}">
      <dgm:prSet/>
      <dgm:spPr/>
      <dgm:t>
        <a:bodyPr/>
        <a:lstStyle/>
        <a:p>
          <a:endParaRPr lang="zh-CN" altLang="en-US" sz="1800">
            <a:solidFill>
              <a:schemeClr val="tx1"/>
            </a:solidFill>
          </a:endParaRPr>
        </a:p>
      </dgm:t>
    </dgm:pt>
    <dgm:pt modelId="{6FBD660D-C71F-45C4-9FB2-6C2FE189CF6E}" type="sibTrans" cxnId="{53C8183D-C9A3-4A85-8163-7848E6D21F83}">
      <dgm:prSet/>
      <dgm:spPr/>
      <dgm:t>
        <a:bodyPr/>
        <a:lstStyle/>
        <a:p>
          <a:endParaRPr lang="zh-CN" altLang="en-US" sz="1800">
            <a:solidFill>
              <a:schemeClr val="tx1"/>
            </a:solidFill>
          </a:endParaRPr>
        </a:p>
      </dgm:t>
    </dgm:pt>
    <dgm:pt modelId="{1FA791D6-9417-4444-AEA3-191E9F684022}">
      <dgm:prSet phldrT="[文本]" custT="1"/>
      <dgm:spPr/>
      <dgm:t>
        <a:bodyPr/>
        <a:lstStyle/>
        <a:p>
          <a:r>
            <a:rPr lang="zh-CN" altLang="en-US" sz="3200">
              <a:solidFill>
                <a:schemeClr val="tx1"/>
              </a:solidFill>
            </a:rPr>
            <a:t>功能模块</a:t>
          </a:r>
        </a:p>
      </dgm:t>
    </dgm:pt>
    <dgm:pt modelId="{1F399BCC-C7A0-4E94-B733-D64734027679}" type="parTrans" cxnId="{46FB89FE-077D-4227-8836-5C34F46C0794}">
      <dgm:prSet/>
      <dgm:spPr/>
      <dgm:t>
        <a:bodyPr/>
        <a:lstStyle/>
        <a:p>
          <a:endParaRPr lang="zh-CN" altLang="en-US" sz="1800">
            <a:solidFill>
              <a:schemeClr val="tx1"/>
            </a:solidFill>
          </a:endParaRPr>
        </a:p>
      </dgm:t>
    </dgm:pt>
    <dgm:pt modelId="{EC0D318B-43FD-48F1-A838-7B00FC926F78}" type="sibTrans" cxnId="{46FB89FE-077D-4227-8836-5C34F46C0794}">
      <dgm:prSet/>
      <dgm:spPr/>
      <dgm:t>
        <a:bodyPr/>
        <a:lstStyle/>
        <a:p>
          <a:endParaRPr lang="zh-CN" altLang="en-US" sz="1800">
            <a:solidFill>
              <a:schemeClr val="tx1"/>
            </a:solidFill>
          </a:endParaRPr>
        </a:p>
      </dgm:t>
    </dgm:pt>
    <dgm:pt modelId="{746C7798-38AE-4FC3-968D-0CE2B20A09F3}">
      <dgm:prSet phldrT="[文本]" custT="1"/>
      <dgm:spPr/>
      <dgm:t>
        <a:bodyPr/>
        <a:lstStyle/>
        <a:p>
          <a:r>
            <a:rPr lang="zh-CN" altLang="en-US" sz="3200">
              <a:solidFill>
                <a:schemeClr val="tx1"/>
              </a:solidFill>
            </a:rPr>
            <a:t>功能梳理</a:t>
          </a:r>
        </a:p>
      </dgm:t>
    </dgm:pt>
    <dgm:pt modelId="{7C03FDB3-F6DE-4919-AFE4-BB89F68AC2C1}" type="parTrans" cxnId="{71F3691F-5E14-4F19-9085-4AC9945BE5C6}">
      <dgm:prSet/>
      <dgm:spPr/>
      <dgm:t>
        <a:bodyPr/>
        <a:lstStyle/>
        <a:p>
          <a:endParaRPr lang="zh-CN" altLang="en-US" sz="1800">
            <a:solidFill>
              <a:schemeClr val="tx1"/>
            </a:solidFill>
          </a:endParaRPr>
        </a:p>
      </dgm:t>
    </dgm:pt>
    <dgm:pt modelId="{6CD5FC8A-2B0C-4E0E-9A43-6CB849E91D1E}" type="sibTrans" cxnId="{71F3691F-5E14-4F19-9085-4AC9945BE5C6}">
      <dgm:prSet/>
      <dgm:spPr/>
      <dgm:t>
        <a:bodyPr/>
        <a:lstStyle/>
        <a:p>
          <a:endParaRPr lang="zh-CN" altLang="en-US" sz="1800">
            <a:solidFill>
              <a:schemeClr val="tx1"/>
            </a:solidFill>
          </a:endParaRPr>
        </a:p>
      </dgm:t>
    </dgm:pt>
    <dgm:pt modelId="{80F95C3B-AD1E-489E-AC6B-58F6FFD63648}">
      <dgm:prSet phldrT="[文本]" custT="1"/>
      <dgm:spPr/>
      <dgm:t>
        <a:bodyPr/>
        <a:lstStyle/>
        <a:p>
          <a:r>
            <a:rPr lang="zh-CN" altLang="en-US" sz="1200">
              <a:solidFill>
                <a:schemeClr val="tx1"/>
              </a:solidFill>
            </a:rPr>
            <a:t>教学任务管理</a:t>
          </a:r>
        </a:p>
      </dgm:t>
    </dgm:pt>
    <dgm:pt modelId="{6CA2190E-270D-49D7-8126-4CDE47FAD891}" type="parTrans" cxnId="{E76CECB4-E466-4F6E-9432-9A62EFF546D8}">
      <dgm:prSet custT="1"/>
      <dgm:spPr/>
      <dgm:t>
        <a:bodyPr/>
        <a:lstStyle/>
        <a:p>
          <a:endParaRPr lang="zh-CN" altLang="en-US" sz="500">
            <a:solidFill>
              <a:schemeClr val="tx1"/>
            </a:solidFill>
          </a:endParaRPr>
        </a:p>
      </dgm:t>
    </dgm:pt>
    <dgm:pt modelId="{B86BE002-C6A5-447D-9FD6-B65DA1950D2D}" type="sibTrans" cxnId="{E76CECB4-E466-4F6E-9432-9A62EFF546D8}">
      <dgm:prSet/>
      <dgm:spPr/>
      <dgm:t>
        <a:bodyPr/>
        <a:lstStyle/>
        <a:p>
          <a:endParaRPr lang="zh-CN" altLang="en-US" sz="1800">
            <a:solidFill>
              <a:schemeClr val="tx1"/>
            </a:solidFill>
          </a:endParaRPr>
        </a:p>
      </dgm:t>
    </dgm:pt>
    <dgm:pt modelId="{B721A1E6-F1A9-4DE2-9BA7-769DA91BD415}">
      <dgm:prSet phldrT="[文本]" custT="1"/>
      <dgm:spPr/>
      <dgm:t>
        <a:bodyPr/>
        <a:lstStyle/>
        <a:p>
          <a:r>
            <a:rPr lang="zh-CN" altLang="en-US" sz="1200">
              <a:solidFill>
                <a:schemeClr val="tx1"/>
              </a:solidFill>
            </a:rPr>
            <a:t>成绩录入</a:t>
          </a:r>
        </a:p>
      </dgm:t>
    </dgm:pt>
    <dgm:pt modelId="{E7C42F3C-54AC-4BDC-A2CD-20EA47D66909}" type="parTrans" cxnId="{BA1B13CC-7A4C-4B21-9E5F-8226238FCB55}">
      <dgm:prSet custT="1"/>
      <dgm:spPr/>
      <dgm:t>
        <a:bodyPr/>
        <a:lstStyle/>
        <a:p>
          <a:endParaRPr lang="zh-CN" altLang="en-US" sz="500">
            <a:solidFill>
              <a:schemeClr val="tx1"/>
            </a:solidFill>
          </a:endParaRPr>
        </a:p>
      </dgm:t>
    </dgm:pt>
    <dgm:pt modelId="{5DD482D7-CF85-425B-B808-5410C6D73751}" type="sibTrans" cxnId="{BA1B13CC-7A4C-4B21-9E5F-8226238FCB55}">
      <dgm:prSet/>
      <dgm:spPr/>
      <dgm:t>
        <a:bodyPr/>
        <a:lstStyle/>
        <a:p>
          <a:endParaRPr lang="zh-CN" altLang="en-US" sz="1800">
            <a:solidFill>
              <a:schemeClr val="tx1"/>
            </a:solidFill>
          </a:endParaRPr>
        </a:p>
      </dgm:t>
    </dgm:pt>
    <dgm:pt modelId="{0D192AC7-02E9-42C8-B492-AA7C14829FB9}">
      <dgm:prSet phldrT="[文本]" custT="1"/>
      <dgm:spPr/>
      <dgm:t>
        <a:bodyPr/>
        <a:lstStyle/>
        <a:p>
          <a:r>
            <a:rPr lang="zh-CN" altLang="en-US" sz="1200">
              <a:solidFill>
                <a:schemeClr val="tx1"/>
              </a:solidFill>
            </a:rPr>
            <a:t>成绩查询</a:t>
          </a:r>
        </a:p>
      </dgm:t>
    </dgm:pt>
    <dgm:pt modelId="{9AF8C918-6145-4F98-A184-32A715687EE0}" type="parTrans" cxnId="{FE7182E6-3A20-4023-8EF4-B1CAF1FCF693}">
      <dgm:prSet custT="1"/>
      <dgm:spPr/>
      <dgm:t>
        <a:bodyPr/>
        <a:lstStyle/>
        <a:p>
          <a:endParaRPr lang="zh-CN" altLang="en-US" sz="500">
            <a:solidFill>
              <a:schemeClr val="tx1"/>
            </a:solidFill>
          </a:endParaRPr>
        </a:p>
      </dgm:t>
    </dgm:pt>
    <dgm:pt modelId="{7FE10998-ABBC-436A-8E3C-0AE57E865A22}" type="sibTrans" cxnId="{FE7182E6-3A20-4023-8EF4-B1CAF1FCF693}">
      <dgm:prSet/>
      <dgm:spPr/>
      <dgm:t>
        <a:bodyPr/>
        <a:lstStyle/>
        <a:p>
          <a:endParaRPr lang="zh-CN" altLang="en-US" sz="1800">
            <a:solidFill>
              <a:schemeClr val="tx1"/>
            </a:solidFill>
          </a:endParaRPr>
        </a:p>
      </dgm:t>
    </dgm:pt>
    <dgm:pt modelId="{310820A8-A25B-4F4D-B9CD-CC55D8668B73}">
      <dgm:prSet phldrT="[文本]" custT="1"/>
      <dgm:spPr/>
      <dgm:t>
        <a:bodyPr/>
        <a:lstStyle/>
        <a:p>
          <a:r>
            <a:rPr lang="zh-CN" altLang="en-US" sz="1200">
              <a:solidFill>
                <a:schemeClr val="tx1"/>
              </a:solidFill>
            </a:rPr>
            <a:t>成绩管理</a:t>
          </a:r>
        </a:p>
      </dgm:t>
    </dgm:pt>
    <dgm:pt modelId="{BD5B8B3C-C523-4965-AB88-D50233EDD5AC}" type="parTrans" cxnId="{B6D8CBB5-07CF-4F43-9361-2AA3D634B0BE}">
      <dgm:prSet custT="1"/>
      <dgm:spPr/>
      <dgm:t>
        <a:bodyPr/>
        <a:lstStyle/>
        <a:p>
          <a:endParaRPr lang="zh-CN" altLang="en-US" sz="500">
            <a:solidFill>
              <a:schemeClr val="tx1"/>
            </a:solidFill>
          </a:endParaRPr>
        </a:p>
      </dgm:t>
    </dgm:pt>
    <dgm:pt modelId="{AD91B572-36F6-4631-9020-ABB23CADCC32}" type="sibTrans" cxnId="{B6D8CBB5-07CF-4F43-9361-2AA3D634B0BE}">
      <dgm:prSet/>
      <dgm:spPr/>
      <dgm:t>
        <a:bodyPr/>
        <a:lstStyle/>
        <a:p>
          <a:endParaRPr lang="zh-CN" altLang="en-US" sz="1800">
            <a:solidFill>
              <a:schemeClr val="tx1"/>
            </a:solidFill>
          </a:endParaRPr>
        </a:p>
      </dgm:t>
    </dgm:pt>
    <dgm:pt modelId="{4155A292-FA8E-4376-8809-B5ED03A9F5AB}">
      <dgm:prSet phldrT="[文本]" custT="1"/>
      <dgm:spPr/>
      <dgm:t>
        <a:bodyPr/>
        <a:lstStyle/>
        <a:p>
          <a:r>
            <a:rPr lang="zh-CN" altLang="en-US" sz="1200">
              <a:solidFill>
                <a:schemeClr val="tx1"/>
              </a:solidFill>
            </a:rPr>
            <a:t>教学任务查询</a:t>
          </a:r>
        </a:p>
      </dgm:t>
    </dgm:pt>
    <dgm:pt modelId="{13E58336-1289-4754-B0CD-4900463E3F3C}" type="parTrans" cxnId="{873DC708-30F2-4ABD-9DBD-CEDEA5934939}">
      <dgm:prSet custT="1"/>
      <dgm:spPr/>
      <dgm:t>
        <a:bodyPr/>
        <a:lstStyle/>
        <a:p>
          <a:endParaRPr lang="zh-CN" altLang="en-US" sz="500">
            <a:solidFill>
              <a:schemeClr val="tx1"/>
            </a:solidFill>
          </a:endParaRPr>
        </a:p>
      </dgm:t>
    </dgm:pt>
    <dgm:pt modelId="{818589FA-9C77-44B1-82A2-365B54CA20E7}" type="sibTrans" cxnId="{873DC708-30F2-4ABD-9DBD-CEDEA5934939}">
      <dgm:prSet/>
      <dgm:spPr/>
      <dgm:t>
        <a:bodyPr/>
        <a:lstStyle/>
        <a:p>
          <a:endParaRPr lang="zh-CN" altLang="en-US" sz="1800">
            <a:solidFill>
              <a:schemeClr val="tx1"/>
            </a:solidFill>
          </a:endParaRPr>
        </a:p>
      </dgm:t>
    </dgm:pt>
    <dgm:pt modelId="{D143E37E-E900-4480-9CC3-0B55F6DFD867}">
      <dgm:prSet phldrT="[文本]" custT="1"/>
      <dgm:spPr/>
      <dgm:t>
        <a:bodyPr/>
        <a:lstStyle/>
        <a:p>
          <a:r>
            <a:rPr lang="en-US" altLang="zh-CN" sz="1200">
              <a:solidFill>
                <a:schemeClr val="tx1"/>
              </a:solidFill>
            </a:rPr>
            <a:t>POST </a:t>
          </a:r>
          <a:r>
            <a:rPr lang="en-US" altLang="zh-CN" sz="1200">
              <a:solidFill>
                <a:schemeClr val="tx1"/>
              </a:solidFill>
              <a:highlight>
                <a:srgbClr val="FFFF00"/>
              </a:highlight>
            </a:rPr>
            <a:t>/sessions</a:t>
          </a:r>
          <a:endParaRPr lang="zh-CN" altLang="en-US" sz="1200">
            <a:solidFill>
              <a:schemeClr val="tx1"/>
            </a:solidFill>
            <a:highlight>
              <a:srgbClr val="FFFF00"/>
            </a:highlight>
          </a:endParaRPr>
        </a:p>
      </dgm:t>
    </dgm:pt>
    <dgm:pt modelId="{EE35066D-934D-4BB5-913F-F8454EE922D7}" type="parTrans" cxnId="{FB616E4D-2CE4-4043-A648-C710C40A5C42}">
      <dgm:prSet custT="1"/>
      <dgm:spPr/>
      <dgm:t>
        <a:bodyPr/>
        <a:lstStyle/>
        <a:p>
          <a:endParaRPr lang="zh-CN" altLang="en-US" sz="500">
            <a:solidFill>
              <a:schemeClr val="tx1"/>
            </a:solidFill>
          </a:endParaRPr>
        </a:p>
      </dgm:t>
    </dgm:pt>
    <dgm:pt modelId="{2B80DE96-18B8-4C2C-A77E-F20EDBE8F46E}" type="sibTrans" cxnId="{FB616E4D-2CE4-4043-A648-C710C40A5C42}">
      <dgm:prSet/>
      <dgm:spPr/>
      <dgm:t>
        <a:bodyPr/>
        <a:lstStyle/>
        <a:p>
          <a:endParaRPr lang="zh-CN" altLang="en-US" sz="1800">
            <a:solidFill>
              <a:schemeClr val="tx1"/>
            </a:solidFill>
          </a:endParaRPr>
        </a:p>
      </dgm:t>
    </dgm:pt>
    <dgm:pt modelId="{D19E15EB-93BC-45E9-8884-57AEA49F8A08}">
      <dgm:prSet phldrT="[文本]" custT="1"/>
      <dgm:spPr/>
      <dgm:t>
        <a:bodyPr/>
        <a:lstStyle/>
        <a:p>
          <a:r>
            <a:rPr lang="en-US" altLang="zh-CN" sz="1200">
              <a:solidFill>
                <a:schemeClr val="tx1"/>
              </a:solidFill>
            </a:rPr>
            <a:t>DELETE </a:t>
          </a:r>
          <a:r>
            <a:rPr lang="en-US" altLang="zh-CN" sz="1200">
              <a:solidFill>
                <a:schemeClr val="tx1"/>
              </a:solidFill>
              <a:highlight>
                <a:srgbClr val="FFFF00"/>
              </a:highlight>
            </a:rPr>
            <a:t>/sessions</a:t>
          </a:r>
          <a:endParaRPr lang="zh-CN" altLang="en-US" sz="1200">
            <a:solidFill>
              <a:schemeClr val="tx1"/>
            </a:solidFill>
            <a:highlight>
              <a:srgbClr val="FFFF00"/>
            </a:highlight>
          </a:endParaRPr>
        </a:p>
      </dgm:t>
    </dgm:pt>
    <dgm:pt modelId="{160D1CC0-3440-43EA-893B-AD79D38D6D64}" type="parTrans" cxnId="{21C76FFF-6B55-4588-82E9-B1267BDCECD3}">
      <dgm:prSet custT="1"/>
      <dgm:spPr/>
      <dgm:t>
        <a:bodyPr/>
        <a:lstStyle/>
        <a:p>
          <a:endParaRPr lang="zh-CN" altLang="en-US" sz="500">
            <a:solidFill>
              <a:schemeClr val="tx1"/>
            </a:solidFill>
          </a:endParaRPr>
        </a:p>
      </dgm:t>
    </dgm:pt>
    <dgm:pt modelId="{690B2A74-7FD5-4E75-98AE-BAEF32940BE3}" type="sibTrans" cxnId="{21C76FFF-6B55-4588-82E9-B1267BDCECD3}">
      <dgm:prSet/>
      <dgm:spPr/>
      <dgm:t>
        <a:bodyPr/>
        <a:lstStyle/>
        <a:p>
          <a:endParaRPr lang="zh-CN" altLang="en-US" sz="1800">
            <a:solidFill>
              <a:schemeClr val="tx1"/>
            </a:solidFill>
          </a:endParaRPr>
        </a:p>
      </dgm:t>
    </dgm:pt>
    <dgm:pt modelId="{03B266EA-D9B2-4CA2-8AC0-2CCC81A34BD0}">
      <dgm:prSet phldrT="[文本]" custT="1"/>
      <dgm:spPr/>
      <dgm:t>
        <a:bodyPr/>
        <a:lstStyle/>
        <a:p>
          <a:r>
            <a:rPr lang="en-US" altLang="zh-CN" sz="1200">
              <a:solidFill>
                <a:schemeClr val="tx1"/>
              </a:solidFill>
            </a:rPr>
            <a:t>PATCH /users</a:t>
          </a:r>
          <a:endParaRPr lang="zh-CN" altLang="en-US" sz="1200">
            <a:solidFill>
              <a:schemeClr val="tx1"/>
            </a:solidFill>
          </a:endParaRPr>
        </a:p>
      </dgm:t>
    </dgm:pt>
    <dgm:pt modelId="{E699D5EB-AD72-4F1C-8EDB-9058811FE128}" type="parTrans" cxnId="{3E4B5091-8B30-426A-A007-02E170258740}">
      <dgm:prSet custT="1"/>
      <dgm:spPr/>
      <dgm:t>
        <a:bodyPr/>
        <a:lstStyle/>
        <a:p>
          <a:endParaRPr lang="zh-CN" altLang="en-US" sz="500">
            <a:solidFill>
              <a:schemeClr val="tx1"/>
            </a:solidFill>
          </a:endParaRPr>
        </a:p>
      </dgm:t>
    </dgm:pt>
    <dgm:pt modelId="{60E7E6B6-6B9A-416C-B0FB-21332196BE10}" type="sibTrans" cxnId="{3E4B5091-8B30-426A-A007-02E170258740}">
      <dgm:prSet/>
      <dgm:spPr/>
      <dgm:t>
        <a:bodyPr/>
        <a:lstStyle/>
        <a:p>
          <a:endParaRPr lang="zh-CN" altLang="en-US" sz="1800">
            <a:solidFill>
              <a:schemeClr val="tx1"/>
            </a:solidFill>
          </a:endParaRPr>
        </a:p>
      </dgm:t>
    </dgm:pt>
    <dgm:pt modelId="{683EE741-5D0E-4FA1-A49E-4ACFB3A9E592}">
      <dgm:prSet phldrT="[文本]" custT="1"/>
      <dgm:spPr/>
      <dgm:t>
        <a:bodyPr/>
        <a:lstStyle/>
        <a:p>
          <a:r>
            <a:rPr lang="en-US" altLang="zh-CN" sz="1200">
              <a:solidFill>
                <a:schemeClr val="tx1"/>
              </a:solidFill>
            </a:rPr>
            <a:t>GET </a:t>
          </a:r>
          <a:r>
            <a:rPr lang="en-US" altLang="zh-CN" sz="1200">
              <a:solidFill>
                <a:schemeClr val="tx1"/>
              </a:solidFill>
              <a:highlight>
                <a:srgbClr val="FFFF00"/>
              </a:highlight>
            </a:rPr>
            <a:t>/tasks/list</a:t>
          </a:r>
          <a:br>
            <a:rPr lang="en-US" altLang="zh-CN" sz="1200">
              <a:solidFill>
                <a:schemeClr val="tx1"/>
              </a:solidFill>
              <a:highlight>
                <a:srgbClr val="FFFF00"/>
              </a:highlight>
            </a:rPr>
          </a:br>
          <a:r>
            <a:rPr lang="en-US" altLang="zh-CN" sz="1200">
              <a:solidFill>
                <a:schemeClr val="tx1"/>
              </a:solidFill>
              <a:highlight>
                <a:srgbClr val="FFFF00"/>
              </a:highlight>
            </a:rPr>
            <a:t>/tasks</a:t>
          </a:r>
          <a:endParaRPr lang="zh-CN" altLang="en-US" sz="1200">
            <a:solidFill>
              <a:schemeClr val="tx1"/>
            </a:solidFill>
            <a:highlight>
              <a:srgbClr val="FFFF00"/>
            </a:highlight>
          </a:endParaRPr>
        </a:p>
      </dgm:t>
    </dgm:pt>
    <dgm:pt modelId="{9B549266-5137-4062-93C1-AA8A85432407}" type="parTrans" cxnId="{89C8ECD0-2D0B-4475-827F-E7782F6FFD0B}">
      <dgm:prSet custT="1"/>
      <dgm:spPr/>
      <dgm:t>
        <a:bodyPr/>
        <a:lstStyle/>
        <a:p>
          <a:endParaRPr lang="zh-CN" altLang="en-US" sz="500">
            <a:solidFill>
              <a:schemeClr val="tx1"/>
            </a:solidFill>
          </a:endParaRPr>
        </a:p>
      </dgm:t>
    </dgm:pt>
    <dgm:pt modelId="{DF145803-47E2-49AD-A5D1-D8CFDB597467}" type="sibTrans" cxnId="{89C8ECD0-2D0B-4475-827F-E7782F6FFD0B}">
      <dgm:prSet/>
      <dgm:spPr/>
      <dgm:t>
        <a:bodyPr/>
        <a:lstStyle/>
        <a:p>
          <a:endParaRPr lang="zh-CN" altLang="en-US" sz="1800">
            <a:solidFill>
              <a:schemeClr val="tx1"/>
            </a:solidFill>
          </a:endParaRPr>
        </a:p>
      </dgm:t>
    </dgm:pt>
    <dgm:pt modelId="{B473E9A1-93D2-4262-AEB0-A89E5B9FFE1D}">
      <dgm:prSet phldrT="[文本]" custT="1"/>
      <dgm:spPr/>
      <dgm:t>
        <a:bodyPr/>
        <a:lstStyle/>
        <a:p>
          <a:r>
            <a:rPr lang="en-US" altLang="zh-CN" sz="1200">
              <a:solidFill>
                <a:schemeClr val="tx1"/>
              </a:solidFill>
            </a:rPr>
            <a:t>POST /scores</a:t>
          </a:r>
          <a:endParaRPr lang="zh-CN" altLang="en-US" sz="1200">
            <a:solidFill>
              <a:schemeClr val="tx1"/>
            </a:solidFill>
          </a:endParaRPr>
        </a:p>
      </dgm:t>
    </dgm:pt>
    <dgm:pt modelId="{DBA550B0-2B02-4CB6-8153-FEBC74DEC022}" type="parTrans" cxnId="{A2011C3E-373A-4870-B550-3D673A0E3EB7}">
      <dgm:prSet custT="1"/>
      <dgm:spPr/>
      <dgm:t>
        <a:bodyPr/>
        <a:lstStyle/>
        <a:p>
          <a:endParaRPr lang="zh-CN" altLang="en-US" sz="500">
            <a:solidFill>
              <a:schemeClr val="tx1"/>
            </a:solidFill>
          </a:endParaRPr>
        </a:p>
      </dgm:t>
    </dgm:pt>
    <dgm:pt modelId="{BB7D166E-646B-4F93-83CD-878AA760E9E9}" type="sibTrans" cxnId="{A2011C3E-373A-4870-B550-3D673A0E3EB7}">
      <dgm:prSet/>
      <dgm:spPr/>
      <dgm:t>
        <a:bodyPr/>
        <a:lstStyle/>
        <a:p>
          <a:endParaRPr lang="zh-CN" altLang="en-US" sz="1800">
            <a:solidFill>
              <a:schemeClr val="tx1"/>
            </a:solidFill>
          </a:endParaRPr>
        </a:p>
      </dgm:t>
    </dgm:pt>
    <dgm:pt modelId="{6282134C-2AAB-4003-B16A-A2C18E48C660}">
      <dgm:prSet phldrT="[文本]" custT="1"/>
      <dgm:spPr/>
      <dgm:t>
        <a:bodyPr/>
        <a:lstStyle/>
        <a:p>
          <a:r>
            <a:rPr lang="en-US" altLang="zh-CN" sz="1200">
              <a:solidFill>
                <a:schemeClr val="tx1"/>
              </a:solidFill>
            </a:rPr>
            <a:t>GET </a:t>
          </a:r>
          <a:r>
            <a:rPr lang="en-US" altLang="zh-CN" sz="1200">
              <a:solidFill>
                <a:schemeClr val="tx1"/>
              </a:solidFill>
              <a:highlight>
                <a:srgbClr val="FFFF00"/>
              </a:highlight>
            </a:rPr>
            <a:t>/scores/list</a:t>
          </a:r>
          <a:br>
            <a:rPr lang="en-US" altLang="zh-CN" sz="1200">
              <a:solidFill>
                <a:schemeClr val="tx1"/>
              </a:solidFill>
              <a:highlight>
                <a:srgbClr val="FFFF00"/>
              </a:highlight>
            </a:rPr>
          </a:br>
          <a:r>
            <a:rPr lang="en-US" altLang="zh-CN" sz="1200">
              <a:solidFill>
                <a:schemeClr val="tx1"/>
              </a:solidFill>
              <a:highlight>
                <a:srgbClr val="FFFF00"/>
              </a:highlight>
            </a:rPr>
            <a:t>/scores</a:t>
          </a:r>
          <a:endParaRPr lang="zh-CN" altLang="en-US" sz="1200">
            <a:solidFill>
              <a:schemeClr val="tx1"/>
            </a:solidFill>
            <a:highlight>
              <a:srgbClr val="FFFF00"/>
            </a:highlight>
          </a:endParaRPr>
        </a:p>
      </dgm:t>
    </dgm:pt>
    <dgm:pt modelId="{E95F9764-00B5-440C-9F1C-7420B192A1B3}" type="parTrans" cxnId="{3F1C87A3-7846-4161-8959-2D08783D933B}">
      <dgm:prSet custT="1"/>
      <dgm:spPr/>
      <dgm:t>
        <a:bodyPr/>
        <a:lstStyle/>
        <a:p>
          <a:endParaRPr lang="zh-CN" altLang="en-US" sz="500">
            <a:solidFill>
              <a:schemeClr val="tx1"/>
            </a:solidFill>
          </a:endParaRPr>
        </a:p>
      </dgm:t>
    </dgm:pt>
    <dgm:pt modelId="{2FB7A3CA-2850-44EF-B1FE-963F0ABFD457}" type="sibTrans" cxnId="{3F1C87A3-7846-4161-8959-2D08783D933B}">
      <dgm:prSet/>
      <dgm:spPr/>
      <dgm:t>
        <a:bodyPr/>
        <a:lstStyle/>
        <a:p>
          <a:endParaRPr lang="zh-CN" altLang="en-US" sz="1800">
            <a:solidFill>
              <a:schemeClr val="tx1"/>
            </a:solidFill>
          </a:endParaRPr>
        </a:p>
      </dgm:t>
    </dgm:pt>
    <dgm:pt modelId="{D21B8A8F-AAA6-41F1-A0E3-D0E7492BCF14}">
      <dgm:prSet phldrT="[文本]" custT="1"/>
      <dgm:spPr/>
      <dgm:t>
        <a:bodyPr/>
        <a:lstStyle/>
        <a:p>
          <a:r>
            <a:rPr lang="en-US" altLang="zh-CN" sz="3200">
              <a:solidFill>
                <a:schemeClr val="tx1"/>
              </a:solidFill>
            </a:rPr>
            <a:t>URI</a:t>
          </a:r>
          <a:endParaRPr lang="zh-CN" altLang="en-US" sz="3200">
            <a:solidFill>
              <a:schemeClr val="tx1"/>
            </a:solidFill>
          </a:endParaRPr>
        </a:p>
      </dgm:t>
    </dgm:pt>
    <dgm:pt modelId="{931362A2-8D80-4ADE-800D-CF64C0B44A8B}" type="parTrans" cxnId="{3FD06EFA-2DDC-4F6A-9740-2B593EC0BE1F}">
      <dgm:prSet/>
      <dgm:spPr/>
      <dgm:t>
        <a:bodyPr/>
        <a:lstStyle/>
        <a:p>
          <a:endParaRPr lang="zh-CN" altLang="en-US" sz="1800">
            <a:solidFill>
              <a:schemeClr val="tx1"/>
            </a:solidFill>
          </a:endParaRPr>
        </a:p>
      </dgm:t>
    </dgm:pt>
    <dgm:pt modelId="{A96EB041-58AA-4A1D-9105-C885F4A97B22}" type="sibTrans" cxnId="{3FD06EFA-2DDC-4F6A-9740-2B593EC0BE1F}">
      <dgm:prSet/>
      <dgm:spPr/>
      <dgm:t>
        <a:bodyPr/>
        <a:lstStyle/>
        <a:p>
          <a:endParaRPr lang="zh-CN" altLang="en-US" sz="1800">
            <a:solidFill>
              <a:schemeClr val="tx1"/>
            </a:solidFill>
          </a:endParaRPr>
        </a:p>
      </dgm:t>
    </dgm:pt>
    <dgm:pt modelId="{37910531-A66F-4A6B-B9BE-130568E0A12A}" type="pres">
      <dgm:prSet presAssocID="{5DAD8244-F4E2-4580-AB11-E09D2A8B4260}" presName="mainComposite" presStyleCnt="0">
        <dgm:presLayoutVars>
          <dgm:chPref val="1"/>
          <dgm:dir/>
          <dgm:animOne val="branch"/>
          <dgm:animLvl val="lvl"/>
          <dgm:resizeHandles val="exact"/>
        </dgm:presLayoutVars>
      </dgm:prSet>
      <dgm:spPr/>
    </dgm:pt>
    <dgm:pt modelId="{84D49B86-FE62-4B4B-8F0D-CD9C761C7B33}" type="pres">
      <dgm:prSet presAssocID="{5DAD8244-F4E2-4580-AB11-E09D2A8B4260}" presName="hierFlow" presStyleCnt="0"/>
      <dgm:spPr/>
    </dgm:pt>
    <dgm:pt modelId="{BB4FA524-9AC1-4D87-B665-A47B840BB7C1}" type="pres">
      <dgm:prSet presAssocID="{5DAD8244-F4E2-4580-AB11-E09D2A8B4260}" presName="firstBuf" presStyleCnt="0"/>
      <dgm:spPr/>
    </dgm:pt>
    <dgm:pt modelId="{1CBB2382-6672-4FF7-AE28-5DD33C5BA264}" type="pres">
      <dgm:prSet presAssocID="{5DAD8244-F4E2-4580-AB11-E09D2A8B4260}" presName="hierChild1" presStyleCnt="0">
        <dgm:presLayoutVars>
          <dgm:chPref val="1"/>
          <dgm:animOne val="branch"/>
          <dgm:animLvl val="lvl"/>
        </dgm:presLayoutVars>
      </dgm:prSet>
      <dgm:spPr/>
    </dgm:pt>
    <dgm:pt modelId="{EE341017-5759-4EC3-84D0-6CFE4E951A97}" type="pres">
      <dgm:prSet presAssocID="{6238337E-02CB-4196-B2DC-B693D026B93E}" presName="Name17" presStyleCnt="0"/>
      <dgm:spPr/>
    </dgm:pt>
    <dgm:pt modelId="{12457B98-FA45-4AA8-BA37-CBD8CD9B759C}" type="pres">
      <dgm:prSet presAssocID="{6238337E-02CB-4196-B2DC-B693D026B93E}" presName="level1Shape" presStyleLbl="node0" presStyleIdx="0" presStyleCnt="1">
        <dgm:presLayoutVars>
          <dgm:chPref val="3"/>
        </dgm:presLayoutVars>
      </dgm:prSet>
      <dgm:spPr/>
    </dgm:pt>
    <dgm:pt modelId="{F549413B-4C1D-4F7E-B847-9A41CD96EEEE}" type="pres">
      <dgm:prSet presAssocID="{6238337E-02CB-4196-B2DC-B693D026B93E}" presName="hierChild2" presStyleCnt="0"/>
      <dgm:spPr/>
    </dgm:pt>
    <dgm:pt modelId="{E2C158D5-F965-463D-891C-4BA4FC61EBD4}" type="pres">
      <dgm:prSet presAssocID="{11C41353-0F7A-40BA-AA93-44435F9EAA74}" presName="Name25" presStyleLbl="parChTrans1D2" presStyleIdx="0" presStyleCnt="4"/>
      <dgm:spPr/>
    </dgm:pt>
    <dgm:pt modelId="{5008E6BC-55D9-4CF0-AA78-65842824AA0E}" type="pres">
      <dgm:prSet presAssocID="{11C41353-0F7A-40BA-AA93-44435F9EAA74}" presName="connTx" presStyleLbl="parChTrans1D2" presStyleIdx="0" presStyleCnt="4"/>
      <dgm:spPr/>
    </dgm:pt>
    <dgm:pt modelId="{03593C26-3F38-43F5-BB3B-9497EB1819E7}" type="pres">
      <dgm:prSet presAssocID="{F7C5D0F2-27B8-48F3-A61A-5D3458CF9C31}" presName="Name30" presStyleCnt="0"/>
      <dgm:spPr/>
    </dgm:pt>
    <dgm:pt modelId="{08336030-A0EF-4717-AE58-DF147F1C6053}" type="pres">
      <dgm:prSet presAssocID="{F7C5D0F2-27B8-48F3-A61A-5D3458CF9C31}" presName="level2Shape" presStyleLbl="node2" presStyleIdx="0" presStyleCnt="4"/>
      <dgm:spPr/>
    </dgm:pt>
    <dgm:pt modelId="{5E604936-2D25-4BC0-97D5-732DF3CB2D9D}" type="pres">
      <dgm:prSet presAssocID="{F7C5D0F2-27B8-48F3-A61A-5D3458CF9C31}" presName="hierChild3" presStyleCnt="0"/>
      <dgm:spPr/>
    </dgm:pt>
    <dgm:pt modelId="{3F6A337D-6081-4697-B9F2-AB8AFA32A148}" type="pres">
      <dgm:prSet presAssocID="{7B40BB72-298A-44EE-8710-CE04E00C8D0D}" presName="Name25" presStyleLbl="parChTrans1D3" presStyleIdx="0" presStyleCnt="6"/>
      <dgm:spPr/>
    </dgm:pt>
    <dgm:pt modelId="{40C971EE-5934-4C5C-89C7-B19A2EED3E57}" type="pres">
      <dgm:prSet presAssocID="{7B40BB72-298A-44EE-8710-CE04E00C8D0D}" presName="connTx" presStyleLbl="parChTrans1D3" presStyleIdx="0" presStyleCnt="6"/>
      <dgm:spPr/>
    </dgm:pt>
    <dgm:pt modelId="{4E340ACC-69C6-426E-B879-724EBE1F1F6A}" type="pres">
      <dgm:prSet presAssocID="{97194FE8-D7E1-426B-A6F2-9614A73DAA95}" presName="Name30" presStyleCnt="0"/>
      <dgm:spPr/>
    </dgm:pt>
    <dgm:pt modelId="{47001A71-14E5-40D3-8828-BE15C696577C}" type="pres">
      <dgm:prSet presAssocID="{97194FE8-D7E1-426B-A6F2-9614A73DAA95}" presName="level2Shape" presStyleLbl="node3" presStyleIdx="0" presStyleCnt="6"/>
      <dgm:spPr/>
    </dgm:pt>
    <dgm:pt modelId="{79FCECBA-E413-4155-98B7-5B5ED5FBB26B}" type="pres">
      <dgm:prSet presAssocID="{97194FE8-D7E1-426B-A6F2-9614A73DAA95}" presName="hierChild3" presStyleCnt="0"/>
      <dgm:spPr/>
    </dgm:pt>
    <dgm:pt modelId="{53033CBA-86AA-4B25-BCA7-19F2C4EF7922}" type="pres">
      <dgm:prSet presAssocID="{EE35066D-934D-4BB5-913F-F8454EE922D7}" presName="Name25" presStyleLbl="parChTrans1D4" presStyleIdx="0" presStyleCnt="6"/>
      <dgm:spPr/>
    </dgm:pt>
    <dgm:pt modelId="{3B975080-39FB-4EBA-B3C7-380565827773}" type="pres">
      <dgm:prSet presAssocID="{EE35066D-934D-4BB5-913F-F8454EE922D7}" presName="connTx" presStyleLbl="parChTrans1D4" presStyleIdx="0" presStyleCnt="6"/>
      <dgm:spPr/>
    </dgm:pt>
    <dgm:pt modelId="{6030BC9D-C937-4630-8A9A-2B7C68760F00}" type="pres">
      <dgm:prSet presAssocID="{D143E37E-E900-4480-9CC3-0B55F6DFD867}" presName="Name30" presStyleCnt="0"/>
      <dgm:spPr/>
    </dgm:pt>
    <dgm:pt modelId="{809949F3-2B13-4F69-BF6C-37E7BBBE0D61}" type="pres">
      <dgm:prSet presAssocID="{D143E37E-E900-4480-9CC3-0B55F6DFD867}" presName="level2Shape" presStyleLbl="node4" presStyleIdx="0" presStyleCnt="6"/>
      <dgm:spPr/>
    </dgm:pt>
    <dgm:pt modelId="{12CD34FE-8653-4098-9353-595A1032407F}" type="pres">
      <dgm:prSet presAssocID="{D143E37E-E900-4480-9CC3-0B55F6DFD867}" presName="hierChild3" presStyleCnt="0"/>
      <dgm:spPr/>
    </dgm:pt>
    <dgm:pt modelId="{7E2629BC-F901-46A3-9891-24BB1995F08B}" type="pres">
      <dgm:prSet presAssocID="{D159B2B0-6CF4-47EC-9854-FFB425006FA5}" presName="Name25" presStyleLbl="parChTrans1D3" presStyleIdx="1" presStyleCnt="6"/>
      <dgm:spPr/>
    </dgm:pt>
    <dgm:pt modelId="{0633E8FB-5F73-4D58-A629-FF22A63E40A4}" type="pres">
      <dgm:prSet presAssocID="{D159B2B0-6CF4-47EC-9854-FFB425006FA5}" presName="connTx" presStyleLbl="parChTrans1D3" presStyleIdx="1" presStyleCnt="6"/>
      <dgm:spPr/>
    </dgm:pt>
    <dgm:pt modelId="{237E7C9C-2BAF-4F01-ABD0-0A89D0D8EA86}" type="pres">
      <dgm:prSet presAssocID="{7752DEE2-07A1-48D2-A4B6-128866AB69C7}" presName="Name30" presStyleCnt="0"/>
      <dgm:spPr/>
    </dgm:pt>
    <dgm:pt modelId="{2C5BE908-BEB9-429E-B654-146EB26BDA81}" type="pres">
      <dgm:prSet presAssocID="{7752DEE2-07A1-48D2-A4B6-128866AB69C7}" presName="level2Shape" presStyleLbl="node3" presStyleIdx="1" presStyleCnt="6"/>
      <dgm:spPr/>
    </dgm:pt>
    <dgm:pt modelId="{CDA2D1AF-A90A-4284-8295-439103B8015F}" type="pres">
      <dgm:prSet presAssocID="{7752DEE2-07A1-48D2-A4B6-128866AB69C7}" presName="hierChild3" presStyleCnt="0"/>
      <dgm:spPr/>
    </dgm:pt>
    <dgm:pt modelId="{B752F108-9398-4A84-A6B4-9EFF2E4B6F1D}" type="pres">
      <dgm:prSet presAssocID="{160D1CC0-3440-43EA-893B-AD79D38D6D64}" presName="Name25" presStyleLbl="parChTrans1D4" presStyleIdx="1" presStyleCnt="6"/>
      <dgm:spPr/>
    </dgm:pt>
    <dgm:pt modelId="{BA94E88E-1B55-42B3-9760-80D3CDACCFC5}" type="pres">
      <dgm:prSet presAssocID="{160D1CC0-3440-43EA-893B-AD79D38D6D64}" presName="connTx" presStyleLbl="parChTrans1D4" presStyleIdx="1" presStyleCnt="6"/>
      <dgm:spPr/>
    </dgm:pt>
    <dgm:pt modelId="{2C34AF93-CE69-4B12-8862-DEF08F808859}" type="pres">
      <dgm:prSet presAssocID="{D19E15EB-93BC-45E9-8884-57AEA49F8A08}" presName="Name30" presStyleCnt="0"/>
      <dgm:spPr/>
    </dgm:pt>
    <dgm:pt modelId="{A8F50799-4266-42BE-AE87-44E16848EBAB}" type="pres">
      <dgm:prSet presAssocID="{D19E15EB-93BC-45E9-8884-57AEA49F8A08}" presName="level2Shape" presStyleLbl="node4" presStyleIdx="1" presStyleCnt="6"/>
      <dgm:spPr/>
    </dgm:pt>
    <dgm:pt modelId="{ADB7B1E3-672C-4FAA-B2FD-0AE31CB8D79A}" type="pres">
      <dgm:prSet presAssocID="{D19E15EB-93BC-45E9-8884-57AEA49F8A08}" presName="hierChild3" presStyleCnt="0"/>
      <dgm:spPr/>
    </dgm:pt>
    <dgm:pt modelId="{BB3C706E-F5F3-4AA8-92D4-CD8BC9FA7FF9}" type="pres">
      <dgm:prSet presAssocID="{4B9FDCAD-149C-40CB-BC1E-21392A6B56FB}" presName="Name25" presStyleLbl="parChTrans1D2" presStyleIdx="1" presStyleCnt="4"/>
      <dgm:spPr/>
    </dgm:pt>
    <dgm:pt modelId="{83A41BF1-2CFB-4A80-A57C-E65E6C40C83A}" type="pres">
      <dgm:prSet presAssocID="{4B9FDCAD-149C-40CB-BC1E-21392A6B56FB}" presName="connTx" presStyleLbl="parChTrans1D2" presStyleIdx="1" presStyleCnt="4"/>
      <dgm:spPr/>
    </dgm:pt>
    <dgm:pt modelId="{35C641E7-2EB7-4F5A-9AA1-BF22AD30749A}" type="pres">
      <dgm:prSet presAssocID="{588D0E81-4694-48E8-A390-3C1601D6878D}" presName="Name30" presStyleCnt="0"/>
      <dgm:spPr/>
    </dgm:pt>
    <dgm:pt modelId="{FD24632B-2A1C-476F-8130-C5C8C306F92D}" type="pres">
      <dgm:prSet presAssocID="{588D0E81-4694-48E8-A390-3C1601D6878D}" presName="level2Shape" presStyleLbl="node2" presStyleIdx="1" presStyleCnt="4"/>
      <dgm:spPr/>
    </dgm:pt>
    <dgm:pt modelId="{CE44B843-CCBE-48B0-9FEA-7BC38CA0917E}" type="pres">
      <dgm:prSet presAssocID="{588D0E81-4694-48E8-A390-3C1601D6878D}" presName="hierChild3" presStyleCnt="0"/>
      <dgm:spPr/>
    </dgm:pt>
    <dgm:pt modelId="{7675D962-70B0-4687-89DB-696196FE8177}" type="pres">
      <dgm:prSet presAssocID="{B778B970-03E7-45B8-8184-FAA8509AE8D4}" presName="Name25" presStyleLbl="parChTrans1D3" presStyleIdx="2" presStyleCnt="6"/>
      <dgm:spPr/>
    </dgm:pt>
    <dgm:pt modelId="{DD673B70-116C-4498-A412-25BFD846719E}" type="pres">
      <dgm:prSet presAssocID="{B778B970-03E7-45B8-8184-FAA8509AE8D4}" presName="connTx" presStyleLbl="parChTrans1D3" presStyleIdx="2" presStyleCnt="6"/>
      <dgm:spPr/>
    </dgm:pt>
    <dgm:pt modelId="{0E6082CC-7DA8-452B-9A36-4C96584ADFEB}" type="pres">
      <dgm:prSet presAssocID="{75EEC000-8DCE-4FAC-A884-AC95A0DE231B}" presName="Name30" presStyleCnt="0"/>
      <dgm:spPr/>
    </dgm:pt>
    <dgm:pt modelId="{F6A53239-B254-4981-831F-1DD02BA65CA0}" type="pres">
      <dgm:prSet presAssocID="{75EEC000-8DCE-4FAC-A884-AC95A0DE231B}" presName="level2Shape" presStyleLbl="node3" presStyleIdx="2" presStyleCnt="6"/>
      <dgm:spPr/>
    </dgm:pt>
    <dgm:pt modelId="{9200E538-C492-4975-A44C-79DEFB8319A1}" type="pres">
      <dgm:prSet presAssocID="{75EEC000-8DCE-4FAC-A884-AC95A0DE231B}" presName="hierChild3" presStyleCnt="0"/>
      <dgm:spPr/>
    </dgm:pt>
    <dgm:pt modelId="{7A153E50-6E5D-4C4D-B9A4-BD420045DA0B}" type="pres">
      <dgm:prSet presAssocID="{E699D5EB-AD72-4F1C-8EDB-9058811FE128}" presName="Name25" presStyleLbl="parChTrans1D4" presStyleIdx="2" presStyleCnt="6"/>
      <dgm:spPr/>
    </dgm:pt>
    <dgm:pt modelId="{7781139A-E977-4B58-958E-3D77D4DB5B4C}" type="pres">
      <dgm:prSet presAssocID="{E699D5EB-AD72-4F1C-8EDB-9058811FE128}" presName="connTx" presStyleLbl="parChTrans1D4" presStyleIdx="2" presStyleCnt="6"/>
      <dgm:spPr/>
    </dgm:pt>
    <dgm:pt modelId="{945545EA-9339-478D-8D01-9C3D6256D80C}" type="pres">
      <dgm:prSet presAssocID="{03B266EA-D9B2-4CA2-8AC0-2CCC81A34BD0}" presName="Name30" presStyleCnt="0"/>
      <dgm:spPr/>
    </dgm:pt>
    <dgm:pt modelId="{C664E236-01BC-497B-A957-2DE5081F9017}" type="pres">
      <dgm:prSet presAssocID="{03B266EA-D9B2-4CA2-8AC0-2CCC81A34BD0}" presName="level2Shape" presStyleLbl="node4" presStyleIdx="2" presStyleCnt="6"/>
      <dgm:spPr/>
    </dgm:pt>
    <dgm:pt modelId="{35E2104F-9ADE-4097-ABB2-4E47781C6C8C}" type="pres">
      <dgm:prSet presAssocID="{03B266EA-D9B2-4CA2-8AC0-2CCC81A34BD0}" presName="hierChild3" presStyleCnt="0"/>
      <dgm:spPr/>
    </dgm:pt>
    <dgm:pt modelId="{3BCC3F14-E3A7-4BD0-9D1D-EC5D87559FFF}" type="pres">
      <dgm:prSet presAssocID="{6CA2190E-270D-49D7-8126-4CDE47FAD891}" presName="Name25" presStyleLbl="parChTrans1D2" presStyleIdx="2" presStyleCnt="4"/>
      <dgm:spPr/>
    </dgm:pt>
    <dgm:pt modelId="{8534FC40-F4C8-4C9D-851A-D0307E9C97E6}" type="pres">
      <dgm:prSet presAssocID="{6CA2190E-270D-49D7-8126-4CDE47FAD891}" presName="connTx" presStyleLbl="parChTrans1D2" presStyleIdx="2" presStyleCnt="4"/>
      <dgm:spPr/>
    </dgm:pt>
    <dgm:pt modelId="{7CAF144C-5AC2-4E19-86C1-7F1B3F160055}" type="pres">
      <dgm:prSet presAssocID="{80F95C3B-AD1E-489E-AC6B-58F6FFD63648}" presName="Name30" presStyleCnt="0"/>
      <dgm:spPr/>
    </dgm:pt>
    <dgm:pt modelId="{F8EC1EED-FCF1-423A-91DE-9FB11DC06CD8}" type="pres">
      <dgm:prSet presAssocID="{80F95C3B-AD1E-489E-AC6B-58F6FFD63648}" presName="level2Shape" presStyleLbl="node2" presStyleIdx="2" presStyleCnt="4"/>
      <dgm:spPr/>
    </dgm:pt>
    <dgm:pt modelId="{25C6F2F1-B3AC-47B5-A390-41FD701EEAC9}" type="pres">
      <dgm:prSet presAssocID="{80F95C3B-AD1E-489E-AC6B-58F6FFD63648}" presName="hierChild3" presStyleCnt="0"/>
      <dgm:spPr/>
    </dgm:pt>
    <dgm:pt modelId="{1D857372-AFB0-4E3F-B896-1203529EF414}" type="pres">
      <dgm:prSet presAssocID="{13E58336-1289-4754-B0CD-4900463E3F3C}" presName="Name25" presStyleLbl="parChTrans1D3" presStyleIdx="3" presStyleCnt="6"/>
      <dgm:spPr/>
    </dgm:pt>
    <dgm:pt modelId="{5A089BC0-C65D-4BB0-9232-111542D880B8}" type="pres">
      <dgm:prSet presAssocID="{13E58336-1289-4754-B0CD-4900463E3F3C}" presName="connTx" presStyleLbl="parChTrans1D3" presStyleIdx="3" presStyleCnt="6"/>
      <dgm:spPr/>
    </dgm:pt>
    <dgm:pt modelId="{7534D123-3558-4EC9-B878-86AC74181246}" type="pres">
      <dgm:prSet presAssocID="{4155A292-FA8E-4376-8809-B5ED03A9F5AB}" presName="Name30" presStyleCnt="0"/>
      <dgm:spPr/>
    </dgm:pt>
    <dgm:pt modelId="{C4ED12ED-2E41-498F-9A90-B68FA1E8EBB0}" type="pres">
      <dgm:prSet presAssocID="{4155A292-FA8E-4376-8809-B5ED03A9F5AB}" presName="level2Shape" presStyleLbl="node3" presStyleIdx="3" presStyleCnt="6"/>
      <dgm:spPr/>
    </dgm:pt>
    <dgm:pt modelId="{391BF623-9C76-41C8-8619-7BC1F6576E71}" type="pres">
      <dgm:prSet presAssocID="{4155A292-FA8E-4376-8809-B5ED03A9F5AB}" presName="hierChild3" presStyleCnt="0"/>
      <dgm:spPr/>
    </dgm:pt>
    <dgm:pt modelId="{EA4716BF-757A-4BB3-990C-B9E26CD9D255}" type="pres">
      <dgm:prSet presAssocID="{9B549266-5137-4062-93C1-AA8A85432407}" presName="Name25" presStyleLbl="parChTrans1D4" presStyleIdx="3" presStyleCnt="6"/>
      <dgm:spPr/>
    </dgm:pt>
    <dgm:pt modelId="{D620BF7C-1368-47FC-97C3-2421C39B3554}" type="pres">
      <dgm:prSet presAssocID="{9B549266-5137-4062-93C1-AA8A85432407}" presName="connTx" presStyleLbl="parChTrans1D4" presStyleIdx="3" presStyleCnt="6"/>
      <dgm:spPr/>
    </dgm:pt>
    <dgm:pt modelId="{961CAF8B-2ED7-472D-96AF-26C2F0B4EA74}" type="pres">
      <dgm:prSet presAssocID="{683EE741-5D0E-4FA1-A49E-4ACFB3A9E592}" presName="Name30" presStyleCnt="0"/>
      <dgm:spPr/>
    </dgm:pt>
    <dgm:pt modelId="{43022B46-168D-4A88-99FB-0C7F18B07406}" type="pres">
      <dgm:prSet presAssocID="{683EE741-5D0E-4FA1-A49E-4ACFB3A9E592}" presName="level2Shape" presStyleLbl="node4" presStyleIdx="3" presStyleCnt="6"/>
      <dgm:spPr/>
    </dgm:pt>
    <dgm:pt modelId="{8074F50A-AC47-4E05-A9E0-0D83E502EA71}" type="pres">
      <dgm:prSet presAssocID="{683EE741-5D0E-4FA1-A49E-4ACFB3A9E592}" presName="hierChild3" presStyleCnt="0"/>
      <dgm:spPr/>
    </dgm:pt>
    <dgm:pt modelId="{D530BC00-5A54-4F60-8A67-4851460507B8}" type="pres">
      <dgm:prSet presAssocID="{BD5B8B3C-C523-4965-AB88-D50233EDD5AC}" presName="Name25" presStyleLbl="parChTrans1D2" presStyleIdx="3" presStyleCnt="4"/>
      <dgm:spPr/>
    </dgm:pt>
    <dgm:pt modelId="{3C4FEEA2-19F3-40B7-9874-ABB1AD1C43F0}" type="pres">
      <dgm:prSet presAssocID="{BD5B8B3C-C523-4965-AB88-D50233EDD5AC}" presName="connTx" presStyleLbl="parChTrans1D2" presStyleIdx="3" presStyleCnt="4"/>
      <dgm:spPr/>
    </dgm:pt>
    <dgm:pt modelId="{4E83EF1B-7527-47E7-B312-1A15249E22DA}" type="pres">
      <dgm:prSet presAssocID="{310820A8-A25B-4F4D-B9CD-CC55D8668B73}" presName="Name30" presStyleCnt="0"/>
      <dgm:spPr/>
    </dgm:pt>
    <dgm:pt modelId="{99E4ACB8-73B0-4C52-AD5B-1CEAF63A596C}" type="pres">
      <dgm:prSet presAssocID="{310820A8-A25B-4F4D-B9CD-CC55D8668B73}" presName="level2Shape" presStyleLbl="node2" presStyleIdx="3" presStyleCnt="4"/>
      <dgm:spPr/>
    </dgm:pt>
    <dgm:pt modelId="{D7760C9A-F756-4F32-96F8-D2907A87E4A3}" type="pres">
      <dgm:prSet presAssocID="{310820A8-A25B-4F4D-B9CD-CC55D8668B73}" presName="hierChild3" presStyleCnt="0"/>
      <dgm:spPr/>
    </dgm:pt>
    <dgm:pt modelId="{538C9280-4237-47F9-97DC-71803BAFEF68}" type="pres">
      <dgm:prSet presAssocID="{E7C42F3C-54AC-4BDC-A2CD-20EA47D66909}" presName="Name25" presStyleLbl="parChTrans1D3" presStyleIdx="4" presStyleCnt="6"/>
      <dgm:spPr/>
    </dgm:pt>
    <dgm:pt modelId="{424C02D4-3279-4650-A8E6-093CA08B6BD9}" type="pres">
      <dgm:prSet presAssocID="{E7C42F3C-54AC-4BDC-A2CD-20EA47D66909}" presName="connTx" presStyleLbl="parChTrans1D3" presStyleIdx="4" presStyleCnt="6"/>
      <dgm:spPr/>
    </dgm:pt>
    <dgm:pt modelId="{D495F714-895B-448C-B20E-F201D5FEBF08}" type="pres">
      <dgm:prSet presAssocID="{B721A1E6-F1A9-4DE2-9BA7-769DA91BD415}" presName="Name30" presStyleCnt="0"/>
      <dgm:spPr/>
    </dgm:pt>
    <dgm:pt modelId="{A8FF0ADD-1100-444F-ADF8-DF9A5A616D20}" type="pres">
      <dgm:prSet presAssocID="{B721A1E6-F1A9-4DE2-9BA7-769DA91BD415}" presName="level2Shape" presStyleLbl="node3" presStyleIdx="4" presStyleCnt="6"/>
      <dgm:spPr/>
    </dgm:pt>
    <dgm:pt modelId="{FD6D2A22-3B01-4E8B-B947-1E2D2C1B83EA}" type="pres">
      <dgm:prSet presAssocID="{B721A1E6-F1A9-4DE2-9BA7-769DA91BD415}" presName="hierChild3" presStyleCnt="0"/>
      <dgm:spPr/>
    </dgm:pt>
    <dgm:pt modelId="{57F19E3C-31AC-4099-A1C2-FFC1142D1E6A}" type="pres">
      <dgm:prSet presAssocID="{DBA550B0-2B02-4CB6-8153-FEBC74DEC022}" presName="Name25" presStyleLbl="parChTrans1D4" presStyleIdx="4" presStyleCnt="6"/>
      <dgm:spPr/>
    </dgm:pt>
    <dgm:pt modelId="{02E9E4E0-E0C0-43BA-8E1B-BFCC71459D8D}" type="pres">
      <dgm:prSet presAssocID="{DBA550B0-2B02-4CB6-8153-FEBC74DEC022}" presName="connTx" presStyleLbl="parChTrans1D4" presStyleIdx="4" presStyleCnt="6"/>
      <dgm:spPr/>
    </dgm:pt>
    <dgm:pt modelId="{F325E6F0-2482-4577-B144-B915E17B2587}" type="pres">
      <dgm:prSet presAssocID="{B473E9A1-93D2-4262-AEB0-A89E5B9FFE1D}" presName="Name30" presStyleCnt="0"/>
      <dgm:spPr/>
    </dgm:pt>
    <dgm:pt modelId="{F75D677F-4021-4337-A002-5627200F1DAE}" type="pres">
      <dgm:prSet presAssocID="{B473E9A1-93D2-4262-AEB0-A89E5B9FFE1D}" presName="level2Shape" presStyleLbl="node4" presStyleIdx="4" presStyleCnt="6"/>
      <dgm:spPr/>
    </dgm:pt>
    <dgm:pt modelId="{245D0E11-259D-491D-97C0-1A8F4EE56B5F}" type="pres">
      <dgm:prSet presAssocID="{B473E9A1-93D2-4262-AEB0-A89E5B9FFE1D}" presName="hierChild3" presStyleCnt="0"/>
      <dgm:spPr/>
    </dgm:pt>
    <dgm:pt modelId="{E975B0C7-9BC3-4BC1-9170-512852C6A852}" type="pres">
      <dgm:prSet presAssocID="{9AF8C918-6145-4F98-A184-32A715687EE0}" presName="Name25" presStyleLbl="parChTrans1D3" presStyleIdx="5" presStyleCnt="6"/>
      <dgm:spPr/>
    </dgm:pt>
    <dgm:pt modelId="{E10233E1-4E7C-4A05-A57F-5C824BF3A4C7}" type="pres">
      <dgm:prSet presAssocID="{9AF8C918-6145-4F98-A184-32A715687EE0}" presName="connTx" presStyleLbl="parChTrans1D3" presStyleIdx="5" presStyleCnt="6"/>
      <dgm:spPr/>
    </dgm:pt>
    <dgm:pt modelId="{D082715F-6445-46F3-8DBD-9F9AEE3E3065}" type="pres">
      <dgm:prSet presAssocID="{0D192AC7-02E9-42C8-B492-AA7C14829FB9}" presName="Name30" presStyleCnt="0"/>
      <dgm:spPr/>
    </dgm:pt>
    <dgm:pt modelId="{9B1DB271-B8B5-4D04-B93A-EAF6DD30A140}" type="pres">
      <dgm:prSet presAssocID="{0D192AC7-02E9-42C8-B492-AA7C14829FB9}" presName="level2Shape" presStyleLbl="node3" presStyleIdx="5" presStyleCnt="6"/>
      <dgm:spPr/>
    </dgm:pt>
    <dgm:pt modelId="{526A0B35-9AE5-424C-8AAB-F4774A9DCEAF}" type="pres">
      <dgm:prSet presAssocID="{0D192AC7-02E9-42C8-B492-AA7C14829FB9}" presName="hierChild3" presStyleCnt="0"/>
      <dgm:spPr/>
    </dgm:pt>
    <dgm:pt modelId="{19864F9F-AB81-4F97-B41A-561488E554FA}" type="pres">
      <dgm:prSet presAssocID="{E95F9764-00B5-440C-9F1C-7420B192A1B3}" presName="Name25" presStyleLbl="parChTrans1D4" presStyleIdx="5" presStyleCnt="6"/>
      <dgm:spPr/>
    </dgm:pt>
    <dgm:pt modelId="{FE20BADB-9BFA-4EDD-A0B6-D53CF0ED8541}" type="pres">
      <dgm:prSet presAssocID="{E95F9764-00B5-440C-9F1C-7420B192A1B3}" presName="connTx" presStyleLbl="parChTrans1D4" presStyleIdx="5" presStyleCnt="6"/>
      <dgm:spPr/>
    </dgm:pt>
    <dgm:pt modelId="{991A3BEA-A080-4D0D-91F9-2AA2EB9E7C9D}" type="pres">
      <dgm:prSet presAssocID="{6282134C-2AAB-4003-B16A-A2C18E48C660}" presName="Name30" presStyleCnt="0"/>
      <dgm:spPr/>
    </dgm:pt>
    <dgm:pt modelId="{19380B31-F0A6-4667-8802-E113D4D4012F}" type="pres">
      <dgm:prSet presAssocID="{6282134C-2AAB-4003-B16A-A2C18E48C660}" presName="level2Shape" presStyleLbl="node4" presStyleIdx="5" presStyleCnt="6"/>
      <dgm:spPr/>
    </dgm:pt>
    <dgm:pt modelId="{4AB6FA16-4425-4584-9408-4D6324DD2A67}" type="pres">
      <dgm:prSet presAssocID="{6282134C-2AAB-4003-B16A-A2C18E48C660}" presName="hierChild3" presStyleCnt="0"/>
      <dgm:spPr/>
    </dgm:pt>
    <dgm:pt modelId="{710EACAA-8B6D-4030-9D58-7C552A6D1117}" type="pres">
      <dgm:prSet presAssocID="{5DAD8244-F4E2-4580-AB11-E09D2A8B4260}" presName="bgShapesFlow" presStyleCnt="0"/>
      <dgm:spPr/>
    </dgm:pt>
    <dgm:pt modelId="{4CA96039-A569-47DA-898E-EC3E73EEE3FC}" type="pres">
      <dgm:prSet presAssocID="{1E8A3121-F370-4D20-96D9-9FBAC5F09899}" presName="rectComp" presStyleCnt="0"/>
      <dgm:spPr/>
    </dgm:pt>
    <dgm:pt modelId="{B720BA96-BD8D-46CB-9812-837BC6148176}" type="pres">
      <dgm:prSet presAssocID="{1E8A3121-F370-4D20-96D9-9FBAC5F09899}" presName="bgRect" presStyleLbl="bgShp" presStyleIdx="0" presStyleCnt="4"/>
      <dgm:spPr/>
    </dgm:pt>
    <dgm:pt modelId="{766A036D-B05F-410C-9B2B-AD6C674D424A}" type="pres">
      <dgm:prSet presAssocID="{1E8A3121-F370-4D20-96D9-9FBAC5F09899}" presName="bgRectTx" presStyleLbl="bgShp" presStyleIdx="0" presStyleCnt="4">
        <dgm:presLayoutVars>
          <dgm:bulletEnabled val="1"/>
        </dgm:presLayoutVars>
      </dgm:prSet>
      <dgm:spPr/>
    </dgm:pt>
    <dgm:pt modelId="{CF05AFD6-B798-46C7-923C-0CFD697DBAAD}" type="pres">
      <dgm:prSet presAssocID="{1E8A3121-F370-4D20-96D9-9FBAC5F09899}" presName="spComp" presStyleCnt="0"/>
      <dgm:spPr/>
    </dgm:pt>
    <dgm:pt modelId="{0940DA3B-BB08-40AC-AA74-BC422A2A4DEE}" type="pres">
      <dgm:prSet presAssocID="{1E8A3121-F370-4D20-96D9-9FBAC5F09899}" presName="hSp" presStyleCnt="0"/>
      <dgm:spPr/>
    </dgm:pt>
    <dgm:pt modelId="{40ACE907-0784-4100-A9AB-201ADD724BAB}" type="pres">
      <dgm:prSet presAssocID="{1FA791D6-9417-4444-AEA3-191E9F684022}" presName="rectComp" presStyleCnt="0"/>
      <dgm:spPr/>
    </dgm:pt>
    <dgm:pt modelId="{8FD13554-3059-4AC1-B4C8-11CE2AF60BD5}" type="pres">
      <dgm:prSet presAssocID="{1FA791D6-9417-4444-AEA3-191E9F684022}" presName="bgRect" presStyleLbl="bgShp" presStyleIdx="1" presStyleCnt="4"/>
      <dgm:spPr/>
    </dgm:pt>
    <dgm:pt modelId="{73B59DF5-928A-4BF8-AB87-1C7402353135}" type="pres">
      <dgm:prSet presAssocID="{1FA791D6-9417-4444-AEA3-191E9F684022}" presName="bgRectTx" presStyleLbl="bgShp" presStyleIdx="1" presStyleCnt="4">
        <dgm:presLayoutVars>
          <dgm:bulletEnabled val="1"/>
        </dgm:presLayoutVars>
      </dgm:prSet>
      <dgm:spPr/>
    </dgm:pt>
    <dgm:pt modelId="{F2CB9083-30E4-4965-998F-2F03A2FBF534}" type="pres">
      <dgm:prSet presAssocID="{1FA791D6-9417-4444-AEA3-191E9F684022}" presName="spComp" presStyleCnt="0"/>
      <dgm:spPr/>
    </dgm:pt>
    <dgm:pt modelId="{5E7F25F8-3ADA-4280-B05B-82F645A08659}" type="pres">
      <dgm:prSet presAssocID="{1FA791D6-9417-4444-AEA3-191E9F684022}" presName="hSp" presStyleCnt="0"/>
      <dgm:spPr/>
    </dgm:pt>
    <dgm:pt modelId="{F8237862-D9CA-4344-904D-1F5383280091}" type="pres">
      <dgm:prSet presAssocID="{746C7798-38AE-4FC3-968D-0CE2B20A09F3}" presName="rectComp" presStyleCnt="0"/>
      <dgm:spPr/>
    </dgm:pt>
    <dgm:pt modelId="{B63A2BC3-CDBC-4064-85A5-C6C1B729CD53}" type="pres">
      <dgm:prSet presAssocID="{746C7798-38AE-4FC3-968D-0CE2B20A09F3}" presName="bgRect" presStyleLbl="bgShp" presStyleIdx="2" presStyleCnt="4"/>
      <dgm:spPr/>
    </dgm:pt>
    <dgm:pt modelId="{F7F91C18-E453-4D2C-9761-7E7F5E906498}" type="pres">
      <dgm:prSet presAssocID="{746C7798-38AE-4FC3-968D-0CE2B20A09F3}" presName="bgRectTx" presStyleLbl="bgShp" presStyleIdx="2" presStyleCnt="4">
        <dgm:presLayoutVars>
          <dgm:bulletEnabled val="1"/>
        </dgm:presLayoutVars>
      </dgm:prSet>
      <dgm:spPr/>
    </dgm:pt>
    <dgm:pt modelId="{0EA6A56F-D902-4714-A206-CC26E46127D0}" type="pres">
      <dgm:prSet presAssocID="{746C7798-38AE-4FC3-968D-0CE2B20A09F3}" presName="spComp" presStyleCnt="0"/>
      <dgm:spPr/>
    </dgm:pt>
    <dgm:pt modelId="{59AD9187-23A4-4FCD-8560-6BE161AD8BE9}" type="pres">
      <dgm:prSet presAssocID="{746C7798-38AE-4FC3-968D-0CE2B20A09F3}" presName="hSp" presStyleCnt="0"/>
      <dgm:spPr/>
    </dgm:pt>
    <dgm:pt modelId="{F46EDF0D-0168-4DBA-BB5D-C5E43D20CB35}" type="pres">
      <dgm:prSet presAssocID="{D21B8A8F-AAA6-41F1-A0E3-D0E7492BCF14}" presName="rectComp" presStyleCnt="0"/>
      <dgm:spPr/>
    </dgm:pt>
    <dgm:pt modelId="{C2546D7F-5F5C-4F63-B1CC-93FD72E7728B}" type="pres">
      <dgm:prSet presAssocID="{D21B8A8F-AAA6-41F1-A0E3-D0E7492BCF14}" presName="bgRect" presStyleLbl="bgShp" presStyleIdx="3" presStyleCnt="4"/>
      <dgm:spPr/>
    </dgm:pt>
    <dgm:pt modelId="{04616B54-8FDF-4FE9-A510-2D6F410E05E8}" type="pres">
      <dgm:prSet presAssocID="{D21B8A8F-AAA6-41F1-A0E3-D0E7492BCF14}" presName="bgRectTx" presStyleLbl="bgShp" presStyleIdx="3" presStyleCnt="4">
        <dgm:presLayoutVars>
          <dgm:bulletEnabled val="1"/>
        </dgm:presLayoutVars>
      </dgm:prSet>
      <dgm:spPr/>
    </dgm:pt>
  </dgm:ptLst>
  <dgm:cxnLst>
    <dgm:cxn modelId="{44DC5C02-9DDC-4E28-9F84-A38A7E8FB909}" type="presOf" srcId="{E95F9764-00B5-440C-9F1C-7420B192A1B3}" destId="{FE20BADB-9BFA-4EDD-A0B6-D53CF0ED8541}" srcOrd="1" destOrd="0" presId="urn:microsoft.com/office/officeart/2005/8/layout/hierarchy5"/>
    <dgm:cxn modelId="{C2917903-7FC3-40A6-8C98-A6196B4947E2}" type="presOf" srcId="{5DAD8244-F4E2-4580-AB11-E09D2A8B4260}" destId="{37910531-A66F-4A6B-B9BE-130568E0A12A}" srcOrd="0" destOrd="0" presId="urn:microsoft.com/office/officeart/2005/8/layout/hierarchy5"/>
    <dgm:cxn modelId="{873DC708-30F2-4ABD-9DBD-CEDEA5934939}" srcId="{80F95C3B-AD1E-489E-AC6B-58F6FFD63648}" destId="{4155A292-FA8E-4376-8809-B5ED03A9F5AB}" srcOrd="0" destOrd="0" parTransId="{13E58336-1289-4754-B0CD-4900463E3F3C}" sibTransId="{818589FA-9C77-44B1-82A2-365B54CA20E7}"/>
    <dgm:cxn modelId="{4CB2FE0D-63B5-4A29-AE24-3DE34EB1025A}" type="presOf" srcId="{E699D5EB-AD72-4F1C-8EDB-9058811FE128}" destId="{7781139A-E977-4B58-958E-3D77D4DB5B4C}" srcOrd="1" destOrd="0" presId="urn:microsoft.com/office/officeart/2005/8/layout/hierarchy5"/>
    <dgm:cxn modelId="{BA574610-087D-48CE-8A40-6134139DF79F}" type="presOf" srcId="{4B9FDCAD-149C-40CB-BC1E-21392A6B56FB}" destId="{BB3C706E-F5F3-4AA8-92D4-CD8BC9FA7FF9}" srcOrd="0" destOrd="0" presId="urn:microsoft.com/office/officeart/2005/8/layout/hierarchy5"/>
    <dgm:cxn modelId="{67DDB214-E2B3-483A-BCEB-C1FAA5675D3C}" type="presOf" srcId="{7B40BB72-298A-44EE-8710-CE04E00C8D0D}" destId="{3F6A337D-6081-4697-B9F2-AB8AFA32A148}" srcOrd="0" destOrd="0" presId="urn:microsoft.com/office/officeart/2005/8/layout/hierarchy5"/>
    <dgm:cxn modelId="{93D52E16-25C9-4915-82AE-674DFF28D023}" type="presOf" srcId="{6282134C-2AAB-4003-B16A-A2C18E48C660}" destId="{19380B31-F0A6-4667-8802-E113D4D4012F}" srcOrd="0" destOrd="0" presId="urn:microsoft.com/office/officeart/2005/8/layout/hierarchy5"/>
    <dgm:cxn modelId="{300A7717-C47E-40AB-BDB0-9235A2C0C723}" type="presOf" srcId="{D143E37E-E900-4480-9CC3-0B55F6DFD867}" destId="{809949F3-2B13-4F69-BF6C-37E7BBBE0D61}" srcOrd="0" destOrd="0" presId="urn:microsoft.com/office/officeart/2005/8/layout/hierarchy5"/>
    <dgm:cxn modelId="{FF27FD19-6EDA-47D9-A8DF-4B377878466E}" type="presOf" srcId="{588D0E81-4694-48E8-A390-3C1601D6878D}" destId="{FD24632B-2A1C-476F-8130-C5C8C306F92D}" srcOrd="0" destOrd="0" presId="urn:microsoft.com/office/officeart/2005/8/layout/hierarchy5"/>
    <dgm:cxn modelId="{71F3691F-5E14-4F19-9085-4AC9945BE5C6}" srcId="{5DAD8244-F4E2-4580-AB11-E09D2A8B4260}" destId="{746C7798-38AE-4FC3-968D-0CE2B20A09F3}" srcOrd="3" destOrd="0" parTransId="{7C03FDB3-F6DE-4919-AFE4-BB89F68AC2C1}" sibTransId="{6CD5FC8A-2B0C-4E0E-9A43-6CB849E91D1E}"/>
    <dgm:cxn modelId="{A2028D23-9FC2-495B-94B1-27C91E31C61D}" type="presOf" srcId="{03B266EA-D9B2-4CA2-8AC0-2CCC81A34BD0}" destId="{C664E236-01BC-497B-A957-2DE5081F9017}" srcOrd="0" destOrd="0" presId="urn:microsoft.com/office/officeart/2005/8/layout/hierarchy5"/>
    <dgm:cxn modelId="{42B0C724-9C22-4156-B274-635BC4B43A1B}" type="presOf" srcId="{4155A292-FA8E-4376-8809-B5ED03A9F5AB}" destId="{C4ED12ED-2E41-498F-9A90-B68FA1E8EBB0}" srcOrd="0" destOrd="0" presId="urn:microsoft.com/office/officeart/2005/8/layout/hierarchy5"/>
    <dgm:cxn modelId="{25F19525-7787-4B7C-91B5-3B6B97100A39}" type="presOf" srcId="{0D192AC7-02E9-42C8-B492-AA7C14829FB9}" destId="{9B1DB271-B8B5-4D04-B93A-EAF6DD30A140}" srcOrd="0" destOrd="0" presId="urn:microsoft.com/office/officeart/2005/8/layout/hierarchy5"/>
    <dgm:cxn modelId="{EE287426-0E89-4FA4-9773-CE859E29D1D6}" type="presOf" srcId="{1FA791D6-9417-4444-AEA3-191E9F684022}" destId="{8FD13554-3059-4AC1-B4C8-11CE2AF60BD5}" srcOrd="0" destOrd="0" presId="urn:microsoft.com/office/officeart/2005/8/layout/hierarchy5"/>
    <dgm:cxn modelId="{545C0928-8ECA-44AC-A3A0-E7770B375DCA}" type="presOf" srcId="{E7C42F3C-54AC-4BDC-A2CD-20EA47D66909}" destId="{538C9280-4237-47F9-97DC-71803BAFEF68}" srcOrd="0" destOrd="0" presId="urn:microsoft.com/office/officeart/2005/8/layout/hierarchy5"/>
    <dgm:cxn modelId="{B49D372A-4F2B-49F8-BA79-B3642D805957}" type="presOf" srcId="{D159B2B0-6CF4-47EC-9854-FFB425006FA5}" destId="{0633E8FB-5F73-4D58-A629-FF22A63E40A4}" srcOrd="1" destOrd="0" presId="urn:microsoft.com/office/officeart/2005/8/layout/hierarchy5"/>
    <dgm:cxn modelId="{53BC0430-1B0E-437E-982E-9F09CFCD1587}" type="presOf" srcId="{B778B970-03E7-45B8-8184-FAA8509AE8D4}" destId="{DD673B70-116C-4498-A412-25BFD846719E}" srcOrd="1" destOrd="0" presId="urn:microsoft.com/office/officeart/2005/8/layout/hierarchy5"/>
    <dgm:cxn modelId="{CE297633-F2FD-4854-B2AF-0F84ABD3C522}" type="presOf" srcId="{1FA791D6-9417-4444-AEA3-191E9F684022}" destId="{73B59DF5-928A-4BF8-AB87-1C7402353135}" srcOrd="1" destOrd="0" presId="urn:microsoft.com/office/officeart/2005/8/layout/hierarchy5"/>
    <dgm:cxn modelId="{3F293835-9034-4E0C-B55E-E4DFEE6973CD}" type="presOf" srcId="{B721A1E6-F1A9-4DE2-9BA7-769DA91BD415}" destId="{A8FF0ADD-1100-444F-ADF8-DF9A5A616D20}" srcOrd="0" destOrd="0" presId="urn:microsoft.com/office/officeart/2005/8/layout/hierarchy5"/>
    <dgm:cxn modelId="{02A21437-2426-4DF2-AFEA-F84831B1BEBE}" type="presOf" srcId="{6238337E-02CB-4196-B2DC-B693D026B93E}" destId="{12457B98-FA45-4AA8-BA37-CBD8CD9B759C}" srcOrd="0" destOrd="0" presId="urn:microsoft.com/office/officeart/2005/8/layout/hierarchy5"/>
    <dgm:cxn modelId="{352A5738-183C-413B-B362-6954C45342D5}" type="presOf" srcId="{E95F9764-00B5-440C-9F1C-7420B192A1B3}" destId="{19864F9F-AB81-4F97-B41A-561488E554FA}" srcOrd="0" destOrd="0" presId="urn:microsoft.com/office/officeart/2005/8/layout/hierarchy5"/>
    <dgm:cxn modelId="{53C8183D-C9A3-4A85-8163-7848E6D21F83}" srcId="{5DAD8244-F4E2-4580-AB11-E09D2A8B4260}" destId="{1E8A3121-F370-4D20-96D9-9FBAC5F09899}" srcOrd="1" destOrd="0" parTransId="{15176F09-0709-453A-A0F4-C1C23FE886FA}" sibTransId="{6FBD660D-C71F-45C4-9FB2-6C2FE189CF6E}"/>
    <dgm:cxn modelId="{A2011C3E-373A-4870-B550-3D673A0E3EB7}" srcId="{B721A1E6-F1A9-4DE2-9BA7-769DA91BD415}" destId="{B473E9A1-93D2-4262-AEB0-A89E5B9FFE1D}" srcOrd="0" destOrd="0" parTransId="{DBA550B0-2B02-4CB6-8153-FEBC74DEC022}" sibTransId="{BB7D166E-646B-4F93-83CD-878AA760E9E9}"/>
    <dgm:cxn modelId="{7357095D-AD91-4337-B909-1CA9E1212B70}" type="presOf" srcId="{B778B970-03E7-45B8-8184-FAA8509AE8D4}" destId="{7675D962-70B0-4687-89DB-696196FE8177}" srcOrd="0" destOrd="0" presId="urn:microsoft.com/office/officeart/2005/8/layout/hierarchy5"/>
    <dgm:cxn modelId="{0E0A5D63-83EF-4D50-8C45-4BAF2D2E4444}" type="presOf" srcId="{9B549266-5137-4062-93C1-AA8A85432407}" destId="{EA4716BF-757A-4BB3-990C-B9E26CD9D255}" srcOrd="0" destOrd="0" presId="urn:microsoft.com/office/officeart/2005/8/layout/hierarchy5"/>
    <dgm:cxn modelId="{CB4C2D44-F22A-4E5D-9C70-6BA73AABD58A}" srcId="{588D0E81-4694-48E8-A390-3C1601D6878D}" destId="{75EEC000-8DCE-4FAC-A884-AC95A0DE231B}" srcOrd="0" destOrd="0" parTransId="{B778B970-03E7-45B8-8184-FAA8509AE8D4}" sibTransId="{0C52E7AB-D21E-491E-97B9-6AD7958C7D50}"/>
    <dgm:cxn modelId="{1A72A764-D234-4A12-A58C-3DC2FFC27868}" type="presOf" srcId="{BD5B8B3C-C523-4965-AB88-D50233EDD5AC}" destId="{3C4FEEA2-19F3-40B7-9874-ABB1AD1C43F0}" srcOrd="1" destOrd="0" presId="urn:microsoft.com/office/officeart/2005/8/layout/hierarchy5"/>
    <dgm:cxn modelId="{86925766-7357-475E-BA6C-5EE5E2E02377}" type="presOf" srcId="{310820A8-A25B-4F4D-B9CD-CC55D8668B73}" destId="{99E4ACB8-73B0-4C52-AD5B-1CEAF63A596C}" srcOrd="0" destOrd="0" presId="urn:microsoft.com/office/officeart/2005/8/layout/hierarchy5"/>
    <dgm:cxn modelId="{36F3E746-E3F4-4F1C-895D-956389411C03}" type="presOf" srcId="{6CA2190E-270D-49D7-8126-4CDE47FAD891}" destId="{8534FC40-F4C8-4C9D-851A-D0307E9C97E6}" srcOrd="1" destOrd="0" presId="urn:microsoft.com/office/officeart/2005/8/layout/hierarchy5"/>
    <dgm:cxn modelId="{23B10048-C6E3-4219-8172-7D1B40A53094}" type="presOf" srcId="{B473E9A1-93D2-4262-AEB0-A89E5B9FFE1D}" destId="{F75D677F-4021-4337-A002-5627200F1DAE}" srcOrd="0" destOrd="0" presId="urn:microsoft.com/office/officeart/2005/8/layout/hierarchy5"/>
    <dgm:cxn modelId="{9B812A48-E0D9-46EA-8582-E5BB1894C7F0}" srcId="{F7C5D0F2-27B8-48F3-A61A-5D3458CF9C31}" destId="{97194FE8-D7E1-426B-A6F2-9614A73DAA95}" srcOrd="0" destOrd="0" parTransId="{7B40BB72-298A-44EE-8710-CE04E00C8D0D}" sibTransId="{327F2366-92CD-45BA-A3E9-25C045F787E4}"/>
    <dgm:cxn modelId="{BBE89569-3794-457A-8026-88621C241538}" type="presOf" srcId="{13E58336-1289-4754-B0CD-4900463E3F3C}" destId="{1D857372-AFB0-4E3F-B896-1203529EF414}" srcOrd="0" destOrd="0" presId="urn:microsoft.com/office/officeart/2005/8/layout/hierarchy5"/>
    <dgm:cxn modelId="{58B7844A-C840-46FF-A858-D2094E031AED}" srcId="{6238337E-02CB-4196-B2DC-B693D026B93E}" destId="{588D0E81-4694-48E8-A390-3C1601D6878D}" srcOrd="1" destOrd="0" parTransId="{4B9FDCAD-149C-40CB-BC1E-21392A6B56FB}" sibTransId="{2CF37E32-61FC-4177-870A-CB0CF917081B}"/>
    <dgm:cxn modelId="{EED9876A-8AE2-4103-B9B2-CE355F53CEFE}" type="presOf" srcId="{11C41353-0F7A-40BA-AA93-44435F9EAA74}" destId="{E2C158D5-F965-463D-891C-4BA4FC61EBD4}" srcOrd="0" destOrd="0" presId="urn:microsoft.com/office/officeart/2005/8/layout/hierarchy5"/>
    <dgm:cxn modelId="{88DF9A6C-FBCA-44AD-A368-10580FFE2CE0}" type="presOf" srcId="{BD5B8B3C-C523-4965-AB88-D50233EDD5AC}" destId="{D530BC00-5A54-4F60-8A67-4851460507B8}" srcOrd="0" destOrd="0" presId="urn:microsoft.com/office/officeart/2005/8/layout/hierarchy5"/>
    <dgm:cxn modelId="{FB616E4D-2CE4-4043-A648-C710C40A5C42}" srcId="{97194FE8-D7E1-426B-A6F2-9614A73DAA95}" destId="{D143E37E-E900-4480-9CC3-0B55F6DFD867}" srcOrd="0" destOrd="0" parTransId="{EE35066D-934D-4BB5-913F-F8454EE922D7}" sibTransId="{2B80DE96-18B8-4C2C-A77E-F20EDBE8F46E}"/>
    <dgm:cxn modelId="{684E834D-8AD8-4A58-96C2-86EF69F69932}" type="presOf" srcId="{9AF8C918-6145-4F98-A184-32A715687EE0}" destId="{E10233E1-4E7C-4A05-A57F-5C824BF3A4C7}" srcOrd="1" destOrd="0" presId="urn:microsoft.com/office/officeart/2005/8/layout/hierarchy5"/>
    <dgm:cxn modelId="{4958E051-2AAB-419D-AFF9-1EBEE205B6FC}" srcId="{6238337E-02CB-4196-B2DC-B693D026B93E}" destId="{F7C5D0F2-27B8-48F3-A61A-5D3458CF9C31}" srcOrd="0" destOrd="0" parTransId="{11C41353-0F7A-40BA-AA93-44435F9EAA74}" sibTransId="{EEC5674D-92BF-4243-A49C-F8EC7B9513AF}"/>
    <dgm:cxn modelId="{597B1D78-0231-47EA-9DA0-0683817D78C5}" type="presOf" srcId="{4B9FDCAD-149C-40CB-BC1E-21392A6B56FB}" destId="{83A41BF1-2CFB-4A80-A57C-E65E6C40C83A}" srcOrd="1" destOrd="0" presId="urn:microsoft.com/office/officeart/2005/8/layout/hierarchy5"/>
    <dgm:cxn modelId="{EA82DF86-F374-4755-B359-356DC1E07C85}" type="presOf" srcId="{9B549266-5137-4062-93C1-AA8A85432407}" destId="{D620BF7C-1368-47FC-97C3-2421C39B3554}" srcOrd="1" destOrd="0" presId="urn:microsoft.com/office/officeart/2005/8/layout/hierarchy5"/>
    <dgm:cxn modelId="{CE917289-72B7-4EBC-9E9B-48572CC79A3A}" type="presOf" srcId="{D21B8A8F-AAA6-41F1-A0E3-D0E7492BCF14}" destId="{04616B54-8FDF-4FE9-A510-2D6F410E05E8}" srcOrd="1" destOrd="0" presId="urn:microsoft.com/office/officeart/2005/8/layout/hierarchy5"/>
    <dgm:cxn modelId="{BFBEBE8A-0034-4183-B89E-08C78B0DE422}" type="presOf" srcId="{9AF8C918-6145-4F98-A184-32A715687EE0}" destId="{E975B0C7-9BC3-4BC1-9170-512852C6A852}" srcOrd="0" destOrd="0" presId="urn:microsoft.com/office/officeart/2005/8/layout/hierarchy5"/>
    <dgm:cxn modelId="{3E4B5091-8B30-426A-A007-02E170258740}" srcId="{75EEC000-8DCE-4FAC-A884-AC95A0DE231B}" destId="{03B266EA-D9B2-4CA2-8AC0-2CCC81A34BD0}" srcOrd="0" destOrd="0" parTransId="{E699D5EB-AD72-4F1C-8EDB-9058811FE128}" sibTransId="{60E7E6B6-6B9A-416C-B0FB-21332196BE10}"/>
    <dgm:cxn modelId="{5619FF94-D6F5-4E86-A710-98FC721146DA}" type="presOf" srcId="{1E8A3121-F370-4D20-96D9-9FBAC5F09899}" destId="{766A036D-B05F-410C-9B2B-AD6C674D424A}" srcOrd="1" destOrd="0" presId="urn:microsoft.com/office/officeart/2005/8/layout/hierarchy5"/>
    <dgm:cxn modelId="{45FDFE9E-D4B7-4DD2-818A-82960714CACF}" type="presOf" srcId="{EE35066D-934D-4BB5-913F-F8454EE922D7}" destId="{3B975080-39FB-4EBA-B3C7-380565827773}" srcOrd="1" destOrd="0" presId="urn:microsoft.com/office/officeart/2005/8/layout/hierarchy5"/>
    <dgm:cxn modelId="{3F1C87A3-7846-4161-8959-2D08783D933B}" srcId="{0D192AC7-02E9-42C8-B492-AA7C14829FB9}" destId="{6282134C-2AAB-4003-B16A-A2C18E48C660}" srcOrd="0" destOrd="0" parTransId="{E95F9764-00B5-440C-9F1C-7420B192A1B3}" sibTransId="{2FB7A3CA-2850-44EF-B1FE-963F0ABFD457}"/>
    <dgm:cxn modelId="{AD22B3A4-CC7B-4631-BBDE-04A8D68E2E1F}" srcId="{F7C5D0F2-27B8-48F3-A61A-5D3458CF9C31}" destId="{7752DEE2-07A1-48D2-A4B6-128866AB69C7}" srcOrd="1" destOrd="0" parTransId="{D159B2B0-6CF4-47EC-9854-FFB425006FA5}" sibTransId="{1028E390-C60B-47C2-9C9C-9C9B38463B38}"/>
    <dgm:cxn modelId="{889EF4A6-A1F4-4C45-A36B-E0C773F5DD13}" type="presOf" srcId="{EE35066D-934D-4BB5-913F-F8454EE922D7}" destId="{53033CBA-86AA-4B25-BCA7-19F2C4EF7922}" srcOrd="0" destOrd="0" presId="urn:microsoft.com/office/officeart/2005/8/layout/hierarchy5"/>
    <dgm:cxn modelId="{E19B6AA8-D8F4-45FC-9844-DB143935B829}" type="presOf" srcId="{1E8A3121-F370-4D20-96D9-9FBAC5F09899}" destId="{B720BA96-BD8D-46CB-9812-837BC6148176}" srcOrd="0" destOrd="0" presId="urn:microsoft.com/office/officeart/2005/8/layout/hierarchy5"/>
    <dgm:cxn modelId="{4DC0E8A8-43D4-4CB0-9BDE-7745BC228FF4}" type="presOf" srcId="{746C7798-38AE-4FC3-968D-0CE2B20A09F3}" destId="{F7F91C18-E453-4D2C-9761-7E7F5E906498}" srcOrd="1" destOrd="0" presId="urn:microsoft.com/office/officeart/2005/8/layout/hierarchy5"/>
    <dgm:cxn modelId="{6E715BAA-86AB-4FBE-B9D8-E89F12CD1652}" type="presOf" srcId="{160D1CC0-3440-43EA-893B-AD79D38D6D64}" destId="{B752F108-9398-4A84-A6B4-9EFF2E4B6F1D}" srcOrd="0" destOrd="0" presId="urn:microsoft.com/office/officeart/2005/8/layout/hierarchy5"/>
    <dgm:cxn modelId="{981C4BAA-BED8-460E-BDDF-D5A709F87D62}" type="presOf" srcId="{13E58336-1289-4754-B0CD-4900463E3F3C}" destId="{5A089BC0-C65D-4BB0-9232-111542D880B8}" srcOrd="1" destOrd="0" presId="urn:microsoft.com/office/officeart/2005/8/layout/hierarchy5"/>
    <dgm:cxn modelId="{D7C1FCAA-9B2B-49B4-9B09-D53855F13835}" type="presOf" srcId="{E699D5EB-AD72-4F1C-8EDB-9058811FE128}" destId="{7A153E50-6E5D-4C4D-B9A4-BD420045DA0B}" srcOrd="0" destOrd="0" presId="urn:microsoft.com/office/officeart/2005/8/layout/hierarchy5"/>
    <dgm:cxn modelId="{DDDA2BAD-2DC7-438B-893A-A2D48D60C19C}" type="presOf" srcId="{683EE741-5D0E-4FA1-A49E-4ACFB3A9E592}" destId="{43022B46-168D-4A88-99FB-0C7F18B07406}" srcOrd="0" destOrd="0" presId="urn:microsoft.com/office/officeart/2005/8/layout/hierarchy5"/>
    <dgm:cxn modelId="{E76CECB4-E466-4F6E-9432-9A62EFF546D8}" srcId="{6238337E-02CB-4196-B2DC-B693D026B93E}" destId="{80F95C3B-AD1E-489E-AC6B-58F6FFD63648}" srcOrd="2" destOrd="0" parTransId="{6CA2190E-270D-49D7-8126-4CDE47FAD891}" sibTransId="{B86BE002-C6A5-447D-9FD6-B65DA1950D2D}"/>
    <dgm:cxn modelId="{B6D8CBB5-07CF-4F43-9361-2AA3D634B0BE}" srcId="{6238337E-02CB-4196-B2DC-B693D026B93E}" destId="{310820A8-A25B-4F4D-B9CD-CC55D8668B73}" srcOrd="3" destOrd="0" parTransId="{BD5B8B3C-C523-4965-AB88-D50233EDD5AC}" sibTransId="{AD91B572-36F6-4631-9020-ABB23CADCC32}"/>
    <dgm:cxn modelId="{F148DEB8-1F9A-4C6F-AA55-1F4D0DA87F37}" type="presOf" srcId="{D19E15EB-93BC-45E9-8884-57AEA49F8A08}" destId="{A8F50799-4266-42BE-AE87-44E16848EBAB}" srcOrd="0" destOrd="0" presId="urn:microsoft.com/office/officeart/2005/8/layout/hierarchy5"/>
    <dgm:cxn modelId="{B7C303BD-2FC1-4BFE-B6C6-992F0E7FD73F}" type="presOf" srcId="{80F95C3B-AD1E-489E-AC6B-58F6FFD63648}" destId="{F8EC1EED-FCF1-423A-91DE-9FB11DC06CD8}" srcOrd="0" destOrd="0" presId="urn:microsoft.com/office/officeart/2005/8/layout/hierarchy5"/>
    <dgm:cxn modelId="{A49EE9C4-A77D-4709-8F35-9BCB609A80ED}" type="presOf" srcId="{160D1CC0-3440-43EA-893B-AD79D38D6D64}" destId="{BA94E88E-1B55-42B3-9760-80D3CDACCFC5}" srcOrd="1" destOrd="0" presId="urn:microsoft.com/office/officeart/2005/8/layout/hierarchy5"/>
    <dgm:cxn modelId="{205099C7-9B2E-4AB5-AF8C-D4B3FC819DCE}" type="presOf" srcId="{75EEC000-8DCE-4FAC-A884-AC95A0DE231B}" destId="{F6A53239-B254-4981-831F-1DD02BA65CA0}" srcOrd="0" destOrd="0" presId="urn:microsoft.com/office/officeart/2005/8/layout/hierarchy5"/>
    <dgm:cxn modelId="{B86211C9-6944-4F38-AEE3-1DB76192AADD}" type="presOf" srcId="{E7C42F3C-54AC-4BDC-A2CD-20EA47D66909}" destId="{424C02D4-3279-4650-A8E6-093CA08B6BD9}" srcOrd="1" destOrd="0" presId="urn:microsoft.com/office/officeart/2005/8/layout/hierarchy5"/>
    <dgm:cxn modelId="{BA1B13CC-7A4C-4B21-9E5F-8226238FCB55}" srcId="{310820A8-A25B-4F4D-B9CD-CC55D8668B73}" destId="{B721A1E6-F1A9-4DE2-9BA7-769DA91BD415}" srcOrd="0" destOrd="0" parTransId="{E7C42F3C-54AC-4BDC-A2CD-20EA47D66909}" sibTransId="{5DD482D7-CF85-425B-B808-5410C6D73751}"/>
    <dgm:cxn modelId="{46C0F7CE-D32E-4EF5-B6B3-FF1138AB22A0}" type="presOf" srcId="{D159B2B0-6CF4-47EC-9854-FFB425006FA5}" destId="{7E2629BC-F901-46A3-9891-24BB1995F08B}" srcOrd="0" destOrd="0" presId="urn:microsoft.com/office/officeart/2005/8/layout/hierarchy5"/>
    <dgm:cxn modelId="{7DB97FD0-ACF5-45E5-ABAC-E11085D703E5}" type="presOf" srcId="{7752DEE2-07A1-48D2-A4B6-128866AB69C7}" destId="{2C5BE908-BEB9-429E-B654-146EB26BDA81}" srcOrd="0" destOrd="0" presId="urn:microsoft.com/office/officeart/2005/8/layout/hierarchy5"/>
    <dgm:cxn modelId="{89C8ECD0-2D0B-4475-827F-E7782F6FFD0B}" srcId="{4155A292-FA8E-4376-8809-B5ED03A9F5AB}" destId="{683EE741-5D0E-4FA1-A49E-4ACFB3A9E592}" srcOrd="0" destOrd="0" parTransId="{9B549266-5137-4062-93C1-AA8A85432407}" sibTransId="{DF145803-47E2-49AD-A5D1-D8CFDB597467}"/>
    <dgm:cxn modelId="{774DB3DB-3DF7-4E27-B4C2-1DE5DF210026}" type="presOf" srcId="{DBA550B0-2B02-4CB6-8153-FEBC74DEC022}" destId="{57F19E3C-31AC-4099-A1C2-FFC1142D1E6A}" srcOrd="0" destOrd="0" presId="urn:microsoft.com/office/officeart/2005/8/layout/hierarchy5"/>
    <dgm:cxn modelId="{892AB9DE-B656-4439-BD0D-507C53DD35E4}" srcId="{5DAD8244-F4E2-4580-AB11-E09D2A8B4260}" destId="{6238337E-02CB-4196-B2DC-B693D026B93E}" srcOrd="0" destOrd="0" parTransId="{D04FC027-74F5-4E0F-91F4-721EFBD9C8DE}" sibTransId="{117D98AC-5ECF-4357-BAD2-7B209A0991FC}"/>
    <dgm:cxn modelId="{662640DF-C1AB-463A-940A-83A277969CB5}" type="presOf" srcId="{6CA2190E-270D-49D7-8126-4CDE47FAD891}" destId="{3BCC3F14-E3A7-4BD0-9D1D-EC5D87559FFF}" srcOrd="0" destOrd="0" presId="urn:microsoft.com/office/officeart/2005/8/layout/hierarchy5"/>
    <dgm:cxn modelId="{03B677E6-09C3-4BC3-AB66-C34E5C8CFF44}" type="presOf" srcId="{DBA550B0-2B02-4CB6-8153-FEBC74DEC022}" destId="{02E9E4E0-E0C0-43BA-8E1B-BFCC71459D8D}" srcOrd="1" destOrd="0" presId="urn:microsoft.com/office/officeart/2005/8/layout/hierarchy5"/>
    <dgm:cxn modelId="{FE7182E6-3A20-4023-8EF4-B1CAF1FCF693}" srcId="{310820A8-A25B-4F4D-B9CD-CC55D8668B73}" destId="{0D192AC7-02E9-42C8-B492-AA7C14829FB9}" srcOrd="1" destOrd="0" parTransId="{9AF8C918-6145-4F98-A184-32A715687EE0}" sibTransId="{7FE10998-ABBC-436A-8E3C-0AE57E865A22}"/>
    <dgm:cxn modelId="{020207EC-8CBB-4234-A756-955EE1992C4B}" type="presOf" srcId="{97194FE8-D7E1-426B-A6F2-9614A73DAA95}" destId="{47001A71-14E5-40D3-8828-BE15C696577C}" srcOrd="0" destOrd="0" presId="urn:microsoft.com/office/officeart/2005/8/layout/hierarchy5"/>
    <dgm:cxn modelId="{3D7DE9F9-03B8-4305-B495-69A6C8264B00}" type="presOf" srcId="{7B40BB72-298A-44EE-8710-CE04E00C8D0D}" destId="{40C971EE-5934-4C5C-89C7-B19A2EED3E57}" srcOrd="1" destOrd="0" presId="urn:microsoft.com/office/officeart/2005/8/layout/hierarchy5"/>
    <dgm:cxn modelId="{3FD06EFA-2DDC-4F6A-9740-2B593EC0BE1F}" srcId="{5DAD8244-F4E2-4580-AB11-E09D2A8B4260}" destId="{D21B8A8F-AAA6-41F1-A0E3-D0E7492BCF14}" srcOrd="4" destOrd="0" parTransId="{931362A2-8D80-4ADE-800D-CF64C0B44A8B}" sibTransId="{A96EB041-58AA-4A1D-9105-C885F4A97B22}"/>
    <dgm:cxn modelId="{3649C9FC-4E1D-4671-B8C3-B7A35624B0E0}" type="presOf" srcId="{11C41353-0F7A-40BA-AA93-44435F9EAA74}" destId="{5008E6BC-55D9-4CF0-AA78-65842824AA0E}" srcOrd="1" destOrd="0" presId="urn:microsoft.com/office/officeart/2005/8/layout/hierarchy5"/>
    <dgm:cxn modelId="{646AEBFC-6FA8-4FC2-B894-C8E61FA17459}" type="presOf" srcId="{D21B8A8F-AAA6-41F1-A0E3-D0E7492BCF14}" destId="{C2546D7F-5F5C-4F63-B1CC-93FD72E7728B}" srcOrd="0" destOrd="0" presId="urn:microsoft.com/office/officeart/2005/8/layout/hierarchy5"/>
    <dgm:cxn modelId="{D05CEEFC-9424-45B0-BAE8-2A2AFC10FBBE}" type="presOf" srcId="{F7C5D0F2-27B8-48F3-A61A-5D3458CF9C31}" destId="{08336030-A0EF-4717-AE58-DF147F1C6053}" srcOrd="0" destOrd="0" presId="urn:microsoft.com/office/officeart/2005/8/layout/hierarchy5"/>
    <dgm:cxn modelId="{4A5BB5FD-2E3B-4357-9D87-0BB4B3A66834}" type="presOf" srcId="{746C7798-38AE-4FC3-968D-0CE2B20A09F3}" destId="{B63A2BC3-CDBC-4064-85A5-C6C1B729CD53}" srcOrd="0" destOrd="0" presId="urn:microsoft.com/office/officeart/2005/8/layout/hierarchy5"/>
    <dgm:cxn modelId="{46FB89FE-077D-4227-8836-5C34F46C0794}" srcId="{5DAD8244-F4E2-4580-AB11-E09D2A8B4260}" destId="{1FA791D6-9417-4444-AEA3-191E9F684022}" srcOrd="2" destOrd="0" parTransId="{1F399BCC-C7A0-4E94-B733-D64734027679}" sibTransId="{EC0D318B-43FD-48F1-A838-7B00FC926F78}"/>
    <dgm:cxn modelId="{21C76FFF-6B55-4588-82E9-B1267BDCECD3}" srcId="{7752DEE2-07A1-48D2-A4B6-128866AB69C7}" destId="{D19E15EB-93BC-45E9-8884-57AEA49F8A08}" srcOrd="0" destOrd="0" parTransId="{160D1CC0-3440-43EA-893B-AD79D38D6D64}" sibTransId="{690B2A74-7FD5-4E75-98AE-BAEF32940BE3}"/>
    <dgm:cxn modelId="{F5738BFC-91FA-4DE4-9C82-3A1573A3BD25}" type="presParOf" srcId="{37910531-A66F-4A6B-B9BE-130568E0A12A}" destId="{84D49B86-FE62-4B4B-8F0D-CD9C761C7B33}" srcOrd="0" destOrd="0" presId="urn:microsoft.com/office/officeart/2005/8/layout/hierarchy5"/>
    <dgm:cxn modelId="{3827BF8B-B174-4C4C-A3AD-110C01F28155}" type="presParOf" srcId="{84D49B86-FE62-4B4B-8F0D-CD9C761C7B33}" destId="{BB4FA524-9AC1-4D87-B665-A47B840BB7C1}" srcOrd="0" destOrd="0" presId="urn:microsoft.com/office/officeart/2005/8/layout/hierarchy5"/>
    <dgm:cxn modelId="{7EBDF8DD-C9C0-4D80-A5F3-F830FC5006F2}" type="presParOf" srcId="{84D49B86-FE62-4B4B-8F0D-CD9C761C7B33}" destId="{1CBB2382-6672-4FF7-AE28-5DD33C5BA264}" srcOrd="1" destOrd="0" presId="urn:microsoft.com/office/officeart/2005/8/layout/hierarchy5"/>
    <dgm:cxn modelId="{55BC54C7-F4DA-4C64-87D4-9B198D1F9F69}" type="presParOf" srcId="{1CBB2382-6672-4FF7-AE28-5DD33C5BA264}" destId="{EE341017-5759-4EC3-84D0-6CFE4E951A97}" srcOrd="0" destOrd="0" presId="urn:microsoft.com/office/officeart/2005/8/layout/hierarchy5"/>
    <dgm:cxn modelId="{3E350C3D-0377-41F3-BF56-5FEF9A99B90B}" type="presParOf" srcId="{EE341017-5759-4EC3-84D0-6CFE4E951A97}" destId="{12457B98-FA45-4AA8-BA37-CBD8CD9B759C}" srcOrd="0" destOrd="0" presId="urn:microsoft.com/office/officeart/2005/8/layout/hierarchy5"/>
    <dgm:cxn modelId="{6DBB879E-4228-48AF-916F-0FD2352EE70E}" type="presParOf" srcId="{EE341017-5759-4EC3-84D0-6CFE4E951A97}" destId="{F549413B-4C1D-4F7E-B847-9A41CD96EEEE}" srcOrd="1" destOrd="0" presId="urn:microsoft.com/office/officeart/2005/8/layout/hierarchy5"/>
    <dgm:cxn modelId="{5496352C-A6C9-44AC-A09B-866E401762CE}" type="presParOf" srcId="{F549413B-4C1D-4F7E-B847-9A41CD96EEEE}" destId="{E2C158D5-F965-463D-891C-4BA4FC61EBD4}" srcOrd="0" destOrd="0" presId="urn:microsoft.com/office/officeart/2005/8/layout/hierarchy5"/>
    <dgm:cxn modelId="{24726343-257F-4227-BA6E-4618706E6E4D}" type="presParOf" srcId="{E2C158D5-F965-463D-891C-4BA4FC61EBD4}" destId="{5008E6BC-55D9-4CF0-AA78-65842824AA0E}" srcOrd="0" destOrd="0" presId="urn:microsoft.com/office/officeart/2005/8/layout/hierarchy5"/>
    <dgm:cxn modelId="{A4B6F026-B813-4692-9E14-EE0C1011AA4F}" type="presParOf" srcId="{F549413B-4C1D-4F7E-B847-9A41CD96EEEE}" destId="{03593C26-3F38-43F5-BB3B-9497EB1819E7}" srcOrd="1" destOrd="0" presId="urn:microsoft.com/office/officeart/2005/8/layout/hierarchy5"/>
    <dgm:cxn modelId="{2C0FC6F0-5F9D-4021-8482-3F854B44DED1}" type="presParOf" srcId="{03593C26-3F38-43F5-BB3B-9497EB1819E7}" destId="{08336030-A0EF-4717-AE58-DF147F1C6053}" srcOrd="0" destOrd="0" presId="urn:microsoft.com/office/officeart/2005/8/layout/hierarchy5"/>
    <dgm:cxn modelId="{302B389A-569A-405D-B92A-DEFA20B58E56}" type="presParOf" srcId="{03593C26-3F38-43F5-BB3B-9497EB1819E7}" destId="{5E604936-2D25-4BC0-97D5-732DF3CB2D9D}" srcOrd="1" destOrd="0" presId="urn:microsoft.com/office/officeart/2005/8/layout/hierarchy5"/>
    <dgm:cxn modelId="{AFEEC661-A9AB-4367-8E8F-C94371F5EBFF}" type="presParOf" srcId="{5E604936-2D25-4BC0-97D5-732DF3CB2D9D}" destId="{3F6A337D-6081-4697-B9F2-AB8AFA32A148}" srcOrd="0" destOrd="0" presId="urn:microsoft.com/office/officeart/2005/8/layout/hierarchy5"/>
    <dgm:cxn modelId="{91A37584-FCAE-4C16-A0FA-C53BD6AFB031}" type="presParOf" srcId="{3F6A337D-6081-4697-B9F2-AB8AFA32A148}" destId="{40C971EE-5934-4C5C-89C7-B19A2EED3E57}" srcOrd="0" destOrd="0" presId="urn:microsoft.com/office/officeart/2005/8/layout/hierarchy5"/>
    <dgm:cxn modelId="{54CEB52E-CAE5-4788-A023-9C7BA73E5005}" type="presParOf" srcId="{5E604936-2D25-4BC0-97D5-732DF3CB2D9D}" destId="{4E340ACC-69C6-426E-B879-724EBE1F1F6A}" srcOrd="1" destOrd="0" presId="urn:microsoft.com/office/officeart/2005/8/layout/hierarchy5"/>
    <dgm:cxn modelId="{6CE30BD0-E9E5-4D39-9B7D-3FE4E41B1C52}" type="presParOf" srcId="{4E340ACC-69C6-426E-B879-724EBE1F1F6A}" destId="{47001A71-14E5-40D3-8828-BE15C696577C}" srcOrd="0" destOrd="0" presId="urn:microsoft.com/office/officeart/2005/8/layout/hierarchy5"/>
    <dgm:cxn modelId="{119C8D74-45A1-4777-A057-E1ED85DD7C6A}" type="presParOf" srcId="{4E340ACC-69C6-426E-B879-724EBE1F1F6A}" destId="{79FCECBA-E413-4155-98B7-5B5ED5FBB26B}" srcOrd="1" destOrd="0" presId="urn:microsoft.com/office/officeart/2005/8/layout/hierarchy5"/>
    <dgm:cxn modelId="{23CB8BC2-DE9B-489B-B8E2-BB5AA1A465D9}" type="presParOf" srcId="{79FCECBA-E413-4155-98B7-5B5ED5FBB26B}" destId="{53033CBA-86AA-4B25-BCA7-19F2C4EF7922}" srcOrd="0" destOrd="0" presId="urn:microsoft.com/office/officeart/2005/8/layout/hierarchy5"/>
    <dgm:cxn modelId="{7AAA34E9-074F-4DB1-A3AF-A95CFEABB6A2}" type="presParOf" srcId="{53033CBA-86AA-4B25-BCA7-19F2C4EF7922}" destId="{3B975080-39FB-4EBA-B3C7-380565827773}" srcOrd="0" destOrd="0" presId="urn:microsoft.com/office/officeart/2005/8/layout/hierarchy5"/>
    <dgm:cxn modelId="{37A6F32D-7BDC-4B07-9DCA-BB9E1623C13D}" type="presParOf" srcId="{79FCECBA-E413-4155-98B7-5B5ED5FBB26B}" destId="{6030BC9D-C937-4630-8A9A-2B7C68760F00}" srcOrd="1" destOrd="0" presId="urn:microsoft.com/office/officeart/2005/8/layout/hierarchy5"/>
    <dgm:cxn modelId="{80892EAE-3751-415F-A8D1-30802B413CAE}" type="presParOf" srcId="{6030BC9D-C937-4630-8A9A-2B7C68760F00}" destId="{809949F3-2B13-4F69-BF6C-37E7BBBE0D61}" srcOrd="0" destOrd="0" presId="urn:microsoft.com/office/officeart/2005/8/layout/hierarchy5"/>
    <dgm:cxn modelId="{66B9A49B-C8D5-4711-86F3-43AF89F1B7AC}" type="presParOf" srcId="{6030BC9D-C937-4630-8A9A-2B7C68760F00}" destId="{12CD34FE-8653-4098-9353-595A1032407F}" srcOrd="1" destOrd="0" presId="urn:microsoft.com/office/officeart/2005/8/layout/hierarchy5"/>
    <dgm:cxn modelId="{6C4A4D03-22A8-4AB8-9968-634F76FB5905}" type="presParOf" srcId="{5E604936-2D25-4BC0-97D5-732DF3CB2D9D}" destId="{7E2629BC-F901-46A3-9891-24BB1995F08B}" srcOrd="2" destOrd="0" presId="urn:microsoft.com/office/officeart/2005/8/layout/hierarchy5"/>
    <dgm:cxn modelId="{DE7BDCF8-AE62-4D0F-BA0F-44B820840290}" type="presParOf" srcId="{7E2629BC-F901-46A3-9891-24BB1995F08B}" destId="{0633E8FB-5F73-4D58-A629-FF22A63E40A4}" srcOrd="0" destOrd="0" presId="urn:microsoft.com/office/officeart/2005/8/layout/hierarchy5"/>
    <dgm:cxn modelId="{1B8B0AFF-0102-4D60-B63E-83637F93633A}" type="presParOf" srcId="{5E604936-2D25-4BC0-97D5-732DF3CB2D9D}" destId="{237E7C9C-2BAF-4F01-ABD0-0A89D0D8EA86}" srcOrd="3" destOrd="0" presId="urn:microsoft.com/office/officeart/2005/8/layout/hierarchy5"/>
    <dgm:cxn modelId="{F1AD0C6E-E066-48FB-AFD2-E5F866834337}" type="presParOf" srcId="{237E7C9C-2BAF-4F01-ABD0-0A89D0D8EA86}" destId="{2C5BE908-BEB9-429E-B654-146EB26BDA81}" srcOrd="0" destOrd="0" presId="urn:microsoft.com/office/officeart/2005/8/layout/hierarchy5"/>
    <dgm:cxn modelId="{C2941FBF-5F3B-479A-9E81-D7BFA346C2CD}" type="presParOf" srcId="{237E7C9C-2BAF-4F01-ABD0-0A89D0D8EA86}" destId="{CDA2D1AF-A90A-4284-8295-439103B8015F}" srcOrd="1" destOrd="0" presId="urn:microsoft.com/office/officeart/2005/8/layout/hierarchy5"/>
    <dgm:cxn modelId="{9EB08784-B430-42C3-AF39-0D7A565854CE}" type="presParOf" srcId="{CDA2D1AF-A90A-4284-8295-439103B8015F}" destId="{B752F108-9398-4A84-A6B4-9EFF2E4B6F1D}" srcOrd="0" destOrd="0" presId="urn:microsoft.com/office/officeart/2005/8/layout/hierarchy5"/>
    <dgm:cxn modelId="{731C8924-0F71-4F91-982B-3A2FEA7FA70B}" type="presParOf" srcId="{B752F108-9398-4A84-A6B4-9EFF2E4B6F1D}" destId="{BA94E88E-1B55-42B3-9760-80D3CDACCFC5}" srcOrd="0" destOrd="0" presId="urn:microsoft.com/office/officeart/2005/8/layout/hierarchy5"/>
    <dgm:cxn modelId="{D7DF6633-EB0D-49C2-8500-BAE075A02E31}" type="presParOf" srcId="{CDA2D1AF-A90A-4284-8295-439103B8015F}" destId="{2C34AF93-CE69-4B12-8862-DEF08F808859}" srcOrd="1" destOrd="0" presId="urn:microsoft.com/office/officeart/2005/8/layout/hierarchy5"/>
    <dgm:cxn modelId="{95D7C5E6-0F41-45DC-A1A7-A7465662990A}" type="presParOf" srcId="{2C34AF93-CE69-4B12-8862-DEF08F808859}" destId="{A8F50799-4266-42BE-AE87-44E16848EBAB}" srcOrd="0" destOrd="0" presId="urn:microsoft.com/office/officeart/2005/8/layout/hierarchy5"/>
    <dgm:cxn modelId="{A9E28992-C550-46BB-903C-5AAD2E4F47E1}" type="presParOf" srcId="{2C34AF93-CE69-4B12-8862-DEF08F808859}" destId="{ADB7B1E3-672C-4FAA-B2FD-0AE31CB8D79A}" srcOrd="1" destOrd="0" presId="urn:microsoft.com/office/officeart/2005/8/layout/hierarchy5"/>
    <dgm:cxn modelId="{05F9AF53-DBEC-4AA4-BC4F-8212315AE378}" type="presParOf" srcId="{F549413B-4C1D-4F7E-B847-9A41CD96EEEE}" destId="{BB3C706E-F5F3-4AA8-92D4-CD8BC9FA7FF9}" srcOrd="2" destOrd="0" presId="urn:microsoft.com/office/officeart/2005/8/layout/hierarchy5"/>
    <dgm:cxn modelId="{7FDF66A1-5117-4943-A290-67216CC16ABD}" type="presParOf" srcId="{BB3C706E-F5F3-4AA8-92D4-CD8BC9FA7FF9}" destId="{83A41BF1-2CFB-4A80-A57C-E65E6C40C83A}" srcOrd="0" destOrd="0" presId="urn:microsoft.com/office/officeart/2005/8/layout/hierarchy5"/>
    <dgm:cxn modelId="{4AFB2158-A593-4447-800D-641A0D7BA48B}" type="presParOf" srcId="{F549413B-4C1D-4F7E-B847-9A41CD96EEEE}" destId="{35C641E7-2EB7-4F5A-9AA1-BF22AD30749A}" srcOrd="3" destOrd="0" presId="urn:microsoft.com/office/officeart/2005/8/layout/hierarchy5"/>
    <dgm:cxn modelId="{2E7CE1D2-EE4F-4442-8AA1-8929E4D45792}" type="presParOf" srcId="{35C641E7-2EB7-4F5A-9AA1-BF22AD30749A}" destId="{FD24632B-2A1C-476F-8130-C5C8C306F92D}" srcOrd="0" destOrd="0" presId="urn:microsoft.com/office/officeart/2005/8/layout/hierarchy5"/>
    <dgm:cxn modelId="{E7C65B1E-B216-4911-9754-F43772EB9F3C}" type="presParOf" srcId="{35C641E7-2EB7-4F5A-9AA1-BF22AD30749A}" destId="{CE44B843-CCBE-48B0-9FEA-7BC38CA0917E}" srcOrd="1" destOrd="0" presId="urn:microsoft.com/office/officeart/2005/8/layout/hierarchy5"/>
    <dgm:cxn modelId="{1164A077-A019-47D8-8519-5F75359A658A}" type="presParOf" srcId="{CE44B843-CCBE-48B0-9FEA-7BC38CA0917E}" destId="{7675D962-70B0-4687-89DB-696196FE8177}" srcOrd="0" destOrd="0" presId="urn:microsoft.com/office/officeart/2005/8/layout/hierarchy5"/>
    <dgm:cxn modelId="{ECE60FD3-2836-4204-B586-2AA73220F43B}" type="presParOf" srcId="{7675D962-70B0-4687-89DB-696196FE8177}" destId="{DD673B70-116C-4498-A412-25BFD846719E}" srcOrd="0" destOrd="0" presId="urn:microsoft.com/office/officeart/2005/8/layout/hierarchy5"/>
    <dgm:cxn modelId="{83226AC3-F5BC-401A-943C-F21DE00558DC}" type="presParOf" srcId="{CE44B843-CCBE-48B0-9FEA-7BC38CA0917E}" destId="{0E6082CC-7DA8-452B-9A36-4C96584ADFEB}" srcOrd="1" destOrd="0" presId="urn:microsoft.com/office/officeart/2005/8/layout/hierarchy5"/>
    <dgm:cxn modelId="{E0ADD82C-694B-4B49-9498-716B923914EF}" type="presParOf" srcId="{0E6082CC-7DA8-452B-9A36-4C96584ADFEB}" destId="{F6A53239-B254-4981-831F-1DD02BA65CA0}" srcOrd="0" destOrd="0" presId="urn:microsoft.com/office/officeart/2005/8/layout/hierarchy5"/>
    <dgm:cxn modelId="{A81F2DDA-D65E-485E-91A6-6DE3E303BE12}" type="presParOf" srcId="{0E6082CC-7DA8-452B-9A36-4C96584ADFEB}" destId="{9200E538-C492-4975-A44C-79DEFB8319A1}" srcOrd="1" destOrd="0" presId="urn:microsoft.com/office/officeart/2005/8/layout/hierarchy5"/>
    <dgm:cxn modelId="{B4FB83F8-E581-4E0B-834F-D5E00FA80F6C}" type="presParOf" srcId="{9200E538-C492-4975-A44C-79DEFB8319A1}" destId="{7A153E50-6E5D-4C4D-B9A4-BD420045DA0B}" srcOrd="0" destOrd="0" presId="urn:microsoft.com/office/officeart/2005/8/layout/hierarchy5"/>
    <dgm:cxn modelId="{6FA6E9C0-3146-4317-AE50-7A965A9F0FA9}" type="presParOf" srcId="{7A153E50-6E5D-4C4D-B9A4-BD420045DA0B}" destId="{7781139A-E977-4B58-958E-3D77D4DB5B4C}" srcOrd="0" destOrd="0" presId="urn:microsoft.com/office/officeart/2005/8/layout/hierarchy5"/>
    <dgm:cxn modelId="{794F0684-4F05-4D06-847B-70005CCE5E85}" type="presParOf" srcId="{9200E538-C492-4975-A44C-79DEFB8319A1}" destId="{945545EA-9339-478D-8D01-9C3D6256D80C}" srcOrd="1" destOrd="0" presId="urn:microsoft.com/office/officeart/2005/8/layout/hierarchy5"/>
    <dgm:cxn modelId="{E2E76E02-A5A8-4C6C-8E88-EC1082C982E0}" type="presParOf" srcId="{945545EA-9339-478D-8D01-9C3D6256D80C}" destId="{C664E236-01BC-497B-A957-2DE5081F9017}" srcOrd="0" destOrd="0" presId="urn:microsoft.com/office/officeart/2005/8/layout/hierarchy5"/>
    <dgm:cxn modelId="{8841637D-5241-4128-86C6-C5D9DA7E637A}" type="presParOf" srcId="{945545EA-9339-478D-8D01-9C3D6256D80C}" destId="{35E2104F-9ADE-4097-ABB2-4E47781C6C8C}" srcOrd="1" destOrd="0" presId="urn:microsoft.com/office/officeart/2005/8/layout/hierarchy5"/>
    <dgm:cxn modelId="{3F4A731E-0D13-4D5A-BE7B-3F1D3E1C6DB2}" type="presParOf" srcId="{F549413B-4C1D-4F7E-B847-9A41CD96EEEE}" destId="{3BCC3F14-E3A7-4BD0-9D1D-EC5D87559FFF}" srcOrd="4" destOrd="0" presId="urn:microsoft.com/office/officeart/2005/8/layout/hierarchy5"/>
    <dgm:cxn modelId="{17777FFE-30BF-4CC5-AE8E-4DA38F30CEAF}" type="presParOf" srcId="{3BCC3F14-E3A7-4BD0-9D1D-EC5D87559FFF}" destId="{8534FC40-F4C8-4C9D-851A-D0307E9C97E6}" srcOrd="0" destOrd="0" presId="urn:microsoft.com/office/officeart/2005/8/layout/hierarchy5"/>
    <dgm:cxn modelId="{44484C17-D741-4251-B6D0-2519B3FC4238}" type="presParOf" srcId="{F549413B-4C1D-4F7E-B847-9A41CD96EEEE}" destId="{7CAF144C-5AC2-4E19-86C1-7F1B3F160055}" srcOrd="5" destOrd="0" presId="urn:microsoft.com/office/officeart/2005/8/layout/hierarchy5"/>
    <dgm:cxn modelId="{B1670508-5355-429F-9D6B-06BBC902E8EA}" type="presParOf" srcId="{7CAF144C-5AC2-4E19-86C1-7F1B3F160055}" destId="{F8EC1EED-FCF1-423A-91DE-9FB11DC06CD8}" srcOrd="0" destOrd="0" presId="urn:microsoft.com/office/officeart/2005/8/layout/hierarchy5"/>
    <dgm:cxn modelId="{1413FA27-8E6D-49FB-8C22-25D2C5923B91}" type="presParOf" srcId="{7CAF144C-5AC2-4E19-86C1-7F1B3F160055}" destId="{25C6F2F1-B3AC-47B5-A390-41FD701EEAC9}" srcOrd="1" destOrd="0" presId="urn:microsoft.com/office/officeart/2005/8/layout/hierarchy5"/>
    <dgm:cxn modelId="{B1BBA2B1-1814-4203-B21F-2207A063944F}" type="presParOf" srcId="{25C6F2F1-B3AC-47B5-A390-41FD701EEAC9}" destId="{1D857372-AFB0-4E3F-B896-1203529EF414}" srcOrd="0" destOrd="0" presId="urn:microsoft.com/office/officeart/2005/8/layout/hierarchy5"/>
    <dgm:cxn modelId="{770DB25C-E785-4240-AF4D-C8B5166875C8}" type="presParOf" srcId="{1D857372-AFB0-4E3F-B896-1203529EF414}" destId="{5A089BC0-C65D-4BB0-9232-111542D880B8}" srcOrd="0" destOrd="0" presId="urn:microsoft.com/office/officeart/2005/8/layout/hierarchy5"/>
    <dgm:cxn modelId="{F9A44110-DAA5-44AA-A67A-8819265C91DF}" type="presParOf" srcId="{25C6F2F1-B3AC-47B5-A390-41FD701EEAC9}" destId="{7534D123-3558-4EC9-B878-86AC74181246}" srcOrd="1" destOrd="0" presId="urn:microsoft.com/office/officeart/2005/8/layout/hierarchy5"/>
    <dgm:cxn modelId="{00D15ADD-807F-4B8F-8B95-8EDFFE0CD1F4}" type="presParOf" srcId="{7534D123-3558-4EC9-B878-86AC74181246}" destId="{C4ED12ED-2E41-498F-9A90-B68FA1E8EBB0}" srcOrd="0" destOrd="0" presId="urn:microsoft.com/office/officeart/2005/8/layout/hierarchy5"/>
    <dgm:cxn modelId="{F133DED1-E28C-4AB4-965F-6C8BF7E53A23}" type="presParOf" srcId="{7534D123-3558-4EC9-B878-86AC74181246}" destId="{391BF623-9C76-41C8-8619-7BC1F6576E71}" srcOrd="1" destOrd="0" presId="urn:microsoft.com/office/officeart/2005/8/layout/hierarchy5"/>
    <dgm:cxn modelId="{92436E5D-BE76-4379-A2EE-78C04F650BF2}" type="presParOf" srcId="{391BF623-9C76-41C8-8619-7BC1F6576E71}" destId="{EA4716BF-757A-4BB3-990C-B9E26CD9D255}" srcOrd="0" destOrd="0" presId="urn:microsoft.com/office/officeart/2005/8/layout/hierarchy5"/>
    <dgm:cxn modelId="{0EB8A2D1-55A7-4B14-B28B-A18601DA393E}" type="presParOf" srcId="{EA4716BF-757A-4BB3-990C-B9E26CD9D255}" destId="{D620BF7C-1368-47FC-97C3-2421C39B3554}" srcOrd="0" destOrd="0" presId="urn:microsoft.com/office/officeart/2005/8/layout/hierarchy5"/>
    <dgm:cxn modelId="{135F8C04-B51F-4A85-BE10-F105EDDC8537}" type="presParOf" srcId="{391BF623-9C76-41C8-8619-7BC1F6576E71}" destId="{961CAF8B-2ED7-472D-96AF-26C2F0B4EA74}" srcOrd="1" destOrd="0" presId="urn:microsoft.com/office/officeart/2005/8/layout/hierarchy5"/>
    <dgm:cxn modelId="{30828383-02DE-41EE-92CE-B935F59DAFB9}" type="presParOf" srcId="{961CAF8B-2ED7-472D-96AF-26C2F0B4EA74}" destId="{43022B46-168D-4A88-99FB-0C7F18B07406}" srcOrd="0" destOrd="0" presId="urn:microsoft.com/office/officeart/2005/8/layout/hierarchy5"/>
    <dgm:cxn modelId="{A35261F0-9FE3-4AD3-BE3C-B6B0D9EDC615}" type="presParOf" srcId="{961CAF8B-2ED7-472D-96AF-26C2F0B4EA74}" destId="{8074F50A-AC47-4E05-A9E0-0D83E502EA71}" srcOrd="1" destOrd="0" presId="urn:microsoft.com/office/officeart/2005/8/layout/hierarchy5"/>
    <dgm:cxn modelId="{E98599BB-0178-42CE-ACFA-9916E82734AB}" type="presParOf" srcId="{F549413B-4C1D-4F7E-B847-9A41CD96EEEE}" destId="{D530BC00-5A54-4F60-8A67-4851460507B8}" srcOrd="6" destOrd="0" presId="urn:microsoft.com/office/officeart/2005/8/layout/hierarchy5"/>
    <dgm:cxn modelId="{46E51458-F0CA-411E-BBB0-048F74AA8B81}" type="presParOf" srcId="{D530BC00-5A54-4F60-8A67-4851460507B8}" destId="{3C4FEEA2-19F3-40B7-9874-ABB1AD1C43F0}" srcOrd="0" destOrd="0" presId="urn:microsoft.com/office/officeart/2005/8/layout/hierarchy5"/>
    <dgm:cxn modelId="{413B1442-ACD4-46CE-9E7C-002D969DF0E6}" type="presParOf" srcId="{F549413B-4C1D-4F7E-B847-9A41CD96EEEE}" destId="{4E83EF1B-7527-47E7-B312-1A15249E22DA}" srcOrd="7" destOrd="0" presId="urn:microsoft.com/office/officeart/2005/8/layout/hierarchy5"/>
    <dgm:cxn modelId="{3B182899-015C-45FC-93C1-6F8AF7489FA8}" type="presParOf" srcId="{4E83EF1B-7527-47E7-B312-1A15249E22DA}" destId="{99E4ACB8-73B0-4C52-AD5B-1CEAF63A596C}" srcOrd="0" destOrd="0" presId="urn:microsoft.com/office/officeart/2005/8/layout/hierarchy5"/>
    <dgm:cxn modelId="{62DECAA8-1A5C-4C45-BF46-244F5A410B85}" type="presParOf" srcId="{4E83EF1B-7527-47E7-B312-1A15249E22DA}" destId="{D7760C9A-F756-4F32-96F8-D2907A87E4A3}" srcOrd="1" destOrd="0" presId="urn:microsoft.com/office/officeart/2005/8/layout/hierarchy5"/>
    <dgm:cxn modelId="{0FCEC6F5-F0BC-47C4-A544-D9D55B6FA02B}" type="presParOf" srcId="{D7760C9A-F756-4F32-96F8-D2907A87E4A3}" destId="{538C9280-4237-47F9-97DC-71803BAFEF68}" srcOrd="0" destOrd="0" presId="urn:microsoft.com/office/officeart/2005/8/layout/hierarchy5"/>
    <dgm:cxn modelId="{31456B67-9CD8-4B53-9164-CF473C4EE0DE}" type="presParOf" srcId="{538C9280-4237-47F9-97DC-71803BAFEF68}" destId="{424C02D4-3279-4650-A8E6-093CA08B6BD9}" srcOrd="0" destOrd="0" presId="urn:microsoft.com/office/officeart/2005/8/layout/hierarchy5"/>
    <dgm:cxn modelId="{56D143C5-CC53-443E-A541-C91F58DBF642}" type="presParOf" srcId="{D7760C9A-F756-4F32-96F8-D2907A87E4A3}" destId="{D495F714-895B-448C-B20E-F201D5FEBF08}" srcOrd="1" destOrd="0" presId="urn:microsoft.com/office/officeart/2005/8/layout/hierarchy5"/>
    <dgm:cxn modelId="{EBA92294-0679-4064-8418-BAC8201BB493}" type="presParOf" srcId="{D495F714-895B-448C-B20E-F201D5FEBF08}" destId="{A8FF0ADD-1100-444F-ADF8-DF9A5A616D20}" srcOrd="0" destOrd="0" presId="urn:microsoft.com/office/officeart/2005/8/layout/hierarchy5"/>
    <dgm:cxn modelId="{0CA2A380-9664-4CAE-9CF5-FBE805416E1A}" type="presParOf" srcId="{D495F714-895B-448C-B20E-F201D5FEBF08}" destId="{FD6D2A22-3B01-4E8B-B947-1E2D2C1B83EA}" srcOrd="1" destOrd="0" presId="urn:microsoft.com/office/officeart/2005/8/layout/hierarchy5"/>
    <dgm:cxn modelId="{4B9C7757-5B2D-4388-8FC5-190A3DD81BAB}" type="presParOf" srcId="{FD6D2A22-3B01-4E8B-B947-1E2D2C1B83EA}" destId="{57F19E3C-31AC-4099-A1C2-FFC1142D1E6A}" srcOrd="0" destOrd="0" presId="urn:microsoft.com/office/officeart/2005/8/layout/hierarchy5"/>
    <dgm:cxn modelId="{867309DA-E0C3-499E-BE69-8827641A15D9}" type="presParOf" srcId="{57F19E3C-31AC-4099-A1C2-FFC1142D1E6A}" destId="{02E9E4E0-E0C0-43BA-8E1B-BFCC71459D8D}" srcOrd="0" destOrd="0" presId="urn:microsoft.com/office/officeart/2005/8/layout/hierarchy5"/>
    <dgm:cxn modelId="{A8E3F68B-349A-44BA-AA19-9B8269EC3DCD}" type="presParOf" srcId="{FD6D2A22-3B01-4E8B-B947-1E2D2C1B83EA}" destId="{F325E6F0-2482-4577-B144-B915E17B2587}" srcOrd="1" destOrd="0" presId="urn:microsoft.com/office/officeart/2005/8/layout/hierarchy5"/>
    <dgm:cxn modelId="{0AC5D7AA-34A0-4F88-808B-397CC04A9B28}" type="presParOf" srcId="{F325E6F0-2482-4577-B144-B915E17B2587}" destId="{F75D677F-4021-4337-A002-5627200F1DAE}" srcOrd="0" destOrd="0" presId="urn:microsoft.com/office/officeart/2005/8/layout/hierarchy5"/>
    <dgm:cxn modelId="{7DAD1DA4-0A84-4629-930E-54A04321EDFA}" type="presParOf" srcId="{F325E6F0-2482-4577-B144-B915E17B2587}" destId="{245D0E11-259D-491D-97C0-1A8F4EE56B5F}" srcOrd="1" destOrd="0" presId="urn:microsoft.com/office/officeart/2005/8/layout/hierarchy5"/>
    <dgm:cxn modelId="{232F3D3C-DDEA-4798-A159-C789B8516636}" type="presParOf" srcId="{D7760C9A-F756-4F32-96F8-D2907A87E4A3}" destId="{E975B0C7-9BC3-4BC1-9170-512852C6A852}" srcOrd="2" destOrd="0" presId="urn:microsoft.com/office/officeart/2005/8/layout/hierarchy5"/>
    <dgm:cxn modelId="{D5DB2E66-1262-414E-ABA3-9B9122224E2B}" type="presParOf" srcId="{E975B0C7-9BC3-4BC1-9170-512852C6A852}" destId="{E10233E1-4E7C-4A05-A57F-5C824BF3A4C7}" srcOrd="0" destOrd="0" presId="urn:microsoft.com/office/officeart/2005/8/layout/hierarchy5"/>
    <dgm:cxn modelId="{DAC84184-57AB-46A2-949D-84A00F3870E6}" type="presParOf" srcId="{D7760C9A-F756-4F32-96F8-D2907A87E4A3}" destId="{D082715F-6445-46F3-8DBD-9F9AEE3E3065}" srcOrd="3" destOrd="0" presId="urn:microsoft.com/office/officeart/2005/8/layout/hierarchy5"/>
    <dgm:cxn modelId="{346725AB-C7FC-4619-A09F-25293F28B437}" type="presParOf" srcId="{D082715F-6445-46F3-8DBD-9F9AEE3E3065}" destId="{9B1DB271-B8B5-4D04-B93A-EAF6DD30A140}" srcOrd="0" destOrd="0" presId="urn:microsoft.com/office/officeart/2005/8/layout/hierarchy5"/>
    <dgm:cxn modelId="{54732134-55AF-4BA2-B30A-518464F150F7}" type="presParOf" srcId="{D082715F-6445-46F3-8DBD-9F9AEE3E3065}" destId="{526A0B35-9AE5-424C-8AAB-F4774A9DCEAF}" srcOrd="1" destOrd="0" presId="urn:microsoft.com/office/officeart/2005/8/layout/hierarchy5"/>
    <dgm:cxn modelId="{50146A43-9F14-42A7-954B-9762049448AB}" type="presParOf" srcId="{526A0B35-9AE5-424C-8AAB-F4774A9DCEAF}" destId="{19864F9F-AB81-4F97-B41A-561488E554FA}" srcOrd="0" destOrd="0" presId="urn:microsoft.com/office/officeart/2005/8/layout/hierarchy5"/>
    <dgm:cxn modelId="{02FFFB81-F54E-4E01-9C66-56D7CAE90436}" type="presParOf" srcId="{19864F9F-AB81-4F97-B41A-561488E554FA}" destId="{FE20BADB-9BFA-4EDD-A0B6-D53CF0ED8541}" srcOrd="0" destOrd="0" presId="urn:microsoft.com/office/officeart/2005/8/layout/hierarchy5"/>
    <dgm:cxn modelId="{BD636337-8010-4669-ACB0-23429B95B73B}" type="presParOf" srcId="{526A0B35-9AE5-424C-8AAB-F4774A9DCEAF}" destId="{991A3BEA-A080-4D0D-91F9-2AA2EB9E7C9D}" srcOrd="1" destOrd="0" presId="urn:microsoft.com/office/officeart/2005/8/layout/hierarchy5"/>
    <dgm:cxn modelId="{695ED1D7-9962-472C-BB94-6FF135FE5D5D}" type="presParOf" srcId="{991A3BEA-A080-4D0D-91F9-2AA2EB9E7C9D}" destId="{19380B31-F0A6-4667-8802-E113D4D4012F}" srcOrd="0" destOrd="0" presId="urn:microsoft.com/office/officeart/2005/8/layout/hierarchy5"/>
    <dgm:cxn modelId="{9C03FF46-65CD-47BC-905A-9B8B2FC03EFF}" type="presParOf" srcId="{991A3BEA-A080-4D0D-91F9-2AA2EB9E7C9D}" destId="{4AB6FA16-4425-4584-9408-4D6324DD2A67}" srcOrd="1" destOrd="0" presId="urn:microsoft.com/office/officeart/2005/8/layout/hierarchy5"/>
    <dgm:cxn modelId="{E9D0FCAF-226D-4429-8E4B-06EF274EB698}" type="presParOf" srcId="{37910531-A66F-4A6B-B9BE-130568E0A12A}" destId="{710EACAA-8B6D-4030-9D58-7C552A6D1117}" srcOrd="1" destOrd="0" presId="urn:microsoft.com/office/officeart/2005/8/layout/hierarchy5"/>
    <dgm:cxn modelId="{BDC15856-3393-41DC-AA9E-F1A9CA847502}" type="presParOf" srcId="{710EACAA-8B6D-4030-9D58-7C552A6D1117}" destId="{4CA96039-A569-47DA-898E-EC3E73EEE3FC}" srcOrd="0" destOrd="0" presId="urn:microsoft.com/office/officeart/2005/8/layout/hierarchy5"/>
    <dgm:cxn modelId="{28448119-D337-45A5-81B3-068E44BE84B0}" type="presParOf" srcId="{4CA96039-A569-47DA-898E-EC3E73EEE3FC}" destId="{B720BA96-BD8D-46CB-9812-837BC6148176}" srcOrd="0" destOrd="0" presId="urn:microsoft.com/office/officeart/2005/8/layout/hierarchy5"/>
    <dgm:cxn modelId="{8DA501FC-6409-4D50-9994-5FD326686267}" type="presParOf" srcId="{4CA96039-A569-47DA-898E-EC3E73EEE3FC}" destId="{766A036D-B05F-410C-9B2B-AD6C674D424A}" srcOrd="1" destOrd="0" presId="urn:microsoft.com/office/officeart/2005/8/layout/hierarchy5"/>
    <dgm:cxn modelId="{74A72B3F-02A0-43FD-B009-1A6549A7D9CF}" type="presParOf" srcId="{710EACAA-8B6D-4030-9D58-7C552A6D1117}" destId="{CF05AFD6-B798-46C7-923C-0CFD697DBAAD}" srcOrd="1" destOrd="0" presId="urn:microsoft.com/office/officeart/2005/8/layout/hierarchy5"/>
    <dgm:cxn modelId="{68CAFBF0-D9CA-4E30-B027-A09BD124CE2B}" type="presParOf" srcId="{CF05AFD6-B798-46C7-923C-0CFD697DBAAD}" destId="{0940DA3B-BB08-40AC-AA74-BC422A2A4DEE}" srcOrd="0" destOrd="0" presId="urn:microsoft.com/office/officeart/2005/8/layout/hierarchy5"/>
    <dgm:cxn modelId="{AD1019DF-DBFD-420C-B373-1BCE706633DC}" type="presParOf" srcId="{710EACAA-8B6D-4030-9D58-7C552A6D1117}" destId="{40ACE907-0784-4100-A9AB-201ADD724BAB}" srcOrd="2" destOrd="0" presId="urn:microsoft.com/office/officeart/2005/8/layout/hierarchy5"/>
    <dgm:cxn modelId="{FE36AE86-3CAB-4C03-9487-297ED5B2E008}" type="presParOf" srcId="{40ACE907-0784-4100-A9AB-201ADD724BAB}" destId="{8FD13554-3059-4AC1-B4C8-11CE2AF60BD5}" srcOrd="0" destOrd="0" presId="urn:microsoft.com/office/officeart/2005/8/layout/hierarchy5"/>
    <dgm:cxn modelId="{52D09899-57E9-4B3A-A737-D3DAFA5BDA98}" type="presParOf" srcId="{40ACE907-0784-4100-A9AB-201ADD724BAB}" destId="{73B59DF5-928A-4BF8-AB87-1C7402353135}" srcOrd="1" destOrd="0" presId="urn:microsoft.com/office/officeart/2005/8/layout/hierarchy5"/>
    <dgm:cxn modelId="{76F8CF3F-4DAF-427C-8D45-36B13A82181F}" type="presParOf" srcId="{710EACAA-8B6D-4030-9D58-7C552A6D1117}" destId="{F2CB9083-30E4-4965-998F-2F03A2FBF534}" srcOrd="3" destOrd="0" presId="urn:microsoft.com/office/officeart/2005/8/layout/hierarchy5"/>
    <dgm:cxn modelId="{B801FB7F-2639-4B6F-AD6D-EB4C10EB0BFA}" type="presParOf" srcId="{F2CB9083-30E4-4965-998F-2F03A2FBF534}" destId="{5E7F25F8-3ADA-4280-B05B-82F645A08659}" srcOrd="0" destOrd="0" presId="urn:microsoft.com/office/officeart/2005/8/layout/hierarchy5"/>
    <dgm:cxn modelId="{9B3CB52D-8040-41AD-8CD0-00C2857C568D}" type="presParOf" srcId="{710EACAA-8B6D-4030-9D58-7C552A6D1117}" destId="{F8237862-D9CA-4344-904D-1F5383280091}" srcOrd="4" destOrd="0" presId="urn:microsoft.com/office/officeart/2005/8/layout/hierarchy5"/>
    <dgm:cxn modelId="{F39EE8E8-122F-4EEB-847A-535FA68D9446}" type="presParOf" srcId="{F8237862-D9CA-4344-904D-1F5383280091}" destId="{B63A2BC3-CDBC-4064-85A5-C6C1B729CD53}" srcOrd="0" destOrd="0" presId="urn:microsoft.com/office/officeart/2005/8/layout/hierarchy5"/>
    <dgm:cxn modelId="{DFA03C98-86E9-4F5D-A77F-D82493D85DE3}" type="presParOf" srcId="{F8237862-D9CA-4344-904D-1F5383280091}" destId="{F7F91C18-E453-4D2C-9761-7E7F5E906498}" srcOrd="1" destOrd="0" presId="urn:microsoft.com/office/officeart/2005/8/layout/hierarchy5"/>
    <dgm:cxn modelId="{5495FC35-E891-4729-9468-77926318235F}" type="presParOf" srcId="{710EACAA-8B6D-4030-9D58-7C552A6D1117}" destId="{0EA6A56F-D902-4714-A206-CC26E46127D0}" srcOrd="5" destOrd="0" presId="urn:microsoft.com/office/officeart/2005/8/layout/hierarchy5"/>
    <dgm:cxn modelId="{6F9F86D2-831B-4C3E-8183-B79E32F884CF}" type="presParOf" srcId="{0EA6A56F-D902-4714-A206-CC26E46127D0}" destId="{59AD9187-23A4-4FCD-8560-6BE161AD8BE9}" srcOrd="0" destOrd="0" presId="urn:microsoft.com/office/officeart/2005/8/layout/hierarchy5"/>
    <dgm:cxn modelId="{75CDC532-2397-43CC-9478-684553752DEC}" type="presParOf" srcId="{710EACAA-8B6D-4030-9D58-7C552A6D1117}" destId="{F46EDF0D-0168-4DBA-BB5D-C5E43D20CB35}" srcOrd="6" destOrd="0" presId="urn:microsoft.com/office/officeart/2005/8/layout/hierarchy5"/>
    <dgm:cxn modelId="{AA110C6D-1FB1-4A95-B4A1-645D4FDBB5CA}" type="presParOf" srcId="{F46EDF0D-0168-4DBA-BB5D-C5E43D20CB35}" destId="{C2546D7F-5F5C-4F63-B1CC-93FD72E7728B}" srcOrd="0" destOrd="0" presId="urn:microsoft.com/office/officeart/2005/8/layout/hierarchy5"/>
    <dgm:cxn modelId="{7BF974B4-9614-4682-8661-123BB8B98E45}" type="presParOf" srcId="{F46EDF0D-0168-4DBA-BB5D-C5E43D20CB35}" destId="{04616B54-8FDF-4FE9-A510-2D6F410E05E8}" srcOrd="1" destOrd="0" presId="urn:microsoft.com/office/officeart/2005/8/layout/hierarchy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C997F42-FFE8-49DF-8DE5-812D80152C41}" type="doc">
      <dgm:prSet loTypeId="urn:microsoft.com/office/officeart/2005/8/layout/hierarchy2" loCatId="hierarchy" qsTypeId="urn:microsoft.com/office/officeart/2005/8/quickstyle/simple3" qsCatId="simple" csTypeId="urn:microsoft.com/office/officeart/2005/8/colors/colorful4" csCatId="colorful" phldr="1"/>
      <dgm:spPr/>
      <dgm:t>
        <a:bodyPr/>
        <a:lstStyle/>
        <a:p>
          <a:endParaRPr lang="zh-CN" altLang="en-US"/>
        </a:p>
      </dgm:t>
    </dgm:pt>
    <dgm:pt modelId="{BC7FE00C-0EEB-4E25-A6E8-34F247BD0091}">
      <dgm:prSet phldrT="[文本]"/>
      <dgm:spPr>
        <a:solidFill>
          <a:srgbClr val="9900CC">
            <a:alpha val="69804"/>
          </a:srgbClr>
        </a:solidFill>
      </dgm:spPr>
      <dgm:t>
        <a:bodyPr/>
        <a:lstStyle/>
        <a:p>
          <a:r>
            <a:rPr lang="en-US" altLang="zh-CN"/>
            <a:t>Run</a:t>
          </a:r>
          <a:endParaRPr lang="zh-CN" altLang="en-US"/>
        </a:p>
      </dgm:t>
    </dgm:pt>
    <dgm:pt modelId="{5A86A251-5039-4437-A15A-5B6FD69C00EB}" type="parTrans" cxnId="{04743792-ED2A-4D94-8A43-74EA91779628}">
      <dgm:prSet/>
      <dgm:spPr/>
      <dgm:t>
        <a:bodyPr/>
        <a:lstStyle/>
        <a:p>
          <a:endParaRPr lang="zh-CN" altLang="en-US"/>
        </a:p>
      </dgm:t>
    </dgm:pt>
    <dgm:pt modelId="{D7246CF8-F4C0-4D35-875F-2E05145FDA9F}" type="sibTrans" cxnId="{04743792-ED2A-4D94-8A43-74EA91779628}">
      <dgm:prSet/>
      <dgm:spPr/>
      <dgm:t>
        <a:bodyPr/>
        <a:lstStyle/>
        <a:p>
          <a:endParaRPr lang="zh-CN" altLang="en-US"/>
        </a:p>
      </dgm:t>
    </dgm:pt>
    <dgm:pt modelId="{C90BCAE0-E746-4257-BCC6-1177E6C3954F}">
      <dgm:prSet phldrT="[文本]" phldr="0"/>
      <dgm:spPr/>
      <dgm:t>
        <a:bodyPr/>
        <a:lstStyle/>
        <a:p>
          <a:r>
            <a:rPr lang="en-US" altLang="zh-CN"/>
            <a:t>POST</a:t>
          </a:r>
          <a:r>
            <a:rPr lang="zh-CN" altLang="en-US"/>
            <a:t>方法</a:t>
          </a:r>
        </a:p>
      </dgm:t>
    </dgm:pt>
    <dgm:pt modelId="{F576BD36-B6DA-4D5C-8E9C-2CC1AEA8558D}" type="parTrans" cxnId="{4E91DDCA-3219-4D19-BB87-53D46208ADA5}">
      <dgm:prSet/>
      <dgm:spPr/>
      <dgm:t>
        <a:bodyPr/>
        <a:lstStyle/>
        <a:p>
          <a:endParaRPr lang="zh-CN" altLang="en-US"/>
        </a:p>
      </dgm:t>
    </dgm:pt>
    <dgm:pt modelId="{E0E1C804-5A06-4BD7-BB5E-59C571233177}" type="sibTrans" cxnId="{4E91DDCA-3219-4D19-BB87-53D46208ADA5}">
      <dgm:prSet/>
      <dgm:spPr/>
      <dgm:t>
        <a:bodyPr/>
        <a:lstStyle/>
        <a:p>
          <a:endParaRPr lang="zh-CN" altLang="en-US"/>
        </a:p>
      </dgm:t>
    </dgm:pt>
    <dgm:pt modelId="{8F73B6C1-6ADC-4A4C-8CE7-E22B100610AF}">
      <dgm:prSet phldrT="[文本]"/>
      <dgm:spPr/>
      <dgm:t>
        <a:bodyPr/>
        <a:lstStyle/>
        <a:p>
          <a:r>
            <a:rPr lang="en-US" altLang="zh-CN"/>
            <a:t>doLogin</a:t>
          </a:r>
          <a:endParaRPr lang="zh-CN" altLang="en-US"/>
        </a:p>
      </dgm:t>
    </dgm:pt>
    <dgm:pt modelId="{3ED1A765-FC28-4557-89C4-C250A6F272CA}" type="parTrans" cxnId="{CE91A3E8-3806-4BF5-BA09-DCBFB6F371B9}">
      <dgm:prSet/>
      <dgm:spPr/>
      <dgm:t>
        <a:bodyPr/>
        <a:lstStyle/>
        <a:p>
          <a:endParaRPr lang="zh-CN" altLang="en-US"/>
        </a:p>
      </dgm:t>
    </dgm:pt>
    <dgm:pt modelId="{67453FEB-52FE-4222-8B59-5318355B4B5E}" type="sibTrans" cxnId="{CE91A3E8-3806-4BF5-BA09-DCBFB6F371B9}">
      <dgm:prSet/>
      <dgm:spPr/>
      <dgm:t>
        <a:bodyPr/>
        <a:lstStyle/>
        <a:p>
          <a:endParaRPr lang="zh-CN" altLang="en-US"/>
        </a:p>
      </dgm:t>
    </dgm:pt>
    <dgm:pt modelId="{82839DCB-1360-4178-BF7A-86D13120E34D}">
      <dgm:prSet phldrT="[文本]" phldr="0"/>
      <dgm:spPr/>
      <dgm:t>
        <a:bodyPr/>
        <a:lstStyle/>
        <a:p>
          <a:r>
            <a:rPr lang="en-US" altLang="zh-CN"/>
            <a:t>DELETE</a:t>
          </a:r>
          <a:r>
            <a:rPr lang="zh-CN" altLang="en-US"/>
            <a:t>方法</a:t>
          </a:r>
        </a:p>
      </dgm:t>
    </dgm:pt>
    <dgm:pt modelId="{D28DE27E-BADF-423C-A16B-B0B5391032E9}" type="parTrans" cxnId="{A9A4E832-4B9E-47C3-A105-0B181899B7D2}">
      <dgm:prSet/>
      <dgm:spPr/>
      <dgm:t>
        <a:bodyPr/>
        <a:lstStyle/>
        <a:p>
          <a:endParaRPr lang="zh-CN" altLang="en-US"/>
        </a:p>
      </dgm:t>
    </dgm:pt>
    <dgm:pt modelId="{991375BF-4DCD-437E-9F22-B574613553B6}" type="sibTrans" cxnId="{A9A4E832-4B9E-47C3-A105-0B181899B7D2}">
      <dgm:prSet/>
      <dgm:spPr/>
      <dgm:t>
        <a:bodyPr/>
        <a:lstStyle/>
        <a:p>
          <a:endParaRPr lang="zh-CN" altLang="en-US"/>
        </a:p>
      </dgm:t>
    </dgm:pt>
    <dgm:pt modelId="{F88A8EE0-E0EC-4197-ADC0-C32D541DFDA6}">
      <dgm:prSet phldrT="[文本]"/>
      <dgm:spPr/>
      <dgm:t>
        <a:bodyPr/>
        <a:lstStyle/>
        <a:p>
          <a:r>
            <a:rPr lang="en-US" altLang="zh-CN"/>
            <a:t>doLogout</a:t>
          </a:r>
          <a:endParaRPr lang="zh-CN" altLang="en-US"/>
        </a:p>
      </dgm:t>
    </dgm:pt>
    <dgm:pt modelId="{52BD4A66-2480-41CE-BC19-77BA0E3FCE66}" type="parTrans" cxnId="{E320E312-E07A-42BD-A8DE-4E2F98AADC61}">
      <dgm:prSet/>
      <dgm:spPr/>
      <dgm:t>
        <a:bodyPr/>
        <a:lstStyle/>
        <a:p>
          <a:endParaRPr lang="zh-CN" altLang="en-US"/>
        </a:p>
      </dgm:t>
    </dgm:pt>
    <dgm:pt modelId="{04E7D416-832F-40C1-B98B-8AD95865E90C}" type="sibTrans" cxnId="{E320E312-E07A-42BD-A8DE-4E2F98AADC61}">
      <dgm:prSet/>
      <dgm:spPr/>
      <dgm:t>
        <a:bodyPr/>
        <a:lstStyle/>
        <a:p>
          <a:endParaRPr lang="zh-CN" altLang="en-US"/>
        </a:p>
      </dgm:t>
    </dgm:pt>
    <dgm:pt modelId="{87A813E6-5530-4BD1-8E02-94B972EE5D09}">
      <dgm:prSet phldrT="[文本]"/>
      <dgm:spPr/>
      <dgm:t>
        <a:bodyPr/>
        <a:lstStyle/>
        <a:p>
          <a:r>
            <a:rPr lang="en-US" altLang="zh-CN"/>
            <a:t>dealSession</a:t>
          </a:r>
          <a:endParaRPr lang="zh-CN" altLang="en-US"/>
        </a:p>
      </dgm:t>
    </dgm:pt>
    <dgm:pt modelId="{2845D334-F568-4A03-9031-7640E5067F17}" type="parTrans" cxnId="{3989C144-C07A-426B-B92C-250F25A2D91D}">
      <dgm:prSet/>
      <dgm:spPr/>
      <dgm:t>
        <a:bodyPr/>
        <a:lstStyle/>
        <a:p>
          <a:endParaRPr lang="zh-CN" altLang="en-US"/>
        </a:p>
      </dgm:t>
    </dgm:pt>
    <dgm:pt modelId="{E09F5082-AE06-4111-A091-95DA9B62E2D5}" type="sibTrans" cxnId="{3989C144-C07A-426B-B92C-250F25A2D91D}">
      <dgm:prSet/>
      <dgm:spPr/>
      <dgm:t>
        <a:bodyPr/>
        <a:lstStyle/>
        <a:p>
          <a:endParaRPr lang="zh-CN" altLang="en-US"/>
        </a:p>
      </dgm:t>
    </dgm:pt>
    <dgm:pt modelId="{0381EAFF-4945-4E14-935D-4FE843B030CF}" type="pres">
      <dgm:prSet presAssocID="{BC997F42-FFE8-49DF-8DE5-812D80152C41}" presName="diagram" presStyleCnt="0">
        <dgm:presLayoutVars>
          <dgm:chPref val="1"/>
          <dgm:dir/>
          <dgm:animOne val="branch"/>
          <dgm:animLvl val="lvl"/>
          <dgm:resizeHandles val="exact"/>
        </dgm:presLayoutVars>
      </dgm:prSet>
      <dgm:spPr/>
    </dgm:pt>
    <dgm:pt modelId="{B2F1C84A-FFFD-4E19-9F27-59AF8189F3F2}" type="pres">
      <dgm:prSet presAssocID="{BC7FE00C-0EEB-4E25-A6E8-34F247BD0091}" presName="root1" presStyleCnt="0"/>
      <dgm:spPr/>
    </dgm:pt>
    <dgm:pt modelId="{D9559C29-0B8E-4C19-BB04-EA6F53F5BE87}" type="pres">
      <dgm:prSet presAssocID="{BC7FE00C-0EEB-4E25-A6E8-34F247BD0091}" presName="LevelOneTextNode" presStyleLbl="node0" presStyleIdx="0" presStyleCnt="1">
        <dgm:presLayoutVars>
          <dgm:chPref val="3"/>
        </dgm:presLayoutVars>
      </dgm:prSet>
      <dgm:spPr/>
    </dgm:pt>
    <dgm:pt modelId="{D6BF97F6-93EA-4A84-9572-255772151FE3}" type="pres">
      <dgm:prSet presAssocID="{BC7FE00C-0EEB-4E25-A6E8-34F247BD0091}" presName="level2hierChild" presStyleCnt="0"/>
      <dgm:spPr/>
    </dgm:pt>
    <dgm:pt modelId="{ABF25FEB-72D5-4D6F-AE2E-FA1A52136C0D}" type="pres">
      <dgm:prSet presAssocID="{2845D334-F568-4A03-9031-7640E5067F17}" presName="conn2-1" presStyleLbl="parChTrans1D2" presStyleIdx="0" presStyleCnt="1"/>
      <dgm:spPr/>
    </dgm:pt>
    <dgm:pt modelId="{BEBF1563-0F39-4599-B684-0BB2CD1493C2}" type="pres">
      <dgm:prSet presAssocID="{2845D334-F568-4A03-9031-7640E5067F17}" presName="connTx" presStyleLbl="parChTrans1D2" presStyleIdx="0" presStyleCnt="1"/>
      <dgm:spPr/>
    </dgm:pt>
    <dgm:pt modelId="{A14D58B0-28CB-44DC-BBA0-EF50B2125944}" type="pres">
      <dgm:prSet presAssocID="{87A813E6-5530-4BD1-8E02-94B972EE5D09}" presName="root2" presStyleCnt="0"/>
      <dgm:spPr/>
    </dgm:pt>
    <dgm:pt modelId="{4787C7BE-7317-4F89-824A-FF1CCD9521BE}" type="pres">
      <dgm:prSet presAssocID="{87A813E6-5530-4BD1-8E02-94B972EE5D09}" presName="LevelTwoTextNode" presStyleLbl="node2" presStyleIdx="0" presStyleCnt="1">
        <dgm:presLayoutVars>
          <dgm:chPref val="3"/>
        </dgm:presLayoutVars>
      </dgm:prSet>
      <dgm:spPr/>
    </dgm:pt>
    <dgm:pt modelId="{181B886E-029A-4BE2-A5AD-2E9DB74AFCDE}" type="pres">
      <dgm:prSet presAssocID="{87A813E6-5530-4BD1-8E02-94B972EE5D09}" presName="level3hierChild" presStyleCnt="0"/>
      <dgm:spPr/>
    </dgm:pt>
    <dgm:pt modelId="{DBFBF3A4-4FD9-40EB-8891-34BA3E3D8D31}" type="pres">
      <dgm:prSet presAssocID="{F576BD36-B6DA-4D5C-8E9C-2CC1AEA8558D}" presName="conn2-1" presStyleLbl="parChTrans1D3" presStyleIdx="0" presStyleCnt="2"/>
      <dgm:spPr/>
    </dgm:pt>
    <dgm:pt modelId="{3641FDB5-CE38-4887-AE16-430941168C90}" type="pres">
      <dgm:prSet presAssocID="{F576BD36-B6DA-4D5C-8E9C-2CC1AEA8558D}" presName="connTx" presStyleLbl="parChTrans1D3" presStyleIdx="0" presStyleCnt="2"/>
      <dgm:spPr/>
    </dgm:pt>
    <dgm:pt modelId="{16945BF7-CDA9-40EA-806C-96C28C91710C}" type="pres">
      <dgm:prSet presAssocID="{C90BCAE0-E746-4257-BCC6-1177E6C3954F}" presName="root2" presStyleCnt="0"/>
      <dgm:spPr/>
    </dgm:pt>
    <dgm:pt modelId="{8967885E-B9A2-42D0-9900-72907B3B1CB1}" type="pres">
      <dgm:prSet presAssocID="{C90BCAE0-E746-4257-BCC6-1177E6C3954F}" presName="LevelTwoTextNode" presStyleLbl="node3" presStyleIdx="0" presStyleCnt="2">
        <dgm:presLayoutVars>
          <dgm:chPref val="3"/>
        </dgm:presLayoutVars>
      </dgm:prSet>
      <dgm:spPr/>
    </dgm:pt>
    <dgm:pt modelId="{2066E706-72EE-4B78-9DB4-1948996F3563}" type="pres">
      <dgm:prSet presAssocID="{C90BCAE0-E746-4257-BCC6-1177E6C3954F}" presName="level3hierChild" presStyleCnt="0"/>
      <dgm:spPr/>
    </dgm:pt>
    <dgm:pt modelId="{84D00540-1281-46A0-ABD2-3331AE8E4C92}" type="pres">
      <dgm:prSet presAssocID="{3ED1A765-FC28-4557-89C4-C250A6F272CA}" presName="conn2-1" presStyleLbl="parChTrans1D4" presStyleIdx="0" presStyleCnt="2"/>
      <dgm:spPr/>
    </dgm:pt>
    <dgm:pt modelId="{B26EF91B-E98F-46D9-B684-3CA8BFFFB9AE}" type="pres">
      <dgm:prSet presAssocID="{3ED1A765-FC28-4557-89C4-C250A6F272CA}" presName="connTx" presStyleLbl="parChTrans1D4" presStyleIdx="0" presStyleCnt="2"/>
      <dgm:spPr/>
    </dgm:pt>
    <dgm:pt modelId="{ABC10FF9-6476-4786-8E44-2D95DB8AB8DC}" type="pres">
      <dgm:prSet presAssocID="{8F73B6C1-6ADC-4A4C-8CE7-E22B100610AF}" presName="root2" presStyleCnt="0"/>
      <dgm:spPr/>
    </dgm:pt>
    <dgm:pt modelId="{B033B1D6-9B3F-413D-8396-A63F4897A7B1}" type="pres">
      <dgm:prSet presAssocID="{8F73B6C1-6ADC-4A4C-8CE7-E22B100610AF}" presName="LevelTwoTextNode" presStyleLbl="node4" presStyleIdx="0" presStyleCnt="2">
        <dgm:presLayoutVars>
          <dgm:chPref val="3"/>
        </dgm:presLayoutVars>
      </dgm:prSet>
      <dgm:spPr/>
    </dgm:pt>
    <dgm:pt modelId="{7A207F16-7685-4048-9B8C-5876503AD87F}" type="pres">
      <dgm:prSet presAssocID="{8F73B6C1-6ADC-4A4C-8CE7-E22B100610AF}" presName="level3hierChild" presStyleCnt="0"/>
      <dgm:spPr/>
    </dgm:pt>
    <dgm:pt modelId="{763C83F3-8A72-464E-A4C0-10518C4B0C41}" type="pres">
      <dgm:prSet presAssocID="{D28DE27E-BADF-423C-A16B-B0B5391032E9}" presName="conn2-1" presStyleLbl="parChTrans1D3" presStyleIdx="1" presStyleCnt="2"/>
      <dgm:spPr/>
    </dgm:pt>
    <dgm:pt modelId="{A106F71A-895F-4A21-8A84-5731D8254904}" type="pres">
      <dgm:prSet presAssocID="{D28DE27E-BADF-423C-A16B-B0B5391032E9}" presName="connTx" presStyleLbl="parChTrans1D3" presStyleIdx="1" presStyleCnt="2"/>
      <dgm:spPr/>
    </dgm:pt>
    <dgm:pt modelId="{75687934-D571-4A52-A506-E28A169B5E5C}" type="pres">
      <dgm:prSet presAssocID="{82839DCB-1360-4178-BF7A-86D13120E34D}" presName="root2" presStyleCnt="0"/>
      <dgm:spPr/>
    </dgm:pt>
    <dgm:pt modelId="{772F22DD-F8E1-4CB8-91BA-D82ACE98F0C9}" type="pres">
      <dgm:prSet presAssocID="{82839DCB-1360-4178-BF7A-86D13120E34D}" presName="LevelTwoTextNode" presStyleLbl="node3" presStyleIdx="1" presStyleCnt="2">
        <dgm:presLayoutVars>
          <dgm:chPref val="3"/>
        </dgm:presLayoutVars>
      </dgm:prSet>
      <dgm:spPr/>
    </dgm:pt>
    <dgm:pt modelId="{9671E051-C98D-40CE-AE67-3CABA6A59EC4}" type="pres">
      <dgm:prSet presAssocID="{82839DCB-1360-4178-BF7A-86D13120E34D}" presName="level3hierChild" presStyleCnt="0"/>
      <dgm:spPr/>
    </dgm:pt>
    <dgm:pt modelId="{3F439B5B-B1F6-49CE-9D0D-66CD327545DD}" type="pres">
      <dgm:prSet presAssocID="{52BD4A66-2480-41CE-BC19-77BA0E3FCE66}" presName="conn2-1" presStyleLbl="parChTrans1D4" presStyleIdx="1" presStyleCnt="2"/>
      <dgm:spPr/>
    </dgm:pt>
    <dgm:pt modelId="{A43355DB-1635-4194-887F-5D5BEAD5D201}" type="pres">
      <dgm:prSet presAssocID="{52BD4A66-2480-41CE-BC19-77BA0E3FCE66}" presName="connTx" presStyleLbl="parChTrans1D4" presStyleIdx="1" presStyleCnt="2"/>
      <dgm:spPr/>
    </dgm:pt>
    <dgm:pt modelId="{A940F0D1-E555-49BB-9002-460F78E59BE3}" type="pres">
      <dgm:prSet presAssocID="{F88A8EE0-E0EC-4197-ADC0-C32D541DFDA6}" presName="root2" presStyleCnt="0"/>
      <dgm:spPr/>
    </dgm:pt>
    <dgm:pt modelId="{31A2A0E4-E344-43A9-9962-22B28D221664}" type="pres">
      <dgm:prSet presAssocID="{F88A8EE0-E0EC-4197-ADC0-C32D541DFDA6}" presName="LevelTwoTextNode" presStyleLbl="node4" presStyleIdx="1" presStyleCnt="2">
        <dgm:presLayoutVars>
          <dgm:chPref val="3"/>
        </dgm:presLayoutVars>
      </dgm:prSet>
      <dgm:spPr/>
    </dgm:pt>
    <dgm:pt modelId="{88057281-C96D-46BA-A566-AC74DC0F2833}" type="pres">
      <dgm:prSet presAssocID="{F88A8EE0-E0EC-4197-ADC0-C32D541DFDA6}" presName="level3hierChild" presStyleCnt="0"/>
      <dgm:spPr/>
    </dgm:pt>
  </dgm:ptLst>
  <dgm:cxnLst>
    <dgm:cxn modelId="{7A4B5A0D-C566-4FA2-B8E3-185A230C32D5}" type="presOf" srcId="{D28DE27E-BADF-423C-A16B-B0B5391032E9}" destId="{A106F71A-895F-4A21-8A84-5731D8254904}" srcOrd="1" destOrd="0" presId="urn:microsoft.com/office/officeart/2005/8/layout/hierarchy2"/>
    <dgm:cxn modelId="{E320E312-E07A-42BD-A8DE-4E2F98AADC61}" srcId="{82839DCB-1360-4178-BF7A-86D13120E34D}" destId="{F88A8EE0-E0EC-4197-ADC0-C32D541DFDA6}" srcOrd="0" destOrd="0" parTransId="{52BD4A66-2480-41CE-BC19-77BA0E3FCE66}" sibTransId="{04E7D416-832F-40C1-B98B-8AD95865E90C}"/>
    <dgm:cxn modelId="{A698FE2B-2633-43B8-9BEF-B6AECF172CC1}" type="presOf" srcId="{F576BD36-B6DA-4D5C-8E9C-2CC1AEA8558D}" destId="{DBFBF3A4-4FD9-40EB-8891-34BA3E3D8D31}" srcOrd="0" destOrd="0" presId="urn:microsoft.com/office/officeart/2005/8/layout/hierarchy2"/>
    <dgm:cxn modelId="{BB7B8830-F821-40F5-97E2-734D2EDED274}" type="presOf" srcId="{F88A8EE0-E0EC-4197-ADC0-C32D541DFDA6}" destId="{31A2A0E4-E344-43A9-9962-22B28D221664}" srcOrd="0" destOrd="0" presId="urn:microsoft.com/office/officeart/2005/8/layout/hierarchy2"/>
    <dgm:cxn modelId="{6B6B9A30-0A00-4792-994A-0BD5A15B18BC}" type="presOf" srcId="{2845D334-F568-4A03-9031-7640E5067F17}" destId="{BEBF1563-0F39-4599-B684-0BB2CD1493C2}" srcOrd="1" destOrd="0" presId="urn:microsoft.com/office/officeart/2005/8/layout/hierarchy2"/>
    <dgm:cxn modelId="{A9A4E832-4B9E-47C3-A105-0B181899B7D2}" srcId="{87A813E6-5530-4BD1-8E02-94B972EE5D09}" destId="{82839DCB-1360-4178-BF7A-86D13120E34D}" srcOrd="1" destOrd="0" parTransId="{D28DE27E-BADF-423C-A16B-B0B5391032E9}" sibTransId="{991375BF-4DCD-437E-9F22-B574613553B6}"/>
    <dgm:cxn modelId="{B513BC3E-6D4B-487C-904F-76FAC00A0C14}" type="presOf" srcId="{BC997F42-FFE8-49DF-8DE5-812D80152C41}" destId="{0381EAFF-4945-4E14-935D-4FE843B030CF}" srcOrd="0" destOrd="0" presId="urn:microsoft.com/office/officeart/2005/8/layout/hierarchy2"/>
    <dgm:cxn modelId="{E4F49A3F-EE8F-481C-A84C-D99D29B2F2D5}" type="presOf" srcId="{52BD4A66-2480-41CE-BC19-77BA0E3FCE66}" destId="{3F439B5B-B1F6-49CE-9D0D-66CD327545DD}" srcOrd="0" destOrd="0" presId="urn:microsoft.com/office/officeart/2005/8/layout/hierarchy2"/>
    <dgm:cxn modelId="{3989C144-C07A-426B-B92C-250F25A2D91D}" srcId="{BC7FE00C-0EEB-4E25-A6E8-34F247BD0091}" destId="{87A813E6-5530-4BD1-8E02-94B972EE5D09}" srcOrd="0" destOrd="0" parTransId="{2845D334-F568-4A03-9031-7640E5067F17}" sibTransId="{E09F5082-AE06-4111-A091-95DA9B62E2D5}"/>
    <dgm:cxn modelId="{20364D48-1EA8-4B90-BB04-04EAAC3D9A8C}" type="presOf" srcId="{87A813E6-5530-4BD1-8E02-94B972EE5D09}" destId="{4787C7BE-7317-4F89-824A-FF1CCD9521BE}" srcOrd="0" destOrd="0" presId="urn:microsoft.com/office/officeart/2005/8/layout/hierarchy2"/>
    <dgm:cxn modelId="{11449C48-8AF7-4213-B5AE-041E924926E3}" type="presOf" srcId="{82839DCB-1360-4178-BF7A-86D13120E34D}" destId="{772F22DD-F8E1-4CB8-91BA-D82ACE98F0C9}" srcOrd="0" destOrd="0" presId="urn:microsoft.com/office/officeart/2005/8/layout/hierarchy2"/>
    <dgm:cxn modelId="{986DB568-07AA-4EE7-B3D0-44397E297436}" type="presOf" srcId="{2845D334-F568-4A03-9031-7640E5067F17}" destId="{ABF25FEB-72D5-4D6F-AE2E-FA1A52136C0D}" srcOrd="0" destOrd="0" presId="urn:microsoft.com/office/officeart/2005/8/layout/hierarchy2"/>
    <dgm:cxn modelId="{502CD850-06FF-4569-89A9-8EE893B9468D}" type="presOf" srcId="{D28DE27E-BADF-423C-A16B-B0B5391032E9}" destId="{763C83F3-8A72-464E-A4C0-10518C4B0C41}" srcOrd="0" destOrd="0" presId="urn:microsoft.com/office/officeart/2005/8/layout/hierarchy2"/>
    <dgm:cxn modelId="{D8C0CF74-FE27-4A3E-B471-F1EDA8AB3907}" type="presOf" srcId="{F576BD36-B6DA-4D5C-8E9C-2CC1AEA8558D}" destId="{3641FDB5-CE38-4887-AE16-430941168C90}" srcOrd="1" destOrd="0" presId="urn:microsoft.com/office/officeart/2005/8/layout/hierarchy2"/>
    <dgm:cxn modelId="{4D22A776-8B6D-4D17-89CC-4F093685F2E3}" type="presOf" srcId="{BC7FE00C-0EEB-4E25-A6E8-34F247BD0091}" destId="{D9559C29-0B8E-4C19-BB04-EA6F53F5BE87}" srcOrd="0" destOrd="0" presId="urn:microsoft.com/office/officeart/2005/8/layout/hierarchy2"/>
    <dgm:cxn modelId="{ACA24B81-E4FF-4F14-803C-BAD1BF75847C}" type="presOf" srcId="{8F73B6C1-6ADC-4A4C-8CE7-E22B100610AF}" destId="{B033B1D6-9B3F-413D-8396-A63F4897A7B1}" srcOrd="0" destOrd="0" presId="urn:microsoft.com/office/officeart/2005/8/layout/hierarchy2"/>
    <dgm:cxn modelId="{04743792-ED2A-4D94-8A43-74EA91779628}" srcId="{BC997F42-FFE8-49DF-8DE5-812D80152C41}" destId="{BC7FE00C-0EEB-4E25-A6E8-34F247BD0091}" srcOrd="0" destOrd="0" parTransId="{5A86A251-5039-4437-A15A-5B6FD69C00EB}" sibTransId="{D7246CF8-F4C0-4D35-875F-2E05145FDA9F}"/>
    <dgm:cxn modelId="{86375695-E81B-4D61-AE5D-CD37045B177F}" type="presOf" srcId="{52BD4A66-2480-41CE-BC19-77BA0E3FCE66}" destId="{A43355DB-1635-4194-887F-5D5BEAD5D201}" srcOrd="1" destOrd="0" presId="urn:microsoft.com/office/officeart/2005/8/layout/hierarchy2"/>
    <dgm:cxn modelId="{676438BB-28AE-40F2-B571-60806ED75849}" type="presOf" srcId="{3ED1A765-FC28-4557-89C4-C250A6F272CA}" destId="{B26EF91B-E98F-46D9-B684-3CA8BFFFB9AE}" srcOrd="1" destOrd="0" presId="urn:microsoft.com/office/officeart/2005/8/layout/hierarchy2"/>
    <dgm:cxn modelId="{4E91DDCA-3219-4D19-BB87-53D46208ADA5}" srcId="{87A813E6-5530-4BD1-8E02-94B972EE5D09}" destId="{C90BCAE0-E746-4257-BCC6-1177E6C3954F}" srcOrd="0" destOrd="0" parTransId="{F576BD36-B6DA-4D5C-8E9C-2CC1AEA8558D}" sibTransId="{E0E1C804-5A06-4BD7-BB5E-59C571233177}"/>
    <dgm:cxn modelId="{33BB4CD0-5CC6-4201-8174-7F05463748BC}" type="presOf" srcId="{3ED1A765-FC28-4557-89C4-C250A6F272CA}" destId="{84D00540-1281-46A0-ABD2-3331AE8E4C92}" srcOrd="0" destOrd="0" presId="urn:microsoft.com/office/officeart/2005/8/layout/hierarchy2"/>
    <dgm:cxn modelId="{7610D3E2-38A3-4F8E-93E6-757F10262F69}" type="presOf" srcId="{C90BCAE0-E746-4257-BCC6-1177E6C3954F}" destId="{8967885E-B9A2-42D0-9900-72907B3B1CB1}" srcOrd="0" destOrd="0" presId="urn:microsoft.com/office/officeart/2005/8/layout/hierarchy2"/>
    <dgm:cxn modelId="{CE91A3E8-3806-4BF5-BA09-DCBFB6F371B9}" srcId="{C90BCAE0-E746-4257-BCC6-1177E6C3954F}" destId="{8F73B6C1-6ADC-4A4C-8CE7-E22B100610AF}" srcOrd="0" destOrd="0" parTransId="{3ED1A765-FC28-4557-89C4-C250A6F272CA}" sibTransId="{67453FEB-52FE-4222-8B59-5318355B4B5E}"/>
    <dgm:cxn modelId="{52E870C0-1CC8-4DED-8549-40703D883D66}" type="presParOf" srcId="{0381EAFF-4945-4E14-935D-4FE843B030CF}" destId="{B2F1C84A-FFFD-4E19-9F27-59AF8189F3F2}" srcOrd="0" destOrd="0" presId="urn:microsoft.com/office/officeart/2005/8/layout/hierarchy2"/>
    <dgm:cxn modelId="{BD767BDC-8343-45D2-9449-1DAA7967CBD3}" type="presParOf" srcId="{B2F1C84A-FFFD-4E19-9F27-59AF8189F3F2}" destId="{D9559C29-0B8E-4C19-BB04-EA6F53F5BE87}" srcOrd="0" destOrd="0" presId="urn:microsoft.com/office/officeart/2005/8/layout/hierarchy2"/>
    <dgm:cxn modelId="{BB3B3756-1ABB-416E-A1A9-8794E7C24146}" type="presParOf" srcId="{B2F1C84A-FFFD-4E19-9F27-59AF8189F3F2}" destId="{D6BF97F6-93EA-4A84-9572-255772151FE3}" srcOrd="1" destOrd="0" presId="urn:microsoft.com/office/officeart/2005/8/layout/hierarchy2"/>
    <dgm:cxn modelId="{F9D9182E-C2A8-44D9-A9A6-9FC39C09B527}" type="presParOf" srcId="{D6BF97F6-93EA-4A84-9572-255772151FE3}" destId="{ABF25FEB-72D5-4D6F-AE2E-FA1A52136C0D}" srcOrd="0" destOrd="0" presId="urn:microsoft.com/office/officeart/2005/8/layout/hierarchy2"/>
    <dgm:cxn modelId="{9052E71B-F61B-4452-AF41-69977D9C6E3A}" type="presParOf" srcId="{ABF25FEB-72D5-4D6F-AE2E-FA1A52136C0D}" destId="{BEBF1563-0F39-4599-B684-0BB2CD1493C2}" srcOrd="0" destOrd="0" presId="urn:microsoft.com/office/officeart/2005/8/layout/hierarchy2"/>
    <dgm:cxn modelId="{988E75EB-6004-418A-B725-C6A515B46B63}" type="presParOf" srcId="{D6BF97F6-93EA-4A84-9572-255772151FE3}" destId="{A14D58B0-28CB-44DC-BBA0-EF50B2125944}" srcOrd="1" destOrd="0" presId="urn:microsoft.com/office/officeart/2005/8/layout/hierarchy2"/>
    <dgm:cxn modelId="{51DACBC7-2460-42CA-9858-F32F786BB51E}" type="presParOf" srcId="{A14D58B0-28CB-44DC-BBA0-EF50B2125944}" destId="{4787C7BE-7317-4F89-824A-FF1CCD9521BE}" srcOrd="0" destOrd="0" presId="urn:microsoft.com/office/officeart/2005/8/layout/hierarchy2"/>
    <dgm:cxn modelId="{E11248BA-FE34-46B1-BF98-3B0196307653}" type="presParOf" srcId="{A14D58B0-28CB-44DC-BBA0-EF50B2125944}" destId="{181B886E-029A-4BE2-A5AD-2E9DB74AFCDE}" srcOrd="1" destOrd="0" presId="urn:microsoft.com/office/officeart/2005/8/layout/hierarchy2"/>
    <dgm:cxn modelId="{3BC1D0E2-4DB1-4556-ADCB-9DFBFD0D60A2}" type="presParOf" srcId="{181B886E-029A-4BE2-A5AD-2E9DB74AFCDE}" destId="{DBFBF3A4-4FD9-40EB-8891-34BA3E3D8D31}" srcOrd="0" destOrd="0" presId="urn:microsoft.com/office/officeart/2005/8/layout/hierarchy2"/>
    <dgm:cxn modelId="{8C017CD0-B733-438B-A021-97061CC54DC6}" type="presParOf" srcId="{DBFBF3A4-4FD9-40EB-8891-34BA3E3D8D31}" destId="{3641FDB5-CE38-4887-AE16-430941168C90}" srcOrd="0" destOrd="0" presId="urn:microsoft.com/office/officeart/2005/8/layout/hierarchy2"/>
    <dgm:cxn modelId="{179164B1-67C5-4959-8CA6-91F5A37A7C95}" type="presParOf" srcId="{181B886E-029A-4BE2-A5AD-2E9DB74AFCDE}" destId="{16945BF7-CDA9-40EA-806C-96C28C91710C}" srcOrd="1" destOrd="0" presId="urn:microsoft.com/office/officeart/2005/8/layout/hierarchy2"/>
    <dgm:cxn modelId="{69BE596E-92FF-4C2B-A4BA-4802C573A91A}" type="presParOf" srcId="{16945BF7-CDA9-40EA-806C-96C28C91710C}" destId="{8967885E-B9A2-42D0-9900-72907B3B1CB1}" srcOrd="0" destOrd="0" presId="urn:microsoft.com/office/officeart/2005/8/layout/hierarchy2"/>
    <dgm:cxn modelId="{21108B1C-7735-4A34-8957-D702341C3316}" type="presParOf" srcId="{16945BF7-CDA9-40EA-806C-96C28C91710C}" destId="{2066E706-72EE-4B78-9DB4-1948996F3563}" srcOrd="1" destOrd="0" presId="urn:microsoft.com/office/officeart/2005/8/layout/hierarchy2"/>
    <dgm:cxn modelId="{A4CBDA23-0CDC-4C3E-8C20-B511C76AD064}" type="presParOf" srcId="{2066E706-72EE-4B78-9DB4-1948996F3563}" destId="{84D00540-1281-46A0-ABD2-3331AE8E4C92}" srcOrd="0" destOrd="0" presId="urn:microsoft.com/office/officeart/2005/8/layout/hierarchy2"/>
    <dgm:cxn modelId="{8A6D6675-8043-4B92-BCD4-285C0437D3E8}" type="presParOf" srcId="{84D00540-1281-46A0-ABD2-3331AE8E4C92}" destId="{B26EF91B-E98F-46D9-B684-3CA8BFFFB9AE}" srcOrd="0" destOrd="0" presId="urn:microsoft.com/office/officeart/2005/8/layout/hierarchy2"/>
    <dgm:cxn modelId="{43E6EC24-2942-49A0-8DF0-E51237D4F175}" type="presParOf" srcId="{2066E706-72EE-4B78-9DB4-1948996F3563}" destId="{ABC10FF9-6476-4786-8E44-2D95DB8AB8DC}" srcOrd="1" destOrd="0" presId="urn:microsoft.com/office/officeart/2005/8/layout/hierarchy2"/>
    <dgm:cxn modelId="{A05D070D-C1B1-46A3-AFE1-20E72CFC9ABB}" type="presParOf" srcId="{ABC10FF9-6476-4786-8E44-2D95DB8AB8DC}" destId="{B033B1D6-9B3F-413D-8396-A63F4897A7B1}" srcOrd="0" destOrd="0" presId="urn:microsoft.com/office/officeart/2005/8/layout/hierarchy2"/>
    <dgm:cxn modelId="{208E9ECF-8F3F-4453-A8BD-D61661B330DC}" type="presParOf" srcId="{ABC10FF9-6476-4786-8E44-2D95DB8AB8DC}" destId="{7A207F16-7685-4048-9B8C-5876503AD87F}" srcOrd="1" destOrd="0" presId="urn:microsoft.com/office/officeart/2005/8/layout/hierarchy2"/>
    <dgm:cxn modelId="{16059E47-F403-41B9-9255-51E412F39B93}" type="presParOf" srcId="{181B886E-029A-4BE2-A5AD-2E9DB74AFCDE}" destId="{763C83F3-8A72-464E-A4C0-10518C4B0C41}" srcOrd="2" destOrd="0" presId="urn:microsoft.com/office/officeart/2005/8/layout/hierarchy2"/>
    <dgm:cxn modelId="{31A60E62-852E-4D0E-9E68-1BA0734C7DC1}" type="presParOf" srcId="{763C83F3-8A72-464E-A4C0-10518C4B0C41}" destId="{A106F71A-895F-4A21-8A84-5731D8254904}" srcOrd="0" destOrd="0" presId="urn:microsoft.com/office/officeart/2005/8/layout/hierarchy2"/>
    <dgm:cxn modelId="{0799CE3C-C21C-4298-8006-4A82ED0FDADD}" type="presParOf" srcId="{181B886E-029A-4BE2-A5AD-2E9DB74AFCDE}" destId="{75687934-D571-4A52-A506-E28A169B5E5C}" srcOrd="3" destOrd="0" presId="urn:microsoft.com/office/officeart/2005/8/layout/hierarchy2"/>
    <dgm:cxn modelId="{4DCB98B9-9597-46B0-9FC3-E789D29D1F07}" type="presParOf" srcId="{75687934-D571-4A52-A506-E28A169B5E5C}" destId="{772F22DD-F8E1-4CB8-91BA-D82ACE98F0C9}" srcOrd="0" destOrd="0" presId="urn:microsoft.com/office/officeart/2005/8/layout/hierarchy2"/>
    <dgm:cxn modelId="{43705860-4109-4EDE-83ED-802B421B733D}" type="presParOf" srcId="{75687934-D571-4A52-A506-E28A169B5E5C}" destId="{9671E051-C98D-40CE-AE67-3CABA6A59EC4}" srcOrd="1" destOrd="0" presId="urn:microsoft.com/office/officeart/2005/8/layout/hierarchy2"/>
    <dgm:cxn modelId="{AFC290D5-BE1D-43BF-9604-86D2E638208F}" type="presParOf" srcId="{9671E051-C98D-40CE-AE67-3CABA6A59EC4}" destId="{3F439B5B-B1F6-49CE-9D0D-66CD327545DD}" srcOrd="0" destOrd="0" presId="urn:microsoft.com/office/officeart/2005/8/layout/hierarchy2"/>
    <dgm:cxn modelId="{C13B62C2-C410-4DA7-89A0-F96E0DA3FABE}" type="presParOf" srcId="{3F439B5B-B1F6-49CE-9D0D-66CD327545DD}" destId="{A43355DB-1635-4194-887F-5D5BEAD5D201}" srcOrd="0" destOrd="0" presId="urn:microsoft.com/office/officeart/2005/8/layout/hierarchy2"/>
    <dgm:cxn modelId="{1D60CD56-D4B6-415B-875B-DFE89512419E}" type="presParOf" srcId="{9671E051-C98D-40CE-AE67-3CABA6A59EC4}" destId="{A940F0D1-E555-49BB-9002-460F78E59BE3}" srcOrd="1" destOrd="0" presId="urn:microsoft.com/office/officeart/2005/8/layout/hierarchy2"/>
    <dgm:cxn modelId="{19D232C5-2B73-4831-B0A2-D271984AD771}" type="presParOf" srcId="{A940F0D1-E555-49BB-9002-460F78E59BE3}" destId="{31A2A0E4-E344-43A9-9962-22B28D221664}" srcOrd="0" destOrd="0" presId="urn:microsoft.com/office/officeart/2005/8/layout/hierarchy2"/>
    <dgm:cxn modelId="{37FDCAB9-7D4D-4738-BF6A-40A571F86A48}" type="presParOf" srcId="{A940F0D1-E555-49BB-9002-460F78E59BE3}" destId="{88057281-C96D-46BA-A566-AC74DC0F2833}"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BC997F42-FFE8-49DF-8DE5-812D80152C41}" type="doc">
      <dgm:prSet loTypeId="urn:microsoft.com/office/officeart/2005/8/layout/hierarchy2" loCatId="hierarchy" qsTypeId="urn:microsoft.com/office/officeart/2005/8/quickstyle/simple3" qsCatId="simple" csTypeId="urn:microsoft.com/office/officeart/2005/8/colors/colorful4" csCatId="colorful" phldr="1"/>
      <dgm:spPr/>
      <dgm:t>
        <a:bodyPr/>
        <a:lstStyle/>
        <a:p>
          <a:endParaRPr lang="zh-CN" altLang="en-US"/>
        </a:p>
      </dgm:t>
    </dgm:pt>
    <dgm:pt modelId="{BC7FE00C-0EEB-4E25-A6E8-34F247BD0091}">
      <dgm:prSet phldrT="[文本]"/>
      <dgm:spPr>
        <a:solidFill>
          <a:srgbClr val="9900CC">
            <a:alpha val="69804"/>
          </a:srgbClr>
        </a:solidFill>
      </dgm:spPr>
      <dgm:t>
        <a:bodyPr/>
        <a:lstStyle/>
        <a:p>
          <a:r>
            <a:rPr lang="en-US" altLang="zh-CN"/>
            <a:t>Run</a:t>
          </a:r>
          <a:endParaRPr lang="zh-CN" altLang="en-US"/>
        </a:p>
      </dgm:t>
    </dgm:pt>
    <dgm:pt modelId="{5A86A251-5039-4437-A15A-5B6FD69C00EB}" type="parTrans" cxnId="{04743792-ED2A-4D94-8A43-74EA91779628}">
      <dgm:prSet/>
      <dgm:spPr/>
      <dgm:t>
        <a:bodyPr/>
        <a:lstStyle/>
        <a:p>
          <a:endParaRPr lang="zh-CN" altLang="en-US"/>
        </a:p>
      </dgm:t>
    </dgm:pt>
    <dgm:pt modelId="{D7246CF8-F4C0-4D35-875F-2E05145FDA9F}" type="sibTrans" cxnId="{04743792-ED2A-4D94-8A43-74EA91779628}">
      <dgm:prSet/>
      <dgm:spPr/>
      <dgm:t>
        <a:bodyPr/>
        <a:lstStyle/>
        <a:p>
          <a:endParaRPr lang="zh-CN" altLang="en-US"/>
        </a:p>
      </dgm:t>
    </dgm:pt>
    <dgm:pt modelId="{C90BCAE0-E746-4257-BCC6-1177E6C3954F}">
      <dgm:prSet phldrT="[文本]" phldr="0"/>
      <dgm:spPr/>
      <dgm:t>
        <a:bodyPr/>
        <a:lstStyle/>
        <a:p>
          <a:r>
            <a:rPr lang="en-US" altLang="zh-CN"/>
            <a:t>PATCH</a:t>
          </a:r>
          <a:r>
            <a:rPr lang="zh-CN" altLang="en-US"/>
            <a:t>方法</a:t>
          </a:r>
        </a:p>
      </dgm:t>
    </dgm:pt>
    <dgm:pt modelId="{F576BD36-B6DA-4D5C-8E9C-2CC1AEA8558D}" type="parTrans" cxnId="{4E91DDCA-3219-4D19-BB87-53D46208ADA5}">
      <dgm:prSet/>
      <dgm:spPr/>
      <dgm:t>
        <a:bodyPr/>
        <a:lstStyle/>
        <a:p>
          <a:endParaRPr lang="zh-CN" altLang="en-US"/>
        </a:p>
      </dgm:t>
    </dgm:pt>
    <dgm:pt modelId="{E0E1C804-5A06-4BD7-BB5E-59C571233177}" type="sibTrans" cxnId="{4E91DDCA-3219-4D19-BB87-53D46208ADA5}">
      <dgm:prSet/>
      <dgm:spPr/>
      <dgm:t>
        <a:bodyPr/>
        <a:lstStyle/>
        <a:p>
          <a:endParaRPr lang="zh-CN" altLang="en-US"/>
        </a:p>
      </dgm:t>
    </dgm:pt>
    <dgm:pt modelId="{8F73B6C1-6ADC-4A4C-8CE7-E22B100610AF}">
      <dgm:prSet phldrT="[文本]"/>
      <dgm:spPr/>
      <dgm:t>
        <a:bodyPr/>
        <a:lstStyle/>
        <a:p>
          <a:r>
            <a:rPr lang="en-US" altLang="zh-CN"/>
            <a:t>doChangePwd</a:t>
          </a:r>
          <a:endParaRPr lang="zh-CN" altLang="en-US"/>
        </a:p>
      </dgm:t>
    </dgm:pt>
    <dgm:pt modelId="{3ED1A765-FC28-4557-89C4-C250A6F272CA}" type="parTrans" cxnId="{CE91A3E8-3806-4BF5-BA09-DCBFB6F371B9}">
      <dgm:prSet/>
      <dgm:spPr/>
      <dgm:t>
        <a:bodyPr/>
        <a:lstStyle/>
        <a:p>
          <a:endParaRPr lang="zh-CN" altLang="en-US"/>
        </a:p>
      </dgm:t>
    </dgm:pt>
    <dgm:pt modelId="{67453FEB-52FE-4222-8B59-5318355B4B5E}" type="sibTrans" cxnId="{CE91A3E8-3806-4BF5-BA09-DCBFB6F371B9}">
      <dgm:prSet/>
      <dgm:spPr/>
      <dgm:t>
        <a:bodyPr/>
        <a:lstStyle/>
        <a:p>
          <a:endParaRPr lang="zh-CN" altLang="en-US"/>
        </a:p>
      </dgm:t>
    </dgm:pt>
    <dgm:pt modelId="{87A813E6-5530-4BD1-8E02-94B972EE5D09}">
      <dgm:prSet phldrT="[文本]"/>
      <dgm:spPr/>
      <dgm:t>
        <a:bodyPr/>
        <a:lstStyle/>
        <a:p>
          <a:r>
            <a:rPr lang="en-US" altLang="zh-CN"/>
            <a:t>dealUser</a:t>
          </a:r>
          <a:endParaRPr lang="zh-CN" altLang="en-US"/>
        </a:p>
      </dgm:t>
    </dgm:pt>
    <dgm:pt modelId="{2845D334-F568-4A03-9031-7640E5067F17}" type="parTrans" cxnId="{3989C144-C07A-426B-B92C-250F25A2D91D}">
      <dgm:prSet/>
      <dgm:spPr/>
      <dgm:t>
        <a:bodyPr/>
        <a:lstStyle/>
        <a:p>
          <a:endParaRPr lang="zh-CN" altLang="en-US"/>
        </a:p>
      </dgm:t>
    </dgm:pt>
    <dgm:pt modelId="{E09F5082-AE06-4111-A091-95DA9B62E2D5}" type="sibTrans" cxnId="{3989C144-C07A-426B-B92C-250F25A2D91D}">
      <dgm:prSet/>
      <dgm:spPr/>
      <dgm:t>
        <a:bodyPr/>
        <a:lstStyle/>
        <a:p>
          <a:endParaRPr lang="zh-CN" altLang="en-US"/>
        </a:p>
      </dgm:t>
    </dgm:pt>
    <dgm:pt modelId="{0381EAFF-4945-4E14-935D-4FE843B030CF}" type="pres">
      <dgm:prSet presAssocID="{BC997F42-FFE8-49DF-8DE5-812D80152C41}" presName="diagram" presStyleCnt="0">
        <dgm:presLayoutVars>
          <dgm:chPref val="1"/>
          <dgm:dir/>
          <dgm:animOne val="branch"/>
          <dgm:animLvl val="lvl"/>
          <dgm:resizeHandles val="exact"/>
        </dgm:presLayoutVars>
      </dgm:prSet>
      <dgm:spPr/>
    </dgm:pt>
    <dgm:pt modelId="{B2F1C84A-FFFD-4E19-9F27-59AF8189F3F2}" type="pres">
      <dgm:prSet presAssocID="{BC7FE00C-0EEB-4E25-A6E8-34F247BD0091}" presName="root1" presStyleCnt="0"/>
      <dgm:spPr/>
    </dgm:pt>
    <dgm:pt modelId="{D9559C29-0B8E-4C19-BB04-EA6F53F5BE87}" type="pres">
      <dgm:prSet presAssocID="{BC7FE00C-0EEB-4E25-A6E8-34F247BD0091}" presName="LevelOneTextNode" presStyleLbl="node0" presStyleIdx="0" presStyleCnt="1">
        <dgm:presLayoutVars>
          <dgm:chPref val="3"/>
        </dgm:presLayoutVars>
      </dgm:prSet>
      <dgm:spPr/>
    </dgm:pt>
    <dgm:pt modelId="{D6BF97F6-93EA-4A84-9572-255772151FE3}" type="pres">
      <dgm:prSet presAssocID="{BC7FE00C-0EEB-4E25-A6E8-34F247BD0091}" presName="level2hierChild" presStyleCnt="0"/>
      <dgm:spPr/>
    </dgm:pt>
    <dgm:pt modelId="{ABF25FEB-72D5-4D6F-AE2E-FA1A52136C0D}" type="pres">
      <dgm:prSet presAssocID="{2845D334-F568-4A03-9031-7640E5067F17}" presName="conn2-1" presStyleLbl="parChTrans1D2" presStyleIdx="0" presStyleCnt="1"/>
      <dgm:spPr/>
    </dgm:pt>
    <dgm:pt modelId="{BEBF1563-0F39-4599-B684-0BB2CD1493C2}" type="pres">
      <dgm:prSet presAssocID="{2845D334-F568-4A03-9031-7640E5067F17}" presName="connTx" presStyleLbl="parChTrans1D2" presStyleIdx="0" presStyleCnt="1"/>
      <dgm:spPr/>
    </dgm:pt>
    <dgm:pt modelId="{A14D58B0-28CB-44DC-BBA0-EF50B2125944}" type="pres">
      <dgm:prSet presAssocID="{87A813E6-5530-4BD1-8E02-94B972EE5D09}" presName="root2" presStyleCnt="0"/>
      <dgm:spPr/>
    </dgm:pt>
    <dgm:pt modelId="{4787C7BE-7317-4F89-824A-FF1CCD9521BE}" type="pres">
      <dgm:prSet presAssocID="{87A813E6-5530-4BD1-8E02-94B972EE5D09}" presName="LevelTwoTextNode" presStyleLbl="node2" presStyleIdx="0" presStyleCnt="1">
        <dgm:presLayoutVars>
          <dgm:chPref val="3"/>
        </dgm:presLayoutVars>
      </dgm:prSet>
      <dgm:spPr/>
    </dgm:pt>
    <dgm:pt modelId="{181B886E-029A-4BE2-A5AD-2E9DB74AFCDE}" type="pres">
      <dgm:prSet presAssocID="{87A813E6-5530-4BD1-8E02-94B972EE5D09}" presName="level3hierChild" presStyleCnt="0"/>
      <dgm:spPr/>
    </dgm:pt>
    <dgm:pt modelId="{DBFBF3A4-4FD9-40EB-8891-34BA3E3D8D31}" type="pres">
      <dgm:prSet presAssocID="{F576BD36-B6DA-4D5C-8E9C-2CC1AEA8558D}" presName="conn2-1" presStyleLbl="parChTrans1D3" presStyleIdx="0" presStyleCnt="1"/>
      <dgm:spPr/>
    </dgm:pt>
    <dgm:pt modelId="{3641FDB5-CE38-4887-AE16-430941168C90}" type="pres">
      <dgm:prSet presAssocID="{F576BD36-B6DA-4D5C-8E9C-2CC1AEA8558D}" presName="connTx" presStyleLbl="parChTrans1D3" presStyleIdx="0" presStyleCnt="1"/>
      <dgm:spPr/>
    </dgm:pt>
    <dgm:pt modelId="{16945BF7-CDA9-40EA-806C-96C28C91710C}" type="pres">
      <dgm:prSet presAssocID="{C90BCAE0-E746-4257-BCC6-1177E6C3954F}" presName="root2" presStyleCnt="0"/>
      <dgm:spPr/>
    </dgm:pt>
    <dgm:pt modelId="{8967885E-B9A2-42D0-9900-72907B3B1CB1}" type="pres">
      <dgm:prSet presAssocID="{C90BCAE0-E746-4257-BCC6-1177E6C3954F}" presName="LevelTwoTextNode" presStyleLbl="node3" presStyleIdx="0" presStyleCnt="1">
        <dgm:presLayoutVars>
          <dgm:chPref val="3"/>
        </dgm:presLayoutVars>
      </dgm:prSet>
      <dgm:spPr/>
    </dgm:pt>
    <dgm:pt modelId="{2066E706-72EE-4B78-9DB4-1948996F3563}" type="pres">
      <dgm:prSet presAssocID="{C90BCAE0-E746-4257-BCC6-1177E6C3954F}" presName="level3hierChild" presStyleCnt="0"/>
      <dgm:spPr/>
    </dgm:pt>
    <dgm:pt modelId="{84D00540-1281-46A0-ABD2-3331AE8E4C92}" type="pres">
      <dgm:prSet presAssocID="{3ED1A765-FC28-4557-89C4-C250A6F272CA}" presName="conn2-1" presStyleLbl="parChTrans1D4" presStyleIdx="0" presStyleCnt="1"/>
      <dgm:spPr/>
    </dgm:pt>
    <dgm:pt modelId="{B26EF91B-E98F-46D9-B684-3CA8BFFFB9AE}" type="pres">
      <dgm:prSet presAssocID="{3ED1A765-FC28-4557-89C4-C250A6F272CA}" presName="connTx" presStyleLbl="parChTrans1D4" presStyleIdx="0" presStyleCnt="1"/>
      <dgm:spPr/>
    </dgm:pt>
    <dgm:pt modelId="{ABC10FF9-6476-4786-8E44-2D95DB8AB8DC}" type="pres">
      <dgm:prSet presAssocID="{8F73B6C1-6ADC-4A4C-8CE7-E22B100610AF}" presName="root2" presStyleCnt="0"/>
      <dgm:spPr/>
    </dgm:pt>
    <dgm:pt modelId="{B033B1D6-9B3F-413D-8396-A63F4897A7B1}" type="pres">
      <dgm:prSet presAssocID="{8F73B6C1-6ADC-4A4C-8CE7-E22B100610AF}" presName="LevelTwoTextNode" presStyleLbl="node4" presStyleIdx="0" presStyleCnt="1">
        <dgm:presLayoutVars>
          <dgm:chPref val="3"/>
        </dgm:presLayoutVars>
      </dgm:prSet>
      <dgm:spPr/>
    </dgm:pt>
    <dgm:pt modelId="{7A207F16-7685-4048-9B8C-5876503AD87F}" type="pres">
      <dgm:prSet presAssocID="{8F73B6C1-6ADC-4A4C-8CE7-E22B100610AF}" presName="level3hierChild" presStyleCnt="0"/>
      <dgm:spPr/>
    </dgm:pt>
  </dgm:ptLst>
  <dgm:cxnLst>
    <dgm:cxn modelId="{0401E904-2023-40BF-8554-C971605315C6}" type="presOf" srcId="{3ED1A765-FC28-4557-89C4-C250A6F272CA}" destId="{B26EF91B-E98F-46D9-B684-3CA8BFFFB9AE}" srcOrd="1" destOrd="0" presId="urn:microsoft.com/office/officeart/2005/8/layout/hierarchy2"/>
    <dgm:cxn modelId="{26431810-2F71-4267-89A2-9A922C764B89}" type="presOf" srcId="{F576BD36-B6DA-4D5C-8E9C-2CC1AEA8558D}" destId="{3641FDB5-CE38-4887-AE16-430941168C90}" srcOrd="1" destOrd="0" presId="urn:microsoft.com/office/officeart/2005/8/layout/hierarchy2"/>
    <dgm:cxn modelId="{87C87223-FB76-4637-A2EB-955A83176F8A}" type="presOf" srcId="{BC7FE00C-0EEB-4E25-A6E8-34F247BD0091}" destId="{D9559C29-0B8E-4C19-BB04-EA6F53F5BE87}" srcOrd="0" destOrd="0" presId="urn:microsoft.com/office/officeart/2005/8/layout/hierarchy2"/>
    <dgm:cxn modelId="{285C9129-0309-4F6D-A6B8-CDC1D3ED0452}" type="presOf" srcId="{8F73B6C1-6ADC-4A4C-8CE7-E22B100610AF}" destId="{B033B1D6-9B3F-413D-8396-A63F4897A7B1}" srcOrd="0" destOrd="0" presId="urn:microsoft.com/office/officeart/2005/8/layout/hierarchy2"/>
    <dgm:cxn modelId="{1B8B6F3C-D78B-4E1C-A651-1E0A7101F1F7}" type="presOf" srcId="{87A813E6-5530-4BD1-8E02-94B972EE5D09}" destId="{4787C7BE-7317-4F89-824A-FF1CCD9521BE}" srcOrd="0" destOrd="0" presId="urn:microsoft.com/office/officeart/2005/8/layout/hierarchy2"/>
    <dgm:cxn modelId="{B513BC3E-6D4B-487C-904F-76FAC00A0C14}" type="presOf" srcId="{BC997F42-FFE8-49DF-8DE5-812D80152C41}" destId="{0381EAFF-4945-4E14-935D-4FE843B030CF}" srcOrd="0" destOrd="0" presId="urn:microsoft.com/office/officeart/2005/8/layout/hierarchy2"/>
    <dgm:cxn modelId="{43241942-FF5F-49AB-8029-3422169EED0B}" type="presOf" srcId="{2845D334-F568-4A03-9031-7640E5067F17}" destId="{BEBF1563-0F39-4599-B684-0BB2CD1493C2}" srcOrd="1" destOrd="0" presId="urn:microsoft.com/office/officeart/2005/8/layout/hierarchy2"/>
    <dgm:cxn modelId="{3989C144-C07A-426B-B92C-250F25A2D91D}" srcId="{BC7FE00C-0EEB-4E25-A6E8-34F247BD0091}" destId="{87A813E6-5530-4BD1-8E02-94B972EE5D09}" srcOrd="0" destOrd="0" parTransId="{2845D334-F568-4A03-9031-7640E5067F17}" sibTransId="{E09F5082-AE06-4111-A091-95DA9B62E2D5}"/>
    <dgm:cxn modelId="{BAD32190-B2AD-4AB0-AF24-6D5232389318}" type="presOf" srcId="{C90BCAE0-E746-4257-BCC6-1177E6C3954F}" destId="{8967885E-B9A2-42D0-9900-72907B3B1CB1}" srcOrd="0" destOrd="0" presId="urn:microsoft.com/office/officeart/2005/8/layout/hierarchy2"/>
    <dgm:cxn modelId="{04743792-ED2A-4D94-8A43-74EA91779628}" srcId="{BC997F42-FFE8-49DF-8DE5-812D80152C41}" destId="{BC7FE00C-0EEB-4E25-A6E8-34F247BD0091}" srcOrd="0" destOrd="0" parTransId="{5A86A251-5039-4437-A15A-5B6FD69C00EB}" sibTransId="{D7246CF8-F4C0-4D35-875F-2E05145FDA9F}"/>
    <dgm:cxn modelId="{EDAE92A4-BE68-4F65-A7DD-9A393A080F8E}" type="presOf" srcId="{3ED1A765-FC28-4557-89C4-C250A6F272CA}" destId="{84D00540-1281-46A0-ABD2-3331AE8E4C92}" srcOrd="0" destOrd="0" presId="urn:microsoft.com/office/officeart/2005/8/layout/hierarchy2"/>
    <dgm:cxn modelId="{3A074CBF-77B1-4F47-A007-90128556282B}" type="presOf" srcId="{2845D334-F568-4A03-9031-7640E5067F17}" destId="{ABF25FEB-72D5-4D6F-AE2E-FA1A52136C0D}" srcOrd="0" destOrd="0" presId="urn:microsoft.com/office/officeart/2005/8/layout/hierarchy2"/>
    <dgm:cxn modelId="{4E91DDCA-3219-4D19-BB87-53D46208ADA5}" srcId="{87A813E6-5530-4BD1-8E02-94B972EE5D09}" destId="{C90BCAE0-E746-4257-BCC6-1177E6C3954F}" srcOrd="0" destOrd="0" parTransId="{F576BD36-B6DA-4D5C-8E9C-2CC1AEA8558D}" sibTransId="{E0E1C804-5A06-4BD7-BB5E-59C571233177}"/>
    <dgm:cxn modelId="{6C6B0ACF-0CED-4830-9E84-904FB7CA598A}" type="presOf" srcId="{F576BD36-B6DA-4D5C-8E9C-2CC1AEA8558D}" destId="{DBFBF3A4-4FD9-40EB-8891-34BA3E3D8D31}" srcOrd="0" destOrd="0" presId="urn:microsoft.com/office/officeart/2005/8/layout/hierarchy2"/>
    <dgm:cxn modelId="{CE91A3E8-3806-4BF5-BA09-DCBFB6F371B9}" srcId="{C90BCAE0-E746-4257-BCC6-1177E6C3954F}" destId="{8F73B6C1-6ADC-4A4C-8CE7-E22B100610AF}" srcOrd="0" destOrd="0" parTransId="{3ED1A765-FC28-4557-89C4-C250A6F272CA}" sibTransId="{67453FEB-52FE-4222-8B59-5318355B4B5E}"/>
    <dgm:cxn modelId="{52E870C0-1CC8-4DED-8549-40703D883D66}" type="presParOf" srcId="{0381EAFF-4945-4E14-935D-4FE843B030CF}" destId="{B2F1C84A-FFFD-4E19-9F27-59AF8189F3F2}" srcOrd="0" destOrd="0" presId="urn:microsoft.com/office/officeart/2005/8/layout/hierarchy2"/>
    <dgm:cxn modelId="{893A9FA0-D48B-427A-989F-43B260018915}" type="presParOf" srcId="{B2F1C84A-FFFD-4E19-9F27-59AF8189F3F2}" destId="{D9559C29-0B8E-4C19-BB04-EA6F53F5BE87}" srcOrd="0" destOrd="0" presId="urn:microsoft.com/office/officeart/2005/8/layout/hierarchy2"/>
    <dgm:cxn modelId="{2054A0FB-1E07-4EFD-AE3F-132BE23C54E2}" type="presParOf" srcId="{B2F1C84A-FFFD-4E19-9F27-59AF8189F3F2}" destId="{D6BF97F6-93EA-4A84-9572-255772151FE3}" srcOrd="1" destOrd="0" presId="urn:microsoft.com/office/officeart/2005/8/layout/hierarchy2"/>
    <dgm:cxn modelId="{5AC58BA3-C01F-4374-A9F8-76E232C400B7}" type="presParOf" srcId="{D6BF97F6-93EA-4A84-9572-255772151FE3}" destId="{ABF25FEB-72D5-4D6F-AE2E-FA1A52136C0D}" srcOrd="0" destOrd="0" presId="urn:microsoft.com/office/officeart/2005/8/layout/hierarchy2"/>
    <dgm:cxn modelId="{15C1183A-1B4E-45D3-9225-F06B7D3CE660}" type="presParOf" srcId="{ABF25FEB-72D5-4D6F-AE2E-FA1A52136C0D}" destId="{BEBF1563-0F39-4599-B684-0BB2CD1493C2}" srcOrd="0" destOrd="0" presId="urn:microsoft.com/office/officeart/2005/8/layout/hierarchy2"/>
    <dgm:cxn modelId="{07DA0298-D647-4672-8845-38DD80510862}" type="presParOf" srcId="{D6BF97F6-93EA-4A84-9572-255772151FE3}" destId="{A14D58B0-28CB-44DC-BBA0-EF50B2125944}" srcOrd="1" destOrd="0" presId="urn:microsoft.com/office/officeart/2005/8/layout/hierarchy2"/>
    <dgm:cxn modelId="{71E2832C-0BE2-49CE-A549-9986580DA764}" type="presParOf" srcId="{A14D58B0-28CB-44DC-BBA0-EF50B2125944}" destId="{4787C7BE-7317-4F89-824A-FF1CCD9521BE}" srcOrd="0" destOrd="0" presId="urn:microsoft.com/office/officeart/2005/8/layout/hierarchy2"/>
    <dgm:cxn modelId="{A5FD9BC5-EA00-410E-B03E-8BCEA8786DF8}" type="presParOf" srcId="{A14D58B0-28CB-44DC-BBA0-EF50B2125944}" destId="{181B886E-029A-4BE2-A5AD-2E9DB74AFCDE}" srcOrd="1" destOrd="0" presId="urn:microsoft.com/office/officeart/2005/8/layout/hierarchy2"/>
    <dgm:cxn modelId="{D262C639-AED1-4B0B-BE5C-6103B75C4848}" type="presParOf" srcId="{181B886E-029A-4BE2-A5AD-2E9DB74AFCDE}" destId="{DBFBF3A4-4FD9-40EB-8891-34BA3E3D8D31}" srcOrd="0" destOrd="0" presId="urn:microsoft.com/office/officeart/2005/8/layout/hierarchy2"/>
    <dgm:cxn modelId="{4E86F1D5-7876-4161-B0ED-130FAECDEDFD}" type="presParOf" srcId="{DBFBF3A4-4FD9-40EB-8891-34BA3E3D8D31}" destId="{3641FDB5-CE38-4887-AE16-430941168C90}" srcOrd="0" destOrd="0" presId="urn:microsoft.com/office/officeart/2005/8/layout/hierarchy2"/>
    <dgm:cxn modelId="{10BD8F1F-1433-4D69-B523-6258DD001975}" type="presParOf" srcId="{181B886E-029A-4BE2-A5AD-2E9DB74AFCDE}" destId="{16945BF7-CDA9-40EA-806C-96C28C91710C}" srcOrd="1" destOrd="0" presId="urn:microsoft.com/office/officeart/2005/8/layout/hierarchy2"/>
    <dgm:cxn modelId="{0C8BE82C-58DE-4217-B4E6-06C8BFD45629}" type="presParOf" srcId="{16945BF7-CDA9-40EA-806C-96C28C91710C}" destId="{8967885E-B9A2-42D0-9900-72907B3B1CB1}" srcOrd="0" destOrd="0" presId="urn:microsoft.com/office/officeart/2005/8/layout/hierarchy2"/>
    <dgm:cxn modelId="{30D4A438-C9C2-4138-9BC6-A6157C56CBCE}" type="presParOf" srcId="{16945BF7-CDA9-40EA-806C-96C28C91710C}" destId="{2066E706-72EE-4B78-9DB4-1948996F3563}" srcOrd="1" destOrd="0" presId="urn:microsoft.com/office/officeart/2005/8/layout/hierarchy2"/>
    <dgm:cxn modelId="{DC6CAD1C-8807-4A14-9352-431A88AEBD55}" type="presParOf" srcId="{2066E706-72EE-4B78-9DB4-1948996F3563}" destId="{84D00540-1281-46A0-ABD2-3331AE8E4C92}" srcOrd="0" destOrd="0" presId="urn:microsoft.com/office/officeart/2005/8/layout/hierarchy2"/>
    <dgm:cxn modelId="{40B31DDD-0E65-4090-8B14-E489D246D8DA}" type="presParOf" srcId="{84D00540-1281-46A0-ABD2-3331AE8E4C92}" destId="{B26EF91B-E98F-46D9-B684-3CA8BFFFB9AE}" srcOrd="0" destOrd="0" presId="urn:microsoft.com/office/officeart/2005/8/layout/hierarchy2"/>
    <dgm:cxn modelId="{799DE62B-2C63-4DE3-BE37-2A1427B4C65B}" type="presParOf" srcId="{2066E706-72EE-4B78-9DB4-1948996F3563}" destId="{ABC10FF9-6476-4786-8E44-2D95DB8AB8DC}" srcOrd="1" destOrd="0" presId="urn:microsoft.com/office/officeart/2005/8/layout/hierarchy2"/>
    <dgm:cxn modelId="{DBABBABE-D76E-43D4-AAD3-E2CE8A940FF9}" type="presParOf" srcId="{ABC10FF9-6476-4786-8E44-2D95DB8AB8DC}" destId="{B033B1D6-9B3F-413D-8396-A63F4897A7B1}" srcOrd="0" destOrd="0" presId="urn:microsoft.com/office/officeart/2005/8/layout/hierarchy2"/>
    <dgm:cxn modelId="{538BD572-34AF-4A5F-86CE-114317417948}" type="presParOf" srcId="{ABC10FF9-6476-4786-8E44-2D95DB8AB8DC}" destId="{7A207F16-7685-4048-9B8C-5876503AD87F}"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BC997F42-FFE8-49DF-8DE5-812D80152C41}" type="doc">
      <dgm:prSet loTypeId="urn:microsoft.com/office/officeart/2005/8/layout/hierarchy2" loCatId="hierarchy" qsTypeId="urn:microsoft.com/office/officeart/2005/8/quickstyle/simple3" qsCatId="simple" csTypeId="urn:microsoft.com/office/officeart/2005/8/colors/colorful4" csCatId="colorful" phldr="1"/>
      <dgm:spPr/>
      <dgm:t>
        <a:bodyPr/>
        <a:lstStyle/>
        <a:p>
          <a:endParaRPr lang="zh-CN" altLang="en-US"/>
        </a:p>
      </dgm:t>
    </dgm:pt>
    <dgm:pt modelId="{BC7FE00C-0EEB-4E25-A6E8-34F247BD0091}">
      <dgm:prSet phldrT="[文本]"/>
      <dgm:spPr>
        <a:solidFill>
          <a:srgbClr val="9900CC">
            <a:alpha val="69804"/>
          </a:srgbClr>
        </a:solidFill>
      </dgm:spPr>
      <dgm:t>
        <a:bodyPr/>
        <a:lstStyle/>
        <a:p>
          <a:r>
            <a:rPr lang="en-US" altLang="zh-CN"/>
            <a:t>Run</a:t>
          </a:r>
          <a:endParaRPr lang="zh-CN" altLang="en-US"/>
        </a:p>
      </dgm:t>
    </dgm:pt>
    <dgm:pt modelId="{5A86A251-5039-4437-A15A-5B6FD69C00EB}" type="parTrans" cxnId="{04743792-ED2A-4D94-8A43-74EA91779628}">
      <dgm:prSet/>
      <dgm:spPr/>
      <dgm:t>
        <a:bodyPr/>
        <a:lstStyle/>
        <a:p>
          <a:endParaRPr lang="zh-CN" altLang="en-US"/>
        </a:p>
      </dgm:t>
    </dgm:pt>
    <dgm:pt modelId="{D7246CF8-F4C0-4D35-875F-2E05145FDA9F}" type="sibTrans" cxnId="{04743792-ED2A-4D94-8A43-74EA91779628}">
      <dgm:prSet/>
      <dgm:spPr/>
      <dgm:t>
        <a:bodyPr/>
        <a:lstStyle/>
        <a:p>
          <a:endParaRPr lang="zh-CN" altLang="en-US"/>
        </a:p>
      </dgm:t>
    </dgm:pt>
    <dgm:pt modelId="{C90BCAE0-E746-4257-BCC6-1177E6C3954F}">
      <dgm:prSet phldrT="[文本]" phldr="0"/>
      <dgm:spPr/>
      <dgm:t>
        <a:bodyPr/>
        <a:lstStyle/>
        <a:p>
          <a:r>
            <a:rPr lang="en-US" altLang="zh-CN"/>
            <a:t>GET</a:t>
          </a:r>
          <a:r>
            <a:rPr lang="zh-CN" altLang="en-US"/>
            <a:t>方法</a:t>
          </a:r>
        </a:p>
      </dgm:t>
    </dgm:pt>
    <dgm:pt modelId="{F576BD36-B6DA-4D5C-8E9C-2CC1AEA8558D}" type="parTrans" cxnId="{4E91DDCA-3219-4D19-BB87-53D46208ADA5}">
      <dgm:prSet/>
      <dgm:spPr/>
      <dgm:t>
        <a:bodyPr/>
        <a:lstStyle/>
        <a:p>
          <a:endParaRPr lang="zh-CN" altLang="en-US"/>
        </a:p>
      </dgm:t>
    </dgm:pt>
    <dgm:pt modelId="{E0E1C804-5A06-4BD7-BB5E-59C571233177}" type="sibTrans" cxnId="{4E91DDCA-3219-4D19-BB87-53D46208ADA5}">
      <dgm:prSet/>
      <dgm:spPr/>
      <dgm:t>
        <a:bodyPr/>
        <a:lstStyle/>
        <a:p>
          <a:endParaRPr lang="zh-CN" altLang="en-US"/>
        </a:p>
      </dgm:t>
    </dgm:pt>
    <dgm:pt modelId="{8F73B6C1-6ADC-4A4C-8CE7-E22B100610AF}">
      <dgm:prSet phldrT="[文本]"/>
      <dgm:spPr/>
      <dgm:t>
        <a:bodyPr/>
        <a:lstStyle/>
        <a:p>
          <a:r>
            <a:rPr lang="en-US" altLang="zh-CN"/>
            <a:t>doSearchTask</a:t>
          </a:r>
          <a:endParaRPr lang="zh-CN" altLang="en-US"/>
        </a:p>
      </dgm:t>
    </dgm:pt>
    <dgm:pt modelId="{3ED1A765-FC28-4557-89C4-C250A6F272CA}" type="parTrans" cxnId="{CE91A3E8-3806-4BF5-BA09-DCBFB6F371B9}">
      <dgm:prSet/>
      <dgm:spPr/>
      <dgm:t>
        <a:bodyPr/>
        <a:lstStyle/>
        <a:p>
          <a:endParaRPr lang="zh-CN" altLang="en-US"/>
        </a:p>
      </dgm:t>
    </dgm:pt>
    <dgm:pt modelId="{67453FEB-52FE-4222-8B59-5318355B4B5E}" type="sibTrans" cxnId="{CE91A3E8-3806-4BF5-BA09-DCBFB6F371B9}">
      <dgm:prSet/>
      <dgm:spPr/>
      <dgm:t>
        <a:bodyPr/>
        <a:lstStyle/>
        <a:p>
          <a:endParaRPr lang="zh-CN" altLang="en-US"/>
        </a:p>
      </dgm:t>
    </dgm:pt>
    <dgm:pt modelId="{87A813E6-5530-4BD1-8E02-94B972EE5D09}">
      <dgm:prSet phldrT="[文本]"/>
      <dgm:spPr/>
      <dgm:t>
        <a:bodyPr/>
        <a:lstStyle/>
        <a:p>
          <a:r>
            <a:rPr lang="en-US" altLang="zh-CN"/>
            <a:t>dealTask</a:t>
          </a:r>
          <a:endParaRPr lang="zh-CN" altLang="en-US"/>
        </a:p>
      </dgm:t>
    </dgm:pt>
    <dgm:pt modelId="{2845D334-F568-4A03-9031-7640E5067F17}" type="parTrans" cxnId="{3989C144-C07A-426B-B92C-250F25A2D91D}">
      <dgm:prSet/>
      <dgm:spPr/>
      <dgm:t>
        <a:bodyPr/>
        <a:lstStyle/>
        <a:p>
          <a:endParaRPr lang="zh-CN" altLang="en-US"/>
        </a:p>
      </dgm:t>
    </dgm:pt>
    <dgm:pt modelId="{E09F5082-AE06-4111-A091-95DA9B62E2D5}" type="sibTrans" cxnId="{3989C144-C07A-426B-B92C-250F25A2D91D}">
      <dgm:prSet/>
      <dgm:spPr/>
      <dgm:t>
        <a:bodyPr/>
        <a:lstStyle/>
        <a:p>
          <a:endParaRPr lang="zh-CN" altLang="en-US"/>
        </a:p>
      </dgm:t>
    </dgm:pt>
    <dgm:pt modelId="{0381EAFF-4945-4E14-935D-4FE843B030CF}" type="pres">
      <dgm:prSet presAssocID="{BC997F42-FFE8-49DF-8DE5-812D80152C41}" presName="diagram" presStyleCnt="0">
        <dgm:presLayoutVars>
          <dgm:chPref val="1"/>
          <dgm:dir/>
          <dgm:animOne val="branch"/>
          <dgm:animLvl val="lvl"/>
          <dgm:resizeHandles val="exact"/>
        </dgm:presLayoutVars>
      </dgm:prSet>
      <dgm:spPr/>
    </dgm:pt>
    <dgm:pt modelId="{B2F1C84A-FFFD-4E19-9F27-59AF8189F3F2}" type="pres">
      <dgm:prSet presAssocID="{BC7FE00C-0EEB-4E25-A6E8-34F247BD0091}" presName="root1" presStyleCnt="0"/>
      <dgm:spPr/>
    </dgm:pt>
    <dgm:pt modelId="{D9559C29-0B8E-4C19-BB04-EA6F53F5BE87}" type="pres">
      <dgm:prSet presAssocID="{BC7FE00C-0EEB-4E25-A6E8-34F247BD0091}" presName="LevelOneTextNode" presStyleLbl="node0" presStyleIdx="0" presStyleCnt="1">
        <dgm:presLayoutVars>
          <dgm:chPref val="3"/>
        </dgm:presLayoutVars>
      </dgm:prSet>
      <dgm:spPr/>
    </dgm:pt>
    <dgm:pt modelId="{D6BF97F6-93EA-4A84-9572-255772151FE3}" type="pres">
      <dgm:prSet presAssocID="{BC7FE00C-0EEB-4E25-A6E8-34F247BD0091}" presName="level2hierChild" presStyleCnt="0"/>
      <dgm:spPr/>
    </dgm:pt>
    <dgm:pt modelId="{ABF25FEB-72D5-4D6F-AE2E-FA1A52136C0D}" type="pres">
      <dgm:prSet presAssocID="{2845D334-F568-4A03-9031-7640E5067F17}" presName="conn2-1" presStyleLbl="parChTrans1D2" presStyleIdx="0" presStyleCnt="1"/>
      <dgm:spPr/>
    </dgm:pt>
    <dgm:pt modelId="{BEBF1563-0F39-4599-B684-0BB2CD1493C2}" type="pres">
      <dgm:prSet presAssocID="{2845D334-F568-4A03-9031-7640E5067F17}" presName="connTx" presStyleLbl="parChTrans1D2" presStyleIdx="0" presStyleCnt="1"/>
      <dgm:spPr/>
    </dgm:pt>
    <dgm:pt modelId="{A14D58B0-28CB-44DC-BBA0-EF50B2125944}" type="pres">
      <dgm:prSet presAssocID="{87A813E6-5530-4BD1-8E02-94B972EE5D09}" presName="root2" presStyleCnt="0"/>
      <dgm:spPr/>
    </dgm:pt>
    <dgm:pt modelId="{4787C7BE-7317-4F89-824A-FF1CCD9521BE}" type="pres">
      <dgm:prSet presAssocID="{87A813E6-5530-4BD1-8E02-94B972EE5D09}" presName="LevelTwoTextNode" presStyleLbl="node2" presStyleIdx="0" presStyleCnt="1">
        <dgm:presLayoutVars>
          <dgm:chPref val="3"/>
        </dgm:presLayoutVars>
      </dgm:prSet>
      <dgm:spPr/>
    </dgm:pt>
    <dgm:pt modelId="{181B886E-029A-4BE2-A5AD-2E9DB74AFCDE}" type="pres">
      <dgm:prSet presAssocID="{87A813E6-5530-4BD1-8E02-94B972EE5D09}" presName="level3hierChild" presStyleCnt="0"/>
      <dgm:spPr/>
    </dgm:pt>
    <dgm:pt modelId="{DBFBF3A4-4FD9-40EB-8891-34BA3E3D8D31}" type="pres">
      <dgm:prSet presAssocID="{F576BD36-B6DA-4D5C-8E9C-2CC1AEA8558D}" presName="conn2-1" presStyleLbl="parChTrans1D3" presStyleIdx="0" presStyleCnt="1"/>
      <dgm:spPr/>
    </dgm:pt>
    <dgm:pt modelId="{3641FDB5-CE38-4887-AE16-430941168C90}" type="pres">
      <dgm:prSet presAssocID="{F576BD36-B6DA-4D5C-8E9C-2CC1AEA8558D}" presName="connTx" presStyleLbl="parChTrans1D3" presStyleIdx="0" presStyleCnt="1"/>
      <dgm:spPr/>
    </dgm:pt>
    <dgm:pt modelId="{16945BF7-CDA9-40EA-806C-96C28C91710C}" type="pres">
      <dgm:prSet presAssocID="{C90BCAE0-E746-4257-BCC6-1177E6C3954F}" presName="root2" presStyleCnt="0"/>
      <dgm:spPr/>
    </dgm:pt>
    <dgm:pt modelId="{8967885E-B9A2-42D0-9900-72907B3B1CB1}" type="pres">
      <dgm:prSet presAssocID="{C90BCAE0-E746-4257-BCC6-1177E6C3954F}" presName="LevelTwoTextNode" presStyleLbl="node3" presStyleIdx="0" presStyleCnt="1">
        <dgm:presLayoutVars>
          <dgm:chPref val="3"/>
        </dgm:presLayoutVars>
      </dgm:prSet>
      <dgm:spPr/>
    </dgm:pt>
    <dgm:pt modelId="{2066E706-72EE-4B78-9DB4-1948996F3563}" type="pres">
      <dgm:prSet presAssocID="{C90BCAE0-E746-4257-BCC6-1177E6C3954F}" presName="level3hierChild" presStyleCnt="0"/>
      <dgm:spPr/>
    </dgm:pt>
    <dgm:pt modelId="{84D00540-1281-46A0-ABD2-3331AE8E4C92}" type="pres">
      <dgm:prSet presAssocID="{3ED1A765-FC28-4557-89C4-C250A6F272CA}" presName="conn2-1" presStyleLbl="parChTrans1D4" presStyleIdx="0" presStyleCnt="1"/>
      <dgm:spPr/>
    </dgm:pt>
    <dgm:pt modelId="{B26EF91B-E98F-46D9-B684-3CA8BFFFB9AE}" type="pres">
      <dgm:prSet presAssocID="{3ED1A765-FC28-4557-89C4-C250A6F272CA}" presName="connTx" presStyleLbl="parChTrans1D4" presStyleIdx="0" presStyleCnt="1"/>
      <dgm:spPr/>
    </dgm:pt>
    <dgm:pt modelId="{ABC10FF9-6476-4786-8E44-2D95DB8AB8DC}" type="pres">
      <dgm:prSet presAssocID="{8F73B6C1-6ADC-4A4C-8CE7-E22B100610AF}" presName="root2" presStyleCnt="0"/>
      <dgm:spPr/>
    </dgm:pt>
    <dgm:pt modelId="{B033B1D6-9B3F-413D-8396-A63F4897A7B1}" type="pres">
      <dgm:prSet presAssocID="{8F73B6C1-6ADC-4A4C-8CE7-E22B100610AF}" presName="LevelTwoTextNode" presStyleLbl="node4" presStyleIdx="0" presStyleCnt="1">
        <dgm:presLayoutVars>
          <dgm:chPref val="3"/>
        </dgm:presLayoutVars>
      </dgm:prSet>
      <dgm:spPr/>
    </dgm:pt>
    <dgm:pt modelId="{7A207F16-7685-4048-9B8C-5876503AD87F}" type="pres">
      <dgm:prSet presAssocID="{8F73B6C1-6ADC-4A4C-8CE7-E22B100610AF}" presName="level3hierChild" presStyleCnt="0"/>
      <dgm:spPr/>
    </dgm:pt>
  </dgm:ptLst>
  <dgm:cxnLst>
    <dgm:cxn modelId="{48771A11-F69B-4AEC-B135-04E8A400F154}" type="presOf" srcId="{F576BD36-B6DA-4D5C-8E9C-2CC1AEA8558D}" destId="{DBFBF3A4-4FD9-40EB-8891-34BA3E3D8D31}" srcOrd="0" destOrd="0" presId="urn:microsoft.com/office/officeart/2005/8/layout/hierarchy2"/>
    <dgm:cxn modelId="{87C87223-FB76-4637-A2EB-955A83176F8A}" type="presOf" srcId="{BC7FE00C-0EEB-4E25-A6E8-34F247BD0091}" destId="{D9559C29-0B8E-4C19-BB04-EA6F53F5BE87}" srcOrd="0" destOrd="0" presId="urn:microsoft.com/office/officeart/2005/8/layout/hierarchy2"/>
    <dgm:cxn modelId="{D5F93C2D-290F-489F-8A62-95426548C4F0}" type="presOf" srcId="{8F73B6C1-6ADC-4A4C-8CE7-E22B100610AF}" destId="{B033B1D6-9B3F-413D-8396-A63F4897A7B1}" srcOrd="0" destOrd="0" presId="urn:microsoft.com/office/officeart/2005/8/layout/hierarchy2"/>
    <dgm:cxn modelId="{1B8B6F3C-D78B-4E1C-A651-1E0A7101F1F7}" type="presOf" srcId="{87A813E6-5530-4BD1-8E02-94B972EE5D09}" destId="{4787C7BE-7317-4F89-824A-FF1CCD9521BE}" srcOrd="0" destOrd="0" presId="urn:microsoft.com/office/officeart/2005/8/layout/hierarchy2"/>
    <dgm:cxn modelId="{B513BC3E-6D4B-487C-904F-76FAC00A0C14}" type="presOf" srcId="{BC997F42-FFE8-49DF-8DE5-812D80152C41}" destId="{0381EAFF-4945-4E14-935D-4FE843B030CF}" srcOrd="0" destOrd="0" presId="urn:microsoft.com/office/officeart/2005/8/layout/hierarchy2"/>
    <dgm:cxn modelId="{43241942-FF5F-49AB-8029-3422169EED0B}" type="presOf" srcId="{2845D334-F568-4A03-9031-7640E5067F17}" destId="{BEBF1563-0F39-4599-B684-0BB2CD1493C2}" srcOrd="1" destOrd="0" presId="urn:microsoft.com/office/officeart/2005/8/layout/hierarchy2"/>
    <dgm:cxn modelId="{3989C144-C07A-426B-B92C-250F25A2D91D}" srcId="{BC7FE00C-0EEB-4E25-A6E8-34F247BD0091}" destId="{87A813E6-5530-4BD1-8E02-94B972EE5D09}" srcOrd="0" destOrd="0" parTransId="{2845D334-F568-4A03-9031-7640E5067F17}" sibTransId="{E09F5082-AE06-4111-A091-95DA9B62E2D5}"/>
    <dgm:cxn modelId="{D0269A86-CAE9-40DB-AB95-C7407D6369B8}" type="presOf" srcId="{3ED1A765-FC28-4557-89C4-C250A6F272CA}" destId="{B26EF91B-E98F-46D9-B684-3CA8BFFFB9AE}" srcOrd="1" destOrd="0" presId="urn:microsoft.com/office/officeart/2005/8/layout/hierarchy2"/>
    <dgm:cxn modelId="{04743792-ED2A-4D94-8A43-74EA91779628}" srcId="{BC997F42-FFE8-49DF-8DE5-812D80152C41}" destId="{BC7FE00C-0EEB-4E25-A6E8-34F247BD0091}" srcOrd="0" destOrd="0" parTransId="{5A86A251-5039-4437-A15A-5B6FD69C00EB}" sibTransId="{D7246CF8-F4C0-4D35-875F-2E05145FDA9F}"/>
    <dgm:cxn modelId="{787739AA-738F-4261-9778-A7DF8786DA88}" type="presOf" srcId="{F576BD36-B6DA-4D5C-8E9C-2CC1AEA8558D}" destId="{3641FDB5-CE38-4887-AE16-430941168C90}" srcOrd="1" destOrd="0" presId="urn:microsoft.com/office/officeart/2005/8/layout/hierarchy2"/>
    <dgm:cxn modelId="{3A074CBF-77B1-4F47-A007-90128556282B}" type="presOf" srcId="{2845D334-F568-4A03-9031-7640E5067F17}" destId="{ABF25FEB-72D5-4D6F-AE2E-FA1A52136C0D}" srcOrd="0" destOrd="0" presId="urn:microsoft.com/office/officeart/2005/8/layout/hierarchy2"/>
    <dgm:cxn modelId="{4E91DDCA-3219-4D19-BB87-53D46208ADA5}" srcId="{87A813E6-5530-4BD1-8E02-94B972EE5D09}" destId="{C90BCAE0-E746-4257-BCC6-1177E6C3954F}" srcOrd="0" destOrd="0" parTransId="{F576BD36-B6DA-4D5C-8E9C-2CC1AEA8558D}" sibTransId="{E0E1C804-5A06-4BD7-BB5E-59C571233177}"/>
    <dgm:cxn modelId="{3D4CE7CF-BD05-40D9-9642-7002CB599D5C}" type="presOf" srcId="{C90BCAE0-E746-4257-BCC6-1177E6C3954F}" destId="{8967885E-B9A2-42D0-9900-72907B3B1CB1}" srcOrd="0" destOrd="0" presId="urn:microsoft.com/office/officeart/2005/8/layout/hierarchy2"/>
    <dgm:cxn modelId="{CE91A3E8-3806-4BF5-BA09-DCBFB6F371B9}" srcId="{C90BCAE0-E746-4257-BCC6-1177E6C3954F}" destId="{8F73B6C1-6ADC-4A4C-8CE7-E22B100610AF}" srcOrd="0" destOrd="0" parTransId="{3ED1A765-FC28-4557-89C4-C250A6F272CA}" sibTransId="{67453FEB-52FE-4222-8B59-5318355B4B5E}"/>
    <dgm:cxn modelId="{0E2EA5F5-A1BE-475D-8E95-B7CEFB9E672C}" type="presOf" srcId="{3ED1A765-FC28-4557-89C4-C250A6F272CA}" destId="{84D00540-1281-46A0-ABD2-3331AE8E4C92}" srcOrd="0" destOrd="0" presId="urn:microsoft.com/office/officeart/2005/8/layout/hierarchy2"/>
    <dgm:cxn modelId="{52E870C0-1CC8-4DED-8549-40703D883D66}" type="presParOf" srcId="{0381EAFF-4945-4E14-935D-4FE843B030CF}" destId="{B2F1C84A-FFFD-4E19-9F27-59AF8189F3F2}" srcOrd="0" destOrd="0" presId="urn:microsoft.com/office/officeart/2005/8/layout/hierarchy2"/>
    <dgm:cxn modelId="{893A9FA0-D48B-427A-989F-43B260018915}" type="presParOf" srcId="{B2F1C84A-FFFD-4E19-9F27-59AF8189F3F2}" destId="{D9559C29-0B8E-4C19-BB04-EA6F53F5BE87}" srcOrd="0" destOrd="0" presId="urn:microsoft.com/office/officeart/2005/8/layout/hierarchy2"/>
    <dgm:cxn modelId="{2054A0FB-1E07-4EFD-AE3F-132BE23C54E2}" type="presParOf" srcId="{B2F1C84A-FFFD-4E19-9F27-59AF8189F3F2}" destId="{D6BF97F6-93EA-4A84-9572-255772151FE3}" srcOrd="1" destOrd="0" presId="urn:microsoft.com/office/officeart/2005/8/layout/hierarchy2"/>
    <dgm:cxn modelId="{5AC58BA3-C01F-4374-A9F8-76E232C400B7}" type="presParOf" srcId="{D6BF97F6-93EA-4A84-9572-255772151FE3}" destId="{ABF25FEB-72D5-4D6F-AE2E-FA1A52136C0D}" srcOrd="0" destOrd="0" presId="urn:microsoft.com/office/officeart/2005/8/layout/hierarchy2"/>
    <dgm:cxn modelId="{15C1183A-1B4E-45D3-9225-F06B7D3CE660}" type="presParOf" srcId="{ABF25FEB-72D5-4D6F-AE2E-FA1A52136C0D}" destId="{BEBF1563-0F39-4599-B684-0BB2CD1493C2}" srcOrd="0" destOrd="0" presId="urn:microsoft.com/office/officeart/2005/8/layout/hierarchy2"/>
    <dgm:cxn modelId="{07DA0298-D647-4672-8845-38DD80510862}" type="presParOf" srcId="{D6BF97F6-93EA-4A84-9572-255772151FE3}" destId="{A14D58B0-28CB-44DC-BBA0-EF50B2125944}" srcOrd="1" destOrd="0" presId="urn:microsoft.com/office/officeart/2005/8/layout/hierarchy2"/>
    <dgm:cxn modelId="{71E2832C-0BE2-49CE-A549-9986580DA764}" type="presParOf" srcId="{A14D58B0-28CB-44DC-BBA0-EF50B2125944}" destId="{4787C7BE-7317-4F89-824A-FF1CCD9521BE}" srcOrd="0" destOrd="0" presId="urn:microsoft.com/office/officeart/2005/8/layout/hierarchy2"/>
    <dgm:cxn modelId="{A5FD9BC5-EA00-410E-B03E-8BCEA8786DF8}" type="presParOf" srcId="{A14D58B0-28CB-44DC-BBA0-EF50B2125944}" destId="{181B886E-029A-4BE2-A5AD-2E9DB74AFCDE}" srcOrd="1" destOrd="0" presId="urn:microsoft.com/office/officeart/2005/8/layout/hierarchy2"/>
    <dgm:cxn modelId="{2E83B397-C43D-4C1B-92B1-A1BE13476A8C}" type="presParOf" srcId="{181B886E-029A-4BE2-A5AD-2E9DB74AFCDE}" destId="{DBFBF3A4-4FD9-40EB-8891-34BA3E3D8D31}" srcOrd="0" destOrd="0" presId="urn:microsoft.com/office/officeart/2005/8/layout/hierarchy2"/>
    <dgm:cxn modelId="{25D86644-6B32-4F53-8FA5-465FC4E76A2B}" type="presParOf" srcId="{DBFBF3A4-4FD9-40EB-8891-34BA3E3D8D31}" destId="{3641FDB5-CE38-4887-AE16-430941168C90}" srcOrd="0" destOrd="0" presId="urn:microsoft.com/office/officeart/2005/8/layout/hierarchy2"/>
    <dgm:cxn modelId="{6F3E1744-674F-4816-AEEA-7E825C1B52F0}" type="presParOf" srcId="{181B886E-029A-4BE2-A5AD-2E9DB74AFCDE}" destId="{16945BF7-CDA9-40EA-806C-96C28C91710C}" srcOrd="1" destOrd="0" presId="urn:microsoft.com/office/officeart/2005/8/layout/hierarchy2"/>
    <dgm:cxn modelId="{40CE65DB-008B-442F-B8FD-FAC8CF47A894}" type="presParOf" srcId="{16945BF7-CDA9-40EA-806C-96C28C91710C}" destId="{8967885E-B9A2-42D0-9900-72907B3B1CB1}" srcOrd="0" destOrd="0" presId="urn:microsoft.com/office/officeart/2005/8/layout/hierarchy2"/>
    <dgm:cxn modelId="{ACC17E0F-1B44-4D61-B8BE-06E3290AD89E}" type="presParOf" srcId="{16945BF7-CDA9-40EA-806C-96C28C91710C}" destId="{2066E706-72EE-4B78-9DB4-1948996F3563}" srcOrd="1" destOrd="0" presId="urn:microsoft.com/office/officeart/2005/8/layout/hierarchy2"/>
    <dgm:cxn modelId="{B752919C-B88A-4F5F-8EF7-F75DEC52CA15}" type="presParOf" srcId="{2066E706-72EE-4B78-9DB4-1948996F3563}" destId="{84D00540-1281-46A0-ABD2-3331AE8E4C92}" srcOrd="0" destOrd="0" presId="urn:microsoft.com/office/officeart/2005/8/layout/hierarchy2"/>
    <dgm:cxn modelId="{B8DA651B-42FC-40C9-9AE3-BE198EFDD0BD}" type="presParOf" srcId="{84D00540-1281-46A0-ABD2-3331AE8E4C92}" destId="{B26EF91B-E98F-46D9-B684-3CA8BFFFB9AE}" srcOrd="0" destOrd="0" presId="urn:microsoft.com/office/officeart/2005/8/layout/hierarchy2"/>
    <dgm:cxn modelId="{B327F955-4744-47AF-8F73-45C3BE4280D6}" type="presParOf" srcId="{2066E706-72EE-4B78-9DB4-1948996F3563}" destId="{ABC10FF9-6476-4786-8E44-2D95DB8AB8DC}" srcOrd="1" destOrd="0" presId="urn:microsoft.com/office/officeart/2005/8/layout/hierarchy2"/>
    <dgm:cxn modelId="{01D34FE0-96B7-4A9F-B622-9215B6C5722F}" type="presParOf" srcId="{ABC10FF9-6476-4786-8E44-2D95DB8AB8DC}" destId="{B033B1D6-9B3F-413D-8396-A63F4897A7B1}" srcOrd="0" destOrd="0" presId="urn:microsoft.com/office/officeart/2005/8/layout/hierarchy2"/>
    <dgm:cxn modelId="{B367152F-24CD-49FF-8291-32515B0293FE}" type="presParOf" srcId="{ABC10FF9-6476-4786-8E44-2D95DB8AB8DC}" destId="{7A207F16-7685-4048-9B8C-5876503AD87F}"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6F585E-F3BA-4DB1-976F-070E86B98FD1}">
      <dsp:nvSpPr>
        <dsp:cNvPr id="0" name=""/>
        <dsp:cNvSpPr/>
      </dsp:nvSpPr>
      <dsp:spPr>
        <a:xfrm>
          <a:off x="0" y="807278"/>
          <a:ext cx="11176000" cy="4914000"/>
        </a:xfrm>
        <a:prstGeom prst="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7382" tIns="1083056" rIns="867382" bIns="369824" numCol="1" spcCol="1270" anchor="t" anchorCtr="0">
          <a:noAutofit/>
        </a:bodyPr>
        <a:lstStyle/>
        <a:p>
          <a:pPr marL="285750" lvl="1" indent="-285750" algn="l" defTabSz="2311400">
            <a:lnSpc>
              <a:spcPct val="90000"/>
            </a:lnSpc>
            <a:spcBef>
              <a:spcPct val="0"/>
            </a:spcBef>
            <a:spcAft>
              <a:spcPct val="15000"/>
            </a:spcAft>
            <a:buChar char="•"/>
          </a:pPr>
          <a:r>
            <a:rPr lang="zh-CN" altLang="en-US" sz="5200" kern="1200"/>
            <a:t>什么是路由分发</a:t>
          </a:r>
        </a:p>
        <a:p>
          <a:pPr marL="285750" lvl="1" indent="-285750" algn="l" defTabSz="2311400">
            <a:lnSpc>
              <a:spcPct val="90000"/>
            </a:lnSpc>
            <a:spcBef>
              <a:spcPct val="0"/>
            </a:spcBef>
            <a:spcAft>
              <a:spcPct val="15000"/>
            </a:spcAft>
            <a:buChar char="•"/>
          </a:pPr>
          <a:r>
            <a:rPr lang="zh-CN" altLang="en-US" sz="5200" kern="1200"/>
            <a:t>路由分发的核心设计</a:t>
          </a:r>
        </a:p>
        <a:p>
          <a:pPr marL="285750" lvl="1" indent="-285750" algn="l" defTabSz="2311400">
            <a:lnSpc>
              <a:spcPct val="90000"/>
            </a:lnSpc>
            <a:spcBef>
              <a:spcPct val="0"/>
            </a:spcBef>
            <a:spcAft>
              <a:spcPct val="15000"/>
            </a:spcAft>
            <a:buChar char="•"/>
          </a:pPr>
          <a:r>
            <a:rPr lang="zh-CN" altLang="en-US" sz="5200" kern="1200"/>
            <a:t>路由分发与反向代理的协作</a:t>
          </a:r>
        </a:p>
      </dsp:txBody>
      <dsp:txXfrm>
        <a:off x="0" y="807278"/>
        <a:ext cx="11176000" cy="4914000"/>
      </dsp:txXfrm>
    </dsp:sp>
    <dsp:sp modelId="{59DCD501-0D97-4AD7-8172-1E636D6E1613}">
      <dsp:nvSpPr>
        <dsp:cNvPr id="0" name=""/>
        <dsp:cNvSpPr/>
      </dsp:nvSpPr>
      <dsp:spPr>
        <a:xfrm>
          <a:off x="558800" y="39758"/>
          <a:ext cx="7823200" cy="153504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2311400">
            <a:lnSpc>
              <a:spcPct val="90000"/>
            </a:lnSpc>
            <a:spcBef>
              <a:spcPct val="0"/>
            </a:spcBef>
            <a:spcAft>
              <a:spcPct val="35000"/>
            </a:spcAft>
            <a:buNone/>
          </a:pPr>
          <a:r>
            <a:rPr lang="zh-CN" altLang="en-US" sz="5200" kern="1200"/>
            <a:t>路由分发的简单实现</a:t>
          </a:r>
        </a:p>
      </dsp:txBody>
      <dsp:txXfrm>
        <a:off x="633734" y="114692"/>
        <a:ext cx="7673332" cy="138517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546D7F-5F5C-4F63-B1CC-93FD72E7728B}">
      <dsp:nvSpPr>
        <dsp:cNvPr id="0" name=""/>
        <dsp:cNvSpPr/>
      </dsp:nvSpPr>
      <dsp:spPr>
        <a:xfrm>
          <a:off x="5487314" y="0"/>
          <a:ext cx="1350243" cy="5761037"/>
        </a:xfrm>
        <a:prstGeom prst="roundRect">
          <a:avLst>
            <a:gd name="adj" fmla="val 10000"/>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227584" tIns="227584" rIns="227584" bIns="227584" numCol="1" spcCol="1270" anchor="ctr" anchorCtr="0">
          <a:noAutofit/>
        </a:bodyPr>
        <a:lstStyle/>
        <a:p>
          <a:pPr marL="0" lvl="0" indent="0" algn="ctr" defTabSz="1422400">
            <a:lnSpc>
              <a:spcPct val="90000"/>
            </a:lnSpc>
            <a:spcBef>
              <a:spcPct val="0"/>
            </a:spcBef>
            <a:spcAft>
              <a:spcPct val="35000"/>
            </a:spcAft>
            <a:buNone/>
          </a:pPr>
          <a:r>
            <a:rPr lang="en-US" altLang="zh-CN" sz="3200" kern="1200">
              <a:solidFill>
                <a:schemeClr val="tx1"/>
              </a:solidFill>
            </a:rPr>
            <a:t>URI</a:t>
          </a:r>
          <a:endParaRPr lang="zh-CN" altLang="en-US" sz="3200" kern="1200">
            <a:solidFill>
              <a:schemeClr val="tx1"/>
            </a:solidFill>
          </a:endParaRPr>
        </a:p>
      </dsp:txBody>
      <dsp:txXfrm>
        <a:off x="5487314" y="0"/>
        <a:ext cx="1350243" cy="1728311"/>
      </dsp:txXfrm>
    </dsp:sp>
    <dsp:sp modelId="{B63A2BC3-CDBC-4064-85A5-C6C1B729CD53}">
      <dsp:nvSpPr>
        <dsp:cNvPr id="0" name=""/>
        <dsp:cNvSpPr/>
      </dsp:nvSpPr>
      <dsp:spPr>
        <a:xfrm>
          <a:off x="3912030" y="0"/>
          <a:ext cx="1350243" cy="5761037"/>
        </a:xfrm>
        <a:prstGeom prst="roundRect">
          <a:avLst>
            <a:gd name="adj" fmla="val 10000"/>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227584" tIns="227584" rIns="227584" bIns="227584" numCol="1" spcCol="1270" anchor="ctr" anchorCtr="0">
          <a:noAutofit/>
        </a:bodyPr>
        <a:lstStyle/>
        <a:p>
          <a:pPr marL="0" lvl="0" indent="0" algn="ctr" defTabSz="1422400">
            <a:lnSpc>
              <a:spcPct val="90000"/>
            </a:lnSpc>
            <a:spcBef>
              <a:spcPct val="0"/>
            </a:spcBef>
            <a:spcAft>
              <a:spcPct val="35000"/>
            </a:spcAft>
            <a:buNone/>
          </a:pPr>
          <a:r>
            <a:rPr lang="zh-CN" altLang="en-US" sz="3200" kern="1200">
              <a:solidFill>
                <a:schemeClr val="tx1"/>
              </a:solidFill>
            </a:rPr>
            <a:t>功能梳理</a:t>
          </a:r>
        </a:p>
      </dsp:txBody>
      <dsp:txXfrm>
        <a:off x="3912030" y="0"/>
        <a:ext cx="1350243" cy="1728311"/>
      </dsp:txXfrm>
    </dsp:sp>
    <dsp:sp modelId="{8FD13554-3059-4AC1-B4C8-11CE2AF60BD5}">
      <dsp:nvSpPr>
        <dsp:cNvPr id="0" name=""/>
        <dsp:cNvSpPr/>
      </dsp:nvSpPr>
      <dsp:spPr>
        <a:xfrm>
          <a:off x="2336747" y="0"/>
          <a:ext cx="1350243" cy="5761037"/>
        </a:xfrm>
        <a:prstGeom prst="roundRect">
          <a:avLst>
            <a:gd name="adj" fmla="val 10000"/>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227584" tIns="227584" rIns="227584" bIns="227584" numCol="1" spcCol="1270" anchor="ctr" anchorCtr="0">
          <a:noAutofit/>
        </a:bodyPr>
        <a:lstStyle/>
        <a:p>
          <a:pPr marL="0" lvl="0" indent="0" algn="ctr" defTabSz="1422400">
            <a:lnSpc>
              <a:spcPct val="90000"/>
            </a:lnSpc>
            <a:spcBef>
              <a:spcPct val="0"/>
            </a:spcBef>
            <a:spcAft>
              <a:spcPct val="35000"/>
            </a:spcAft>
            <a:buNone/>
          </a:pPr>
          <a:r>
            <a:rPr lang="zh-CN" altLang="en-US" sz="3200" kern="1200">
              <a:solidFill>
                <a:schemeClr val="tx1"/>
              </a:solidFill>
            </a:rPr>
            <a:t>功能模块</a:t>
          </a:r>
        </a:p>
      </dsp:txBody>
      <dsp:txXfrm>
        <a:off x="2336747" y="0"/>
        <a:ext cx="1350243" cy="1728311"/>
      </dsp:txXfrm>
    </dsp:sp>
    <dsp:sp modelId="{B720BA96-BD8D-46CB-9812-837BC6148176}">
      <dsp:nvSpPr>
        <dsp:cNvPr id="0" name=""/>
        <dsp:cNvSpPr/>
      </dsp:nvSpPr>
      <dsp:spPr>
        <a:xfrm>
          <a:off x="761463" y="0"/>
          <a:ext cx="1350243" cy="5761037"/>
        </a:xfrm>
        <a:prstGeom prst="roundRect">
          <a:avLst>
            <a:gd name="adj" fmla="val 10000"/>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227584" tIns="227584" rIns="227584" bIns="227584" numCol="1" spcCol="1270" anchor="ctr" anchorCtr="0">
          <a:noAutofit/>
        </a:bodyPr>
        <a:lstStyle/>
        <a:p>
          <a:pPr marL="0" lvl="0" indent="0" algn="ctr" defTabSz="1422400">
            <a:lnSpc>
              <a:spcPct val="90000"/>
            </a:lnSpc>
            <a:spcBef>
              <a:spcPct val="0"/>
            </a:spcBef>
            <a:spcAft>
              <a:spcPct val="35000"/>
            </a:spcAft>
            <a:buNone/>
          </a:pPr>
          <a:r>
            <a:rPr lang="zh-CN" altLang="en-US" sz="3200" kern="1200">
              <a:solidFill>
                <a:schemeClr val="tx1"/>
              </a:solidFill>
            </a:rPr>
            <a:t>项目</a:t>
          </a:r>
        </a:p>
      </dsp:txBody>
      <dsp:txXfrm>
        <a:off x="761463" y="0"/>
        <a:ext cx="1350243" cy="1728311"/>
      </dsp:txXfrm>
    </dsp:sp>
    <dsp:sp modelId="{12457B98-FA45-4AA8-BA37-CBD8CD9B759C}">
      <dsp:nvSpPr>
        <dsp:cNvPr id="0" name=""/>
        <dsp:cNvSpPr/>
      </dsp:nvSpPr>
      <dsp:spPr>
        <a:xfrm>
          <a:off x="873983" y="3348152"/>
          <a:ext cx="1125202" cy="562601"/>
        </a:xfrm>
        <a:prstGeom prst="roundRect">
          <a:avLst>
            <a:gd name="adj" fmla="val 1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zh-CN" altLang="en-US" sz="1200" kern="1200">
              <a:solidFill>
                <a:schemeClr val="tx1"/>
              </a:solidFill>
            </a:rPr>
            <a:t>高校教务管理系统</a:t>
          </a:r>
        </a:p>
      </dsp:txBody>
      <dsp:txXfrm>
        <a:off x="890461" y="3364630"/>
        <a:ext cx="1092246" cy="529645"/>
      </dsp:txXfrm>
    </dsp:sp>
    <dsp:sp modelId="{E2C158D5-F965-463D-891C-4BA4FC61EBD4}">
      <dsp:nvSpPr>
        <dsp:cNvPr id="0" name=""/>
        <dsp:cNvSpPr/>
      </dsp:nvSpPr>
      <dsp:spPr>
        <a:xfrm rot="17350740">
          <a:off x="1539215" y="2973672"/>
          <a:ext cx="1370023" cy="17578"/>
        </a:xfrm>
        <a:custGeom>
          <a:avLst/>
          <a:gdLst/>
          <a:ahLst/>
          <a:cxnLst/>
          <a:rect l="0" t="0" r="0" b="0"/>
          <a:pathLst>
            <a:path>
              <a:moveTo>
                <a:pt x="0" y="8789"/>
              </a:moveTo>
              <a:lnTo>
                <a:pt x="1370023" y="8789"/>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solidFill>
              <a:schemeClr val="tx1"/>
            </a:solidFill>
          </a:endParaRPr>
        </a:p>
      </dsp:txBody>
      <dsp:txXfrm>
        <a:off x="2189976" y="2948211"/>
        <a:ext cx="68501" cy="68501"/>
      </dsp:txXfrm>
    </dsp:sp>
    <dsp:sp modelId="{08336030-A0EF-4717-AE58-DF147F1C6053}">
      <dsp:nvSpPr>
        <dsp:cNvPr id="0" name=""/>
        <dsp:cNvSpPr/>
      </dsp:nvSpPr>
      <dsp:spPr>
        <a:xfrm>
          <a:off x="2449267" y="2054169"/>
          <a:ext cx="1125202" cy="562601"/>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zh-CN" altLang="en-US" sz="1200" kern="1200">
              <a:solidFill>
                <a:schemeClr val="tx1"/>
              </a:solidFill>
            </a:rPr>
            <a:t>登录注销</a:t>
          </a:r>
        </a:p>
      </dsp:txBody>
      <dsp:txXfrm>
        <a:off x="2465745" y="2070647"/>
        <a:ext cx="1092246" cy="529645"/>
      </dsp:txXfrm>
    </dsp:sp>
    <dsp:sp modelId="{3F6A337D-6081-4697-B9F2-AB8AFA32A148}">
      <dsp:nvSpPr>
        <dsp:cNvPr id="0" name=""/>
        <dsp:cNvSpPr/>
      </dsp:nvSpPr>
      <dsp:spPr>
        <a:xfrm rot="19457599">
          <a:off x="3522372" y="2164933"/>
          <a:ext cx="554276" cy="17578"/>
        </a:xfrm>
        <a:custGeom>
          <a:avLst/>
          <a:gdLst/>
          <a:ahLst/>
          <a:cxnLst/>
          <a:rect l="0" t="0" r="0" b="0"/>
          <a:pathLst>
            <a:path>
              <a:moveTo>
                <a:pt x="0" y="8789"/>
              </a:moveTo>
              <a:lnTo>
                <a:pt x="554276" y="8789"/>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solidFill>
              <a:schemeClr val="tx1"/>
            </a:solidFill>
          </a:endParaRPr>
        </a:p>
      </dsp:txBody>
      <dsp:txXfrm>
        <a:off x="3785653" y="2159865"/>
        <a:ext cx="27713" cy="27713"/>
      </dsp:txXfrm>
    </dsp:sp>
    <dsp:sp modelId="{47001A71-14E5-40D3-8828-BE15C696577C}">
      <dsp:nvSpPr>
        <dsp:cNvPr id="0" name=""/>
        <dsp:cNvSpPr/>
      </dsp:nvSpPr>
      <dsp:spPr>
        <a:xfrm>
          <a:off x="4024551" y="1730674"/>
          <a:ext cx="1125202" cy="562601"/>
        </a:xfrm>
        <a:prstGeom prst="roundRect">
          <a:avLst>
            <a:gd name="adj" fmla="val 10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zh-CN" altLang="en-US" sz="1200" kern="1200">
              <a:solidFill>
                <a:schemeClr val="tx1"/>
              </a:solidFill>
            </a:rPr>
            <a:t>登录</a:t>
          </a:r>
        </a:p>
      </dsp:txBody>
      <dsp:txXfrm>
        <a:off x="4041029" y="1747152"/>
        <a:ext cx="1092246" cy="529645"/>
      </dsp:txXfrm>
    </dsp:sp>
    <dsp:sp modelId="{53033CBA-86AA-4B25-BCA7-19F2C4EF7922}">
      <dsp:nvSpPr>
        <dsp:cNvPr id="0" name=""/>
        <dsp:cNvSpPr/>
      </dsp:nvSpPr>
      <dsp:spPr>
        <a:xfrm>
          <a:off x="5149753" y="2003185"/>
          <a:ext cx="450081" cy="17578"/>
        </a:xfrm>
        <a:custGeom>
          <a:avLst/>
          <a:gdLst/>
          <a:ahLst/>
          <a:cxnLst/>
          <a:rect l="0" t="0" r="0" b="0"/>
          <a:pathLst>
            <a:path>
              <a:moveTo>
                <a:pt x="0" y="8789"/>
              </a:moveTo>
              <a:lnTo>
                <a:pt x="450081" y="8789"/>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solidFill>
              <a:schemeClr val="tx1"/>
            </a:solidFill>
          </a:endParaRPr>
        </a:p>
      </dsp:txBody>
      <dsp:txXfrm>
        <a:off x="5363542" y="2000722"/>
        <a:ext cx="22504" cy="22504"/>
      </dsp:txXfrm>
    </dsp:sp>
    <dsp:sp modelId="{809949F3-2B13-4F69-BF6C-37E7BBBE0D61}">
      <dsp:nvSpPr>
        <dsp:cNvPr id="0" name=""/>
        <dsp:cNvSpPr/>
      </dsp:nvSpPr>
      <dsp:spPr>
        <a:xfrm>
          <a:off x="5599834" y="1730674"/>
          <a:ext cx="1125202" cy="56260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altLang="zh-CN" sz="1200" kern="1200">
              <a:solidFill>
                <a:schemeClr val="tx1"/>
              </a:solidFill>
            </a:rPr>
            <a:t>POST /users</a:t>
          </a:r>
          <a:endParaRPr lang="zh-CN" altLang="en-US" sz="1200" kern="1200">
            <a:solidFill>
              <a:schemeClr val="tx1"/>
            </a:solidFill>
          </a:endParaRPr>
        </a:p>
      </dsp:txBody>
      <dsp:txXfrm>
        <a:off x="5616312" y="1747152"/>
        <a:ext cx="1092246" cy="529645"/>
      </dsp:txXfrm>
    </dsp:sp>
    <dsp:sp modelId="{7E2629BC-F901-46A3-9891-24BB1995F08B}">
      <dsp:nvSpPr>
        <dsp:cNvPr id="0" name=""/>
        <dsp:cNvSpPr/>
      </dsp:nvSpPr>
      <dsp:spPr>
        <a:xfrm rot="2142401">
          <a:off x="3522372" y="2488429"/>
          <a:ext cx="554276" cy="17578"/>
        </a:xfrm>
        <a:custGeom>
          <a:avLst/>
          <a:gdLst/>
          <a:ahLst/>
          <a:cxnLst/>
          <a:rect l="0" t="0" r="0" b="0"/>
          <a:pathLst>
            <a:path>
              <a:moveTo>
                <a:pt x="0" y="8789"/>
              </a:moveTo>
              <a:lnTo>
                <a:pt x="554276" y="8789"/>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solidFill>
              <a:schemeClr val="tx1"/>
            </a:solidFill>
          </a:endParaRPr>
        </a:p>
      </dsp:txBody>
      <dsp:txXfrm>
        <a:off x="3785653" y="2483361"/>
        <a:ext cx="27713" cy="27713"/>
      </dsp:txXfrm>
    </dsp:sp>
    <dsp:sp modelId="{2C5BE908-BEB9-429E-B654-146EB26BDA81}">
      <dsp:nvSpPr>
        <dsp:cNvPr id="0" name=""/>
        <dsp:cNvSpPr/>
      </dsp:nvSpPr>
      <dsp:spPr>
        <a:xfrm>
          <a:off x="4024551" y="2377665"/>
          <a:ext cx="1125202" cy="562601"/>
        </a:xfrm>
        <a:prstGeom prst="roundRect">
          <a:avLst>
            <a:gd name="adj" fmla="val 10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zh-CN" altLang="en-US" sz="1200" kern="1200">
              <a:solidFill>
                <a:schemeClr val="tx1"/>
              </a:solidFill>
            </a:rPr>
            <a:t>注销</a:t>
          </a:r>
        </a:p>
      </dsp:txBody>
      <dsp:txXfrm>
        <a:off x="4041029" y="2394143"/>
        <a:ext cx="1092246" cy="529645"/>
      </dsp:txXfrm>
    </dsp:sp>
    <dsp:sp modelId="{B752F108-9398-4A84-A6B4-9EFF2E4B6F1D}">
      <dsp:nvSpPr>
        <dsp:cNvPr id="0" name=""/>
        <dsp:cNvSpPr/>
      </dsp:nvSpPr>
      <dsp:spPr>
        <a:xfrm>
          <a:off x="5149753" y="2650177"/>
          <a:ext cx="450081" cy="17578"/>
        </a:xfrm>
        <a:custGeom>
          <a:avLst/>
          <a:gdLst/>
          <a:ahLst/>
          <a:cxnLst/>
          <a:rect l="0" t="0" r="0" b="0"/>
          <a:pathLst>
            <a:path>
              <a:moveTo>
                <a:pt x="0" y="8789"/>
              </a:moveTo>
              <a:lnTo>
                <a:pt x="450081" y="8789"/>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solidFill>
              <a:schemeClr val="tx1"/>
            </a:solidFill>
          </a:endParaRPr>
        </a:p>
      </dsp:txBody>
      <dsp:txXfrm>
        <a:off x="5363542" y="2647714"/>
        <a:ext cx="22504" cy="22504"/>
      </dsp:txXfrm>
    </dsp:sp>
    <dsp:sp modelId="{A8F50799-4266-42BE-AE87-44E16848EBAB}">
      <dsp:nvSpPr>
        <dsp:cNvPr id="0" name=""/>
        <dsp:cNvSpPr/>
      </dsp:nvSpPr>
      <dsp:spPr>
        <a:xfrm>
          <a:off x="5599834" y="2377665"/>
          <a:ext cx="1125202" cy="56260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altLang="zh-CN" sz="1200" kern="1200">
              <a:solidFill>
                <a:schemeClr val="tx1"/>
              </a:solidFill>
            </a:rPr>
            <a:t>DELETE /users</a:t>
          </a:r>
          <a:endParaRPr lang="zh-CN" altLang="en-US" sz="1200" kern="1200">
            <a:solidFill>
              <a:schemeClr val="tx1"/>
            </a:solidFill>
          </a:endParaRPr>
        </a:p>
      </dsp:txBody>
      <dsp:txXfrm>
        <a:off x="5616312" y="2394143"/>
        <a:ext cx="1092246" cy="529645"/>
      </dsp:txXfrm>
    </dsp:sp>
    <dsp:sp modelId="{BB3C706E-F5F3-4AA8-92D4-CD8BC9FA7FF9}">
      <dsp:nvSpPr>
        <dsp:cNvPr id="0" name=""/>
        <dsp:cNvSpPr/>
      </dsp:nvSpPr>
      <dsp:spPr>
        <a:xfrm rot="19457599">
          <a:off x="1947088" y="3458916"/>
          <a:ext cx="554276" cy="17578"/>
        </a:xfrm>
        <a:custGeom>
          <a:avLst/>
          <a:gdLst/>
          <a:ahLst/>
          <a:cxnLst/>
          <a:rect l="0" t="0" r="0" b="0"/>
          <a:pathLst>
            <a:path>
              <a:moveTo>
                <a:pt x="0" y="8789"/>
              </a:moveTo>
              <a:lnTo>
                <a:pt x="554276" y="8789"/>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solidFill>
              <a:schemeClr val="tx1"/>
            </a:solidFill>
          </a:endParaRPr>
        </a:p>
      </dsp:txBody>
      <dsp:txXfrm>
        <a:off x="2210370" y="3453848"/>
        <a:ext cx="27713" cy="27713"/>
      </dsp:txXfrm>
    </dsp:sp>
    <dsp:sp modelId="{FD24632B-2A1C-476F-8130-C5C8C306F92D}">
      <dsp:nvSpPr>
        <dsp:cNvPr id="0" name=""/>
        <dsp:cNvSpPr/>
      </dsp:nvSpPr>
      <dsp:spPr>
        <a:xfrm>
          <a:off x="2449267" y="3024656"/>
          <a:ext cx="1125202" cy="562601"/>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zh-CN" altLang="en-US" sz="1200" kern="1200">
              <a:solidFill>
                <a:schemeClr val="tx1"/>
              </a:solidFill>
            </a:rPr>
            <a:t>用户管理</a:t>
          </a:r>
        </a:p>
      </dsp:txBody>
      <dsp:txXfrm>
        <a:off x="2465745" y="3041134"/>
        <a:ext cx="1092246" cy="529645"/>
      </dsp:txXfrm>
    </dsp:sp>
    <dsp:sp modelId="{7675D962-70B0-4687-89DB-696196FE8177}">
      <dsp:nvSpPr>
        <dsp:cNvPr id="0" name=""/>
        <dsp:cNvSpPr/>
      </dsp:nvSpPr>
      <dsp:spPr>
        <a:xfrm>
          <a:off x="3574469" y="3297168"/>
          <a:ext cx="450081" cy="17578"/>
        </a:xfrm>
        <a:custGeom>
          <a:avLst/>
          <a:gdLst/>
          <a:ahLst/>
          <a:cxnLst/>
          <a:rect l="0" t="0" r="0" b="0"/>
          <a:pathLst>
            <a:path>
              <a:moveTo>
                <a:pt x="0" y="8789"/>
              </a:moveTo>
              <a:lnTo>
                <a:pt x="450081" y="8789"/>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solidFill>
              <a:schemeClr val="tx1"/>
            </a:solidFill>
          </a:endParaRPr>
        </a:p>
      </dsp:txBody>
      <dsp:txXfrm>
        <a:off x="3788258" y="3294705"/>
        <a:ext cx="22504" cy="22504"/>
      </dsp:txXfrm>
    </dsp:sp>
    <dsp:sp modelId="{F6A53239-B254-4981-831F-1DD02BA65CA0}">
      <dsp:nvSpPr>
        <dsp:cNvPr id="0" name=""/>
        <dsp:cNvSpPr/>
      </dsp:nvSpPr>
      <dsp:spPr>
        <a:xfrm>
          <a:off x="4024551" y="3024656"/>
          <a:ext cx="1125202" cy="562601"/>
        </a:xfrm>
        <a:prstGeom prst="roundRect">
          <a:avLst>
            <a:gd name="adj" fmla="val 10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zh-CN" altLang="en-US" sz="1200" kern="1200">
              <a:solidFill>
                <a:schemeClr val="tx1"/>
              </a:solidFill>
            </a:rPr>
            <a:t>改密码</a:t>
          </a:r>
        </a:p>
      </dsp:txBody>
      <dsp:txXfrm>
        <a:off x="4041029" y="3041134"/>
        <a:ext cx="1092246" cy="529645"/>
      </dsp:txXfrm>
    </dsp:sp>
    <dsp:sp modelId="{7A153E50-6E5D-4C4D-B9A4-BD420045DA0B}">
      <dsp:nvSpPr>
        <dsp:cNvPr id="0" name=""/>
        <dsp:cNvSpPr/>
      </dsp:nvSpPr>
      <dsp:spPr>
        <a:xfrm>
          <a:off x="5149753" y="3297168"/>
          <a:ext cx="450081" cy="17578"/>
        </a:xfrm>
        <a:custGeom>
          <a:avLst/>
          <a:gdLst/>
          <a:ahLst/>
          <a:cxnLst/>
          <a:rect l="0" t="0" r="0" b="0"/>
          <a:pathLst>
            <a:path>
              <a:moveTo>
                <a:pt x="0" y="8789"/>
              </a:moveTo>
              <a:lnTo>
                <a:pt x="450081" y="8789"/>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solidFill>
              <a:schemeClr val="tx1"/>
            </a:solidFill>
          </a:endParaRPr>
        </a:p>
      </dsp:txBody>
      <dsp:txXfrm>
        <a:off x="5363542" y="3294705"/>
        <a:ext cx="22504" cy="22504"/>
      </dsp:txXfrm>
    </dsp:sp>
    <dsp:sp modelId="{C664E236-01BC-497B-A957-2DE5081F9017}">
      <dsp:nvSpPr>
        <dsp:cNvPr id="0" name=""/>
        <dsp:cNvSpPr/>
      </dsp:nvSpPr>
      <dsp:spPr>
        <a:xfrm>
          <a:off x="5599834" y="3024656"/>
          <a:ext cx="1125202" cy="56260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altLang="zh-CN" sz="1200" kern="1200">
              <a:solidFill>
                <a:schemeClr val="tx1"/>
              </a:solidFill>
            </a:rPr>
            <a:t>PATCH /users</a:t>
          </a:r>
          <a:endParaRPr lang="zh-CN" altLang="en-US" sz="1200" kern="1200">
            <a:solidFill>
              <a:schemeClr val="tx1"/>
            </a:solidFill>
          </a:endParaRPr>
        </a:p>
      </dsp:txBody>
      <dsp:txXfrm>
        <a:off x="5616312" y="3041134"/>
        <a:ext cx="1092246" cy="529645"/>
      </dsp:txXfrm>
    </dsp:sp>
    <dsp:sp modelId="{3BCC3F14-E3A7-4BD0-9D1D-EC5D87559FFF}">
      <dsp:nvSpPr>
        <dsp:cNvPr id="0" name=""/>
        <dsp:cNvSpPr/>
      </dsp:nvSpPr>
      <dsp:spPr>
        <a:xfrm rot="2142401">
          <a:off x="1947088" y="3782412"/>
          <a:ext cx="554276" cy="17578"/>
        </a:xfrm>
        <a:custGeom>
          <a:avLst/>
          <a:gdLst/>
          <a:ahLst/>
          <a:cxnLst/>
          <a:rect l="0" t="0" r="0" b="0"/>
          <a:pathLst>
            <a:path>
              <a:moveTo>
                <a:pt x="0" y="8789"/>
              </a:moveTo>
              <a:lnTo>
                <a:pt x="554276" y="8789"/>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solidFill>
              <a:schemeClr val="tx1"/>
            </a:solidFill>
          </a:endParaRPr>
        </a:p>
      </dsp:txBody>
      <dsp:txXfrm>
        <a:off x="2210370" y="3777344"/>
        <a:ext cx="27713" cy="27713"/>
      </dsp:txXfrm>
    </dsp:sp>
    <dsp:sp modelId="{F8EC1EED-FCF1-423A-91DE-9FB11DC06CD8}">
      <dsp:nvSpPr>
        <dsp:cNvPr id="0" name=""/>
        <dsp:cNvSpPr/>
      </dsp:nvSpPr>
      <dsp:spPr>
        <a:xfrm>
          <a:off x="2449267" y="3671648"/>
          <a:ext cx="1125202" cy="562601"/>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zh-CN" altLang="en-US" sz="1200" kern="1200">
              <a:solidFill>
                <a:schemeClr val="tx1"/>
              </a:solidFill>
            </a:rPr>
            <a:t>教学任务管理</a:t>
          </a:r>
        </a:p>
      </dsp:txBody>
      <dsp:txXfrm>
        <a:off x="2465745" y="3688126"/>
        <a:ext cx="1092246" cy="529645"/>
      </dsp:txXfrm>
    </dsp:sp>
    <dsp:sp modelId="{1D857372-AFB0-4E3F-B896-1203529EF414}">
      <dsp:nvSpPr>
        <dsp:cNvPr id="0" name=""/>
        <dsp:cNvSpPr/>
      </dsp:nvSpPr>
      <dsp:spPr>
        <a:xfrm>
          <a:off x="3574469" y="3944159"/>
          <a:ext cx="450081" cy="17578"/>
        </a:xfrm>
        <a:custGeom>
          <a:avLst/>
          <a:gdLst/>
          <a:ahLst/>
          <a:cxnLst/>
          <a:rect l="0" t="0" r="0" b="0"/>
          <a:pathLst>
            <a:path>
              <a:moveTo>
                <a:pt x="0" y="8789"/>
              </a:moveTo>
              <a:lnTo>
                <a:pt x="450081" y="8789"/>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solidFill>
              <a:schemeClr val="tx1"/>
            </a:solidFill>
          </a:endParaRPr>
        </a:p>
      </dsp:txBody>
      <dsp:txXfrm>
        <a:off x="3788258" y="3941697"/>
        <a:ext cx="22504" cy="22504"/>
      </dsp:txXfrm>
    </dsp:sp>
    <dsp:sp modelId="{C4ED12ED-2E41-498F-9A90-B68FA1E8EBB0}">
      <dsp:nvSpPr>
        <dsp:cNvPr id="0" name=""/>
        <dsp:cNvSpPr/>
      </dsp:nvSpPr>
      <dsp:spPr>
        <a:xfrm>
          <a:off x="4024551" y="3671648"/>
          <a:ext cx="1125202" cy="562601"/>
        </a:xfrm>
        <a:prstGeom prst="roundRect">
          <a:avLst>
            <a:gd name="adj" fmla="val 10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zh-CN" altLang="en-US" sz="1200" kern="1200">
              <a:solidFill>
                <a:schemeClr val="tx1"/>
              </a:solidFill>
            </a:rPr>
            <a:t>教学任务查询</a:t>
          </a:r>
        </a:p>
      </dsp:txBody>
      <dsp:txXfrm>
        <a:off x="4041029" y="3688126"/>
        <a:ext cx="1092246" cy="529645"/>
      </dsp:txXfrm>
    </dsp:sp>
    <dsp:sp modelId="{EA4716BF-757A-4BB3-990C-B9E26CD9D255}">
      <dsp:nvSpPr>
        <dsp:cNvPr id="0" name=""/>
        <dsp:cNvSpPr/>
      </dsp:nvSpPr>
      <dsp:spPr>
        <a:xfrm>
          <a:off x="5149753" y="3944159"/>
          <a:ext cx="450081" cy="17578"/>
        </a:xfrm>
        <a:custGeom>
          <a:avLst/>
          <a:gdLst/>
          <a:ahLst/>
          <a:cxnLst/>
          <a:rect l="0" t="0" r="0" b="0"/>
          <a:pathLst>
            <a:path>
              <a:moveTo>
                <a:pt x="0" y="8789"/>
              </a:moveTo>
              <a:lnTo>
                <a:pt x="450081" y="8789"/>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solidFill>
              <a:schemeClr val="tx1"/>
            </a:solidFill>
          </a:endParaRPr>
        </a:p>
      </dsp:txBody>
      <dsp:txXfrm>
        <a:off x="5363542" y="3941697"/>
        <a:ext cx="22504" cy="22504"/>
      </dsp:txXfrm>
    </dsp:sp>
    <dsp:sp modelId="{43022B46-168D-4A88-99FB-0C7F18B07406}">
      <dsp:nvSpPr>
        <dsp:cNvPr id="0" name=""/>
        <dsp:cNvSpPr/>
      </dsp:nvSpPr>
      <dsp:spPr>
        <a:xfrm>
          <a:off x="5599834" y="3671648"/>
          <a:ext cx="1125202" cy="56260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altLang="zh-CN" sz="1200" kern="1200">
              <a:solidFill>
                <a:schemeClr val="tx1"/>
              </a:solidFill>
            </a:rPr>
            <a:t>GET /tasks</a:t>
          </a:r>
          <a:endParaRPr lang="zh-CN" altLang="en-US" sz="1200" kern="1200">
            <a:solidFill>
              <a:schemeClr val="tx1"/>
            </a:solidFill>
          </a:endParaRPr>
        </a:p>
      </dsp:txBody>
      <dsp:txXfrm>
        <a:off x="5616312" y="3688126"/>
        <a:ext cx="1092246" cy="529645"/>
      </dsp:txXfrm>
    </dsp:sp>
    <dsp:sp modelId="{D530BC00-5A54-4F60-8A67-4851460507B8}">
      <dsp:nvSpPr>
        <dsp:cNvPr id="0" name=""/>
        <dsp:cNvSpPr/>
      </dsp:nvSpPr>
      <dsp:spPr>
        <a:xfrm rot="4249260">
          <a:off x="1539215" y="4267655"/>
          <a:ext cx="1370023" cy="17578"/>
        </a:xfrm>
        <a:custGeom>
          <a:avLst/>
          <a:gdLst/>
          <a:ahLst/>
          <a:cxnLst/>
          <a:rect l="0" t="0" r="0" b="0"/>
          <a:pathLst>
            <a:path>
              <a:moveTo>
                <a:pt x="0" y="8789"/>
              </a:moveTo>
              <a:lnTo>
                <a:pt x="1370023" y="8789"/>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solidFill>
              <a:schemeClr val="tx1"/>
            </a:solidFill>
          </a:endParaRPr>
        </a:p>
      </dsp:txBody>
      <dsp:txXfrm>
        <a:off x="2189976" y="4242194"/>
        <a:ext cx="68501" cy="68501"/>
      </dsp:txXfrm>
    </dsp:sp>
    <dsp:sp modelId="{99E4ACB8-73B0-4C52-AD5B-1CEAF63A596C}">
      <dsp:nvSpPr>
        <dsp:cNvPr id="0" name=""/>
        <dsp:cNvSpPr/>
      </dsp:nvSpPr>
      <dsp:spPr>
        <a:xfrm>
          <a:off x="2449267" y="4642135"/>
          <a:ext cx="1125202" cy="562601"/>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zh-CN" altLang="en-US" sz="1200" kern="1200">
              <a:solidFill>
                <a:schemeClr val="tx1"/>
              </a:solidFill>
            </a:rPr>
            <a:t>成绩管理</a:t>
          </a:r>
        </a:p>
      </dsp:txBody>
      <dsp:txXfrm>
        <a:off x="2465745" y="4658613"/>
        <a:ext cx="1092246" cy="529645"/>
      </dsp:txXfrm>
    </dsp:sp>
    <dsp:sp modelId="{538C9280-4237-47F9-97DC-71803BAFEF68}">
      <dsp:nvSpPr>
        <dsp:cNvPr id="0" name=""/>
        <dsp:cNvSpPr/>
      </dsp:nvSpPr>
      <dsp:spPr>
        <a:xfrm rot="19457599">
          <a:off x="3522372" y="4752899"/>
          <a:ext cx="554276" cy="17578"/>
        </a:xfrm>
        <a:custGeom>
          <a:avLst/>
          <a:gdLst/>
          <a:ahLst/>
          <a:cxnLst/>
          <a:rect l="0" t="0" r="0" b="0"/>
          <a:pathLst>
            <a:path>
              <a:moveTo>
                <a:pt x="0" y="8789"/>
              </a:moveTo>
              <a:lnTo>
                <a:pt x="554276" y="8789"/>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solidFill>
              <a:schemeClr val="tx1"/>
            </a:solidFill>
          </a:endParaRPr>
        </a:p>
      </dsp:txBody>
      <dsp:txXfrm>
        <a:off x="3785653" y="4747831"/>
        <a:ext cx="27713" cy="27713"/>
      </dsp:txXfrm>
    </dsp:sp>
    <dsp:sp modelId="{A8FF0ADD-1100-444F-ADF8-DF9A5A616D20}">
      <dsp:nvSpPr>
        <dsp:cNvPr id="0" name=""/>
        <dsp:cNvSpPr/>
      </dsp:nvSpPr>
      <dsp:spPr>
        <a:xfrm>
          <a:off x="4024551" y="4318639"/>
          <a:ext cx="1125202" cy="562601"/>
        </a:xfrm>
        <a:prstGeom prst="roundRect">
          <a:avLst>
            <a:gd name="adj" fmla="val 10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zh-CN" altLang="en-US" sz="1200" kern="1200">
              <a:solidFill>
                <a:schemeClr val="tx1"/>
              </a:solidFill>
            </a:rPr>
            <a:t>成绩录入</a:t>
          </a:r>
        </a:p>
      </dsp:txBody>
      <dsp:txXfrm>
        <a:off x="4041029" y="4335117"/>
        <a:ext cx="1092246" cy="529645"/>
      </dsp:txXfrm>
    </dsp:sp>
    <dsp:sp modelId="{57F19E3C-31AC-4099-A1C2-FFC1142D1E6A}">
      <dsp:nvSpPr>
        <dsp:cNvPr id="0" name=""/>
        <dsp:cNvSpPr/>
      </dsp:nvSpPr>
      <dsp:spPr>
        <a:xfrm>
          <a:off x="5149753" y="4591151"/>
          <a:ext cx="450081" cy="17578"/>
        </a:xfrm>
        <a:custGeom>
          <a:avLst/>
          <a:gdLst/>
          <a:ahLst/>
          <a:cxnLst/>
          <a:rect l="0" t="0" r="0" b="0"/>
          <a:pathLst>
            <a:path>
              <a:moveTo>
                <a:pt x="0" y="8789"/>
              </a:moveTo>
              <a:lnTo>
                <a:pt x="450081" y="8789"/>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solidFill>
              <a:schemeClr val="tx1"/>
            </a:solidFill>
          </a:endParaRPr>
        </a:p>
      </dsp:txBody>
      <dsp:txXfrm>
        <a:off x="5363542" y="4588688"/>
        <a:ext cx="22504" cy="22504"/>
      </dsp:txXfrm>
    </dsp:sp>
    <dsp:sp modelId="{F75D677F-4021-4337-A002-5627200F1DAE}">
      <dsp:nvSpPr>
        <dsp:cNvPr id="0" name=""/>
        <dsp:cNvSpPr/>
      </dsp:nvSpPr>
      <dsp:spPr>
        <a:xfrm>
          <a:off x="5599834" y="4318639"/>
          <a:ext cx="1125202" cy="56260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altLang="zh-CN" sz="1200" kern="1200">
              <a:solidFill>
                <a:schemeClr val="tx1"/>
              </a:solidFill>
            </a:rPr>
            <a:t>POST /scores</a:t>
          </a:r>
          <a:endParaRPr lang="zh-CN" altLang="en-US" sz="1200" kern="1200">
            <a:solidFill>
              <a:schemeClr val="tx1"/>
            </a:solidFill>
          </a:endParaRPr>
        </a:p>
      </dsp:txBody>
      <dsp:txXfrm>
        <a:off x="5616312" y="4335117"/>
        <a:ext cx="1092246" cy="529645"/>
      </dsp:txXfrm>
    </dsp:sp>
    <dsp:sp modelId="{E975B0C7-9BC3-4BC1-9170-512852C6A852}">
      <dsp:nvSpPr>
        <dsp:cNvPr id="0" name=""/>
        <dsp:cNvSpPr/>
      </dsp:nvSpPr>
      <dsp:spPr>
        <a:xfrm rot="2142401">
          <a:off x="3522372" y="5076395"/>
          <a:ext cx="554276" cy="17578"/>
        </a:xfrm>
        <a:custGeom>
          <a:avLst/>
          <a:gdLst/>
          <a:ahLst/>
          <a:cxnLst/>
          <a:rect l="0" t="0" r="0" b="0"/>
          <a:pathLst>
            <a:path>
              <a:moveTo>
                <a:pt x="0" y="8789"/>
              </a:moveTo>
              <a:lnTo>
                <a:pt x="554276" y="8789"/>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solidFill>
              <a:schemeClr val="tx1"/>
            </a:solidFill>
          </a:endParaRPr>
        </a:p>
      </dsp:txBody>
      <dsp:txXfrm>
        <a:off x="3785653" y="5071327"/>
        <a:ext cx="27713" cy="27713"/>
      </dsp:txXfrm>
    </dsp:sp>
    <dsp:sp modelId="{9B1DB271-B8B5-4D04-B93A-EAF6DD30A140}">
      <dsp:nvSpPr>
        <dsp:cNvPr id="0" name=""/>
        <dsp:cNvSpPr/>
      </dsp:nvSpPr>
      <dsp:spPr>
        <a:xfrm>
          <a:off x="4024551" y="4965631"/>
          <a:ext cx="1125202" cy="562601"/>
        </a:xfrm>
        <a:prstGeom prst="roundRect">
          <a:avLst>
            <a:gd name="adj" fmla="val 10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zh-CN" altLang="en-US" sz="1200" kern="1200">
              <a:solidFill>
                <a:schemeClr val="tx1"/>
              </a:solidFill>
            </a:rPr>
            <a:t>成绩查询</a:t>
          </a:r>
        </a:p>
      </dsp:txBody>
      <dsp:txXfrm>
        <a:off x="4041029" y="4982109"/>
        <a:ext cx="1092246" cy="529645"/>
      </dsp:txXfrm>
    </dsp:sp>
    <dsp:sp modelId="{19864F9F-AB81-4F97-B41A-561488E554FA}">
      <dsp:nvSpPr>
        <dsp:cNvPr id="0" name=""/>
        <dsp:cNvSpPr/>
      </dsp:nvSpPr>
      <dsp:spPr>
        <a:xfrm>
          <a:off x="5149753" y="5238142"/>
          <a:ext cx="450081" cy="17578"/>
        </a:xfrm>
        <a:custGeom>
          <a:avLst/>
          <a:gdLst/>
          <a:ahLst/>
          <a:cxnLst/>
          <a:rect l="0" t="0" r="0" b="0"/>
          <a:pathLst>
            <a:path>
              <a:moveTo>
                <a:pt x="0" y="8789"/>
              </a:moveTo>
              <a:lnTo>
                <a:pt x="450081" y="8789"/>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solidFill>
              <a:schemeClr val="tx1"/>
            </a:solidFill>
          </a:endParaRPr>
        </a:p>
      </dsp:txBody>
      <dsp:txXfrm>
        <a:off x="5363542" y="5235679"/>
        <a:ext cx="22504" cy="22504"/>
      </dsp:txXfrm>
    </dsp:sp>
    <dsp:sp modelId="{19380B31-F0A6-4667-8802-E113D4D4012F}">
      <dsp:nvSpPr>
        <dsp:cNvPr id="0" name=""/>
        <dsp:cNvSpPr/>
      </dsp:nvSpPr>
      <dsp:spPr>
        <a:xfrm>
          <a:off x="5599834" y="4965631"/>
          <a:ext cx="1125202" cy="56260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altLang="zh-CN" sz="1200" kern="1200">
              <a:solidFill>
                <a:schemeClr val="tx1"/>
              </a:solidFill>
            </a:rPr>
            <a:t>GET /scores</a:t>
          </a:r>
          <a:endParaRPr lang="zh-CN" altLang="en-US" sz="1200" kern="1200">
            <a:solidFill>
              <a:schemeClr val="tx1"/>
            </a:solidFill>
          </a:endParaRPr>
        </a:p>
      </dsp:txBody>
      <dsp:txXfrm>
        <a:off x="5616312" y="4982109"/>
        <a:ext cx="1092246" cy="52964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546D7F-5F5C-4F63-B1CC-93FD72E7728B}">
      <dsp:nvSpPr>
        <dsp:cNvPr id="0" name=""/>
        <dsp:cNvSpPr/>
      </dsp:nvSpPr>
      <dsp:spPr>
        <a:xfrm>
          <a:off x="5487314" y="0"/>
          <a:ext cx="1350243" cy="5761037"/>
        </a:xfrm>
        <a:prstGeom prst="roundRect">
          <a:avLst>
            <a:gd name="adj" fmla="val 10000"/>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227584" tIns="227584" rIns="227584" bIns="227584" numCol="1" spcCol="1270" anchor="ctr" anchorCtr="0">
          <a:noAutofit/>
        </a:bodyPr>
        <a:lstStyle/>
        <a:p>
          <a:pPr marL="0" lvl="0" indent="0" algn="ctr" defTabSz="1422400">
            <a:lnSpc>
              <a:spcPct val="90000"/>
            </a:lnSpc>
            <a:spcBef>
              <a:spcPct val="0"/>
            </a:spcBef>
            <a:spcAft>
              <a:spcPct val="35000"/>
            </a:spcAft>
            <a:buNone/>
          </a:pPr>
          <a:r>
            <a:rPr lang="en-US" altLang="zh-CN" sz="3200" kern="1200">
              <a:solidFill>
                <a:schemeClr val="tx1"/>
              </a:solidFill>
            </a:rPr>
            <a:t>URI</a:t>
          </a:r>
          <a:endParaRPr lang="zh-CN" altLang="en-US" sz="3200" kern="1200">
            <a:solidFill>
              <a:schemeClr val="tx1"/>
            </a:solidFill>
          </a:endParaRPr>
        </a:p>
      </dsp:txBody>
      <dsp:txXfrm>
        <a:off x="5487314" y="0"/>
        <a:ext cx="1350243" cy="1728311"/>
      </dsp:txXfrm>
    </dsp:sp>
    <dsp:sp modelId="{B63A2BC3-CDBC-4064-85A5-C6C1B729CD53}">
      <dsp:nvSpPr>
        <dsp:cNvPr id="0" name=""/>
        <dsp:cNvSpPr/>
      </dsp:nvSpPr>
      <dsp:spPr>
        <a:xfrm>
          <a:off x="3912030" y="0"/>
          <a:ext cx="1350243" cy="5761037"/>
        </a:xfrm>
        <a:prstGeom prst="roundRect">
          <a:avLst>
            <a:gd name="adj" fmla="val 10000"/>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227584" tIns="227584" rIns="227584" bIns="227584" numCol="1" spcCol="1270" anchor="ctr" anchorCtr="0">
          <a:noAutofit/>
        </a:bodyPr>
        <a:lstStyle/>
        <a:p>
          <a:pPr marL="0" lvl="0" indent="0" algn="ctr" defTabSz="1422400">
            <a:lnSpc>
              <a:spcPct val="90000"/>
            </a:lnSpc>
            <a:spcBef>
              <a:spcPct val="0"/>
            </a:spcBef>
            <a:spcAft>
              <a:spcPct val="35000"/>
            </a:spcAft>
            <a:buNone/>
          </a:pPr>
          <a:r>
            <a:rPr lang="zh-CN" altLang="en-US" sz="3200" kern="1200">
              <a:solidFill>
                <a:schemeClr val="tx1"/>
              </a:solidFill>
            </a:rPr>
            <a:t>功能梳理</a:t>
          </a:r>
        </a:p>
      </dsp:txBody>
      <dsp:txXfrm>
        <a:off x="3912030" y="0"/>
        <a:ext cx="1350243" cy="1728311"/>
      </dsp:txXfrm>
    </dsp:sp>
    <dsp:sp modelId="{8FD13554-3059-4AC1-B4C8-11CE2AF60BD5}">
      <dsp:nvSpPr>
        <dsp:cNvPr id="0" name=""/>
        <dsp:cNvSpPr/>
      </dsp:nvSpPr>
      <dsp:spPr>
        <a:xfrm>
          <a:off x="2336747" y="0"/>
          <a:ext cx="1350243" cy="5761037"/>
        </a:xfrm>
        <a:prstGeom prst="roundRect">
          <a:avLst>
            <a:gd name="adj" fmla="val 10000"/>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227584" tIns="227584" rIns="227584" bIns="227584" numCol="1" spcCol="1270" anchor="ctr" anchorCtr="0">
          <a:noAutofit/>
        </a:bodyPr>
        <a:lstStyle/>
        <a:p>
          <a:pPr marL="0" lvl="0" indent="0" algn="ctr" defTabSz="1422400">
            <a:lnSpc>
              <a:spcPct val="90000"/>
            </a:lnSpc>
            <a:spcBef>
              <a:spcPct val="0"/>
            </a:spcBef>
            <a:spcAft>
              <a:spcPct val="35000"/>
            </a:spcAft>
            <a:buNone/>
          </a:pPr>
          <a:r>
            <a:rPr lang="zh-CN" altLang="en-US" sz="3200" kern="1200">
              <a:solidFill>
                <a:schemeClr val="tx1"/>
              </a:solidFill>
            </a:rPr>
            <a:t>功能模块</a:t>
          </a:r>
        </a:p>
      </dsp:txBody>
      <dsp:txXfrm>
        <a:off x="2336747" y="0"/>
        <a:ext cx="1350243" cy="1728311"/>
      </dsp:txXfrm>
    </dsp:sp>
    <dsp:sp modelId="{B720BA96-BD8D-46CB-9812-837BC6148176}">
      <dsp:nvSpPr>
        <dsp:cNvPr id="0" name=""/>
        <dsp:cNvSpPr/>
      </dsp:nvSpPr>
      <dsp:spPr>
        <a:xfrm>
          <a:off x="761463" y="0"/>
          <a:ext cx="1350243" cy="5761037"/>
        </a:xfrm>
        <a:prstGeom prst="roundRect">
          <a:avLst>
            <a:gd name="adj" fmla="val 10000"/>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227584" tIns="227584" rIns="227584" bIns="227584" numCol="1" spcCol="1270" anchor="ctr" anchorCtr="0">
          <a:noAutofit/>
        </a:bodyPr>
        <a:lstStyle/>
        <a:p>
          <a:pPr marL="0" lvl="0" indent="0" algn="ctr" defTabSz="1422400">
            <a:lnSpc>
              <a:spcPct val="90000"/>
            </a:lnSpc>
            <a:spcBef>
              <a:spcPct val="0"/>
            </a:spcBef>
            <a:spcAft>
              <a:spcPct val="35000"/>
            </a:spcAft>
            <a:buNone/>
          </a:pPr>
          <a:r>
            <a:rPr lang="zh-CN" altLang="en-US" sz="3200" kern="1200">
              <a:solidFill>
                <a:schemeClr val="tx1"/>
              </a:solidFill>
            </a:rPr>
            <a:t>项目</a:t>
          </a:r>
        </a:p>
      </dsp:txBody>
      <dsp:txXfrm>
        <a:off x="761463" y="0"/>
        <a:ext cx="1350243" cy="1728311"/>
      </dsp:txXfrm>
    </dsp:sp>
    <dsp:sp modelId="{12457B98-FA45-4AA8-BA37-CBD8CD9B759C}">
      <dsp:nvSpPr>
        <dsp:cNvPr id="0" name=""/>
        <dsp:cNvSpPr/>
      </dsp:nvSpPr>
      <dsp:spPr>
        <a:xfrm>
          <a:off x="873983" y="3348152"/>
          <a:ext cx="1125202" cy="562601"/>
        </a:xfrm>
        <a:prstGeom prst="roundRect">
          <a:avLst>
            <a:gd name="adj" fmla="val 1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zh-CN" altLang="en-US" sz="1200" kern="1200">
              <a:solidFill>
                <a:schemeClr val="tx1"/>
              </a:solidFill>
            </a:rPr>
            <a:t>高校教务管理系统</a:t>
          </a:r>
        </a:p>
      </dsp:txBody>
      <dsp:txXfrm>
        <a:off x="890461" y="3364630"/>
        <a:ext cx="1092246" cy="529645"/>
      </dsp:txXfrm>
    </dsp:sp>
    <dsp:sp modelId="{E2C158D5-F965-463D-891C-4BA4FC61EBD4}">
      <dsp:nvSpPr>
        <dsp:cNvPr id="0" name=""/>
        <dsp:cNvSpPr/>
      </dsp:nvSpPr>
      <dsp:spPr>
        <a:xfrm rot="17350740">
          <a:off x="1539215" y="2973672"/>
          <a:ext cx="1370023" cy="17578"/>
        </a:xfrm>
        <a:custGeom>
          <a:avLst/>
          <a:gdLst/>
          <a:ahLst/>
          <a:cxnLst/>
          <a:rect l="0" t="0" r="0" b="0"/>
          <a:pathLst>
            <a:path>
              <a:moveTo>
                <a:pt x="0" y="8789"/>
              </a:moveTo>
              <a:lnTo>
                <a:pt x="1370023" y="8789"/>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solidFill>
              <a:schemeClr val="tx1"/>
            </a:solidFill>
          </a:endParaRPr>
        </a:p>
      </dsp:txBody>
      <dsp:txXfrm>
        <a:off x="2189976" y="2948211"/>
        <a:ext cx="68501" cy="68501"/>
      </dsp:txXfrm>
    </dsp:sp>
    <dsp:sp modelId="{08336030-A0EF-4717-AE58-DF147F1C6053}">
      <dsp:nvSpPr>
        <dsp:cNvPr id="0" name=""/>
        <dsp:cNvSpPr/>
      </dsp:nvSpPr>
      <dsp:spPr>
        <a:xfrm>
          <a:off x="2449267" y="2054169"/>
          <a:ext cx="1125202" cy="562601"/>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zh-CN" altLang="en-US" sz="1200" kern="1200">
              <a:solidFill>
                <a:schemeClr val="tx1"/>
              </a:solidFill>
            </a:rPr>
            <a:t>登录注销</a:t>
          </a:r>
        </a:p>
      </dsp:txBody>
      <dsp:txXfrm>
        <a:off x="2465745" y="2070647"/>
        <a:ext cx="1092246" cy="529645"/>
      </dsp:txXfrm>
    </dsp:sp>
    <dsp:sp modelId="{3F6A337D-6081-4697-B9F2-AB8AFA32A148}">
      <dsp:nvSpPr>
        <dsp:cNvPr id="0" name=""/>
        <dsp:cNvSpPr/>
      </dsp:nvSpPr>
      <dsp:spPr>
        <a:xfrm rot="19457599">
          <a:off x="3522372" y="2164933"/>
          <a:ext cx="554276" cy="17578"/>
        </a:xfrm>
        <a:custGeom>
          <a:avLst/>
          <a:gdLst/>
          <a:ahLst/>
          <a:cxnLst/>
          <a:rect l="0" t="0" r="0" b="0"/>
          <a:pathLst>
            <a:path>
              <a:moveTo>
                <a:pt x="0" y="8789"/>
              </a:moveTo>
              <a:lnTo>
                <a:pt x="554276" y="8789"/>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solidFill>
              <a:schemeClr val="tx1"/>
            </a:solidFill>
          </a:endParaRPr>
        </a:p>
      </dsp:txBody>
      <dsp:txXfrm>
        <a:off x="3785653" y="2159865"/>
        <a:ext cx="27713" cy="27713"/>
      </dsp:txXfrm>
    </dsp:sp>
    <dsp:sp modelId="{47001A71-14E5-40D3-8828-BE15C696577C}">
      <dsp:nvSpPr>
        <dsp:cNvPr id="0" name=""/>
        <dsp:cNvSpPr/>
      </dsp:nvSpPr>
      <dsp:spPr>
        <a:xfrm>
          <a:off x="4024551" y="1730674"/>
          <a:ext cx="1125202" cy="562601"/>
        </a:xfrm>
        <a:prstGeom prst="roundRect">
          <a:avLst>
            <a:gd name="adj" fmla="val 10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zh-CN" altLang="en-US" sz="1200" kern="1200">
              <a:solidFill>
                <a:schemeClr val="tx1"/>
              </a:solidFill>
            </a:rPr>
            <a:t>登录</a:t>
          </a:r>
        </a:p>
      </dsp:txBody>
      <dsp:txXfrm>
        <a:off x="4041029" y="1747152"/>
        <a:ext cx="1092246" cy="529645"/>
      </dsp:txXfrm>
    </dsp:sp>
    <dsp:sp modelId="{53033CBA-86AA-4B25-BCA7-19F2C4EF7922}">
      <dsp:nvSpPr>
        <dsp:cNvPr id="0" name=""/>
        <dsp:cNvSpPr/>
      </dsp:nvSpPr>
      <dsp:spPr>
        <a:xfrm>
          <a:off x="5149753" y="2003185"/>
          <a:ext cx="450081" cy="17578"/>
        </a:xfrm>
        <a:custGeom>
          <a:avLst/>
          <a:gdLst/>
          <a:ahLst/>
          <a:cxnLst/>
          <a:rect l="0" t="0" r="0" b="0"/>
          <a:pathLst>
            <a:path>
              <a:moveTo>
                <a:pt x="0" y="8789"/>
              </a:moveTo>
              <a:lnTo>
                <a:pt x="450081" y="8789"/>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solidFill>
              <a:schemeClr val="tx1"/>
            </a:solidFill>
          </a:endParaRPr>
        </a:p>
      </dsp:txBody>
      <dsp:txXfrm>
        <a:off x="5363542" y="2000722"/>
        <a:ext cx="22504" cy="22504"/>
      </dsp:txXfrm>
    </dsp:sp>
    <dsp:sp modelId="{809949F3-2B13-4F69-BF6C-37E7BBBE0D61}">
      <dsp:nvSpPr>
        <dsp:cNvPr id="0" name=""/>
        <dsp:cNvSpPr/>
      </dsp:nvSpPr>
      <dsp:spPr>
        <a:xfrm>
          <a:off x="5599834" y="1730674"/>
          <a:ext cx="1125202" cy="56260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altLang="zh-CN" sz="1200" kern="1200">
              <a:solidFill>
                <a:schemeClr val="tx1"/>
              </a:solidFill>
            </a:rPr>
            <a:t>POST /users</a:t>
          </a:r>
          <a:endParaRPr lang="zh-CN" altLang="en-US" sz="1200" kern="1200">
            <a:solidFill>
              <a:schemeClr val="tx1"/>
            </a:solidFill>
          </a:endParaRPr>
        </a:p>
      </dsp:txBody>
      <dsp:txXfrm>
        <a:off x="5616312" y="1747152"/>
        <a:ext cx="1092246" cy="529645"/>
      </dsp:txXfrm>
    </dsp:sp>
    <dsp:sp modelId="{7E2629BC-F901-46A3-9891-24BB1995F08B}">
      <dsp:nvSpPr>
        <dsp:cNvPr id="0" name=""/>
        <dsp:cNvSpPr/>
      </dsp:nvSpPr>
      <dsp:spPr>
        <a:xfrm rot="2142401">
          <a:off x="3522372" y="2488429"/>
          <a:ext cx="554276" cy="17578"/>
        </a:xfrm>
        <a:custGeom>
          <a:avLst/>
          <a:gdLst/>
          <a:ahLst/>
          <a:cxnLst/>
          <a:rect l="0" t="0" r="0" b="0"/>
          <a:pathLst>
            <a:path>
              <a:moveTo>
                <a:pt x="0" y="8789"/>
              </a:moveTo>
              <a:lnTo>
                <a:pt x="554276" y="8789"/>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solidFill>
              <a:schemeClr val="tx1"/>
            </a:solidFill>
          </a:endParaRPr>
        </a:p>
      </dsp:txBody>
      <dsp:txXfrm>
        <a:off x="3785653" y="2483361"/>
        <a:ext cx="27713" cy="27713"/>
      </dsp:txXfrm>
    </dsp:sp>
    <dsp:sp modelId="{2C5BE908-BEB9-429E-B654-146EB26BDA81}">
      <dsp:nvSpPr>
        <dsp:cNvPr id="0" name=""/>
        <dsp:cNvSpPr/>
      </dsp:nvSpPr>
      <dsp:spPr>
        <a:xfrm>
          <a:off x="4024551" y="2377665"/>
          <a:ext cx="1125202" cy="562601"/>
        </a:xfrm>
        <a:prstGeom prst="roundRect">
          <a:avLst>
            <a:gd name="adj" fmla="val 10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zh-CN" altLang="en-US" sz="1200" kern="1200">
              <a:solidFill>
                <a:schemeClr val="tx1"/>
              </a:solidFill>
            </a:rPr>
            <a:t>注销</a:t>
          </a:r>
        </a:p>
      </dsp:txBody>
      <dsp:txXfrm>
        <a:off x="4041029" y="2394143"/>
        <a:ext cx="1092246" cy="529645"/>
      </dsp:txXfrm>
    </dsp:sp>
    <dsp:sp modelId="{B752F108-9398-4A84-A6B4-9EFF2E4B6F1D}">
      <dsp:nvSpPr>
        <dsp:cNvPr id="0" name=""/>
        <dsp:cNvSpPr/>
      </dsp:nvSpPr>
      <dsp:spPr>
        <a:xfrm>
          <a:off x="5149753" y="2650177"/>
          <a:ext cx="450081" cy="17578"/>
        </a:xfrm>
        <a:custGeom>
          <a:avLst/>
          <a:gdLst/>
          <a:ahLst/>
          <a:cxnLst/>
          <a:rect l="0" t="0" r="0" b="0"/>
          <a:pathLst>
            <a:path>
              <a:moveTo>
                <a:pt x="0" y="8789"/>
              </a:moveTo>
              <a:lnTo>
                <a:pt x="450081" y="8789"/>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solidFill>
              <a:schemeClr val="tx1"/>
            </a:solidFill>
          </a:endParaRPr>
        </a:p>
      </dsp:txBody>
      <dsp:txXfrm>
        <a:off x="5363542" y="2647714"/>
        <a:ext cx="22504" cy="22504"/>
      </dsp:txXfrm>
    </dsp:sp>
    <dsp:sp modelId="{A8F50799-4266-42BE-AE87-44E16848EBAB}">
      <dsp:nvSpPr>
        <dsp:cNvPr id="0" name=""/>
        <dsp:cNvSpPr/>
      </dsp:nvSpPr>
      <dsp:spPr>
        <a:xfrm>
          <a:off x="5599834" y="2377665"/>
          <a:ext cx="1125202" cy="56260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altLang="zh-CN" sz="1200" kern="1200">
              <a:solidFill>
                <a:schemeClr val="tx1"/>
              </a:solidFill>
            </a:rPr>
            <a:t>DELETE /users</a:t>
          </a:r>
          <a:endParaRPr lang="zh-CN" altLang="en-US" sz="1200" kern="1200">
            <a:solidFill>
              <a:schemeClr val="tx1"/>
            </a:solidFill>
          </a:endParaRPr>
        </a:p>
      </dsp:txBody>
      <dsp:txXfrm>
        <a:off x="5616312" y="2394143"/>
        <a:ext cx="1092246" cy="529645"/>
      </dsp:txXfrm>
    </dsp:sp>
    <dsp:sp modelId="{BB3C706E-F5F3-4AA8-92D4-CD8BC9FA7FF9}">
      <dsp:nvSpPr>
        <dsp:cNvPr id="0" name=""/>
        <dsp:cNvSpPr/>
      </dsp:nvSpPr>
      <dsp:spPr>
        <a:xfrm rot="19457599">
          <a:off x="1947088" y="3458916"/>
          <a:ext cx="554276" cy="17578"/>
        </a:xfrm>
        <a:custGeom>
          <a:avLst/>
          <a:gdLst/>
          <a:ahLst/>
          <a:cxnLst/>
          <a:rect l="0" t="0" r="0" b="0"/>
          <a:pathLst>
            <a:path>
              <a:moveTo>
                <a:pt x="0" y="8789"/>
              </a:moveTo>
              <a:lnTo>
                <a:pt x="554276" y="8789"/>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solidFill>
              <a:schemeClr val="tx1"/>
            </a:solidFill>
          </a:endParaRPr>
        </a:p>
      </dsp:txBody>
      <dsp:txXfrm>
        <a:off x="2210370" y="3453848"/>
        <a:ext cx="27713" cy="27713"/>
      </dsp:txXfrm>
    </dsp:sp>
    <dsp:sp modelId="{FD24632B-2A1C-476F-8130-C5C8C306F92D}">
      <dsp:nvSpPr>
        <dsp:cNvPr id="0" name=""/>
        <dsp:cNvSpPr/>
      </dsp:nvSpPr>
      <dsp:spPr>
        <a:xfrm>
          <a:off x="2449267" y="3024656"/>
          <a:ext cx="1125202" cy="562601"/>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zh-CN" altLang="en-US" sz="1200" kern="1200">
              <a:solidFill>
                <a:schemeClr val="tx1"/>
              </a:solidFill>
            </a:rPr>
            <a:t>用户管理</a:t>
          </a:r>
        </a:p>
      </dsp:txBody>
      <dsp:txXfrm>
        <a:off x="2465745" y="3041134"/>
        <a:ext cx="1092246" cy="529645"/>
      </dsp:txXfrm>
    </dsp:sp>
    <dsp:sp modelId="{7675D962-70B0-4687-89DB-696196FE8177}">
      <dsp:nvSpPr>
        <dsp:cNvPr id="0" name=""/>
        <dsp:cNvSpPr/>
      </dsp:nvSpPr>
      <dsp:spPr>
        <a:xfrm>
          <a:off x="3574469" y="3297168"/>
          <a:ext cx="450081" cy="17578"/>
        </a:xfrm>
        <a:custGeom>
          <a:avLst/>
          <a:gdLst/>
          <a:ahLst/>
          <a:cxnLst/>
          <a:rect l="0" t="0" r="0" b="0"/>
          <a:pathLst>
            <a:path>
              <a:moveTo>
                <a:pt x="0" y="8789"/>
              </a:moveTo>
              <a:lnTo>
                <a:pt x="450081" y="8789"/>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solidFill>
              <a:schemeClr val="tx1"/>
            </a:solidFill>
          </a:endParaRPr>
        </a:p>
      </dsp:txBody>
      <dsp:txXfrm>
        <a:off x="3788258" y="3294705"/>
        <a:ext cx="22504" cy="22504"/>
      </dsp:txXfrm>
    </dsp:sp>
    <dsp:sp modelId="{F6A53239-B254-4981-831F-1DD02BA65CA0}">
      <dsp:nvSpPr>
        <dsp:cNvPr id="0" name=""/>
        <dsp:cNvSpPr/>
      </dsp:nvSpPr>
      <dsp:spPr>
        <a:xfrm>
          <a:off x="4024551" y="3024656"/>
          <a:ext cx="1125202" cy="562601"/>
        </a:xfrm>
        <a:prstGeom prst="roundRect">
          <a:avLst>
            <a:gd name="adj" fmla="val 10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zh-CN" altLang="en-US" sz="1200" kern="1200">
              <a:solidFill>
                <a:schemeClr val="tx1"/>
              </a:solidFill>
            </a:rPr>
            <a:t>改密码</a:t>
          </a:r>
        </a:p>
      </dsp:txBody>
      <dsp:txXfrm>
        <a:off x="4041029" y="3041134"/>
        <a:ext cx="1092246" cy="529645"/>
      </dsp:txXfrm>
    </dsp:sp>
    <dsp:sp modelId="{7A153E50-6E5D-4C4D-B9A4-BD420045DA0B}">
      <dsp:nvSpPr>
        <dsp:cNvPr id="0" name=""/>
        <dsp:cNvSpPr/>
      </dsp:nvSpPr>
      <dsp:spPr>
        <a:xfrm>
          <a:off x="5149753" y="3297168"/>
          <a:ext cx="450081" cy="17578"/>
        </a:xfrm>
        <a:custGeom>
          <a:avLst/>
          <a:gdLst/>
          <a:ahLst/>
          <a:cxnLst/>
          <a:rect l="0" t="0" r="0" b="0"/>
          <a:pathLst>
            <a:path>
              <a:moveTo>
                <a:pt x="0" y="8789"/>
              </a:moveTo>
              <a:lnTo>
                <a:pt x="450081" y="8789"/>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solidFill>
              <a:schemeClr val="tx1"/>
            </a:solidFill>
          </a:endParaRPr>
        </a:p>
      </dsp:txBody>
      <dsp:txXfrm>
        <a:off x="5363542" y="3294705"/>
        <a:ext cx="22504" cy="22504"/>
      </dsp:txXfrm>
    </dsp:sp>
    <dsp:sp modelId="{C664E236-01BC-497B-A957-2DE5081F9017}">
      <dsp:nvSpPr>
        <dsp:cNvPr id="0" name=""/>
        <dsp:cNvSpPr/>
      </dsp:nvSpPr>
      <dsp:spPr>
        <a:xfrm>
          <a:off x="5599834" y="3024656"/>
          <a:ext cx="1125202" cy="56260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altLang="zh-CN" sz="1200" kern="1200">
              <a:solidFill>
                <a:schemeClr val="tx1"/>
              </a:solidFill>
            </a:rPr>
            <a:t>PATCH /users</a:t>
          </a:r>
          <a:endParaRPr lang="zh-CN" altLang="en-US" sz="1200" kern="1200">
            <a:solidFill>
              <a:schemeClr val="tx1"/>
            </a:solidFill>
          </a:endParaRPr>
        </a:p>
      </dsp:txBody>
      <dsp:txXfrm>
        <a:off x="5616312" y="3041134"/>
        <a:ext cx="1092246" cy="529645"/>
      </dsp:txXfrm>
    </dsp:sp>
    <dsp:sp modelId="{3BCC3F14-E3A7-4BD0-9D1D-EC5D87559FFF}">
      <dsp:nvSpPr>
        <dsp:cNvPr id="0" name=""/>
        <dsp:cNvSpPr/>
      </dsp:nvSpPr>
      <dsp:spPr>
        <a:xfrm rot="2142401">
          <a:off x="1947088" y="3782412"/>
          <a:ext cx="554276" cy="17578"/>
        </a:xfrm>
        <a:custGeom>
          <a:avLst/>
          <a:gdLst/>
          <a:ahLst/>
          <a:cxnLst/>
          <a:rect l="0" t="0" r="0" b="0"/>
          <a:pathLst>
            <a:path>
              <a:moveTo>
                <a:pt x="0" y="8789"/>
              </a:moveTo>
              <a:lnTo>
                <a:pt x="554276" y="8789"/>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solidFill>
              <a:schemeClr val="tx1"/>
            </a:solidFill>
          </a:endParaRPr>
        </a:p>
      </dsp:txBody>
      <dsp:txXfrm>
        <a:off x="2210370" y="3777344"/>
        <a:ext cx="27713" cy="27713"/>
      </dsp:txXfrm>
    </dsp:sp>
    <dsp:sp modelId="{F8EC1EED-FCF1-423A-91DE-9FB11DC06CD8}">
      <dsp:nvSpPr>
        <dsp:cNvPr id="0" name=""/>
        <dsp:cNvSpPr/>
      </dsp:nvSpPr>
      <dsp:spPr>
        <a:xfrm>
          <a:off x="2449267" y="3671648"/>
          <a:ext cx="1125202" cy="562601"/>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zh-CN" altLang="en-US" sz="1200" kern="1200">
              <a:solidFill>
                <a:schemeClr val="tx1"/>
              </a:solidFill>
            </a:rPr>
            <a:t>教学任务管理</a:t>
          </a:r>
        </a:p>
      </dsp:txBody>
      <dsp:txXfrm>
        <a:off x="2465745" y="3688126"/>
        <a:ext cx="1092246" cy="529645"/>
      </dsp:txXfrm>
    </dsp:sp>
    <dsp:sp modelId="{1D857372-AFB0-4E3F-B896-1203529EF414}">
      <dsp:nvSpPr>
        <dsp:cNvPr id="0" name=""/>
        <dsp:cNvSpPr/>
      </dsp:nvSpPr>
      <dsp:spPr>
        <a:xfrm>
          <a:off x="3574469" y="3944159"/>
          <a:ext cx="450081" cy="17578"/>
        </a:xfrm>
        <a:custGeom>
          <a:avLst/>
          <a:gdLst/>
          <a:ahLst/>
          <a:cxnLst/>
          <a:rect l="0" t="0" r="0" b="0"/>
          <a:pathLst>
            <a:path>
              <a:moveTo>
                <a:pt x="0" y="8789"/>
              </a:moveTo>
              <a:lnTo>
                <a:pt x="450081" y="8789"/>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solidFill>
              <a:schemeClr val="tx1"/>
            </a:solidFill>
          </a:endParaRPr>
        </a:p>
      </dsp:txBody>
      <dsp:txXfrm>
        <a:off x="3788258" y="3941697"/>
        <a:ext cx="22504" cy="22504"/>
      </dsp:txXfrm>
    </dsp:sp>
    <dsp:sp modelId="{C4ED12ED-2E41-498F-9A90-B68FA1E8EBB0}">
      <dsp:nvSpPr>
        <dsp:cNvPr id="0" name=""/>
        <dsp:cNvSpPr/>
      </dsp:nvSpPr>
      <dsp:spPr>
        <a:xfrm>
          <a:off x="4024551" y="3671648"/>
          <a:ext cx="1125202" cy="562601"/>
        </a:xfrm>
        <a:prstGeom prst="roundRect">
          <a:avLst>
            <a:gd name="adj" fmla="val 10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zh-CN" altLang="en-US" sz="1200" kern="1200">
              <a:solidFill>
                <a:schemeClr val="tx1"/>
              </a:solidFill>
            </a:rPr>
            <a:t>教学任务查询</a:t>
          </a:r>
        </a:p>
      </dsp:txBody>
      <dsp:txXfrm>
        <a:off x="4041029" y="3688126"/>
        <a:ext cx="1092246" cy="529645"/>
      </dsp:txXfrm>
    </dsp:sp>
    <dsp:sp modelId="{EA4716BF-757A-4BB3-990C-B9E26CD9D255}">
      <dsp:nvSpPr>
        <dsp:cNvPr id="0" name=""/>
        <dsp:cNvSpPr/>
      </dsp:nvSpPr>
      <dsp:spPr>
        <a:xfrm>
          <a:off x="5149753" y="3944159"/>
          <a:ext cx="450081" cy="17578"/>
        </a:xfrm>
        <a:custGeom>
          <a:avLst/>
          <a:gdLst/>
          <a:ahLst/>
          <a:cxnLst/>
          <a:rect l="0" t="0" r="0" b="0"/>
          <a:pathLst>
            <a:path>
              <a:moveTo>
                <a:pt x="0" y="8789"/>
              </a:moveTo>
              <a:lnTo>
                <a:pt x="450081" y="8789"/>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solidFill>
              <a:schemeClr val="tx1"/>
            </a:solidFill>
          </a:endParaRPr>
        </a:p>
      </dsp:txBody>
      <dsp:txXfrm>
        <a:off x="5363542" y="3941697"/>
        <a:ext cx="22504" cy="22504"/>
      </dsp:txXfrm>
    </dsp:sp>
    <dsp:sp modelId="{43022B46-168D-4A88-99FB-0C7F18B07406}">
      <dsp:nvSpPr>
        <dsp:cNvPr id="0" name=""/>
        <dsp:cNvSpPr/>
      </dsp:nvSpPr>
      <dsp:spPr>
        <a:xfrm>
          <a:off x="5599834" y="3671648"/>
          <a:ext cx="1125202" cy="56260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altLang="zh-CN" sz="1200" kern="1200">
              <a:solidFill>
                <a:schemeClr val="tx1"/>
              </a:solidFill>
            </a:rPr>
            <a:t>GET /tasks</a:t>
          </a:r>
          <a:endParaRPr lang="zh-CN" altLang="en-US" sz="1200" kern="1200">
            <a:solidFill>
              <a:schemeClr val="tx1"/>
            </a:solidFill>
          </a:endParaRPr>
        </a:p>
      </dsp:txBody>
      <dsp:txXfrm>
        <a:off x="5616312" y="3688126"/>
        <a:ext cx="1092246" cy="529645"/>
      </dsp:txXfrm>
    </dsp:sp>
    <dsp:sp modelId="{D530BC00-5A54-4F60-8A67-4851460507B8}">
      <dsp:nvSpPr>
        <dsp:cNvPr id="0" name=""/>
        <dsp:cNvSpPr/>
      </dsp:nvSpPr>
      <dsp:spPr>
        <a:xfrm rot="4249260">
          <a:off x="1539215" y="4267655"/>
          <a:ext cx="1370023" cy="17578"/>
        </a:xfrm>
        <a:custGeom>
          <a:avLst/>
          <a:gdLst/>
          <a:ahLst/>
          <a:cxnLst/>
          <a:rect l="0" t="0" r="0" b="0"/>
          <a:pathLst>
            <a:path>
              <a:moveTo>
                <a:pt x="0" y="8789"/>
              </a:moveTo>
              <a:lnTo>
                <a:pt x="1370023" y="8789"/>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solidFill>
              <a:schemeClr val="tx1"/>
            </a:solidFill>
          </a:endParaRPr>
        </a:p>
      </dsp:txBody>
      <dsp:txXfrm>
        <a:off x="2189976" y="4242194"/>
        <a:ext cx="68501" cy="68501"/>
      </dsp:txXfrm>
    </dsp:sp>
    <dsp:sp modelId="{99E4ACB8-73B0-4C52-AD5B-1CEAF63A596C}">
      <dsp:nvSpPr>
        <dsp:cNvPr id="0" name=""/>
        <dsp:cNvSpPr/>
      </dsp:nvSpPr>
      <dsp:spPr>
        <a:xfrm>
          <a:off x="2449267" y="4642135"/>
          <a:ext cx="1125202" cy="562601"/>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zh-CN" altLang="en-US" sz="1200" kern="1200">
              <a:solidFill>
                <a:schemeClr val="tx1"/>
              </a:solidFill>
            </a:rPr>
            <a:t>成绩管理</a:t>
          </a:r>
        </a:p>
      </dsp:txBody>
      <dsp:txXfrm>
        <a:off x="2465745" y="4658613"/>
        <a:ext cx="1092246" cy="529645"/>
      </dsp:txXfrm>
    </dsp:sp>
    <dsp:sp modelId="{538C9280-4237-47F9-97DC-71803BAFEF68}">
      <dsp:nvSpPr>
        <dsp:cNvPr id="0" name=""/>
        <dsp:cNvSpPr/>
      </dsp:nvSpPr>
      <dsp:spPr>
        <a:xfrm rot="19457599">
          <a:off x="3522372" y="4752899"/>
          <a:ext cx="554276" cy="17578"/>
        </a:xfrm>
        <a:custGeom>
          <a:avLst/>
          <a:gdLst/>
          <a:ahLst/>
          <a:cxnLst/>
          <a:rect l="0" t="0" r="0" b="0"/>
          <a:pathLst>
            <a:path>
              <a:moveTo>
                <a:pt x="0" y="8789"/>
              </a:moveTo>
              <a:lnTo>
                <a:pt x="554276" y="8789"/>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solidFill>
              <a:schemeClr val="tx1"/>
            </a:solidFill>
          </a:endParaRPr>
        </a:p>
      </dsp:txBody>
      <dsp:txXfrm>
        <a:off x="3785653" y="4747831"/>
        <a:ext cx="27713" cy="27713"/>
      </dsp:txXfrm>
    </dsp:sp>
    <dsp:sp modelId="{A8FF0ADD-1100-444F-ADF8-DF9A5A616D20}">
      <dsp:nvSpPr>
        <dsp:cNvPr id="0" name=""/>
        <dsp:cNvSpPr/>
      </dsp:nvSpPr>
      <dsp:spPr>
        <a:xfrm>
          <a:off x="4024551" y="4318639"/>
          <a:ext cx="1125202" cy="562601"/>
        </a:xfrm>
        <a:prstGeom prst="roundRect">
          <a:avLst>
            <a:gd name="adj" fmla="val 10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zh-CN" altLang="en-US" sz="1200" kern="1200">
              <a:solidFill>
                <a:schemeClr val="tx1"/>
              </a:solidFill>
            </a:rPr>
            <a:t>成绩录入</a:t>
          </a:r>
        </a:p>
      </dsp:txBody>
      <dsp:txXfrm>
        <a:off x="4041029" y="4335117"/>
        <a:ext cx="1092246" cy="529645"/>
      </dsp:txXfrm>
    </dsp:sp>
    <dsp:sp modelId="{57F19E3C-31AC-4099-A1C2-FFC1142D1E6A}">
      <dsp:nvSpPr>
        <dsp:cNvPr id="0" name=""/>
        <dsp:cNvSpPr/>
      </dsp:nvSpPr>
      <dsp:spPr>
        <a:xfrm>
          <a:off x="5149753" y="4591151"/>
          <a:ext cx="450081" cy="17578"/>
        </a:xfrm>
        <a:custGeom>
          <a:avLst/>
          <a:gdLst/>
          <a:ahLst/>
          <a:cxnLst/>
          <a:rect l="0" t="0" r="0" b="0"/>
          <a:pathLst>
            <a:path>
              <a:moveTo>
                <a:pt x="0" y="8789"/>
              </a:moveTo>
              <a:lnTo>
                <a:pt x="450081" y="8789"/>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solidFill>
              <a:schemeClr val="tx1"/>
            </a:solidFill>
          </a:endParaRPr>
        </a:p>
      </dsp:txBody>
      <dsp:txXfrm>
        <a:off x="5363542" y="4588688"/>
        <a:ext cx="22504" cy="22504"/>
      </dsp:txXfrm>
    </dsp:sp>
    <dsp:sp modelId="{F75D677F-4021-4337-A002-5627200F1DAE}">
      <dsp:nvSpPr>
        <dsp:cNvPr id="0" name=""/>
        <dsp:cNvSpPr/>
      </dsp:nvSpPr>
      <dsp:spPr>
        <a:xfrm>
          <a:off x="5599834" y="4318639"/>
          <a:ext cx="1125202" cy="56260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altLang="zh-CN" sz="1200" kern="1200">
              <a:solidFill>
                <a:schemeClr val="tx1"/>
              </a:solidFill>
            </a:rPr>
            <a:t>POST /scores</a:t>
          </a:r>
          <a:endParaRPr lang="zh-CN" altLang="en-US" sz="1200" kern="1200">
            <a:solidFill>
              <a:schemeClr val="tx1"/>
            </a:solidFill>
          </a:endParaRPr>
        </a:p>
      </dsp:txBody>
      <dsp:txXfrm>
        <a:off x="5616312" y="4335117"/>
        <a:ext cx="1092246" cy="529645"/>
      </dsp:txXfrm>
    </dsp:sp>
    <dsp:sp modelId="{E975B0C7-9BC3-4BC1-9170-512852C6A852}">
      <dsp:nvSpPr>
        <dsp:cNvPr id="0" name=""/>
        <dsp:cNvSpPr/>
      </dsp:nvSpPr>
      <dsp:spPr>
        <a:xfrm rot="2142401">
          <a:off x="3522372" y="5076395"/>
          <a:ext cx="554276" cy="17578"/>
        </a:xfrm>
        <a:custGeom>
          <a:avLst/>
          <a:gdLst/>
          <a:ahLst/>
          <a:cxnLst/>
          <a:rect l="0" t="0" r="0" b="0"/>
          <a:pathLst>
            <a:path>
              <a:moveTo>
                <a:pt x="0" y="8789"/>
              </a:moveTo>
              <a:lnTo>
                <a:pt x="554276" y="8789"/>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solidFill>
              <a:schemeClr val="tx1"/>
            </a:solidFill>
          </a:endParaRPr>
        </a:p>
      </dsp:txBody>
      <dsp:txXfrm>
        <a:off x="3785653" y="5071327"/>
        <a:ext cx="27713" cy="27713"/>
      </dsp:txXfrm>
    </dsp:sp>
    <dsp:sp modelId="{9B1DB271-B8B5-4D04-B93A-EAF6DD30A140}">
      <dsp:nvSpPr>
        <dsp:cNvPr id="0" name=""/>
        <dsp:cNvSpPr/>
      </dsp:nvSpPr>
      <dsp:spPr>
        <a:xfrm>
          <a:off x="4024551" y="4965631"/>
          <a:ext cx="1125202" cy="562601"/>
        </a:xfrm>
        <a:prstGeom prst="roundRect">
          <a:avLst>
            <a:gd name="adj" fmla="val 10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zh-CN" altLang="en-US" sz="1200" kern="1200">
              <a:solidFill>
                <a:schemeClr val="tx1"/>
              </a:solidFill>
            </a:rPr>
            <a:t>成绩查询</a:t>
          </a:r>
        </a:p>
      </dsp:txBody>
      <dsp:txXfrm>
        <a:off x="4041029" y="4982109"/>
        <a:ext cx="1092246" cy="529645"/>
      </dsp:txXfrm>
    </dsp:sp>
    <dsp:sp modelId="{19864F9F-AB81-4F97-B41A-561488E554FA}">
      <dsp:nvSpPr>
        <dsp:cNvPr id="0" name=""/>
        <dsp:cNvSpPr/>
      </dsp:nvSpPr>
      <dsp:spPr>
        <a:xfrm>
          <a:off x="5149753" y="5238142"/>
          <a:ext cx="450081" cy="17578"/>
        </a:xfrm>
        <a:custGeom>
          <a:avLst/>
          <a:gdLst/>
          <a:ahLst/>
          <a:cxnLst/>
          <a:rect l="0" t="0" r="0" b="0"/>
          <a:pathLst>
            <a:path>
              <a:moveTo>
                <a:pt x="0" y="8789"/>
              </a:moveTo>
              <a:lnTo>
                <a:pt x="450081" y="8789"/>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solidFill>
              <a:schemeClr val="tx1"/>
            </a:solidFill>
          </a:endParaRPr>
        </a:p>
      </dsp:txBody>
      <dsp:txXfrm>
        <a:off x="5363542" y="5235679"/>
        <a:ext cx="22504" cy="22504"/>
      </dsp:txXfrm>
    </dsp:sp>
    <dsp:sp modelId="{19380B31-F0A6-4667-8802-E113D4D4012F}">
      <dsp:nvSpPr>
        <dsp:cNvPr id="0" name=""/>
        <dsp:cNvSpPr/>
      </dsp:nvSpPr>
      <dsp:spPr>
        <a:xfrm>
          <a:off x="5599834" y="4965631"/>
          <a:ext cx="1125202" cy="56260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altLang="zh-CN" sz="1200" kern="1200">
              <a:solidFill>
                <a:schemeClr val="tx1"/>
              </a:solidFill>
            </a:rPr>
            <a:t>GET /scores</a:t>
          </a:r>
          <a:endParaRPr lang="zh-CN" altLang="en-US" sz="1200" kern="1200">
            <a:solidFill>
              <a:schemeClr val="tx1"/>
            </a:solidFill>
          </a:endParaRPr>
        </a:p>
      </dsp:txBody>
      <dsp:txXfrm>
        <a:off x="5616312" y="4982109"/>
        <a:ext cx="1092246" cy="52964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546D7F-5F5C-4F63-B1CC-93FD72E7728B}">
      <dsp:nvSpPr>
        <dsp:cNvPr id="0" name=""/>
        <dsp:cNvSpPr/>
      </dsp:nvSpPr>
      <dsp:spPr>
        <a:xfrm>
          <a:off x="5487314" y="0"/>
          <a:ext cx="1350243" cy="5761037"/>
        </a:xfrm>
        <a:prstGeom prst="roundRect">
          <a:avLst>
            <a:gd name="adj" fmla="val 10000"/>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227584" tIns="227584" rIns="227584" bIns="227584" numCol="1" spcCol="1270" anchor="ctr" anchorCtr="0">
          <a:noAutofit/>
        </a:bodyPr>
        <a:lstStyle/>
        <a:p>
          <a:pPr marL="0" lvl="0" indent="0" algn="ctr" defTabSz="1422400">
            <a:lnSpc>
              <a:spcPct val="90000"/>
            </a:lnSpc>
            <a:spcBef>
              <a:spcPct val="0"/>
            </a:spcBef>
            <a:spcAft>
              <a:spcPct val="35000"/>
            </a:spcAft>
            <a:buNone/>
          </a:pPr>
          <a:r>
            <a:rPr lang="en-US" altLang="zh-CN" sz="3200" kern="1200">
              <a:solidFill>
                <a:schemeClr val="tx1"/>
              </a:solidFill>
            </a:rPr>
            <a:t>URI</a:t>
          </a:r>
          <a:endParaRPr lang="zh-CN" altLang="en-US" sz="3200" kern="1200">
            <a:solidFill>
              <a:schemeClr val="tx1"/>
            </a:solidFill>
          </a:endParaRPr>
        </a:p>
      </dsp:txBody>
      <dsp:txXfrm>
        <a:off x="5487314" y="0"/>
        <a:ext cx="1350243" cy="1728311"/>
      </dsp:txXfrm>
    </dsp:sp>
    <dsp:sp modelId="{B63A2BC3-CDBC-4064-85A5-C6C1B729CD53}">
      <dsp:nvSpPr>
        <dsp:cNvPr id="0" name=""/>
        <dsp:cNvSpPr/>
      </dsp:nvSpPr>
      <dsp:spPr>
        <a:xfrm>
          <a:off x="3912030" y="0"/>
          <a:ext cx="1350243" cy="5761037"/>
        </a:xfrm>
        <a:prstGeom prst="roundRect">
          <a:avLst>
            <a:gd name="adj" fmla="val 10000"/>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227584" tIns="227584" rIns="227584" bIns="227584" numCol="1" spcCol="1270" anchor="ctr" anchorCtr="0">
          <a:noAutofit/>
        </a:bodyPr>
        <a:lstStyle/>
        <a:p>
          <a:pPr marL="0" lvl="0" indent="0" algn="ctr" defTabSz="1422400">
            <a:lnSpc>
              <a:spcPct val="90000"/>
            </a:lnSpc>
            <a:spcBef>
              <a:spcPct val="0"/>
            </a:spcBef>
            <a:spcAft>
              <a:spcPct val="35000"/>
            </a:spcAft>
            <a:buNone/>
          </a:pPr>
          <a:r>
            <a:rPr lang="zh-CN" altLang="en-US" sz="3200" kern="1200">
              <a:solidFill>
                <a:schemeClr val="tx1"/>
              </a:solidFill>
            </a:rPr>
            <a:t>功能梳理</a:t>
          </a:r>
        </a:p>
      </dsp:txBody>
      <dsp:txXfrm>
        <a:off x="3912030" y="0"/>
        <a:ext cx="1350243" cy="1728311"/>
      </dsp:txXfrm>
    </dsp:sp>
    <dsp:sp modelId="{8FD13554-3059-4AC1-B4C8-11CE2AF60BD5}">
      <dsp:nvSpPr>
        <dsp:cNvPr id="0" name=""/>
        <dsp:cNvSpPr/>
      </dsp:nvSpPr>
      <dsp:spPr>
        <a:xfrm>
          <a:off x="2336747" y="0"/>
          <a:ext cx="1350243" cy="5761037"/>
        </a:xfrm>
        <a:prstGeom prst="roundRect">
          <a:avLst>
            <a:gd name="adj" fmla="val 10000"/>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227584" tIns="227584" rIns="227584" bIns="227584" numCol="1" spcCol="1270" anchor="ctr" anchorCtr="0">
          <a:noAutofit/>
        </a:bodyPr>
        <a:lstStyle/>
        <a:p>
          <a:pPr marL="0" lvl="0" indent="0" algn="ctr" defTabSz="1422400">
            <a:lnSpc>
              <a:spcPct val="90000"/>
            </a:lnSpc>
            <a:spcBef>
              <a:spcPct val="0"/>
            </a:spcBef>
            <a:spcAft>
              <a:spcPct val="35000"/>
            </a:spcAft>
            <a:buNone/>
          </a:pPr>
          <a:r>
            <a:rPr lang="zh-CN" altLang="en-US" sz="3200" kern="1200">
              <a:solidFill>
                <a:schemeClr val="tx1"/>
              </a:solidFill>
            </a:rPr>
            <a:t>功能模块</a:t>
          </a:r>
        </a:p>
      </dsp:txBody>
      <dsp:txXfrm>
        <a:off x="2336747" y="0"/>
        <a:ext cx="1350243" cy="1728311"/>
      </dsp:txXfrm>
    </dsp:sp>
    <dsp:sp modelId="{B720BA96-BD8D-46CB-9812-837BC6148176}">
      <dsp:nvSpPr>
        <dsp:cNvPr id="0" name=""/>
        <dsp:cNvSpPr/>
      </dsp:nvSpPr>
      <dsp:spPr>
        <a:xfrm>
          <a:off x="761463" y="0"/>
          <a:ext cx="1350243" cy="5761037"/>
        </a:xfrm>
        <a:prstGeom prst="roundRect">
          <a:avLst>
            <a:gd name="adj" fmla="val 10000"/>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227584" tIns="227584" rIns="227584" bIns="227584" numCol="1" spcCol="1270" anchor="ctr" anchorCtr="0">
          <a:noAutofit/>
        </a:bodyPr>
        <a:lstStyle/>
        <a:p>
          <a:pPr marL="0" lvl="0" indent="0" algn="ctr" defTabSz="1422400">
            <a:lnSpc>
              <a:spcPct val="90000"/>
            </a:lnSpc>
            <a:spcBef>
              <a:spcPct val="0"/>
            </a:spcBef>
            <a:spcAft>
              <a:spcPct val="35000"/>
            </a:spcAft>
            <a:buNone/>
          </a:pPr>
          <a:r>
            <a:rPr lang="zh-CN" altLang="en-US" sz="3200" kern="1200">
              <a:solidFill>
                <a:schemeClr val="tx1"/>
              </a:solidFill>
            </a:rPr>
            <a:t>项目</a:t>
          </a:r>
        </a:p>
      </dsp:txBody>
      <dsp:txXfrm>
        <a:off x="761463" y="0"/>
        <a:ext cx="1350243" cy="1728311"/>
      </dsp:txXfrm>
    </dsp:sp>
    <dsp:sp modelId="{12457B98-FA45-4AA8-BA37-CBD8CD9B759C}">
      <dsp:nvSpPr>
        <dsp:cNvPr id="0" name=""/>
        <dsp:cNvSpPr/>
      </dsp:nvSpPr>
      <dsp:spPr>
        <a:xfrm>
          <a:off x="873983" y="3348152"/>
          <a:ext cx="1125202" cy="562601"/>
        </a:xfrm>
        <a:prstGeom prst="roundRect">
          <a:avLst>
            <a:gd name="adj" fmla="val 1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zh-CN" altLang="en-US" sz="1200" kern="1200">
              <a:solidFill>
                <a:schemeClr val="tx1"/>
              </a:solidFill>
            </a:rPr>
            <a:t>高校教务管理系统</a:t>
          </a:r>
        </a:p>
      </dsp:txBody>
      <dsp:txXfrm>
        <a:off x="890461" y="3364630"/>
        <a:ext cx="1092246" cy="529645"/>
      </dsp:txXfrm>
    </dsp:sp>
    <dsp:sp modelId="{E2C158D5-F965-463D-891C-4BA4FC61EBD4}">
      <dsp:nvSpPr>
        <dsp:cNvPr id="0" name=""/>
        <dsp:cNvSpPr/>
      </dsp:nvSpPr>
      <dsp:spPr>
        <a:xfrm rot="17350740">
          <a:off x="1539215" y="2973672"/>
          <a:ext cx="1370023" cy="17578"/>
        </a:xfrm>
        <a:custGeom>
          <a:avLst/>
          <a:gdLst/>
          <a:ahLst/>
          <a:cxnLst/>
          <a:rect l="0" t="0" r="0" b="0"/>
          <a:pathLst>
            <a:path>
              <a:moveTo>
                <a:pt x="0" y="8789"/>
              </a:moveTo>
              <a:lnTo>
                <a:pt x="1370023" y="8789"/>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solidFill>
              <a:schemeClr val="tx1"/>
            </a:solidFill>
          </a:endParaRPr>
        </a:p>
      </dsp:txBody>
      <dsp:txXfrm>
        <a:off x="2189976" y="2948211"/>
        <a:ext cx="68501" cy="68501"/>
      </dsp:txXfrm>
    </dsp:sp>
    <dsp:sp modelId="{08336030-A0EF-4717-AE58-DF147F1C6053}">
      <dsp:nvSpPr>
        <dsp:cNvPr id="0" name=""/>
        <dsp:cNvSpPr/>
      </dsp:nvSpPr>
      <dsp:spPr>
        <a:xfrm>
          <a:off x="2449267" y="2054169"/>
          <a:ext cx="1125202" cy="562601"/>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zh-CN" altLang="en-US" sz="1200" kern="1200">
              <a:solidFill>
                <a:schemeClr val="tx1"/>
              </a:solidFill>
            </a:rPr>
            <a:t>登录注销</a:t>
          </a:r>
        </a:p>
      </dsp:txBody>
      <dsp:txXfrm>
        <a:off x="2465745" y="2070647"/>
        <a:ext cx="1092246" cy="529645"/>
      </dsp:txXfrm>
    </dsp:sp>
    <dsp:sp modelId="{3F6A337D-6081-4697-B9F2-AB8AFA32A148}">
      <dsp:nvSpPr>
        <dsp:cNvPr id="0" name=""/>
        <dsp:cNvSpPr/>
      </dsp:nvSpPr>
      <dsp:spPr>
        <a:xfrm rot="19457599">
          <a:off x="3522372" y="2164933"/>
          <a:ext cx="554276" cy="17578"/>
        </a:xfrm>
        <a:custGeom>
          <a:avLst/>
          <a:gdLst/>
          <a:ahLst/>
          <a:cxnLst/>
          <a:rect l="0" t="0" r="0" b="0"/>
          <a:pathLst>
            <a:path>
              <a:moveTo>
                <a:pt x="0" y="8789"/>
              </a:moveTo>
              <a:lnTo>
                <a:pt x="554276" y="8789"/>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solidFill>
              <a:schemeClr val="tx1"/>
            </a:solidFill>
          </a:endParaRPr>
        </a:p>
      </dsp:txBody>
      <dsp:txXfrm>
        <a:off x="3785653" y="2159865"/>
        <a:ext cx="27713" cy="27713"/>
      </dsp:txXfrm>
    </dsp:sp>
    <dsp:sp modelId="{47001A71-14E5-40D3-8828-BE15C696577C}">
      <dsp:nvSpPr>
        <dsp:cNvPr id="0" name=""/>
        <dsp:cNvSpPr/>
      </dsp:nvSpPr>
      <dsp:spPr>
        <a:xfrm>
          <a:off x="4024551" y="1730674"/>
          <a:ext cx="1125202" cy="562601"/>
        </a:xfrm>
        <a:prstGeom prst="roundRect">
          <a:avLst>
            <a:gd name="adj" fmla="val 10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zh-CN" altLang="en-US" sz="1200" kern="1200">
              <a:solidFill>
                <a:schemeClr val="tx1"/>
              </a:solidFill>
            </a:rPr>
            <a:t>登录</a:t>
          </a:r>
        </a:p>
      </dsp:txBody>
      <dsp:txXfrm>
        <a:off x="4041029" y="1747152"/>
        <a:ext cx="1092246" cy="529645"/>
      </dsp:txXfrm>
    </dsp:sp>
    <dsp:sp modelId="{53033CBA-86AA-4B25-BCA7-19F2C4EF7922}">
      <dsp:nvSpPr>
        <dsp:cNvPr id="0" name=""/>
        <dsp:cNvSpPr/>
      </dsp:nvSpPr>
      <dsp:spPr>
        <a:xfrm>
          <a:off x="5149753" y="2003185"/>
          <a:ext cx="450081" cy="17578"/>
        </a:xfrm>
        <a:custGeom>
          <a:avLst/>
          <a:gdLst/>
          <a:ahLst/>
          <a:cxnLst/>
          <a:rect l="0" t="0" r="0" b="0"/>
          <a:pathLst>
            <a:path>
              <a:moveTo>
                <a:pt x="0" y="8789"/>
              </a:moveTo>
              <a:lnTo>
                <a:pt x="450081" y="8789"/>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solidFill>
              <a:schemeClr val="tx1"/>
            </a:solidFill>
          </a:endParaRPr>
        </a:p>
      </dsp:txBody>
      <dsp:txXfrm>
        <a:off x="5363542" y="2000722"/>
        <a:ext cx="22504" cy="22504"/>
      </dsp:txXfrm>
    </dsp:sp>
    <dsp:sp modelId="{809949F3-2B13-4F69-BF6C-37E7BBBE0D61}">
      <dsp:nvSpPr>
        <dsp:cNvPr id="0" name=""/>
        <dsp:cNvSpPr/>
      </dsp:nvSpPr>
      <dsp:spPr>
        <a:xfrm>
          <a:off x="5599834" y="1730674"/>
          <a:ext cx="1125202" cy="56260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altLang="zh-CN" sz="1200" kern="1200">
              <a:solidFill>
                <a:schemeClr val="tx1"/>
              </a:solidFill>
            </a:rPr>
            <a:t>POST </a:t>
          </a:r>
          <a:r>
            <a:rPr lang="en-US" altLang="zh-CN" sz="1200" kern="1200">
              <a:solidFill>
                <a:schemeClr val="tx1"/>
              </a:solidFill>
              <a:highlight>
                <a:srgbClr val="FFFF00"/>
              </a:highlight>
            </a:rPr>
            <a:t>/sessions</a:t>
          </a:r>
          <a:endParaRPr lang="zh-CN" altLang="en-US" sz="1200" kern="1200">
            <a:solidFill>
              <a:schemeClr val="tx1"/>
            </a:solidFill>
            <a:highlight>
              <a:srgbClr val="FFFF00"/>
            </a:highlight>
          </a:endParaRPr>
        </a:p>
      </dsp:txBody>
      <dsp:txXfrm>
        <a:off x="5616312" y="1747152"/>
        <a:ext cx="1092246" cy="529645"/>
      </dsp:txXfrm>
    </dsp:sp>
    <dsp:sp modelId="{7E2629BC-F901-46A3-9891-24BB1995F08B}">
      <dsp:nvSpPr>
        <dsp:cNvPr id="0" name=""/>
        <dsp:cNvSpPr/>
      </dsp:nvSpPr>
      <dsp:spPr>
        <a:xfrm rot="2142401">
          <a:off x="3522372" y="2488429"/>
          <a:ext cx="554276" cy="17578"/>
        </a:xfrm>
        <a:custGeom>
          <a:avLst/>
          <a:gdLst/>
          <a:ahLst/>
          <a:cxnLst/>
          <a:rect l="0" t="0" r="0" b="0"/>
          <a:pathLst>
            <a:path>
              <a:moveTo>
                <a:pt x="0" y="8789"/>
              </a:moveTo>
              <a:lnTo>
                <a:pt x="554276" y="8789"/>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solidFill>
              <a:schemeClr val="tx1"/>
            </a:solidFill>
          </a:endParaRPr>
        </a:p>
      </dsp:txBody>
      <dsp:txXfrm>
        <a:off x="3785653" y="2483361"/>
        <a:ext cx="27713" cy="27713"/>
      </dsp:txXfrm>
    </dsp:sp>
    <dsp:sp modelId="{2C5BE908-BEB9-429E-B654-146EB26BDA81}">
      <dsp:nvSpPr>
        <dsp:cNvPr id="0" name=""/>
        <dsp:cNvSpPr/>
      </dsp:nvSpPr>
      <dsp:spPr>
        <a:xfrm>
          <a:off x="4024551" y="2377665"/>
          <a:ext cx="1125202" cy="562601"/>
        </a:xfrm>
        <a:prstGeom prst="roundRect">
          <a:avLst>
            <a:gd name="adj" fmla="val 10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zh-CN" altLang="en-US" sz="1200" kern="1200">
              <a:solidFill>
                <a:schemeClr val="tx1"/>
              </a:solidFill>
            </a:rPr>
            <a:t>注销</a:t>
          </a:r>
        </a:p>
      </dsp:txBody>
      <dsp:txXfrm>
        <a:off x="4041029" y="2394143"/>
        <a:ext cx="1092246" cy="529645"/>
      </dsp:txXfrm>
    </dsp:sp>
    <dsp:sp modelId="{B752F108-9398-4A84-A6B4-9EFF2E4B6F1D}">
      <dsp:nvSpPr>
        <dsp:cNvPr id="0" name=""/>
        <dsp:cNvSpPr/>
      </dsp:nvSpPr>
      <dsp:spPr>
        <a:xfrm>
          <a:off x="5149753" y="2650177"/>
          <a:ext cx="450081" cy="17578"/>
        </a:xfrm>
        <a:custGeom>
          <a:avLst/>
          <a:gdLst/>
          <a:ahLst/>
          <a:cxnLst/>
          <a:rect l="0" t="0" r="0" b="0"/>
          <a:pathLst>
            <a:path>
              <a:moveTo>
                <a:pt x="0" y="8789"/>
              </a:moveTo>
              <a:lnTo>
                <a:pt x="450081" y="8789"/>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solidFill>
              <a:schemeClr val="tx1"/>
            </a:solidFill>
          </a:endParaRPr>
        </a:p>
      </dsp:txBody>
      <dsp:txXfrm>
        <a:off x="5363542" y="2647714"/>
        <a:ext cx="22504" cy="22504"/>
      </dsp:txXfrm>
    </dsp:sp>
    <dsp:sp modelId="{A8F50799-4266-42BE-AE87-44E16848EBAB}">
      <dsp:nvSpPr>
        <dsp:cNvPr id="0" name=""/>
        <dsp:cNvSpPr/>
      </dsp:nvSpPr>
      <dsp:spPr>
        <a:xfrm>
          <a:off x="5599834" y="2377665"/>
          <a:ext cx="1125202" cy="56260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altLang="zh-CN" sz="1200" kern="1200">
              <a:solidFill>
                <a:schemeClr val="tx1"/>
              </a:solidFill>
            </a:rPr>
            <a:t>DELETE </a:t>
          </a:r>
          <a:r>
            <a:rPr lang="en-US" altLang="zh-CN" sz="1200" kern="1200">
              <a:solidFill>
                <a:schemeClr val="tx1"/>
              </a:solidFill>
              <a:highlight>
                <a:srgbClr val="FFFF00"/>
              </a:highlight>
            </a:rPr>
            <a:t>/sessions</a:t>
          </a:r>
          <a:endParaRPr lang="zh-CN" altLang="en-US" sz="1200" kern="1200">
            <a:solidFill>
              <a:schemeClr val="tx1"/>
            </a:solidFill>
            <a:highlight>
              <a:srgbClr val="FFFF00"/>
            </a:highlight>
          </a:endParaRPr>
        </a:p>
      </dsp:txBody>
      <dsp:txXfrm>
        <a:off x="5616312" y="2394143"/>
        <a:ext cx="1092246" cy="529645"/>
      </dsp:txXfrm>
    </dsp:sp>
    <dsp:sp modelId="{BB3C706E-F5F3-4AA8-92D4-CD8BC9FA7FF9}">
      <dsp:nvSpPr>
        <dsp:cNvPr id="0" name=""/>
        <dsp:cNvSpPr/>
      </dsp:nvSpPr>
      <dsp:spPr>
        <a:xfrm rot="19457599">
          <a:off x="1947088" y="3458916"/>
          <a:ext cx="554276" cy="17578"/>
        </a:xfrm>
        <a:custGeom>
          <a:avLst/>
          <a:gdLst/>
          <a:ahLst/>
          <a:cxnLst/>
          <a:rect l="0" t="0" r="0" b="0"/>
          <a:pathLst>
            <a:path>
              <a:moveTo>
                <a:pt x="0" y="8789"/>
              </a:moveTo>
              <a:lnTo>
                <a:pt x="554276" y="8789"/>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solidFill>
              <a:schemeClr val="tx1"/>
            </a:solidFill>
          </a:endParaRPr>
        </a:p>
      </dsp:txBody>
      <dsp:txXfrm>
        <a:off x="2210370" y="3453848"/>
        <a:ext cx="27713" cy="27713"/>
      </dsp:txXfrm>
    </dsp:sp>
    <dsp:sp modelId="{FD24632B-2A1C-476F-8130-C5C8C306F92D}">
      <dsp:nvSpPr>
        <dsp:cNvPr id="0" name=""/>
        <dsp:cNvSpPr/>
      </dsp:nvSpPr>
      <dsp:spPr>
        <a:xfrm>
          <a:off x="2449267" y="3024656"/>
          <a:ext cx="1125202" cy="562601"/>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zh-CN" altLang="en-US" sz="1200" kern="1200">
              <a:solidFill>
                <a:schemeClr val="tx1"/>
              </a:solidFill>
            </a:rPr>
            <a:t>用户管理</a:t>
          </a:r>
        </a:p>
      </dsp:txBody>
      <dsp:txXfrm>
        <a:off x="2465745" y="3041134"/>
        <a:ext cx="1092246" cy="529645"/>
      </dsp:txXfrm>
    </dsp:sp>
    <dsp:sp modelId="{7675D962-70B0-4687-89DB-696196FE8177}">
      <dsp:nvSpPr>
        <dsp:cNvPr id="0" name=""/>
        <dsp:cNvSpPr/>
      </dsp:nvSpPr>
      <dsp:spPr>
        <a:xfrm>
          <a:off x="3574469" y="3297168"/>
          <a:ext cx="450081" cy="17578"/>
        </a:xfrm>
        <a:custGeom>
          <a:avLst/>
          <a:gdLst/>
          <a:ahLst/>
          <a:cxnLst/>
          <a:rect l="0" t="0" r="0" b="0"/>
          <a:pathLst>
            <a:path>
              <a:moveTo>
                <a:pt x="0" y="8789"/>
              </a:moveTo>
              <a:lnTo>
                <a:pt x="450081" y="8789"/>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solidFill>
              <a:schemeClr val="tx1"/>
            </a:solidFill>
          </a:endParaRPr>
        </a:p>
      </dsp:txBody>
      <dsp:txXfrm>
        <a:off x="3788258" y="3294705"/>
        <a:ext cx="22504" cy="22504"/>
      </dsp:txXfrm>
    </dsp:sp>
    <dsp:sp modelId="{F6A53239-B254-4981-831F-1DD02BA65CA0}">
      <dsp:nvSpPr>
        <dsp:cNvPr id="0" name=""/>
        <dsp:cNvSpPr/>
      </dsp:nvSpPr>
      <dsp:spPr>
        <a:xfrm>
          <a:off x="4024551" y="3024656"/>
          <a:ext cx="1125202" cy="562601"/>
        </a:xfrm>
        <a:prstGeom prst="roundRect">
          <a:avLst>
            <a:gd name="adj" fmla="val 10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zh-CN" altLang="en-US" sz="1200" kern="1200">
              <a:solidFill>
                <a:schemeClr val="tx1"/>
              </a:solidFill>
            </a:rPr>
            <a:t>改密码</a:t>
          </a:r>
        </a:p>
      </dsp:txBody>
      <dsp:txXfrm>
        <a:off x="4041029" y="3041134"/>
        <a:ext cx="1092246" cy="529645"/>
      </dsp:txXfrm>
    </dsp:sp>
    <dsp:sp modelId="{7A153E50-6E5D-4C4D-B9A4-BD420045DA0B}">
      <dsp:nvSpPr>
        <dsp:cNvPr id="0" name=""/>
        <dsp:cNvSpPr/>
      </dsp:nvSpPr>
      <dsp:spPr>
        <a:xfrm>
          <a:off x="5149753" y="3297168"/>
          <a:ext cx="450081" cy="17578"/>
        </a:xfrm>
        <a:custGeom>
          <a:avLst/>
          <a:gdLst/>
          <a:ahLst/>
          <a:cxnLst/>
          <a:rect l="0" t="0" r="0" b="0"/>
          <a:pathLst>
            <a:path>
              <a:moveTo>
                <a:pt x="0" y="8789"/>
              </a:moveTo>
              <a:lnTo>
                <a:pt x="450081" y="8789"/>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solidFill>
              <a:schemeClr val="tx1"/>
            </a:solidFill>
          </a:endParaRPr>
        </a:p>
      </dsp:txBody>
      <dsp:txXfrm>
        <a:off x="5363542" y="3294705"/>
        <a:ext cx="22504" cy="22504"/>
      </dsp:txXfrm>
    </dsp:sp>
    <dsp:sp modelId="{C664E236-01BC-497B-A957-2DE5081F9017}">
      <dsp:nvSpPr>
        <dsp:cNvPr id="0" name=""/>
        <dsp:cNvSpPr/>
      </dsp:nvSpPr>
      <dsp:spPr>
        <a:xfrm>
          <a:off x="5599834" y="3024656"/>
          <a:ext cx="1125202" cy="56260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altLang="zh-CN" sz="1200" kern="1200">
              <a:solidFill>
                <a:schemeClr val="tx1"/>
              </a:solidFill>
            </a:rPr>
            <a:t>PATCH /users</a:t>
          </a:r>
          <a:endParaRPr lang="zh-CN" altLang="en-US" sz="1200" kern="1200">
            <a:solidFill>
              <a:schemeClr val="tx1"/>
            </a:solidFill>
          </a:endParaRPr>
        </a:p>
      </dsp:txBody>
      <dsp:txXfrm>
        <a:off x="5616312" y="3041134"/>
        <a:ext cx="1092246" cy="529645"/>
      </dsp:txXfrm>
    </dsp:sp>
    <dsp:sp modelId="{3BCC3F14-E3A7-4BD0-9D1D-EC5D87559FFF}">
      <dsp:nvSpPr>
        <dsp:cNvPr id="0" name=""/>
        <dsp:cNvSpPr/>
      </dsp:nvSpPr>
      <dsp:spPr>
        <a:xfrm rot="2142401">
          <a:off x="1947088" y="3782412"/>
          <a:ext cx="554276" cy="17578"/>
        </a:xfrm>
        <a:custGeom>
          <a:avLst/>
          <a:gdLst/>
          <a:ahLst/>
          <a:cxnLst/>
          <a:rect l="0" t="0" r="0" b="0"/>
          <a:pathLst>
            <a:path>
              <a:moveTo>
                <a:pt x="0" y="8789"/>
              </a:moveTo>
              <a:lnTo>
                <a:pt x="554276" y="8789"/>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solidFill>
              <a:schemeClr val="tx1"/>
            </a:solidFill>
          </a:endParaRPr>
        </a:p>
      </dsp:txBody>
      <dsp:txXfrm>
        <a:off x="2210370" y="3777344"/>
        <a:ext cx="27713" cy="27713"/>
      </dsp:txXfrm>
    </dsp:sp>
    <dsp:sp modelId="{F8EC1EED-FCF1-423A-91DE-9FB11DC06CD8}">
      <dsp:nvSpPr>
        <dsp:cNvPr id="0" name=""/>
        <dsp:cNvSpPr/>
      </dsp:nvSpPr>
      <dsp:spPr>
        <a:xfrm>
          <a:off x="2449267" y="3671648"/>
          <a:ext cx="1125202" cy="562601"/>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zh-CN" altLang="en-US" sz="1200" kern="1200">
              <a:solidFill>
                <a:schemeClr val="tx1"/>
              </a:solidFill>
            </a:rPr>
            <a:t>教学任务管理</a:t>
          </a:r>
        </a:p>
      </dsp:txBody>
      <dsp:txXfrm>
        <a:off x="2465745" y="3688126"/>
        <a:ext cx="1092246" cy="529645"/>
      </dsp:txXfrm>
    </dsp:sp>
    <dsp:sp modelId="{1D857372-AFB0-4E3F-B896-1203529EF414}">
      <dsp:nvSpPr>
        <dsp:cNvPr id="0" name=""/>
        <dsp:cNvSpPr/>
      </dsp:nvSpPr>
      <dsp:spPr>
        <a:xfrm>
          <a:off x="3574469" y="3944159"/>
          <a:ext cx="450081" cy="17578"/>
        </a:xfrm>
        <a:custGeom>
          <a:avLst/>
          <a:gdLst/>
          <a:ahLst/>
          <a:cxnLst/>
          <a:rect l="0" t="0" r="0" b="0"/>
          <a:pathLst>
            <a:path>
              <a:moveTo>
                <a:pt x="0" y="8789"/>
              </a:moveTo>
              <a:lnTo>
                <a:pt x="450081" y="8789"/>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solidFill>
              <a:schemeClr val="tx1"/>
            </a:solidFill>
          </a:endParaRPr>
        </a:p>
      </dsp:txBody>
      <dsp:txXfrm>
        <a:off x="3788258" y="3941697"/>
        <a:ext cx="22504" cy="22504"/>
      </dsp:txXfrm>
    </dsp:sp>
    <dsp:sp modelId="{C4ED12ED-2E41-498F-9A90-B68FA1E8EBB0}">
      <dsp:nvSpPr>
        <dsp:cNvPr id="0" name=""/>
        <dsp:cNvSpPr/>
      </dsp:nvSpPr>
      <dsp:spPr>
        <a:xfrm>
          <a:off x="4024551" y="3671648"/>
          <a:ext cx="1125202" cy="562601"/>
        </a:xfrm>
        <a:prstGeom prst="roundRect">
          <a:avLst>
            <a:gd name="adj" fmla="val 10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zh-CN" altLang="en-US" sz="1200" kern="1200">
              <a:solidFill>
                <a:schemeClr val="tx1"/>
              </a:solidFill>
            </a:rPr>
            <a:t>教学任务查询</a:t>
          </a:r>
        </a:p>
      </dsp:txBody>
      <dsp:txXfrm>
        <a:off x="4041029" y="3688126"/>
        <a:ext cx="1092246" cy="529645"/>
      </dsp:txXfrm>
    </dsp:sp>
    <dsp:sp modelId="{EA4716BF-757A-4BB3-990C-B9E26CD9D255}">
      <dsp:nvSpPr>
        <dsp:cNvPr id="0" name=""/>
        <dsp:cNvSpPr/>
      </dsp:nvSpPr>
      <dsp:spPr>
        <a:xfrm>
          <a:off x="5149753" y="3944159"/>
          <a:ext cx="450081" cy="17578"/>
        </a:xfrm>
        <a:custGeom>
          <a:avLst/>
          <a:gdLst/>
          <a:ahLst/>
          <a:cxnLst/>
          <a:rect l="0" t="0" r="0" b="0"/>
          <a:pathLst>
            <a:path>
              <a:moveTo>
                <a:pt x="0" y="8789"/>
              </a:moveTo>
              <a:lnTo>
                <a:pt x="450081" y="8789"/>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solidFill>
              <a:schemeClr val="tx1"/>
            </a:solidFill>
          </a:endParaRPr>
        </a:p>
      </dsp:txBody>
      <dsp:txXfrm>
        <a:off x="5363542" y="3941697"/>
        <a:ext cx="22504" cy="22504"/>
      </dsp:txXfrm>
    </dsp:sp>
    <dsp:sp modelId="{43022B46-168D-4A88-99FB-0C7F18B07406}">
      <dsp:nvSpPr>
        <dsp:cNvPr id="0" name=""/>
        <dsp:cNvSpPr/>
      </dsp:nvSpPr>
      <dsp:spPr>
        <a:xfrm>
          <a:off x="5599834" y="3671648"/>
          <a:ext cx="1125202" cy="56260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altLang="zh-CN" sz="1200" kern="1200">
              <a:solidFill>
                <a:schemeClr val="tx1"/>
              </a:solidFill>
            </a:rPr>
            <a:t>GET </a:t>
          </a:r>
          <a:r>
            <a:rPr lang="en-US" altLang="zh-CN" sz="1200" kern="1200">
              <a:solidFill>
                <a:schemeClr val="tx1"/>
              </a:solidFill>
              <a:highlight>
                <a:srgbClr val="FFFF00"/>
              </a:highlight>
            </a:rPr>
            <a:t>/tasks/list</a:t>
          </a:r>
          <a:br>
            <a:rPr lang="en-US" altLang="zh-CN" sz="1200" kern="1200">
              <a:solidFill>
                <a:schemeClr val="tx1"/>
              </a:solidFill>
              <a:highlight>
                <a:srgbClr val="FFFF00"/>
              </a:highlight>
            </a:rPr>
          </a:br>
          <a:r>
            <a:rPr lang="en-US" altLang="zh-CN" sz="1200" kern="1200">
              <a:solidFill>
                <a:schemeClr val="tx1"/>
              </a:solidFill>
              <a:highlight>
                <a:srgbClr val="FFFF00"/>
              </a:highlight>
            </a:rPr>
            <a:t>/tasks</a:t>
          </a:r>
          <a:endParaRPr lang="zh-CN" altLang="en-US" sz="1200" kern="1200">
            <a:solidFill>
              <a:schemeClr val="tx1"/>
            </a:solidFill>
            <a:highlight>
              <a:srgbClr val="FFFF00"/>
            </a:highlight>
          </a:endParaRPr>
        </a:p>
      </dsp:txBody>
      <dsp:txXfrm>
        <a:off x="5616312" y="3688126"/>
        <a:ext cx="1092246" cy="529645"/>
      </dsp:txXfrm>
    </dsp:sp>
    <dsp:sp modelId="{D530BC00-5A54-4F60-8A67-4851460507B8}">
      <dsp:nvSpPr>
        <dsp:cNvPr id="0" name=""/>
        <dsp:cNvSpPr/>
      </dsp:nvSpPr>
      <dsp:spPr>
        <a:xfrm rot="4249260">
          <a:off x="1539215" y="4267655"/>
          <a:ext cx="1370023" cy="17578"/>
        </a:xfrm>
        <a:custGeom>
          <a:avLst/>
          <a:gdLst/>
          <a:ahLst/>
          <a:cxnLst/>
          <a:rect l="0" t="0" r="0" b="0"/>
          <a:pathLst>
            <a:path>
              <a:moveTo>
                <a:pt x="0" y="8789"/>
              </a:moveTo>
              <a:lnTo>
                <a:pt x="1370023" y="8789"/>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solidFill>
              <a:schemeClr val="tx1"/>
            </a:solidFill>
          </a:endParaRPr>
        </a:p>
      </dsp:txBody>
      <dsp:txXfrm>
        <a:off x="2189976" y="4242194"/>
        <a:ext cx="68501" cy="68501"/>
      </dsp:txXfrm>
    </dsp:sp>
    <dsp:sp modelId="{99E4ACB8-73B0-4C52-AD5B-1CEAF63A596C}">
      <dsp:nvSpPr>
        <dsp:cNvPr id="0" name=""/>
        <dsp:cNvSpPr/>
      </dsp:nvSpPr>
      <dsp:spPr>
        <a:xfrm>
          <a:off x="2449267" y="4642135"/>
          <a:ext cx="1125202" cy="562601"/>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zh-CN" altLang="en-US" sz="1200" kern="1200">
              <a:solidFill>
                <a:schemeClr val="tx1"/>
              </a:solidFill>
            </a:rPr>
            <a:t>成绩管理</a:t>
          </a:r>
        </a:p>
      </dsp:txBody>
      <dsp:txXfrm>
        <a:off x="2465745" y="4658613"/>
        <a:ext cx="1092246" cy="529645"/>
      </dsp:txXfrm>
    </dsp:sp>
    <dsp:sp modelId="{538C9280-4237-47F9-97DC-71803BAFEF68}">
      <dsp:nvSpPr>
        <dsp:cNvPr id="0" name=""/>
        <dsp:cNvSpPr/>
      </dsp:nvSpPr>
      <dsp:spPr>
        <a:xfrm rot="19457599">
          <a:off x="3522372" y="4752899"/>
          <a:ext cx="554276" cy="17578"/>
        </a:xfrm>
        <a:custGeom>
          <a:avLst/>
          <a:gdLst/>
          <a:ahLst/>
          <a:cxnLst/>
          <a:rect l="0" t="0" r="0" b="0"/>
          <a:pathLst>
            <a:path>
              <a:moveTo>
                <a:pt x="0" y="8789"/>
              </a:moveTo>
              <a:lnTo>
                <a:pt x="554276" y="8789"/>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solidFill>
              <a:schemeClr val="tx1"/>
            </a:solidFill>
          </a:endParaRPr>
        </a:p>
      </dsp:txBody>
      <dsp:txXfrm>
        <a:off x="3785653" y="4747831"/>
        <a:ext cx="27713" cy="27713"/>
      </dsp:txXfrm>
    </dsp:sp>
    <dsp:sp modelId="{A8FF0ADD-1100-444F-ADF8-DF9A5A616D20}">
      <dsp:nvSpPr>
        <dsp:cNvPr id="0" name=""/>
        <dsp:cNvSpPr/>
      </dsp:nvSpPr>
      <dsp:spPr>
        <a:xfrm>
          <a:off x="4024551" y="4318639"/>
          <a:ext cx="1125202" cy="562601"/>
        </a:xfrm>
        <a:prstGeom prst="roundRect">
          <a:avLst>
            <a:gd name="adj" fmla="val 10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zh-CN" altLang="en-US" sz="1200" kern="1200">
              <a:solidFill>
                <a:schemeClr val="tx1"/>
              </a:solidFill>
            </a:rPr>
            <a:t>成绩录入</a:t>
          </a:r>
        </a:p>
      </dsp:txBody>
      <dsp:txXfrm>
        <a:off x="4041029" y="4335117"/>
        <a:ext cx="1092246" cy="529645"/>
      </dsp:txXfrm>
    </dsp:sp>
    <dsp:sp modelId="{57F19E3C-31AC-4099-A1C2-FFC1142D1E6A}">
      <dsp:nvSpPr>
        <dsp:cNvPr id="0" name=""/>
        <dsp:cNvSpPr/>
      </dsp:nvSpPr>
      <dsp:spPr>
        <a:xfrm>
          <a:off x="5149753" y="4591151"/>
          <a:ext cx="450081" cy="17578"/>
        </a:xfrm>
        <a:custGeom>
          <a:avLst/>
          <a:gdLst/>
          <a:ahLst/>
          <a:cxnLst/>
          <a:rect l="0" t="0" r="0" b="0"/>
          <a:pathLst>
            <a:path>
              <a:moveTo>
                <a:pt x="0" y="8789"/>
              </a:moveTo>
              <a:lnTo>
                <a:pt x="450081" y="8789"/>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solidFill>
              <a:schemeClr val="tx1"/>
            </a:solidFill>
          </a:endParaRPr>
        </a:p>
      </dsp:txBody>
      <dsp:txXfrm>
        <a:off x="5363542" y="4588688"/>
        <a:ext cx="22504" cy="22504"/>
      </dsp:txXfrm>
    </dsp:sp>
    <dsp:sp modelId="{F75D677F-4021-4337-A002-5627200F1DAE}">
      <dsp:nvSpPr>
        <dsp:cNvPr id="0" name=""/>
        <dsp:cNvSpPr/>
      </dsp:nvSpPr>
      <dsp:spPr>
        <a:xfrm>
          <a:off x="5599834" y="4318639"/>
          <a:ext cx="1125202" cy="56260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altLang="zh-CN" sz="1200" kern="1200">
              <a:solidFill>
                <a:schemeClr val="tx1"/>
              </a:solidFill>
            </a:rPr>
            <a:t>POST /scores</a:t>
          </a:r>
          <a:endParaRPr lang="zh-CN" altLang="en-US" sz="1200" kern="1200">
            <a:solidFill>
              <a:schemeClr val="tx1"/>
            </a:solidFill>
          </a:endParaRPr>
        </a:p>
      </dsp:txBody>
      <dsp:txXfrm>
        <a:off x="5616312" y="4335117"/>
        <a:ext cx="1092246" cy="529645"/>
      </dsp:txXfrm>
    </dsp:sp>
    <dsp:sp modelId="{E975B0C7-9BC3-4BC1-9170-512852C6A852}">
      <dsp:nvSpPr>
        <dsp:cNvPr id="0" name=""/>
        <dsp:cNvSpPr/>
      </dsp:nvSpPr>
      <dsp:spPr>
        <a:xfrm rot="2142401">
          <a:off x="3522372" y="5076395"/>
          <a:ext cx="554276" cy="17578"/>
        </a:xfrm>
        <a:custGeom>
          <a:avLst/>
          <a:gdLst/>
          <a:ahLst/>
          <a:cxnLst/>
          <a:rect l="0" t="0" r="0" b="0"/>
          <a:pathLst>
            <a:path>
              <a:moveTo>
                <a:pt x="0" y="8789"/>
              </a:moveTo>
              <a:lnTo>
                <a:pt x="554276" y="8789"/>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solidFill>
              <a:schemeClr val="tx1"/>
            </a:solidFill>
          </a:endParaRPr>
        </a:p>
      </dsp:txBody>
      <dsp:txXfrm>
        <a:off x="3785653" y="5071327"/>
        <a:ext cx="27713" cy="27713"/>
      </dsp:txXfrm>
    </dsp:sp>
    <dsp:sp modelId="{9B1DB271-B8B5-4D04-B93A-EAF6DD30A140}">
      <dsp:nvSpPr>
        <dsp:cNvPr id="0" name=""/>
        <dsp:cNvSpPr/>
      </dsp:nvSpPr>
      <dsp:spPr>
        <a:xfrm>
          <a:off x="4024551" y="4965631"/>
          <a:ext cx="1125202" cy="562601"/>
        </a:xfrm>
        <a:prstGeom prst="roundRect">
          <a:avLst>
            <a:gd name="adj" fmla="val 10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zh-CN" altLang="en-US" sz="1200" kern="1200">
              <a:solidFill>
                <a:schemeClr val="tx1"/>
              </a:solidFill>
            </a:rPr>
            <a:t>成绩查询</a:t>
          </a:r>
        </a:p>
      </dsp:txBody>
      <dsp:txXfrm>
        <a:off x="4041029" y="4982109"/>
        <a:ext cx="1092246" cy="529645"/>
      </dsp:txXfrm>
    </dsp:sp>
    <dsp:sp modelId="{19864F9F-AB81-4F97-B41A-561488E554FA}">
      <dsp:nvSpPr>
        <dsp:cNvPr id="0" name=""/>
        <dsp:cNvSpPr/>
      </dsp:nvSpPr>
      <dsp:spPr>
        <a:xfrm>
          <a:off x="5149753" y="5238142"/>
          <a:ext cx="450081" cy="17578"/>
        </a:xfrm>
        <a:custGeom>
          <a:avLst/>
          <a:gdLst/>
          <a:ahLst/>
          <a:cxnLst/>
          <a:rect l="0" t="0" r="0" b="0"/>
          <a:pathLst>
            <a:path>
              <a:moveTo>
                <a:pt x="0" y="8789"/>
              </a:moveTo>
              <a:lnTo>
                <a:pt x="450081" y="8789"/>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solidFill>
              <a:schemeClr val="tx1"/>
            </a:solidFill>
          </a:endParaRPr>
        </a:p>
      </dsp:txBody>
      <dsp:txXfrm>
        <a:off x="5363542" y="5235679"/>
        <a:ext cx="22504" cy="22504"/>
      </dsp:txXfrm>
    </dsp:sp>
    <dsp:sp modelId="{19380B31-F0A6-4667-8802-E113D4D4012F}">
      <dsp:nvSpPr>
        <dsp:cNvPr id="0" name=""/>
        <dsp:cNvSpPr/>
      </dsp:nvSpPr>
      <dsp:spPr>
        <a:xfrm>
          <a:off x="5599834" y="4965631"/>
          <a:ext cx="1125202" cy="56260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altLang="zh-CN" sz="1200" kern="1200">
              <a:solidFill>
                <a:schemeClr val="tx1"/>
              </a:solidFill>
            </a:rPr>
            <a:t>GET </a:t>
          </a:r>
          <a:r>
            <a:rPr lang="en-US" altLang="zh-CN" sz="1200" kern="1200">
              <a:solidFill>
                <a:schemeClr val="tx1"/>
              </a:solidFill>
              <a:highlight>
                <a:srgbClr val="FFFF00"/>
              </a:highlight>
            </a:rPr>
            <a:t>/scores/list</a:t>
          </a:r>
          <a:br>
            <a:rPr lang="en-US" altLang="zh-CN" sz="1200" kern="1200">
              <a:solidFill>
                <a:schemeClr val="tx1"/>
              </a:solidFill>
              <a:highlight>
                <a:srgbClr val="FFFF00"/>
              </a:highlight>
            </a:rPr>
          </a:br>
          <a:r>
            <a:rPr lang="en-US" altLang="zh-CN" sz="1200" kern="1200">
              <a:solidFill>
                <a:schemeClr val="tx1"/>
              </a:solidFill>
              <a:highlight>
                <a:srgbClr val="FFFF00"/>
              </a:highlight>
            </a:rPr>
            <a:t>/scores</a:t>
          </a:r>
          <a:endParaRPr lang="zh-CN" altLang="en-US" sz="1200" kern="1200">
            <a:solidFill>
              <a:schemeClr val="tx1"/>
            </a:solidFill>
            <a:highlight>
              <a:srgbClr val="FFFF00"/>
            </a:highlight>
          </a:endParaRPr>
        </a:p>
      </dsp:txBody>
      <dsp:txXfrm>
        <a:off x="5616312" y="4982109"/>
        <a:ext cx="1092246" cy="52964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559C29-0B8E-4C19-BB04-EA6F53F5BE87}">
      <dsp:nvSpPr>
        <dsp:cNvPr id="0" name=""/>
        <dsp:cNvSpPr/>
      </dsp:nvSpPr>
      <dsp:spPr>
        <a:xfrm>
          <a:off x="244" y="2343234"/>
          <a:ext cx="2149136" cy="1074568"/>
        </a:xfrm>
        <a:prstGeom prst="roundRect">
          <a:avLst>
            <a:gd name="adj" fmla="val 10000"/>
          </a:avLst>
        </a:prstGeom>
        <a:solidFill>
          <a:srgbClr val="9900CC">
            <a:alpha val="69804"/>
          </a:srgb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145" tIns="17145" rIns="17145" bIns="17145" numCol="1" spcCol="1270" anchor="ctr" anchorCtr="0">
          <a:noAutofit/>
        </a:bodyPr>
        <a:lstStyle/>
        <a:p>
          <a:pPr marL="0" lvl="0" indent="0" algn="ctr" defTabSz="1200150">
            <a:lnSpc>
              <a:spcPct val="90000"/>
            </a:lnSpc>
            <a:spcBef>
              <a:spcPct val="0"/>
            </a:spcBef>
            <a:spcAft>
              <a:spcPct val="35000"/>
            </a:spcAft>
            <a:buNone/>
          </a:pPr>
          <a:r>
            <a:rPr lang="en-US" altLang="zh-CN" sz="2700" kern="1200"/>
            <a:t>Run</a:t>
          </a:r>
          <a:endParaRPr lang="zh-CN" altLang="en-US" sz="2700" kern="1200"/>
        </a:p>
      </dsp:txBody>
      <dsp:txXfrm>
        <a:off x="31717" y="2374707"/>
        <a:ext cx="2086190" cy="1011622"/>
      </dsp:txXfrm>
    </dsp:sp>
    <dsp:sp modelId="{ABF25FEB-72D5-4D6F-AE2E-FA1A52136C0D}">
      <dsp:nvSpPr>
        <dsp:cNvPr id="0" name=""/>
        <dsp:cNvSpPr/>
      </dsp:nvSpPr>
      <dsp:spPr>
        <a:xfrm>
          <a:off x="2149381" y="2863731"/>
          <a:ext cx="859654" cy="33574"/>
        </a:xfrm>
        <a:custGeom>
          <a:avLst/>
          <a:gdLst/>
          <a:ahLst/>
          <a:cxnLst/>
          <a:rect l="0" t="0" r="0" b="0"/>
          <a:pathLst>
            <a:path>
              <a:moveTo>
                <a:pt x="0" y="16787"/>
              </a:moveTo>
              <a:lnTo>
                <a:pt x="859654" y="16787"/>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2557717" y="2859027"/>
        <a:ext cx="42982" cy="42982"/>
      </dsp:txXfrm>
    </dsp:sp>
    <dsp:sp modelId="{4787C7BE-7317-4F89-824A-FF1CCD9521BE}">
      <dsp:nvSpPr>
        <dsp:cNvPr id="0" name=""/>
        <dsp:cNvSpPr/>
      </dsp:nvSpPr>
      <dsp:spPr>
        <a:xfrm>
          <a:off x="3009035" y="2343234"/>
          <a:ext cx="2149136" cy="1074568"/>
        </a:xfrm>
        <a:prstGeom prst="roundRect">
          <a:avLst>
            <a:gd name="adj" fmla="val 10000"/>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145" tIns="17145" rIns="17145" bIns="17145" numCol="1" spcCol="1270" anchor="ctr" anchorCtr="0">
          <a:noAutofit/>
        </a:bodyPr>
        <a:lstStyle/>
        <a:p>
          <a:pPr marL="0" lvl="0" indent="0" algn="ctr" defTabSz="1200150">
            <a:lnSpc>
              <a:spcPct val="90000"/>
            </a:lnSpc>
            <a:spcBef>
              <a:spcPct val="0"/>
            </a:spcBef>
            <a:spcAft>
              <a:spcPct val="35000"/>
            </a:spcAft>
            <a:buNone/>
          </a:pPr>
          <a:r>
            <a:rPr lang="en-US" altLang="zh-CN" sz="2700" kern="1200"/>
            <a:t>dealSession</a:t>
          </a:r>
          <a:endParaRPr lang="zh-CN" altLang="en-US" sz="2700" kern="1200"/>
        </a:p>
      </dsp:txBody>
      <dsp:txXfrm>
        <a:off x="3040508" y="2374707"/>
        <a:ext cx="2086190" cy="1011622"/>
      </dsp:txXfrm>
    </dsp:sp>
    <dsp:sp modelId="{DBFBF3A4-4FD9-40EB-8891-34BA3E3D8D31}">
      <dsp:nvSpPr>
        <dsp:cNvPr id="0" name=""/>
        <dsp:cNvSpPr/>
      </dsp:nvSpPr>
      <dsp:spPr>
        <a:xfrm rot="19457599">
          <a:off x="5058665" y="2554792"/>
          <a:ext cx="1058668" cy="33574"/>
        </a:xfrm>
        <a:custGeom>
          <a:avLst/>
          <a:gdLst/>
          <a:ahLst/>
          <a:cxnLst/>
          <a:rect l="0" t="0" r="0" b="0"/>
          <a:pathLst>
            <a:path>
              <a:moveTo>
                <a:pt x="0" y="16787"/>
              </a:moveTo>
              <a:lnTo>
                <a:pt x="1058668" y="16787"/>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5561533" y="2545113"/>
        <a:ext cx="52933" cy="52933"/>
      </dsp:txXfrm>
    </dsp:sp>
    <dsp:sp modelId="{8967885E-B9A2-42D0-9900-72907B3B1CB1}">
      <dsp:nvSpPr>
        <dsp:cNvPr id="0" name=""/>
        <dsp:cNvSpPr/>
      </dsp:nvSpPr>
      <dsp:spPr>
        <a:xfrm>
          <a:off x="6017827" y="1725357"/>
          <a:ext cx="2149136" cy="1074568"/>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145" tIns="17145" rIns="17145" bIns="17145" numCol="1" spcCol="1270" anchor="ctr" anchorCtr="0">
          <a:noAutofit/>
        </a:bodyPr>
        <a:lstStyle/>
        <a:p>
          <a:pPr marL="0" lvl="0" indent="0" algn="ctr" defTabSz="1200150">
            <a:lnSpc>
              <a:spcPct val="90000"/>
            </a:lnSpc>
            <a:spcBef>
              <a:spcPct val="0"/>
            </a:spcBef>
            <a:spcAft>
              <a:spcPct val="35000"/>
            </a:spcAft>
            <a:buNone/>
          </a:pPr>
          <a:r>
            <a:rPr lang="en-US" altLang="zh-CN" sz="2700" kern="1200"/>
            <a:t>POST</a:t>
          </a:r>
          <a:r>
            <a:rPr lang="zh-CN" altLang="en-US" sz="2700" kern="1200"/>
            <a:t>方法</a:t>
          </a:r>
        </a:p>
      </dsp:txBody>
      <dsp:txXfrm>
        <a:off x="6049300" y="1756830"/>
        <a:ext cx="2086190" cy="1011622"/>
      </dsp:txXfrm>
    </dsp:sp>
    <dsp:sp modelId="{84D00540-1281-46A0-ABD2-3331AE8E4C92}">
      <dsp:nvSpPr>
        <dsp:cNvPr id="0" name=""/>
        <dsp:cNvSpPr/>
      </dsp:nvSpPr>
      <dsp:spPr>
        <a:xfrm>
          <a:off x="8166964" y="2245854"/>
          <a:ext cx="859654" cy="33574"/>
        </a:xfrm>
        <a:custGeom>
          <a:avLst/>
          <a:gdLst/>
          <a:ahLst/>
          <a:cxnLst/>
          <a:rect l="0" t="0" r="0" b="0"/>
          <a:pathLst>
            <a:path>
              <a:moveTo>
                <a:pt x="0" y="16787"/>
              </a:moveTo>
              <a:lnTo>
                <a:pt x="859654" y="16787"/>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8575300" y="2241150"/>
        <a:ext cx="42982" cy="42982"/>
      </dsp:txXfrm>
    </dsp:sp>
    <dsp:sp modelId="{B033B1D6-9B3F-413D-8396-A63F4897A7B1}">
      <dsp:nvSpPr>
        <dsp:cNvPr id="0" name=""/>
        <dsp:cNvSpPr/>
      </dsp:nvSpPr>
      <dsp:spPr>
        <a:xfrm>
          <a:off x="9026618" y="1725357"/>
          <a:ext cx="2149136" cy="1074568"/>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145" tIns="17145" rIns="17145" bIns="17145" numCol="1" spcCol="1270" anchor="ctr" anchorCtr="0">
          <a:noAutofit/>
        </a:bodyPr>
        <a:lstStyle/>
        <a:p>
          <a:pPr marL="0" lvl="0" indent="0" algn="ctr" defTabSz="1200150">
            <a:lnSpc>
              <a:spcPct val="90000"/>
            </a:lnSpc>
            <a:spcBef>
              <a:spcPct val="0"/>
            </a:spcBef>
            <a:spcAft>
              <a:spcPct val="35000"/>
            </a:spcAft>
            <a:buNone/>
          </a:pPr>
          <a:r>
            <a:rPr lang="en-US" altLang="zh-CN" sz="2700" kern="1200"/>
            <a:t>doLogin</a:t>
          </a:r>
          <a:endParaRPr lang="zh-CN" altLang="en-US" sz="2700" kern="1200"/>
        </a:p>
      </dsp:txBody>
      <dsp:txXfrm>
        <a:off x="9058091" y="1756830"/>
        <a:ext cx="2086190" cy="1011622"/>
      </dsp:txXfrm>
    </dsp:sp>
    <dsp:sp modelId="{763C83F3-8A72-464E-A4C0-10518C4B0C41}">
      <dsp:nvSpPr>
        <dsp:cNvPr id="0" name=""/>
        <dsp:cNvSpPr/>
      </dsp:nvSpPr>
      <dsp:spPr>
        <a:xfrm rot="2142401">
          <a:off x="5058665" y="3172669"/>
          <a:ext cx="1058668" cy="33574"/>
        </a:xfrm>
        <a:custGeom>
          <a:avLst/>
          <a:gdLst/>
          <a:ahLst/>
          <a:cxnLst/>
          <a:rect l="0" t="0" r="0" b="0"/>
          <a:pathLst>
            <a:path>
              <a:moveTo>
                <a:pt x="0" y="16787"/>
              </a:moveTo>
              <a:lnTo>
                <a:pt x="1058668" y="16787"/>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5561533" y="3162990"/>
        <a:ext cx="52933" cy="52933"/>
      </dsp:txXfrm>
    </dsp:sp>
    <dsp:sp modelId="{772F22DD-F8E1-4CB8-91BA-D82ACE98F0C9}">
      <dsp:nvSpPr>
        <dsp:cNvPr id="0" name=""/>
        <dsp:cNvSpPr/>
      </dsp:nvSpPr>
      <dsp:spPr>
        <a:xfrm>
          <a:off x="6017827" y="2961111"/>
          <a:ext cx="2149136" cy="1074568"/>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145" tIns="17145" rIns="17145" bIns="17145" numCol="1" spcCol="1270" anchor="ctr" anchorCtr="0">
          <a:noAutofit/>
        </a:bodyPr>
        <a:lstStyle/>
        <a:p>
          <a:pPr marL="0" lvl="0" indent="0" algn="ctr" defTabSz="1200150">
            <a:lnSpc>
              <a:spcPct val="90000"/>
            </a:lnSpc>
            <a:spcBef>
              <a:spcPct val="0"/>
            </a:spcBef>
            <a:spcAft>
              <a:spcPct val="35000"/>
            </a:spcAft>
            <a:buNone/>
          </a:pPr>
          <a:r>
            <a:rPr lang="en-US" altLang="zh-CN" sz="2700" kern="1200"/>
            <a:t>DELETE</a:t>
          </a:r>
          <a:r>
            <a:rPr lang="zh-CN" altLang="en-US" sz="2700" kern="1200"/>
            <a:t>方法</a:t>
          </a:r>
        </a:p>
      </dsp:txBody>
      <dsp:txXfrm>
        <a:off x="6049300" y="2992584"/>
        <a:ext cx="2086190" cy="1011622"/>
      </dsp:txXfrm>
    </dsp:sp>
    <dsp:sp modelId="{3F439B5B-B1F6-49CE-9D0D-66CD327545DD}">
      <dsp:nvSpPr>
        <dsp:cNvPr id="0" name=""/>
        <dsp:cNvSpPr/>
      </dsp:nvSpPr>
      <dsp:spPr>
        <a:xfrm>
          <a:off x="8166964" y="3481608"/>
          <a:ext cx="859654" cy="33574"/>
        </a:xfrm>
        <a:custGeom>
          <a:avLst/>
          <a:gdLst/>
          <a:ahLst/>
          <a:cxnLst/>
          <a:rect l="0" t="0" r="0" b="0"/>
          <a:pathLst>
            <a:path>
              <a:moveTo>
                <a:pt x="0" y="16787"/>
              </a:moveTo>
              <a:lnTo>
                <a:pt x="859654" y="16787"/>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8575300" y="3476903"/>
        <a:ext cx="42982" cy="42982"/>
      </dsp:txXfrm>
    </dsp:sp>
    <dsp:sp modelId="{31A2A0E4-E344-43A9-9962-22B28D221664}">
      <dsp:nvSpPr>
        <dsp:cNvPr id="0" name=""/>
        <dsp:cNvSpPr/>
      </dsp:nvSpPr>
      <dsp:spPr>
        <a:xfrm>
          <a:off x="9026618" y="2961111"/>
          <a:ext cx="2149136" cy="1074568"/>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145" tIns="17145" rIns="17145" bIns="17145" numCol="1" spcCol="1270" anchor="ctr" anchorCtr="0">
          <a:noAutofit/>
        </a:bodyPr>
        <a:lstStyle/>
        <a:p>
          <a:pPr marL="0" lvl="0" indent="0" algn="ctr" defTabSz="1200150">
            <a:lnSpc>
              <a:spcPct val="90000"/>
            </a:lnSpc>
            <a:spcBef>
              <a:spcPct val="0"/>
            </a:spcBef>
            <a:spcAft>
              <a:spcPct val="35000"/>
            </a:spcAft>
            <a:buNone/>
          </a:pPr>
          <a:r>
            <a:rPr lang="en-US" altLang="zh-CN" sz="2700" kern="1200"/>
            <a:t>doLogout</a:t>
          </a:r>
          <a:endParaRPr lang="zh-CN" altLang="en-US" sz="2700" kern="1200"/>
        </a:p>
      </dsp:txBody>
      <dsp:txXfrm>
        <a:off x="9058091" y="2992584"/>
        <a:ext cx="2086190" cy="101162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559C29-0B8E-4C19-BB04-EA6F53F5BE87}">
      <dsp:nvSpPr>
        <dsp:cNvPr id="0" name=""/>
        <dsp:cNvSpPr/>
      </dsp:nvSpPr>
      <dsp:spPr>
        <a:xfrm>
          <a:off x="244" y="2343234"/>
          <a:ext cx="2149136" cy="1074568"/>
        </a:xfrm>
        <a:prstGeom prst="roundRect">
          <a:avLst>
            <a:gd name="adj" fmla="val 10000"/>
          </a:avLst>
        </a:prstGeom>
        <a:solidFill>
          <a:srgbClr val="9900CC">
            <a:alpha val="69804"/>
          </a:srgb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altLang="zh-CN" sz="2400" kern="1200"/>
            <a:t>Run</a:t>
          </a:r>
          <a:endParaRPr lang="zh-CN" altLang="en-US" sz="2400" kern="1200"/>
        </a:p>
      </dsp:txBody>
      <dsp:txXfrm>
        <a:off x="31717" y="2374707"/>
        <a:ext cx="2086190" cy="1011622"/>
      </dsp:txXfrm>
    </dsp:sp>
    <dsp:sp modelId="{ABF25FEB-72D5-4D6F-AE2E-FA1A52136C0D}">
      <dsp:nvSpPr>
        <dsp:cNvPr id="0" name=""/>
        <dsp:cNvSpPr/>
      </dsp:nvSpPr>
      <dsp:spPr>
        <a:xfrm>
          <a:off x="2149381" y="2863731"/>
          <a:ext cx="859654" cy="33574"/>
        </a:xfrm>
        <a:custGeom>
          <a:avLst/>
          <a:gdLst/>
          <a:ahLst/>
          <a:cxnLst/>
          <a:rect l="0" t="0" r="0" b="0"/>
          <a:pathLst>
            <a:path>
              <a:moveTo>
                <a:pt x="0" y="16787"/>
              </a:moveTo>
              <a:lnTo>
                <a:pt x="859654" y="16787"/>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2557717" y="2859027"/>
        <a:ext cx="42982" cy="42982"/>
      </dsp:txXfrm>
    </dsp:sp>
    <dsp:sp modelId="{4787C7BE-7317-4F89-824A-FF1CCD9521BE}">
      <dsp:nvSpPr>
        <dsp:cNvPr id="0" name=""/>
        <dsp:cNvSpPr/>
      </dsp:nvSpPr>
      <dsp:spPr>
        <a:xfrm>
          <a:off x="3009035" y="2343234"/>
          <a:ext cx="2149136" cy="1074568"/>
        </a:xfrm>
        <a:prstGeom prst="roundRect">
          <a:avLst>
            <a:gd name="adj" fmla="val 10000"/>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altLang="zh-CN" sz="2400" kern="1200"/>
            <a:t>dealUser</a:t>
          </a:r>
          <a:endParaRPr lang="zh-CN" altLang="en-US" sz="2400" kern="1200"/>
        </a:p>
      </dsp:txBody>
      <dsp:txXfrm>
        <a:off x="3040508" y="2374707"/>
        <a:ext cx="2086190" cy="1011622"/>
      </dsp:txXfrm>
    </dsp:sp>
    <dsp:sp modelId="{DBFBF3A4-4FD9-40EB-8891-34BA3E3D8D31}">
      <dsp:nvSpPr>
        <dsp:cNvPr id="0" name=""/>
        <dsp:cNvSpPr/>
      </dsp:nvSpPr>
      <dsp:spPr>
        <a:xfrm>
          <a:off x="5158172" y="2863731"/>
          <a:ext cx="859654" cy="33574"/>
        </a:xfrm>
        <a:custGeom>
          <a:avLst/>
          <a:gdLst/>
          <a:ahLst/>
          <a:cxnLst/>
          <a:rect l="0" t="0" r="0" b="0"/>
          <a:pathLst>
            <a:path>
              <a:moveTo>
                <a:pt x="0" y="16787"/>
              </a:moveTo>
              <a:lnTo>
                <a:pt x="859654" y="16787"/>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5566508" y="2859027"/>
        <a:ext cx="42982" cy="42982"/>
      </dsp:txXfrm>
    </dsp:sp>
    <dsp:sp modelId="{8967885E-B9A2-42D0-9900-72907B3B1CB1}">
      <dsp:nvSpPr>
        <dsp:cNvPr id="0" name=""/>
        <dsp:cNvSpPr/>
      </dsp:nvSpPr>
      <dsp:spPr>
        <a:xfrm>
          <a:off x="6017827" y="2343234"/>
          <a:ext cx="2149136" cy="1074568"/>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altLang="zh-CN" sz="2400" kern="1200"/>
            <a:t>PATCH</a:t>
          </a:r>
          <a:r>
            <a:rPr lang="zh-CN" altLang="en-US" sz="2400" kern="1200"/>
            <a:t>方法</a:t>
          </a:r>
        </a:p>
      </dsp:txBody>
      <dsp:txXfrm>
        <a:off x="6049300" y="2374707"/>
        <a:ext cx="2086190" cy="1011622"/>
      </dsp:txXfrm>
    </dsp:sp>
    <dsp:sp modelId="{84D00540-1281-46A0-ABD2-3331AE8E4C92}">
      <dsp:nvSpPr>
        <dsp:cNvPr id="0" name=""/>
        <dsp:cNvSpPr/>
      </dsp:nvSpPr>
      <dsp:spPr>
        <a:xfrm>
          <a:off x="8166964" y="2863731"/>
          <a:ext cx="859654" cy="33574"/>
        </a:xfrm>
        <a:custGeom>
          <a:avLst/>
          <a:gdLst/>
          <a:ahLst/>
          <a:cxnLst/>
          <a:rect l="0" t="0" r="0" b="0"/>
          <a:pathLst>
            <a:path>
              <a:moveTo>
                <a:pt x="0" y="16787"/>
              </a:moveTo>
              <a:lnTo>
                <a:pt x="859654" y="16787"/>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8575300" y="2859027"/>
        <a:ext cx="42982" cy="42982"/>
      </dsp:txXfrm>
    </dsp:sp>
    <dsp:sp modelId="{B033B1D6-9B3F-413D-8396-A63F4897A7B1}">
      <dsp:nvSpPr>
        <dsp:cNvPr id="0" name=""/>
        <dsp:cNvSpPr/>
      </dsp:nvSpPr>
      <dsp:spPr>
        <a:xfrm>
          <a:off x="9026618" y="2343234"/>
          <a:ext cx="2149136" cy="1074568"/>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altLang="zh-CN" sz="2400" kern="1200"/>
            <a:t>doChangePwd</a:t>
          </a:r>
          <a:endParaRPr lang="zh-CN" altLang="en-US" sz="2400" kern="1200"/>
        </a:p>
      </dsp:txBody>
      <dsp:txXfrm>
        <a:off x="9058091" y="2374707"/>
        <a:ext cx="2086190" cy="101162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559C29-0B8E-4C19-BB04-EA6F53F5BE87}">
      <dsp:nvSpPr>
        <dsp:cNvPr id="0" name=""/>
        <dsp:cNvSpPr/>
      </dsp:nvSpPr>
      <dsp:spPr>
        <a:xfrm>
          <a:off x="244" y="2343234"/>
          <a:ext cx="2149136" cy="1074568"/>
        </a:xfrm>
        <a:prstGeom prst="roundRect">
          <a:avLst>
            <a:gd name="adj" fmla="val 10000"/>
          </a:avLst>
        </a:prstGeom>
        <a:solidFill>
          <a:srgbClr val="9900CC">
            <a:alpha val="69804"/>
          </a:srgb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US" altLang="zh-CN" sz="2500" kern="1200"/>
            <a:t>Run</a:t>
          </a:r>
          <a:endParaRPr lang="zh-CN" altLang="en-US" sz="2500" kern="1200"/>
        </a:p>
      </dsp:txBody>
      <dsp:txXfrm>
        <a:off x="31717" y="2374707"/>
        <a:ext cx="2086190" cy="1011622"/>
      </dsp:txXfrm>
    </dsp:sp>
    <dsp:sp modelId="{ABF25FEB-72D5-4D6F-AE2E-FA1A52136C0D}">
      <dsp:nvSpPr>
        <dsp:cNvPr id="0" name=""/>
        <dsp:cNvSpPr/>
      </dsp:nvSpPr>
      <dsp:spPr>
        <a:xfrm>
          <a:off x="2149381" y="2863731"/>
          <a:ext cx="859654" cy="33574"/>
        </a:xfrm>
        <a:custGeom>
          <a:avLst/>
          <a:gdLst/>
          <a:ahLst/>
          <a:cxnLst/>
          <a:rect l="0" t="0" r="0" b="0"/>
          <a:pathLst>
            <a:path>
              <a:moveTo>
                <a:pt x="0" y="16787"/>
              </a:moveTo>
              <a:lnTo>
                <a:pt x="859654" y="16787"/>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2557717" y="2859027"/>
        <a:ext cx="42982" cy="42982"/>
      </dsp:txXfrm>
    </dsp:sp>
    <dsp:sp modelId="{4787C7BE-7317-4F89-824A-FF1CCD9521BE}">
      <dsp:nvSpPr>
        <dsp:cNvPr id="0" name=""/>
        <dsp:cNvSpPr/>
      </dsp:nvSpPr>
      <dsp:spPr>
        <a:xfrm>
          <a:off x="3009035" y="2343234"/>
          <a:ext cx="2149136" cy="1074568"/>
        </a:xfrm>
        <a:prstGeom prst="roundRect">
          <a:avLst>
            <a:gd name="adj" fmla="val 10000"/>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US" altLang="zh-CN" sz="2500" kern="1200"/>
            <a:t>dealTask</a:t>
          </a:r>
          <a:endParaRPr lang="zh-CN" altLang="en-US" sz="2500" kern="1200"/>
        </a:p>
      </dsp:txBody>
      <dsp:txXfrm>
        <a:off x="3040508" y="2374707"/>
        <a:ext cx="2086190" cy="1011622"/>
      </dsp:txXfrm>
    </dsp:sp>
    <dsp:sp modelId="{DBFBF3A4-4FD9-40EB-8891-34BA3E3D8D31}">
      <dsp:nvSpPr>
        <dsp:cNvPr id="0" name=""/>
        <dsp:cNvSpPr/>
      </dsp:nvSpPr>
      <dsp:spPr>
        <a:xfrm>
          <a:off x="5158172" y="2863731"/>
          <a:ext cx="859654" cy="33574"/>
        </a:xfrm>
        <a:custGeom>
          <a:avLst/>
          <a:gdLst/>
          <a:ahLst/>
          <a:cxnLst/>
          <a:rect l="0" t="0" r="0" b="0"/>
          <a:pathLst>
            <a:path>
              <a:moveTo>
                <a:pt x="0" y="16787"/>
              </a:moveTo>
              <a:lnTo>
                <a:pt x="859654" y="16787"/>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5566508" y="2859027"/>
        <a:ext cx="42982" cy="42982"/>
      </dsp:txXfrm>
    </dsp:sp>
    <dsp:sp modelId="{8967885E-B9A2-42D0-9900-72907B3B1CB1}">
      <dsp:nvSpPr>
        <dsp:cNvPr id="0" name=""/>
        <dsp:cNvSpPr/>
      </dsp:nvSpPr>
      <dsp:spPr>
        <a:xfrm>
          <a:off x="6017827" y="2343234"/>
          <a:ext cx="2149136" cy="1074568"/>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US" altLang="zh-CN" sz="2500" kern="1200"/>
            <a:t>GET</a:t>
          </a:r>
          <a:r>
            <a:rPr lang="zh-CN" altLang="en-US" sz="2500" kern="1200"/>
            <a:t>方法</a:t>
          </a:r>
        </a:p>
      </dsp:txBody>
      <dsp:txXfrm>
        <a:off x="6049300" y="2374707"/>
        <a:ext cx="2086190" cy="1011622"/>
      </dsp:txXfrm>
    </dsp:sp>
    <dsp:sp modelId="{84D00540-1281-46A0-ABD2-3331AE8E4C92}">
      <dsp:nvSpPr>
        <dsp:cNvPr id="0" name=""/>
        <dsp:cNvSpPr/>
      </dsp:nvSpPr>
      <dsp:spPr>
        <a:xfrm>
          <a:off x="8166964" y="2863731"/>
          <a:ext cx="859654" cy="33574"/>
        </a:xfrm>
        <a:custGeom>
          <a:avLst/>
          <a:gdLst/>
          <a:ahLst/>
          <a:cxnLst/>
          <a:rect l="0" t="0" r="0" b="0"/>
          <a:pathLst>
            <a:path>
              <a:moveTo>
                <a:pt x="0" y="16787"/>
              </a:moveTo>
              <a:lnTo>
                <a:pt x="859654" y="16787"/>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8575300" y="2859027"/>
        <a:ext cx="42982" cy="42982"/>
      </dsp:txXfrm>
    </dsp:sp>
    <dsp:sp modelId="{B033B1D6-9B3F-413D-8396-A63F4897A7B1}">
      <dsp:nvSpPr>
        <dsp:cNvPr id="0" name=""/>
        <dsp:cNvSpPr/>
      </dsp:nvSpPr>
      <dsp:spPr>
        <a:xfrm>
          <a:off x="9026618" y="2343234"/>
          <a:ext cx="2149136" cy="1074568"/>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US" altLang="zh-CN" sz="2500" kern="1200"/>
            <a:t>doSearchTask</a:t>
          </a:r>
          <a:endParaRPr lang="zh-CN" altLang="en-US" sz="2500" kern="1200"/>
        </a:p>
      </dsp:txBody>
      <dsp:txXfrm>
        <a:off x="9058091" y="2374707"/>
        <a:ext cx="2086190" cy="1011622"/>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5">
  <dgm:title val=""/>
  <dgm:desc val=""/>
  <dgm:catLst>
    <dgm:cat type="hierarchy" pri="6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resOf/>
    <dgm:shape xmlns:r="http://schemas.openxmlformats.org/officeDocument/2006/relationships" r:blip="">
      <dgm:adjLst/>
    </dgm:shape>
    <dgm:choose name="Name0">
      <dgm:if name="Name1" axis="ch" ptType="node" func="cnt" op="gte" val="2">
        <dgm:choose name="Name2">
          <dgm:if name="Name3" func="var" arg="dir" op="equ" val="norm">
            <dgm:constrLst>
              <dgm:constr type="l" for="ch" forName="hierFlow"/>
              <dgm:constr type="t" for="ch" forName="hierFlow" refType="h" fact="0.3"/>
              <dgm:constr type="r" for="ch" forName="hierFlow" refType="w" fact="0.98"/>
              <dgm:constr type="b" for="ch" forName="hierFlow" refType="h" fact="0.96"/>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if>
          <dgm:else name="Name4">
            <dgm:constrLst>
              <dgm:constr type="l" for="ch" forName="hierFlow" refType="w" fact="0.02"/>
              <dgm:constr type="t" for="ch" forName="hierFlow" refType="h" fact="0.3"/>
              <dgm:constr type="r" for="ch" forName="hierFlow" refType="w"/>
              <dgm:constr type="b" for="ch" forName="hierFlow" refType="h" fact="0.96"/>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else>
    </dgm:choose>
    <dgm:ruleLst/>
    <dgm:layoutNode name="hierFlow">
      <dgm:choose name="Name6">
        <dgm:if name="Name7" func="var" arg="dir" op="equ" val="norm">
          <dgm:alg type="lin">
            <dgm:param type="linDir" val="fromL"/>
            <dgm:param type="nodeVertAlign" val="mid"/>
            <dgm:param type="vertAlign" val="mid"/>
            <dgm:param type="nodeHorzAlign" val="l"/>
            <dgm:param type="horzAlign" val="l"/>
            <dgm:param type="fallback" val="2D"/>
          </dgm:alg>
        </dgm:if>
        <dgm:else name="Name8">
          <dgm:alg type="lin">
            <dgm:param type="linDir" val="fromR"/>
            <dgm:param type="nodeVertAlign" val="mid"/>
            <dgm:param type="vertAlign" val="mid"/>
            <dgm:param type="nodeHorzAlign" val="r"/>
            <dgm:param type="horzAlign" val="r"/>
            <dgm:param type="fallback" val="2D"/>
          </dgm:alg>
        </dgm:else>
      </dgm:choose>
      <dgm:shape xmlns:r="http://schemas.openxmlformats.org/officeDocument/2006/relationships" r:blip="">
        <dgm:adjLst/>
      </dgm:shape>
      <dgm:presOf/>
      <dgm:constrLst>
        <dgm:constr type="primFontSz" for="des" ptType="node" op="equ" val="65"/>
        <dgm:constr type="primFontSz" for="des" forName="connTx" op="equ" val="55"/>
        <dgm:constr type="primFontSz" for="des" forName="connTx" refType="primFontSz" refFor="des" refPtType="node" op="lte" fact="0.8"/>
      </dgm:constrLst>
      <dgm:ruleLst/>
      <dgm:choose name="Name9">
        <dgm:if name="Name10" axis="ch" ptType="node" func="cnt" op="gte" val="2">
          <dgm:layoutNode name="firstBuf">
            <dgm:alg type="sp"/>
            <dgm:shape xmlns:r="http://schemas.openxmlformats.org/officeDocument/2006/relationships" r:blip="">
              <dgm:adjLst/>
            </dgm:shape>
            <dgm:presOf/>
            <dgm:constrLst/>
            <dgm:ruleLst/>
          </dgm:layoutNode>
        </dgm:if>
        <dgm:else name="Name11"/>
      </dgm:choose>
      <dgm:layoutNode name="hierChild1">
        <dgm:varLst>
          <dgm:chPref val="1"/>
          <dgm:animOne val="branch"/>
          <dgm:animLvl val="lvl"/>
        </dgm:varLst>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constrLst/>
        <dgm:ruleLst/>
        <dgm:forEach name="Name15" axis="ch" cnt="3">
          <dgm:forEach name="Name16" axis="self" ptType="node">
            <dgm:layoutNode name="Name17">
              <dgm:choose name="Name18">
                <dgm:if name="Name19" func="var" arg="dir" op="equ" val="norm">
                  <dgm:alg type="hierRoot">
                    <dgm:param type="hierAlign" val="lCtrCh"/>
                  </dgm:alg>
                </dgm:if>
                <dgm:else name="Name20">
                  <dgm:alg type="hierRoot">
                    <dgm:param type="hierAlign" val="rCtrCh"/>
                  </dgm:alg>
                </dgm:else>
              </dgm:choose>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hierChild2">
                <dgm:choose name="Name21">
                  <dgm:if name="Name22" func="var" arg="dir" op="equ" val="norm">
                    <dgm:alg type="hierChild">
                      <dgm:param type="linDir" val="fromT"/>
                      <dgm:param type="chAlign" val="l"/>
                    </dgm:alg>
                  </dgm:if>
                  <dgm:else name="Name23">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24" axis="self" ptType="parTrans" cnt="1">
                    <dgm:layoutNode name="Name25">
                      <dgm:choose name="Name26">
                        <dgm:if name="Name27" func="var" arg="dir" op="equ" val="norm">
                          <dgm:alg type="conn">
                            <dgm:param type="dim" val="1D"/>
                            <dgm:param type="begPts" val="midR"/>
                            <dgm:param type="endPts" val="midL"/>
                            <dgm:param type="endSty" val="noArr"/>
                          </dgm:alg>
                        </dgm:if>
                        <dgm:else name="Name28">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29" axis="self" ptType="node">
                    <dgm:layoutNode name="Name30">
                      <dgm:choose name="Name31">
                        <dgm:if name="Name32" func="var" arg="dir" op="equ" val="norm">
                          <dgm:alg type="hierRoot">
                            <dgm:param type="hierAlign" val="lCtrCh"/>
                          </dgm:alg>
                        </dgm:if>
                        <dgm:else name="Name33">
                          <dgm:alg type="hierRoot">
                            <dgm:param type="hierAlign" val="rCtrCh"/>
                          </dgm:alg>
                        </dgm:else>
                      </dgm:choose>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hierChild3">
                        <dgm:choose name="Name34">
                          <dgm:if name="Name35" func="var" arg="dir" op="equ" val="norm">
                            <dgm:alg type="hierChild">
                              <dgm:param type="linDir" val="fromT"/>
                              <dgm:param type="chAlign" val="l"/>
                            </dgm:alg>
                          </dgm:if>
                          <dgm:else name="Name36">
                            <dgm:alg type="hierChild">
                              <dgm:param type="linDir" val="fromT"/>
                              <dgm:param type="chAlign" val="r"/>
                            </dgm:alg>
                          </dgm:else>
                        </dgm:choose>
                        <dgm:shape xmlns:r="http://schemas.openxmlformats.org/officeDocument/2006/relationships" r:blip="">
                          <dgm:adjLst/>
                        </dgm:shape>
                        <dgm:presOf/>
                        <dgm:constrLst/>
                        <dgm:ruleLst/>
                        <dgm:forEach name="Name37" ref="repeat"/>
                      </dgm:layoutNode>
                    </dgm:layoutNode>
                  </dgm:forEach>
                </dgm:forEach>
              </dgm:layoutNode>
            </dgm:layoutNode>
          </dgm:forEach>
        </dgm:forEach>
      </dgm:layoutNode>
    </dgm:layoutNode>
    <dgm:layoutNode name="bgShapesFlow">
      <dgm:choose name="Name38">
        <dgm:if name="Name39" func="var" arg="dir" op="equ" val="norm">
          <dgm:alg type="lin">
            <dgm:param type="linDir" val="fromL"/>
            <dgm:param type="nodeVertAlign" val="mid"/>
            <dgm:param type="vertAlign" val="mid"/>
            <dgm:param type="nodeHorzAlign" val="l"/>
            <dgm:param type="horzAlign" val="l"/>
          </dgm:alg>
        </dgm:if>
        <dgm:else name="Name40">
          <dgm:alg type="lin">
            <dgm:param type="linDir" val="fromR"/>
            <dgm:param type="nodeVertAlign" val="mid"/>
            <dgm:param type="vertAlign" val="mid"/>
            <dgm:param type="nodeHorzAlign" val="r"/>
            <dgm:param type="horzAlign" val="r"/>
          </dgm:alg>
        </dgm:else>
      </dgm:choose>
      <dgm:shape xmlns:r="http://schemas.openxmlformats.org/officeDocument/2006/relationships" r:blip="">
        <dgm:adjLst/>
      </dgm:shape>
      <dgm:presOf/>
      <dgm:constrLst>
        <dgm:constr type="w" for="ch" forName="rectComp" refType="w"/>
        <dgm:constr type="h" for="ch" forName="rectComp" refType="h"/>
        <dgm:constr type="h" for="des" forName="bgRect" refType="h"/>
        <dgm:constr type="primFontSz" for="des" forName="bgRectTx" op="equ" val="65"/>
      </dgm:constrLst>
      <dgm:ruleLst/>
      <dgm:forEach name="Name41" axis="ch" ptType="node" st="2">
        <dgm:layoutNode name="rectComp">
          <dgm:alg type="composite"/>
          <dgm:shape xmlns:r="http://schemas.openxmlformats.org/officeDocument/2006/relationships" r:blip="">
            <dgm:adjLst/>
          </dgm:shape>
          <dgm:presOf/>
          <dgm:constrLst>
            <dgm:constr type="userA"/>
            <dgm:constr type="l" for="ch" forName="bgRect"/>
            <dgm:constr type="t" for="ch" forName="bgRect"/>
            <dgm:constr type="w" for="ch" forName="bgRect" refType="userA" fact="1.2"/>
            <dgm:constr type="l" for="ch" forName="bgRectTx"/>
            <dgm:constr type="t" for="ch" forName="bgRectTx"/>
            <dgm:constr type="h" for="ch" forName="bgRectTx" refType="h" refFor="ch" refForName="bgRect" fact="0.3"/>
            <dgm:constr type="w" for="ch" forName="bgRectTx" refType="w" refFor="ch" refForName="bgRect" op="equ"/>
          </dgm:constrLst>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shape xmlns:r="http://schemas.openxmlformats.org/officeDocument/2006/relationships" type="rect" r:blip="" zOrderOff="-999" hideGeom="1">
              <dgm:adjLst/>
            </dgm:shape>
            <dgm:presOf axis="desOrSelf" ptType="node"/>
            <dgm:constrLst/>
            <dgm:ruleLst>
              <dgm:rule type="primFontSz" val="5" fact="NaN" max="NaN"/>
            </dgm:ruleLst>
          </dgm:layoutNode>
        </dgm:layoutNode>
        <dgm:choose name="Name42">
          <dgm:if name="Name43" axis="self" ptType="node" func="revPos" op="gte" val="2">
            <dgm:layoutNode name="spComp">
              <dgm:alg type="composite"/>
              <dgm:shape xmlns:r="http://schemas.openxmlformats.org/officeDocument/2006/relationships" r:blip="">
                <dgm:adjLst/>
              </dgm:shape>
              <dgm:presOf/>
              <dgm:constrLst>
                <dgm:constr type="userA"/>
                <dgm:constr type="userB"/>
                <dgm:constr type="l" for="ch" forName="hSp"/>
                <dgm:constr type="t" for="ch" forName="hSp"/>
                <dgm:constr type="w" for="ch" forName="hSp" refType="userB"/>
                <dgm:constr type="wOff" for="ch" forName="hSp" refType="userA" fact="-0.2"/>
              </dgm:constrLst>
              <dgm:ruleLst/>
              <dgm:layoutNode name="hSp">
                <dgm:alg type="sp"/>
                <dgm:shape xmlns:r="http://schemas.openxmlformats.org/officeDocument/2006/relationships" r:blip="">
                  <dgm:adjLst/>
                </dgm:shape>
                <dgm:presOf/>
                <dgm:constrLst/>
                <dgm:ruleLst/>
              </dgm:layoutNode>
            </dgm:layoutNode>
          </dgm:if>
          <dgm:else name="Name44"/>
        </dgm:choose>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hierarchy5">
  <dgm:title val=""/>
  <dgm:desc val=""/>
  <dgm:catLst>
    <dgm:cat type="hierarchy" pri="6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resOf/>
    <dgm:shape xmlns:r="http://schemas.openxmlformats.org/officeDocument/2006/relationships" r:blip="">
      <dgm:adjLst/>
    </dgm:shape>
    <dgm:choose name="Name0">
      <dgm:if name="Name1" axis="ch" ptType="node" func="cnt" op="gte" val="2">
        <dgm:choose name="Name2">
          <dgm:if name="Name3" func="var" arg="dir" op="equ" val="norm">
            <dgm:constrLst>
              <dgm:constr type="l" for="ch" forName="hierFlow"/>
              <dgm:constr type="t" for="ch" forName="hierFlow" refType="h" fact="0.3"/>
              <dgm:constr type="r" for="ch" forName="hierFlow" refType="w" fact="0.98"/>
              <dgm:constr type="b" for="ch" forName="hierFlow" refType="h" fact="0.96"/>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if>
          <dgm:else name="Name4">
            <dgm:constrLst>
              <dgm:constr type="l" for="ch" forName="hierFlow" refType="w" fact="0.02"/>
              <dgm:constr type="t" for="ch" forName="hierFlow" refType="h" fact="0.3"/>
              <dgm:constr type="r" for="ch" forName="hierFlow" refType="w"/>
              <dgm:constr type="b" for="ch" forName="hierFlow" refType="h" fact="0.96"/>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else>
    </dgm:choose>
    <dgm:ruleLst/>
    <dgm:layoutNode name="hierFlow">
      <dgm:choose name="Name6">
        <dgm:if name="Name7" func="var" arg="dir" op="equ" val="norm">
          <dgm:alg type="lin">
            <dgm:param type="linDir" val="fromL"/>
            <dgm:param type="nodeVertAlign" val="mid"/>
            <dgm:param type="vertAlign" val="mid"/>
            <dgm:param type="nodeHorzAlign" val="l"/>
            <dgm:param type="horzAlign" val="l"/>
            <dgm:param type="fallback" val="2D"/>
          </dgm:alg>
        </dgm:if>
        <dgm:else name="Name8">
          <dgm:alg type="lin">
            <dgm:param type="linDir" val="fromR"/>
            <dgm:param type="nodeVertAlign" val="mid"/>
            <dgm:param type="vertAlign" val="mid"/>
            <dgm:param type="nodeHorzAlign" val="r"/>
            <dgm:param type="horzAlign" val="r"/>
            <dgm:param type="fallback" val="2D"/>
          </dgm:alg>
        </dgm:else>
      </dgm:choose>
      <dgm:shape xmlns:r="http://schemas.openxmlformats.org/officeDocument/2006/relationships" r:blip="">
        <dgm:adjLst/>
      </dgm:shape>
      <dgm:presOf/>
      <dgm:constrLst>
        <dgm:constr type="primFontSz" for="des" ptType="node" op="equ" val="65"/>
        <dgm:constr type="primFontSz" for="des" forName="connTx" op="equ" val="55"/>
        <dgm:constr type="primFontSz" for="des" forName="connTx" refType="primFontSz" refFor="des" refPtType="node" op="lte" fact="0.8"/>
      </dgm:constrLst>
      <dgm:ruleLst/>
      <dgm:choose name="Name9">
        <dgm:if name="Name10" axis="ch" ptType="node" func="cnt" op="gte" val="2">
          <dgm:layoutNode name="firstBuf">
            <dgm:alg type="sp"/>
            <dgm:shape xmlns:r="http://schemas.openxmlformats.org/officeDocument/2006/relationships" r:blip="">
              <dgm:adjLst/>
            </dgm:shape>
            <dgm:presOf/>
            <dgm:constrLst/>
            <dgm:ruleLst/>
          </dgm:layoutNode>
        </dgm:if>
        <dgm:else name="Name11"/>
      </dgm:choose>
      <dgm:layoutNode name="hierChild1">
        <dgm:varLst>
          <dgm:chPref val="1"/>
          <dgm:animOne val="branch"/>
          <dgm:animLvl val="lvl"/>
        </dgm:varLst>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constrLst/>
        <dgm:ruleLst/>
        <dgm:forEach name="Name15" axis="ch" cnt="3">
          <dgm:forEach name="Name16" axis="self" ptType="node">
            <dgm:layoutNode name="Name17">
              <dgm:choose name="Name18">
                <dgm:if name="Name19" func="var" arg="dir" op="equ" val="norm">
                  <dgm:alg type="hierRoot">
                    <dgm:param type="hierAlign" val="lCtrCh"/>
                  </dgm:alg>
                </dgm:if>
                <dgm:else name="Name20">
                  <dgm:alg type="hierRoot">
                    <dgm:param type="hierAlign" val="rCtrCh"/>
                  </dgm:alg>
                </dgm:else>
              </dgm:choose>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hierChild2">
                <dgm:choose name="Name21">
                  <dgm:if name="Name22" func="var" arg="dir" op="equ" val="norm">
                    <dgm:alg type="hierChild">
                      <dgm:param type="linDir" val="fromT"/>
                      <dgm:param type="chAlign" val="l"/>
                    </dgm:alg>
                  </dgm:if>
                  <dgm:else name="Name23">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24" axis="self" ptType="parTrans" cnt="1">
                    <dgm:layoutNode name="Name25">
                      <dgm:choose name="Name26">
                        <dgm:if name="Name27" func="var" arg="dir" op="equ" val="norm">
                          <dgm:alg type="conn">
                            <dgm:param type="dim" val="1D"/>
                            <dgm:param type="begPts" val="midR"/>
                            <dgm:param type="endPts" val="midL"/>
                            <dgm:param type="endSty" val="noArr"/>
                          </dgm:alg>
                        </dgm:if>
                        <dgm:else name="Name28">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29" axis="self" ptType="node">
                    <dgm:layoutNode name="Name30">
                      <dgm:choose name="Name31">
                        <dgm:if name="Name32" func="var" arg="dir" op="equ" val="norm">
                          <dgm:alg type="hierRoot">
                            <dgm:param type="hierAlign" val="lCtrCh"/>
                          </dgm:alg>
                        </dgm:if>
                        <dgm:else name="Name33">
                          <dgm:alg type="hierRoot">
                            <dgm:param type="hierAlign" val="rCtrCh"/>
                          </dgm:alg>
                        </dgm:else>
                      </dgm:choose>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hierChild3">
                        <dgm:choose name="Name34">
                          <dgm:if name="Name35" func="var" arg="dir" op="equ" val="norm">
                            <dgm:alg type="hierChild">
                              <dgm:param type="linDir" val="fromT"/>
                              <dgm:param type="chAlign" val="l"/>
                            </dgm:alg>
                          </dgm:if>
                          <dgm:else name="Name36">
                            <dgm:alg type="hierChild">
                              <dgm:param type="linDir" val="fromT"/>
                              <dgm:param type="chAlign" val="r"/>
                            </dgm:alg>
                          </dgm:else>
                        </dgm:choose>
                        <dgm:shape xmlns:r="http://schemas.openxmlformats.org/officeDocument/2006/relationships" r:blip="">
                          <dgm:adjLst/>
                        </dgm:shape>
                        <dgm:presOf/>
                        <dgm:constrLst/>
                        <dgm:ruleLst/>
                        <dgm:forEach name="Name37" ref="repeat"/>
                      </dgm:layoutNode>
                    </dgm:layoutNode>
                  </dgm:forEach>
                </dgm:forEach>
              </dgm:layoutNode>
            </dgm:layoutNode>
          </dgm:forEach>
        </dgm:forEach>
      </dgm:layoutNode>
    </dgm:layoutNode>
    <dgm:layoutNode name="bgShapesFlow">
      <dgm:choose name="Name38">
        <dgm:if name="Name39" func="var" arg="dir" op="equ" val="norm">
          <dgm:alg type="lin">
            <dgm:param type="linDir" val="fromL"/>
            <dgm:param type="nodeVertAlign" val="mid"/>
            <dgm:param type="vertAlign" val="mid"/>
            <dgm:param type="nodeHorzAlign" val="l"/>
            <dgm:param type="horzAlign" val="l"/>
          </dgm:alg>
        </dgm:if>
        <dgm:else name="Name40">
          <dgm:alg type="lin">
            <dgm:param type="linDir" val="fromR"/>
            <dgm:param type="nodeVertAlign" val="mid"/>
            <dgm:param type="vertAlign" val="mid"/>
            <dgm:param type="nodeHorzAlign" val="r"/>
            <dgm:param type="horzAlign" val="r"/>
          </dgm:alg>
        </dgm:else>
      </dgm:choose>
      <dgm:shape xmlns:r="http://schemas.openxmlformats.org/officeDocument/2006/relationships" r:blip="">
        <dgm:adjLst/>
      </dgm:shape>
      <dgm:presOf/>
      <dgm:constrLst>
        <dgm:constr type="w" for="ch" forName="rectComp" refType="w"/>
        <dgm:constr type="h" for="ch" forName="rectComp" refType="h"/>
        <dgm:constr type="h" for="des" forName="bgRect" refType="h"/>
        <dgm:constr type="primFontSz" for="des" forName="bgRectTx" op="equ" val="65"/>
      </dgm:constrLst>
      <dgm:ruleLst/>
      <dgm:forEach name="Name41" axis="ch" ptType="node" st="2">
        <dgm:layoutNode name="rectComp">
          <dgm:alg type="composite"/>
          <dgm:shape xmlns:r="http://schemas.openxmlformats.org/officeDocument/2006/relationships" r:blip="">
            <dgm:adjLst/>
          </dgm:shape>
          <dgm:presOf/>
          <dgm:constrLst>
            <dgm:constr type="userA"/>
            <dgm:constr type="l" for="ch" forName="bgRect"/>
            <dgm:constr type="t" for="ch" forName="bgRect"/>
            <dgm:constr type="w" for="ch" forName="bgRect" refType="userA" fact="1.2"/>
            <dgm:constr type="l" for="ch" forName="bgRectTx"/>
            <dgm:constr type="t" for="ch" forName="bgRectTx"/>
            <dgm:constr type="h" for="ch" forName="bgRectTx" refType="h" refFor="ch" refForName="bgRect" fact="0.3"/>
            <dgm:constr type="w" for="ch" forName="bgRectTx" refType="w" refFor="ch" refForName="bgRect" op="equ"/>
          </dgm:constrLst>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shape xmlns:r="http://schemas.openxmlformats.org/officeDocument/2006/relationships" type="rect" r:blip="" zOrderOff="-999" hideGeom="1">
              <dgm:adjLst/>
            </dgm:shape>
            <dgm:presOf axis="desOrSelf" ptType="node"/>
            <dgm:constrLst/>
            <dgm:ruleLst>
              <dgm:rule type="primFontSz" val="5" fact="NaN" max="NaN"/>
            </dgm:ruleLst>
          </dgm:layoutNode>
        </dgm:layoutNode>
        <dgm:choose name="Name42">
          <dgm:if name="Name43" axis="self" ptType="node" func="revPos" op="gte" val="2">
            <dgm:layoutNode name="spComp">
              <dgm:alg type="composite"/>
              <dgm:shape xmlns:r="http://schemas.openxmlformats.org/officeDocument/2006/relationships" r:blip="">
                <dgm:adjLst/>
              </dgm:shape>
              <dgm:presOf/>
              <dgm:constrLst>
                <dgm:constr type="userA"/>
                <dgm:constr type="userB"/>
                <dgm:constr type="l" for="ch" forName="hSp"/>
                <dgm:constr type="t" for="ch" forName="hSp"/>
                <dgm:constr type="w" for="ch" forName="hSp" refType="userB"/>
                <dgm:constr type="wOff" for="ch" forName="hSp" refType="userA" fact="-0.2"/>
              </dgm:constrLst>
              <dgm:ruleLst/>
              <dgm:layoutNode name="hSp">
                <dgm:alg type="sp"/>
                <dgm:shape xmlns:r="http://schemas.openxmlformats.org/officeDocument/2006/relationships" r:blip="">
                  <dgm:adjLst/>
                </dgm:shape>
                <dgm:presOf/>
                <dgm:constrLst/>
                <dgm:ruleLst/>
              </dgm:layoutNode>
            </dgm:layoutNode>
          </dgm:if>
          <dgm:else name="Name44"/>
        </dgm:choose>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hierarchy5">
  <dgm:title val=""/>
  <dgm:desc val=""/>
  <dgm:catLst>
    <dgm:cat type="hierarchy" pri="6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resOf/>
    <dgm:shape xmlns:r="http://schemas.openxmlformats.org/officeDocument/2006/relationships" r:blip="">
      <dgm:adjLst/>
    </dgm:shape>
    <dgm:choose name="Name0">
      <dgm:if name="Name1" axis="ch" ptType="node" func="cnt" op="gte" val="2">
        <dgm:choose name="Name2">
          <dgm:if name="Name3" func="var" arg="dir" op="equ" val="norm">
            <dgm:constrLst>
              <dgm:constr type="l" for="ch" forName="hierFlow"/>
              <dgm:constr type="t" for="ch" forName="hierFlow" refType="h" fact="0.3"/>
              <dgm:constr type="r" for="ch" forName="hierFlow" refType="w" fact="0.98"/>
              <dgm:constr type="b" for="ch" forName="hierFlow" refType="h" fact="0.96"/>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if>
          <dgm:else name="Name4">
            <dgm:constrLst>
              <dgm:constr type="l" for="ch" forName="hierFlow" refType="w" fact="0.02"/>
              <dgm:constr type="t" for="ch" forName="hierFlow" refType="h" fact="0.3"/>
              <dgm:constr type="r" for="ch" forName="hierFlow" refType="w"/>
              <dgm:constr type="b" for="ch" forName="hierFlow" refType="h" fact="0.96"/>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else>
    </dgm:choose>
    <dgm:ruleLst/>
    <dgm:layoutNode name="hierFlow">
      <dgm:choose name="Name6">
        <dgm:if name="Name7" func="var" arg="dir" op="equ" val="norm">
          <dgm:alg type="lin">
            <dgm:param type="linDir" val="fromL"/>
            <dgm:param type="nodeVertAlign" val="mid"/>
            <dgm:param type="vertAlign" val="mid"/>
            <dgm:param type="nodeHorzAlign" val="l"/>
            <dgm:param type="horzAlign" val="l"/>
            <dgm:param type="fallback" val="2D"/>
          </dgm:alg>
        </dgm:if>
        <dgm:else name="Name8">
          <dgm:alg type="lin">
            <dgm:param type="linDir" val="fromR"/>
            <dgm:param type="nodeVertAlign" val="mid"/>
            <dgm:param type="vertAlign" val="mid"/>
            <dgm:param type="nodeHorzAlign" val="r"/>
            <dgm:param type="horzAlign" val="r"/>
            <dgm:param type="fallback" val="2D"/>
          </dgm:alg>
        </dgm:else>
      </dgm:choose>
      <dgm:shape xmlns:r="http://schemas.openxmlformats.org/officeDocument/2006/relationships" r:blip="">
        <dgm:adjLst/>
      </dgm:shape>
      <dgm:presOf/>
      <dgm:constrLst>
        <dgm:constr type="primFontSz" for="des" ptType="node" op="equ" val="65"/>
        <dgm:constr type="primFontSz" for="des" forName="connTx" op="equ" val="55"/>
        <dgm:constr type="primFontSz" for="des" forName="connTx" refType="primFontSz" refFor="des" refPtType="node" op="lte" fact="0.8"/>
      </dgm:constrLst>
      <dgm:ruleLst/>
      <dgm:choose name="Name9">
        <dgm:if name="Name10" axis="ch" ptType="node" func="cnt" op="gte" val="2">
          <dgm:layoutNode name="firstBuf">
            <dgm:alg type="sp"/>
            <dgm:shape xmlns:r="http://schemas.openxmlformats.org/officeDocument/2006/relationships" r:blip="">
              <dgm:adjLst/>
            </dgm:shape>
            <dgm:presOf/>
            <dgm:constrLst/>
            <dgm:ruleLst/>
          </dgm:layoutNode>
        </dgm:if>
        <dgm:else name="Name11"/>
      </dgm:choose>
      <dgm:layoutNode name="hierChild1">
        <dgm:varLst>
          <dgm:chPref val="1"/>
          <dgm:animOne val="branch"/>
          <dgm:animLvl val="lvl"/>
        </dgm:varLst>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constrLst/>
        <dgm:ruleLst/>
        <dgm:forEach name="Name15" axis="ch" cnt="3">
          <dgm:forEach name="Name16" axis="self" ptType="node">
            <dgm:layoutNode name="Name17">
              <dgm:choose name="Name18">
                <dgm:if name="Name19" func="var" arg="dir" op="equ" val="norm">
                  <dgm:alg type="hierRoot">
                    <dgm:param type="hierAlign" val="lCtrCh"/>
                  </dgm:alg>
                </dgm:if>
                <dgm:else name="Name20">
                  <dgm:alg type="hierRoot">
                    <dgm:param type="hierAlign" val="rCtrCh"/>
                  </dgm:alg>
                </dgm:else>
              </dgm:choose>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hierChild2">
                <dgm:choose name="Name21">
                  <dgm:if name="Name22" func="var" arg="dir" op="equ" val="norm">
                    <dgm:alg type="hierChild">
                      <dgm:param type="linDir" val="fromT"/>
                      <dgm:param type="chAlign" val="l"/>
                    </dgm:alg>
                  </dgm:if>
                  <dgm:else name="Name23">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24" axis="self" ptType="parTrans" cnt="1">
                    <dgm:layoutNode name="Name25">
                      <dgm:choose name="Name26">
                        <dgm:if name="Name27" func="var" arg="dir" op="equ" val="norm">
                          <dgm:alg type="conn">
                            <dgm:param type="dim" val="1D"/>
                            <dgm:param type="begPts" val="midR"/>
                            <dgm:param type="endPts" val="midL"/>
                            <dgm:param type="endSty" val="noArr"/>
                          </dgm:alg>
                        </dgm:if>
                        <dgm:else name="Name28">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29" axis="self" ptType="node">
                    <dgm:layoutNode name="Name30">
                      <dgm:choose name="Name31">
                        <dgm:if name="Name32" func="var" arg="dir" op="equ" val="norm">
                          <dgm:alg type="hierRoot">
                            <dgm:param type="hierAlign" val="lCtrCh"/>
                          </dgm:alg>
                        </dgm:if>
                        <dgm:else name="Name33">
                          <dgm:alg type="hierRoot">
                            <dgm:param type="hierAlign" val="rCtrCh"/>
                          </dgm:alg>
                        </dgm:else>
                      </dgm:choose>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hierChild3">
                        <dgm:choose name="Name34">
                          <dgm:if name="Name35" func="var" arg="dir" op="equ" val="norm">
                            <dgm:alg type="hierChild">
                              <dgm:param type="linDir" val="fromT"/>
                              <dgm:param type="chAlign" val="l"/>
                            </dgm:alg>
                          </dgm:if>
                          <dgm:else name="Name36">
                            <dgm:alg type="hierChild">
                              <dgm:param type="linDir" val="fromT"/>
                              <dgm:param type="chAlign" val="r"/>
                            </dgm:alg>
                          </dgm:else>
                        </dgm:choose>
                        <dgm:shape xmlns:r="http://schemas.openxmlformats.org/officeDocument/2006/relationships" r:blip="">
                          <dgm:adjLst/>
                        </dgm:shape>
                        <dgm:presOf/>
                        <dgm:constrLst/>
                        <dgm:ruleLst/>
                        <dgm:forEach name="Name37" ref="repeat"/>
                      </dgm:layoutNode>
                    </dgm:layoutNode>
                  </dgm:forEach>
                </dgm:forEach>
              </dgm:layoutNode>
            </dgm:layoutNode>
          </dgm:forEach>
        </dgm:forEach>
      </dgm:layoutNode>
    </dgm:layoutNode>
    <dgm:layoutNode name="bgShapesFlow">
      <dgm:choose name="Name38">
        <dgm:if name="Name39" func="var" arg="dir" op="equ" val="norm">
          <dgm:alg type="lin">
            <dgm:param type="linDir" val="fromL"/>
            <dgm:param type="nodeVertAlign" val="mid"/>
            <dgm:param type="vertAlign" val="mid"/>
            <dgm:param type="nodeHorzAlign" val="l"/>
            <dgm:param type="horzAlign" val="l"/>
          </dgm:alg>
        </dgm:if>
        <dgm:else name="Name40">
          <dgm:alg type="lin">
            <dgm:param type="linDir" val="fromR"/>
            <dgm:param type="nodeVertAlign" val="mid"/>
            <dgm:param type="vertAlign" val="mid"/>
            <dgm:param type="nodeHorzAlign" val="r"/>
            <dgm:param type="horzAlign" val="r"/>
          </dgm:alg>
        </dgm:else>
      </dgm:choose>
      <dgm:shape xmlns:r="http://schemas.openxmlformats.org/officeDocument/2006/relationships" r:blip="">
        <dgm:adjLst/>
      </dgm:shape>
      <dgm:presOf/>
      <dgm:constrLst>
        <dgm:constr type="w" for="ch" forName="rectComp" refType="w"/>
        <dgm:constr type="h" for="ch" forName="rectComp" refType="h"/>
        <dgm:constr type="h" for="des" forName="bgRect" refType="h"/>
        <dgm:constr type="primFontSz" for="des" forName="bgRectTx" op="equ" val="65"/>
      </dgm:constrLst>
      <dgm:ruleLst/>
      <dgm:forEach name="Name41" axis="ch" ptType="node" st="2">
        <dgm:layoutNode name="rectComp">
          <dgm:alg type="composite"/>
          <dgm:shape xmlns:r="http://schemas.openxmlformats.org/officeDocument/2006/relationships" r:blip="">
            <dgm:adjLst/>
          </dgm:shape>
          <dgm:presOf/>
          <dgm:constrLst>
            <dgm:constr type="userA"/>
            <dgm:constr type="l" for="ch" forName="bgRect"/>
            <dgm:constr type="t" for="ch" forName="bgRect"/>
            <dgm:constr type="w" for="ch" forName="bgRect" refType="userA" fact="1.2"/>
            <dgm:constr type="l" for="ch" forName="bgRectTx"/>
            <dgm:constr type="t" for="ch" forName="bgRectTx"/>
            <dgm:constr type="h" for="ch" forName="bgRectTx" refType="h" refFor="ch" refForName="bgRect" fact="0.3"/>
            <dgm:constr type="w" for="ch" forName="bgRectTx" refType="w" refFor="ch" refForName="bgRect" op="equ"/>
          </dgm:constrLst>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shape xmlns:r="http://schemas.openxmlformats.org/officeDocument/2006/relationships" type="rect" r:blip="" zOrderOff="-999" hideGeom="1">
              <dgm:adjLst/>
            </dgm:shape>
            <dgm:presOf axis="desOrSelf" ptType="node"/>
            <dgm:constrLst/>
            <dgm:ruleLst>
              <dgm:rule type="primFontSz" val="5" fact="NaN" max="NaN"/>
            </dgm:ruleLst>
          </dgm:layoutNode>
        </dgm:layoutNode>
        <dgm:choose name="Name42">
          <dgm:if name="Name43" axis="self" ptType="node" func="revPos" op="gte" val="2">
            <dgm:layoutNode name="spComp">
              <dgm:alg type="composite"/>
              <dgm:shape xmlns:r="http://schemas.openxmlformats.org/officeDocument/2006/relationships" r:blip="">
                <dgm:adjLst/>
              </dgm:shape>
              <dgm:presOf/>
              <dgm:constrLst>
                <dgm:constr type="userA"/>
                <dgm:constr type="userB"/>
                <dgm:constr type="l" for="ch" forName="hSp"/>
                <dgm:constr type="t" for="ch" forName="hSp"/>
                <dgm:constr type="w" for="ch" forName="hSp" refType="userB"/>
                <dgm:constr type="wOff" for="ch" forName="hSp" refType="userA" fact="-0.2"/>
              </dgm:constrLst>
              <dgm:ruleLst/>
              <dgm:layoutNode name="hSp">
                <dgm:alg type="sp"/>
                <dgm:shape xmlns:r="http://schemas.openxmlformats.org/officeDocument/2006/relationships" r:blip="">
                  <dgm:adjLst/>
                </dgm:shape>
                <dgm:presOf/>
                <dgm:constrLst/>
                <dgm:ruleLst/>
              </dgm:layoutNode>
            </dgm:layoutNode>
          </dgm:if>
          <dgm:else name="Name44"/>
        </dgm:choose>
      </dgm:forEach>
    </dgm:layoutNode>
  </dgm:layoutNode>
</dgm:layoutDef>
</file>

<file path=ppt/diagrams/layout5.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14DA58-2075-4C0B-AE41-BE472E552E64}" type="datetimeFigureOut">
              <a:rPr lang="zh-CN" altLang="en-US" smtClean="0"/>
              <a:t>2026/6/9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BDA1F5-332C-4D08-887E-4E1EB79E66C3}" type="slidenum">
              <a:rPr lang="zh-CN" altLang="en-US" smtClean="0"/>
              <a:t>‹#›</a:t>
            </a:fld>
            <a:endParaRPr lang="zh-CN" altLang="en-US"/>
          </a:p>
        </p:txBody>
      </p:sp>
    </p:spTree>
    <p:extLst>
      <p:ext uri="{BB962C8B-B14F-4D97-AF65-F5344CB8AC3E}">
        <p14:creationId xmlns:p14="http://schemas.microsoft.com/office/powerpoint/2010/main" val="5119519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8BDA1F5-332C-4D08-887E-4E1EB79E66C3}" type="slidenum">
              <a:rPr lang="zh-CN" altLang="en-US" smtClean="0"/>
              <a:t>7</a:t>
            </a:fld>
            <a:endParaRPr lang="zh-CN" altLang="en-US"/>
          </a:p>
        </p:txBody>
      </p:sp>
    </p:spTree>
    <p:extLst>
      <p:ext uri="{BB962C8B-B14F-4D97-AF65-F5344CB8AC3E}">
        <p14:creationId xmlns:p14="http://schemas.microsoft.com/office/powerpoint/2010/main" val="32957301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2670E-50B8-ED8B-63B5-DF497902C9B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E774CBC-E26E-1B50-55C8-967757CC6CA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5FCA373-9614-52CE-DCDA-B6080C2A396F}"/>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B31329CF-B1F6-87D0-E8D3-2EEFB7D2C4CA}"/>
              </a:ext>
            </a:extLst>
          </p:cNvPr>
          <p:cNvSpPr>
            <a:spLocks noGrp="1"/>
          </p:cNvSpPr>
          <p:nvPr>
            <p:ph type="sldNum" sz="quarter" idx="5"/>
          </p:nvPr>
        </p:nvSpPr>
        <p:spPr/>
        <p:txBody>
          <a:bodyPr/>
          <a:lstStyle/>
          <a:p>
            <a:fld id="{E8BDA1F5-332C-4D08-887E-4E1EB79E66C3}" type="slidenum">
              <a:rPr lang="zh-CN" altLang="en-US" smtClean="0"/>
              <a:t>8</a:t>
            </a:fld>
            <a:endParaRPr lang="zh-CN" altLang="en-US"/>
          </a:p>
        </p:txBody>
      </p:sp>
    </p:spTree>
    <p:extLst>
      <p:ext uri="{BB962C8B-B14F-4D97-AF65-F5344CB8AC3E}">
        <p14:creationId xmlns:p14="http://schemas.microsoft.com/office/powerpoint/2010/main" val="33701829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12E9D3-6CA4-9ACF-6769-252B258F880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C2E4E22-02FC-5618-27CA-DBDCC9044A5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2AF0BE5-4CD8-6523-CAD1-93EE751637C7}"/>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F59529E6-65DC-9640-B453-46C52E3FF162}"/>
              </a:ext>
            </a:extLst>
          </p:cNvPr>
          <p:cNvSpPr>
            <a:spLocks noGrp="1"/>
          </p:cNvSpPr>
          <p:nvPr>
            <p:ph type="sldNum" sz="quarter" idx="5"/>
          </p:nvPr>
        </p:nvSpPr>
        <p:spPr/>
        <p:txBody>
          <a:bodyPr/>
          <a:lstStyle/>
          <a:p>
            <a:fld id="{E8BDA1F5-332C-4D08-887E-4E1EB79E66C3}" type="slidenum">
              <a:rPr lang="zh-CN" altLang="en-US" smtClean="0"/>
              <a:t>9</a:t>
            </a:fld>
            <a:endParaRPr lang="zh-CN" altLang="en-US"/>
          </a:p>
        </p:txBody>
      </p:sp>
    </p:spTree>
    <p:extLst>
      <p:ext uri="{BB962C8B-B14F-4D97-AF65-F5344CB8AC3E}">
        <p14:creationId xmlns:p14="http://schemas.microsoft.com/office/powerpoint/2010/main" val="33453875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8BDA1F5-332C-4D08-887E-4E1EB79E66C3}" type="slidenum">
              <a:rPr lang="zh-CN" altLang="en-US" smtClean="0"/>
              <a:t>11</a:t>
            </a:fld>
            <a:endParaRPr lang="zh-CN" altLang="en-US"/>
          </a:p>
        </p:txBody>
      </p:sp>
    </p:spTree>
    <p:extLst>
      <p:ext uri="{BB962C8B-B14F-4D97-AF65-F5344CB8AC3E}">
        <p14:creationId xmlns:p14="http://schemas.microsoft.com/office/powerpoint/2010/main" val="11264189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8BDA1F5-332C-4D08-887E-4E1EB79E66C3}" type="slidenum">
              <a:rPr lang="zh-CN" altLang="en-US" smtClean="0"/>
              <a:t>14</a:t>
            </a:fld>
            <a:endParaRPr lang="zh-CN" altLang="en-US"/>
          </a:p>
        </p:txBody>
      </p:sp>
    </p:spTree>
    <p:extLst>
      <p:ext uri="{BB962C8B-B14F-4D97-AF65-F5344CB8AC3E}">
        <p14:creationId xmlns:p14="http://schemas.microsoft.com/office/powerpoint/2010/main" val="27416911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979704-4DE6-A3E6-A570-40C3003477C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616DBF6-D531-2319-B7C3-206FF14C8A8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E0A068C-C007-CFCC-50DC-A1D4FBD0F887}"/>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D683AE33-5BCE-02ED-09D7-12274F1B2682}"/>
              </a:ext>
            </a:extLst>
          </p:cNvPr>
          <p:cNvSpPr>
            <a:spLocks noGrp="1"/>
          </p:cNvSpPr>
          <p:nvPr>
            <p:ph type="sldNum" sz="quarter" idx="5"/>
          </p:nvPr>
        </p:nvSpPr>
        <p:spPr/>
        <p:txBody>
          <a:bodyPr/>
          <a:lstStyle/>
          <a:p>
            <a:fld id="{E8BDA1F5-332C-4D08-887E-4E1EB79E66C3}" type="slidenum">
              <a:rPr lang="zh-CN" altLang="en-US" smtClean="0"/>
              <a:t>15</a:t>
            </a:fld>
            <a:endParaRPr lang="zh-CN" altLang="en-US"/>
          </a:p>
        </p:txBody>
      </p:sp>
    </p:spTree>
    <p:extLst>
      <p:ext uri="{BB962C8B-B14F-4D97-AF65-F5344CB8AC3E}">
        <p14:creationId xmlns:p14="http://schemas.microsoft.com/office/powerpoint/2010/main" val="25813293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C97A32B-B1EA-4C6B-AAB6-0303326BB354}" type="slidenum">
              <a:rPr lang="zh-CN" altLang="en-US" smtClean="0"/>
              <a:t>22</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Master" Target="../slideMasters/slideMaster1.xml"/><Relationship Id="rId4" Type="http://schemas.openxmlformats.org/officeDocument/2006/relationships/chart" Target="../charts/chart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emf"/><Relationship Id="rId7" Type="http://schemas.openxmlformats.org/officeDocument/2006/relationships/image" Target="../media/image6.emf"/><Relationship Id="rId2" Type="http://schemas.openxmlformats.org/officeDocument/2006/relationships/image" Target="../media/image1.emf"/><Relationship Id="rId1" Type="http://schemas.openxmlformats.org/officeDocument/2006/relationships/slideMaster" Target="../slideMasters/slideMaster1.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Master" Target="../slideMasters/slideMaster4.xml"/><Relationship Id="rId4" Type="http://schemas.openxmlformats.org/officeDocument/2006/relationships/chart" Target="../charts/chart7.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emf"/><Relationship Id="rId7" Type="http://schemas.openxmlformats.org/officeDocument/2006/relationships/image" Target="../media/image6.emf"/><Relationship Id="rId2" Type="http://schemas.openxmlformats.org/officeDocument/2006/relationships/image" Target="../media/image1.emf"/><Relationship Id="rId1" Type="http://schemas.openxmlformats.org/officeDocument/2006/relationships/slideMaster" Target="../slideMasters/slideMaster4.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2A1FFBD5-31DB-D732-1BF6-22E66C03FDFA}"/>
              </a:ext>
            </a:extLst>
          </p:cNvPr>
          <p:cNvSpPr/>
          <p:nvPr/>
        </p:nvSpPr>
        <p:spPr>
          <a:xfrm>
            <a:off x="0" y="0"/>
            <a:ext cx="12192000" cy="6858000"/>
          </a:xfrm>
          <a:prstGeom prst="rect">
            <a:avLst/>
          </a:prstGeom>
          <a:solidFill>
            <a:schemeClr val="accent4">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平行四边形 7">
            <a:extLst>
              <a:ext uri="{FF2B5EF4-FFF2-40B4-BE49-F238E27FC236}">
                <a16:creationId xmlns:a16="http://schemas.microsoft.com/office/drawing/2014/main" id="{17604635-725D-6DF3-9DB0-AB5E07D2EFA2}"/>
              </a:ext>
            </a:extLst>
          </p:cNvPr>
          <p:cNvSpPr/>
          <p:nvPr/>
        </p:nvSpPr>
        <p:spPr>
          <a:xfrm>
            <a:off x="1176337" y="0"/>
            <a:ext cx="10196513" cy="6858000"/>
          </a:xfrm>
          <a:prstGeom prst="parallelogram">
            <a:avLst>
              <a:gd name="adj" fmla="val 52222"/>
            </a:avLst>
          </a:prstGeom>
          <a:solidFill>
            <a:schemeClr val="accent5">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AE7157AE-7B05-430A-27B0-FB38E85098FD}"/>
              </a:ext>
            </a:extLst>
          </p:cNvPr>
          <p:cNvSpPr/>
          <p:nvPr/>
        </p:nvSpPr>
        <p:spPr>
          <a:xfrm>
            <a:off x="4406900" y="2481952"/>
            <a:ext cx="7785100" cy="2131959"/>
          </a:xfrm>
          <a:prstGeom prst="rect">
            <a:avLst/>
          </a:prstGeom>
          <a:solidFill>
            <a:schemeClr val="accent1">
              <a:alpha val="53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副标题 2"/>
          <p:cNvSpPr>
            <a:spLocks noGrp="1"/>
          </p:cNvSpPr>
          <p:nvPr>
            <p:ph type="subTitle" idx="1"/>
          </p:nvPr>
        </p:nvSpPr>
        <p:spPr>
          <a:xfrm>
            <a:off x="5724680" y="3555891"/>
            <a:ext cx="6467320" cy="1058020"/>
          </a:xfrm>
          <a:prstGeom prst="rect">
            <a:avLst/>
          </a:prstGeom>
        </p:spPr>
        <p:txBody>
          <a:bodyPr anchor="ctr"/>
          <a:lstStyle>
            <a:lvl1pPr marL="0" indent="0" algn="ctr">
              <a:buNone/>
              <a:defRPr sz="32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2" name="标题 1"/>
          <p:cNvSpPr>
            <a:spLocks noGrp="1"/>
          </p:cNvSpPr>
          <p:nvPr>
            <p:ph type="ctrTitle"/>
          </p:nvPr>
        </p:nvSpPr>
        <p:spPr>
          <a:xfrm>
            <a:off x="5724679" y="2492896"/>
            <a:ext cx="6441931" cy="945806"/>
          </a:xfrm>
          <a:prstGeom prst="rect">
            <a:avLst/>
          </a:prstGeom>
        </p:spPr>
        <p:txBody>
          <a:bodyPr anchor="b">
            <a:noAutofit/>
          </a:bodyPr>
          <a:lstStyle>
            <a:lvl1pPr algn="ctr">
              <a:defRPr sz="4800" b="1">
                <a:solidFill>
                  <a:schemeClr val="bg1"/>
                </a:solidFill>
              </a:defRPr>
            </a:lvl1pPr>
          </a:lstStyle>
          <a:p>
            <a:r>
              <a:rPr lang="zh-CN" altLang="en-US"/>
              <a:t>单击此处编辑母版标题样式</a:t>
            </a:r>
          </a:p>
        </p:txBody>
      </p:sp>
      <p:grpSp>
        <p:nvGrpSpPr>
          <p:cNvPr id="15" name="组合 14">
            <a:extLst>
              <a:ext uri="{FF2B5EF4-FFF2-40B4-BE49-F238E27FC236}">
                <a16:creationId xmlns:a16="http://schemas.microsoft.com/office/drawing/2014/main" id="{4715C4BF-6DBD-6C9D-1F85-F156AA1C6D74}"/>
              </a:ext>
            </a:extLst>
          </p:cNvPr>
          <p:cNvGrpSpPr/>
          <p:nvPr/>
        </p:nvGrpSpPr>
        <p:grpSpPr>
          <a:xfrm flipH="1">
            <a:off x="1991544" y="762962"/>
            <a:ext cx="3998325" cy="5332075"/>
            <a:chOff x="3948601" y="-3615780"/>
            <a:chExt cx="3998325" cy="5332075"/>
          </a:xfrm>
          <a:effectLst>
            <a:glow rad="63500">
              <a:schemeClr val="accent3">
                <a:satMod val="175000"/>
                <a:alpha val="40000"/>
              </a:schemeClr>
            </a:glow>
          </a:effectLst>
        </p:grpSpPr>
        <p:grpSp>
          <p:nvGrpSpPr>
            <p:cNvPr id="411" name="组合 410"/>
            <p:cNvGrpSpPr/>
            <p:nvPr/>
          </p:nvGrpSpPr>
          <p:grpSpPr>
            <a:xfrm>
              <a:off x="4282833" y="-1961685"/>
              <a:ext cx="2204670" cy="2215011"/>
              <a:chOff x="6128821" y="1388791"/>
              <a:chExt cx="4182529" cy="4202150"/>
            </a:xfrm>
          </p:grpSpPr>
          <p:sp>
            <p:nvSpPr>
              <p:cNvPr id="419" name="Freeform 5"/>
              <p:cNvSpPr/>
              <p:nvPr/>
            </p:nvSpPr>
            <p:spPr bwMode="auto">
              <a:xfrm rot="10800000">
                <a:off x="6128821" y="2486791"/>
                <a:ext cx="2263538" cy="200615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ym typeface="Arial" panose="020B0604020202020204" pitchFamily="34" charset="0"/>
                </a:endParaRPr>
              </a:p>
            </p:txBody>
          </p:sp>
          <p:sp>
            <p:nvSpPr>
              <p:cNvPr id="417" name="Freeform 5"/>
              <p:cNvSpPr/>
              <p:nvPr/>
            </p:nvSpPr>
            <p:spPr bwMode="auto">
              <a:xfrm rot="10800000">
                <a:off x="8047812" y="1388791"/>
                <a:ext cx="2263538" cy="200615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ym typeface="Arial" panose="020B0604020202020204" pitchFamily="34" charset="0"/>
                </a:endParaRPr>
              </a:p>
            </p:txBody>
          </p:sp>
          <p:sp>
            <p:nvSpPr>
              <p:cNvPr id="415" name="Freeform 5"/>
              <p:cNvSpPr/>
              <p:nvPr/>
            </p:nvSpPr>
            <p:spPr bwMode="auto">
              <a:xfrm rot="10800000">
                <a:off x="8047812" y="3584786"/>
                <a:ext cx="2263538" cy="200615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ym typeface="Arial" panose="020B0604020202020204" pitchFamily="34" charset="0"/>
                </a:endParaRPr>
              </a:p>
            </p:txBody>
          </p:sp>
        </p:grpSp>
        <p:grpSp>
          <p:nvGrpSpPr>
            <p:cNvPr id="14" name="组合 13"/>
            <p:cNvGrpSpPr/>
            <p:nvPr/>
          </p:nvGrpSpPr>
          <p:grpSpPr>
            <a:xfrm>
              <a:off x="3948601" y="-3615780"/>
              <a:ext cx="3939158" cy="5332075"/>
              <a:chOff x="6798609" y="-251869"/>
              <a:chExt cx="5253578" cy="7111285"/>
            </a:xfrm>
          </p:grpSpPr>
          <p:sp>
            <p:nvSpPr>
              <p:cNvPr id="421" name="Freeform 5"/>
              <p:cNvSpPr/>
              <p:nvPr/>
            </p:nvSpPr>
            <p:spPr bwMode="auto">
              <a:xfrm rot="10800000">
                <a:off x="7731152" y="1751506"/>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422" name="Freeform 5"/>
              <p:cNvSpPr/>
              <p:nvPr/>
            </p:nvSpPr>
            <p:spPr bwMode="auto">
              <a:xfrm rot="10800000">
                <a:off x="7731152" y="4269844"/>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423" name="Freeform 5"/>
              <p:cNvSpPr/>
              <p:nvPr/>
            </p:nvSpPr>
            <p:spPr bwMode="auto">
              <a:xfrm rot="10800000">
                <a:off x="9919526" y="3012713"/>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3"/>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cxnSp>
            <p:nvCxnSpPr>
              <p:cNvPr id="424" name="直接连接符 423"/>
              <p:cNvCxnSpPr/>
              <p:nvPr/>
            </p:nvCxnSpPr>
            <p:spPr>
              <a:xfrm>
                <a:off x="10863943" y="3431223"/>
                <a:ext cx="118824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425" name="直接连接符 424"/>
              <p:cNvCxnSpPr/>
              <p:nvPr/>
            </p:nvCxnSpPr>
            <p:spPr>
              <a:xfrm flipV="1">
                <a:off x="6955437" y="5111885"/>
                <a:ext cx="1008937" cy="1747531"/>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26" name="直接连接符 425"/>
              <p:cNvCxnSpPr/>
              <p:nvPr/>
            </p:nvCxnSpPr>
            <p:spPr>
              <a:xfrm>
                <a:off x="6798609" y="-251869"/>
                <a:ext cx="1165761" cy="2019159"/>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434" name="组合 433"/>
              <p:cNvGrpSpPr/>
              <p:nvPr/>
            </p:nvGrpSpPr>
            <p:grpSpPr>
              <a:xfrm>
                <a:off x="8059703" y="2042916"/>
                <a:ext cx="303617" cy="258274"/>
                <a:chOff x="6339462" y="3747511"/>
                <a:chExt cx="907547" cy="772010"/>
              </a:xfrm>
              <a:solidFill>
                <a:schemeClr val="accent1"/>
              </a:solidFill>
            </p:grpSpPr>
            <p:sp>
              <p:nvSpPr>
                <p:cNvPr id="435" name="Rectangle 130"/>
                <p:cNvSpPr>
                  <a:spLocks noChangeArrowheads="1"/>
                </p:cNvSpPr>
                <p:nvPr/>
              </p:nvSpPr>
              <p:spPr bwMode="auto">
                <a:xfrm>
                  <a:off x="6339462" y="4489161"/>
                  <a:ext cx="881523" cy="3036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6" name="Freeform 131"/>
                <p:cNvSpPr/>
                <p:nvPr/>
              </p:nvSpPr>
              <p:spPr bwMode="auto">
                <a:xfrm>
                  <a:off x="6398014" y="4350373"/>
                  <a:ext cx="123608" cy="114934"/>
                </a:xfrm>
                <a:custGeom>
                  <a:avLst/>
                  <a:gdLst>
                    <a:gd name="T0" fmla="*/ 43 w 48"/>
                    <a:gd name="T1" fmla="*/ 45 h 45"/>
                    <a:gd name="T2" fmla="*/ 48 w 48"/>
                    <a:gd name="T3" fmla="*/ 39 h 45"/>
                    <a:gd name="T4" fmla="*/ 48 w 48"/>
                    <a:gd name="T5" fmla="*/ 0 h 45"/>
                    <a:gd name="T6" fmla="*/ 0 w 48"/>
                    <a:gd name="T7" fmla="*/ 8 h 45"/>
                    <a:gd name="T8" fmla="*/ 0 w 48"/>
                    <a:gd name="T9" fmla="*/ 39 h 45"/>
                    <a:gd name="T10" fmla="*/ 6 w 48"/>
                    <a:gd name="T11" fmla="*/ 45 h 45"/>
                    <a:gd name="T12" fmla="*/ 43 w 48"/>
                    <a:gd name="T13" fmla="*/ 45 h 45"/>
                  </a:gdLst>
                  <a:ahLst/>
                  <a:cxnLst>
                    <a:cxn ang="0">
                      <a:pos x="T0" y="T1"/>
                    </a:cxn>
                    <a:cxn ang="0">
                      <a:pos x="T2" y="T3"/>
                    </a:cxn>
                    <a:cxn ang="0">
                      <a:pos x="T4" y="T5"/>
                    </a:cxn>
                    <a:cxn ang="0">
                      <a:pos x="T6" y="T7"/>
                    </a:cxn>
                    <a:cxn ang="0">
                      <a:pos x="T8" y="T9"/>
                    </a:cxn>
                    <a:cxn ang="0">
                      <a:pos x="T10" y="T11"/>
                    </a:cxn>
                    <a:cxn ang="0">
                      <a:pos x="T12" y="T13"/>
                    </a:cxn>
                  </a:cxnLst>
                  <a:rect l="0" t="0" r="r" b="b"/>
                  <a:pathLst>
                    <a:path w="48" h="45">
                      <a:moveTo>
                        <a:pt x="43" y="45"/>
                      </a:moveTo>
                      <a:cubicBezTo>
                        <a:pt x="46" y="45"/>
                        <a:pt x="48" y="42"/>
                        <a:pt x="48" y="39"/>
                      </a:cubicBezTo>
                      <a:cubicBezTo>
                        <a:pt x="48" y="0"/>
                        <a:pt x="48" y="0"/>
                        <a:pt x="48" y="0"/>
                      </a:cubicBezTo>
                      <a:cubicBezTo>
                        <a:pt x="29" y="5"/>
                        <a:pt x="12" y="7"/>
                        <a:pt x="0" y="8"/>
                      </a:cubicBezTo>
                      <a:cubicBezTo>
                        <a:pt x="0" y="39"/>
                        <a:pt x="0" y="39"/>
                        <a:pt x="0" y="39"/>
                      </a:cubicBezTo>
                      <a:cubicBezTo>
                        <a:pt x="0" y="42"/>
                        <a:pt x="3" y="45"/>
                        <a:pt x="6" y="45"/>
                      </a:cubicBezTo>
                      <a:lnTo>
                        <a:pt x="43" y="4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7" name="Freeform 132"/>
                <p:cNvSpPr/>
                <p:nvPr/>
              </p:nvSpPr>
              <p:spPr bwMode="auto">
                <a:xfrm>
                  <a:off x="6557403" y="4299411"/>
                  <a:ext cx="122524" cy="165896"/>
                </a:xfrm>
                <a:custGeom>
                  <a:avLst/>
                  <a:gdLst>
                    <a:gd name="T0" fmla="*/ 43 w 48"/>
                    <a:gd name="T1" fmla="*/ 65 h 65"/>
                    <a:gd name="T2" fmla="*/ 48 w 48"/>
                    <a:gd name="T3" fmla="*/ 59 h 65"/>
                    <a:gd name="T4" fmla="*/ 48 w 48"/>
                    <a:gd name="T5" fmla="*/ 0 h 65"/>
                    <a:gd name="T6" fmla="*/ 44 w 48"/>
                    <a:gd name="T7" fmla="*/ 2 h 65"/>
                    <a:gd name="T8" fmla="*/ 0 w 48"/>
                    <a:gd name="T9" fmla="*/ 16 h 65"/>
                    <a:gd name="T10" fmla="*/ 0 w 48"/>
                    <a:gd name="T11" fmla="*/ 59 h 65"/>
                    <a:gd name="T12" fmla="*/ 6 w 48"/>
                    <a:gd name="T13" fmla="*/ 65 h 65"/>
                    <a:gd name="T14" fmla="*/ 43 w 48"/>
                    <a:gd name="T15" fmla="*/ 65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65">
                      <a:moveTo>
                        <a:pt x="43" y="65"/>
                      </a:moveTo>
                      <a:cubicBezTo>
                        <a:pt x="46" y="65"/>
                        <a:pt x="48" y="62"/>
                        <a:pt x="48" y="59"/>
                      </a:cubicBezTo>
                      <a:cubicBezTo>
                        <a:pt x="48" y="0"/>
                        <a:pt x="48" y="0"/>
                        <a:pt x="48" y="0"/>
                      </a:cubicBezTo>
                      <a:cubicBezTo>
                        <a:pt x="47" y="1"/>
                        <a:pt x="46" y="1"/>
                        <a:pt x="44" y="2"/>
                      </a:cubicBezTo>
                      <a:cubicBezTo>
                        <a:pt x="29" y="8"/>
                        <a:pt x="14" y="13"/>
                        <a:pt x="0" y="16"/>
                      </a:cubicBezTo>
                      <a:cubicBezTo>
                        <a:pt x="0" y="59"/>
                        <a:pt x="0" y="59"/>
                        <a:pt x="0" y="59"/>
                      </a:cubicBezTo>
                      <a:cubicBezTo>
                        <a:pt x="0" y="62"/>
                        <a:pt x="3" y="65"/>
                        <a:pt x="6" y="65"/>
                      </a:cubicBezTo>
                      <a:lnTo>
                        <a:pt x="43" y="6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8" name="Freeform 133"/>
                <p:cNvSpPr/>
                <p:nvPr/>
              </p:nvSpPr>
              <p:spPr bwMode="auto">
                <a:xfrm>
                  <a:off x="6715709" y="4219174"/>
                  <a:ext cx="123608" cy="246133"/>
                </a:xfrm>
                <a:custGeom>
                  <a:avLst/>
                  <a:gdLst>
                    <a:gd name="T0" fmla="*/ 43 w 48"/>
                    <a:gd name="T1" fmla="*/ 96 h 96"/>
                    <a:gd name="T2" fmla="*/ 48 w 48"/>
                    <a:gd name="T3" fmla="*/ 90 h 96"/>
                    <a:gd name="T4" fmla="*/ 48 w 48"/>
                    <a:gd name="T5" fmla="*/ 0 h 96"/>
                    <a:gd name="T6" fmla="*/ 0 w 48"/>
                    <a:gd name="T7" fmla="*/ 25 h 96"/>
                    <a:gd name="T8" fmla="*/ 0 w 48"/>
                    <a:gd name="T9" fmla="*/ 90 h 96"/>
                    <a:gd name="T10" fmla="*/ 6 w 48"/>
                    <a:gd name="T11" fmla="*/ 96 h 96"/>
                    <a:gd name="T12" fmla="*/ 43 w 48"/>
                    <a:gd name="T13" fmla="*/ 96 h 96"/>
                  </a:gdLst>
                  <a:ahLst/>
                  <a:cxnLst>
                    <a:cxn ang="0">
                      <a:pos x="T0" y="T1"/>
                    </a:cxn>
                    <a:cxn ang="0">
                      <a:pos x="T2" y="T3"/>
                    </a:cxn>
                    <a:cxn ang="0">
                      <a:pos x="T4" y="T5"/>
                    </a:cxn>
                    <a:cxn ang="0">
                      <a:pos x="T6" y="T7"/>
                    </a:cxn>
                    <a:cxn ang="0">
                      <a:pos x="T8" y="T9"/>
                    </a:cxn>
                    <a:cxn ang="0">
                      <a:pos x="T10" y="T11"/>
                    </a:cxn>
                    <a:cxn ang="0">
                      <a:pos x="T12" y="T13"/>
                    </a:cxn>
                  </a:cxnLst>
                  <a:rect l="0" t="0" r="r" b="b"/>
                  <a:pathLst>
                    <a:path w="48" h="96">
                      <a:moveTo>
                        <a:pt x="43" y="96"/>
                      </a:moveTo>
                      <a:cubicBezTo>
                        <a:pt x="46" y="96"/>
                        <a:pt x="48" y="93"/>
                        <a:pt x="48" y="90"/>
                      </a:cubicBezTo>
                      <a:cubicBezTo>
                        <a:pt x="48" y="0"/>
                        <a:pt x="48" y="0"/>
                        <a:pt x="48" y="0"/>
                      </a:cubicBezTo>
                      <a:cubicBezTo>
                        <a:pt x="33" y="10"/>
                        <a:pt x="17" y="18"/>
                        <a:pt x="0" y="25"/>
                      </a:cubicBezTo>
                      <a:cubicBezTo>
                        <a:pt x="0" y="90"/>
                        <a:pt x="0" y="90"/>
                        <a:pt x="0" y="90"/>
                      </a:cubicBezTo>
                      <a:cubicBezTo>
                        <a:pt x="0" y="93"/>
                        <a:pt x="3" y="96"/>
                        <a:pt x="6" y="96"/>
                      </a:cubicBezTo>
                      <a:lnTo>
                        <a:pt x="43" y="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9" name="Freeform 134"/>
                <p:cNvSpPr/>
                <p:nvPr/>
              </p:nvSpPr>
              <p:spPr bwMode="auto">
                <a:xfrm>
                  <a:off x="6875099" y="4100987"/>
                  <a:ext cx="123608" cy="364319"/>
                </a:xfrm>
                <a:custGeom>
                  <a:avLst/>
                  <a:gdLst>
                    <a:gd name="T0" fmla="*/ 43 w 48"/>
                    <a:gd name="T1" fmla="*/ 142 h 142"/>
                    <a:gd name="T2" fmla="*/ 48 w 48"/>
                    <a:gd name="T3" fmla="*/ 136 h 142"/>
                    <a:gd name="T4" fmla="*/ 48 w 48"/>
                    <a:gd name="T5" fmla="*/ 0 h 142"/>
                    <a:gd name="T6" fmla="*/ 32 w 48"/>
                    <a:gd name="T7" fmla="*/ 14 h 142"/>
                    <a:gd name="T8" fmla="*/ 0 w 48"/>
                    <a:gd name="T9" fmla="*/ 37 h 142"/>
                    <a:gd name="T10" fmla="*/ 0 w 48"/>
                    <a:gd name="T11" fmla="*/ 136 h 142"/>
                    <a:gd name="T12" fmla="*/ 6 w 48"/>
                    <a:gd name="T13" fmla="*/ 142 h 142"/>
                    <a:gd name="T14" fmla="*/ 43 w 48"/>
                    <a:gd name="T15" fmla="*/ 142 h 1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42">
                      <a:moveTo>
                        <a:pt x="43" y="142"/>
                      </a:moveTo>
                      <a:cubicBezTo>
                        <a:pt x="46" y="142"/>
                        <a:pt x="48" y="139"/>
                        <a:pt x="48" y="136"/>
                      </a:cubicBezTo>
                      <a:cubicBezTo>
                        <a:pt x="48" y="0"/>
                        <a:pt x="48" y="0"/>
                        <a:pt x="48" y="0"/>
                      </a:cubicBezTo>
                      <a:cubicBezTo>
                        <a:pt x="43" y="5"/>
                        <a:pt x="37" y="10"/>
                        <a:pt x="32" y="14"/>
                      </a:cubicBezTo>
                      <a:cubicBezTo>
                        <a:pt x="21" y="23"/>
                        <a:pt x="11" y="30"/>
                        <a:pt x="0" y="37"/>
                      </a:cubicBezTo>
                      <a:cubicBezTo>
                        <a:pt x="0" y="136"/>
                        <a:pt x="0" y="136"/>
                        <a:pt x="0" y="136"/>
                      </a:cubicBezTo>
                      <a:cubicBezTo>
                        <a:pt x="0" y="139"/>
                        <a:pt x="3" y="142"/>
                        <a:pt x="6" y="142"/>
                      </a:cubicBezTo>
                      <a:lnTo>
                        <a:pt x="43" y="14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0" name="Freeform 135"/>
                <p:cNvSpPr/>
                <p:nvPr/>
              </p:nvSpPr>
              <p:spPr bwMode="auto">
                <a:xfrm>
                  <a:off x="7034488" y="3927502"/>
                  <a:ext cx="122524" cy="537805"/>
                </a:xfrm>
                <a:custGeom>
                  <a:avLst/>
                  <a:gdLst>
                    <a:gd name="T0" fmla="*/ 43 w 48"/>
                    <a:gd name="T1" fmla="*/ 210 h 210"/>
                    <a:gd name="T2" fmla="*/ 48 w 48"/>
                    <a:gd name="T3" fmla="*/ 204 h 210"/>
                    <a:gd name="T4" fmla="*/ 48 w 48"/>
                    <a:gd name="T5" fmla="*/ 0 h 210"/>
                    <a:gd name="T6" fmla="*/ 0 w 48"/>
                    <a:gd name="T7" fmla="*/ 56 h 210"/>
                    <a:gd name="T8" fmla="*/ 0 w 48"/>
                    <a:gd name="T9" fmla="*/ 204 h 210"/>
                    <a:gd name="T10" fmla="*/ 6 w 48"/>
                    <a:gd name="T11" fmla="*/ 210 h 210"/>
                    <a:gd name="T12" fmla="*/ 43 w 48"/>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48" h="210">
                      <a:moveTo>
                        <a:pt x="43" y="210"/>
                      </a:moveTo>
                      <a:cubicBezTo>
                        <a:pt x="46" y="210"/>
                        <a:pt x="48" y="207"/>
                        <a:pt x="48" y="204"/>
                      </a:cubicBezTo>
                      <a:cubicBezTo>
                        <a:pt x="48" y="0"/>
                        <a:pt x="48" y="0"/>
                        <a:pt x="48" y="0"/>
                      </a:cubicBezTo>
                      <a:cubicBezTo>
                        <a:pt x="33" y="20"/>
                        <a:pt x="17" y="39"/>
                        <a:pt x="0" y="56"/>
                      </a:cubicBezTo>
                      <a:cubicBezTo>
                        <a:pt x="0" y="204"/>
                        <a:pt x="0" y="204"/>
                        <a:pt x="0" y="204"/>
                      </a:cubicBezTo>
                      <a:cubicBezTo>
                        <a:pt x="0" y="207"/>
                        <a:pt x="3" y="210"/>
                        <a:pt x="6" y="210"/>
                      </a:cubicBezTo>
                      <a:lnTo>
                        <a:pt x="43" y="21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1" name="Freeform 136"/>
                <p:cNvSpPr/>
                <p:nvPr/>
              </p:nvSpPr>
              <p:spPr bwMode="auto">
                <a:xfrm>
                  <a:off x="6343800" y="3747511"/>
                  <a:ext cx="903209" cy="587682"/>
                </a:xfrm>
                <a:custGeom>
                  <a:avLst/>
                  <a:gdLst>
                    <a:gd name="T0" fmla="*/ 350 w 352"/>
                    <a:gd name="T1" fmla="*/ 58 h 229"/>
                    <a:gd name="T2" fmla="*/ 335 w 352"/>
                    <a:gd name="T3" fmla="*/ 8 h 229"/>
                    <a:gd name="T4" fmla="*/ 322 w 352"/>
                    <a:gd name="T5" fmla="*/ 2 h 229"/>
                    <a:gd name="T6" fmla="*/ 273 w 352"/>
                    <a:gd name="T7" fmla="*/ 17 h 229"/>
                    <a:gd name="T8" fmla="*/ 266 w 352"/>
                    <a:gd name="T9" fmla="*/ 30 h 229"/>
                    <a:gd name="T10" fmla="*/ 279 w 352"/>
                    <a:gd name="T11" fmla="*/ 36 h 229"/>
                    <a:gd name="T12" fmla="*/ 304 w 352"/>
                    <a:gd name="T13" fmla="*/ 29 h 229"/>
                    <a:gd name="T14" fmla="*/ 219 w 352"/>
                    <a:gd name="T15" fmla="*/ 121 h 229"/>
                    <a:gd name="T16" fmla="*/ 71 w 352"/>
                    <a:gd name="T17" fmla="*/ 194 h 229"/>
                    <a:gd name="T18" fmla="*/ 0 w 352"/>
                    <a:gd name="T19" fmla="*/ 205 h 229"/>
                    <a:gd name="T20" fmla="*/ 0 w 352"/>
                    <a:gd name="T21" fmla="*/ 205 h 229"/>
                    <a:gd name="T22" fmla="*/ 0 w 352"/>
                    <a:gd name="T23" fmla="*/ 229 h 229"/>
                    <a:gd name="T24" fmla="*/ 0 w 352"/>
                    <a:gd name="T25" fmla="*/ 229 h 229"/>
                    <a:gd name="T26" fmla="*/ 125 w 352"/>
                    <a:gd name="T27" fmla="*/ 202 h 229"/>
                    <a:gd name="T28" fmla="*/ 234 w 352"/>
                    <a:gd name="T29" fmla="*/ 139 h 229"/>
                    <a:gd name="T30" fmla="*/ 324 w 352"/>
                    <a:gd name="T31" fmla="*/ 41 h 229"/>
                    <a:gd name="T32" fmla="*/ 331 w 352"/>
                    <a:gd name="T33" fmla="*/ 64 h 229"/>
                    <a:gd name="T34" fmla="*/ 344 w 352"/>
                    <a:gd name="T35" fmla="*/ 70 h 229"/>
                    <a:gd name="T36" fmla="*/ 350 w 352"/>
                    <a:gd name="T37" fmla="*/ 58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229">
                      <a:moveTo>
                        <a:pt x="350" y="58"/>
                      </a:moveTo>
                      <a:cubicBezTo>
                        <a:pt x="335" y="8"/>
                        <a:pt x="335" y="8"/>
                        <a:pt x="335" y="8"/>
                      </a:cubicBezTo>
                      <a:cubicBezTo>
                        <a:pt x="333" y="3"/>
                        <a:pt x="327" y="0"/>
                        <a:pt x="322" y="2"/>
                      </a:cubicBezTo>
                      <a:cubicBezTo>
                        <a:pt x="273" y="17"/>
                        <a:pt x="273" y="17"/>
                        <a:pt x="273" y="17"/>
                      </a:cubicBezTo>
                      <a:cubicBezTo>
                        <a:pt x="268" y="19"/>
                        <a:pt x="265" y="25"/>
                        <a:pt x="266" y="30"/>
                      </a:cubicBezTo>
                      <a:cubicBezTo>
                        <a:pt x="268" y="35"/>
                        <a:pt x="274" y="38"/>
                        <a:pt x="279" y="36"/>
                      </a:cubicBezTo>
                      <a:cubicBezTo>
                        <a:pt x="304" y="29"/>
                        <a:pt x="304" y="29"/>
                        <a:pt x="304" y="29"/>
                      </a:cubicBezTo>
                      <a:cubicBezTo>
                        <a:pt x="278" y="67"/>
                        <a:pt x="249" y="97"/>
                        <a:pt x="219" y="121"/>
                      </a:cubicBezTo>
                      <a:cubicBezTo>
                        <a:pt x="166" y="163"/>
                        <a:pt x="112" y="184"/>
                        <a:pt x="71" y="194"/>
                      </a:cubicBezTo>
                      <a:cubicBezTo>
                        <a:pt x="29" y="205"/>
                        <a:pt x="1" y="205"/>
                        <a:pt x="0" y="205"/>
                      </a:cubicBezTo>
                      <a:cubicBezTo>
                        <a:pt x="0" y="205"/>
                        <a:pt x="0" y="205"/>
                        <a:pt x="0" y="205"/>
                      </a:cubicBezTo>
                      <a:cubicBezTo>
                        <a:pt x="0" y="229"/>
                        <a:pt x="0" y="229"/>
                        <a:pt x="0" y="229"/>
                      </a:cubicBezTo>
                      <a:cubicBezTo>
                        <a:pt x="0" y="229"/>
                        <a:pt x="0" y="229"/>
                        <a:pt x="0" y="229"/>
                      </a:cubicBezTo>
                      <a:cubicBezTo>
                        <a:pt x="3" y="229"/>
                        <a:pt x="56" y="229"/>
                        <a:pt x="125" y="202"/>
                      </a:cubicBezTo>
                      <a:cubicBezTo>
                        <a:pt x="159" y="189"/>
                        <a:pt x="197" y="169"/>
                        <a:pt x="234" y="139"/>
                      </a:cubicBezTo>
                      <a:cubicBezTo>
                        <a:pt x="265" y="114"/>
                        <a:pt x="296" y="82"/>
                        <a:pt x="324" y="41"/>
                      </a:cubicBezTo>
                      <a:cubicBezTo>
                        <a:pt x="331" y="64"/>
                        <a:pt x="331" y="64"/>
                        <a:pt x="331" y="64"/>
                      </a:cubicBezTo>
                      <a:cubicBezTo>
                        <a:pt x="333" y="69"/>
                        <a:pt x="339" y="72"/>
                        <a:pt x="344" y="70"/>
                      </a:cubicBezTo>
                      <a:cubicBezTo>
                        <a:pt x="349" y="69"/>
                        <a:pt x="352" y="63"/>
                        <a:pt x="350"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2" name="Freeform 137"/>
                <p:cNvSpPr/>
                <p:nvPr/>
              </p:nvSpPr>
              <p:spPr bwMode="auto">
                <a:xfrm>
                  <a:off x="6375243" y="3837506"/>
                  <a:ext cx="217941" cy="353477"/>
                </a:xfrm>
                <a:custGeom>
                  <a:avLst/>
                  <a:gdLst>
                    <a:gd name="T0" fmla="*/ 57 w 85"/>
                    <a:gd name="T1" fmla="*/ 104 h 138"/>
                    <a:gd name="T2" fmla="*/ 45 w 85"/>
                    <a:gd name="T3" fmla="*/ 108 h 138"/>
                    <a:gd name="T4" fmla="*/ 30 w 85"/>
                    <a:gd name="T5" fmla="*/ 105 h 138"/>
                    <a:gd name="T6" fmla="*/ 20 w 85"/>
                    <a:gd name="T7" fmla="*/ 100 h 138"/>
                    <a:gd name="T8" fmla="*/ 19 w 85"/>
                    <a:gd name="T9" fmla="*/ 98 h 138"/>
                    <a:gd name="T10" fmla="*/ 19 w 85"/>
                    <a:gd name="T11" fmla="*/ 98 h 138"/>
                    <a:gd name="T12" fmla="*/ 19 w 85"/>
                    <a:gd name="T13" fmla="*/ 98 h 138"/>
                    <a:gd name="T14" fmla="*/ 19 w 85"/>
                    <a:gd name="T15" fmla="*/ 97 h 138"/>
                    <a:gd name="T16" fmla="*/ 13 w 85"/>
                    <a:gd name="T17" fmla="*/ 94 h 138"/>
                    <a:gd name="T18" fmla="*/ 3 w 85"/>
                    <a:gd name="T19" fmla="*/ 101 h 138"/>
                    <a:gd name="T20" fmla="*/ 3 w 85"/>
                    <a:gd name="T21" fmla="*/ 109 h 138"/>
                    <a:gd name="T22" fmla="*/ 33 w 85"/>
                    <a:gd name="T23" fmla="*/ 125 h 138"/>
                    <a:gd name="T24" fmla="*/ 33 w 85"/>
                    <a:gd name="T25" fmla="*/ 135 h 138"/>
                    <a:gd name="T26" fmla="*/ 36 w 85"/>
                    <a:gd name="T27" fmla="*/ 138 h 138"/>
                    <a:gd name="T28" fmla="*/ 46 w 85"/>
                    <a:gd name="T29" fmla="*/ 138 h 138"/>
                    <a:gd name="T30" fmla="*/ 49 w 85"/>
                    <a:gd name="T31" fmla="*/ 135 h 138"/>
                    <a:gd name="T32" fmla="*/ 49 w 85"/>
                    <a:gd name="T33" fmla="*/ 126 h 138"/>
                    <a:gd name="T34" fmla="*/ 72 w 85"/>
                    <a:gd name="T35" fmla="*/ 118 h 138"/>
                    <a:gd name="T36" fmla="*/ 81 w 85"/>
                    <a:gd name="T37" fmla="*/ 86 h 138"/>
                    <a:gd name="T38" fmla="*/ 49 w 85"/>
                    <a:gd name="T39" fmla="*/ 62 h 138"/>
                    <a:gd name="T40" fmla="*/ 47 w 85"/>
                    <a:gd name="T41" fmla="*/ 61 h 138"/>
                    <a:gd name="T42" fmla="*/ 35 w 85"/>
                    <a:gd name="T43" fmla="*/ 56 h 138"/>
                    <a:gd name="T44" fmla="*/ 34 w 85"/>
                    <a:gd name="T45" fmla="*/ 56 h 138"/>
                    <a:gd name="T46" fmla="*/ 25 w 85"/>
                    <a:gd name="T47" fmla="*/ 49 h 138"/>
                    <a:gd name="T48" fmla="*/ 27 w 85"/>
                    <a:gd name="T49" fmla="*/ 36 h 138"/>
                    <a:gd name="T50" fmla="*/ 41 w 85"/>
                    <a:gd name="T51" fmla="*/ 31 h 138"/>
                    <a:gd name="T52" fmla="*/ 51 w 85"/>
                    <a:gd name="T53" fmla="*/ 32 h 138"/>
                    <a:gd name="T54" fmla="*/ 61 w 85"/>
                    <a:gd name="T55" fmla="*/ 39 h 138"/>
                    <a:gd name="T56" fmla="*/ 62 w 85"/>
                    <a:gd name="T57" fmla="*/ 40 h 138"/>
                    <a:gd name="T58" fmla="*/ 62 w 85"/>
                    <a:gd name="T59" fmla="*/ 40 h 138"/>
                    <a:gd name="T60" fmla="*/ 62 w 85"/>
                    <a:gd name="T61" fmla="*/ 41 h 138"/>
                    <a:gd name="T62" fmla="*/ 68 w 85"/>
                    <a:gd name="T63" fmla="*/ 44 h 138"/>
                    <a:gd name="T64" fmla="*/ 78 w 85"/>
                    <a:gd name="T65" fmla="*/ 38 h 138"/>
                    <a:gd name="T66" fmla="*/ 78 w 85"/>
                    <a:gd name="T67" fmla="*/ 29 h 138"/>
                    <a:gd name="T68" fmla="*/ 56 w 85"/>
                    <a:gd name="T69" fmla="*/ 14 h 138"/>
                    <a:gd name="T70" fmla="*/ 49 w 85"/>
                    <a:gd name="T71" fmla="*/ 13 h 138"/>
                    <a:gd name="T72" fmla="*/ 49 w 85"/>
                    <a:gd name="T73" fmla="*/ 3 h 138"/>
                    <a:gd name="T74" fmla="*/ 46 w 85"/>
                    <a:gd name="T75" fmla="*/ 0 h 138"/>
                    <a:gd name="T76" fmla="*/ 36 w 85"/>
                    <a:gd name="T77" fmla="*/ 0 h 138"/>
                    <a:gd name="T78" fmla="*/ 33 w 85"/>
                    <a:gd name="T79" fmla="*/ 3 h 138"/>
                    <a:gd name="T80" fmla="*/ 33 w 85"/>
                    <a:gd name="T81" fmla="*/ 13 h 138"/>
                    <a:gd name="T82" fmla="*/ 12 w 85"/>
                    <a:gd name="T83" fmla="*/ 24 h 138"/>
                    <a:gd name="T84" fmla="*/ 5 w 85"/>
                    <a:gd name="T85" fmla="*/ 56 h 138"/>
                    <a:gd name="T86" fmla="*/ 17 w 85"/>
                    <a:gd name="T87" fmla="*/ 68 h 138"/>
                    <a:gd name="T88" fmla="*/ 47 w 85"/>
                    <a:gd name="T89" fmla="*/ 83 h 138"/>
                    <a:gd name="T90" fmla="*/ 51 w 85"/>
                    <a:gd name="T91" fmla="*/ 85 h 138"/>
                    <a:gd name="T92" fmla="*/ 59 w 85"/>
                    <a:gd name="T93" fmla="*/ 92 h 138"/>
                    <a:gd name="T94" fmla="*/ 57 w 85"/>
                    <a:gd name="T95" fmla="*/ 10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5" h="138">
                      <a:moveTo>
                        <a:pt x="57" y="104"/>
                      </a:moveTo>
                      <a:cubicBezTo>
                        <a:pt x="54" y="107"/>
                        <a:pt x="50" y="108"/>
                        <a:pt x="45" y="108"/>
                      </a:cubicBezTo>
                      <a:cubicBezTo>
                        <a:pt x="40" y="108"/>
                        <a:pt x="35" y="107"/>
                        <a:pt x="30" y="105"/>
                      </a:cubicBezTo>
                      <a:cubicBezTo>
                        <a:pt x="27" y="104"/>
                        <a:pt x="23" y="102"/>
                        <a:pt x="20" y="100"/>
                      </a:cubicBezTo>
                      <a:cubicBezTo>
                        <a:pt x="20" y="99"/>
                        <a:pt x="20" y="99"/>
                        <a:pt x="19" y="98"/>
                      </a:cubicBezTo>
                      <a:cubicBezTo>
                        <a:pt x="19" y="98"/>
                        <a:pt x="19" y="98"/>
                        <a:pt x="19" y="98"/>
                      </a:cubicBezTo>
                      <a:cubicBezTo>
                        <a:pt x="19" y="98"/>
                        <a:pt x="19" y="98"/>
                        <a:pt x="19" y="98"/>
                      </a:cubicBezTo>
                      <a:cubicBezTo>
                        <a:pt x="19" y="97"/>
                        <a:pt x="19" y="97"/>
                        <a:pt x="19" y="97"/>
                      </a:cubicBezTo>
                      <a:cubicBezTo>
                        <a:pt x="17" y="95"/>
                        <a:pt x="15" y="94"/>
                        <a:pt x="13" y="94"/>
                      </a:cubicBezTo>
                      <a:cubicBezTo>
                        <a:pt x="9" y="94"/>
                        <a:pt x="5" y="97"/>
                        <a:pt x="3" y="101"/>
                      </a:cubicBezTo>
                      <a:cubicBezTo>
                        <a:pt x="1" y="104"/>
                        <a:pt x="1" y="107"/>
                        <a:pt x="3" y="109"/>
                      </a:cubicBezTo>
                      <a:cubicBezTo>
                        <a:pt x="8" y="118"/>
                        <a:pt x="21" y="123"/>
                        <a:pt x="33" y="125"/>
                      </a:cubicBezTo>
                      <a:cubicBezTo>
                        <a:pt x="33" y="135"/>
                        <a:pt x="33" y="135"/>
                        <a:pt x="33" y="135"/>
                      </a:cubicBezTo>
                      <a:cubicBezTo>
                        <a:pt x="33" y="137"/>
                        <a:pt x="35" y="138"/>
                        <a:pt x="36" y="138"/>
                      </a:cubicBezTo>
                      <a:cubicBezTo>
                        <a:pt x="46" y="138"/>
                        <a:pt x="46" y="138"/>
                        <a:pt x="46" y="138"/>
                      </a:cubicBezTo>
                      <a:cubicBezTo>
                        <a:pt x="47" y="138"/>
                        <a:pt x="49" y="137"/>
                        <a:pt x="49" y="135"/>
                      </a:cubicBezTo>
                      <a:cubicBezTo>
                        <a:pt x="49" y="126"/>
                        <a:pt x="49" y="126"/>
                        <a:pt x="49" y="126"/>
                      </a:cubicBezTo>
                      <a:cubicBezTo>
                        <a:pt x="59" y="125"/>
                        <a:pt x="67" y="122"/>
                        <a:pt x="72" y="118"/>
                      </a:cubicBezTo>
                      <a:cubicBezTo>
                        <a:pt x="81" y="109"/>
                        <a:pt x="85" y="97"/>
                        <a:pt x="81" y="86"/>
                      </a:cubicBezTo>
                      <a:cubicBezTo>
                        <a:pt x="77" y="74"/>
                        <a:pt x="61" y="67"/>
                        <a:pt x="49" y="62"/>
                      </a:cubicBezTo>
                      <a:cubicBezTo>
                        <a:pt x="47" y="61"/>
                        <a:pt x="47" y="61"/>
                        <a:pt x="47" y="61"/>
                      </a:cubicBezTo>
                      <a:cubicBezTo>
                        <a:pt x="43" y="59"/>
                        <a:pt x="37" y="57"/>
                        <a:pt x="35" y="56"/>
                      </a:cubicBezTo>
                      <a:cubicBezTo>
                        <a:pt x="34" y="56"/>
                        <a:pt x="34" y="56"/>
                        <a:pt x="34" y="56"/>
                      </a:cubicBezTo>
                      <a:cubicBezTo>
                        <a:pt x="30" y="54"/>
                        <a:pt x="27" y="52"/>
                        <a:pt x="25" y="49"/>
                      </a:cubicBezTo>
                      <a:cubicBezTo>
                        <a:pt x="23" y="45"/>
                        <a:pt x="23" y="39"/>
                        <a:pt x="27" y="36"/>
                      </a:cubicBezTo>
                      <a:cubicBezTo>
                        <a:pt x="32" y="32"/>
                        <a:pt x="37" y="31"/>
                        <a:pt x="41" y="31"/>
                      </a:cubicBezTo>
                      <a:cubicBezTo>
                        <a:pt x="44" y="31"/>
                        <a:pt x="48" y="31"/>
                        <a:pt x="51" y="32"/>
                      </a:cubicBezTo>
                      <a:cubicBezTo>
                        <a:pt x="54" y="33"/>
                        <a:pt x="58" y="36"/>
                        <a:pt x="61" y="39"/>
                      </a:cubicBezTo>
                      <a:cubicBezTo>
                        <a:pt x="61" y="39"/>
                        <a:pt x="61" y="39"/>
                        <a:pt x="62" y="40"/>
                      </a:cubicBezTo>
                      <a:cubicBezTo>
                        <a:pt x="62" y="40"/>
                        <a:pt x="62" y="40"/>
                        <a:pt x="62" y="40"/>
                      </a:cubicBezTo>
                      <a:cubicBezTo>
                        <a:pt x="62" y="41"/>
                        <a:pt x="62" y="41"/>
                        <a:pt x="62" y="41"/>
                      </a:cubicBezTo>
                      <a:cubicBezTo>
                        <a:pt x="64" y="43"/>
                        <a:pt x="66" y="44"/>
                        <a:pt x="68" y="44"/>
                      </a:cubicBezTo>
                      <a:cubicBezTo>
                        <a:pt x="72" y="44"/>
                        <a:pt x="76" y="41"/>
                        <a:pt x="78" y="38"/>
                      </a:cubicBezTo>
                      <a:cubicBezTo>
                        <a:pt x="80" y="35"/>
                        <a:pt x="80" y="32"/>
                        <a:pt x="78" y="29"/>
                      </a:cubicBezTo>
                      <a:cubicBezTo>
                        <a:pt x="74" y="22"/>
                        <a:pt x="64" y="17"/>
                        <a:pt x="56" y="14"/>
                      </a:cubicBezTo>
                      <a:cubicBezTo>
                        <a:pt x="54" y="14"/>
                        <a:pt x="51" y="13"/>
                        <a:pt x="49" y="13"/>
                      </a:cubicBezTo>
                      <a:cubicBezTo>
                        <a:pt x="49" y="3"/>
                        <a:pt x="49" y="3"/>
                        <a:pt x="49" y="3"/>
                      </a:cubicBezTo>
                      <a:cubicBezTo>
                        <a:pt x="49" y="1"/>
                        <a:pt x="47" y="0"/>
                        <a:pt x="46" y="0"/>
                      </a:cubicBezTo>
                      <a:cubicBezTo>
                        <a:pt x="36" y="0"/>
                        <a:pt x="36" y="0"/>
                        <a:pt x="36" y="0"/>
                      </a:cubicBezTo>
                      <a:cubicBezTo>
                        <a:pt x="35" y="0"/>
                        <a:pt x="33" y="1"/>
                        <a:pt x="33" y="3"/>
                      </a:cubicBezTo>
                      <a:cubicBezTo>
                        <a:pt x="33" y="13"/>
                        <a:pt x="33" y="13"/>
                        <a:pt x="33" y="13"/>
                      </a:cubicBezTo>
                      <a:cubicBezTo>
                        <a:pt x="25" y="15"/>
                        <a:pt x="17" y="18"/>
                        <a:pt x="12" y="24"/>
                      </a:cubicBezTo>
                      <a:cubicBezTo>
                        <a:pt x="3" y="32"/>
                        <a:pt x="0" y="45"/>
                        <a:pt x="5" y="56"/>
                      </a:cubicBezTo>
                      <a:cubicBezTo>
                        <a:pt x="8" y="62"/>
                        <a:pt x="12" y="66"/>
                        <a:pt x="17" y="68"/>
                      </a:cubicBezTo>
                      <a:cubicBezTo>
                        <a:pt x="20" y="70"/>
                        <a:pt x="38" y="79"/>
                        <a:pt x="47" y="83"/>
                      </a:cubicBezTo>
                      <a:cubicBezTo>
                        <a:pt x="51" y="85"/>
                        <a:pt x="51" y="85"/>
                        <a:pt x="51" y="85"/>
                      </a:cubicBezTo>
                      <a:cubicBezTo>
                        <a:pt x="55" y="87"/>
                        <a:pt x="58" y="89"/>
                        <a:pt x="59" y="92"/>
                      </a:cubicBezTo>
                      <a:cubicBezTo>
                        <a:pt x="61" y="96"/>
                        <a:pt x="60" y="102"/>
                        <a:pt x="57"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43" name="组合 442"/>
              <p:cNvGrpSpPr/>
              <p:nvPr/>
            </p:nvGrpSpPr>
            <p:grpSpPr>
              <a:xfrm>
                <a:off x="8062201" y="4560896"/>
                <a:ext cx="300352" cy="258999"/>
                <a:chOff x="3548515" y="964154"/>
                <a:chExt cx="897787" cy="774179"/>
              </a:xfrm>
              <a:solidFill>
                <a:schemeClr val="accent2"/>
              </a:solidFill>
            </p:grpSpPr>
            <p:sp>
              <p:nvSpPr>
                <p:cNvPr id="444" name="Freeform 222"/>
                <p:cNvSpPr/>
                <p:nvPr/>
              </p:nvSpPr>
              <p:spPr bwMode="auto">
                <a:xfrm>
                  <a:off x="3548515" y="964154"/>
                  <a:ext cx="897787" cy="774179"/>
                </a:xfrm>
                <a:custGeom>
                  <a:avLst/>
                  <a:gdLst>
                    <a:gd name="T0" fmla="*/ 28 w 828"/>
                    <a:gd name="T1" fmla="*/ 686 h 714"/>
                    <a:gd name="T2" fmla="*/ 28 w 828"/>
                    <a:gd name="T3" fmla="*/ 605 h 714"/>
                    <a:gd name="T4" fmla="*/ 66 w 828"/>
                    <a:gd name="T5" fmla="*/ 605 h 714"/>
                    <a:gd name="T6" fmla="*/ 66 w 828"/>
                    <a:gd name="T7" fmla="*/ 577 h 714"/>
                    <a:gd name="T8" fmla="*/ 28 w 828"/>
                    <a:gd name="T9" fmla="*/ 577 h 714"/>
                    <a:gd name="T10" fmla="*/ 28 w 828"/>
                    <a:gd name="T11" fmla="*/ 435 h 714"/>
                    <a:gd name="T12" fmla="*/ 66 w 828"/>
                    <a:gd name="T13" fmla="*/ 435 h 714"/>
                    <a:gd name="T14" fmla="*/ 66 w 828"/>
                    <a:gd name="T15" fmla="*/ 407 h 714"/>
                    <a:gd name="T16" fmla="*/ 28 w 828"/>
                    <a:gd name="T17" fmla="*/ 407 h 714"/>
                    <a:gd name="T18" fmla="*/ 28 w 828"/>
                    <a:gd name="T19" fmla="*/ 265 h 714"/>
                    <a:gd name="T20" fmla="*/ 66 w 828"/>
                    <a:gd name="T21" fmla="*/ 265 h 714"/>
                    <a:gd name="T22" fmla="*/ 66 w 828"/>
                    <a:gd name="T23" fmla="*/ 236 h 714"/>
                    <a:gd name="T24" fmla="*/ 28 w 828"/>
                    <a:gd name="T25" fmla="*/ 236 h 714"/>
                    <a:gd name="T26" fmla="*/ 28 w 828"/>
                    <a:gd name="T27" fmla="*/ 94 h 714"/>
                    <a:gd name="T28" fmla="*/ 66 w 828"/>
                    <a:gd name="T29" fmla="*/ 94 h 714"/>
                    <a:gd name="T30" fmla="*/ 66 w 828"/>
                    <a:gd name="T31" fmla="*/ 66 h 714"/>
                    <a:gd name="T32" fmla="*/ 28 w 828"/>
                    <a:gd name="T33" fmla="*/ 66 h 714"/>
                    <a:gd name="T34" fmla="*/ 28 w 828"/>
                    <a:gd name="T35" fmla="*/ 0 h 714"/>
                    <a:gd name="T36" fmla="*/ 0 w 828"/>
                    <a:gd name="T37" fmla="*/ 0 h 714"/>
                    <a:gd name="T38" fmla="*/ 0 w 828"/>
                    <a:gd name="T39" fmla="*/ 714 h 714"/>
                    <a:gd name="T40" fmla="*/ 828 w 828"/>
                    <a:gd name="T41" fmla="*/ 714 h 714"/>
                    <a:gd name="T42" fmla="*/ 828 w 828"/>
                    <a:gd name="T43" fmla="*/ 686 h 714"/>
                    <a:gd name="T44" fmla="*/ 28 w 828"/>
                    <a:gd name="T45" fmla="*/ 686 h 7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28" h="714">
                      <a:moveTo>
                        <a:pt x="28" y="686"/>
                      </a:moveTo>
                      <a:lnTo>
                        <a:pt x="28" y="605"/>
                      </a:lnTo>
                      <a:lnTo>
                        <a:pt x="66" y="605"/>
                      </a:lnTo>
                      <a:lnTo>
                        <a:pt x="66" y="577"/>
                      </a:lnTo>
                      <a:lnTo>
                        <a:pt x="28" y="577"/>
                      </a:lnTo>
                      <a:lnTo>
                        <a:pt x="28" y="435"/>
                      </a:lnTo>
                      <a:lnTo>
                        <a:pt x="66" y="435"/>
                      </a:lnTo>
                      <a:lnTo>
                        <a:pt x="66" y="407"/>
                      </a:lnTo>
                      <a:lnTo>
                        <a:pt x="28" y="407"/>
                      </a:lnTo>
                      <a:lnTo>
                        <a:pt x="28" y="265"/>
                      </a:lnTo>
                      <a:lnTo>
                        <a:pt x="66" y="265"/>
                      </a:lnTo>
                      <a:lnTo>
                        <a:pt x="66" y="236"/>
                      </a:lnTo>
                      <a:lnTo>
                        <a:pt x="28" y="236"/>
                      </a:lnTo>
                      <a:lnTo>
                        <a:pt x="28" y="94"/>
                      </a:lnTo>
                      <a:lnTo>
                        <a:pt x="66" y="94"/>
                      </a:lnTo>
                      <a:lnTo>
                        <a:pt x="66" y="66"/>
                      </a:lnTo>
                      <a:lnTo>
                        <a:pt x="28" y="66"/>
                      </a:lnTo>
                      <a:lnTo>
                        <a:pt x="28" y="0"/>
                      </a:lnTo>
                      <a:lnTo>
                        <a:pt x="0" y="0"/>
                      </a:lnTo>
                      <a:lnTo>
                        <a:pt x="0" y="714"/>
                      </a:lnTo>
                      <a:lnTo>
                        <a:pt x="828" y="714"/>
                      </a:lnTo>
                      <a:lnTo>
                        <a:pt x="828" y="686"/>
                      </a:lnTo>
                      <a:lnTo>
                        <a:pt x="28" y="68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5" name="Freeform 223"/>
                <p:cNvSpPr/>
                <p:nvPr/>
              </p:nvSpPr>
              <p:spPr bwMode="auto">
                <a:xfrm>
                  <a:off x="3681882" y="1381603"/>
                  <a:ext cx="125777" cy="303599"/>
                </a:xfrm>
                <a:custGeom>
                  <a:avLst/>
                  <a:gdLst>
                    <a:gd name="T0" fmla="*/ 6 w 49"/>
                    <a:gd name="T1" fmla="*/ 118 h 118"/>
                    <a:gd name="T2" fmla="*/ 43 w 49"/>
                    <a:gd name="T3" fmla="*/ 118 h 118"/>
                    <a:gd name="T4" fmla="*/ 49 w 49"/>
                    <a:gd name="T5" fmla="*/ 112 h 118"/>
                    <a:gd name="T6" fmla="*/ 49 w 49"/>
                    <a:gd name="T7" fmla="*/ 6 h 118"/>
                    <a:gd name="T8" fmla="*/ 43 w 49"/>
                    <a:gd name="T9" fmla="*/ 0 h 118"/>
                    <a:gd name="T10" fmla="*/ 6 w 49"/>
                    <a:gd name="T11" fmla="*/ 0 h 118"/>
                    <a:gd name="T12" fmla="*/ 0 w 49"/>
                    <a:gd name="T13" fmla="*/ 6 h 118"/>
                    <a:gd name="T14" fmla="*/ 0 w 49"/>
                    <a:gd name="T15" fmla="*/ 112 h 118"/>
                    <a:gd name="T16" fmla="*/ 6 w 49"/>
                    <a:gd name="T17" fmla="*/ 11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18">
                      <a:moveTo>
                        <a:pt x="6" y="118"/>
                      </a:moveTo>
                      <a:cubicBezTo>
                        <a:pt x="43" y="118"/>
                        <a:pt x="43" y="118"/>
                        <a:pt x="43" y="118"/>
                      </a:cubicBezTo>
                      <a:cubicBezTo>
                        <a:pt x="46" y="118"/>
                        <a:pt x="49" y="115"/>
                        <a:pt x="49" y="112"/>
                      </a:cubicBezTo>
                      <a:cubicBezTo>
                        <a:pt x="49" y="6"/>
                        <a:pt x="49" y="6"/>
                        <a:pt x="49" y="6"/>
                      </a:cubicBezTo>
                      <a:cubicBezTo>
                        <a:pt x="49" y="3"/>
                        <a:pt x="46" y="0"/>
                        <a:pt x="43" y="0"/>
                      </a:cubicBezTo>
                      <a:cubicBezTo>
                        <a:pt x="6" y="0"/>
                        <a:pt x="6" y="0"/>
                        <a:pt x="6" y="0"/>
                      </a:cubicBezTo>
                      <a:cubicBezTo>
                        <a:pt x="3" y="0"/>
                        <a:pt x="0" y="3"/>
                        <a:pt x="0" y="6"/>
                      </a:cubicBezTo>
                      <a:cubicBezTo>
                        <a:pt x="0" y="112"/>
                        <a:pt x="0" y="112"/>
                        <a:pt x="0" y="112"/>
                      </a:cubicBezTo>
                      <a:cubicBezTo>
                        <a:pt x="0" y="115"/>
                        <a:pt x="3" y="118"/>
                        <a:pt x="6"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6" name="Freeform 224"/>
                <p:cNvSpPr/>
                <p:nvPr/>
              </p:nvSpPr>
              <p:spPr bwMode="auto">
                <a:xfrm>
                  <a:off x="3879222" y="1274259"/>
                  <a:ext cx="123608" cy="410944"/>
                </a:xfrm>
                <a:custGeom>
                  <a:avLst/>
                  <a:gdLst>
                    <a:gd name="T0" fmla="*/ 5 w 48"/>
                    <a:gd name="T1" fmla="*/ 160 h 160"/>
                    <a:gd name="T2" fmla="*/ 43 w 48"/>
                    <a:gd name="T3" fmla="*/ 160 h 160"/>
                    <a:gd name="T4" fmla="*/ 48 w 48"/>
                    <a:gd name="T5" fmla="*/ 154 h 160"/>
                    <a:gd name="T6" fmla="*/ 48 w 48"/>
                    <a:gd name="T7" fmla="*/ 6 h 160"/>
                    <a:gd name="T8" fmla="*/ 43 w 48"/>
                    <a:gd name="T9" fmla="*/ 0 h 160"/>
                    <a:gd name="T10" fmla="*/ 5 w 48"/>
                    <a:gd name="T11" fmla="*/ 0 h 160"/>
                    <a:gd name="T12" fmla="*/ 0 w 48"/>
                    <a:gd name="T13" fmla="*/ 6 h 160"/>
                    <a:gd name="T14" fmla="*/ 0 w 48"/>
                    <a:gd name="T15" fmla="*/ 154 h 160"/>
                    <a:gd name="T16" fmla="*/ 5 w 48"/>
                    <a:gd name="T17" fmla="*/ 16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 h="160">
                      <a:moveTo>
                        <a:pt x="5" y="160"/>
                      </a:moveTo>
                      <a:cubicBezTo>
                        <a:pt x="43" y="160"/>
                        <a:pt x="43" y="160"/>
                        <a:pt x="43" y="160"/>
                      </a:cubicBezTo>
                      <a:cubicBezTo>
                        <a:pt x="46" y="160"/>
                        <a:pt x="48" y="157"/>
                        <a:pt x="48" y="154"/>
                      </a:cubicBezTo>
                      <a:cubicBezTo>
                        <a:pt x="48" y="6"/>
                        <a:pt x="48" y="6"/>
                        <a:pt x="48" y="6"/>
                      </a:cubicBezTo>
                      <a:cubicBezTo>
                        <a:pt x="48" y="2"/>
                        <a:pt x="46" y="0"/>
                        <a:pt x="43" y="0"/>
                      </a:cubicBezTo>
                      <a:cubicBezTo>
                        <a:pt x="5" y="0"/>
                        <a:pt x="5" y="0"/>
                        <a:pt x="5" y="0"/>
                      </a:cubicBezTo>
                      <a:cubicBezTo>
                        <a:pt x="2" y="0"/>
                        <a:pt x="0" y="2"/>
                        <a:pt x="0" y="6"/>
                      </a:cubicBezTo>
                      <a:cubicBezTo>
                        <a:pt x="0" y="154"/>
                        <a:pt x="0" y="154"/>
                        <a:pt x="0" y="154"/>
                      </a:cubicBezTo>
                      <a:cubicBezTo>
                        <a:pt x="0" y="157"/>
                        <a:pt x="2" y="160"/>
                        <a:pt x="5" y="1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7" name="Freeform 225"/>
                <p:cNvSpPr/>
                <p:nvPr/>
              </p:nvSpPr>
              <p:spPr bwMode="auto">
                <a:xfrm>
                  <a:off x="4074393" y="1166915"/>
                  <a:ext cx="125777" cy="518288"/>
                </a:xfrm>
                <a:custGeom>
                  <a:avLst/>
                  <a:gdLst>
                    <a:gd name="T0" fmla="*/ 6 w 49"/>
                    <a:gd name="T1" fmla="*/ 202 h 202"/>
                    <a:gd name="T2" fmla="*/ 43 w 49"/>
                    <a:gd name="T3" fmla="*/ 202 h 202"/>
                    <a:gd name="T4" fmla="*/ 49 w 49"/>
                    <a:gd name="T5" fmla="*/ 196 h 202"/>
                    <a:gd name="T6" fmla="*/ 49 w 49"/>
                    <a:gd name="T7" fmla="*/ 5 h 202"/>
                    <a:gd name="T8" fmla="*/ 43 w 49"/>
                    <a:gd name="T9" fmla="*/ 0 h 202"/>
                    <a:gd name="T10" fmla="*/ 6 w 49"/>
                    <a:gd name="T11" fmla="*/ 0 h 202"/>
                    <a:gd name="T12" fmla="*/ 0 w 49"/>
                    <a:gd name="T13" fmla="*/ 5 h 202"/>
                    <a:gd name="T14" fmla="*/ 0 w 49"/>
                    <a:gd name="T15" fmla="*/ 196 h 202"/>
                    <a:gd name="T16" fmla="*/ 6 w 49"/>
                    <a:gd name="T17" fmla="*/ 202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02">
                      <a:moveTo>
                        <a:pt x="6" y="202"/>
                      </a:moveTo>
                      <a:cubicBezTo>
                        <a:pt x="43" y="202"/>
                        <a:pt x="43" y="202"/>
                        <a:pt x="43" y="202"/>
                      </a:cubicBezTo>
                      <a:cubicBezTo>
                        <a:pt x="46" y="202"/>
                        <a:pt x="49" y="199"/>
                        <a:pt x="49" y="196"/>
                      </a:cubicBezTo>
                      <a:cubicBezTo>
                        <a:pt x="49" y="5"/>
                        <a:pt x="49" y="5"/>
                        <a:pt x="49" y="5"/>
                      </a:cubicBezTo>
                      <a:cubicBezTo>
                        <a:pt x="49" y="2"/>
                        <a:pt x="46" y="0"/>
                        <a:pt x="43" y="0"/>
                      </a:cubicBezTo>
                      <a:cubicBezTo>
                        <a:pt x="6" y="0"/>
                        <a:pt x="6" y="0"/>
                        <a:pt x="6" y="0"/>
                      </a:cubicBezTo>
                      <a:cubicBezTo>
                        <a:pt x="3" y="0"/>
                        <a:pt x="0" y="2"/>
                        <a:pt x="0" y="5"/>
                      </a:cubicBezTo>
                      <a:cubicBezTo>
                        <a:pt x="0" y="196"/>
                        <a:pt x="0" y="196"/>
                        <a:pt x="0" y="196"/>
                      </a:cubicBezTo>
                      <a:cubicBezTo>
                        <a:pt x="0" y="199"/>
                        <a:pt x="3" y="202"/>
                        <a:pt x="6" y="2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8" name="Freeform 226"/>
                <p:cNvSpPr/>
                <p:nvPr/>
              </p:nvSpPr>
              <p:spPr bwMode="auto">
                <a:xfrm>
                  <a:off x="4271732" y="1058486"/>
                  <a:ext cx="125777" cy="626716"/>
                </a:xfrm>
                <a:custGeom>
                  <a:avLst/>
                  <a:gdLst>
                    <a:gd name="T0" fmla="*/ 6 w 49"/>
                    <a:gd name="T1" fmla="*/ 244 h 244"/>
                    <a:gd name="T2" fmla="*/ 43 w 49"/>
                    <a:gd name="T3" fmla="*/ 244 h 244"/>
                    <a:gd name="T4" fmla="*/ 49 w 49"/>
                    <a:gd name="T5" fmla="*/ 238 h 244"/>
                    <a:gd name="T6" fmla="*/ 49 w 49"/>
                    <a:gd name="T7" fmla="*/ 5 h 244"/>
                    <a:gd name="T8" fmla="*/ 43 w 49"/>
                    <a:gd name="T9" fmla="*/ 0 h 244"/>
                    <a:gd name="T10" fmla="*/ 6 w 49"/>
                    <a:gd name="T11" fmla="*/ 0 h 244"/>
                    <a:gd name="T12" fmla="*/ 0 w 49"/>
                    <a:gd name="T13" fmla="*/ 5 h 244"/>
                    <a:gd name="T14" fmla="*/ 0 w 49"/>
                    <a:gd name="T15" fmla="*/ 238 h 244"/>
                    <a:gd name="T16" fmla="*/ 6 w 49"/>
                    <a:gd name="T17"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44">
                      <a:moveTo>
                        <a:pt x="6" y="244"/>
                      </a:moveTo>
                      <a:cubicBezTo>
                        <a:pt x="43" y="244"/>
                        <a:pt x="43" y="244"/>
                        <a:pt x="43" y="244"/>
                      </a:cubicBezTo>
                      <a:cubicBezTo>
                        <a:pt x="46" y="244"/>
                        <a:pt x="49" y="241"/>
                        <a:pt x="49" y="238"/>
                      </a:cubicBezTo>
                      <a:cubicBezTo>
                        <a:pt x="49" y="5"/>
                        <a:pt x="49" y="5"/>
                        <a:pt x="49" y="5"/>
                      </a:cubicBezTo>
                      <a:cubicBezTo>
                        <a:pt x="49" y="2"/>
                        <a:pt x="46" y="0"/>
                        <a:pt x="43" y="0"/>
                      </a:cubicBezTo>
                      <a:cubicBezTo>
                        <a:pt x="6" y="0"/>
                        <a:pt x="6" y="0"/>
                        <a:pt x="6" y="0"/>
                      </a:cubicBezTo>
                      <a:cubicBezTo>
                        <a:pt x="3" y="0"/>
                        <a:pt x="0" y="2"/>
                        <a:pt x="0" y="5"/>
                      </a:cubicBezTo>
                      <a:cubicBezTo>
                        <a:pt x="0" y="238"/>
                        <a:pt x="0" y="238"/>
                        <a:pt x="0" y="238"/>
                      </a:cubicBezTo>
                      <a:cubicBezTo>
                        <a:pt x="0" y="241"/>
                        <a:pt x="3" y="244"/>
                        <a:pt x="6" y="2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49" name="组合 448"/>
              <p:cNvGrpSpPr/>
              <p:nvPr/>
            </p:nvGrpSpPr>
            <p:grpSpPr>
              <a:xfrm>
                <a:off x="10240844" y="3302449"/>
                <a:ext cx="300352" cy="257548"/>
                <a:chOff x="3546346" y="2339026"/>
                <a:chExt cx="897787" cy="769842"/>
              </a:xfrm>
              <a:solidFill>
                <a:schemeClr val="accent3"/>
              </a:solidFill>
            </p:grpSpPr>
            <p:sp>
              <p:nvSpPr>
                <p:cNvPr id="450" name="Rectangle 227"/>
                <p:cNvSpPr>
                  <a:spLocks noChangeArrowheads="1"/>
                </p:cNvSpPr>
                <p:nvPr/>
              </p:nvSpPr>
              <p:spPr bwMode="auto">
                <a:xfrm>
                  <a:off x="3561526" y="3077423"/>
                  <a:ext cx="882607" cy="3144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1" name="Freeform 228"/>
                <p:cNvSpPr/>
                <p:nvPr/>
              </p:nvSpPr>
              <p:spPr bwMode="auto">
                <a:xfrm>
                  <a:off x="3617909" y="2844302"/>
                  <a:ext cx="125777" cy="210351"/>
                </a:xfrm>
                <a:custGeom>
                  <a:avLst/>
                  <a:gdLst>
                    <a:gd name="T0" fmla="*/ 6 w 49"/>
                    <a:gd name="T1" fmla="*/ 82 h 82"/>
                    <a:gd name="T2" fmla="*/ 43 w 49"/>
                    <a:gd name="T3" fmla="*/ 82 h 82"/>
                    <a:gd name="T4" fmla="*/ 49 w 49"/>
                    <a:gd name="T5" fmla="*/ 76 h 82"/>
                    <a:gd name="T6" fmla="*/ 49 w 49"/>
                    <a:gd name="T7" fmla="*/ 0 h 82"/>
                    <a:gd name="T8" fmla="*/ 0 w 49"/>
                    <a:gd name="T9" fmla="*/ 49 h 82"/>
                    <a:gd name="T10" fmla="*/ 0 w 49"/>
                    <a:gd name="T11" fmla="*/ 76 h 82"/>
                    <a:gd name="T12" fmla="*/ 6 w 49"/>
                    <a:gd name="T13" fmla="*/ 82 h 82"/>
                  </a:gdLst>
                  <a:ahLst/>
                  <a:cxnLst>
                    <a:cxn ang="0">
                      <a:pos x="T0" y="T1"/>
                    </a:cxn>
                    <a:cxn ang="0">
                      <a:pos x="T2" y="T3"/>
                    </a:cxn>
                    <a:cxn ang="0">
                      <a:pos x="T4" y="T5"/>
                    </a:cxn>
                    <a:cxn ang="0">
                      <a:pos x="T6" y="T7"/>
                    </a:cxn>
                    <a:cxn ang="0">
                      <a:pos x="T8" y="T9"/>
                    </a:cxn>
                    <a:cxn ang="0">
                      <a:pos x="T10" y="T11"/>
                    </a:cxn>
                    <a:cxn ang="0">
                      <a:pos x="T12" y="T13"/>
                    </a:cxn>
                  </a:cxnLst>
                  <a:rect l="0" t="0" r="r" b="b"/>
                  <a:pathLst>
                    <a:path w="49" h="82">
                      <a:moveTo>
                        <a:pt x="6" y="82"/>
                      </a:moveTo>
                      <a:cubicBezTo>
                        <a:pt x="43" y="82"/>
                        <a:pt x="43" y="82"/>
                        <a:pt x="43" y="82"/>
                      </a:cubicBezTo>
                      <a:cubicBezTo>
                        <a:pt x="46" y="82"/>
                        <a:pt x="49" y="79"/>
                        <a:pt x="49" y="76"/>
                      </a:cubicBezTo>
                      <a:cubicBezTo>
                        <a:pt x="49" y="0"/>
                        <a:pt x="49" y="0"/>
                        <a:pt x="49" y="0"/>
                      </a:cubicBezTo>
                      <a:cubicBezTo>
                        <a:pt x="0" y="49"/>
                        <a:pt x="0" y="49"/>
                        <a:pt x="0" y="49"/>
                      </a:cubicBezTo>
                      <a:cubicBezTo>
                        <a:pt x="0" y="76"/>
                        <a:pt x="0" y="76"/>
                        <a:pt x="0" y="76"/>
                      </a:cubicBezTo>
                      <a:cubicBezTo>
                        <a:pt x="0" y="79"/>
                        <a:pt x="3" y="82"/>
                        <a:pt x="6" y="8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2" name="Freeform 229"/>
                <p:cNvSpPr/>
                <p:nvPr/>
              </p:nvSpPr>
              <p:spPr bwMode="auto">
                <a:xfrm>
                  <a:off x="3779467" y="2682744"/>
                  <a:ext cx="122524" cy="371910"/>
                </a:xfrm>
                <a:custGeom>
                  <a:avLst/>
                  <a:gdLst>
                    <a:gd name="T0" fmla="*/ 5 w 48"/>
                    <a:gd name="T1" fmla="*/ 145 h 145"/>
                    <a:gd name="T2" fmla="*/ 43 w 48"/>
                    <a:gd name="T3" fmla="*/ 145 h 145"/>
                    <a:gd name="T4" fmla="*/ 48 w 48"/>
                    <a:gd name="T5" fmla="*/ 139 h 145"/>
                    <a:gd name="T6" fmla="*/ 48 w 48"/>
                    <a:gd name="T7" fmla="*/ 0 h 145"/>
                    <a:gd name="T8" fmla="*/ 0 w 48"/>
                    <a:gd name="T9" fmla="*/ 49 h 145"/>
                    <a:gd name="T10" fmla="*/ 0 w 48"/>
                    <a:gd name="T11" fmla="*/ 139 h 145"/>
                    <a:gd name="T12" fmla="*/ 5 w 48"/>
                    <a:gd name="T13" fmla="*/ 145 h 145"/>
                  </a:gdLst>
                  <a:ahLst/>
                  <a:cxnLst>
                    <a:cxn ang="0">
                      <a:pos x="T0" y="T1"/>
                    </a:cxn>
                    <a:cxn ang="0">
                      <a:pos x="T2" y="T3"/>
                    </a:cxn>
                    <a:cxn ang="0">
                      <a:pos x="T4" y="T5"/>
                    </a:cxn>
                    <a:cxn ang="0">
                      <a:pos x="T6" y="T7"/>
                    </a:cxn>
                    <a:cxn ang="0">
                      <a:pos x="T8" y="T9"/>
                    </a:cxn>
                    <a:cxn ang="0">
                      <a:pos x="T10" y="T11"/>
                    </a:cxn>
                    <a:cxn ang="0">
                      <a:pos x="T12" y="T13"/>
                    </a:cxn>
                  </a:cxnLst>
                  <a:rect l="0" t="0" r="r" b="b"/>
                  <a:pathLst>
                    <a:path w="48" h="145">
                      <a:moveTo>
                        <a:pt x="5" y="145"/>
                      </a:moveTo>
                      <a:cubicBezTo>
                        <a:pt x="43" y="145"/>
                        <a:pt x="43" y="145"/>
                        <a:pt x="43" y="145"/>
                      </a:cubicBezTo>
                      <a:cubicBezTo>
                        <a:pt x="46" y="145"/>
                        <a:pt x="48" y="142"/>
                        <a:pt x="48" y="139"/>
                      </a:cubicBezTo>
                      <a:cubicBezTo>
                        <a:pt x="48" y="0"/>
                        <a:pt x="48" y="0"/>
                        <a:pt x="48" y="0"/>
                      </a:cubicBezTo>
                      <a:cubicBezTo>
                        <a:pt x="0" y="49"/>
                        <a:pt x="0" y="49"/>
                        <a:pt x="0" y="49"/>
                      </a:cubicBezTo>
                      <a:cubicBezTo>
                        <a:pt x="0" y="139"/>
                        <a:pt x="0" y="139"/>
                        <a:pt x="0" y="139"/>
                      </a:cubicBezTo>
                      <a:cubicBezTo>
                        <a:pt x="0" y="142"/>
                        <a:pt x="2" y="145"/>
                        <a:pt x="5" y="1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3" name="Freeform 230"/>
                <p:cNvSpPr/>
                <p:nvPr/>
              </p:nvSpPr>
              <p:spPr bwMode="auto">
                <a:xfrm>
                  <a:off x="3938857" y="2713104"/>
                  <a:ext cx="124693" cy="341550"/>
                </a:xfrm>
                <a:custGeom>
                  <a:avLst/>
                  <a:gdLst>
                    <a:gd name="T0" fmla="*/ 22 w 49"/>
                    <a:gd name="T1" fmla="*/ 22 h 133"/>
                    <a:gd name="T2" fmla="*/ 0 w 49"/>
                    <a:gd name="T3" fmla="*/ 0 h 133"/>
                    <a:gd name="T4" fmla="*/ 0 w 49"/>
                    <a:gd name="T5" fmla="*/ 127 h 133"/>
                    <a:gd name="T6" fmla="*/ 6 w 49"/>
                    <a:gd name="T7" fmla="*/ 133 h 133"/>
                    <a:gd name="T8" fmla="*/ 43 w 49"/>
                    <a:gd name="T9" fmla="*/ 133 h 133"/>
                    <a:gd name="T10" fmla="*/ 49 w 49"/>
                    <a:gd name="T11" fmla="*/ 127 h 133"/>
                    <a:gd name="T12" fmla="*/ 49 w 49"/>
                    <a:gd name="T13" fmla="*/ 26 h 133"/>
                    <a:gd name="T14" fmla="*/ 38 w 49"/>
                    <a:gd name="T15" fmla="*/ 29 h 133"/>
                    <a:gd name="T16" fmla="*/ 22 w 49"/>
                    <a:gd name="T17" fmla="*/ 22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33">
                      <a:moveTo>
                        <a:pt x="22" y="22"/>
                      </a:moveTo>
                      <a:cubicBezTo>
                        <a:pt x="0" y="0"/>
                        <a:pt x="0" y="0"/>
                        <a:pt x="0" y="0"/>
                      </a:cubicBezTo>
                      <a:cubicBezTo>
                        <a:pt x="0" y="127"/>
                        <a:pt x="0" y="127"/>
                        <a:pt x="0" y="127"/>
                      </a:cubicBezTo>
                      <a:cubicBezTo>
                        <a:pt x="0" y="130"/>
                        <a:pt x="3" y="133"/>
                        <a:pt x="6" y="133"/>
                      </a:cubicBezTo>
                      <a:cubicBezTo>
                        <a:pt x="43" y="133"/>
                        <a:pt x="43" y="133"/>
                        <a:pt x="43" y="133"/>
                      </a:cubicBezTo>
                      <a:cubicBezTo>
                        <a:pt x="46" y="133"/>
                        <a:pt x="49" y="130"/>
                        <a:pt x="49" y="127"/>
                      </a:cubicBezTo>
                      <a:cubicBezTo>
                        <a:pt x="49" y="26"/>
                        <a:pt x="49" y="26"/>
                        <a:pt x="49" y="26"/>
                      </a:cubicBezTo>
                      <a:cubicBezTo>
                        <a:pt x="46" y="28"/>
                        <a:pt x="42" y="29"/>
                        <a:pt x="38" y="29"/>
                      </a:cubicBezTo>
                      <a:cubicBezTo>
                        <a:pt x="32" y="29"/>
                        <a:pt x="27" y="26"/>
                        <a:pt x="2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4" name="Freeform 231"/>
                <p:cNvSpPr/>
                <p:nvPr/>
              </p:nvSpPr>
              <p:spPr bwMode="auto">
                <a:xfrm>
                  <a:off x="4100415" y="2624193"/>
                  <a:ext cx="122524" cy="430461"/>
                </a:xfrm>
                <a:custGeom>
                  <a:avLst/>
                  <a:gdLst>
                    <a:gd name="T0" fmla="*/ 5 w 48"/>
                    <a:gd name="T1" fmla="*/ 168 h 168"/>
                    <a:gd name="T2" fmla="*/ 43 w 48"/>
                    <a:gd name="T3" fmla="*/ 168 h 168"/>
                    <a:gd name="T4" fmla="*/ 48 w 48"/>
                    <a:gd name="T5" fmla="*/ 162 h 168"/>
                    <a:gd name="T6" fmla="*/ 48 w 48"/>
                    <a:gd name="T7" fmla="*/ 0 h 168"/>
                    <a:gd name="T8" fmla="*/ 0 w 48"/>
                    <a:gd name="T9" fmla="*/ 48 h 168"/>
                    <a:gd name="T10" fmla="*/ 0 w 48"/>
                    <a:gd name="T11" fmla="*/ 162 h 168"/>
                    <a:gd name="T12" fmla="*/ 5 w 48"/>
                    <a:gd name="T13" fmla="*/ 168 h 168"/>
                  </a:gdLst>
                  <a:ahLst/>
                  <a:cxnLst>
                    <a:cxn ang="0">
                      <a:pos x="T0" y="T1"/>
                    </a:cxn>
                    <a:cxn ang="0">
                      <a:pos x="T2" y="T3"/>
                    </a:cxn>
                    <a:cxn ang="0">
                      <a:pos x="T4" y="T5"/>
                    </a:cxn>
                    <a:cxn ang="0">
                      <a:pos x="T6" y="T7"/>
                    </a:cxn>
                    <a:cxn ang="0">
                      <a:pos x="T8" y="T9"/>
                    </a:cxn>
                    <a:cxn ang="0">
                      <a:pos x="T10" y="T11"/>
                    </a:cxn>
                    <a:cxn ang="0">
                      <a:pos x="T12" y="T13"/>
                    </a:cxn>
                  </a:cxnLst>
                  <a:rect l="0" t="0" r="r" b="b"/>
                  <a:pathLst>
                    <a:path w="48" h="168">
                      <a:moveTo>
                        <a:pt x="5" y="168"/>
                      </a:moveTo>
                      <a:cubicBezTo>
                        <a:pt x="43" y="168"/>
                        <a:pt x="43" y="168"/>
                        <a:pt x="43" y="168"/>
                      </a:cubicBezTo>
                      <a:cubicBezTo>
                        <a:pt x="46" y="168"/>
                        <a:pt x="48" y="165"/>
                        <a:pt x="48" y="162"/>
                      </a:cubicBezTo>
                      <a:cubicBezTo>
                        <a:pt x="48" y="0"/>
                        <a:pt x="48" y="0"/>
                        <a:pt x="48" y="0"/>
                      </a:cubicBezTo>
                      <a:cubicBezTo>
                        <a:pt x="0" y="48"/>
                        <a:pt x="0" y="48"/>
                        <a:pt x="0" y="48"/>
                      </a:cubicBezTo>
                      <a:cubicBezTo>
                        <a:pt x="0" y="162"/>
                        <a:pt x="0" y="162"/>
                        <a:pt x="0" y="162"/>
                      </a:cubicBezTo>
                      <a:cubicBezTo>
                        <a:pt x="0" y="165"/>
                        <a:pt x="2" y="168"/>
                        <a:pt x="5" y="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5" name="Freeform 232"/>
                <p:cNvSpPr/>
                <p:nvPr/>
              </p:nvSpPr>
              <p:spPr bwMode="auto">
                <a:xfrm>
                  <a:off x="4258721" y="2513596"/>
                  <a:ext cx="125777" cy="541058"/>
                </a:xfrm>
                <a:custGeom>
                  <a:avLst/>
                  <a:gdLst>
                    <a:gd name="T0" fmla="*/ 29 w 49"/>
                    <a:gd name="T1" fmla="*/ 0 h 211"/>
                    <a:gd name="T2" fmla="*/ 0 w 49"/>
                    <a:gd name="T3" fmla="*/ 29 h 211"/>
                    <a:gd name="T4" fmla="*/ 0 w 49"/>
                    <a:gd name="T5" fmla="*/ 205 h 211"/>
                    <a:gd name="T6" fmla="*/ 6 w 49"/>
                    <a:gd name="T7" fmla="*/ 211 h 211"/>
                    <a:gd name="T8" fmla="*/ 43 w 49"/>
                    <a:gd name="T9" fmla="*/ 211 h 211"/>
                    <a:gd name="T10" fmla="*/ 49 w 49"/>
                    <a:gd name="T11" fmla="*/ 205 h 211"/>
                    <a:gd name="T12" fmla="*/ 49 w 49"/>
                    <a:gd name="T13" fmla="*/ 22 h 211"/>
                    <a:gd name="T14" fmla="*/ 29 w 49"/>
                    <a:gd name="T15" fmla="*/ 0 h 2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211">
                      <a:moveTo>
                        <a:pt x="29" y="0"/>
                      </a:moveTo>
                      <a:cubicBezTo>
                        <a:pt x="0" y="29"/>
                        <a:pt x="0" y="29"/>
                        <a:pt x="0" y="29"/>
                      </a:cubicBezTo>
                      <a:cubicBezTo>
                        <a:pt x="0" y="205"/>
                        <a:pt x="0" y="205"/>
                        <a:pt x="0" y="205"/>
                      </a:cubicBezTo>
                      <a:cubicBezTo>
                        <a:pt x="0" y="208"/>
                        <a:pt x="3" y="211"/>
                        <a:pt x="6" y="211"/>
                      </a:cubicBezTo>
                      <a:cubicBezTo>
                        <a:pt x="43" y="211"/>
                        <a:pt x="43" y="211"/>
                        <a:pt x="43" y="211"/>
                      </a:cubicBezTo>
                      <a:cubicBezTo>
                        <a:pt x="46" y="211"/>
                        <a:pt x="49" y="208"/>
                        <a:pt x="49" y="205"/>
                      </a:cubicBezTo>
                      <a:cubicBezTo>
                        <a:pt x="49" y="22"/>
                        <a:pt x="49" y="22"/>
                        <a:pt x="49" y="22"/>
                      </a:cubicBezTo>
                      <a:cubicBezTo>
                        <a:pt x="38" y="21"/>
                        <a:pt x="29" y="12"/>
                        <a:pt x="2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6" name="Freeform 233"/>
                <p:cNvSpPr/>
                <p:nvPr/>
              </p:nvSpPr>
              <p:spPr bwMode="auto">
                <a:xfrm>
                  <a:off x="3546346" y="2339026"/>
                  <a:ext cx="871764" cy="610452"/>
                </a:xfrm>
                <a:custGeom>
                  <a:avLst/>
                  <a:gdLst>
                    <a:gd name="T0" fmla="*/ 20 w 340"/>
                    <a:gd name="T1" fmla="*/ 234 h 238"/>
                    <a:gd name="T2" fmla="*/ 140 w 340"/>
                    <a:gd name="T3" fmla="*/ 113 h 238"/>
                    <a:gd name="T4" fmla="*/ 183 w 340"/>
                    <a:gd name="T5" fmla="*/ 156 h 238"/>
                    <a:gd name="T6" fmla="*/ 199 w 340"/>
                    <a:gd name="T7" fmla="*/ 156 h 238"/>
                    <a:gd name="T8" fmla="*/ 318 w 340"/>
                    <a:gd name="T9" fmla="*/ 37 h 238"/>
                    <a:gd name="T10" fmla="*/ 318 w 340"/>
                    <a:gd name="T11" fmla="*/ 64 h 238"/>
                    <a:gd name="T12" fmla="*/ 329 w 340"/>
                    <a:gd name="T13" fmla="*/ 75 h 238"/>
                    <a:gd name="T14" fmla="*/ 340 w 340"/>
                    <a:gd name="T15" fmla="*/ 64 h 238"/>
                    <a:gd name="T16" fmla="*/ 340 w 340"/>
                    <a:gd name="T17" fmla="*/ 11 h 238"/>
                    <a:gd name="T18" fmla="*/ 337 w 340"/>
                    <a:gd name="T19" fmla="*/ 3 h 238"/>
                    <a:gd name="T20" fmla="*/ 329 w 340"/>
                    <a:gd name="T21" fmla="*/ 0 h 238"/>
                    <a:gd name="T22" fmla="*/ 276 w 340"/>
                    <a:gd name="T23" fmla="*/ 0 h 238"/>
                    <a:gd name="T24" fmla="*/ 265 w 340"/>
                    <a:gd name="T25" fmla="*/ 11 h 238"/>
                    <a:gd name="T26" fmla="*/ 276 w 340"/>
                    <a:gd name="T27" fmla="*/ 22 h 238"/>
                    <a:gd name="T28" fmla="*/ 302 w 340"/>
                    <a:gd name="T29" fmla="*/ 22 h 238"/>
                    <a:gd name="T30" fmla="*/ 191 w 340"/>
                    <a:gd name="T31" fmla="*/ 133 h 238"/>
                    <a:gd name="T32" fmla="*/ 148 w 340"/>
                    <a:gd name="T33" fmla="*/ 90 h 238"/>
                    <a:gd name="T34" fmla="*/ 133 w 340"/>
                    <a:gd name="T35" fmla="*/ 90 h 238"/>
                    <a:gd name="T36" fmla="*/ 4 w 340"/>
                    <a:gd name="T37" fmla="*/ 219 h 238"/>
                    <a:gd name="T38" fmla="*/ 4 w 340"/>
                    <a:gd name="T39" fmla="*/ 234 h 238"/>
                    <a:gd name="T40" fmla="*/ 20 w 340"/>
                    <a:gd name="T41" fmla="*/ 234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0" h="238">
                      <a:moveTo>
                        <a:pt x="20" y="234"/>
                      </a:moveTo>
                      <a:cubicBezTo>
                        <a:pt x="140" y="113"/>
                        <a:pt x="140" y="113"/>
                        <a:pt x="140" y="113"/>
                      </a:cubicBezTo>
                      <a:cubicBezTo>
                        <a:pt x="183" y="156"/>
                        <a:pt x="183" y="156"/>
                        <a:pt x="183" y="156"/>
                      </a:cubicBezTo>
                      <a:cubicBezTo>
                        <a:pt x="188" y="160"/>
                        <a:pt x="195" y="160"/>
                        <a:pt x="199" y="156"/>
                      </a:cubicBezTo>
                      <a:cubicBezTo>
                        <a:pt x="318" y="37"/>
                        <a:pt x="318" y="37"/>
                        <a:pt x="318" y="37"/>
                      </a:cubicBezTo>
                      <a:cubicBezTo>
                        <a:pt x="318" y="64"/>
                        <a:pt x="318" y="64"/>
                        <a:pt x="318" y="64"/>
                      </a:cubicBezTo>
                      <a:cubicBezTo>
                        <a:pt x="318" y="70"/>
                        <a:pt x="323" y="75"/>
                        <a:pt x="329" y="75"/>
                      </a:cubicBezTo>
                      <a:cubicBezTo>
                        <a:pt x="335" y="75"/>
                        <a:pt x="340" y="70"/>
                        <a:pt x="340" y="64"/>
                      </a:cubicBezTo>
                      <a:cubicBezTo>
                        <a:pt x="340" y="11"/>
                        <a:pt x="340" y="11"/>
                        <a:pt x="340" y="11"/>
                      </a:cubicBezTo>
                      <a:cubicBezTo>
                        <a:pt x="340" y="8"/>
                        <a:pt x="339" y="5"/>
                        <a:pt x="337" y="3"/>
                      </a:cubicBezTo>
                      <a:cubicBezTo>
                        <a:pt x="335" y="1"/>
                        <a:pt x="332" y="0"/>
                        <a:pt x="329" y="0"/>
                      </a:cubicBezTo>
                      <a:cubicBezTo>
                        <a:pt x="276" y="0"/>
                        <a:pt x="276" y="0"/>
                        <a:pt x="276" y="0"/>
                      </a:cubicBezTo>
                      <a:cubicBezTo>
                        <a:pt x="270" y="0"/>
                        <a:pt x="265" y="4"/>
                        <a:pt x="265" y="11"/>
                      </a:cubicBezTo>
                      <a:cubicBezTo>
                        <a:pt x="265" y="17"/>
                        <a:pt x="270" y="22"/>
                        <a:pt x="276" y="22"/>
                      </a:cubicBezTo>
                      <a:cubicBezTo>
                        <a:pt x="302" y="22"/>
                        <a:pt x="302" y="22"/>
                        <a:pt x="302" y="22"/>
                      </a:cubicBezTo>
                      <a:cubicBezTo>
                        <a:pt x="191" y="133"/>
                        <a:pt x="191" y="133"/>
                        <a:pt x="191" y="133"/>
                      </a:cubicBezTo>
                      <a:cubicBezTo>
                        <a:pt x="148" y="90"/>
                        <a:pt x="148" y="90"/>
                        <a:pt x="148" y="90"/>
                      </a:cubicBezTo>
                      <a:cubicBezTo>
                        <a:pt x="144" y="86"/>
                        <a:pt x="137" y="86"/>
                        <a:pt x="133" y="90"/>
                      </a:cubicBezTo>
                      <a:cubicBezTo>
                        <a:pt x="4" y="219"/>
                        <a:pt x="4" y="219"/>
                        <a:pt x="4" y="219"/>
                      </a:cubicBezTo>
                      <a:cubicBezTo>
                        <a:pt x="0" y="223"/>
                        <a:pt x="0" y="230"/>
                        <a:pt x="4" y="234"/>
                      </a:cubicBezTo>
                      <a:cubicBezTo>
                        <a:pt x="8" y="238"/>
                        <a:pt x="15" y="238"/>
                        <a:pt x="20" y="2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grpSp>
          <p:nvGrpSpPr>
            <p:cNvPr id="457" name="组合 456"/>
            <p:cNvGrpSpPr/>
            <p:nvPr/>
          </p:nvGrpSpPr>
          <p:grpSpPr>
            <a:xfrm>
              <a:off x="5781112" y="-1560044"/>
              <a:ext cx="231462" cy="229714"/>
              <a:chOff x="7078908" y="5461438"/>
              <a:chExt cx="430461" cy="427208"/>
            </a:xfrm>
            <a:solidFill>
              <a:schemeClr val="bg1">
                <a:lumMod val="50000"/>
              </a:schemeClr>
            </a:solidFill>
          </p:grpSpPr>
          <p:sp>
            <p:nvSpPr>
              <p:cNvPr id="458" name="Freeform 236"/>
              <p:cNvSpPr/>
              <p:nvPr/>
            </p:nvSpPr>
            <p:spPr bwMode="auto">
              <a:xfrm>
                <a:off x="7078908" y="5461438"/>
                <a:ext cx="418534" cy="417450"/>
              </a:xfrm>
              <a:custGeom>
                <a:avLst/>
                <a:gdLst>
                  <a:gd name="T0" fmla="*/ 84 w 163"/>
                  <a:gd name="T1" fmla="*/ 129 h 163"/>
                  <a:gd name="T2" fmla="*/ 46 w 163"/>
                  <a:gd name="T3" fmla="*/ 50 h 163"/>
                  <a:gd name="T4" fmla="*/ 81 w 163"/>
                  <a:gd name="T5" fmla="*/ 34 h 163"/>
                  <a:gd name="T6" fmla="*/ 127 w 163"/>
                  <a:gd name="T7" fmla="*/ 89 h 163"/>
                  <a:gd name="T8" fmla="*/ 147 w 163"/>
                  <a:gd name="T9" fmla="*/ 94 h 163"/>
                  <a:gd name="T10" fmla="*/ 162 w 163"/>
                  <a:gd name="T11" fmla="*/ 86 h 163"/>
                  <a:gd name="T12" fmla="*/ 162 w 163"/>
                  <a:gd name="T13" fmla="*/ 70 h 163"/>
                  <a:gd name="T14" fmla="*/ 144 w 163"/>
                  <a:gd name="T15" fmla="*/ 59 h 163"/>
                  <a:gd name="T16" fmla="*/ 154 w 163"/>
                  <a:gd name="T17" fmla="*/ 45 h 163"/>
                  <a:gd name="T18" fmla="*/ 145 w 163"/>
                  <a:gd name="T19" fmla="*/ 32 h 163"/>
                  <a:gd name="T20" fmla="*/ 125 w 163"/>
                  <a:gd name="T21" fmla="*/ 30 h 163"/>
                  <a:gd name="T22" fmla="*/ 126 w 163"/>
                  <a:gd name="T23" fmla="*/ 13 h 163"/>
                  <a:gd name="T24" fmla="*/ 112 w 163"/>
                  <a:gd name="T25" fmla="*/ 6 h 163"/>
                  <a:gd name="T26" fmla="*/ 93 w 163"/>
                  <a:gd name="T27" fmla="*/ 15 h 163"/>
                  <a:gd name="T28" fmla="*/ 86 w 163"/>
                  <a:gd name="T29" fmla="*/ 0 h 163"/>
                  <a:gd name="T30" fmla="*/ 70 w 163"/>
                  <a:gd name="T31" fmla="*/ 1 h 163"/>
                  <a:gd name="T32" fmla="*/ 58 w 163"/>
                  <a:gd name="T33" fmla="*/ 18 h 163"/>
                  <a:gd name="T34" fmla="*/ 44 w 163"/>
                  <a:gd name="T35" fmla="*/ 9 h 163"/>
                  <a:gd name="T36" fmla="*/ 31 w 163"/>
                  <a:gd name="T37" fmla="*/ 17 h 163"/>
                  <a:gd name="T38" fmla="*/ 31 w 163"/>
                  <a:gd name="T39" fmla="*/ 36 h 163"/>
                  <a:gd name="T40" fmla="*/ 15 w 163"/>
                  <a:gd name="T41" fmla="*/ 33 h 163"/>
                  <a:gd name="T42" fmla="*/ 8 w 163"/>
                  <a:gd name="T43" fmla="*/ 47 h 163"/>
                  <a:gd name="T44" fmla="*/ 18 w 163"/>
                  <a:gd name="T45" fmla="*/ 59 h 163"/>
                  <a:gd name="T46" fmla="*/ 0 w 163"/>
                  <a:gd name="T47" fmla="*/ 73 h 163"/>
                  <a:gd name="T48" fmla="*/ 0 w 163"/>
                  <a:gd name="T49" fmla="*/ 88 h 163"/>
                  <a:gd name="T50" fmla="*/ 15 w 163"/>
                  <a:gd name="T51" fmla="*/ 94 h 163"/>
                  <a:gd name="T52" fmla="*/ 6 w 163"/>
                  <a:gd name="T53" fmla="*/ 114 h 163"/>
                  <a:gd name="T54" fmla="*/ 15 w 163"/>
                  <a:gd name="T55" fmla="*/ 128 h 163"/>
                  <a:gd name="T56" fmla="*/ 30 w 163"/>
                  <a:gd name="T57" fmla="*/ 125 h 163"/>
                  <a:gd name="T58" fmla="*/ 33 w 163"/>
                  <a:gd name="T59" fmla="*/ 148 h 163"/>
                  <a:gd name="T60" fmla="*/ 47 w 163"/>
                  <a:gd name="T61" fmla="*/ 155 h 163"/>
                  <a:gd name="T62" fmla="*/ 59 w 163"/>
                  <a:gd name="T63" fmla="*/ 145 h 163"/>
                  <a:gd name="T64" fmla="*/ 72 w 163"/>
                  <a:gd name="T65" fmla="*/ 163 h 163"/>
                  <a:gd name="T66" fmla="*/ 88 w 163"/>
                  <a:gd name="T67" fmla="*/ 162 h 163"/>
                  <a:gd name="T68" fmla="*/ 94 w 163"/>
                  <a:gd name="T69" fmla="*/ 148 h 163"/>
                  <a:gd name="T70" fmla="*/ 89 w 163"/>
                  <a:gd name="T71" fmla="*/ 128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63" h="163">
                    <a:moveTo>
                      <a:pt x="89" y="128"/>
                    </a:moveTo>
                    <a:cubicBezTo>
                      <a:pt x="88" y="128"/>
                      <a:pt x="86" y="129"/>
                      <a:pt x="84" y="129"/>
                    </a:cubicBezTo>
                    <a:cubicBezTo>
                      <a:pt x="58" y="130"/>
                      <a:pt x="36" y="110"/>
                      <a:pt x="35" y="84"/>
                    </a:cubicBezTo>
                    <a:cubicBezTo>
                      <a:pt x="34" y="71"/>
                      <a:pt x="38" y="59"/>
                      <a:pt x="46" y="50"/>
                    </a:cubicBezTo>
                    <a:cubicBezTo>
                      <a:pt x="55" y="40"/>
                      <a:pt x="66" y="35"/>
                      <a:pt x="79" y="34"/>
                    </a:cubicBezTo>
                    <a:cubicBezTo>
                      <a:pt x="79" y="34"/>
                      <a:pt x="80" y="34"/>
                      <a:pt x="81" y="34"/>
                    </a:cubicBezTo>
                    <a:cubicBezTo>
                      <a:pt x="106" y="34"/>
                      <a:pt x="127" y="54"/>
                      <a:pt x="128" y="79"/>
                    </a:cubicBezTo>
                    <a:cubicBezTo>
                      <a:pt x="128" y="82"/>
                      <a:pt x="128" y="85"/>
                      <a:pt x="127" y="89"/>
                    </a:cubicBezTo>
                    <a:cubicBezTo>
                      <a:pt x="144" y="105"/>
                      <a:pt x="144" y="105"/>
                      <a:pt x="144" y="105"/>
                    </a:cubicBezTo>
                    <a:cubicBezTo>
                      <a:pt x="145" y="101"/>
                      <a:pt x="146" y="97"/>
                      <a:pt x="147" y="94"/>
                    </a:cubicBezTo>
                    <a:cubicBezTo>
                      <a:pt x="163" y="90"/>
                      <a:pt x="163" y="90"/>
                      <a:pt x="163" y="90"/>
                    </a:cubicBezTo>
                    <a:cubicBezTo>
                      <a:pt x="162" y="86"/>
                      <a:pt x="162" y="86"/>
                      <a:pt x="162" y="86"/>
                    </a:cubicBezTo>
                    <a:cubicBezTo>
                      <a:pt x="162" y="75"/>
                      <a:pt x="162" y="75"/>
                      <a:pt x="162" y="75"/>
                    </a:cubicBezTo>
                    <a:cubicBezTo>
                      <a:pt x="162" y="70"/>
                      <a:pt x="162" y="70"/>
                      <a:pt x="162" y="70"/>
                    </a:cubicBezTo>
                    <a:cubicBezTo>
                      <a:pt x="147" y="69"/>
                      <a:pt x="147" y="69"/>
                      <a:pt x="147" y="69"/>
                    </a:cubicBezTo>
                    <a:cubicBezTo>
                      <a:pt x="146" y="66"/>
                      <a:pt x="145" y="62"/>
                      <a:pt x="144" y="59"/>
                    </a:cubicBezTo>
                    <a:cubicBezTo>
                      <a:pt x="156" y="48"/>
                      <a:pt x="156" y="48"/>
                      <a:pt x="156" y="48"/>
                    </a:cubicBezTo>
                    <a:cubicBezTo>
                      <a:pt x="154" y="45"/>
                      <a:pt x="154" y="45"/>
                      <a:pt x="154" y="45"/>
                    </a:cubicBezTo>
                    <a:cubicBezTo>
                      <a:pt x="148" y="35"/>
                      <a:pt x="148" y="35"/>
                      <a:pt x="148" y="35"/>
                    </a:cubicBezTo>
                    <a:cubicBezTo>
                      <a:pt x="145" y="32"/>
                      <a:pt x="145" y="32"/>
                      <a:pt x="145" y="32"/>
                    </a:cubicBezTo>
                    <a:cubicBezTo>
                      <a:pt x="132" y="38"/>
                      <a:pt x="132" y="38"/>
                      <a:pt x="132" y="38"/>
                    </a:cubicBezTo>
                    <a:cubicBezTo>
                      <a:pt x="130" y="35"/>
                      <a:pt x="127" y="32"/>
                      <a:pt x="125" y="30"/>
                    </a:cubicBezTo>
                    <a:cubicBezTo>
                      <a:pt x="130" y="15"/>
                      <a:pt x="130" y="15"/>
                      <a:pt x="130" y="15"/>
                    </a:cubicBezTo>
                    <a:cubicBezTo>
                      <a:pt x="126" y="13"/>
                      <a:pt x="126" y="13"/>
                      <a:pt x="126" y="13"/>
                    </a:cubicBezTo>
                    <a:cubicBezTo>
                      <a:pt x="116" y="8"/>
                      <a:pt x="116" y="8"/>
                      <a:pt x="116" y="8"/>
                    </a:cubicBezTo>
                    <a:cubicBezTo>
                      <a:pt x="112" y="6"/>
                      <a:pt x="112" y="6"/>
                      <a:pt x="112" y="6"/>
                    </a:cubicBezTo>
                    <a:cubicBezTo>
                      <a:pt x="104" y="18"/>
                      <a:pt x="104" y="18"/>
                      <a:pt x="104" y="18"/>
                    </a:cubicBezTo>
                    <a:cubicBezTo>
                      <a:pt x="100" y="17"/>
                      <a:pt x="97" y="16"/>
                      <a:pt x="93" y="15"/>
                    </a:cubicBezTo>
                    <a:cubicBezTo>
                      <a:pt x="90" y="0"/>
                      <a:pt x="90" y="0"/>
                      <a:pt x="90" y="0"/>
                    </a:cubicBezTo>
                    <a:cubicBezTo>
                      <a:pt x="86" y="0"/>
                      <a:pt x="86" y="0"/>
                      <a:pt x="86" y="0"/>
                    </a:cubicBezTo>
                    <a:cubicBezTo>
                      <a:pt x="75" y="1"/>
                      <a:pt x="75" y="1"/>
                      <a:pt x="75" y="1"/>
                    </a:cubicBezTo>
                    <a:cubicBezTo>
                      <a:pt x="70" y="1"/>
                      <a:pt x="70" y="1"/>
                      <a:pt x="70" y="1"/>
                    </a:cubicBezTo>
                    <a:cubicBezTo>
                      <a:pt x="69" y="15"/>
                      <a:pt x="69" y="15"/>
                      <a:pt x="69" y="15"/>
                    </a:cubicBezTo>
                    <a:cubicBezTo>
                      <a:pt x="65" y="16"/>
                      <a:pt x="62" y="17"/>
                      <a:pt x="58" y="18"/>
                    </a:cubicBezTo>
                    <a:cubicBezTo>
                      <a:pt x="48" y="6"/>
                      <a:pt x="48" y="6"/>
                      <a:pt x="48" y="6"/>
                    </a:cubicBezTo>
                    <a:cubicBezTo>
                      <a:pt x="44" y="9"/>
                      <a:pt x="44" y="9"/>
                      <a:pt x="44" y="9"/>
                    </a:cubicBezTo>
                    <a:cubicBezTo>
                      <a:pt x="35" y="15"/>
                      <a:pt x="35" y="15"/>
                      <a:pt x="35" y="15"/>
                    </a:cubicBezTo>
                    <a:cubicBezTo>
                      <a:pt x="31" y="17"/>
                      <a:pt x="31" y="17"/>
                      <a:pt x="31" y="17"/>
                    </a:cubicBezTo>
                    <a:cubicBezTo>
                      <a:pt x="37" y="30"/>
                      <a:pt x="37" y="30"/>
                      <a:pt x="37" y="30"/>
                    </a:cubicBezTo>
                    <a:cubicBezTo>
                      <a:pt x="35" y="32"/>
                      <a:pt x="33" y="34"/>
                      <a:pt x="31" y="36"/>
                    </a:cubicBezTo>
                    <a:cubicBezTo>
                      <a:pt x="31" y="37"/>
                      <a:pt x="30" y="37"/>
                      <a:pt x="30" y="38"/>
                    </a:cubicBezTo>
                    <a:cubicBezTo>
                      <a:pt x="15" y="33"/>
                      <a:pt x="15" y="33"/>
                      <a:pt x="15" y="33"/>
                    </a:cubicBezTo>
                    <a:cubicBezTo>
                      <a:pt x="13" y="37"/>
                      <a:pt x="13" y="37"/>
                      <a:pt x="13" y="37"/>
                    </a:cubicBezTo>
                    <a:cubicBezTo>
                      <a:pt x="8" y="47"/>
                      <a:pt x="8" y="47"/>
                      <a:pt x="8" y="47"/>
                    </a:cubicBezTo>
                    <a:cubicBezTo>
                      <a:pt x="6" y="51"/>
                      <a:pt x="6" y="51"/>
                      <a:pt x="6" y="51"/>
                    </a:cubicBezTo>
                    <a:cubicBezTo>
                      <a:pt x="18" y="59"/>
                      <a:pt x="18" y="59"/>
                      <a:pt x="18" y="59"/>
                    </a:cubicBezTo>
                    <a:cubicBezTo>
                      <a:pt x="17" y="63"/>
                      <a:pt x="16" y="66"/>
                      <a:pt x="15" y="69"/>
                    </a:cubicBezTo>
                    <a:cubicBezTo>
                      <a:pt x="0" y="73"/>
                      <a:pt x="0" y="73"/>
                      <a:pt x="0" y="73"/>
                    </a:cubicBezTo>
                    <a:cubicBezTo>
                      <a:pt x="0" y="77"/>
                      <a:pt x="0" y="77"/>
                      <a:pt x="0" y="77"/>
                    </a:cubicBezTo>
                    <a:cubicBezTo>
                      <a:pt x="0" y="88"/>
                      <a:pt x="0" y="88"/>
                      <a:pt x="0" y="88"/>
                    </a:cubicBezTo>
                    <a:cubicBezTo>
                      <a:pt x="1" y="92"/>
                      <a:pt x="1" y="92"/>
                      <a:pt x="1" y="92"/>
                    </a:cubicBezTo>
                    <a:cubicBezTo>
                      <a:pt x="15" y="94"/>
                      <a:pt x="15" y="94"/>
                      <a:pt x="15" y="94"/>
                    </a:cubicBezTo>
                    <a:cubicBezTo>
                      <a:pt x="16" y="97"/>
                      <a:pt x="17" y="101"/>
                      <a:pt x="18" y="104"/>
                    </a:cubicBezTo>
                    <a:cubicBezTo>
                      <a:pt x="6" y="114"/>
                      <a:pt x="6" y="114"/>
                      <a:pt x="6" y="114"/>
                    </a:cubicBezTo>
                    <a:cubicBezTo>
                      <a:pt x="9" y="118"/>
                      <a:pt x="9" y="118"/>
                      <a:pt x="9" y="118"/>
                    </a:cubicBezTo>
                    <a:cubicBezTo>
                      <a:pt x="15" y="128"/>
                      <a:pt x="15" y="128"/>
                      <a:pt x="15" y="128"/>
                    </a:cubicBezTo>
                    <a:cubicBezTo>
                      <a:pt x="17" y="131"/>
                      <a:pt x="17" y="131"/>
                      <a:pt x="17" y="131"/>
                    </a:cubicBezTo>
                    <a:cubicBezTo>
                      <a:pt x="30" y="125"/>
                      <a:pt x="30" y="125"/>
                      <a:pt x="30" y="125"/>
                    </a:cubicBezTo>
                    <a:cubicBezTo>
                      <a:pt x="33" y="128"/>
                      <a:pt x="35" y="130"/>
                      <a:pt x="38" y="133"/>
                    </a:cubicBezTo>
                    <a:cubicBezTo>
                      <a:pt x="33" y="148"/>
                      <a:pt x="33" y="148"/>
                      <a:pt x="33" y="148"/>
                    </a:cubicBezTo>
                    <a:cubicBezTo>
                      <a:pt x="37" y="150"/>
                      <a:pt x="37" y="150"/>
                      <a:pt x="37" y="150"/>
                    </a:cubicBezTo>
                    <a:cubicBezTo>
                      <a:pt x="47" y="155"/>
                      <a:pt x="47" y="155"/>
                      <a:pt x="47" y="155"/>
                    </a:cubicBezTo>
                    <a:cubicBezTo>
                      <a:pt x="51" y="157"/>
                      <a:pt x="51" y="157"/>
                      <a:pt x="51" y="157"/>
                    </a:cubicBezTo>
                    <a:cubicBezTo>
                      <a:pt x="59" y="145"/>
                      <a:pt x="59" y="145"/>
                      <a:pt x="59" y="145"/>
                    </a:cubicBezTo>
                    <a:cubicBezTo>
                      <a:pt x="62" y="146"/>
                      <a:pt x="66" y="147"/>
                      <a:pt x="69" y="148"/>
                    </a:cubicBezTo>
                    <a:cubicBezTo>
                      <a:pt x="72" y="163"/>
                      <a:pt x="72" y="163"/>
                      <a:pt x="72" y="163"/>
                    </a:cubicBezTo>
                    <a:cubicBezTo>
                      <a:pt x="77" y="163"/>
                      <a:pt x="77" y="163"/>
                      <a:pt x="77" y="163"/>
                    </a:cubicBezTo>
                    <a:cubicBezTo>
                      <a:pt x="88" y="162"/>
                      <a:pt x="88" y="162"/>
                      <a:pt x="88" y="162"/>
                    </a:cubicBezTo>
                    <a:cubicBezTo>
                      <a:pt x="92" y="162"/>
                      <a:pt x="92" y="162"/>
                      <a:pt x="92" y="162"/>
                    </a:cubicBezTo>
                    <a:cubicBezTo>
                      <a:pt x="94" y="148"/>
                      <a:pt x="94" y="148"/>
                      <a:pt x="94" y="148"/>
                    </a:cubicBezTo>
                    <a:cubicBezTo>
                      <a:pt x="98" y="147"/>
                      <a:pt x="102" y="146"/>
                      <a:pt x="105" y="144"/>
                    </a:cubicBezTo>
                    <a:lnTo>
                      <a:pt x="89" y="12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9" name="Freeform 237"/>
              <p:cNvSpPr/>
              <p:nvPr/>
            </p:nvSpPr>
            <p:spPr bwMode="auto">
              <a:xfrm>
                <a:off x="7197095" y="5576372"/>
                <a:ext cx="312274" cy="312274"/>
              </a:xfrm>
              <a:custGeom>
                <a:avLst/>
                <a:gdLst>
                  <a:gd name="T0" fmla="*/ 122 w 122"/>
                  <a:gd name="T1" fmla="*/ 101 h 122"/>
                  <a:gd name="T2" fmla="*/ 119 w 122"/>
                  <a:gd name="T3" fmla="*/ 94 h 122"/>
                  <a:gd name="T4" fmla="*/ 67 w 122"/>
                  <a:gd name="T5" fmla="*/ 43 h 122"/>
                  <a:gd name="T6" fmla="*/ 58 w 122"/>
                  <a:gd name="T7" fmla="*/ 12 h 122"/>
                  <a:gd name="T8" fmla="*/ 23 w 122"/>
                  <a:gd name="T9" fmla="*/ 5 h 122"/>
                  <a:gd name="T10" fmla="*/ 41 w 122"/>
                  <a:gd name="T11" fmla="*/ 23 h 122"/>
                  <a:gd name="T12" fmla="*/ 41 w 122"/>
                  <a:gd name="T13" fmla="*/ 29 h 122"/>
                  <a:gd name="T14" fmla="*/ 29 w 122"/>
                  <a:gd name="T15" fmla="*/ 41 h 122"/>
                  <a:gd name="T16" fmla="*/ 23 w 122"/>
                  <a:gd name="T17" fmla="*/ 41 h 122"/>
                  <a:gd name="T18" fmla="*/ 5 w 122"/>
                  <a:gd name="T19" fmla="*/ 23 h 122"/>
                  <a:gd name="T20" fmla="*/ 12 w 122"/>
                  <a:gd name="T21" fmla="*/ 58 h 122"/>
                  <a:gd name="T22" fmla="*/ 43 w 122"/>
                  <a:gd name="T23" fmla="*/ 67 h 122"/>
                  <a:gd name="T24" fmla="*/ 94 w 122"/>
                  <a:gd name="T25" fmla="*/ 119 h 122"/>
                  <a:gd name="T26" fmla="*/ 101 w 122"/>
                  <a:gd name="T27" fmla="*/ 122 h 122"/>
                  <a:gd name="T28" fmla="*/ 122 w 122"/>
                  <a:gd name="T29" fmla="*/ 101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2" h="122">
                    <a:moveTo>
                      <a:pt x="122" y="101"/>
                    </a:moveTo>
                    <a:cubicBezTo>
                      <a:pt x="122" y="99"/>
                      <a:pt x="121" y="95"/>
                      <a:pt x="119" y="94"/>
                    </a:cubicBezTo>
                    <a:cubicBezTo>
                      <a:pt x="102" y="77"/>
                      <a:pt x="84" y="60"/>
                      <a:pt x="67" y="43"/>
                    </a:cubicBezTo>
                    <a:cubicBezTo>
                      <a:pt x="69" y="32"/>
                      <a:pt x="66" y="21"/>
                      <a:pt x="58" y="12"/>
                    </a:cubicBezTo>
                    <a:cubicBezTo>
                      <a:pt x="49" y="3"/>
                      <a:pt x="35" y="0"/>
                      <a:pt x="23" y="5"/>
                    </a:cubicBezTo>
                    <a:cubicBezTo>
                      <a:pt x="41" y="23"/>
                      <a:pt x="41" y="23"/>
                      <a:pt x="41" y="23"/>
                    </a:cubicBezTo>
                    <a:cubicBezTo>
                      <a:pt x="42" y="25"/>
                      <a:pt x="42" y="27"/>
                      <a:pt x="41" y="29"/>
                    </a:cubicBezTo>
                    <a:cubicBezTo>
                      <a:pt x="29" y="41"/>
                      <a:pt x="29" y="41"/>
                      <a:pt x="29" y="41"/>
                    </a:cubicBezTo>
                    <a:cubicBezTo>
                      <a:pt x="27" y="43"/>
                      <a:pt x="25" y="43"/>
                      <a:pt x="23" y="41"/>
                    </a:cubicBezTo>
                    <a:cubicBezTo>
                      <a:pt x="5" y="23"/>
                      <a:pt x="5" y="23"/>
                      <a:pt x="5" y="23"/>
                    </a:cubicBezTo>
                    <a:cubicBezTo>
                      <a:pt x="0" y="35"/>
                      <a:pt x="3" y="49"/>
                      <a:pt x="12" y="58"/>
                    </a:cubicBezTo>
                    <a:cubicBezTo>
                      <a:pt x="20" y="66"/>
                      <a:pt x="32" y="69"/>
                      <a:pt x="43" y="67"/>
                    </a:cubicBezTo>
                    <a:cubicBezTo>
                      <a:pt x="60" y="84"/>
                      <a:pt x="77" y="102"/>
                      <a:pt x="94" y="119"/>
                    </a:cubicBezTo>
                    <a:cubicBezTo>
                      <a:pt x="95" y="121"/>
                      <a:pt x="98" y="122"/>
                      <a:pt x="101" y="122"/>
                    </a:cubicBezTo>
                    <a:cubicBezTo>
                      <a:pt x="111" y="120"/>
                      <a:pt x="120" y="112"/>
                      <a:pt x="122" y="1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60" name="组合 459"/>
            <p:cNvGrpSpPr/>
            <p:nvPr/>
          </p:nvGrpSpPr>
          <p:grpSpPr>
            <a:xfrm>
              <a:off x="4774057" y="-1006987"/>
              <a:ext cx="260614" cy="299094"/>
              <a:chOff x="2733098" y="4187405"/>
              <a:chExt cx="484675" cy="556238"/>
            </a:xfrm>
            <a:solidFill>
              <a:schemeClr val="bg1">
                <a:lumMod val="50000"/>
              </a:schemeClr>
            </a:solidFill>
          </p:grpSpPr>
          <p:sp>
            <p:nvSpPr>
              <p:cNvPr id="461" name="Oval 302"/>
              <p:cNvSpPr>
                <a:spLocks noChangeArrowheads="1"/>
              </p:cNvSpPr>
              <p:nvPr/>
            </p:nvSpPr>
            <p:spPr bwMode="auto">
              <a:xfrm>
                <a:off x="2849117" y="4187405"/>
                <a:ext cx="84574" cy="107344"/>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2" name="Freeform 303"/>
              <p:cNvSpPr>
                <a:spLocks noEditPoints="1"/>
              </p:cNvSpPr>
              <p:nvPr/>
            </p:nvSpPr>
            <p:spPr bwMode="auto">
              <a:xfrm>
                <a:off x="2733098" y="4304508"/>
                <a:ext cx="310105" cy="439135"/>
              </a:xfrm>
              <a:custGeom>
                <a:avLst/>
                <a:gdLst>
                  <a:gd name="T0" fmla="*/ 121 w 121"/>
                  <a:gd name="T1" fmla="*/ 26 h 171"/>
                  <a:gd name="T2" fmla="*/ 120 w 121"/>
                  <a:gd name="T3" fmla="*/ 26 h 171"/>
                  <a:gd name="T4" fmla="*/ 114 w 121"/>
                  <a:gd name="T5" fmla="*/ 21 h 171"/>
                  <a:gd name="T6" fmla="*/ 90 w 121"/>
                  <a:gd name="T7" fmla="*/ 3 h 171"/>
                  <a:gd name="T8" fmla="*/ 84 w 121"/>
                  <a:gd name="T9" fmla="*/ 1 h 171"/>
                  <a:gd name="T10" fmla="*/ 76 w 121"/>
                  <a:gd name="T11" fmla="*/ 1 h 171"/>
                  <a:gd name="T12" fmla="*/ 74 w 121"/>
                  <a:gd name="T13" fmla="*/ 11 h 171"/>
                  <a:gd name="T14" fmla="*/ 67 w 121"/>
                  <a:gd name="T15" fmla="*/ 42 h 171"/>
                  <a:gd name="T16" fmla="*/ 67 w 121"/>
                  <a:gd name="T17" fmla="*/ 7 h 171"/>
                  <a:gd name="T18" fmla="*/ 58 w 121"/>
                  <a:gd name="T19" fmla="*/ 0 h 171"/>
                  <a:gd name="T20" fmla="*/ 58 w 121"/>
                  <a:gd name="T21" fmla="*/ 9 h 171"/>
                  <a:gd name="T22" fmla="*/ 45 w 121"/>
                  <a:gd name="T23" fmla="*/ 18 h 171"/>
                  <a:gd name="T24" fmla="*/ 40 w 121"/>
                  <a:gd name="T25" fmla="*/ 7 h 171"/>
                  <a:gd name="T26" fmla="*/ 47 w 121"/>
                  <a:gd name="T27" fmla="*/ 0 h 171"/>
                  <a:gd name="T28" fmla="*/ 38 w 121"/>
                  <a:gd name="T29" fmla="*/ 1 h 171"/>
                  <a:gd name="T30" fmla="*/ 3 w 121"/>
                  <a:gd name="T31" fmla="*/ 35 h 171"/>
                  <a:gd name="T32" fmla="*/ 3 w 121"/>
                  <a:gd name="T33" fmla="*/ 36 h 171"/>
                  <a:gd name="T34" fmla="*/ 1 w 121"/>
                  <a:gd name="T35" fmla="*/ 48 h 171"/>
                  <a:gd name="T36" fmla="*/ 2 w 121"/>
                  <a:gd name="T37" fmla="*/ 48 h 171"/>
                  <a:gd name="T38" fmla="*/ 2 w 121"/>
                  <a:gd name="T39" fmla="*/ 50 h 171"/>
                  <a:gd name="T40" fmla="*/ 6 w 121"/>
                  <a:gd name="T41" fmla="*/ 57 h 171"/>
                  <a:gd name="T42" fmla="*/ 20 w 121"/>
                  <a:gd name="T43" fmla="*/ 85 h 171"/>
                  <a:gd name="T44" fmla="*/ 33 w 121"/>
                  <a:gd name="T45" fmla="*/ 90 h 171"/>
                  <a:gd name="T46" fmla="*/ 35 w 121"/>
                  <a:gd name="T47" fmla="*/ 90 h 171"/>
                  <a:gd name="T48" fmla="*/ 60 w 121"/>
                  <a:gd name="T49" fmla="*/ 171 h 171"/>
                  <a:gd name="T50" fmla="*/ 56 w 121"/>
                  <a:gd name="T51" fmla="*/ 110 h 171"/>
                  <a:gd name="T52" fmla="*/ 89 w 121"/>
                  <a:gd name="T53" fmla="*/ 33 h 171"/>
                  <a:gd name="T54" fmla="*/ 93 w 121"/>
                  <a:gd name="T55" fmla="*/ 31 h 171"/>
                  <a:gd name="T56" fmla="*/ 75 w 121"/>
                  <a:gd name="T57" fmla="*/ 45 h 171"/>
                  <a:gd name="T58" fmla="*/ 89 w 121"/>
                  <a:gd name="T59" fmla="*/ 33 h 171"/>
                  <a:gd name="T60" fmla="*/ 30 w 121"/>
                  <a:gd name="T61" fmla="*/ 55 h 171"/>
                  <a:gd name="T62" fmla="*/ 24 w 121"/>
                  <a:gd name="T63" fmla="*/ 44 h 171"/>
                  <a:gd name="T64" fmla="*/ 33 w 121"/>
                  <a:gd name="T65" fmla="*/ 60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1" h="171">
                    <a:moveTo>
                      <a:pt x="120" y="42"/>
                    </a:moveTo>
                    <a:cubicBezTo>
                      <a:pt x="120" y="35"/>
                      <a:pt x="121" y="24"/>
                      <a:pt x="121" y="26"/>
                    </a:cubicBezTo>
                    <a:cubicBezTo>
                      <a:pt x="121" y="26"/>
                      <a:pt x="121" y="26"/>
                      <a:pt x="121" y="26"/>
                    </a:cubicBezTo>
                    <a:cubicBezTo>
                      <a:pt x="120" y="26"/>
                      <a:pt x="120" y="26"/>
                      <a:pt x="120" y="26"/>
                    </a:cubicBezTo>
                    <a:cubicBezTo>
                      <a:pt x="118" y="24"/>
                      <a:pt x="118" y="24"/>
                      <a:pt x="118" y="24"/>
                    </a:cubicBezTo>
                    <a:cubicBezTo>
                      <a:pt x="114" y="21"/>
                      <a:pt x="114" y="21"/>
                      <a:pt x="114" y="21"/>
                    </a:cubicBezTo>
                    <a:cubicBezTo>
                      <a:pt x="106" y="15"/>
                      <a:pt x="106" y="15"/>
                      <a:pt x="106" y="15"/>
                    </a:cubicBezTo>
                    <a:cubicBezTo>
                      <a:pt x="90" y="3"/>
                      <a:pt x="90" y="3"/>
                      <a:pt x="90" y="3"/>
                    </a:cubicBezTo>
                    <a:cubicBezTo>
                      <a:pt x="88" y="2"/>
                      <a:pt x="86" y="1"/>
                      <a:pt x="84" y="1"/>
                    </a:cubicBezTo>
                    <a:cubicBezTo>
                      <a:pt x="84" y="1"/>
                      <a:pt x="84" y="1"/>
                      <a:pt x="84" y="1"/>
                    </a:cubicBezTo>
                    <a:cubicBezTo>
                      <a:pt x="81" y="1"/>
                      <a:pt x="78" y="1"/>
                      <a:pt x="76" y="0"/>
                    </a:cubicBezTo>
                    <a:cubicBezTo>
                      <a:pt x="76" y="1"/>
                      <a:pt x="76" y="1"/>
                      <a:pt x="76" y="1"/>
                    </a:cubicBezTo>
                    <a:cubicBezTo>
                      <a:pt x="83" y="7"/>
                      <a:pt x="83" y="7"/>
                      <a:pt x="83" y="7"/>
                    </a:cubicBezTo>
                    <a:cubicBezTo>
                      <a:pt x="74" y="11"/>
                      <a:pt x="74" y="11"/>
                      <a:pt x="74" y="11"/>
                    </a:cubicBezTo>
                    <a:cubicBezTo>
                      <a:pt x="78" y="18"/>
                      <a:pt x="78" y="18"/>
                      <a:pt x="78" y="18"/>
                    </a:cubicBezTo>
                    <a:cubicBezTo>
                      <a:pt x="67" y="42"/>
                      <a:pt x="67" y="42"/>
                      <a:pt x="67" y="42"/>
                    </a:cubicBezTo>
                    <a:cubicBezTo>
                      <a:pt x="65" y="9"/>
                      <a:pt x="65" y="9"/>
                      <a:pt x="65" y="9"/>
                    </a:cubicBezTo>
                    <a:cubicBezTo>
                      <a:pt x="67" y="7"/>
                      <a:pt x="67" y="7"/>
                      <a:pt x="67" y="7"/>
                    </a:cubicBezTo>
                    <a:cubicBezTo>
                      <a:pt x="65" y="0"/>
                      <a:pt x="65" y="0"/>
                      <a:pt x="65" y="0"/>
                    </a:cubicBezTo>
                    <a:cubicBezTo>
                      <a:pt x="58" y="0"/>
                      <a:pt x="58" y="0"/>
                      <a:pt x="58" y="0"/>
                    </a:cubicBezTo>
                    <a:cubicBezTo>
                      <a:pt x="56" y="7"/>
                      <a:pt x="56" y="7"/>
                      <a:pt x="56" y="7"/>
                    </a:cubicBezTo>
                    <a:cubicBezTo>
                      <a:pt x="58" y="9"/>
                      <a:pt x="58" y="9"/>
                      <a:pt x="58" y="9"/>
                    </a:cubicBezTo>
                    <a:cubicBezTo>
                      <a:pt x="56" y="42"/>
                      <a:pt x="56" y="42"/>
                      <a:pt x="56" y="42"/>
                    </a:cubicBezTo>
                    <a:cubicBezTo>
                      <a:pt x="45" y="18"/>
                      <a:pt x="45" y="18"/>
                      <a:pt x="45" y="18"/>
                    </a:cubicBezTo>
                    <a:cubicBezTo>
                      <a:pt x="49" y="11"/>
                      <a:pt x="49" y="11"/>
                      <a:pt x="49" y="11"/>
                    </a:cubicBezTo>
                    <a:cubicBezTo>
                      <a:pt x="40" y="7"/>
                      <a:pt x="40" y="7"/>
                      <a:pt x="40" y="7"/>
                    </a:cubicBezTo>
                    <a:cubicBezTo>
                      <a:pt x="47" y="1"/>
                      <a:pt x="47" y="1"/>
                      <a:pt x="47" y="1"/>
                    </a:cubicBezTo>
                    <a:cubicBezTo>
                      <a:pt x="47" y="0"/>
                      <a:pt x="47" y="0"/>
                      <a:pt x="47" y="0"/>
                    </a:cubicBezTo>
                    <a:cubicBezTo>
                      <a:pt x="45" y="1"/>
                      <a:pt x="42" y="1"/>
                      <a:pt x="39" y="1"/>
                    </a:cubicBezTo>
                    <a:cubicBezTo>
                      <a:pt x="39" y="1"/>
                      <a:pt x="39" y="1"/>
                      <a:pt x="38" y="1"/>
                    </a:cubicBezTo>
                    <a:cubicBezTo>
                      <a:pt x="36" y="2"/>
                      <a:pt x="33" y="3"/>
                      <a:pt x="31" y="5"/>
                    </a:cubicBezTo>
                    <a:cubicBezTo>
                      <a:pt x="3" y="35"/>
                      <a:pt x="3" y="35"/>
                      <a:pt x="3" y="35"/>
                    </a:cubicBezTo>
                    <a:cubicBezTo>
                      <a:pt x="3" y="36"/>
                      <a:pt x="3" y="36"/>
                      <a:pt x="3" y="36"/>
                    </a:cubicBezTo>
                    <a:cubicBezTo>
                      <a:pt x="3" y="36"/>
                      <a:pt x="3" y="36"/>
                      <a:pt x="3" y="36"/>
                    </a:cubicBezTo>
                    <a:cubicBezTo>
                      <a:pt x="0" y="60"/>
                      <a:pt x="2" y="42"/>
                      <a:pt x="1" y="48"/>
                    </a:cubicBezTo>
                    <a:cubicBezTo>
                      <a:pt x="1" y="48"/>
                      <a:pt x="1" y="48"/>
                      <a:pt x="1" y="48"/>
                    </a:cubicBezTo>
                    <a:cubicBezTo>
                      <a:pt x="1" y="48"/>
                      <a:pt x="1" y="48"/>
                      <a:pt x="1" y="48"/>
                    </a:cubicBezTo>
                    <a:cubicBezTo>
                      <a:pt x="2" y="48"/>
                      <a:pt x="2" y="48"/>
                      <a:pt x="2" y="48"/>
                    </a:cubicBezTo>
                    <a:cubicBezTo>
                      <a:pt x="2" y="49"/>
                      <a:pt x="2" y="49"/>
                      <a:pt x="2" y="49"/>
                    </a:cubicBezTo>
                    <a:cubicBezTo>
                      <a:pt x="2" y="50"/>
                      <a:pt x="2" y="50"/>
                      <a:pt x="2" y="50"/>
                    </a:cubicBezTo>
                    <a:cubicBezTo>
                      <a:pt x="4" y="52"/>
                      <a:pt x="4" y="52"/>
                      <a:pt x="4" y="52"/>
                    </a:cubicBezTo>
                    <a:cubicBezTo>
                      <a:pt x="6" y="57"/>
                      <a:pt x="6" y="57"/>
                      <a:pt x="6" y="57"/>
                    </a:cubicBezTo>
                    <a:cubicBezTo>
                      <a:pt x="11" y="66"/>
                      <a:pt x="11" y="66"/>
                      <a:pt x="11" y="66"/>
                    </a:cubicBezTo>
                    <a:cubicBezTo>
                      <a:pt x="20" y="85"/>
                      <a:pt x="20" y="85"/>
                      <a:pt x="20" y="85"/>
                    </a:cubicBezTo>
                    <a:cubicBezTo>
                      <a:pt x="24" y="82"/>
                      <a:pt x="29" y="80"/>
                      <a:pt x="33" y="78"/>
                    </a:cubicBezTo>
                    <a:cubicBezTo>
                      <a:pt x="33" y="82"/>
                      <a:pt x="33" y="86"/>
                      <a:pt x="33" y="90"/>
                    </a:cubicBezTo>
                    <a:cubicBezTo>
                      <a:pt x="33" y="90"/>
                      <a:pt x="33" y="90"/>
                      <a:pt x="33" y="90"/>
                    </a:cubicBezTo>
                    <a:cubicBezTo>
                      <a:pt x="33" y="90"/>
                      <a:pt x="34" y="90"/>
                      <a:pt x="35" y="90"/>
                    </a:cubicBezTo>
                    <a:cubicBezTo>
                      <a:pt x="37" y="171"/>
                      <a:pt x="37" y="171"/>
                      <a:pt x="37" y="171"/>
                    </a:cubicBezTo>
                    <a:cubicBezTo>
                      <a:pt x="60" y="171"/>
                      <a:pt x="60" y="171"/>
                      <a:pt x="60" y="171"/>
                    </a:cubicBezTo>
                    <a:cubicBezTo>
                      <a:pt x="61" y="161"/>
                      <a:pt x="61" y="148"/>
                      <a:pt x="61" y="134"/>
                    </a:cubicBezTo>
                    <a:cubicBezTo>
                      <a:pt x="58" y="127"/>
                      <a:pt x="56" y="118"/>
                      <a:pt x="56" y="110"/>
                    </a:cubicBezTo>
                    <a:cubicBezTo>
                      <a:pt x="56" y="74"/>
                      <a:pt x="84" y="44"/>
                      <a:pt x="120" y="42"/>
                    </a:cubicBezTo>
                    <a:close/>
                    <a:moveTo>
                      <a:pt x="89" y="33"/>
                    </a:moveTo>
                    <a:cubicBezTo>
                      <a:pt x="89" y="31"/>
                      <a:pt x="89" y="29"/>
                      <a:pt x="89" y="27"/>
                    </a:cubicBezTo>
                    <a:cubicBezTo>
                      <a:pt x="93" y="31"/>
                      <a:pt x="93" y="31"/>
                      <a:pt x="93" y="31"/>
                    </a:cubicBezTo>
                    <a:cubicBezTo>
                      <a:pt x="96" y="33"/>
                      <a:pt x="96" y="33"/>
                      <a:pt x="96" y="33"/>
                    </a:cubicBezTo>
                    <a:cubicBezTo>
                      <a:pt x="75" y="45"/>
                      <a:pt x="75" y="45"/>
                      <a:pt x="75" y="45"/>
                    </a:cubicBezTo>
                    <a:cubicBezTo>
                      <a:pt x="74" y="42"/>
                      <a:pt x="74" y="42"/>
                      <a:pt x="74" y="42"/>
                    </a:cubicBezTo>
                    <a:lnTo>
                      <a:pt x="89" y="33"/>
                    </a:lnTo>
                    <a:close/>
                    <a:moveTo>
                      <a:pt x="33" y="60"/>
                    </a:moveTo>
                    <a:cubicBezTo>
                      <a:pt x="30" y="55"/>
                      <a:pt x="30" y="55"/>
                      <a:pt x="30" y="55"/>
                    </a:cubicBezTo>
                    <a:cubicBezTo>
                      <a:pt x="25" y="46"/>
                      <a:pt x="25" y="46"/>
                      <a:pt x="25" y="46"/>
                    </a:cubicBezTo>
                    <a:cubicBezTo>
                      <a:pt x="24" y="44"/>
                      <a:pt x="24" y="44"/>
                      <a:pt x="24" y="44"/>
                    </a:cubicBezTo>
                    <a:cubicBezTo>
                      <a:pt x="34" y="31"/>
                      <a:pt x="34" y="31"/>
                      <a:pt x="34" y="31"/>
                    </a:cubicBezTo>
                    <a:cubicBezTo>
                      <a:pt x="34" y="41"/>
                      <a:pt x="33" y="50"/>
                      <a:pt x="33" y="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3" name="Freeform 304"/>
              <p:cNvSpPr/>
              <p:nvPr/>
            </p:nvSpPr>
            <p:spPr bwMode="auto">
              <a:xfrm>
                <a:off x="2897909" y="4668827"/>
                <a:ext cx="60720" cy="74816"/>
              </a:xfrm>
              <a:custGeom>
                <a:avLst/>
                <a:gdLst>
                  <a:gd name="T0" fmla="*/ 0 w 24"/>
                  <a:gd name="T1" fmla="*/ 0 h 29"/>
                  <a:gd name="T2" fmla="*/ 1 w 24"/>
                  <a:gd name="T3" fmla="*/ 29 h 29"/>
                  <a:gd name="T4" fmla="*/ 24 w 24"/>
                  <a:gd name="T5" fmla="*/ 29 h 29"/>
                  <a:gd name="T6" fmla="*/ 24 w 24"/>
                  <a:gd name="T7" fmla="*/ 26 h 29"/>
                  <a:gd name="T8" fmla="*/ 0 w 24"/>
                  <a:gd name="T9" fmla="*/ 0 h 29"/>
                </a:gdLst>
                <a:ahLst/>
                <a:cxnLst>
                  <a:cxn ang="0">
                    <a:pos x="T0" y="T1"/>
                  </a:cxn>
                  <a:cxn ang="0">
                    <a:pos x="T2" y="T3"/>
                  </a:cxn>
                  <a:cxn ang="0">
                    <a:pos x="T4" y="T5"/>
                  </a:cxn>
                  <a:cxn ang="0">
                    <a:pos x="T6" y="T7"/>
                  </a:cxn>
                  <a:cxn ang="0">
                    <a:pos x="T8" y="T9"/>
                  </a:cxn>
                </a:cxnLst>
                <a:rect l="0" t="0" r="r" b="b"/>
                <a:pathLst>
                  <a:path w="24" h="29">
                    <a:moveTo>
                      <a:pt x="0" y="0"/>
                    </a:moveTo>
                    <a:cubicBezTo>
                      <a:pt x="1" y="29"/>
                      <a:pt x="1" y="29"/>
                      <a:pt x="1" y="29"/>
                    </a:cubicBezTo>
                    <a:cubicBezTo>
                      <a:pt x="24" y="29"/>
                      <a:pt x="24" y="29"/>
                      <a:pt x="24" y="29"/>
                    </a:cubicBezTo>
                    <a:cubicBezTo>
                      <a:pt x="24" y="28"/>
                      <a:pt x="24" y="27"/>
                      <a:pt x="24" y="26"/>
                    </a:cubicBezTo>
                    <a:cubicBezTo>
                      <a:pt x="14" y="19"/>
                      <a:pt x="6" y="1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4" name="Freeform 305"/>
              <p:cNvSpPr/>
              <p:nvPr/>
            </p:nvSpPr>
            <p:spPr bwMode="auto">
              <a:xfrm>
                <a:off x="3035614" y="4422694"/>
                <a:ext cx="54214" cy="41203"/>
              </a:xfrm>
              <a:custGeom>
                <a:avLst/>
                <a:gdLst>
                  <a:gd name="T0" fmla="*/ 43 w 50"/>
                  <a:gd name="T1" fmla="*/ 0 h 38"/>
                  <a:gd name="T2" fmla="*/ 36 w 50"/>
                  <a:gd name="T3" fmla="*/ 0 h 38"/>
                  <a:gd name="T4" fmla="*/ 14 w 50"/>
                  <a:gd name="T5" fmla="*/ 0 h 38"/>
                  <a:gd name="T6" fmla="*/ 7 w 50"/>
                  <a:gd name="T7" fmla="*/ 0 h 38"/>
                  <a:gd name="T8" fmla="*/ 0 w 50"/>
                  <a:gd name="T9" fmla="*/ 38 h 38"/>
                  <a:gd name="T10" fmla="*/ 14 w 50"/>
                  <a:gd name="T11" fmla="*/ 38 h 38"/>
                  <a:gd name="T12" fmla="*/ 36 w 50"/>
                  <a:gd name="T13" fmla="*/ 38 h 38"/>
                  <a:gd name="T14" fmla="*/ 50 w 50"/>
                  <a:gd name="T15" fmla="*/ 38 h 38"/>
                  <a:gd name="T16" fmla="*/ 43 w 50"/>
                  <a:gd name="T17"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38">
                    <a:moveTo>
                      <a:pt x="43" y="0"/>
                    </a:moveTo>
                    <a:lnTo>
                      <a:pt x="36" y="0"/>
                    </a:lnTo>
                    <a:lnTo>
                      <a:pt x="14" y="0"/>
                    </a:lnTo>
                    <a:lnTo>
                      <a:pt x="7" y="0"/>
                    </a:lnTo>
                    <a:lnTo>
                      <a:pt x="0" y="38"/>
                    </a:lnTo>
                    <a:lnTo>
                      <a:pt x="14" y="38"/>
                    </a:lnTo>
                    <a:lnTo>
                      <a:pt x="36" y="38"/>
                    </a:lnTo>
                    <a:lnTo>
                      <a:pt x="50" y="38"/>
                    </a:lnTo>
                    <a:lnTo>
                      <a:pt x="4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5" name="Freeform 306"/>
              <p:cNvSpPr/>
              <p:nvPr/>
            </p:nvSpPr>
            <p:spPr bwMode="auto">
              <a:xfrm>
                <a:off x="2964051" y="4430285"/>
                <a:ext cx="61805" cy="59636"/>
              </a:xfrm>
              <a:custGeom>
                <a:avLst/>
                <a:gdLst>
                  <a:gd name="T0" fmla="*/ 33 w 57"/>
                  <a:gd name="T1" fmla="*/ 0 h 55"/>
                  <a:gd name="T2" fmla="*/ 26 w 57"/>
                  <a:gd name="T3" fmla="*/ 5 h 55"/>
                  <a:gd name="T4" fmla="*/ 7 w 57"/>
                  <a:gd name="T5" fmla="*/ 14 h 55"/>
                  <a:gd name="T6" fmla="*/ 0 w 57"/>
                  <a:gd name="T7" fmla="*/ 19 h 55"/>
                  <a:gd name="T8" fmla="*/ 14 w 57"/>
                  <a:gd name="T9" fmla="*/ 55 h 55"/>
                  <a:gd name="T10" fmla="*/ 28 w 57"/>
                  <a:gd name="T11" fmla="*/ 47 h 55"/>
                  <a:gd name="T12" fmla="*/ 45 w 57"/>
                  <a:gd name="T13" fmla="*/ 38 h 55"/>
                  <a:gd name="T14" fmla="*/ 57 w 57"/>
                  <a:gd name="T15" fmla="*/ 31 h 55"/>
                  <a:gd name="T16" fmla="*/ 33 w 57"/>
                  <a:gd name="T17" fmla="*/ 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5">
                    <a:moveTo>
                      <a:pt x="33" y="0"/>
                    </a:moveTo>
                    <a:lnTo>
                      <a:pt x="26" y="5"/>
                    </a:lnTo>
                    <a:lnTo>
                      <a:pt x="7" y="14"/>
                    </a:lnTo>
                    <a:lnTo>
                      <a:pt x="0" y="19"/>
                    </a:lnTo>
                    <a:lnTo>
                      <a:pt x="14" y="55"/>
                    </a:lnTo>
                    <a:lnTo>
                      <a:pt x="28" y="47"/>
                    </a:lnTo>
                    <a:lnTo>
                      <a:pt x="45" y="38"/>
                    </a:lnTo>
                    <a:lnTo>
                      <a:pt x="57" y="31"/>
                    </a:lnTo>
                    <a:lnTo>
                      <a:pt x="3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6" name="Freeform 307"/>
              <p:cNvSpPr/>
              <p:nvPr/>
            </p:nvSpPr>
            <p:spPr bwMode="auto">
              <a:xfrm>
                <a:off x="2909837" y="4479077"/>
                <a:ext cx="61805" cy="61805"/>
              </a:xfrm>
              <a:custGeom>
                <a:avLst/>
                <a:gdLst>
                  <a:gd name="T0" fmla="*/ 19 w 57"/>
                  <a:gd name="T1" fmla="*/ 0 h 57"/>
                  <a:gd name="T2" fmla="*/ 15 w 57"/>
                  <a:gd name="T3" fmla="*/ 7 h 57"/>
                  <a:gd name="T4" fmla="*/ 5 w 57"/>
                  <a:gd name="T5" fmla="*/ 26 h 57"/>
                  <a:gd name="T6" fmla="*/ 0 w 57"/>
                  <a:gd name="T7" fmla="*/ 33 h 57"/>
                  <a:gd name="T8" fmla="*/ 31 w 57"/>
                  <a:gd name="T9" fmla="*/ 57 h 57"/>
                  <a:gd name="T10" fmla="*/ 38 w 57"/>
                  <a:gd name="T11" fmla="*/ 45 h 57"/>
                  <a:gd name="T12" fmla="*/ 50 w 57"/>
                  <a:gd name="T13" fmla="*/ 26 h 57"/>
                  <a:gd name="T14" fmla="*/ 57 w 57"/>
                  <a:gd name="T15" fmla="*/ 14 h 57"/>
                  <a:gd name="T16" fmla="*/ 19 w 57"/>
                  <a:gd name="T17"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7">
                    <a:moveTo>
                      <a:pt x="19" y="0"/>
                    </a:moveTo>
                    <a:lnTo>
                      <a:pt x="15" y="7"/>
                    </a:lnTo>
                    <a:lnTo>
                      <a:pt x="5" y="26"/>
                    </a:lnTo>
                    <a:lnTo>
                      <a:pt x="0" y="33"/>
                    </a:lnTo>
                    <a:lnTo>
                      <a:pt x="31" y="57"/>
                    </a:lnTo>
                    <a:lnTo>
                      <a:pt x="38" y="45"/>
                    </a:lnTo>
                    <a:lnTo>
                      <a:pt x="50" y="26"/>
                    </a:lnTo>
                    <a:lnTo>
                      <a:pt x="57" y="14"/>
                    </a:lnTo>
                    <a:lnTo>
                      <a:pt x="1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7" name="Freeform 308"/>
              <p:cNvSpPr/>
              <p:nvPr/>
            </p:nvSpPr>
            <p:spPr bwMode="auto">
              <a:xfrm>
                <a:off x="2897909" y="4550640"/>
                <a:ext cx="40119" cy="52046"/>
              </a:xfrm>
              <a:custGeom>
                <a:avLst/>
                <a:gdLst>
                  <a:gd name="T0" fmla="*/ 0 w 37"/>
                  <a:gd name="T1" fmla="*/ 5 h 48"/>
                  <a:gd name="T2" fmla="*/ 0 w 37"/>
                  <a:gd name="T3" fmla="*/ 14 h 48"/>
                  <a:gd name="T4" fmla="*/ 0 w 37"/>
                  <a:gd name="T5" fmla="*/ 33 h 48"/>
                  <a:gd name="T6" fmla="*/ 0 w 37"/>
                  <a:gd name="T7" fmla="*/ 43 h 48"/>
                  <a:gd name="T8" fmla="*/ 37 w 37"/>
                  <a:gd name="T9" fmla="*/ 48 h 48"/>
                  <a:gd name="T10" fmla="*/ 37 w 37"/>
                  <a:gd name="T11" fmla="*/ 33 h 48"/>
                  <a:gd name="T12" fmla="*/ 37 w 37"/>
                  <a:gd name="T13" fmla="*/ 14 h 48"/>
                  <a:gd name="T14" fmla="*/ 37 w 37"/>
                  <a:gd name="T15" fmla="*/ 0 h 48"/>
                  <a:gd name="T16" fmla="*/ 0 w 37"/>
                  <a:gd name="T1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8">
                    <a:moveTo>
                      <a:pt x="0" y="5"/>
                    </a:moveTo>
                    <a:lnTo>
                      <a:pt x="0" y="14"/>
                    </a:lnTo>
                    <a:lnTo>
                      <a:pt x="0" y="33"/>
                    </a:lnTo>
                    <a:lnTo>
                      <a:pt x="0" y="43"/>
                    </a:lnTo>
                    <a:lnTo>
                      <a:pt x="37" y="48"/>
                    </a:lnTo>
                    <a:lnTo>
                      <a:pt x="37" y="33"/>
                    </a:lnTo>
                    <a:lnTo>
                      <a:pt x="37" y="14"/>
                    </a:lnTo>
                    <a:lnTo>
                      <a:pt x="37" y="0"/>
                    </a:lnTo>
                    <a:lnTo>
                      <a:pt x="0"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8" name="Freeform 309"/>
              <p:cNvSpPr/>
              <p:nvPr/>
            </p:nvSpPr>
            <p:spPr bwMode="auto">
              <a:xfrm>
                <a:off x="2905500" y="4612444"/>
                <a:ext cx="58551" cy="61805"/>
              </a:xfrm>
              <a:custGeom>
                <a:avLst/>
                <a:gdLst>
                  <a:gd name="T0" fmla="*/ 0 w 54"/>
                  <a:gd name="T1" fmla="*/ 26 h 57"/>
                  <a:gd name="T2" fmla="*/ 4 w 54"/>
                  <a:gd name="T3" fmla="*/ 33 h 57"/>
                  <a:gd name="T4" fmla="*/ 14 w 54"/>
                  <a:gd name="T5" fmla="*/ 50 h 57"/>
                  <a:gd name="T6" fmla="*/ 19 w 54"/>
                  <a:gd name="T7" fmla="*/ 57 h 57"/>
                  <a:gd name="T8" fmla="*/ 54 w 54"/>
                  <a:gd name="T9" fmla="*/ 43 h 57"/>
                  <a:gd name="T10" fmla="*/ 47 w 54"/>
                  <a:gd name="T11" fmla="*/ 31 h 57"/>
                  <a:gd name="T12" fmla="*/ 37 w 54"/>
                  <a:gd name="T13" fmla="*/ 14 h 57"/>
                  <a:gd name="T14" fmla="*/ 30 w 54"/>
                  <a:gd name="T15" fmla="*/ 0 h 57"/>
                  <a:gd name="T16" fmla="*/ 0 w 54"/>
                  <a:gd name="T17" fmla="*/ 26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57">
                    <a:moveTo>
                      <a:pt x="0" y="26"/>
                    </a:moveTo>
                    <a:lnTo>
                      <a:pt x="4" y="33"/>
                    </a:lnTo>
                    <a:lnTo>
                      <a:pt x="14" y="50"/>
                    </a:lnTo>
                    <a:lnTo>
                      <a:pt x="19" y="57"/>
                    </a:lnTo>
                    <a:lnTo>
                      <a:pt x="54" y="43"/>
                    </a:lnTo>
                    <a:lnTo>
                      <a:pt x="47" y="31"/>
                    </a:lnTo>
                    <a:lnTo>
                      <a:pt x="37" y="14"/>
                    </a:lnTo>
                    <a:lnTo>
                      <a:pt x="30" y="0"/>
                    </a:lnTo>
                    <a:lnTo>
                      <a:pt x="0" y="2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9" name="Freeform 310"/>
              <p:cNvSpPr/>
              <p:nvPr/>
            </p:nvSpPr>
            <p:spPr bwMode="auto">
              <a:xfrm>
                <a:off x="2954292" y="4668827"/>
                <a:ext cx="60720" cy="58551"/>
              </a:xfrm>
              <a:custGeom>
                <a:avLst/>
                <a:gdLst>
                  <a:gd name="T0" fmla="*/ 0 w 56"/>
                  <a:gd name="T1" fmla="*/ 35 h 54"/>
                  <a:gd name="T2" fmla="*/ 7 w 56"/>
                  <a:gd name="T3" fmla="*/ 40 h 54"/>
                  <a:gd name="T4" fmla="*/ 26 w 56"/>
                  <a:gd name="T5" fmla="*/ 50 h 54"/>
                  <a:gd name="T6" fmla="*/ 30 w 56"/>
                  <a:gd name="T7" fmla="*/ 54 h 54"/>
                  <a:gd name="T8" fmla="*/ 56 w 56"/>
                  <a:gd name="T9" fmla="*/ 24 h 54"/>
                  <a:gd name="T10" fmla="*/ 45 w 56"/>
                  <a:gd name="T11" fmla="*/ 17 h 54"/>
                  <a:gd name="T12" fmla="*/ 26 w 56"/>
                  <a:gd name="T13" fmla="*/ 7 h 54"/>
                  <a:gd name="T14" fmla="*/ 14 w 56"/>
                  <a:gd name="T15" fmla="*/ 0 h 54"/>
                  <a:gd name="T16" fmla="*/ 0 w 56"/>
                  <a:gd name="T17" fmla="*/ 35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4">
                    <a:moveTo>
                      <a:pt x="0" y="35"/>
                    </a:moveTo>
                    <a:lnTo>
                      <a:pt x="7" y="40"/>
                    </a:lnTo>
                    <a:lnTo>
                      <a:pt x="26" y="50"/>
                    </a:lnTo>
                    <a:lnTo>
                      <a:pt x="30" y="54"/>
                    </a:lnTo>
                    <a:lnTo>
                      <a:pt x="56" y="24"/>
                    </a:lnTo>
                    <a:lnTo>
                      <a:pt x="45" y="17"/>
                    </a:lnTo>
                    <a:lnTo>
                      <a:pt x="26" y="7"/>
                    </a:lnTo>
                    <a:lnTo>
                      <a:pt x="14" y="0"/>
                    </a:lnTo>
                    <a:lnTo>
                      <a:pt x="0" y="3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0" name="Freeform 311"/>
              <p:cNvSpPr/>
              <p:nvPr/>
            </p:nvSpPr>
            <p:spPr bwMode="auto">
              <a:xfrm>
                <a:off x="3022602" y="4699187"/>
                <a:ext cx="54214" cy="44456"/>
              </a:xfrm>
              <a:custGeom>
                <a:avLst/>
                <a:gdLst>
                  <a:gd name="T0" fmla="*/ 8 w 50"/>
                  <a:gd name="T1" fmla="*/ 41 h 41"/>
                  <a:gd name="T2" fmla="*/ 15 w 50"/>
                  <a:gd name="T3" fmla="*/ 41 h 41"/>
                  <a:gd name="T4" fmla="*/ 36 w 50"/>
                  <a:gd name="T5" fmla="*/ 41 h 41"/>
                  <a:gd name="T6" fmla="*/ 43 w 50"/>
                  <a:gd name="T7" fmla="*/ 41 h 41"/>
                  <a:gd name="T8" fmla="*/ 50 w 50"/>
                  <a:gd name="T9" fmla="*/ 0 h 41"/>
                  <a:gd name="T10" fmla="*/ 36 w 50"/>
                  <a:gd name="T11" fmla="*/ 0 h 41"/>
                  <a:gd name="T12" fmla="*/ 15 w 50"/>
                  <a:gd name="T13" fmla="*/ 0 h 41"/>
                  <a:gd name="T14" fmla="*/ 0 w 50"/>
                  <a:gd name="T15" fmla="*/ 0 h 41"/>
                  <a:gd name="T16" fmla="*/ 8 w 50"/>
                  <a:gd name="T17" fmla="*/ 4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41">
                    <a:moveTo>
                      <a:pt x="8" y="41"/>
                    </a:moveTo>
                    <a:lnTo>
                      <a:pt x="15" y="41"/>
                    </a:lnTo>
                    <a:lnTo>
                      <a:pt x="36" y="41"/>
                    </a:lnTo>
                    <a:lnTo>
                      <a:pt x="43" y="41"/>
                    </a:lnTo>
                    <a:lnTo>
                      <a:pt x="50" y="0"/>
                    </a:lnTo>
                    <a:lnTo>
                      <a:pt x="36" y="0"/>
                    </a:lnTo>
                    <a:lnTo>
                      <a:pt x="15" y="0"/>
                    </a:lnTo>
                    <a:lnTo>
                      <a:pt x="0" y="0"/>
                    </a:lnTo>
                    <a:lnTo>
                      <a:pt x="8" y="4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1" name="Freeform 312"/>
              <p:cNvSpPr/>
              <p:nvPr/>
            </p:nvSpPr>
            <p:spPr bwMode="auto">
              <a:xfrm>
                <a:off x="3087659" y="4674248"/>
                <a:ext cx="60720" cy="58551"/>
              </a:xfrm>
              <a:custGeom>
                <a:avLst/>
                <a:gdLst>
                  <a:gd name="T0" fmla="*/ 26 w 56"/>
                  <a:gd name="T1" fmla="*/ 54 h 54"/>
                  <a:gd name="T2" fmla="*/ 30 w 56"/>
                  <a:gd name="T3" fmla="*/ 52 h 54"/>
                  <a:gd name="T4" fmla="*/ 49 w 56"/>
                  <a:gd name="T5" fmla="*/ 40 h 54"/>
                  <a:gd name="T6" fmla="*/ 56 w 56"/>
                  <a:gd name="T7" fmla="*/ 38 h 54"/>
                  <a:gd name="T8" fmla="*/ 42 w 56"/>
                  <a:gd name="T9" fmla="*/ 0 h 54"/>
                  <a:gd name="T10" fmla="*/ 30 w 56"/>
                  <a:gd name="T11" fmla="*/ 7 h 54"/>
                  <a:gd name="T12" fmla="*/ 11 w 56"/>
                  <a:gd name="T13" fmla="*/ 19 h 54"/>
                  <a:gd name="T14" fmla="*/ 0 w 56"/>
                  <a:gd name="T15" fmla="*/ 26 h 54"/>
                  <a:gd name="T16" fmla="*/ 26 w 56"/>
                  <a:gd name="T17"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4">
                    <a:moveTo>
                      <a:pt x="26" y="54"/>
                    </a:moveTo>
                    <a:lnTo>
                      <a:pt x="30" y="52"/>
                    </a:lnTo>
                    <a:lnTo>
                      <a:pt x="49" y="40"/>
                    </a:lnTo>
                    <a:lnTo>
                      <a:pt x="56" y="38"/>
                    </a:lnTo>
                    <a:lnTo>
                      <a:pt x="42" y="0"/>
                    </a:lnTo>
                    <a:lnTo>
                      <a:pt x="30" y="7"/>
                    </a:lnTo>
                    <a:lnTo>
                      <a:pt x="11" y="19"/>
                    </a:lnTo>
                    <a:lnTo>
                      <a:pt x="0" y="26"/>
                    </a:lnTo>
                    <a:lnTo>
                      <a:pt x="26" y="5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2" name="Freeform 313"/>
              <p:cNvSpPr/>
              <p:nvPr/>
            </p:nvSpPr>
            <p:spPr bwMode="auto">
              <a:xfrm>
                <a:off x="3144042" y="4625456"/>
                <a:ext cx="58551" cy="58551"/>
              </a:xfrm>
              <a:custGeom>
                <a:avLst/>
                <a:gdLst>
                  <a:gd name="T0" fmla="*/ 35 w 54"/>
                  <a:gd name="T1" fmla="*/ 54 h 54"/>
                  <a:gd name="T2" fmla="*/ 40 w 54"/>
                  <a:gd name="T3" fmla="*/ 47 h 54"/>
                  <a:gd name="T4" fmla="*/ 49 w 54"/>
                  <a:gd name="T5" fmla="*/ 31 h 54"/>
                  <a:gd name="T6" fmla="*/ 54 w 54"/>
                  <a:gd name="T7" fmla="*/ 23 h 54"/>
                  <a:gd name="T8" fmla="*/ 23 w 54"/>
                  <a:gd name="T9" fmla="*/ 0 h 54"/>
                  <a:gd name="T10" fmla="*/ 16 w 54"/>
                  <a:gd name="T11" fmla="*/ 12 h 54"/>
                  <a:gd name="T12" fmla="*/ 7 w 54"/>
                  <a:gd name="T13" fmla="*/ 28 h 54"/>
                  <a:gd name="T14" fmla="*/ 0 w 54"/>
                  <a:gd name="T15" fmla="*/ 40 h 54"/>
                  <a:gd name="T16" fmla="*/ 35 w 54"/>
                  <a:gd name="T17"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54">
                    <a:moveTo>
                      <a:pt x="35" y="54"/>
                    </a:moveTo>
                    <a:lnTo>
                      <a:pt x="40" y="47"/>
                    </a:lnTo>
                    <a:lnTo>
                      <a:pt x="49" y="31"/>
                    </a:lnTo>
                    <a:lnTo>
                      <a:pt x="54" y="23"/>
                    </a:lnTo>
                    <a:lnTo>
                      <a:pt x="23" y="0"/>
                    </a:lnTo>
                    <a:lnTo>
                      <a:pt x="16" y="12"/>
                    </a:lnTo>
                    <a:lnTo>
                      <a:pt x="7" y="28"/>
                    </a:lnTo>
                    <a:lnTo>
                      <a:pt x="0" y="40"/>
                    </a:lnTo>
                    <a:lnTo>
                      <a:pt x="35" y="5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3" name="Freeform 314"/>
              <p:cNvSpPr/>
              <p:nvPr/>
            </p:nvSpPr>
            <p:spPr bwMode="auto">
              <a:xfrm>
                <a:off x="3174402" y="4563651"/>
                <a:ext cx="43371" cy="50962"/>
              </a:xfrm>
              <a:custGeom>
                <a:avLst/>
                <a:gdLst>
                  <a:gd name="T0" fmla="*/ 40 w 40"/>
                  <a:gd name="T1" fmla="*/ 43 h 47"/>
                  <a:gd name="T2" fmla="*/ 40 w 40"/>
                  <a:gd name="T3" fmla="*/ 33 h 47"/>
                  <a:gd name="T4" fmla="*/ 40 w 40"/>
                  <a:gd name="T5" fmla="*/ 14 h 47"/>
                  <a:gd name="T6" fmla="*/ 40 w 40"/>
                  <a:gd name="T7" fmla="*/ 5 h 47"/>
                  <a:gd name="T8" fmla="*/ 0 w 40"/>
                  <a:gd name="T9" fmla="*/ 0 h 47"/>
                  <a:gd name="T10" fmla="*/ 0 w 40"/>
                  <a:gd name="T11" fmla="*/ 14 h 47"/>
                  <a:gd name="T12" fmla="*/ 0 w 40"/>
                  <a:gd name="T13" fmla="*/ 33 h 47"/>
                  <a:gd name="T14" fmla="*/ 0 w 40"/>
                  <a:gd name="T15" fmla="*/ 47 h 47"/>
                  <a:gd name="T16" fmla="*/ 40 w 40"/>
                  <a:gd name="T17" fmla="*/ 43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47">
                    <a:moveTo>
                      <a:pt x="40" y="43"/>
                    </a:moveTo>
                    <a:lnTo>
                      <a:pt x="40" y="33"/>
                    </a:lnTo>
                    <a:lnTo>
                      <a:pt x="40" y="14"/>
                    </a:lnTo>
                    <a:lnTo>
                      <a:pt x="40" y="5"/>
                    </a:lnTo>
                    <a:lnTo>
                      <a:pt x="0" y="0"/>
                    </a:lnTo>
                    <a:lnTo>
                      <a:pt x="0" y="14"/>
                    </a:lnTo>
                    <a:lnTo>
                      <a:pt x="0" y="33"/>
                    </a:lnTo>
                    <a:lnTo>
                      <a:pt x="0" y="47"/>
                    </a:lnTo>
                    <a:lnTo>
                      <a:pt x="40" y="4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4" name="Freeform 315"/>
              <p:cNvSpPr/>
              <p:nvPr/>
            </p:nvSpPr>
            <p:spPr bwMode="auto">
              <a:xfrm>
                <a:off x="3148379" y="4492088"/>
                <a:ext cx="59636" cy="58551"/>
              </a:xfrm>
              <a:custGeom>
                <a:avLst/>
                <a:gdLst>
                  <a:gd name="T0" fmla="*/ 55 w 55"/>
                  <a:gd name="T1" fmla="*/ 31 h 54"/>
                  <a:gd name="T2" fmla="*/ 52 w 55"/>
                  <a:gd name="T3" fmla="*/ 24 h 54"/>
                  <a:gd name="T4" fmla="*/ 40 w 55"/>
                  <a:gd name="T5" fmla="*/ 7 h 54"/>
                  <a:gd name="T6" fmla="*/ 38 w 55"/>
                  <a:gd name="T7" fmla="*/ 0 h 54"/>
                  <a:gd name="T8" fmla="*/ 0 w 55"/>
                  <a:gd name="T9" fmla="*/ 14 h 54"/>
                  <a:gd name="T10" fmla="*/ 7 w 55"/>
                  <a:gd name="T11" fmla="*/ 26 h 54"/>
                  <a:gd name="T12" fmla="*/ 17 w 55"/>
                  <a:gd name="T13" fmla="*/ 42 h 54"/>
                  <a:gd name="T14" fmla="*/ 24 w 55"/>
                  <a:gd name="T15" fmla="*/ 54 h 54"/>
                  <a:gd name="T16" fmla="*/ 55 w 55"/>
                  <a:gd name="T17" fmla="*/ 31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5" h="54">
                    <a:moveTo>
                      <a:pt x="55" y="31"/>
                    </a:moveTo>
                    <a:lnTo>
                      <a:pt x="52" y="24"/>
                    </a:lnTo>
                    <a:lnTo>
                      <a:pt x="40" y="7"/>
                    </a:lnTo>
                    <a:lnTo>
                      <a:pt x="38" y="0"/>
                    </a:lnTo>
                    <a:lnTo>
                      <a:pt x="0" y="14"/>
                    </a:lnTo>
                    <a:lnTo>
                      <a:pt x="7" y="26"/>
                    </a:lnTo>
                    <a:lnTo>
                      <a:pt x="17" y="42"/>
                    </a:lnTo>
                    <a:lnTo>
                      <a:pt x="24" y="54"/>
                    </a:lnTo>
                    <a:lnTo>
                      <a:pt x="55" y="3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5" name="Freeform 316"/>
              <p:cNvSpPr/>
              <p:nvPr/>
            </p:nvSpPr>
            <p:spPr bwMode="auto">
              <a:xfrm>
                <a:off x="3097418" y="4437874"/>
                <a:ext cx="61805" cy="59636"/>
              </a:xfrm>
              <a:custGeom>
                <a:avLst/>
                <a:gdLst>
                  <a:gd name="T0" fmla="*/ 57 w 57"/>
                  <a:gd name="T1" fmla="*/ 17 h 55"/>
                  <a:gd name="T2" fmla="*/ 50 w 57"/>
                  <a:gd name="T3" fmla="*/ 14 h 55"/>
                  <a:gd name="T4" fmla="*/ 33 w 57"/>
                  <a:gd name="T5" fmla="*/ 3 h 55"/>
                  <a:gd name="T6" fmla="*/ 26 w 57"/>
                  <a:gd name="T7" fmla="*/ 0 h 55"/>
                  <a:gd name="T8" fmla="*/ 0 w 57"/>
                  <a:gd name="T9" fmla="*/ 31 h 55"/>
                  <a:gd name="T10" fmla="*/ 14 w 57"/>
                  <a:gd name="T11" fmla="*/ 38 h 55"/>
                  <a:gd name="T12" fmla="*/ 31 w 57"/>
                  <a:gd name="T13" fmla="*/ 48 h 55"/>
                  <a:gd name="T14" fmla="*/ 43 w 57"/>
                  <a:gd name="T15" fmla="*/ 55 h 55"/>
                  <a:gd name="T16" fmla="*/ 57 w 57"/>
                  <a:gd name="T17" fmla="*/ 17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5">
                    <a:moveTo>
                      <a:pt x="57" y="17"/>
                    </a:moveTo>
                    <a:lnTo>
                      <a:pt x="50" y="14"/>
                    </a:lnTo>
                    <a:lnTo>
                      <a:pt x="33" y="3"/>
                    </a:lnTo>
                    <a:lnTo>
                      <a:pt x="26" y="0"/>
                    </a:lnTo>
                    <a:lnTo>
                      <a:pt x="0" y="31"/>
                    </a:lnTo>
                    <a:lnTo>
                      <a:pt x="14" y="38"/>
                    </a:lnTo>
                    <a:lnTo>
                      <a:pt x="31" y="48"/>
                    </a:lnTo>
                    <a:lnTo>
                      <a:pt x="43" y="55"/>
                    </a:lnTo>
                    <a:lnTo>
                      <a:pt x="57" y="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6" name="Freeform 317"/>
              <p:cNvSpPr>
                <a:spLocks noEditPoints="1"/>
              </p:cNvSpPr>
              <p:nvPr/>
            </p:nvSpPr>
            <p:spPr bwMode="auto">
              <a:xfrm>
                <a:off x="2926101" y="4448717"/>
                <a:ext cx="263481" cy="266734"/>
              </a:xfrm>
              <a:custGeom>
                <a:avLst/>
                <a:gdLst>
                  <a:gd name="T0" fmla="*/ 51 w 103"/>
                  <a:gd name="T1" fmla="*/ 104 h 104"/>
                  <a:gd name="T2" fmla="*/ 0 w 103"/>
                  <a:gd name="T3" fmla="*/ 52 h 104"/>
                  <a:gd name="T4" fmla="*/ 51 w 103"/>
                  <a:gd name="T5" fmla="*/ 0 h 104"/>
                  <a:gd name="T6" fmla="*/ 103 w 103"/>
                  <a:gd name="T7" fmla="*/ 52 h 104"/>
                  <a:gd name="T8" fmla="*/ 51 w 103"/>
                  <a:gd name="T9" fmla="*/ 104 h 104"/>
                  <a:gd name="T10" fmla="*/ 51 w 103"/>
                  <a:gd name="T11" fmla="*/ 16 h 104"/>
                  <a:gd name="T12" fmla="*/ 15 w 103"/>
                  <a:gd name="T13" fmla="*/ 52 h 104"/>
                  <a:gd name="T14" fmla="*/ 51 w 103"/>
                  <a:gd name="T15" fmla="*/ 89 h 104"/>
                  <a:gd name="T16" fmla="*/ 87 w 103"/>
                  <a:gd name="T17" fmla="*/ 52 h 104"/>
                  <a:gd name="T18" fmla="*/ 51 w 103"/>
                  <a:gd name="T19" fmla="*/ 16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3" h="104">
                    <a:moveTo>
                      <a:pt x="51" y="104"/>
                    </a:moveTo>
                    <a:cubicBezTo>
                      <a:pt x="23" y="104"/>
                      <a:pt x="0" y="81"/>
                      <a:pt x="0" y="52"/>
                    </a:cubicBezTo>
                    <a:cubicBezTo>
                      <a:pt x="0" y="24"/>
                      <a:pt x="23" y="0"/>
                      <a:pt x="51" y="0"/>
                    </a:cubicBezTo>
                    <a:cubicBezTo>
                      <a:pt x="80" y="0"/>
                      <a:pt x="103" y="24"/>
                      <a:pt x="103" y="52"/>
                    </a:cubicBezTo>
                    <a:cubicBezTo>
                      <a:pt x="103" y="81"/>
                      <a:pt x="80" y="104"/>
                      <a:pt x="51" y="104"/>
                    </a:cubicBezTo>
                    <a:close/>
                    <a:moveTo>
                      <a:pt x="51" y="16"/>
                    </a:moveTo>
                    <a:cubicBezTo>
                      <a:pt x="31" y="16"/>
                      <a:pt x="15" y="32"/>
                      <a:pt x="15" y="52"/>
                    </a:cubicBezTo>
                    <a:cubicBezTo>
                      <a:pt x="15" y="73"/>
                      <a:pt x="31" y="89"/>
                      <a:pt x="51" y="89"/>
                    </a:cubicBezTo>
                    <a:cubicBezTo>
                      <a:pt x="71" y="89"/>
                      <a:pt x="87" y="73"/>
                      <a:pt x="87" y="52"/>
                    </a:cubicBezTo>
                    <a:cubicBezTo>
                      <a:pt x="87" y="32"/>
                      <a:pt x="71" y="16"/>
                      <a:pt x="51"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7" name="Oval 318"/>
              <p:cNvSpPr>
                <a:spLocks noChangeArrowheads="1"/>
              </p:cNvSpPr>
              <p:nvPr/>
            </p:nvSpPr>
            <p:spPr bwMode="auto">
              <a:xfrm>
                <a:off x="2999832" y="4525702"/>
                <a:ext cx="112766" cy="11276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78" name="组合 477"/>
            <p:cNvGrpSpPr/>
            <p:nvPr/>
          </p:nvGrpSpPr>
          <p:grpSpPr>
            <a:xfrm>
              <a:off x="5756305" y="-399250"/>
              <a:ext cx="269253" cy="231621"/>
              <a:chOff x="3787022" y="1797643"/>
              <a:chExt cx="550817" cy="473832"/>
            </a:xfrm>
          </p:grpSpPr>
          <p:sp>
            <p:nvSpPr>
              <p:cNvPr id="479" name="Oval 217"/>
              <p:cNvSpPr>
                <a:spLocks noChangeArrowheads="1"/>
              </p:cNvSpPr>
              <p:nvPr/>
            </p:nvSpPr>
            <p:spPr bwMode="auto">
              <a:xfrm>
                <a:off x="4007132" y="1931010"/>
                <a:ext cx="108428" cy="135536"/>
              </a:xfrm>
              <a:prstGeom prst="ellipse">
                <a:avLst/>
              </a:pr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0" name="Freeform 218"/>
              <p:cNvSpPr/>
              <p:nvPr/>
            </p:nvSpPr>
            <p:spPr bwMode="auto">
              <a:xfrm>
                <a:off x="4079779" y="2081725"/>
                <a:ext cx="96502" cy="133367"/>
              </a:xfrm>
              <a:custGeom>
                <a:avLst/>
                <a:gdLst>
                  <a:gd name="T0" fmla="*/ 36 w 38"/>
                  <a:gd name="T1" fmla="*/ 12 h 52"/>
                  <a:gd name="T2" fmla="*/ 24 w 38"/>
                  <a:gd name="T3" fmla="*/ 1 h 52"/>
                  <a:gd name="T4" fmla="*/ 12 w 38"/>
                  <a:gd name="T5" fmla="*/ 1 h 52"/>
                  <a:gd name="T6" fmla="*/ 20 w 38"/>
                  <a:gd name="T7" fmla="*/ 7 h 52"/>
                  <a:gd name="T8" fmla="*/ 9 w 38"/>
                  <a:gd name="T9" fmla="*/ 13 h 52"/>
                  <a:gd name="T10" fmla="*/ 14 w 38"/>
                  <a:gd name="T11" fmla="*/ 21 h 52"/>
                  <a:gd name="T12" fmla="*/ 0 w 38"/>
                  <a:gd name="T13" fmla="*/ 52 h 52"/>
                  <a:gd name="T14" fmla="*/ 0 w 38"/>
                  <a:gd name="T15" fmla="*/ 52 h 52"/>
                  <a:gd name="T16" fmla="*/ 38 w 38"/>
                  <a:gd name="T17" fmla="*/ 37 h 52"/>
                  <a:gd name="T18" fmla="*/ 36 w 38"/>
                  <a:gd name="T19" fmla="*/ 1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 h="52">
                    <a:moveTo>
                      <a:pt x="36" y="12"/>
                    </a:moveTo>
                    <a:cubicBezTo>
                      <a:pt x="36" y="5"/>
                      <a:pt x="30" y="0"/>
                      <a:pt x="24" y="1"/>
                    </a:cubicBezTo>
                    <a:cubicBezTo>
                      <a:pt x="24" y="1"/>
                      <a:pt x="19" y="1"/>
                      <a:pt x="12" y="1"/>
                    </a:cubicBezTo>
                    <a:cubicBezTo>
                      <a:pt x="20" y="7"/>
                      <a:pt x="20" y="7"/>
                      <a:pt x="20" y="7"/>
                    </a:cubicBezTo>
                    <a:cubicBezTo>
                      <a:pt x="9" y="13"/>
                      <a:pt x="9" y="13"/>
                      <a:pt x="9" y="13"/>
                    </a:cubicBezTo>
                    <a:cubicBezTo>
                      <a:pt x="14" y="21"/>
                      <a:pt x="14" y="21"/>
                      <a:pt x="14" y="21"/>
                    </a:cubicBezTo>
                    <a:cubicBezTo>
                      <a:pt x="0" y="52"/>
                      <a:pt x="0" y="52"/>
                      <a:pt x="0" y="52"/>
                    </a:cubicBezTo>
                    <a:cubicBezTo>
                      <a:pt x="0" y="52"/>
                      <a:pt x="0" y="52"/>
                      <a:pt x="0" y="52"/>
                    </a:cubicBezTo>
                    <a:cubicBezTo>
                      <a:pt x="15" y="51"/>
                      <a:pt x="28" y="45"/>
                      <a:pt x="38" y="37"/>
                    </a:cubicBezTo>
                    <a:lnTo>
                      <a:pt x="36" y="12"/>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1" name="Freeform 219"/>
              <p:cNvSpPr/>
              <p:nvPr/>
            </p:nvSpPr>
            <p:spPr bwMode="auto">
              <a:xfrm>
                <a:off x="3948581" y="2081725"/>
                <a:ext cx="95417" cy="133367"/>
              </a:xfrm>
              <a:custGeom>
                <a:avLst/>
                <a:gdLst>
                  <a:gd name="T0" fmla="*/ 23 w 37"/>
                  <a:gd name="T1" fmla="*/ 21 h 52"/>
                  <a:gd name="T2" fmla="*/ 28 w 37"/>
                  <a:gd name="T3" fmla="*/ 13 h 52"/>
                  <a:gd name="T4" fmla="*/ 17 w 37"/>
                  <a:gd name="T5" fmla="*/ 7 h 52"/>
                  <a:gd name="T6" fmla="*/ 25 w 37"/>
                  <a:gd name="T7" fmla="*/ 0 h 52"/>
                  <a:gd name="T8" fmla="*/ 15 w 37"/>
                  <a:gd name="T9" fmla="*/ 1 h 52"/>
                  <a:gd name="T10" fmla="*/ 15 w 37"/>
                  <a:gd name="T11" fmla="*/ 1 h 52"/>
                  <a:gd name="T12" fmla="*/ 2 w 37"/>
                  <a:gd name="T13" fmla="*/ 12 h 52"/>
                  <a:gd name="T14" fmla="*/ 0 w 37"/>
                  <a:gd name="T15" fmla="*/ 37 h 52"/>
                  <a:gd name="T16" fmla="*/ 37 w 37"/>
                  <a:gd name="T17" fmla="*/ 52 h 52"/>
                  <a:gd name="T18" fmla="*/ 37 w 37"/>
                  <a:gd name="T19" fmla="*/ 52 h 52"/>
                  <a:gd name="T20" fmla="*/ 23 w 37"/>
                  <a:gd name="T21" fmla="*/ 21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 h="52">
                    <a:moveTo>
                      <a:pt x="23" y="21"/>
                    </a:moveTo>
                    <a:cubicBezTo>
                      <a:pt x="28" y="13"/>
                      <a:pt x="28" y="13"/>
                      <a:pt x="28" y="13"/>
                    </a:cubicBezTo>
                    <a:cubicBezTo>
                      <a:pt x="17" y="7"/>
                      <a:pt x="17" y="7"/>
                      <a:pt x="17" y="7"/>
                    </a:cubicBezTo>
                    <a:cubicBezTo>
                      <a:pt x="25" y="0"/>
                      <a:pt x="25" y="0"/>
                      <a:pt x="25" y="0"/>
                    </a:cubicBezTo>
                    <a:cubicBezTo>
                      <a:pt x="19" y="0"/>
                      <a:pt x="15" y="0"/>
                      <a:pt x="15" y="1"/>
                    </a:cubicBezTo>
                    <a:cubicBezTo>
                      <a:pt x="15" y="1"/>
                      <a:pt x="15" y="1"/>
                      <a:pt x="15" y="1"/>
                    </a:cubicBezTo>
                    <a:cubicBezTo>
                      <a:pt x="8" y="0"/>
                      <a:pt x="3" y="5"/>
                      <a:pt x="2" y="12"/>
                    </a:cubicBezTo>
                    <a:cubicBezTo>
                      <a:pt x="0" y="37"/>
                      <a:pt x="0" y="37"/>
                      <a:pt x="0" y="37"/>
                    </a:cubicBezTo>
                    <a:cubicBezTo>
                      <a:pt x="10" y="46"/>
                      <a:pt x="23" y="51"/>
                      <a:pt x="37" y="52"/>
                    </a:cubicBezTo>
                    <a:cubicBezTo>
                      <a:pt x="37" y="52"/>
                      <a:pt x="37" y="52"/>
                      <a:pt x="37" y="52"/>
                    </a:cubicBezTo>
                    <a:lnTo>
                      <a:pt x="23" y="21"/>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2" name="Freeform 220"/>
              <p:cNvSpPr/>
              <p:nvPr/>
            </p:nvSpPr>
            <p:spPr bwMode="auto">
              <a:xfrm>
                <a:off x="4043998" y="2081725"/>
                <a:ext cx="35782" cy="28191"/>
              </a:xfrm>
              <a:custGeom>
                <a:avLst/>
                <a:gdLst>
                  <a:gd name="T0" fmla="*/ 28 w 33"/>
                  <a:gd name="T1" fmla="*/ 26 h 26"/>
                  <a:gd name="T2" fmla="*/ 28 w 33"/>
                  <a:gd name="T3" fmla="*/ 26 h 26"/>
                  <a:gd name="T4" fmla="*/ 33 w 33"/>
                  <a:gd name="T5" fmla="*/ 24 h 26"/>
                  <a:gd name="T6" fmla="*/ 28 w 33"/>
                  <a:gd name="T7" fmla="*/ 0 h 26"/>
                  <a:gd name="T8" fmla="*/ 7 w 33"/>
                  <a:gd name="T9" fmla="*/ 0 h 26"/>
                  <a:gd name="T10" fmla="*/ 0 w 33"/>
                  <a:gd name="T11" fmla="*/ 24 h 26"/>
                  <a:gd name="T12" fmla="*/ 4 w 33"/>
                  <a:gd name="T13" fmla="*/ 26 h 26"/>
                  <a:gd name="T14" fmla="*/ 4 w 33"/>
                  <a:gd name="T15" fmla="*/ 26 h 26"/>
                  <a:gd name="T16" fmla="*/ 28 w 33"/>
                  <a:gd name="T17" fmla="*/ 2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 h="26">
                    <a:moveTo>
                      <a:pt x="28" y="26"/>
                    </a:moveTo>
                    <a:lnTo>
                      <a:pt x="28" y="26"/>
                    </a:lnTo>
                    <a:lnTo>
                      <a:pt x="33" y="24"/>
                    </a:lnTo>
                    <a:lnTo>
                      <a:pt x="28" y="0"/>
                    </a:lnTo>
                    <a:lnTo>
                      <a:pt x="7" y="0"/>
                    </a:lnTo>
                    <a:lnTo>
                      <a:pt x="0" y="24"/>
                    </a:lnTo>
                    <a:lnTo>
                      <a:pt x="4" y="26"/>
                    </a:lnTo>
                    <a:lnTo>
                      <a:pt x="4" y="26"/>
                    </a:lnTo>
                    <a:lnTo>
                      <a:pt x="28" y="26"/>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3" name="Freeform 221"/>
              <p:cNvSpPr/>
              <p:nvPr/>
            </p:nvSpPr>
            <p:spPr bwMode="auto">
              <a:xfrm>
                <a:off x="4043998" y="2109916"/>
                <a:ext cx="35782" cy="108428"/>
              </a:xfrm>
              <a:custGeom>
                <a:avLst/>
                <a:gdLst>
                  <a:gd name="T0" fmla="*/ 12 w 14"/>
                  <a:gd name="T1" fmla="*/ 0 h 42"/>
                  <a:gd name="T2" fmla="*/ 12 w 14"/>
                  <a:gd name="T3" fmla="*/ 0 h 42"/>
                  <a:gd name="T4" fmla="*/ 2 w 14"/>
                  <a:gd name="T5" fmla="*/ 0 h 42"/>
                  <a:gd name="T6" fmla="*/ 2 w 14"/>
                  <a:gd name="T7" fmla="*/ 0 h 42"/>
                  <a:gd name="T8" fmla="*/ 0 w 14"/>
                  <a:gd name="T9" fmla="*/ 41 h 42"/>
                  <a:gd name="T10" fmla="*/ 0 w 14"/>
                  <a:gd name="T11" fmla="*/ 41 h 42"/>
                  <a:gd name="T12" fmla="*/ 7 w 14"/>
                  <a:gd name="T13" fmla="*/ 42 h 42"/>
                  <a:gd name="T14" fmla="*/ 14 w 14"/>
                  <a:gd name="T15" fmla="*/ 41 h 42"/>
                  <a:gd name="T16" fmla="*/ 14 w 14"/>
                  <a:gd name="T17" fmla="*/ 41 h 42"/>
                  <a:gd name="T18" fmla="*/ 12 w 14"/>
                  <a:gd name="T19"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 h="42">
                    <a:moveTo>
                      <a:pt x="12" y="0"/>
                    </a:moveTo>
                    <a:cubicBezTo>
                      <a:pt x="12" y="0"/>
                      <a:pt x="12" y="0"/>
                      <a:pt x="12" y="0"/>
                    </a:cubicBezTo>
                    <a:cubicBezTo>
                      <a:pt x="2" y="0"/>
                      <a:pt x="2" y="0"/>
                      <a:pt x="2" y="0"/>
                    </a:cubicBezTo>
                    <a:cubicBezTo>
                      <a:pt x="2" y="0"/>
                      <a:pt x="2" y="0"/>
                      <a:pt x="2" y="0"/>
                    </a:cubicBezTo>
                    <a:cubicBezTo>
                      <a:pt x="0" y="41"/>
                      <a:pt x="0" y="41"/>
                      <a:pt x="0" y="41"/>
                    </a:cubicBezTo>
                    <a:cubicBezTo>
                      <a:pt x="0" y="41"/>
                      <a:pt x="0" y="41"/>
                      <a:pt x="0" y="41"/>
                    </a:cubicBezTo>
                    <a:cubicBezTo>
                      <a:pt x="3" y="42"/>
                      <a:pt x="5" y="42"/>
                      <a:pt x="7" y="42"/>
                    </a:cubicBezTo>
                    <a:cubicBezTo>
                      <a:pt x="10" y="42"/>
                      <a:pt x="12" y="42"/>
                      <a:pt x="14" y="41"/>
                    </a:cubicBezTo>
                    <a:cubicBezTo>
                      <a:pt x="14" y="41"/>
                      <a:pt x="14" y="41"/>
                      <a:pt x="14" y="41"/>
                    </a:cubicBezTo>
                    <a:lnTo>
                      <a:pt x="12" y="0"/>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4" name="Freeform 222"/>
              <p:cNvSpPr/>
              <p:nvPr/>
            </p:nvSpPr>
            <p:spPr bwMode="auto">
              <a:xfrm>
                <a:off x="3826056" y="2032933"/>
                <a:ext cx="460821" cy="238542"/>
              </a:xfrm>
              <a:custGeom>
                <a:avLst/>
                <a:gdLst>
                  <a:gd name="T0" fmla="*/ 92 w 180"/>
                  <a:gd name="T1" fmla="*/ 93 h 93"/>
                  <a:gd name="T2" fmla="*/ 0 w 180"/>
                  <a:gd name="T3" fmla="*/ 0 h 93"/>
                  <a:gd name="T4" fmla="*/ 23 w 180"/>
                  <a:gd name="T5" fmla="*/ 0 h 93"/>
                  <a:gd name="T6" fmla="*/ 92 w 180"/>
                  <a:gd name="T7" fmla="*/ 70 h 93"/>
                  <a:gd name="T8" fmla="*/ 158 w 180"/>
                  <a:gd name="T9" fmla="*/ 22 h 93"/>
                  <a:gd name="T10" fmla="*/ 180 w 180"/>
                  <a:gd name="T11" fmla="*/ 30 h 93"/>
                  <a:gd name="T12" fmla="*/ 92 w 180"/>
                  <a:gd name="T13" fmla="*/ 93 h 93"/>
                </a:gdLst>
                <a:ahLst/>
                <a:cxnLst>
                  <a:cxn ang="0">
                    <a:pos x="T0" y="T1"/>
                  </a:cxn>
                  <a:cxn ang="0">
                    <a:pos x="T2" y="T3"/>
                  </a:cxn>
                  <a:cxn ang="0">
                    <a:pos x="T4" y="T5"/>
                  </a:cxn>
                  <a:cxn ang="0">
                    <a:pos x="T6" y="T7"/>
                  </a:cxn>
                  <a:cxn ang="0">
                    <a:pos x="T8" y="T9"/>
                  </a:cxn>
                  <a:cxn ang="0">
                    <a:pos x="T10" y="T11"/>
                  </a:cxn>
                  <a:cxn ang="0">
                    <a:pos x="T12" y="T13"/>
                  </a:cxn>
                </a:cxnLst>
                <a:rect l="0" t="0" r="r" b="b"/>
                <a:pathLst>
                  <a:path w="180" h="93">
                    <a:moveTo>
                      <a:pt x="92" y="93"/>
                    </a:moveTo>
                    <a:cubicBezTo>
                      <a:pt x="41" y="93"/>
                      <a:pt x="0" y="51"/>
                      <a:pt x="0" y="0"/>
                    </a:cubicBezTo>
                    <a:cubicBezTo>
                      <a:pt x="23" y="0"/>
                      <a:pt x="23" y="0"/>
                      <a:pt x="23" y="0"/>
                    </a:cubicBezTo>
                    <a:cubicBezTo>
                      <a:pt x="23" y="39"/>
                      <a:pt x="54" y="70"/>
                      <a:pt x="92" y="70"/>
                    </a:cubicBezTo>
                    <a:cubicBezTo>
                      <a:pt x="122" y="70"/>
                      <a:pt x="149" y="51"/>
                      <a:pt x="158" y="22"/>
                    </a:cubicBezTo>
                    <a:cubicBezTo>
                      <a:pt x="180" y="30"/>
                      <a:pt x="180" y="30"/>
                      <a:pt x="180" y="30"/>
                    </a:cubicBezTo>
                    <a:cubicBezTo>
                      <a:pt x="168" y="67"/>
                      <a:pt x="132" y="93"/>
                      <a:pt x="92" y="93"/>
                    </a:cubicBez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5" name="Freeform 223"/>
              <p:cNvSpPr/>
              <p:nvPr/>
            </p:nvSpPr>
            <p:spPr bwMode="auto">
              <a:xfrm>
                <a:off x="3787022" y="1979802"/>
                <a:ext cx="133367" cy="66142"/>
              </a:xfrm>
              <a:custGeom>
                <a:avLst/>
                <a:gdLst>
                  <a:gd name="T0" fmla="*/ 123 w 123"/>
                  <a:gd name="T1" fmla="*/ 61 h 61"/>
                  <a:gd name="T2" fmla="*/ 62 w 123"/>
                  <a:gd name="T3" fmla="*/ 0 h 61"/>
                  <a:gd name="T4" fmla="*/ 0 w 123"/>
                  <a:gd name="T5" fmla="*/ 61 h 61"/>
                  <a:gd name="T6" fmla="*/ 123 w 123"/>
                  <a:gd name="T7" fmla="*/ 61 h 61"/>
                </a:gdLst>
                <a:ahLst/>
                <a:cxnLst>
                  <a:cxn ang="0">
                    <a:pos x="T0" y="T1"/>
                  </a:cxn>
                  <a:cxn ang="0">
                    <a:pos x="T2" y="T3"/>
                  </a:cxn>
                  <a:cxn ang="0">
                    <a:pos x="T4" y="T5"/>
                  </a:cxn>
                  <a:cxn ang="0">
                    <a:pos x="T6" y="T7"/>
                  </a:cxn>
                </a:cxnLst>
                <a:rect l="0" t="0" r="r" b="b"/>
                <a:pathLst>
                  <a:path w="123" h="61">
                    <a:moveTo>
                      <a:pt x="123" y="61"/>
                    </a:moveTo>
                    <a:lnTo>
                      <a:pt x="62" y="0"/>
                    </a:lnTo>
                    <a:lnTo>
                      <a:pt x="0" y="61"/>
                    </a:lnTo>
                    <a:lnTo>
                      <a:pt x="123" y="61"/>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6" name="Freeform 224"/>
              <p:cNvSpPr/>
              <p:nvPr/>
            </p:nvSpPr>
            <p:spPr bwMode="auto">
              <a:xfrm>
                <a:off x="3837984" y="1797643"/>
                <a:ext cx="461905" cy="235290"/>
              </a:xfrm>
              <a:custGeom>
                <a:avLst/>
                <a:gdLst>
                  <a:gd name="T0" fmla="*/ 180 w 180"/>
                  <a:gd name="T1" fmla="*/ 92 h 92"/>
                  <a:gd name="T2" fmla="*/ 157 w 180"/>
                  <a:gd name="T3" fmla="*/ 92 h 92"/>
                  <a:gd name="T4" fmla="*/ 88 w 180"/>
                  <a:gd name="T5" fmla="*/ 23 h 92"/>
                  <a:gd name="T6" fmla="*/ 21 w 180"/>
                  <a:gd name="T7" fmla="*/ 70 h 92"/>
                  <a:gd name="T8" fmla="*/ 0 w 180"/>
                  <a:gd name="T9" fmla="*/ 63 h 92"/>
                  <a:gd name="T10" fmla="*/ 88 w 180"/>
                  <a:gd name="T11" fmla="*/ 0 h 92"/>
                  <a:gd name="T12" fmla="*/ 180 w 180"/>
                  <a:gd name="T13" fmla="*/ 92 h 92"/>
                </a:gdLst>
                <a:ahLst/>
                <a:cxnLst>
                  <a:cxn ang="0">
                    <a:pos x="T0" y="T1"/>
                  </a:cxn>
                  <a:cxn ang="0">
                    <a:pos x="T2" y="T3"/>
                  </a:cxn>
                  <a:cxn ang="0">
                    <a:pos x="T4" y="T5"/>
                  </a:cxn>
                  <a:cxn ang="0">
                    <a:pos x="T6" y="T7"/>
                  </a:cxn>
                  <a:cxn ang="0">
                    <a:pos x="T8" y="T9"/>
                  </a:cxn>
                  <a:cxn ang="0">
                    <a:pos x="T10" y="T11"/>
                  </a:cxn>
                  <a:cxn ang="0">
                    <a:pos x="T12" y="T13"/>
                  </a:cxn>
                </a:cxnLst>
                <a:rect l="0" t="0" r="r" b="b"/>
                <a:pathLst>
                  <a:path w="180" h="92">
                    <a:moveTo>
                      <a:pt x="180" y="92"/>
                    </a:moveTo>
                    <a:cubicBezTo>
                      <a:pt x="157" y="92"/>
                      <a:pt x="157" y="92"/>
                      <a:pt x="157" y="92"/>
                    </a:cubicBezTo>
                    <a:cubicBezTo>
                      <a:pt x="157" y="54"/>
                      <a:pt x="126" y="23"/>
                      <a:pt x="88" y="23"/>
                    </a:cubicBezTo>
                    <a:cubicBezTo>
                      <a:pt x="57" y="23"/>
                      <a:pt x="31" y="42"/>
                      <a:pt x="21" y="70"/>
                    </a:cubicBezTo>
                    <a:cubicBezTo>
                      <a:pt x="0" y="63"/>
                      <a:pt x="0" y="63"/>
                      <a:pt x="0" y="63"/>
                    </a:cubicBezTo>
                    <a:cubicBezTo>
                      <a:pt x="12" y="25"/>
                      <a:pt x="48" y="0"/>
                      <a:pt x="88" y="0"/>
                    </a:cubicBezTo>
                    <a:cubicBezTo>
                      <a:pt x="139" y="0"/>
                      <a:pt x="180" y="41"/>
                      <a:pt x="180" y="92"/>
                    </a:cubicBez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7" name="Freeform 225"/>
              <p:cNvSpPr/>
              <p:nvPr/>
            </p:nvSpPr>
            <p:spPr bwMode="auto">
              <a:xfrm>
                <a:off x="4202303" y="2021005"/>
                <a:ext cx="135536" cy="68310"/>
              </a:xfrm>
              <a:custGeom>
                <a:avLst/>
                <a:gdLst>
                  <a:gd name="T0" fmla="*/ 0 w 125"/>
                  <a:gd name="T1" fmla="*/ 0 h 63"/>
                  <a:gd name="T2" fmla="*/ 64 w 125"/>
                  <a:gd name="T3" fmla="*/ 63 h 63"/>
                  <a:gd name="T4" fmla="*/ 125 w 125"/>
                  <a:gd name="T5" fmla="*/ 0 h 63"/>
                  <a:gd name="T6" fmla="*/ 0 w 125"/>
                  <a:gd name="T7" fmla="*/ 0 h 63"/>
                </a:gdLst>
                <a:ahLst/>
                <a:cxnLst>
                  <a:cxn ang="0">
                    <a:pos x="T0" y="T1"/>
                  </a:cxn>
                  <a:cxn ang="0">
                    <a:pos x="T2" y="T3"/>
                  </a:cxn>
                  <a:cxn ang="0">
                    <a:pos x="T4" y="T5"/>
                  </a:cxn>
                  <a:cxn ang="0">
                    <a:pos x="T6" y="T7"/>
                  </a:cxn>
                </a:cxnLst>
                <a:rect l="0" t="0" r="r" b="b"/>
                <a:pathLst>
                  <a:path w="125" h="63">
                    <a:moveTo>
                      <a:pt x="0" y="0"/>
                    </a:moveTo>
                    <a:lnTo>
                      <a:pt x="64" y="63"/>
                    </a:lnTo>
                    <a:lnTo>
                      <a:pt x="125" y="0"/>
                    </a:lnTo>
                    <a:lnTo>
                      <a:pt x="0" y="0"/>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70" name="组合 69">
              <a:extLst>
                <a:ext uri="{FF2B5EF4-FFF2-40B4-BE49-F238E27FC236}">
                  <a16:creationId xmlns:a16="http://schemas.microsoft.com/office/drawing/2014/main" id="{764F48E9-8124-4EC5-AED7-4631C3BC53E1}"/>
                </a:ext>
              </a:extLst>
            </p:cNvPr>
            <p:cNvGrpSpPr/>
            <p:nvPr/>
          </p:nvGrpSpPr>
          <p:grpSpPr>
            <a:xfrm>
              <a:off x="4007768" y="-3615780"/>
              <a:ext cx="3939158" cy="5332075"/>
              <a:chOff x="6798609" y="-251869"/>
              <a:chExt cx="5253578" cy="7111285"/>
            </a:xfrm>
          </p:grpSpPr>
          <p:sp>
            <p:nvSpPr>
              <p:cNvPr id="71" name="Freeform 5">
                <a:extLst>
                  <a:ext uri="{FF2B5EF4-FFF2-40B4-BE49-F238E27FC236}">
                    <a16:creationId xmlns:a16="http://schemas.microsoft.com/office/drawing/2014/main" id="{3D6F0BFB-CAF6-4DEA-8566-72D967064318}"/>
                  </a:ext>
                </a:extLst>
              </p:cNvPr>
              <p:cNvSpPr/>
              <p:nvPr/>
            </p:nvSpPr>
            <p:spPr bwMode="auto">
              <a:xfrm rot="10800000">
                <a:off x="7731152" y="1751506"/>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72" name="Freeform 5">
                <a:extLst>
                  <a:ext uri="{FF2B5EF4-FFF2-40B4-BE49-F238E27FC236}">
                    <a16:creationId xmlns:a16="http://schemas.microsoft.com/office/drawing/2014/main" id="{F2AE030B-5667-435C-8BBF-7E48C439BA87}"/>
                  </a:ext>
                </a:extLst>
              </p:cNvPr>
              <p:cNvSpPr/>
              <p:nvPr/>
            </p:nvSpPr>
            <p:spPr bwMode="auto">
              <a:xfrm rot="10800000">
                <a:off x="7731152" y="4269844"/>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73" name="Freeform 5">
                <a:extLst>
                  <a:ext uri="{FF2B5EF4-FFF2-40B4-BE49-F238E27FC236}">
                    <a16:creationId xmlns:a16="http://schemas.microsoft.com/office/drawing/2014/main" id="{828350D6-B416-44D0-8ABA-20F1FCA9168E}"/>
                  </a:ext>
                </a:extLst>
              </p:cNvPr>
              <p:cNvSpPr/>
              <p:nvPr/>
            </p:nvSpPr>
            <p:spPr bwMode="auto">
              <a:xfrm rot="10800000">
                <a:off x="9919526" y="3012713"/>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3"/>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cxnSp>
            <p:nvCxnSpPr>
              <p:cNvPr id="74" name="直接连接符 73">
                <a:extLst>
                  <a:ext uri="{FF2B5EF4-FFF2-40B4-BE49-F238E27FC236}">
                    <a16:creationId xmlns:a16="http://schemas.microsoft.com/office/drawing/2014/main" id="{26E7FDF5-8D5D-48BC-82CB-6360080D8520}"/>
                  </a:ext>
                </a:extLst>
              </p:cNvPr>
              <p:cNvCxnSpPr/>
              <p:nvPr/>
            </p:nvCxnSpPr>
            <p:spPr>
              <a:xfrm>
                <a:off x="10863943" y="3431223"/>
                <a:ext cx="118824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69B30286-D4EF-45D0-B91F-2A470B7805A8}"/>
                  </a:ext>
                </a:extLst>
              </p:cNvPr>
              <p:cNvCxnSpPr/>
              <p:nvPr/>
            </p:nvCxnSpPr>
            <p:spPr>
              <a:xfrm flipV="1">
                <a:off x="6955437" y="5111885"/>
                <a:ext cx="1008937" cy="1747531"/>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9BD49E39-8CF8-4826-A9F9-C91759763FD2}"/>
                  </a:ext>
                </a:extLst>
              </p:cNvPr>
              <p:cNvCxnSpPr/>
              <p:nvPr/>
            </p:nvCxnSpPr>
            <p:spPr>
              <a:xfrm>
                <a:off x="6798609" y="-251869"/>
                <a:ext cx="1165761" cy="2019159"/>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77" name="组合 76">
                <a:extLst>
                  <a:ext uri="{FF2B5EF4-FFF2-40B4-BE49-F238E27FC236}">
                    <a16:creationId xmlns:a16="http://schemas.microsoft.com/office/drawing/2014/main" id="{FE4C8BE3-E42F-4583-B9DE-98CDC77B2F19}"/>
                  </a:ext>
                </a:extLst>
              </p:cNvPr>
              <p:cNvGrpSpPr/>
              <p:nvPr/>
            </p:nvGrpSpPr>
            <p:grpSpPr>
              <a:xfrm>
                <a:off x="8059703" y="2042916"/>
                <a:ext cx="303617" cy="258274"/>
                <a:chOff x="6339462" y="3747511"/>
                <a:chExt cx="907547" cy="772010"/>
              </a:xfrm>
              <a:solidFill>
                <a:schemeClr val="accent1"/>
              </a:solidFill>
            </p:grpSpPr>
            <p:sp>
              <p:nvSpPr>
                <p:cNvPr id="92" name="Rectangle 130">
                  <a:extLst>
                    <a:ext uri="{FF2B5EF4-FFF2-40B4-BE49-F238E27FC236}">
                      <a16:creationId xmlns:a16="http://schemas.microsoft.com/office/drawing/2014/main" id="{F36D7D66-2920-45A7-9E88-BE4F293C4361}"/>
                    </a:ext>
                  </a:extLst>
                </p:cNvPr>
                <p:cNvSpPr>
                  <a:spLocks noChangeArrowheads="1"/>
                </p:cNvSpPr>
                <p:nvPr/>
              </p:nvSpPr>
              <p:spPr bwMode="auto">
                <a:xfrm>
                  <a:off x="6339462" y="4489161"/>
                  <a:ext cx="881523" cy="3036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3" name="Freeform 131">
                  <a:extLst>
                    <a:ext uri="{FF2B5EF4-FFF2-40B4-BE49-F238E27FC236}">
                      <a16:creationId xmlns:a16="http://schemas.microsoft.com/office/drawing/2014/main" id="{76B146A0-6971-4F3A-8D4F-22024F8375F4}"/>
                    </a:ext>
                  </a:extLst>
                </p:cNvPr>
                <p:cNvSpPr/>
                <p:nvPr/>
              </p:nvSpPr>
              <p:spPr bwMode="auto">
                <a:xfrm>
                  <a:off x="6398014" y="4350373"/>
                  <a:ext cx="123608" cy="114934"/>
                </a:xfrm>
                <a:custGeom>
                  <a:avLst/>
                  <a:gdLst>
                    <a:gd name="T0" fmla="*/ 43 w 48"/>
                    <a:gd name="T1" fmla="*/ 45 h 45"/>
                    <a:gd name="T2" fmla="*/ 48 w 48"/>
                    <a:gd name="T3" fmla="*/ 39 h 45"/>
                    <a:gd name="T4" fmla="*/ 48 w 48"/>
                    <a:gd name="T5" fmla="*/ 0 h 45"/>
                    <a:gd name="T6" fmla="*/ 0 w 48"/>
                    <a:gd name="T7" fmla="*/ 8 h 45"/>
                    <a:gd name="T8" fmla="*/ 0 w 48"/>
                    <a:gd name="T9" fmla="*/ 39 h 45"/>
                    <a:gd name="T10" fmla="*/ 6 w 48"/>
                    <a:gd name="T11" fmla="*/ 45 h 45"/>
                    <a:gd name="T12" fmla="*/ 43 w 48"/>
                    <a:gd name="T13" fmla="*/ 45 h 45"/>
                  </a:gdLst>
                  <a:ahLst/>
                  <a:cxnLst>
                    <a:cxn ang="0">
                      <a:pos x="T0" y="T1"/>
                    </a:cxn>
                    <a:cxn ang="0">
                      <a:pos x="T2" y="T3"/>
                    </a:cxn>
                    <a:cxn ang="0">
                      <a:pos x="T4" y="T5"/>
                    </a:cxn>
                    <a:cxn ang="0">
                      <a:pos x="T6" y="T7"/>
                    </a:cxn>
                    <a:cxn ang="0">
                      <a:pos x="T8" y="T9"/>
                    </a:cxn>
                    <a:cxn ang="0">
                      <a:pos x="T10" y="T11"/>
                    </a:cxn>
                    <a:cxn ang="0">
                      <a:pos x="T12" y="T13"/>
                    </a:cxn>
                  </a:cxnLst>
                  <a:rect l="0" t="0" r="r" b="b"/>
                  <a:pathLst>
                    <a:path w="48" h="45">
                      <a:moveTo>
                        <a:pt x="43" y="45"/>
                      </a:moveTo>
                      <a:cubicBezTo>
                        <a:pt x="46" y="45"/>
                        <a:pt x="48" y="42"/>
                        <a:pt x="48" y="39"/>
                      </a:cubicBezTo>
                      <a:cubicBezTo>
                        <a:pt x="48" y="0"/>
                        <a:pt x="48" y="0"/>
                        <a:pt x="48" y="0"/>
                      </a:cubicBezTo>
                      <a:cubicBezTo>
                        <a:pt x="29" y="5"/>
                        <a:pt x="12" y="7"/>
                        <a:pt x="0" y="8"/>
                      </a:cubicBezTo>
                      <a:cubicBezTo>
                        <a:pt x="0" y="39"/>
                        <a:pt x="0" y="39"/>
                        <a:pt x="0" y="39"/>
                      </a:cubicBezTo>
                      <a:cubicBezTo>
                        <a:pt x="0" y="42"/>
                        <a:pt x="3" y="45"/>
                        <a:pt x="6" y="45"/>
                      </a:cubicBezTo>
                      <a:lnTo>
                        <a:pt x="43" y="4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4" name="Freeform 132">
                  <a:extLst>
                    <a:ext uri="{FF2B5EF4-FFF2-40B4-BE49-F238E27FC236}">
                      <a16:creationId xmlns:a16="http://schemas.microsoft.com/office/drawing/2014/main" id="{4564F2DC-2599-4736-9140-A121B2AF05F0}"/>
                    </a:ext>
                  </a:extLst>
                </p:cNvPr>
                <p:cNvSpPr/>
                <p:nvPr/>
              </p:nvSpPr>
              <p:spPr bwMode="auto">
                <a:xfrm>
                  <a:off x="6557403" y="4299411"/>
                  <a:ext cx="122524" cy="165896"/>
                </a:xfrm>
                <a:custGeom>
                  <a:avLst/>
                  <a:gdLst>
                    <a:gd name="T0" fmla="*/ 43 w 48"/>
                    <a:gd name="T1" fmla="*/ 65 h 65"/>
                    <a:gd name="T2" fmla="*/ 48 w 48"/>
                    <a:gd name="T3" fmla="*/ 59 h 65"/>
                    <a:gd name="T4" fmla="*/ 48 w 48"/>
                    <a:gd name="T5" fmla="*/ 0 h 65"/>
                    <a:gd name="T6" fmla="*/ 44 w 48"/>
                    <a:gd name="T7" fmla="*/ 2 h 65"/>
                    <a:gd name="T8" fmla="*/ 0 w 48"/>
                    <a:gd name="T9" fmla="*/ 16 h 65"/>
                    <a:gd name="T10" fmla="*/ 0 w 48"/>
                    <a:gd name="T11" fmla="*/ 59 h 65"/>
                    <a:gd name="T12" fmla="*/ 6 w 48"/>
                    <a:gd name="T13" fmla="*/ 65 h 65"/>
                    <a:gd name="T14" fmla="*/ 43 w 48"/>
                    <a:gd name="T15" fmla="*/ 65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65">
                      <a:moveTo>
                        <a:pt x="43" y="65"/>
                      </a:moveTo>
                      <a:cubicBezTo>
                        <a:pt x="46" y="65"/>
                        <a:pt x="48" y="62"/>
                        <a:pt x="48" y="59"/>
                      </a:cubicBezTo>
                      <a:cubicBezTo>
                        <a:pt x="48" y="0"/>
                        <a:pt x="48" y="0"/>
                        <a:pt x="48" y="0"/>
                      </a:cubicBezTo>
                      <a:cubicBezTo>
                        <a:pt x="47" y="1"/>
                        <a:pt x="46" y="1"/>
                        <a:pt x="44" y="2"/>
                      </a:cubicBezTo>
                      <a:cubicBezTo>
                        <a:pt x="29" y="8"/>
                        <a:pt x="14" y="13"/>
                        <a:pt x="0" y="16"/>
                      </a:cubicBezTo>
                      <a:cubicBezTo>
                        <a:pt x="0" y="59"/>
                        <a:pt x="0" y="59"/>
                        <a:pt x="0" y="59"/>
                      </a:cubicBezTo>
                      <a:cubicBezTo>
                        <a:pt x="0" y="62"/>
                        <a:pt x="3" y="65"/>
                        <a:pt x="6" y="65"/>
                      </a:cubicBezTo>
                      <a:lnTo>
                        <a:pt x="43" y="6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5" name="Freeform 133">
                  <a:extLst>
                    <a:ext uri="{FF2B5EF4-FFF2-40B4-BE49-F238E27FC236}">
                      <a16:creationId xmlns:a16="http://schemas.microsoft.com/office/drawing/2014/main" id="{A3ACF883-5DA0-43B3-B6E1-E50365E0CE48}"/>
                    </a:ext>
                  </a:extLst>
                </p:cNvPr>
                <p:cNvSpPr/>
                <p:nvPr/>
              </p:nvSpPr>
              <p:spPr bwMode="auto">
                <a:xfrm>
                  <a:off x="6715709" y="4219174"/>
                  <a:ext cx="123608" cy="246133"/>
                </a:xfrm>
                <a:custGeom>
                  <a:avLst/>
                  <a:gdLst>
                    <a:gd name="T0" fmla="*/ 43 w 48"/>
                    <a:gd name="T1" fmla="*/ 96 h 96"/>
                    <a:gd name="T2" fmla="*/ 48 w 48"/>
                    <a:gd name="T3" fmla="*/ 90 h 96"/>
                    <a:gd name="T4" fmla="*/ 48 w 48"/>
                    <a:gd name="T5" fmla="*/ 0 h 96"/>
                    <a:gd name="T6" fmla="*/ 0 w 48"/>
                    <a:gd name="T7" fmla="*/ 25 h 96"/>
                    <a:gd name="T8" fmla="*/ 0 w 48"/>
                    <a:gd name="T9" fmla="*/ 90 h 96"/>
                    <a:gd name="T10" fmla="*/ 6 w 48"/>
                    <a:gd name="T11" fmla="*/ 96 h 96"/>
                    <a:gd name="T12" fmla="*/ 43 w 48"/>
                    <a:gd name="T13" fmla="*/ 96 h 96"/>
                  </a:gdLst>
                  <a:ahLst/>
                  <a:cxnLst>
                    <a:cxn ang="0">
                      <a:pos x="T0" y="T1"/>
                    </a:cxn>
                    <a:cxn ang="0">
                      <a:pos x="T2" y="T3"/>
                    </a:cxn>
                    <a:cxn ang="0">
                      <a:pos x="T4" y="T5"/>
                    </a:cxn>
                    <a:cxn ang="0">
                      <a:pos x="T6" y="T7"/>
                    </a:cxn>
                    <a:cxn ang="0">
                      <a:pos x="T8" y="T9"/>
                    </a:cxn>
                    <a:cxn ang="0">
                      <a:pos x="T10" y="T11"/>
                    </a:cxn>
                    <a:cxn ang="0">
                      <a:pos x="T12" y="T13"/>
                    </a:cxn>
                  </a:cxnLst>
                  <a:rect l="0" t="0" r="r" b="b"/>
                  <a:pathLst>
                    <a:path w="48" h="96">
                      <a:moveTo>
                        <a:pt x="43" y="96"/>
                      </a:moveTo>
                      <a:cubicBezTo>
                        <a:pt x="46" y="96"/>
                        <a:pt x="48" y="93"/>
                        <a:pt x="48" y="90"/>
                      </a:cubicBezTo>
                      <a:cubicBezTo>
                        <a:pt x="48" y="0"/>
                        <a:pt x="48" y="0"/>
                        <a:pt x="48" y="0"/>
                      </a:cubicBezTo>
                      <a:cubicBezTo>
                        <a:pt x="33" y="10"/>
                        <a:pt x="17" y="18"/>
                        <a:pt x="0" y="25"/>
                      </a:cubicBezTo>
                      <a:cubicBezTo>
                        <a:pt x="0" y="90"/>
                        <a:pt x="0" y="90"/>
                        <a:pt x="0" y="90"/>
                      </a:cubicBezTo>
                      <a:cubicBezTo>
                        <a:pt x="0" y="93"/>
                        <a:pt x="3" y="96"/>
                        <a:pt x="6" y="96"/>
                      </a:cubicBezTo>
                      <a:lnTo>
                        <a:pt x="43" y="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6" name="Freeform 134">
                  <a:extLst>
                    <a:ext uri="{FF2B5EF4-FFF2-40B4-BE49-F238E27FC236}">
                      <a16:creationId xmlns:a16="http://schemas.microsoft.com/office/drawing/2014/main" id="{F8809223-A0CB-4DB2-BD85-3ABC213AD486}"/>
                    </a:ext>
                  </a:extLst>
                </p:cNvPr>
                <p:cNvSpPr/>
                <p:nvPr/>
              </p:nvSpPr>
              <p:spPr bwMode="auto">
                <a:xfrm>
                  <a:off x="6875099" y="4100987"/>
                  <a:ext cx="123608" cy="364319"/>
                </a:xfrm>
                <a:custGeom>
                  <a:avLst/>
                  <a:gdLst>
                    <a:gd name="T0" fmla="*/ 43 w 48"/>
                    <a:gd name="T1" fmla="*/ 142 h 142"/>
                    <a:gd name="T2" fmla="*/ 48 w 48"/>
                    <a:gd name="T3" fmla="*/ 136 h 142"/>
                    <a:gd name="T4" fmla="*/ 48 w 48"/>
                    <a:gd name="T5" fmla="*/ 0 h 142"/>
                    <a:gd name="T6" fmla="*/ 32 w 48"/>
                    <a:gd name="T7" fmla="*/ 14 h 142"/>
                    <a:gd name="T8" fmla="*/ 0 w 48"/>
                    <a:gd name="T9" fmla="*/ 37 h 142"/>
                    <a:gd name="T10" fmla="*/ 0 w 48"/>
                    <a:gd name="T11" fmla="*/ 136 h 142"/>
                    <a:gd name="T12" fmla="*/ 6 w 48"/>
                    <a:gd name="T13" fmla="*/ 142 h 142"/>
                    <a:gd name="T14" fmla="*/ 43 w 48"/>
                    <a:gd name="T15" fmla="*/ 142 h 1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42">
                      <a:moveTo>
                        <a:pt x="43" y="142"/>
                      </a:moveTo>
                      <a:cubicBezTo>
                        <a:pt x="46" y="142"/>
                        <a:pt x="48" y="139"/>
                        <a:pt x="48" y="136"/>
                      </a:cubicBezTo>
                      <a:cubicBezTo>
                        <a:pt x="48" y="0"/>
                        <a:pt x="48" y="0"/>
                        <a:pt x="48" y="0"/>
                      </a:cubicBezTo>
                      <a:cubicBezTo>
                        <a:pt x="43" y="5"/>
                        <a:pt x="37" y="10"/>
                        <a:pt x="32" y="14"/>
                      </a:cubicBezTo>
                      <a:cubicBezTo>
                        <a:pt x="21" y="23"/>
                        <a:pt x="11" y="30"/>
                        <a:pt x="0" y="37"/>
                      </a:cubicBezTo>
                      <a:cubicBezTo>
                        <a:pt x="0" y="136"/>
                        <a:pt x="0" y="136"/>
                        <a:pt x="0" y="136"/>
                      </a:cubicBezTo>
                      <a:cubicBezTo>
                        <a:pt x="0" y="139"/>
                        <a:pt x="3" y="142"/>
                        <a:pt x="6" y="142"/>
                      </a:cubicBezTo>
                      <a:lnTo>
                        <a:pt x="43" y="14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7" name="Freeform 135">
                  <a:extLst>
                    <a:ext uri="{FF2B5EF4-FFF2-40B4-BE49-F238E27FC236}">
                      <a16:creationId xmlns:a16="http://schemas.microsoft.com/office/drawing/2014/main" id="{51CC99D3-60E9-432A-88A8-7B410FAE9D85}"/>
                    </a:ext>
                  </a:extLst>
                </p:cNvPr>
                <p:cNvSpPr/>
                <p:nvPr/>
              </p:nvSpPr>
              <p:spPr bwMode="auto">
                <a:xfrm>
                  <a:off x="7034488" y="3927502"/>
                  <a:ext cx="122524" cy="537805"/>
                </a:xfrm>
                <a:custGeom>
                  <a:avLst/>
                  <a:gdLst>
                    <a:gd name="T0" fmla="*/ 43 w 48"/>
                    <a:gd name="T1" fmla="*/ 210 h 210"/>
                    <a:gd name="T2" fmla="*/ 48 w 48"/>
                    <a:gd name="T3" fmla="*/ 204 h 210"/>
                    <a:gd name="T4" fmla="*/ 48 w 48"/>
                    <a:gd name="T5" fmla="*/ 0 h 210"/>
                    <a:gd name="T6" fmla="*/ 0 w 48"/>
                    <a:gd name="T7" fmla="*/ 56 h 210"/>
                    <a:gd name="T8" fmla="*/ 0 w 48"/>
                    <a:gd name="T9" fmla="*/ 204 h 210"/>
                    <a:gd name="T10" fmla="*/ 6 w 48"/>
                    <a:gd name="T11" fmla="*/ 210 h 210"/>
                    <a:gd name="T12" fmla="*/ 43 w 48"/>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48" h="210">
                      <a:moveTo>
                        <a:pt x="43" y="210"/>
                      </a:moveTo>
                      <a:cubicBezTo>
                        <a:pt x="46" y="210"/>
                        <a:pt x="48" y="207"/>
                        <a:pt x="48" y="204"/>
                      </a:cubicBezTo>
                      <a:cubicBezTo>
                        <a:pt x="48" y="0"/>
                        <a:pt x="48" y="0"/>
                        <a:pt x="48" y="0"/>
                      </a:cubicBezTo>
                      <a:cubicBezTo>
                        <a:pt x="33" y="20"/>
                        <a:pt x="17" y="39"/>
                        <a:pt x="0" y="56"/>
                      </a:cubicBezTo>
                      <a:cubicBezTo>
                        <a:pt x="0" y="204"/>
                        <a:pt x="0" y="204"/>
                        <a:pt x="0" y="204"/>
                      </a:cubicBezTo>
                      <a:cubicBezTo>
                        <a:pt x="0" y="207"/>
                        <a:pt x="3" y="210"/>
                        <a:pt x="6" y="210"/>
                      </a:cubicBezTo>
                      <a:lnTo>
                        <a:pt x="43" y="21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8" name="Freeform 136">
                  <a:extLst>
                    <a:ext uri="{FF2B5EF4-FFF2-40B4-BE49-F238E27FC236}">
                      <a16:creationId xmlns:a16="http://schemas.microsoft.com/office/drawing/2014/main" id="{37C39D3B-4793-49D6-A99D-396057A4AC35}"/>
                    </a:ext>
                  </a:extLst>
                </p:cNvPr>
                <p:cNvSpPr/>
                <p:nvPr/>
              </p:nvSpPr>
              <p:spPr bwMode="auto">
                <a:xfrm>
                  <a:off x="6343800" y="3747511"/>
                  <a:ext cx="903209" cy="587682"/>
                </a:xfrm>
                <a:custGeom>
                  <a:avLst/>
                  <a:gdLst>
                    <a:gd name="T0" fmla="*/ 350 w 352"/>
                    <a:gd name="T1" fmla="*/ 58 h 229"/>
                    <a:gd name="T2" fmla="*/ 335 w 352"/>
                    <a:gd name="T3" fmla="*/ 8 h 229"/>
                    <a:gd name="T4" fmla="*/ 322 w 352"/>
                    <a:gd name="T5" fmla="*/ 2 h 229"/>
                    <a:gd name="T6" fmla="*/ 273 w 352"/>
                    <a:gd name="T7" fmla="*/ 17 h 229"/>
                    <a:gd name="T8" fmla="*/ 266 w 352"/>
                    <a:gd name="T9" fmla="*/ 30 h 229"/>
                    <a:gd name="T10" fmla="*/ 279 w 352"/>
                    <a:gd name="T11" fmla="*/ 36 h 229"/>
                    <a:gd name="T12" fmla="*/ 304 w 352"/>
                    <a:gd name="T13" fmla="*/ 29 h 229"/>
                    <a:gd name="T14" fmla="*/ 219 w 352"/>
                    <a:gd name="T15" fmla="*/ 121 h 229"/>
                    <a:gd name="T16" fmla="*/ 71 w 352"/>
                    <a:gd name="T17" fmla="*/ 194 h 229"/>
                    <a:gd name="T18" fmla="*/ 0 w 352"/>
                    <a:gd name="T19" fmla="*/ 205 h 229"/>
                    <a:gd name="T20" fmla="*/ 0 w 352"/>
                    <a:gd name="T21" fmla="*/ 205 h 229"/>
                    <a:gd name="T22" fmla="*/ 0 w 352"/>
                    <a:gd name="T23" fmla="*/ 229 h 229"/>
                    <a:gd name="T24" fmla="*/ 0 w 352"/>
                    <a:gd name="T25" fmla="*/ 229 h 229"/>
                    <a:gd name="T26" fmla="*/ 125 w 352"/>
                    <a:gd name="T27" fmla="*/ 202 h 229"/>
                    <a:gd name="T28" fmla="*/ 234 w 352"/>
                    <a:gd name="T29" fmla="*/ 139 h 229"/>
                    <a:gd name="T30" fmla="*/ 324 w 352"/>
                    <a:gd name="T31" fmla="*/ 41 h 229"/>
                    <a:gd name="T32" fmla="*/ 331 w 352"/>
                    <a:gd name="T33" fmla="*/ 64 h 229"/>
                    <a:gd name="T34" fmla="*/ 344 w 352"/>
                    <a:gd name="T35" fmla="*/ 70 h 229"/>
                    <a:gd name="T36" fmla="*/ 350 w 352"/>
                    <a:gd name="T37" fmla="*/ 58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229">
                      <a:moveTo>
                        <a:pt x="350" y="58"/>
                      </a:moveTo>
                      <a:cubicBezTo>
                        <a:pt x="335" y="8"/>
                        <a:pt x="335" y="8"/>
                        <a:pt x="335" y="8"/>
                      </a:cubicBezTo>
                      <a:cubicBezTo>
                        <a:pt x="333" y="3"/>
                        <a:pt x="327" y="0"/>
                        <a:pt x="322" y="2"/>
                      </a:cubicBezTo>
                      <a:cubicBezTo>
                        <a:pt x="273" y="17"/>
                        <a:pt x="273" y="17"/>
                        <a:pt x="273" y="17"/>
                      </a:cubicBezTo>
                      <a:cubicBezTo>
                        <a:pt x="268" y="19"/>
                        <a:pt x="265" y="25"/>
                        <a:pt x="266" y="30"/>
                      </a:cubicBezTo>
                      <a:cubicBezTo>
                        <a:pt x="268" y="35"/>
                        <a:pt x="274" y="38"/>
                        <a:pt x="279" y="36"/>
                      </a:cubicBezTo>
                      <a:cubicBezTo>
                        <a:pt x="304" y="29"/>
                        <a:pt x="304" y="29"/>
                        <a:pt x="304" y="29"/>
                      </a:cubicBezTo>
                      <a:cubicBezTo>
                        <a:pt x="278" y="67"/>
                        <a:pt x="249" y="97"/>
                        <a:pt x="219" y="121"/>
                      </a:cubicBezTo>
                      <a:cubicBezTo>
                        <a:pt x="166" y="163"/>
                        <a:pt x="112" y="184"/>
                        <a:pt x="71" y="194"/>
                      </a:cubicBezTo>
                      <a:cubicBezTo>
                        <a:pt x="29" y="205"/>
                        <a:pt x="1" y="205"/>
                        <a:pt x="0" y="205"/>
                      </a:cubicBezTo>
                      <a:cubicBezTo>
                        <a:pt x="0" y="205"/>
                        <a:pt x="0" y="205"/>
                        <a:pt x="0" y="205"/>
                      </a:cubicBezTo>
                      <a:cubicBezTo>
                        <a:pt x="0" y="229"/>
                        <a:pt x="0" y="229"/>
                        <a:pt x="0" y="229"/>
                      </a:cubicBezTo>
                      <a:cubicBezTo>
                        <a:pt x="0" y="229"/>
                        <a:pt x="0" y="229"/>
                        <a:pt x="0" y="229"/>
                      </a:cubicBezTo>
                      <a:cubicBezTo>
                        <a:pt x="3" y="229"/>
                        <a:pt x="56" y="229"/>
                        <a:pt x="125" y="202"/>
                      </a:cubicBezTo>
                      <a:cubicBezTo>
                        <a:pt x="159" y="189"/>
                        <a:pt x="197" y="169"/>
                        <a:pt x="234" y="139"/>
                      </a:cubicBezTo>
                      <a:cubicBezTo>
                        <a:pt x="265" y="114"/>
                        <a:pt x="296" y="82"/>
                        <a:pt x="324" y="41"/>
                      </a:cubicBezTo>
                      <a:cubicBezTo>
                        <a:pt x="331" y="64"/>
                        <a:pt x="331" y="64"/>
                        <a:pt x="331" y="64"/>
                      </a:cubicBezTo>
                      <a:cubicBezTo>
                        <a:pt x="333" y="69"/>
                        <a:pt x="339" y="72"/>
                        <a:pt x="344" y="70"/>
                      </a:cubicBezTo>
                      <a:cubicBezTo>
                        <a:pt x="349" y="69"/>
                        <a:pt x="352" y="63"/>
                        <a:pt x="350"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9" name="Freeform 137">
                  <a:extLst>
                    <a:ext uri="{FF2B5EF4-FFF2-40B4-BE49-F238E27FC236}">
                      <a16:creationId xmlns:a16="http://schemas.microsoft.com/office/drawing/2014/main" id="{11249225-1C33-4D93-9662-DE4464179C82}"/>
                    </a:ext>
                  </a:extLst>
                </p:cNvPr>
                <p:cNvSpPr/>
                <p:nvPr/>
              </p:nvSpPr>
              <p:spPr bwMode="auto">
                <a:xfrm>
                  <a:off x="6375243" y="3837506"/>
                  <a:ext cx="217941" cy="353477"/>
                </a:xfrm>
                <a:custGeom>
                  <a:avLst/>
                  <a:gdLst>
                    <a:gd name="T0" fmla="*/ 57 w 85"/>
                    <a:gd name="T1" fmla="*/ 104 h 138"/>
                    <a:gd name="T2" fmla="*/ 45 w 85"/>
                    <a:gd name="T3" fmla="*/ 108 h 138"/>
                    <a:gd name="T4" fmla="*/ 30 w 85"/>
                    <a:gd name="T5" fmla="*/ 105 h 138"/>
                    <a:gd name="T6" fmla="*/ 20 w 85"/>
                    <a:gd name="T7" fmla="*/ 100 h 138"/>
                    <a:gd name="T8" fmla="*/ 19 w 85"/>
                    <a:gd name="T9" fmla="*/ 98 h 138"/>
                    <a:gd name="T10" fmla="*/ 19 w 85"/>
                    <a:gd name="T11" fmla="*/ 98 h 138"/>
                    <a:gd name="T12" fmla="*/ 19 w 85"/>
                    <a:gd name="T13" fmla="*/ 98 h 138"/>
                    <a:gd name="T14" fmla="*/ 19 w 85"/>
                    <a:gd name="T15" fmla="*/ 97 h 138"/>
                    <a:gd name="T16" fmla="*/ 13 w 85"/>
                    <a:gd name="T17" fmla="*/ 94 h 138"/>
                    <a:gd name="T18" fmla="*/ 3 w 85"/>
                    <a:gd name="T19" fmla="*/ 101 h 138"/>
                    <a:gd name="T20" fmla="*/ 3 w 85"/>
                    <a:gd name="T21" fmla="*/ 109 h 138"/>
                    <a:gd name="T22" fmla="*/ 33 w 85"/>
                    <a:gd name="T23" fmla="*/ 125 h 138"/>
                    <a:gd name="T24" fmla="*/ 33 w 85"/>
                    <a:gd name="T25" fmla="*/ 135 h 138"/>
                    <a:gd name="T26" fmla="*/ 36 w 85"/>
                    <a:gd name="T27" fmla="*/ 138 h 138"/>
                    <a:gd name="T28" fmla="*/ 46 w 85"/>
                    <a:gd name="T29" fmla="*/ 138 h 138"/>
                    <a:gd name="T30" fmla="*/ 49 w 85"/>
                    <a:gd name="T31" fmla="*/ 135 h 138"/>
                    <a:gd name="T32" fmla="*/ 49 w 85"/>
                    <a:gd name="T33" fmla="*/ 126 h 138"/>
                    <a:gd name="T34" fmla="*/ 72 w 85"/>
                    <a:gd name="T35" fmla="*/ 118 h 138"/>
                    <a:gd name="T36" fmla="*/ 81 w 85"/>
                    <a:gd name="T37" fmla="*/ 86 h 138"/>
                    <a:gd name="T38" fmla="*/ 49 w 85"/>
                    <a:gd name="T39" fmla="*/ 62 h 138"/>
                    <a:gd name="T40" fmla="*/ 47 w 85"/>
                    <a:gd name="T41" fmla="*/ 61 h 138"/>
                    <a:gd name="T42" fmla="*/ 35 w 85"/>
                    <a:gd name="T43" fmla="*/ 56 h 138"/>
                    <a:gd name="T44" fmla="*/ 34 w 85"/>
                    <a:gd name="T45" fmla="*/ 56 h 138"/>
                    <a:gd name="T46" fmla="*/ 25 w 85"/>
                    <a:gd name="T47" fmla="*/ 49 h 138"/>
                    <a:gd name="T48" fmla="*/ 27 w 85"/>
                    <a:gd name="T49" fmla="*/ 36 h 138"/>
                    <a:gd name="T50" fmla="*/ 41 w 85"/>
                    <a:gd name="T51" fmla="*/ 31 h 138"/>
                    <a:gd name="T52" fmla="*/ 51 w 85"/>
                    <a:gd name="T53" fmla="*/ 32 h 138"/>
                    <a:gd name="T54" fmla="*/ 61 w 85"/>
                    <a:gd name="T55" fmla="*/ 39 h 138"/>
                    <a:gd name="T56" fmla="*/ 62 w 85"/>
                    <a:gd name="T57" fmla="*/ 40 h 138"/>
                    <a:gd name="T58" fmla="*/ 62 w 85"/>
                    <a:gd name="T59" fmla="*/ 40 h 138"/>
                    <a:gd name="T60" fmla="*/ 62 w 85"/>
                    <a:gd name="T61" fmla="*/ 41 h 138"/>
                    <a:gd name="T62" fmla="*/ 68 w 85"/>
                    <a:gd name="T63" fmla="*/ 44 h 138"/>
                    <a:gd name="T64" fmla="*/ 78 w 85"/>
                    <a:gd name="T65" fmla="*/ 38 h 138"/>
                    <a:gd name="T66" fmla="*/ 78 w 85"/>
                    <a:gd name="T67" fmla="*/ 29 h 138"/>
                    <a:gd name="T68" fmla="*/ 56 w 85"/>
                    <a:gd name="T69" fmla="*/ 14 h 138"/>
                    <a:gd name="T70" fmla="*/ 49 w 85"/>
                    <a:gd name="T71" fmla="*/ 13 h 138"/>
                    <a:gd name="T72" fmla="*/ 49 w 85"/>
                    <a:gd name="T73" fmla="*/ 3 h 138"/>
                    <a:gd name="T74" fmla="*/ 46 w 85"/>
                    <a:gd name="T75" fmla="*/ 0 h 138"/>
                    <a:gd name="T76" fmla="*/ 36 w 85"/>
                    <a:gd name="T77" fmla="*/ 0 h 138"/>
                    <a:gd name="T78" fmla="*/ 33 w 85"/>
                    <a:gd name="T79" fmla="*/ 3 h 138"/>
                    <a:gd name="T80" fmla="*/ 33 w 85"/>
                    <a:gd name="T81" fmla="*/ 13 h 138"/>
                    <a:gd name="T82" fmla="*/ 12 w 85"/>
                    <a:gd name="T83" fmla="*/ 24 h 138"/>
                    <a:gd name="T84" fmla="*/ 5 w 85"/>
                    <a:gd name="T85" fmla="*/ 56 h 138"/>
                    <a:gd name="T86" fmla="*/ 17 w 85"/>
                    <a:gd name="T87" fmla="*/ 68 h 138"/>
                    <a:gd name="T88" fmla="*/ 47 w 85"/>
                    <a:gd name="T89" fmla="*/ 83 h 138"/>
                    <a:gd name="T90" fmla="*/ 51 w 85"/>
                    <a:gd name="T91" fmla="*/ 85 h 138"/>
                    <a:gd name="T92" fmla="*/ 59 w 85"/>
                    <a:gd name="T93" fmla="*/ 92 h 138"/>
                    <a:gd name="T94" fmla="*/ 57 w 85"/>
                    <a:gd name="T95" fmla="*/ 10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5" h="138">
                      <a:moveTo>
                        <a:pt x="57" y="104"/>
                      </a:moveTo>
                      <a:cubicBezTo>
                        <a:pt x="54" y="107"/>
                        <a:pt x="50" y="108"/>
                        <a:pt x="45" y="108"/>
                      </a:cubicBezTo>
                      <a:cubicBezTo>
                        <a:pt x="40" y="108"/>
                        <a:pt x="35" y="107"/>
                        <a:pt x="30" y="105"/>
                      </a:cubicBezTo>
                      <a:cubicBezTo>
                        <a:pt x="27" y="104"/>
                        <a:pt x="23" y="102"/>
                        <a:pt x="20" y="100"/>
                      </a:cubicBezTo>
                      <a:cubicBezTo>
                        <a:pt x="20" y="99"/>
                        <a:pt x="20" y="99"/>
                        <a:pt x="19" y="98"/>
                      </a:cubicBezTo>
                      <a:cubicBezTo>
                        <a:pt x="19" y="98"/>
                        <a:pt x="19" y="98"/>
                        <a:pt x="19" y="98"/>
                      </a:cubicBezTo>
                      <a:cubicBezTo>
                        <a:pt x="19" y="98"/>
                        <a:pt x="19" y="98"/>
                        <a:pt x="19" y="98"/>
                      </a:cubicBezTo>
                      <a:cubicBezTo>
                        <a:pt x="19" y="97"/>
                        <a:pt x="19" y="97"/>
                        <a:pt x="19" y="97"/>
                      </a:cubicBezTo>
                      <a:cubicBezTo>
                        <a:pt x="17" y="95"/>
                        <a:pt x="15" y="94"/>
                        <a:pt x="13" y="94"/>
                      </a:cubicBezTo>
                      <a:cubicBezTo>
                        <a:pt x="9" y="94"/>
                        <a:pt x="5" y="97"/>
                        <a:pt x="3" y="101"/>
                      </a:cubicBezTo>
                      <a:cubicBezTo>
                        <a:pt x="1" y="104"/>
                        <a:pt x="1" y="107"/>
                        <a:pt x="3" y="109"/>
                      </a:cubicBezTo>
                      <a:cubicBezTo>
                        <a:pt x="8" y="118"/>
                        <a:pt x="21" y="123"/>
                        <a:pt x="33" y="125"/>
                      </a:cubicBezTo>
                      <a:cubicBezTo>
                        <a:pt x="33" y="135"/>
                        <a:pt x="33" y="135"/>
                        <a:pt x="33" y="135"/>
                      </a:cubicBezTo>
                      <a:cubicBezTo>
                        <a:pt x="33" y="137"/>
                        <a:pt x="35" y="138"/>
                        <a:pt x="36" y="138"/>
                      </a:cubicBezTo>
                      <a:cubicBezTo>
                        <a:pt x="46" y="138"/>
                        <a:pt x="46" y="138"/>
                        <a:pt x="46" y="138"/>
                      </a:cubicBezTo>
                      <a:cubicBezTo>
                        <a:pt x="47" y="138"/>
                        <a:pt x="49" y="137"/>
                        <a:pt x="49" y="135"/>
                      </a:cubicBezTo>
                      <a:cubicBezTo>
                        <a:pt x="49" y="126"/>
                        <a:pt x="49" y="126"/>
                        <a:pt x="49" y="126"/>
                      </a:cubicBezTo>
                      <a:cubicBezTo>
                        <a:pt x="59" y="125"/>
                        <a:pt x="67" y="122"/>
                        <a:pt x="72" y="118"/>
                      </a:cubicBezTo>
                      <a:cubicBezTo>
                        <a:pt x="81" y="109"/>
                        <a:pt x="85" y="97"/>
                        <a:pt x="81" y="86"/>
                      </a:cubicBezTo>
                      <a:cubicBezTo>
                        <a:pt x="77" y="74"/>
                        <a:pt x="61" y="67"/>
                        <a:pt x="49" y="62"/>
                      </a:cubicBezTo>
                      <a:cubicBezTo>
                        <a:pt x="47" y="61"/>
                        <a:pt x="47" y="61"/>
                        <a:pt x="47" y="61"/>
                      </a:cubicBezTo>
                      <a:cubicBezTo>
                        <a:pt x="43" y="59"/>
                        <a:pt x="37" y="57"/>
                        <a:pt x="35" y="56"/>
                      </a:cubicBezTo>
                      <a:cubicBezTo>
                        <a:pt x="34" y="56"/>
                        <a:pt x="34" y="56"/>
                        <a:pt x="34" y="56"/>
                      </a:cubicBezTo>
                      <a:cubicBezTo>
                        <a:pt x="30" y="54"/>
                        <a:pt x="27" y="52"/>
                        <a:pt x="25" y="49"/>
                      </a:cubicBezTo>
                      <a:cubicBezTo>
                        <a:pt x="23" y="45"/>
                        <a:pt x="23" y="39"/>
                        <a:pt x="27" y="36"/>
                      </a:cubicBezTo>
                      <a:cubicBezTo>
                        <a:pt x="32" y="32"/>
                        <a:pt x="37" y="31"/>
                        <a:pt x="41" y="31"/>
                      </a:cubicBezTo>
                      <a:cubicBezTo>
                        <a:pt x="44" y="31"/>
                        <a:pt x="48" y="31"/>
                        <a:pt x="51" y="32"/>
                      </a:cubicBezTo>
                      <a:cubicBezTo>
                        <a:pt x="54" y="33"/>
                        <a:pt x="58" y="36"/>
                        <a:pt x="61" y="39"/>
                      </a:cubicBezTo>
                      <a:cubicBezTo>
                        <a:pt x="61" y="39"/>
                        <a:pt x="61" y="39"/>
                        <a:pt x="62" y="40"/>
                      </a:cubicBezTo>
                      <a:cubicBezTo>
                        <a:pt x="62" y="40"/>
                        <a:pt x="62" y="40"/>
                        <a:pt x="62" y="40"/>
                      </a:cubicBezTo>
                      <a:cubicBezTo>
                        <a:pt x="62" y="41"/>
                        <a:pt x="62" y="41"/>
                        <a:pt x="62" y="41"/>
                      </a:cubicBezTo>
                      <a:cubicBezTo>
                        <a:pt x="64" y="43"/>
                        <a:pt x="66" y="44"/>
                        <a:pt x="68" y="44"/>
                      </a:cubicBezTo>
                      <a:cubicBezTo>
                        <a:pt x="72" y="44"/>
                        <a:pt x="76" y="41"/>
                        <a:pt x="78" y="38"/>
                      </a:cubicBezTo>
                      <a:cubicBezTo>
                        <a:pt x="80" y="35"/>
                        <a:pt x="80" y="32"/>
                        <a:pt x="78" y="29"/>
                      </a:cubicBezTo>
                      <a:cubicBezTo>
                        <a:pt x="74" y="22"/>
                        <a:pt x="64" y="17"/>
                        <a:pt x="56" y="14"/>
                      </a:cubicBezTo>
                      <a:cubicBezTo>
                        <a:pt x="54" y="14"/>
                        <a:pt x="51" y="13"/>
                        <a:pt x="49" y="13"/>
                      </a:cubicBezTo>
                      <a:cubicBezTo>
                        <a:pt x="49" y="3"/>
                        <a:pt x="49" y="3"/>
                        <a:pt x="49" y="3"/>
                      </a:cubicBezTo>
                      <a:cubicBezTo>
                        <a:pt x="49" y="1"/>
                        <a:pt x="47" y="0"/>
                        <a:pt x="46" y="0"/>
                      </a:cubicBezTo>
                      <a:cubicBezTo>
                        <a:pt x="36" y="0"/>
                        <a:pt x="36" y="0"/>
                        <a:pt x="36" y="0"/>
                      </a:cubicBezTo>
                      <a:cubicBezTo>
                        <a:pt x="35" y="0"/>
                        <a:pt x="33" y="1"/>
                        <a:pt x="33" y="3"/>
                      </a:cubicBezTo>
                      <a:cubicBezTo>
                        <a:pt x="33" y="13"/>
                        <a:pt x="33" y="13"/>
                        <a:pt x="33" y="13"/>
                      </a:cubicBezTo>
                      <a:cubicBezTo>
                        <a:pt x="25" y="15"/>
                        <a:pt x="17" y="18"/>
                        <a:pt x="12" y="24"/>
                      </a:cubicBezTo>
                      <a:cubicBezTo>
                        <a:pt x="3" y="32"/>
                        <a:pt x="0" y="45"/>
                        <a:pt x="5" y="56"/>
                      </a:cubicBezTo>
                      <a:cubicBezTo>
                        <a:pt x="8" y="62"/>
                        <a:pt x="12" y="66"/>
                        <a:pt x="17" y="68"/>
                      </a:cubicBezTo>
                      <a:cubicBezTo>
                        <a:pt x="20" y="70"/>
                        <a:pt x="38" y="79"/>
                        <a:pt x="47" y="83"/>
                      </a:cubicBezTo>
                      <a:cubicBezTo>
                        <a:pt x="51" y="85"/>
                        <a:pt x="51" y="85"/>
                        <a:pt x="51" y="85"/>
                      </a:cubicBezTo>
                      <a:cubicBezTo>
                        <a:pt x="55" y="87"/>
                        <a:pt x="58" y="89"/>
                        <a:pt x="59" y="92"/>
                      </a:cubicBezTo>
                      <a:cubicBezTo>
                        <a:pt x="61" y="96"/>
                        <a:pt x="60" y="102"/>
                        <a:pt x="57"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78" name="组合 77">
                <a:extLst>
                  <a:ext uri="{FF2B5EF4-FFF2-40B4-BE49-F238E27FC236}">
                    <a16:creationId xmlns:a16="http://schemas.microsoft.com/office/drawing/2014/main" id="{463E8E8F-F6EB-49B2-BAB4-3A5B3EF9CB55}"/>
                  </a:ext>
                </a:extLst>
              </p:cNvPr>
              <p:cNvGrpSpPr/>
              <p:nvPr/>
            </p:nvGrpSpPr>
            <p:grpSpPr>
              <a:xfrm>
                <a:off x="8062201" y="4560896"/>
                <a:ext cx="300352" cy="258999"/>
                <a:chOff x="3548515" y="964154"/>
                <a:chExt cx="897787" cy="774179"/>
              </a:xfrm>
              <a:solidFill>
                <a:schemeClr val="accent2"/>
              </a:solidFill>
            </p:grpSpPr>
            <p:sp>
              <p:nvSpPr>
                <p:cNvPr id="87" name="Freeform 222">
                  <a:extLst>
                    <a:ext uri="{FF2B5EF4-FFF2-40B4-BE49-F238E27FC236}">
                      <a16:creationId xmlns:a16="http://schemas.microsoft.com/office/drawing/2014/main" id="{FDF2CC09-92E5-41DD-90C6-FCAB80DBA5E9}"/>
                    </a:ext>
                  </a:extLst>
                </p:cNvPr>
                <p:cNvSpPr/>
                <p:nvPr/>
              </p:nvSpPr>
              <p:spPr bwMode="auto">
                <a:xfrm>
                  <a:off x="3548515" y="964154"/>
                  <a:ext cx="897787" cy="774179"/>
                </a:xfrm>
                <a:custGeom>
                  <a:avLst/>
                  <a:gdLst>
                    <a:gd name="T0" fmla="*/ 28 w 828"/>
                    <a:gd name="T1" fmla="*/ 686 h 714"/>
                    <a:gd name="T2" fmla="*/ 28 w 828"/>
                    <a:gd name="T3" fmla="*/ 605 h 714"/>
                    <a:gd name="T4" fmla="*/ 66 w 828"/>
                    <a:gd name="T5" fmla="*/ 605 h 714"/>
                    <a:gd name="T6" fmla="*/ 66 w 828"/>
                    <a:gd name="T7" fmla="*/ 577 h 714"/>
                    <a:gd name="T8" fmla="*/ 28 w 828"/>
                    <a:gd name="T9" fmla="*/ 577 h 714"/>
                    <a:gd name="T10" fmla="*/ 28 w 828"/>
                    <a:gd name="T11" fmla="*/ 435 h 714"/>
                    <a:gd name="T12" fmla="*/ 66 w 828"/>
                    <a:gd name="T13" fmla="*/ 435 h 714"/>
                    <a:gd name="T14" fmla="*/ 66 w 828"/>
                    <a:gd name="T15" fmla="*/ 407 h 714"/>
                    <a:gd name="T16" fmla="*/ 28 w 828"/>
                    <a:gd name="T17" fmla="*/ 407 h 714"/>
                    <a:gd name="T18" fmla="*/ 28 w 828"/>
                    <a:gd name="T19" fmla="*/ 265 h 714"/>
                    <a:gd name="T20" fmla="*/ 66 w 828"/>
                    <a:gd name="T21" fmla="*/ 265 h 714"/>
                    <a:gd name="T22" fmla="*/ 66 w 828"/>
                    <a:gd name="T23" fmla="*/ 236 h 714"/>
                    <a:gd name="T24" fmla="*/ 28 w 828"/>
                    <a:gd name="T25" fmla="*/ 236 h 714"/>
                    <a:gd name="T26" fmla="*/ 28 w 828"/>
                    <a:gd name="T27" fmla="*/ 94 h 714"/>
                    <a:gd name="T28" fmla="*/ 66 w 828"/>
                    <a:gd name="T29" fmla="*/ 94 h 714"/>
                    <a:gd name="T30" fmla="*/ 66 w 828"/>
                    <a:gd name="T31" fmla="*/ 66 h 714"/>
                    <a:gd name="T32" fmla="*/ 28 w 828"/>
                    <a:gd name="T33" fmla="*/ 66 h 714"/>
                    <a:gd name="T34" fmla="*/ 28 w 828"/>
                    <a:gd name="T35" fmla="*/ 0 h 714"/>
                    <a:gd name="T36" fmla="*/ 0 w 828"/>
                    <a:gd name="T37" fmla="*/ 0 h 714"/>
                    <a:gd name="T38" fmla="*/ 0 w 828"/>
                    <a:gd name="T39" fmla="*/ 714 h 714"/>
                    <a:gd name="T40" fmla="*/ 828 w 828"/>
                    <a:gd name="T41" fmla="*/ 714 h 714"/>
                    <a:gd name="T42" fmla="*/ 828 w 828"/>
                    <a:gd name="T43" fmla="*/ 686 h 714"/>
                    <a:gd name="T44" fmla="*/ 28 w 828"/>
                    <a:gd name="T45" fmla="*/ 686 h 7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28" h="714">
                      <a:moveTo>
                        <a:pt x="28" y="686"/>
                      </a:moveTo>
                      <a:lnTo>
                        <a:pt x="28" y="605"/>
                      </a:lnTo>
                      <a:lnTo>
                        <a:pt x="66" y="605"/>
                      </a:lnTo>
                      <a:lnTo>
                        <a:pt x="66" y="577"/>
                      </a:lnTo>
                      <a:lnTo>
                        <a:pt x="28" y="577"/>
                      </a:lnTo>
                      <a:lnTo>
                        <a:pt x="28" y="435"/>
                      </a:lnTo>
                      <a:lnTo>
                        <a:pt x="66" y="435"/>
                      </a:lnTo>
                      <a:lnTo>
                        <a:pt x="66" y="407"/>
                      </a:lnTo>
                      <a:lnTo>
                        <a:pt x="28" y="407"/>
                      </a:lnTo>
                      <a:lnTo>
                        <a:pt x="28" y="265"/>
                      </a:lnTo>
                      <a:lnTo>
                        <a:pt x="66" y="265"/>
                      </a:lnTo>
                      <a:lnTo>
                        <a:pt x="66" y="236"/>
                      </a:lnTo>
                      <a:lnTo>
                        <a:pt x="28" y="236"/>
                      </a:lnTo>
                      <a:lnTo>
                        <a:pt x="28" y="94"/>
                      </a:lnTo>
                      <a:lnTo>
                        <a:pt x="66" y="94"/>
                      </a:lnTo>
                      <a:lnTo>
                        <a:pt x="66" y="66"/>
                      </a:lnTo>
                      <a:lnTo>
                        <a:pt x="28" y="66"/>
                      </a:lnTo>
                      <a:lnTo>
                        <a:pt x="28" y="0"/>
                      </a:lnTo>
                      <a:lnTo>
                        <a:pt x="0" y="0"/>
                      </a:lnTo>
                      <a:lnTo>
                        <a:pt x="0" y="714"/>
                      </a:lnTo>
                      <a:lnTo>
                        <a:pt x="828" y="714"/>
                      </a:lnTo>
                      <a:lnTo>
                        <a:pt x="828" y="686"/>
                      </a:lnTo>
                      <a:lnTo>
                        <a:pt x="28" y="68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8" name="Freeform 223">
                  <a:extLst>
                    <a:ext uri="{FF2B5EF4-FFF2-40B4-BE49-F238E27FC236}">
                      <a16:creationId xmlns:a16="http://schemas.microsoft.com/office/drawing/2014/main" id="{BDE85F74-05F8-4A5F-9004-E798E5985E47}"/>
                    </a:ext>
                  </a:extLst>
                </p:cNvPr>
                <p:cNvSpPr/>
                <p:nvPr/>
              </p:nvSpPr>
              <p:spPr bwMode="auto">
                <a:xfrm>
                  <a:off x="3681882" y="1381603"/>
                  <a:ext cx="125777" cy="303599"/>
                </a:xfrm>
                <a:custGeom>
                  <a:avLst/>
                  <a:gdLst>
                    <a:gd name="T0" fmla="*/ 6 w 49"/>
                    <a:gd name="T1" fmla="*/ 118 h 118"/>
                    <a:gd name="T2" fmla="*/ 43 w 49"/>
                    <a:gd name="T3" fmla="*/ 118 h 118"/>
                    <a:gd name="T4" fmla="*/ 49 w 49"/>
                    <a:gd name="T5" fmla="*/ 112 h 118"/>
                    <a:gd name="T6" fmla="*/ 49 w 49"/>
                    <a:gd name="T7" fmla="*/ 6 h 118"/>
                    <a:gd name="T8" fmla="*/ 43 w 49"/>
                    <a:gd name="T9" fmla="*/ 0 h 118"/>
                    <a:gd name="T10" fmla="*/ 6 w 49"/>
                    <a:gd name="T11" fmla="*/ 0 h 118"/>
                    <a:gd name="T12" fmla="*/ 0 w 49"/>
                    <a:gd name="T13" fmla="*/ 6 h 118"/>
                    <a:gd name="T14" fmla="*/ 0 w 49"/>
                    <a:gd name="T15" fmla="*/ 112 h 118"/>
                    <a:gd name="T16" fmla="*/ 6 w 49"/>
                    <a:gd name="T17" fmla="*/ 11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18">
                      <a:moveTo>
                        <a:pt x="6" y="118"/>
                      </a:moveTo>
                      <a:cubicBezTo>
                        <a:pt x="43" y="118"/>
                        <a:pt x="43" y="118"/>
                        <a:pt x="43" y="118"/>
                      </a:cubicBezTo>
                      <a:cubicBezTo>
                        <a:pt x="46" y="118"/>
                        <a:pt x="49" y="115"/>
                        <a:pt x="49" y="112"/>
                      </a:cubicBezTo>
                      <a:cubicBezTo>
                        <a:pt x="49" y="6"/>
                        <a:pt x="49" y="6"/>
                        <a:pt x="49" y="6"/>
                      </a:cubicBezTo>
                      <a:cubicBezTo>
                        <a:pt x="49" y="3"/>
                        <a:pt x="46" y="0"/>
                        <a:pt x="43" y="0"/>
                      </a:cubicBezTo>
                      <a:cubicBezTo>
                        <a:pt x="6" y="0"/>
                        <a:pt x="6" y="0"/>
                        <a:pt x="6" y="0"/>
                      </a:cubicBezTo>
                      <a:cubicBezTo>
                        <a:pt x="3" y="0"/>
                        <a:pt x="0" y="3"/>
                        <a:pt x="0" y="6"/>
                      </a:cubicBezTo>
                      <a:cubicBezTo>
                        <a:pt x="0" y="112"/>
                        <a:pt x="0" y="112"/>
                        <a:pt x="0" y="112"/>
                      </a:cubicBezTo>
                      <a:cubicBezTo>
                        <a:pt x="0" y="115"/>
                        <a:pt x="3" y="118"/>
                        <a:pt x="6"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9" name="Freeform 224">
                  <a:extLst>
                    <a:ext uri="{FF2B5EF4-FFF2-40B4-BE49-F238E27FC236}">
                      <a16:creationId xmlns:a16="http://schemas.microsoft.com/office/drawing/2014/main" id="{BB00FD37-96D4-4F30-9BC4-811433821B3D}"/>
                    </a:ext>
                  </a:extLst>
                </p:cNvPr>
                <p:cNvSpPr/>
                <p:nvPr/>
              </p:nvSpPr>
              <p:spPr bwMode="auto">
                <a:xfrm>
                  <a:off x="3879222" y="1274259"/>
                  <a:ext cx="123608" cy="410944"/>
                </a:xfrm>
                <a:custGeom>
                  <a:avLst/>
                  <a:gdLst>
                    <a:gd name="T0" fmla="*/ 5 w 48"/>
                    <a:gd name="T1" fmla="*/ 160 h 160"/>
                    <a:gd name="T2" fmla="*/ 43 w 48"/>
                    <a:gd name="T3" fmla="*/ 160 h 160"/>
                    <a:gd name="T4" fmla="*/ 48 w 48"/>
                    <a:gd name="T5" fmla="*/ 154 h 160"/>
                    <a:gd name="T6" fmla="*/ 48 w 48"/>
                    <a:gd name="T7" fmla="*/ 6 h 160"/>
                    <a:gd name="T8" fmla="*/ 43 w 48"/>
                    <a:gd name="T9" fmla="*/ 0 h 160"/>
                    <a:gd name="T10" fmla="*/ 5 w 48"/>
                    <a:gd name="T11" fmla="*/ 0 h 160"/>
                    <a:gd name="T12" fmla="*/ 0 w 48"/>
                    <a:gd name="T13" fmla="*/ 6 h 160"/>
                    <a:gd name="T14" fmla="*/ 0 w 48"/>
                    <a:gd name="T15" fmla="*/ 154 h 160"/>
                    <a:gd name="T16" fmla="*/ 5 w 48"/>
                    <a:gd name="T17" fmla="*/ 16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 h="160">
                      <a:moveTo>
                        <a:pt x="5" y="160"/>
                      </a:moveTo>
                      <a:cubicBezTo>
                        <a:pt x="43" y="160"/>
                        <a:pt x="43" y="160"/>
                        <a:pt x="43" y="160"/>
                      </a:cubicBezTo>
                      <a:cubicBezTo>
                        <a:pt x="46" y="160"/>
                        <a:pt x="48" y="157"/>
                        <a:pt x="48" y="154"/>
                      </a:cubicBezTo>
                      <a:cubicBezTo>
                        <a:pt x="48" y="6"/>
                        <a:pt x="48" y="6"/>
                        <a:pt x="48" y="6"/>
                      </a:cubicBezTo>
                      <a:cubicBezTo>
                        <a:pt x="48" y="2"/>
                        <a:pt x="46" y="0"/>
                        <a:pt x="43" y="0"/>
                      </a:cubicBezTo>
                      <a:cubicBezTo>
                        <a:pt x="5" y="0"/>
                        <a:pt x="5" y="0"/>
                        <a:pt x="5" y="0"/>
                      </a:cubicBezTo>
                      <a:cubicBezTo>
                        <a:pt x="2" y="0"/>
                        <a:pt x="0" y="2"/>
                        <a:pt x="0" y="6"/>
                      </a:cubicBezTo>
                      <a:cubicBezTo>
                        <a:pt x="0" y="154"/>
                        <a:pt x="0" y="154"/>
                        <a:pt x="0" y="154"/>
                      </a:cubicBezTo>
                      <a:cubicBezTo>
                        <a:pt x="0" y="157"/>
                        <a:pt x="2" y="160"/>
                        <a:pt x="5" y="1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0" name="Freeform 225">
                  <a:extLst>
                    <a:ext uri="{FF2B5EF4-FFF2-40B4-BE49-F238E27FC236}">
                      <a16:creationId xmlns:a16="http://schemas.microsoft.com/office/drawing/2014/main" id="{4ABF2568-3AC0-4737-A2FF-8A0909F5DD1E}"/>
                    </a:ext>
                  </a:extLst>
                </p:cNvPr>
                <p:cNvSpPr/>
                <p:nvPr/>
              </p:nvSpPr>
              <p:spPr bwMode="auto">
                <a:xfrm>
                  <a:off x="4074393" y="1166915"/>
                  <a:ext cx="125777" cy="518288"/>
                </a:xfrm>
                <a:custGeom>
                  <a:avLst/>
                  <a:gdLst>
                    <a:gd name="T0" fmla="*/ 6 w 49"/>
                    <a:gd name="T1" fmla="*/ 202 h 202"/>
                    <a:gd name="T2" fmla="*/ 43 w 49"/>
                    <a:gd name="T3" fmla="*/ 202 h 202"/>
                    <a:gd name="T4" fmla="*/ 49 w 49"/>
                    <a:gd name="T5" fmla="*/ 196 h 202"/>
                    <a:gd name="T6" fmla="*/ 49 w 49"/>
                    <a:gd name="T7" fmla="*/ 5 h 202"/>
                    <a:gd name="T8" fmla="*/ 43 w 49"/>
                    <a:gd name="T9" fmla="*/ 0 h 202"/>
                    <a:gd name="T10" fmla="*/ 6 w 49"/>
                    <a:gd name="T11" fmla="*/ 0 h 202"/>
                    <a:gd name="T12" fmla="*/ 0 w 49"/>
                    <a:gd name="T13" fmla="*/ 5 h 202"/>
                    <a:gd name="T14" fmla="*/ 0 w 49"/>
                    <a:gd name="T15" fmla="*/ 196 h 202"/>
                    <a:gd name="T16" fmla="*/ 6 w 49"/>
                    <a:gd name="T17" fmla="*/ 202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02">
                      <a:moveTo>
                        <a:pt x="6" y="202"/>
                      </a:moveTo>
                      <a:cubicBezTo>
                        <a:pt x="43" y="202"/>
                        <a:pt x="43" y="202"/>
                        <a:pt x="43" y="202"/>
                      </a:cubicBezTo>
                      <a:cubicBezTo>
                        <a:pt x="46" y="202"/>
                        <a:pt x="49" y="199"/>
                        <a:pt x="49" y="196"/>
                      </a:cubicBezTo>
                      <a:cubicBezTo>
                        <a:pt x="49" y="5"/>
                        <a:pt x="49" y="5"/>
                        <a:pt x="49" y="5"/>
                      </a:cubicBezTo>
                      <a:cubicBezTo>
                        <a:pt x="49" y="2"/>
                        <a:pt x="46" y="0"/>
                        <a:pt x="43" y="0"/>
                      </a:cubicBezTo>
                      <a:cubicBezTo>
                        <a:pt x="6" y="0"/>
                        <a:pt x="6" y="0"/>
                        <a:pt x="6" y="0"/>
                      </a:cubicBezTo>
                      <a:cubicBezTo>
                        <a:pt x="3" y="0"/>
                        <a:pt x="0" y="2"/>
                        <a:pt x="0" y="5"/>
                      </a:cubicBezTo>
                      <a:cubicBezTo>
                        <a:pt x="0" y="196"/>
                        <a:pt x="0" y="196"/>
                        <a:pt x="0" y="196"/>
                      </a:cubicBezTo>
                      <a:cubicBezTo>
                        <a:pt x="0" y="199"/>
                        <a:pt x="3" y="202"/>
                        <a:pt x="6" y="2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1" name="Freeform 226">
                  <a:extLst>
                    <a:ext uri="{FF2B5EF4-FFF2-40B4-BE49-F238E27FC236}">
                      <a16:creationId xmlns:a16="http://schemas.microsoft.com/office/drawing/2014/main" id="{2BF2CD50-8510-4AE9-A6A1-417ABFE6EF31}"/>
                    </a:ext>
                  </a:extLst>
                </p:cNvPr>
                <p:cNvSpPr/>
                <p:nvPr/>
              </p:nvSpPr>
              <p:spPr bwMode="auto">
                <a:xfrm>
                  <a:off x="4271732" y="1058486"/>
                  <a:ext cx="125777" cy="626716"/>
                </a:xfrm>
                <a:custGeom>
                  <a:avLst/>
                  <a:gdLst>
                    <a:gd name="T0" fmla="*/ 6 w 49"/>
                    <a:gd name="T1" fmla="*/ 244 h 244"/>
                    <a:gd name="T2" fmla="*/ 43 w 49"/>
                    <a:gd name="T3" fmla="*/ 244 h 244"/>
                    <a:gd name="T4" fmla="*/ 49 w 49"/>
                    <a:gd name="T5" fmla="*/ 238 h 244"/>
                    <a:gd name="T6" fmla="*/ 49 w 49"/>
                    <a:gd name="T7" fmla="*/ 5 h 244"/>
                    <a:gd name="T8" fmla="*/ 43 w 49"/>
                    <a:gd name="T9" fmla="*/ 0 h 244"/>
                    <a:gd name="T10" fmla="*/ 6 w 49"/>
                    <a:gd name="T11" fmla="*/ 0 h 244"/>
                    <a:gd name="T12" fmla="*/ 0 w 49"/>
                    <a:gd name="T13" fmla="*/ 5 h 244"/>
                    <a:gd name="T14" fmla="*/ 0 w 49"/>
                    <a:gd name="T15" fmla="*/ 238 h 244"/>
                    <a:gd name="T16" fmla="*/ 6 w 49"/>
                    <a:gd name="T17"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44">
                      <a:moveTo>
                        <a:pt x="6" y="244"/>
                      </a:moveTo>
                      <a:cubicBezTo>
                        <a:pt x="43" y="244"/>
                        <a:pt x="43" y="244"/>
                        <a:pt x="43" y="244"/>
                      </a:cubicBezTo>
                      <a:cubicBezTo>
                        <a:pt x="46" y="244"/>
                        <a:pt x="49" y="241"/>
                        <a:pt x="49" y="238"/>
                      </a:cubicBezTo>
                      <a:cubicBezTo>
                        <a:pt x="49" y="5"/>
                        <a:pt x="49" y="5"/>
                        <a:pt x="49" y="5"/>
                      </a:cubicBezTo>
                      <a:cubicBezTo>
                        <a:pt x="49" y="2"/>
                        <a:pt x="46" y="0"/>
                        <a:pt x="43" y="0"/>
                      </a:cubicBezTo>
                      <a:cubicBezTo>
                        <a:pt x="6" y="0"/>
                        <a:pt x="6" y="0"/>
                        <a:pt x="6" y="0"/>
                      </a:cubicBezTo>
                      <a:cubicBezTo>
                        <a:pt x="3" y="0"/>
                        <a:pt x="0" y="2"/>
                        <a:pt x="0" y="5"/>
                      </a:cubicBezTo>
                      <a:cubicBezTo>
                        <a:pt x="0" y="238"/>
                        <a:pt x="0" y="238"/>
                        <a:pt x="0" y="238"/>
                      </a:cubicBezTo>
                      <a:cubicBezTo>
                        <a:pt x="0" y="241"/>
                        <a:pt x="3" y="244"/>
                        <a:pt x="6" y="2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79" name="组合 78">
                <a:extLst>
                  <a:ext uri="{FF2B5EF4-FFF2-40B4-BE49-F238E27FC236}">
                    <a16:creationId xmlns:a16="http://schemas.microsoft.com/office/drawing/2014/main" id="{096047AD-208F-49B4-A931-EC2B14126379}"/>
                  </a:ext>
                </a:extLst>
              </p:cNvPr>
              <p:cNvGrpSpPr/>
              <p:nvPr/>
            </p:nvGrpSpPr>
            <p:grpSpPr>
              <a:xfrm>
                <a:off x="10240844" y="3302449"/>
                <a:ext cx="300352" cy="257548"/>
                <a:chOff x="3546346" y="2339026"/>
                <a:chExt cx="897787" cy="769842"/>
              </a:xfrm>
              <a:solidFill>
                <a:schemeClr val="accent3"/>
              </a:solidFill>
            </p:grpSpPr>
            <p:sp>
              <p:nvSpPr>
                <p:cNvPr id="80" name="Rectangle 227">
                  <a:extLst>
                    <a:ext uri="{FF2B5EF4-FFF2-40B4-BE49-F238E27FC236}">
                      <a16:creationId xmlns:a16="http://schemas.microsoft.com/office/drawing/2014/main" id="{2C90B86F-3D1F-46CC-A273-74D2A5B8B038}"/>
                    </a:ext>
                  </a:extLst>
                </p:cNvPr>
                <p:cNvSpPr>
                  <a:spLocks noChangeArrowheads="1"/>
                </p:cNvSpPr>
                <p:nvPr/>
              </p:nvSpPr>
              <p:spPr bwMode="auto">
                <a:xfrm>
                  <a:off x="3561526" y="3077423"/>
                  <a:ext cx="882607" cy="3144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1" name="Freeform 228">
                  <a:extLst>
                    <a:ext uri="{FF2B5EF4-FFF2-40B4-BE49-F238E27FC236}">
                      <a16:creationId xmlns:a16="http://schemas.microsoft.com/office/drawing/2014/main" id="{39ADDB32-7C47-4D9E-9C73-864338C1E689}"/>
                    </a:ext>
                  </a:extLst>
                </p:cNvPr>
                <p:cNvSpPr/>
                <p:nvPr/>
              </p:nvSpPr>
              <p:spPr bwMode="auto">
                <a:xfrm>
                  <a:off x="3617909" y="2844302"/>
                  <a:ext cx="125777" cy="210351"/>
                </a:xfrm>
                <a:custGeom>
                  <a:avLst/>
                  <a:gdLst>
                    <a:gd name="T0" fmla="*/ 6 w 49"/>
                    <a:gd name="T1" fmla="*/ 82 h 82"/>
                    <a:gd name="T2" fmla="*/ 43 w 49"/>
                    <a:gd name="T3" fmla="*/ 82 h 82"/>
                    <a:gd name="T4" fmla="*/ 49 w 49"/>
                    <a:gd name="T5" fmla="*/ 76 h 82"/>
                    <a:gd name="T6" fmla="*/ 49 w 49"/>
                    <a:gd name="T7" fmla="*/ 0 h 82"/>
                    <a:gd name="T8" fmla="*/ 0 w 49"/>
                    <a:gd name="T9" fmla="*/ 49 h 82"/>
                    <a:gd name="T10" fmla="*/ 0 w 49"/>
                    <a:gd name="T11" fmla="*/ 76 h 82"/>
                    <a:gd name="T12" fmla="*/ 6 w 49"/>
                    <a:gd name="T13" fmla="*/ 82 h 82"/>
                  </a:gdLst>
                  <a:ahLst/>
                  <a:cxnLst>
                    <a:cxn ang="0">
                      <a:pos x="T0" y="T1"/>
                    </a:cxn>
                    <a:cxn ang="0">
                      <a:pos x="T2" y="T3"/>
                    </a:cxn>
                    <a:cxn ang="0">
                      <a:pos x="T4" y="T5"/>
                    </a:cxn>
                    <a:cxn ang="0">
                      <a:pos x="T6" y="T7"/>
                    </a:cxn>
                    <a:cxn ang="0">
                      <a:pos x="T8" y="T9"/>
                    </a:cxn>
                    <a:cxn ang="0">
                      <a:pos x="T10" y="T11"/>
                    </a:cxn>
                    <a:cxn ang="0">
                      <a:pos x="T12" y="T13"/>
                    </a:cxn>
                  </a:cxnLst>
                  <a:rect l="0" t="0" r="r" b="b"/>
                  <a:pathLst>
                    <a:path w="49" h="82">
                      <a:moveTo>
                        <a:pt x="6" y="82"/>
                      </a:moveTo>
                      <a:cubicBezTo>
                        <a:pt x="43" y="82"/>
                        <a:pt x="43" y="82"/>
                        <a:pt x="43" y="82"/>
                      </a:cubicBezTo>
                      <a:cubicBezTo>
                        <a:pt x="46" y="82"/>
                        <a:pt x="49" y="79"/>
                        <a:pt x="49" y="76"/>
                      </a:cubicBezTo>
                      <a:cubicBezTo>
                        <a:pt x="49" y="0"/>
                        <a:pt x="49" y="0"/>
                        <a:pt x="49" y="0"/>
                      </a:cubicBezTo>
                      <a:cubicBezTo>
                        <a:pt x="0" y="49"/>
                        <a:pt x="0" y="49"/>
                        <a:pt x="0" y="49"/>
                      </a:cubicBezTo>
                      <a:cubicBezTo>
                        <a:pt x="0" y="76"/>
                        <a:pt x="0" y="76"/>
                        <a:pt x="0" y="76"/>
                      </a:cubicBezTo>
                      <a:cubicBezTo>
                        <a:pt x="0" y="79"/>
                        <a:pt x="3" y="82"/>
                        <a:pt x="6" y="8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2" name="Freeform 229">
                  <a:extLst>
                    <a:ext uri="{FF2B5EF4-FFF2-40B4-BE49-F238E27FC236}">
                      <a16:creationId xmlns:a16="http://schemas.microsoft.com/office/drawing/2014/main" id="{9B30A394-0855-4DD0-97C8-B858390B9A04}"/>
                    </a:ext>
                  </a:extLst>
                </p:cNvPr>
                <p:cNvSpPr/>
                <p:nvPr/>
              </p:nvSpPr>
              <p:spPr bwMode="auto">
                <a:xfrm>
                  <a:off x="3779467" y="2682744"/>
                  <a:ext cx="122524" cy="371910"/>
                </a:xfrm>
                <a:custGeom>
                  <a:avLst/>
                  <a:gdLst>
                    <a:gd name="T0" fmla="*/ 5 w 48"/>
                    <a:gd name="T1" fmla="*/ 145 h 145"/>
                    <a:gd name="T2" fmla="*/ 43 w 48"/>
                    <a:gd name="T3" fmla="*/ 145 h 145"/>
                    <a:gd name="T4" fmla="*/ 48 w 48"/>
                    <a:gd name="T5" fmla="*/ 139 h 145"/>
                    <a:gd name="T6" fmla="*/ 48 w 48"/>
                    <a:gd name="T7" fmla="*/ 0 h 145"/>
                    <a:gd name="T8" fmla="*/ 0 w 48"/>
                    <a:gd name="T9" fmla="*/ 49 h 145"/>
                    <a:gd name="T10" fmla="*/ 0 w 48"/>
                    <a:gd name="T11" fmla="*/ 139 h 145"/>
                    <a:gd name="T12" fmla="*/ 5 w 48"/>
                    <a:gd name="T13" fmla="*/ 145 h 145"/>
                  </a:gdLst>
                  <a:ahLst/>
                  <a:cxnLst>
                    <a:cxn ang="0">
                      <a:pos x="T0" y="T1"/>
                    </a:cxn>
                    <a:cxn ang="0">
                      <a:pos x="T2" y="T3"/>
                    </a:cxn>
                    <a:cxn ang="0">
                      <a:pos x="T4" y="T5"/>
                    </a:cxn>
                    <a:cxn ang="0">
                      <a:pos x="T6" y="T7"/>
                    </a:cxn>
                    <a:cxn ang="0">
                      <a:pos x="T8" y="T9"/>
                    </a:cxn>
                    <a:cxn ang="0">
                      <a:pos x="T10" y="T11"/>
                    </a:cxn>
                    <a:cxn ang="0">
                      <a:pos x="T12" y="T13"/>
                    </a:cxn>
                  </a:cxnLst>
                  <a:rect l="0" t="0" r="r" b="b"/>
                  <a:pathLst>
                    <a:path w="48" h="145">
                      <a:moveTo>
                        <a:pt x="5" y="145"/>
                      </a:moveTo>
                      <a:cubicBezTo>
                        <a:pt x="43" y="145"/>
                        <a:pt x="43" y="145"/>
                        <a:pt x="43" y="145"/>
                      </a:cubicBezTo>
                      <a:cubicBezTo>
                        <a:pt x="46" y="145"/>
                        <a:pt x="48" y="142"/>
                        <a:pt x="48" y="139"/>
                      </a:cubicBezTo>
                      <a:cubicBezTo>
                        <a:pt x="48" y="0"/>
                        <a:pt x="48" y="0"/>
                        <a:pt x="48" y="0"/>
                      </a:cubicBezTo>
                      <a:cubicBezTo>
                        <a:pt x="0" y="49"/>
                        <a:pt x="0" y="49"/>
                        <a:pt x="0" y="49"/>
                      </a:cubicBezTo>
                      <a:cubicBezTo>
                        <a:pt x="0" y="139"/>
                        <a:pt x="0" y="139"/>
                        <a:pt x="0" y="139"/>
                      </a:cubicBezTo>
                      <a:cubicBezTo>
                        <a:pt x="0" y="142"/>
                        <a:pt x="2" y="145"/>
                        <a:pt x="5" y="1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3" name="Freeform 230">
                  <a:extLst>
                    <a:ext uri="{FF2B5EF4-FFF2-40B4-BE49-F238E27FC236}">
                      <a16:creationId xmlns:a16="http://schemas.microsoft.com/office/drawing/2014/main" id="{C7341948-7774-416E-AD10-7BD12E82650C}"/>
                    </a:ext>
                  </a:extLst>
                </p:cNvPr>
                <p:cNvSpPr/>
                <p:nvPr/>
              </p:nvSpPr>
              <p:spPr bwMode="auto">
                <a:xfrm>
                  <a:off x="3938857" y="2713104"/>
                  <a:ext cx="124693" cy="341550"/>
                </a:xfrm>
                <a:custGeom>
                  <a:avLst/>
                  <a:gdLst>
                    <a:gd name="T0" fmla="*/ 22 w 49"/>
                    <a:gd name="T1" fmla="*/ 22 h 133"/>
                    <a:gd name="T2" fmla="*/ 0 w 49"/>
                    <a:gd name="T3" fmla="*/ 0 h 133"/>
                    <a:gd name="T4" fmla="*/ 0 w 49"/>
                    <a:gd name="T5" fmla="*/ 127 h 133"/>
                    <a:gd name="T6" fmla="*/ 6 w 49"/>
                    <a:gd name="T7" fmla="*/ 133 h 133"/>
                    <a:gd name="T8" fmla="*/ 43 w 49"/>
                    <a:gd name="T9" fmla="*/ 133 h 133"/>
                    <a:gd name="T10" fmla="*/ 49 w 49"/>
                    <a:gd name="T11" fmla="*/ 127 h 133"/>
                    <a:gd name="T12" fmla="*/ 49 w 49"/>
                    <a:gd name="T13" fmla="*/ 26 h 133"/>
                    <a:gd name="T14" fmla="*/ 38 w 49"/>
                    <a:gd name="T15" fmla="*/ 29 h 133"/>
                    <a:gd name="T16" fmla="*/ 22 w 49"/>
                    <a:gd name="T17" fmla="*/ 22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33">
                      <a:moveTo>
                        <a:pt x="22" y="22"/>
                      </a:moveTo>
                      <a:cubicBezTo>
                        <a:pt x="0" y="0"/>
                        <a:pt x="0" y="0"/>
                        <a:pt x="0" y="0"/>
                      </a:cubicBezTo>
                      <a:cubicBezTo>
                        <a:pt x="0" y="127"/>
                        <a:pt x="0" y="127"/>
                        <a:pt x="0" y="127"/>
                      </a:cubicBezTo>
                      <a:cubicBezTo>
                        <a:pt x="0" y="130"/>
                        <a:pt x="3" y="133"/>
                        <a:pt x="6" y="133"/>
                      </a:cubicBezTo>
                      <a:cubicBezTo>
                        <a:pt x="43" y="133"/>
                        <a:pt x="43" y="133"/>
                        <a:pt x="43" y="133"/>
                      </a:cubicBezTo>
                      <a:cubicBezTo>
                        <a:pt x="46" y="133"/>
                        <a:pt x="49" y="130"/>
                        <a:pt x="49" y="127"/>
                      </a:cubicBezTo>
                      <a:cubicBezTo>
                        <a:pt x="49" y="26"/>
                        <a:pt x="49" y="26"/>
                        <a:pt x="49" y="26"/>
                      </a:cubicBezTo>
                      <a:cubicBezTo>
                        <a:pt x="46" y="28"/>
                        <a:pt x="42" y="29"/>
                        <a:pt x="38" y="29"/>
                      </a:cubicBezTo>
                      <a:cubicBezTo>
                        <a:pt x="32" y="29"/>
                        <a:pt x="27" y="26"/>
                        <a:pt x="2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4" name="Freeform 231">
                  <a:extLst>
                    <a:ext uri="{FF2B5EF4-FFF2-40B4-BE49-F238E27FC236}">
                      <a16:creationId xmlns:a16="http://schemas.microsoft.com/office/drawing/2014/main" id="{178F46E3-4F1D-4608-B82F-6B88648DF19E}"/>
                    </a:ext>
                  </a:extLst>
                </p:cNvPr>
                <p:cNvSpPr/>
                <p:nvPr/>
              </p:nvSpPr>
              <p:spPr bwMode="auto">
                <a:xfrm>
                  <a:off x="4100415" y="2624193"/>
                  <a:ext cx="122524" cy="430461"/>
                </a:xfrm>
                <a:custGeom>
                  <a:avLst/>
                  <a:gdLst>
                    <a:gd name="T0" fmla="*/ 5 w 48"/>
                    <a:gd name="T1" fmla="*/ 168 h 168"/>
                    <a:gd name="T2" fmla="*/ 43 w 48"/>
                    <a:gd name="T3" fmla="*/ 168 h 168"/>
                    <a:gd name="T4" fmla="*/ 48 w 48"/>
                    <a:gd name="T5" fmla="*/ 162 h 168"/>
                    <a:gd name="T6" fmla="*/ 48 w 48"/>
                    <a:gd name="T7" fmla="*/ 0 h 168"/>
                    <a:gd name="T8" fmla="*/ 0 w 48"/>
                    <a:gd name="T9" fmla="*/ 48 h 168"/>
                    <a:gd name="T10" fmla="*/ 0 w 48"/>
                    <a:gd name="T11" fmla="*/ 162 h 168"/>
                    <a:gd name="T12" fmla="*/ 5 w 48"/>
                    <a:gd name="T13" fmla="*/ 168 h 168"/>
                  </a:gdLst>
                  <a:ahLst/>
                  <a:cxnLst>
                    <a:cxn ang="0">
                      <a:pos x="T0" y="T1"/>
                    </a:cxn>
                    <a:cxn ang="0">
                      <a:pos x="T2" y="T3"/>
                    </a:cxn>
                    <a:cxn ang="0">
                      <a:pos x="T4" y="T5"/>
                    </a:cxn>
                    <a:cxn ang="0">
                      <a:pos x="T6" y="T7"/>
                    </a:cxn>
                    <a:cxn ang="0">
                      <a:pos x="T8" y="T9"/>
                    </a:cxn>
                    <a:cxn ang="0">
                      <a:pos x="T10" y="T11"/>
                    </a:cxn>
                    <a:cxn ang="0">
                      <a:pos x="T12" y="T13"/>
                    </a:cxn>
                  </a:cxnLst>
                  <a:rect l="0" t="0" r="r" b="b"/>
                  <a:pathLst>
                    <a:path w="48" h="168">
                      <a:moveTo>
                        <a:pt x="5" y="168"/>
                      </a:moveTo>
                      <a:cubicBezTo>
                        <a:pt x="43" y="168"/>
                        <a:pt x="43" y="168"/>
                        <a:pt x="43" y="168"/>
                      </a:cubicBezTo>
                      <a:cubicBezTo>
                        <a:pt x="46" y="168"/>
                        <a:pt x="48" y="165"/>
                        <a:pt x="48" y="162"/>
                      </a:cubicBezTo>
                      <a:cubicBezTo>
                        <a:pt x="48" y="0"/>
                        <a:pt x="48" y="0"/>
                        <a:pt x="48" y="0"/>
                      </a:cubicBezTo>
                      <a:cubicBezTo>
                        <a:pt x="0" y="48"/>
                        <a:pt x="0" y="48"/>
                        <a:pt x="0" y="48"/>
                      </a:cubicBezTo>
                      <a:cubicBezTo>
                        <a:pt x="0" y="162"/>
                        <a:pt x="0" y="162"/>
                        <a:pt x="0" y="162"/>
                      </a:cubicBezTo>
                      <a:cubicBezTo>
                        <a:pt x="0" y="165"/>
                        <a:pt x="2" y="168"/>
                        <a:pt x="5" y="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5" name="Freeform 232">
                  <a:extLst>
                    <a:ext uri="{FF2B5EF4-FFF2-40B4-BE49-F238E27FC236}">
                      <a16:creationId xmlns:a16="http://schemas.microsoft.com/office/drawing/2014/main" id="{23AAC843-4545-4EA0-9CF5-874ACF043084}"/>
                    </a:ext>
                  </a:extLst>
                </p:cNvPr>
                <p:cNvSpPr/>
                <p:nvPr/>
              </p:nvSpPr>
              <p:spPr bwMode="auto">
                <a:xfrm>
                  <a:off x="4258721" y="2513596"/>
                  <a:ext cx="125777" cy="541058"/>
                </a:xfrm>
                <a:custGeom>
                  <a:avLst/>
                  <a:gdLst>
                    <a:gd name="T0" fmla="*/ 29 w 49"/>
                    <a:gd name="T1" fmla="*/ 0 h 211"/>
                    <a:gd name="T2" fmla="*/ 0 w 49"/>
                    <a:gd name="T3" fmla="*/ 29 h 211"/>
                    <a:gd name="T4" fmla="*/ 0 w 49"/>
                    <a:gd name="T5" fmla="*/ 205 h 211"/>
                    <a:gd name="T6" fmla="*/ 6 w 49"/>
                    <a:gd name="T7" fmla="*/ 211 h 211"/>
                    <a:gd name="T8" fmla="*/ 43 w 49"/>
                    <a:gd name="T9" fmla="*/ 211 h 211"/>
                    <a:gd name="T10" fmla="*/ 49 w 49"/>
                    <a:gd name="T11" fmla="*/ 205 h 211"/>
                    <a:gd name="T12" fmla="*/ 49 w 49"/>
                    <a:gd name="T13" fmla="*/ 22 h 211"/>
                    <a:gd name="T14" fmla="*/ 29 w 49"/>
                    <a:gd name="T15" fmla="*/ 0 h 2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211">
                      <a:moveTo>
                        <a:pt x="29" y="0"/>
                      </a:moveTo>
                      <a:cubicBezTo>
                        <a:pt x="0" y="29"/>
                        <a:pt x="0" y="29"/>
                        <a:pt x="0" y="29"/>
                      </a:cubicBezTo>
                      <a:cubicBezTo>
                        <a:pt x="0" y="205"/>
                        <a:pt x="0" y="205"/>
                        <a:pt x="0" y="205"/>
                      </a:cubicBezTo>
                      <a:cubicBezTo>
                        <a:pt x="0" y="208"/>
                        <a:pt x="3" y="211"/>
                        <a:pt x="6" y="211"/>
                      </a:cubicBezTo>
                      <a:cubicBezTo>
                        <a:pt x="43" y="211"/>
                        <a:pt x="43" y="211"/>
                        <a:pt x="43" y="211"/>
                      </a:cubicBezTo>
                      <a:cubicBezTo>
                        <a:pt x="46" y="211"/>
                        <a:pt x="49" y="208"/>
                        <a:pt x="49" y="205"/>
                      </a:cubicBezTo>
                      <a:cubicBezTo>
                        <a:pt x="49" y="22"/>
                        <a:pt x="49" y="22"/>
                        <a:pt x="49" y="22"/>
                      </a:cubicBezTo>
                      <a:cubicBezTo>
                        <a:pt x="38" y="21"/>
                        <a:pt x="29" y="12"/>
                        <a:pt x="2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6" name="Freeform 233">
                  <a:extLst>
                    <a:ext uri="{FF2B5EF4-FFF2-40B4-BE49-F238E27FC236}">
                      <a16:creationId xmlns:a16="http://schemas.microsoft.com/office/drawing/2014/main" id="{D7763F08-C5FD-4348-AA44-A4B29C75B18A}"/>
                    </a:ext>
                  </a:extLst>
                </p:cNvPr>
                <p:cNvSpPr/>
                <p:nvPr/>
              </p:nvSpPr>
              <p:spPr bwMode="auto">
                <a:xfrm>
                  <a:off x="3546346" y="2339026"/>
                  <a:ext cx="871764" cy="610452"/>
                </a:xfrm>
                <a:custGeom>
                  <a:avLst/>
                  <a:gdLst>
                    <a:gd name="T0" fmla="*/ 20 w 340"/>
                    <a:gd name="T1" fmla="*/ 234 h 238"/>
                    <a:gd name="T2" fmla="*/ 140 w 340"/>
                    <a:gd name="T3" fmla="*/ 113 h 238"/>
                    <a:gd name="T4" fmla="*/ 183 w 340"/>
                    <a:gd name="T5" fmla="*/ 156 h 238"/>
                    <a:gd name="T6" fmla="*/ 199 w 340"/>
                    <a:gd name="T7" fmla="*/ 156 h 238"/>
                    <a:gd name="T8" fmla="*/ 318 w 340"/>
                    <a:gd name="T9" fmla="*/ 37 h 238"/>
                    <a:gd name="T10" fmla="*/ 318 w 340"/>
                    <a:gd name="T11" fmla="*/ 64 h 238"/>
                    <a:gd name="T12" fmla="*/ 329 w 340"/>
                    <a:gd name="T13" fmla="*/ 75 h 238"/>
                    <a:gd name="T14" fmla="*/ 340 w 340"/>
                    <a:gd name="T15" fmla="*/ 64 h 238"/>
                    <a:gd name="T16" fmla="*/ 340 w 340"/>
                    <a:gd name="T17" fmla="*/ 11 h 238"/>
                    <a:gd name="T18" fmla="*/ 337 w 340"/>
                    <a:gd name="T19" fmla="*/ 3 h 238"/>
                    <a:gd name="T20" fmla="*/ 329 w 340"/>
                    <a:gd name="T21" fmla="*/ 0 h 238"/>
                    <a:gd name="T22" fmla="*/ 276 w 340"/>
                    <a:gd name="T23" fmla="*/ 0 h 238"/>
                    <a:gd name="T24" fmla="*/ 265 w 340"/>
                    <a:gd name="T25" fmla="*/ 11 h 238"/>
                    <a:gd name="T26" fmla="*/ 276 w 340"/>
                    <a:gd name="T27" fmla="*/ 22 h 238"/>
                    <a:gd name="T28" fmla="*/ 302 w 340"/>
                    <a:gd name="T29" fmla="*/ 22 h 238"/>
                    <a:gd name="T30" fmla="*/ 191 w 340"/>
                    <a:gd name="T31" fmla="*/ 133 h 238"/>
                    <a:gd name="T32" fmla="*/ 148 w 340"/>
                    <a:gd name="T33" fmla="*/ 90 h 238"/>
                    <a:gd name="T34" fmla="*/ 133 w 340"/>
                    <a:gd name="T35" fmla="*/ 90 h 238"/>
                    <a:gd name="T36" fmla="*/ 4 w 340"/>
                    <a:gd name="T37" fmla="*/ 219 h 238"/>
                    <a:gd name="T38" fmla="*/ 4 w 340"/>
                    <a:gd name="T39" fmla="*/ 234 h 238"/>
                    <a:gd name="T40" fmla="*/ 20 w 340"/>
                    <a:gd name="T41" fmla="*/ 234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0" h="238">
                      <a:moveTo>
                        <a:pt x="20" y="234"/>
                      </a:moveTo>
                      <a:cubicBezTo>
                        <a:pt x="140" y="113"/>
                        <a:pt x="140" y="113"/>
                        <a:pt x="140" y="113"/>
                      </a:cubicBezTo>
                      <a:cubicBezTo>
                        <a:pt x="183" y="156"/>
                        <a:pt x="183" y="156"/>
                        <a:pt x="183" y="156"/>
                      </a:cubicBezTo>
                      <a:cubicBezTo>
                        <a:pt x="188" y="160"/>
                        <a:pt x="195" y="160"/>
                        <a:pt x="199" y="156"/>
                      </a:cubicBezTo>
                      <a:cubicBezTo>
                        <a:pt x="318" y="37"/>
                        <a:pt x="318" y="37"/>
                        <a:pt x="318" y="37"/>
                      </a:cubicBezTo>
                      <a:cubicBezTo>
                        <a:pt x="318" y="64"/>
                        <a:pt x="318" y="64"/>
                        <a:pt x="318" y="64"/>
                      </a:cubicBezTo>
                      <a:cubicBezTo>
                        <a:pt x="318" y="70"/>
                        <a:pt x="323" y="75"/>
                        <a:pt x="329" y="75"/>
                      </a:cubicBezTo>
                      <a:cubicBezTo>
                        <a:pt x="335" y="75"/>
                        <a:pt x="340" y="70"/>
                        <a:pt x="340" y="64"/>
                      </a:cubicBezTo>
                      <a:cubicBezTo>
                        <a:pt x="340" y="11"/>
                        <a:pt x="340" y="11"/>
                        <a:pt x="340" y="11"/>
                      </a:cubicBezTo>
                      <a:cubicBezTo>
                        <a:pt x="340" y="8"/>
                        <a:pt x="339" y="5"/>
                        <a:pt x="337" y="3"/>
                      </a:cubicBezTo>
                      <a:cubicBezTo>
                        <a:pt x="335" y="1"/>
                        <a:pt x="332" y="0"/>
                        <a:pt x="329" y="0"/>
                      </a:cubicBezTo>
                      <a:cubicBezTo>
                        <a:pt x="276" y="0"/>
                        <a:pt x="276" y="0"/>
                        <a:pt x="276" y="0"/>
                      </a:cubicBezTo>
                      <a:cubicBezTo>
                        <a:pt x="270" y="0"/>
                        <a:pt x="265" y="4"/>
                        <a:pt x="265" y="11"/>
                      </a:cubicBezTo>
                      <a:cubicBezTo>
                        <a:pt x="265" y="17"/>
                        <a:pt x="270" y="22"/>
                        <a:pt x="276" y="22"/>
                      </a:cubicBezTo>
                      <a:cubicBezTo>
                        <a:pt x="302" y="22"/>
                        <a:pt x="302" y="22"/>
                        <a:pt x="302" y="22"/>
                      </a:cubicBezTo>
                      <a:cubicBezTo>
                        <a:pt x="191" y="133"/>
                        <a:pt x="191" y="133"/>
                        <a:pt x="191" y="133"/>
                      </a:cubicBezTo>
                      <a:cubicBezTo>
                        <a:pt x="148" y="90"/>
                        <a:pt x="148" y="90"/>
                        <a:pt x="148" y="90"/>
                      </a:cubicBezTo>
                      <a:cubicBezTo>
                        <a:pt x="144" y="86"/>
                        <a:pt x="137" y="86"/>
                        <a:pt x="133" y="90"/>
                      </a:cubicBezTo>
                      <a:cubicBezTo>
                        <a:pt x="4" y="219"/>
                        <a:pt x="4" y="219"/>
                        <a:pt x="4" y="219"/>
                      </a:cubicBezTo>
                      <a:cubicBezTo>
                        <a:pt x="0" y="223"/>
                        <a:pt x="0" y="230"/>
                        <a:pt x="4" y="234"/>
                      </a:cubicBezTo>
                      <a:cubicBezTo>
                        <a:pt x="8" y="238"/>
                        <a:pt x="15" y="238"/>
                        <a:pt x="20" y="2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grpSp>
      <p:sp>
        <p:nvSpPr>
          <p:cNvPr id="18" name="文本占位符 17">
            <a:extLst>
              <a:ext uri="{FF2B5EF4-FFF2-40B4-BE49-F238E27FC236}">
                <a16:creationId xmlns:a16="http://schemas.microsoft.com/office/drawing/2014/main" id="{EC5435B3-EB5C-27EC-C1BC-72B5DE1023D0}"/>
              </a:ext>
            </a:extLst>
          </p:cNvPr>
          <p:cNvSpPr>
            <a:spLocks noGrp="1"/>
          </p:cNvSpPr>
          <p:nvPr>
            <p:ph type="body" sz="quarter" idx="10"/>
          </p:nvPr>
        </p:nvSpPr>
        <p:spPr>
          <a:xfrm>
            <a:off x="7175500" y="4724400"/>
            <a:ext cx="4991100" cy="649288"/>
          </a:xfrm>
          <a:prstGeom prst="rect">
            <a:avLst/>
          </a:prstGeom>
        </p:spPr>
        <p:txBody>
          <a:bodyPr anchor="ctr"/>
          <a:lstStyle>
            <a:lvl1pPr algn="r">
              <a:buNone/>
              <a:defRPr sz="2400">
                <a:solidFill>
                  <a:schemeClr val="bg1"/>
                </a:solidFill>
              </a:defRPr>
            </a:lvl1pPr>
          </a:lstStyle>
          <a:p>
            <a:pPr lvl="0"/>
            <a:r>
              <a:rPr lang="zh-CN" altLang="en-US"/>
              <a:t>单击此处编辑母版文本样式</a:t>
            </a:r>
          </a:p>
        </p:txBody>
      </p:sp>
    </p:spTree>
    <p:extLst>
      <p:ext uri="{BB962C8B-B14F-4D97-AF65-F5344CB8AC3E}">
        <p14:creationId xmlns:p14="http://schemas.microsoft.com/office/powerpoint/2010/main" val="6726457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4_标题和内容">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7D214396-41BD-2598-313E-E366C15F8129}"/>
              </a:ext>
            </a:extLst>
          </p:cNvPr>
          <p:cNvSpPr/>
          <p:nvPr/>
        </p:nvSpPr>
        <p:spPr>
          <a:xfrm>
            <a:off x="178465" y="84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任意多边形 18">
            <a:extLst>
              <a:ext uri="{FF2B5EF4-FFF2-40B4-BE49-F238E27FC236}">
                <a16:creationId xmlns:a16="http://schemas.microsoft.com/office/drawing/2014/main" id="{09E4AC6E-482F-86A2-0D69-6B43FE3DFD2F}"/>
              </a:ext>
            </a:extLst>
          </p:cNvPr>
          <p:cNvSpPr/>
          <p:nvPr/>
        </p:nvSpPr>
        <p:spPr>
          <a:xfrm>
            <a:off x="-6130" y="-2583"/>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9" name="组合 8">
            <a:extLst>
              <a:ext uri="{FF2B5EF4-FFF2-40B4-BE49-F238E27FC236}">
                <a16:creationId xmlns:a16="http://schemas.microsoft.com/office/drawing/2014/main" id="{556EBDE9-6B8D-6829-D484-6839FD8CFEF4}"/>
              </a:ext>
            </a:extLst>
          </p:cNvPr>
          <p:cNvGrpSpPr/>
          <p:nvPr/>
        </p:nvGrpSpPr>
        <p:grpSpPr>
          <a:xfrm>
            <a:off x="71844" y="60398"/>
            <a:ext cx="593817" cy="593817"/>
            <a:chOff x="1131485" y="2234042"/>
            <a:chExt cx="1607262" cy="1607262"/>
          </a:xfrm>
        </p:grpSpPr>
        <p:sp>
          <p:nvSpPr>
            <p:cNvPr id="10" name="椭圆 9">
              <a:extLst>
                <a:ext uri="{FF2B5EF4-FFF2-40B4-BE49-F238E27FC236}">
                  <a16:creationId xmlns:a16="http://schemas.microsoft.com/office/drawing/2014/main" id="{6C82D658-D6B8-3186-ABBD-2B42C4EE5CC5}"/>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1" name="椭圆 10">
              <a:extLst>
                <a:ext uri="{FF2B5EF4-FFF2-40B4-BE49-F238E27FC236}">
                  <a16:creationId xmlns:a16="http://schemas.microsoft.com/office/drawing/2014/main" id="{F6CC8D87-9602-F56C-FB81-208E6D6CC83A}"/>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KSO_Shape">
              <a:extLst>
                <a:ext uri="{FF2B5EF4-FFF2-40B4-BE49-F238E27FC236}">
                  <a16:creationId xmlns:a16="http://schemas.microsoft.com/office/drawing/2014/main" id="{6B1787EF-9C2E-F2F1-782A-25B0D698BAC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24" name="文本占位符 33">
            <a:extLst>
              <a:ext uri="{FF2B5EF4-FFF2-40B4-BE49-F238E27FC236}">
                <a16:creationId xmlns:a16="http://schemas.microsoft.com/office/drawing/2014/main" id="{48A005F6-C87D-D98A-AECC-DE82D174EB34}"/>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
        <p:nvSpPr>
          <p:cNvPr id="26" name="内容占位符 25">
            <a:extLst>
              <a:ext uri="{FF2B5EF4-FFF2-40B4-BE49-F238E27FC236}">
                <a16:creationId xmlns:a16="http://schemas.microsoft.com/office/drawing/2014/main" id="{583369E4-FD6D-200A-DA5A-18FE52D4B805}"/>
              </a:ext>
            </a:extLst>
          </p:cNvPr>
          <p:cNvSpPr>
            <a:spLocks noGrp="1"/>
          </p:cNvSpPr>
          <p:nvPr>
            <p:ph sz="quarter" idx="19"/>
          </p:nvPr>
        </p:nvSpPr>
        <p:spPr>
          <a:xfrm>
            <a:off x="536575" y="836613"/>
            <a:ext cx="11176000" cy="5761037"/>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21811494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标题和内容">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7D214396-41BD-2598-313E-E366C15F8129}"/>
              </a:ext>
            </a:extLst>
          </p:cNvPr>
          <p:cNvSpPr/>
          <p:nvPr/>
        </p:nvSpPr>
        <p:spPr>
          <a:xfrm>
            <a:off x="178465" y="84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任意多边形 18">
            <a:extLst>
              <a:ext uri="{FF2B5EF4-FFF2-40B4-BE49-F238E27FC236}">
                <a16:creationId xmlns:a16="http://schemas.microsoft.com/office/drawing/2014/main" id="{09E4AC6E-482F-86A2-0D69-6B43FE3DFD2F}"/>
              </a:ext>
            </a:extLst>
          </p:cNvPr>
          <p:cNvSpPr/>
          <p:nvPr/>
        </p:nvSpPr>
        <p:spPr>
          <a:xfrm>
            <a:off x="-6130" y="-2583"/>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9" name="组合 8">
            <a:extLst>
              <a:ext uri="{FF2B5EF4-FFF2-40B4-BE49-F238E27FC236}">
                <a16:creationId xmlns:a16="http://schemas.microsoft.com/office/drawing/2014/main" id="{556EBDE9-6B8D-6829-D484-6839FD8CFEF4}"/>
              </a:ext>
            </a:extLst>
          </p:cNvPr>
          <p:cNvGrpSpPr/>
          <p:nvPr/>
        </p:nvGrpSpPr>
        <p:grpSpPr>
          <a:xfrm>
            <a:off x="71844" y="60398"/>
            <a:ext cx="593817" cy="593817"/>
            <a:chOff x="1131485" y="2234042"/>
            <a:chExt cx="1607262" cy="1607262"/>
          </a:xfrm>
        </p:grpSpPr>
        <p:sp>
          <p:nvSpPr>
            <p:cNvPr id="10" name="椭圆 9">
              <a:extLst>
                <a:ext uri="{FF2B5EF4-FFF2-40B4-BE49-F238E27FC236}">
                  <a16:creationId xmlns:a16="http://schemas.microsoft.com/office/drawing/2014/main" id="{6C82D658-D6B8-3186-ABBD-2B42C4EE5CC5}"/>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1" name="椭圆 10">
              <a:extLst>
                <a:ext uri="{FF2B5EF4-FFF2-40B4-BE49-F238E27FC236}">
                  <a16:creationId xmlns:a16="http://schemas.microsoft.com/office/drawing/2014/main" id="{F6CC8D87-9602-F56C-FB81-208E6D6CC83A}"/>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KSO_Shape">
              <a:extLst>
                <a:ext uri="{FF2B5EF4-FFF2-40B4-BE49-F238E27FC236}">
                  <a16:creationId xmlns:a16="http://schemas.microsoft.com/office/drawing/2014/main" id="{6B1787EF-9C2E-F2F1-782A-25B0D698BAC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grpSp>
        <p:nvGrpSpPr>
          <p:cNvPr id="16" name="组合 15">
            <a:extLst>
              <a:ext uri="{FF2B5EF4-FFF2-40B4-BE49-F238E27FC236}">
                <a16:creationId xmlns:a16="http://schemas.microsoft.com/office/drawing/2014/main" id="{60FE3752-5275-5C12-482A-5A67E8B0FA4D}"/>
              </a:ext>
            </a:extLst>
          </p:cNvPr>
          <p:cNvGrpSpPr/>
          <p:nvPr/>
        </p:nvGrpSpPr>
        <p:grpSpPr>
          <a:xfrm>
            <a:off x="3388519" y="1894908"/>
            <a:ext cx="4392613" cy="3910012"/>
            <a:chOff x="0" y="0"/>
            <a:chExt cx="3264319" cy="2905377"/>
          </a:xfrm>
        </p:grpSpPr>
        <p:sp>
          <p:nvSpPr>
            <p:cNvPr id="17" name="Oval 274">
              <a:extLst>
                <a:ext uri="{FF2B5EF4-FFF2-40B4-BE49-F238E27FC236}">
                  <a16:creationId xmlns:a16="http://schemas.microsoft.com/office/drawing/2014/main" id="{DF8E0F90-5AC7-91E3-AF6F-93E0D276E712}"/>
                </a:ext>
              </a:extLst>
            </p:cNvPr>
            <p:cNvSpPr/>
            <p:nvPr/>
          </p:nvSpPr>
          <p:spPr>
            <a:xfrm>
              <a:off x="0" y="95883"/>
              <a:ext cx="1653905" cy="1654300"/>
            </a:xfrm>
            <a:prstGeom prst="ellipse">
              <a:avLst/>
            </a:prstGeom>
            <a:solidFill>
              <a:schemeClr val="accent3"/>
            </a:solidFill>
            <a:ln w="9525">
              <a:noFill/>
            </a:ln>
          </p:spPr>
          <p:txBody>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dirty="0">
                <a:cs typeface="+mn-ea"/>
                <a:sym typeface="+mn-lt"/>
              </a:endParaRPr>
            </a:p>
          </p:txBody>
        </p:sp>
        <p:sp>
          <p:nvSpPr>
            <p:cNvPr id="18" name="Oval 276">
              <a:extLst>
                <a:ext uri="{FF2B5EF4-FFF2-40B4-BE49-F238E27FC236}">
                  <a16:creationId xmlns:a16="http://schemas.microsoft.com/office/drawing/2014/main" id="{29E6018D-5446-1513-216E-29FBDB74CCFF}"/>
                </a:ext>
              </a:extLst>
            </p:cNvPr>
            <p:cNvSpPr/>
            <p:nvPr/>
          </p:nvSpPr>
          <p:spPr>
            <a:xfrm>
              <a:off x="1247771" y="0"/>
              <a:ext cx="2016548" cy="2016000"/>
            </a:xfrm>
            <a:prstGeom prst="ellipse">
              <a:avLst/>
            </a:prstGeom>
            <a:solidFill>
              <a:schemeClr val="accent1"/>
            </a:solidFill>
            <a:ln w="9525">
              <a:noFill/>
            </a:ln>
          </p:spPr>
          <p:txBody>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dirty="0">
                <a:solidFill>
                  <a:srgbClr val="F8F8F8"/>
                </a:solidFill>
                <a:cs typeface="+mn-ea"/>
                <a:sym typeface="+mn-lt"/>
              </a:endParaRPr>
            </a:p>
          </p:txBody>
        </p:sp>
        <p:sp>
          <p:nvSpPr>
            <p:cNvPr id="19" name="Oval 277">
              <a:extLst>
                <a:ext uri="{FF2B5EF4-FFF2-40B4-BE49-F238E27FC236}">
                  <a16:creationId xmlns:a16="http://schemas.microsoft.com/office/drawing/2014/main" id="{108AACB0-D719-89D8-500E-A812FE6AC53D}"/>
                </a:ext>
              </a:extLst>
            </p:cNvPr>
            <p:cNvSpPr/>
            <p:nvPr/>
          </p:nvSpPr>
          <p:spPr>
            <a:xfrm>
              <a:off x="550635" y="1211962"/>
              <a:ext cx="1694223" cy="1693415"/>
            </a:xfrm>
            <a:prstGeom prst="ellipse">
              <a:avLst/>
            </a:prstGeom>
            <a:solidFill>
              <a:schemeClr val="accent5"/>
            </a:solidFill>
            <a:ln w="9525">
              <a:noFill/>
            </a:ln>
          </p:spPr>
          <p:txBody>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dirty="0">
                <a:cs typeface="+mn-ea"/>
                <a:sym typeface="+mn-lt"/>
              </a:endParaRPr>
            </a:p>
          </p:txBody>
        </p:sp>
        <p:sp>
          <p:nvSpPr>
            <p:cNvPr id="20" name="矩形 19">
              <a:extLst>
                <a:ext uri="{FF2B5EF4-FFF2-40B4-BE49-F238E27FC236}">
                  <a16:creationId xmlns:a16="http://schemas.microsoft.com/office/drawing/2014/main" id="{3BC1C92F-D9A8-83B6-C285-4D7E93740B79}"/>
                </a:ext>
              </a:extLst>
            </p:cNvPr>
            <p:cNvSpPr/>
            <p:nvPr/>
          </p:nvSpPr>
          <p:spPr>
            <a:xfrm>
              <a:off x="550636" y="1824239"/>
              <a:ext cx="1648800" cy="297345"/>
            </a:xfrm>
            <a:prstGeom prst="rect">
              <a:avLst/>
            </a:prstGeom>
            <a:noFill/>
            <a:ln w="9525">
              <a:noFill/>
              <a:miter/>
            </a:ln>
          </p:spPr>
          <p:txBody>
            <a:bodyPr>
              <a:spAutoFit/>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algn="ctr" eaLnBrk="1" hangingPunct="1"/>
              <a:endParaRPr lang="zh-CN" altLang="en-US" sz="2000" b="1" dirty="0">
                <a:solidFill>
                  <a:srgbClr val="F8F8F8"/>
                </a:solidFill>
                <a:cs typeface="+mn-ea"/>
                <a:sym typeface="+mn-lt"/>
              </a:endParaRPr>
            </a:p>
          </p:txBody>
        </p:sp>
        <p:sp>
          <p:nvSpPr>
            <p:cNvPr id="21" name="矩形 20">
              <a:extLst>
                <a:ext uri="{FF2B5EF4-FFF2-40B4-BE49-F238E27FC236}">
                  <a16:creationId xmlns:a16="http://schemas.microsoft.com/office/drawing/2014/main" id="{9E8FB666-AAA1-D847-AF80-404C44DD215F}"/>
                </a:ext>
              </a:extLst>
            </p:cNvPr>
            <p:cNvSpPr/>
            <p:nvPr/>
          </p:nvSpPr>
          <p:spPr>
            <a:xfrm>
              <a:off x="106421" y="679355"/>
              <a:ext cx="1495887" cy="274473"/>
            </a:xfrm>
            <a:prstGeom prst="rect">
              <a:avLst/>
            </a:prstGeom>
            <a:noFill/>
            <a:ln w="9525">
              <a:noFill/>
              <a:miter/>
            </a:ln>
          </p:spPr>
          <p:txBody>
            <a:bodyPr>
              <a:spAutoFit/>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b="1" dirty="0">
                <a:solidFill>
                  <a:srgbClr val="F8F8F8"/>
                </a:solidFill>
                <a:cs typeface="+mn-ea"/>
                <a:sym typeface="+mn-lt"/>
              </a:endParaRPr>
            </a:p>
          </p:txBody>
        </p:sp>
      </p:grpSp>
      <p:sp>
        <p:nvSpPr>
          <p:cNvPr id="26" name="文本占位符 25">
            <a:extLst>
              <a:ext uri="{FF2B5EF4-FFF2-40B4-BE49-F238E27FC236}">
                <a16:creationId xmlns:a16="http://schemas.microsoft.com/office/drawing/2014/main" id="{F4237448-4CAC-521F-A268-2EE40158E43F}"/>
              </a:ext>
            </a:extLst>
          </p:cNvPr>
          <p:cNvSpPr>
            <a:spLocks noGrp="1"/>
          </p:cNvSpPr>
          <p:nvPr>
            <p:ph type="body" sz="quarter" idx="12" hasCustomPrompt="1"/>
          </p:nvPr>
        </p:nvSpPr>
        <p:spPr>
          <a:xfrm>
            <a:off x="5614087" y="2886558"/>
            <a:ext cx="1727200" cy="407988"/>
          </a:xfrm>
          <a:prstGeom prst="rect">
            <a:avLst/>
          </a:prstGeom>
        </p:spPr>
        <p:txBody>
          <a:bodyPr/>
          <a:lstStyle>
            <a:lvl1pPr>
              <a:buNone/>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8F8F8"/>
                </a:solidFill>
                <a:effectLst/>
                <a:uLnTx/>
                <a:uFillTx/>
                <a:latin typeface="Arial"/>
                <a:ea typeface="微软雅黑"/>
                <a:cs typeface="+mn-ea"/>
                <a:sym typeface="+mn-lt"/>
              </a:rPr>
              <a:t>③ 您的标题</a:t>
            </a:r>
            <a:endParaRPr lang="zh-CN" altLang="en-US"/>
          </a:p>
        </p:txBody>
      </p:sp>
      <p:sp>
        <p:nvSpPr>
          <p:cNvPr id="27" name="文本占位符 25">
            <a:extLst>
              <a:ext uri="{FF2B5EF4-FFF2-40B4-BE49-F238E27FC236}">
                <a16:creationId xmlns:a16="http://schemas.microsoft.com/office/drawing/2014/main" id="{D07E998E-7B9D-E738-BEDA-C78B0619B4E9}"/>
              </a:ext>
            </a:extLst>
          </p:cNvPr>
          <p:cNvSpPr>
            <a:spLocks noGrp="1"/>
          </p:cNvSpPr>
          <p:nvPr>
            <p:ph type="body" sz="quarter" idx="13" hasCustomPrompt="1"/>
          </p:nvPr>
        </p:nvSpPr>
        <p:spPr>
          <a:xfrm>
            <a:off x="3415372" y="2974562"/>
            <a:ext cx="1727200" cy="407988"/>
          </a:xfrm>
          <a:prstGeom prst="rect">
            <a:avLst/>
          </a:prstGeom>
        </p:spPr>
        <p:txBody>
          <a:bodyPr/>
          <a:lstStyle>
            <a:lvl1pPr>
              <a:buNone/>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8F8F8"/>
                </a:solidFill>
                <a:effectLst/>
                <a:uLnTx/>
                <a:uFillTx/>
                <a:latin typeface="Arial"/>
                <a:ea typeface="微软雅黑"/>
                <a:cs typeface="+mn-ea"/>
                <a:sym typeface="+mn-lt"/>
              </a:rPr>
              <a:t>① 您的标题</a:t>
            </a:r>
            <a:endParaRPr lang="zh-CN" altLang="en-US"/>
          </a:p>
        </p:txBody>
      </p:sp>
      <p:sp>
        <p:nvSpPr>
          <p:cNvPr id="28" name="文本占位符 25">
            <a:extLst>
              <a:ext uri="{FF2B5EF4-FFF2-40B4-BE49-F238E27FC236}">
                <a16:creationId xmlns:a16="http://schemas.microsoft.com/office/drawing/2014/main" id="{034B57DF-1D1B-D6BC-6DBC-871BD3945D25}"/>
              </a:ext>
            </a:extLst>
          </p:cNvPr>
          <p:cNvSpPr>
            <a:spLocks noGrp="1"/>
          </p:cNvSpPr>
          <p:nvPr>
            <p:ph type="body" sz="quarter" idx="14" hasCustomPrompt="1"/>
          </p:nvPr>
        </p:nvSpPr>
        <p:spPr>
          <a:xfrm>
            <a:off x="4405789" y="4470794"/>
            <a:ext cx="1727200" cy="407988"/>
          </a:xfrm>
          <a:prstGeom prst="rect">
            <a:avLst/>
          </a:prstGeom>
        </p:spPr>
        <p:txBody>
          <a:bodyPr/>
          <a:lstStyle>
            <a:lvl1pPr>
              <a:buNone/>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8F8F8"/>
                </a:solidFill>
                <a:effectLst/>
                <a:uLnTx/>
                <a:uFillTx/>
                <a:latin typeface="Arial"/>
                <a:ea typeface="微软雅黑"/>
                <a:cs typeface="+mn-ea"/>
                <a:sym typeface="+mn-lt"/>
              </a:rPr>
              <a:t>② 您的标题</a:t>
            </a:r>
            <a:endParaRPr lang="zh-CN" altLang="en-US"/>
          </a:p>
        </p:txBody>
      </p:sp>
      <p:sp>
        <p:nvSpPr>
          <p:cNvPr id="30" name="文本占位符 29">
            <a:extLst>
              <a:ext uri="{FF2B5EF4-FFF2-40B4-BE49-F238E27FC236}">
                <a16:creationId xmlns:a16="http://schemas.microsoft.com/office/drawing/2014/main" id="{14CEC64B-E495-1482-A7B2-CD508765BB77}"/>
              </a:ext>
            </a:extLst>
          </p:cNvPr>
          <p:cNvSpPr>
            <a:spLocks noGrp="1"/>
          </p:cNvSpPr>
          <p:nvPr>
            <p:ph type="body" sz="quarter" idx="15" hasCustomPrompt="1"/>
          </p:nvPr>
        </p:nvSpPr>
        <p:spPr>
          <a:xfrm>
            <a:off x="839789" y="2636839"/>
            <a:ext cx="2375792" cy="1584250"/>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75000"/>
                    <a:lumOff val="25000"/>
                  </a:srgbClr>
                </a:solidFill>
                <a:effectLst/>
                <a:uLnTx/>
                <a:uFillTx/>
                <a:latin typeface="Arial"/>
                <a:ea typeface="微软雅黑"/>
                <a:cs typeface="+mn-ea"/>
                <a:sym typeface="+mn-lt"/>
              </a:rPr>
              <a:t>这里输入文字这里输入文字这里输入文字这里输入文字这里输入文字</a:t>
            </a:r>
          </a:p>
          <a:p>
            <a:pPr lvl="0"/>
            <a:endParaRPr lang="zh-CN" altLang="en-US"/>
          </a:p>
        </p:txBody>
      </p:sp>
      <p:sp>
        <p:nvSpPr>
          <p:cNvPr id="31" name="文本占位符 29">
            <a:extLst>
              <a:ext uri="{FF2B5EF4-FFF2-40B4-BE49-F238E27FC236}">
                <a16:creationId xmlns:a16="http://schemas.microsoft.com/office/drawing/2014/main" id="{ECAFF70C-AE9D-E423-D41C-5B321990E591}"/>
              </a:ext>
            </a:extLst>
          </p:cNvPr>
          <p:cNvSpPr>
            <a:spLocks noGrp="1"/>
          </p:cNvSpPr>
          <p:nvPr>
            <p:ph type="body" sz="quarter" idx="16" hasCustomPrompt="1"/>
          </p:nvPr>
        </p:nvSpPr>
        <p:spPr>
          <a:xfrm>
            <a:off x="7009964" y="4605442"/>
            <a:ext cx="4414628" cy="1559862"/>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75000"/>
                    <a:lumOff val="25000"/>
                  </a:srgbClr>
                </a:solidFill>
                <a:effectLst/>
                <a:uLnTx/>
                <a:uFillTx/>
                <a:latin typeface="Arial"/>
                <a:ea typeface="微软雅黑"/>
                <a:cs typeface="+mn-ea"/>
                <a:sym typeface="+mn-lt"/>
              </a:rPr>
              <a:t>这里输入文字这里输入文字这里输入文字这里输入文字这里输入文字</a:t>
            </a:r>
          </a:p>
          <a:p>
            <a:pPr lvl="0"/>
            <a:endParaRPr lang="zh-CN" altLang="en-US"/>
          </a:p>
        </p:txBody>
      </p:sp>
      <p:sp>
        <p:nvSpPr>
          <p:cNvPr id="32" name="文本占位符 29">
            <a:extLst>
              <a:ext uri="{FF2B5EF4-FFF2-40B4-BE49-F238E27FC236}">
                <a16:creationId xmlns:a16="http://schemas.microsoft.com/office/drawing/2014/main" id="{8382CFE8-7725-9B80-FC4C-06756C161475}"/>
              </a:ext>
            </a:extLst>
          </p:cNvPr>
          <p:cNvSpPr>
            <a:spLocks noGrp="1"/>
          </p:cNvSpPr>
          <p:nvPr>
            <p:ph type="body" sz="quarter" idx="17" hasCustomPrompt="1"/>
          </p:nvPr>
        </p:nvSpPr>
        <p:spPr>
          <a:xfrm>
            <a:off x="7945150" y="1916833"/>
            <a:ext cx="3623457" cy="1800200"/>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75000"/>
                    <a:lumOff val="25000"/>
                  </a:srgbClr>
                </a:solidFill>
                <a:effectLst/>
                <a:uLnTx/>
                <a:uFillTx/>
                <a:latin typeface="Arial"/>
                <a:ea typeface="微软雅黑"/>
                <a:cs typeface="+mn-ea"/>
                <a:sym typeface="+mn-lt"/>
              </a:rPr>
              <a:t>这里输入文字这里输入文字这里输入文字这里输入文字这里输入文字</a:t>
            </a:r>
          </a:p>
          <a:p>
            <a:pPr lvl="0"/>
            <a:endParaRPr lang="zh-CN" altLang="en-US"/>
          </a:p>
        </p:txBody>
      </p:sp>
      <p:sp>
        <p:nvSpPr>
          <p:cNvPr id="34" name="文本占位符 33">
            <a:extLst>
              <a:ext uri="{FF2B5EF4-FFF2-40B4-BE49-F238E27FC236}">
                <a16:creationId xmlns:a16="http://schemas.microsoft.com/office/drawing/2014/main" id="{34310E94-E74A-031B-CB1C-FDDDF0F6EAED}"/>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38926055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标题和竖排文字">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1F766BBA-1D1A-C1B3-98D9-E8E9961E8786}"/>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任意多边形 18">
            <a:extLst>
              <a:ext uri="{FF2B5EF4-FFF2-40B4-BE49-F238E27FC236}">
                <a16:creationId xmlns:a16="http://schemas.microsoft.com/office/drawing/2014/main" id="{B869EC8E-6602-D61C-B014-FE333D9FFF34}"/>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0" name="组合 9">
            <a:extLst>
              <a:ext uri="{FF2B5EF4-FFF2-40B4-BE49-F238E27FC236}">
                <a16:creationId xmlns:a16="http://schemas.microsoft.com/office/drawing/2014/main" id="{90578A3A-B35F-8F96-1861-4D698F836B75}"/>
              </a:ext>
            </a:extLst>
          </p:cNvPr>
          <p:cNvGrpSpPr/>
          <p:nvPr/>
        </p:nvGrpSpPr>
        <p:grpSpPr>
          <a:xfrm>
            <a:off x="123826" y="59558"/>
            <a:ext cx="593817" cy="593817"/>
            <a:chOff x="1131485" y="2234042"/>
            <a:chExt cx="1607262" cy="1607262"/>
          </a:xfrm>
        </p:grpSpPr>
        <p:sp>
          <p:nvSpPr>
            <p:cNvPr id="11" name="椭圆 10">
              <a:extLst>
                <a:ext uri="{FF2B5EF4-FFF2-40B4-BE49-F238E27FC236}">
                  <a16:creationId xmlns:a16="http://schemas.microsoft.com/office/drawing/2014/main" id="{D9A1E6DF-17BA-84C8-BA7A-3DB038AC249F}"/>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椭圆 11">
              <a:extLst>
                <a:ext uri="{FF2B5EF4-FFF2-40B4-BE49-F238E27FC236}">
                  <a16:creationId xmlns:a16="http://schemas.microsoft.com/office/drawing/2014/main" id="{B05A5ABE-FDAB-4F24-0946-7196A3D9B929}"/>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3" name="KSO_Shape">
              <a:extLst>
                <a:ext uri="{FF2B5EF4-FFF2-40B4-BE49-F238E27FC236}">
                  <a16:creationId xmlns:a16="http://schemas.microsoft.com/office/drawing/2014/main" id="{9A021F4B-DEDB-5516-A6FC-4245D8DA87E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4" name="Freeform 2">
            <a:extLst>
              <a:ext uri="{FF2B5EF4-FFF2-40B4-BE49-F238E27FC236}">
                <a16:creationId xmlns:a16="http://schemas.microsoft.com/office/drawing/2014/main" id="{E5BE2212-B4E2-E20D-A88E-750A322ECD30}"/>
              </a:ext>
            </a:extLst>
          </p:cNvPr>
          <p:cNvSpPr/>
          <p:nvPr/>
        </p:nvSpPr>
        <p:spPr bwMode="gray">
          <a:xfrm rot="3046289" flipH="1">
            <a:off x="4219574" y="930235"/>
            <a:ext cx="1978025" cy="3159125"/>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2"/>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dirty="0">
              <a:ln>
                <a:noFill/>
              </a:ln>
              <a:solidFill>
                <a:sysClr val="window" lastClr="FFFFFF"/>
              </a:solidFill>
              <a:effectLst/>
              <a:uLnTx/>
              <a:uFillTx/>
              <a:latin typeface="Calibri"/>
              <a:ea typeface="微软雅黑" pitchFamily="34" charset="-122"/>
              <a:cs typeface="+mn-cs"/>
            </a:endParaRPr>
          </a:p>
        </p:txBody>
      </p:sp>
      <p:sp>
        <p:nvSpPr>
          <p:cNvPr id="15" name="Freeform 3">
            <a:extLst>
              <a:ext uri="{FF2B5EF4-FFF2-40B4-BE49-F238E27FC236}">
                <a16:creationId xmlns:a16="http://schemas.microsoft.com/office/drawing/2014/main" id="{759227D0-73FF-E900-4649-45E8C6549FFA}"/>
              </a:ext>
            </a:extLst>
          </p:cNvPr>
          <p:cNvSpPr/>
          <p:nvPr/>
        </p:nvSpPr>
        <p:spPr bwMode="ltGray">
          <a:xfrm rot="3171804" flipH="1">
            <a:off x="1681161" y="3141623"/>
            <a:ext cx="1952625" cy="3117850"/>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4"/>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a:ln>
                <a:noFill/>
              </a:ln>
              <a:solidFill>
                <a:sysClr val="window" lastClr="FFFFFF"/>
              </a:solidFill>
              <a:effectLst/>
              <a:uLnTx/>
              <a:uFillTx/>
              <a:latin typeface="Calibri"/>
              <a:ea typeface="微软雅黑" pitchFamily="34" charset="-122"/>
              <a:cs typeface="+mn-cs"/>
            </a:endParaRPr>
          </a:p>
        </p:txBody>
      </p:sp>
      <p:sp>
        <p:nvSpPr>
          <p:cNvPr id="16" name="Freeform 4">
            <a:extLst>
              <a:ext uri="{FF2B5EF4-FFF2-40B4-BE49-F238E27FC236}">
                <a16:creationId xmlns:a16="http://schemas.microsoft.com/office/drawing/2014/main" id="{4338A1C4-E78F-383C-6B6A-AB06CDE936C8}"/>
              </a:ext>
            </a:extLst>
          </p:cNvPr>
          <p:cNvSpPr/>
          <p:nvPr/>
        </p:nvSpPr>
        <p:spPr bwMode="gray">
          <a:xfrm rot="-46326947">
            <a:off x="4219574" y="3146385"/>
            <a:ext cx="1978025" cy="3159125"/>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5"/>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a:ln>
                <a:noFill/>
              </a:ln>
              <a:solidFill>
                <a:sysClr val="window" lastClr="FFFFFF"/>
              </a:solidFill>
              <a:effectLst/>
              <a:uLnTx/>
              <a:uFillTx/>
              <a:latin typeface="Calibri"/>
              <a:ea typeface="微软雅黑" pitchFamily="34" charset="-122"/>
              <a:cs typeface="+mn-cs"/>
            </a:endParaRPr>
          </a:p>
        </p:txBody>
      </p:sp>
      <p:sp>
        <p:nvSpPr>
          <p:cNvPr id="17" name="Freeform 5">
            <a:extLst>
              <a:ext uri="{FF2B5EF4-FFF2-40B4-BE49-F238E27FC236}">
                <a16:creationId xmlns:a16="http://schemas.microsoft.com/office/drawing/2014/main" id="{F16ECBC8-1AB6-33EB-AA2E-F3742F5D3029}"/>
              </a:ext>
            </a:extLst>
          </p:cNvPr>
          <p:cNvSpPr/>
          <p:nvPr/>
        </p:nvSpPr>
        <p:spPr bwMode="ltGray">
          <a:xfrm rot="-46246289">
            <a:off x="1685924" y="928648"/>
            <a:ext cx="1978025" cy="3159125"/>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1"/>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a:ln>
                <a:noFill/>
              </a:ln>
              <a:solidFill>
                <a:sysClr val="window" lastClr="FFFFFF"/>
              </a:solidFill>
              <a:effectLst/>
              <a:uLnTx/>
              <a:uFillTx/>
              <a:latin typeface="Calibri"/>
              <a:ea typeface="微软雅黑" pitchFamily="34" charset="-122"/>
              <a:cs typeface="+mn-cs"/>
            </a:endParaRPr>
          </a:p>
        </p:txBody>
      </p:sp>
      <p:sp>
        <p:nvSpPr>
          <p:cNvPr id="18" name="Oval 7">
            <a:extLst>
              <a:ext uri="{FF2B5EF4-FFF2-40B4-BE49-F238E27FC236}">
                <a16:creationId xmlns:a16="http://schemas.microsoft.com/office/drawing/2014/main" id="{399073B3-EFE2-6D3A-29A1-D7EFC5D8CC84}"/>
              </a:ext>
            </a:extLst>
          </p:cNvPr>
          <p:cNvSpPr>
            <a:spLocks noChangeArrowheads="1"/>
          </p:cNvSpPr>
          <p:nvPr/>
        </p:nvSpPr>
        <p:spPr bwMode="gray">
          <a:xfrm>
            <a:off x="3101974" y="2800310"/>
            <a:ext cx="1647825" cy="1647825"/>
          </a:xfrm>
          <a:prstGeom prst="ellipse">
            <a:avLst/>
          </a:prstGeom>
          <a:solidFill>
            <a:sysClr val="window" lastClr="FFFFFF">
              <a:alpha val="50195"/>
            </a:sys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3" name="Content Placeholder 2">
            <a:extLst>
              <a:ext uri="{FF2B5EF4-FFF2-40B4-BE49-F238E27FC236}">
                <a16:creationId xmlns:a16="http://schemas.microsoft.com/office/drawing/2014/main" id="{52464A7E-1A57-B2CC-B4EA-0353D38A8D0C}"/>
              </a:ext>
            </a:extLst>
          </p:cNvPr>
          <p:cNvSpPr txBox="1"/>
          <p:nvPr/>
        </p:nvSpPr>
        <p:spPr>
          <a:xfrm>
            <a:off x="7991400" y="2467471"/>
            <a:ext cx="3340876" cy="79253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nSpc>
                <a:spcPct val="150000"/>
              </a:lnSpc>
              <a:buNone/>
              <a:defRPr/>
            </a:pPr>
            <a:endParaRPr lang="en-US" altLang="zh-CN" sz="1200" dirty="0">
              <a:solidFill>
                <a:sysClr val="window" lastClr="FFFFFF">
                  <a:lumMod val="65000"/>
                </a:sysClr>
              </a:solidFill>
              <a:cs typeface="+mn-ea"/>
              <a:sym typeface="+mn-lt"/>
            </a:endParaRPr>
          </a:p>
        </p:txBody>
      </p:sp>
      <p:cxnSp>
        <p:nvCxnSpPr>
          <p:cNvPr id="29" name="直接连接符 28">
            <a:extLst>
              <a:ext uri="{FF2B5EF4-FFF2-40B4-BE49-F238E27FC236}">
                <a16:creationId xmlns:a16="http://schemas.microsoft.com/office/drawing/2014/main" id="{A847F930-1BB1-811B-BDAB-35DBE8E6BD14}"/>
              </a:ext>
            </a:extLst>
          </p:cNvPr>
          <p:cNvCxnSpPr/>
          <p:nvPr/>
        </p:nvCxnSpPr>
        <p:spPr>
          <a:xfrm>
            <a:off x="7794171" y="1917933"/>
            <a:ext cx="439782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325E58A4-260B-06DA-E48F-B6807CE08DF6}"/>
              </a:ext>
            </a:extLst>
          </p:cNvPr>
          <p:cNvCxnSpPr/>
          <p:nvPr/>
        </p:nvCxnSpPr>
        <p:spPr>
          <a:xfrm>
            <a:off x="7794171" y="5561460"/>
            <a:ext cx="4397829" cy="0"/>
          </a:xfrm>
          <a:prstGeom prst="line">
            <a:avLst/>
          </a:prstGeom>
        </p:spPr>
        <p:style>
          <a:lnRef idx="1">
            <a:schemeClr val="accent1"/>
          </a:lnRef>
          <a:fillRef idx="0">
            <a:schemeClr val="accent1"/>
          </a:fillRef>
          <a:effectRef idx="0">
            <a:schemeClr val="accent1"/>
          </a:effectRef>
          <a:fontRef idx="minor">
            <a:schemeClr val="tx1"/>
          </a:fontRef>
        </p:style>
      </p:cxnSp>
      <p:sp>
        <p:nvSpPr>
          <p:cNvPr id="31" name="文本占位符 33">
            <a:extLst>
              <a:ext uri="{FF2B5EF4-FFF2-40B4-BE49-F238E27FC236}">
                <a16:creationId xmlns:a16="http://schemas.microsoft.com/office/drawing/2014/main" id="{4F1343F8-57AD-8399-4C4C-B6C541BE6531}"/>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
        <p:nvSpPr>
          <p:cNvPr id="33" name="文本占位符 32">
            <a:extLst>
              <a:ext uri="{FF2B5EF4-FFF2-40B4-BE49-F238E27FC236}">
                <a16:creationId xmlns:a16="http://schemas.microsoft.com/office/drawing/2014/main" id="{E5C8F0BE-FA05-7FDE-F9F5-9FB02CD67ACB}"/>
              </a:ext>
            </a:extLst>
          </p:cNvPr>
          <p:cNvSpPr>
            <a:spLocks noGrp="1"/>
          </p:cNvSpPr>
          <p:nvPr>
            <p:ph type="body" sz="quarter" idx="19" hasCustomPrompt="1"/>
          </p:nvPr>
        </p:nvSpPr>
        <p:spPr>
          <a:xfrm>
            <a:off x="7982179" y="2081272"/>
            <a:ext cx="2884488" cy="688975"/>
          </a:xfrm>
          <a:prstGeom prst="rect">
            <a:avLst/>
          </a:prstGeom>
        </p:spPr>
        <p:txBody>
          <a:bodyPr anchor="ctr"/>
          <a:lstStyle>
            <a:lvl1pPr>
              <a:buNone/>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2400" b="1" i="0" u="none" strike="noStrike" kern="1200" cap="none" spc="0" normalizeH="0" baseline="0" noProof="0">
                <a:ln>
                  <a:noFill/>
                </a:ln>
                <a:solidFill>
                  <a:srgbClr val="5C5C5C">
                    <a:lumMod val="65000"/>
                    <a:lumOff val="35000"/>
                  </a:srgbClr>
                </a:solidFill>
                <a:effectLst/>
                <a:uLnTx/>
                <a:uFillTx/>
                <a:latin typeface="Arial"/>
                <a:ea typeface="微软雅黑"/>
                <a:cs typeface="+mn-ea"/>
                <a:sym typeface="+mn-lt"/>
              </a:rPr>
              <a:t>添加文字标题</a:t>
            </a:r>
            <a:endParaRPr lang="zh-CN" altLang="en-US"/>
          </a:p>
        </p:txBody>
      </p:sp>
      <p:sp>
        <p:nvSpPr>
          <p:cNvPr id="35" name="文本占位符 34">
            <a:extLst>
              <a:ext uri="{FF2B5EF4-FFF2-40B4-BE49-F238E27FC236}">
                <a16:creationId xmlns:a16="http://schemas.microsoft.com/office/drawing/2014/main" id="{A376DBBC-D3D5-F754-EDFB-D1DDFB1DCADD}"/>
              </a:ext>
            </a:extLst>
          </p:cNvPr>
          <p:cNvSpPr>
            <a:spLocks noGrp="1"/>
          </p:cNvSpPr>
          <p:nvPr>
            <p:ph type="body" sz="quarter" idx="20" hasCustomPrompt="1"/>
          </p:nvPr>
        </p:nvSpPr>
        <p:spPr>
          <a:xfrm>
            <a:off x="7965616" y="2884915"/>
            <a:ext cx="3366660" cy="792529"/>
          </a:xfrm>
          <a:prstGeom prst="rect">
            <a:avLst/>
          </a:prstGeom>
        </p:spPr>
        <p:txBody>
          <a:bodyPr anchor="ct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ysClr val="window" lastClr="FFFFFF">
                    <a:lumMod val="65000"/>
                  </a:sysClr>
                </a:solidFill>
                <a:effectLst/>
                <a:uLnTx/>
                <a:uFillTx/>
                <a:latin typeface="Arial"/>
                <a:ea typeface="微软雅黑"/>
                <a:cs typeface="+mn-ea"/>
                <a:sym typeface="+mn-lt"/>
              </a:rPr>
              <a:t>请在这里添加文字内容请在这里添加文字内容请在这里添加文字内容请在这里添加文字内容</a:t>
            </a:r>
            <a:endParaRPr lang="zh-CN" altLang="en-US"/>
          </a:p>
        </p:txBody>
      </p:sp>
      <p:sp>
        <p:nvSpPr>
          <p:cNvPr id="36" name="文本占位符 32">
            <a:extLst>
              <a:ext uri="{FF2B5EF4-FFF2-40B4-BE49-F238E27FC236}">
                <a16:creationId xmlns:a16="http://schemas.microsoft.com/office/drawing/2014/main" id="{C3B9B79D-6E0C-BDA0-26CB-E1C646CC6E65}"/>
              </a:ext>
            </a:extLst>
          </p:cNvPr>
          <p:cNvSpPr>
            <a:spLocks noGrp="1"/>
          </p:cNvSpPr>
          <p:nvPr>
            <p:ph type="body" sz="quarter" idx="21" hasCustomPrompt="1"/>
          </p:nvPr>
        </p:nvSpPr>
        <p:spPr>
          <a:xfrm>
            <a:off x="7982179" y="3840782"/>
            <a:ext cx="2884488" cy="688975"/>
          </a:xfrm>
          <a:prstGeom prst="rect">
            <a:avLst/>
          </a:prstGeom>
        </p:spPr>
        <p:txBody>
          <a:bodyPr anchor="ctr"/>
          <a:lstStyle>
            <a:lvl1pPr>
              <a:buNone/>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2400" b="1" i="0" u="none" strike="noStrike" kern="1200" cap="none" spc="0" normalizeH="0" baseline="0" noProof="0">
                <a:ln>
                  <a:noFill/>
                </a:ln>
                <a:solidFill>
                  <a:srgbClr val="5C5C5C">
                    <a:lumMod val="65000"/>
                    <a:lumOff val="35000"/>
                  </a:srgbClr>
                </a:solidFill>
                <a:effectLst/>
                <a:uLnTx/>
                <a:uFillTx/>
                <a:latin typeface="Arial"/>
                <a:ea typeface="微软雅黑"/>
                <a:cs typeface="+mn-ea"/>
                <a:sym typeface="+mn-lt"/>
              </a:rPr>
              <a:t>添加文字标题</a:t>
            </a:r>
            <a:endParaRPr lang="zh-CN" altLang="en-US"/>
          </a:p>
        </p:txBody>
      </p:sp>
      <p:sp>
        <p:nvSpPr>
          <p:cNvPr id="37" name="文本占位符 34">
            <a:extLst>
              <a:ext uri="{FF2B5EF4-FFF2-40B4-BE49-F238E27FC236}">
                <a16:creationId xmlns:a16="http://schemas.microsoft.com/office/drawing/2014/main" id="{97409247-52AF-5DDB-D9B8-8252CB0A9310}"/>
              </a:ext>
            </a:extLst>
          </p:cNvPr>
          <p:cNvSpPr>
            <a:spLocks noGrp="1"/>
          </p:cNvSpPr>
          <p:nvPr>
            <p:ph type="body" sz="quarter" idx="22" hasCustomPrompt="1"/>
          </p:nvPr>
        </p:nvSpPr>
        <p:spPr>
          <a:xfrm>
            <a:off x="7965616" y="4644425"/>
            <a:ext cx="3366660" cy="792529"/>
          </a:xfrm>
          <a:prstGeom prst="rect">
            <a:avLst/>
          </a:prstGeom>
        </p:spPr>
        <p:txBody>
          <a:bodyPr anchor="ct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ysClr val="window" lastClr="FFFFFF">
                    <a:lumMod val="65000"/>
                  </a:sysClr>
                </a:solidFill>
                <a:effectLst/>
                <a:uLnTx/>
                <a:uFillTx/>
                <a:latin typeface="Arial"/>
                <a:ea typeface="微软雅黑"/>
                <a:cs typeface="+mn-ea"/>
                <a:sym typeface="+mn-lt"/>
              </a:rPr>
              <a:t>请在这里添加文字内容请在这里添加文字内容请在这里添加文字内容请在这里添加文字内容</a:t>
            </a:r>
            <a:endParaRPr lang="zh-CN" altLang="en-US"/>
          </a:p>
        </p:txBody>
      </p:sp>
    </p:spTree>
    <p:extLst>
      <p:ext uri="{BB962C8B-B14F-4D97-AF65-F5344CB8AC3E}">
        <p14:creationId xmlns:p14="http://schemas.microsoft.com/office/powerpoint/2010/main" val="21692477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3_标题和内容">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7D214396-41BD-2598-313E-E366C15F8129}"/>
              </a:ext>
            </a:extLst>
          </p:cNvPr>
          <p:cNvSpPr/>
          <p:nvPr/>
        </p:nvSpPr>
        <p:spPr>
          <a:xfrm>
            <a:off x="178465" y="84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任意多边形 18">
            <a:extLst>
              <a:ext uri="{FF2B5EF4-FFF2-40B4-BE49-F238E27FC236}">
                <a16:creationId xmlns:a16="http://schemas.microsoft.com/office/drawing/2014/main" id="{09E4AC6E-482F-86A2-0D69-6B43FE3DFD2F}"/>
              </a:ext>
            </a:extLst>
          </p:cNvPr>
          <p:cNvSpPr/>
          <p:nvPr/>
        </p:nvSpPr>
        <p:spPr>
          <a:xfrm>
            <a:off x="-6130" y="-2583"/>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9" name="组合 8">
            <a:extLst>
              <a:ext uri="{FF2B5EF4-FFF2-40B4-BE49-F238E27FC236}">
                <a16:creationId xmlns:a16="http://schemas.microsoft.com/office/drawing/2014/main" id="{556EBDE9-6B8D-6829-D484-6839FD8CFEF4}"/>
              </a:ext>
            </a:extLst>
          </p:cNvPr>
          <p:cNvGrpSpPr/>
          <p:nvPr/>
        </p:nvGrpSpPr>
        <p:grpSpPr>
          <a:xfrm>
            <a:off x="71844" y="60398"/>
            <a:ext cx="593817" cy="593817"/>
            <a:chOff x="1131485" y="2234042"/>
            <a:chExt cx="1607262" cy="1607262"/>
          </a:xfrm>
        </p:grpSpPr>
        <p:sp>
          <p:nvSpPr>
            <p:cNvPr id="10" name="椭圆 9">
              <a:extLst>
                <a:ext uri="{FF2B5EF4-FFF2-40B4-BE49-F238E27FC236}">
                  <a16:creationId xmlns:a16="http://schemas.microsoft.com/office/drawing/2014/main" id="{6C82D658-D6B8-3186-ABBD-2B42C4EE5CC5}"/>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1" name="椭圆 10">
              <a:extLst>
                <a:ext uri="{FF2B5EF4-FFF2-40B4-BE49-F238E27FC236}">
                  <a16:creationId xmlns:a16="http://schemas.microsoft.com/office/drawing/2014/main" id="{F6CC8D87-9602-F56C-FB81-208E6D6CC83A}"/>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KSO_Shape">
              <a:extLst>
                <a:ext uri="{FF2B5EF4-FFF2-40B4-BE49-F238E27FC236}">
                  <a16:creationId xmlns:a16="http://schemas.microsoft.com/office/drawing/2014/main" id="{6B1787EF-9C2E-F2F1-782A-25B0D698BAC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2" name="文本占位符 33">
            <a:extLst>
              <a:ext uri="{FF2B5EF4-FFF2-40B4-BE49-F238E27FC236}">
                <a16:creationId xmlns:a16="http://schemas.microsoft.com/office/drawing/2014/main" id="{A9AFE747-13C4-BFE7-E463-EEE69BCA790B}"/>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39164996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2_标题和内容">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BD4109D-D9F4-AEA9-753B-1A0FCF8694D0}"/>
              </a:ext>
            </a:extLst>
          </p:cNvPr>
          <p:cNvSpPr/>
          <p:nvPr/>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平行四边形 2">
            <a:extLst>
              <a:ext uri="{FF2B5EF4-FFF2-40B4-BE49-F238E27FC236}">
                <a16:creationId xmlns:a16="http://schemas.microsoft.com/office/drawing/2014/main" id="{E478E1EC-3572-AF6B-42A7-03350BA7369E}"/>
              </a:ext>
            </a:extLst>
          </p:cNvPr>
          <p:cNvSpPr/>
          <p:nvPr/>
        </p:nvSpPr>
        <p:spPr>
          <a:xfrm>
            <a:off x="1176337" y="0"/>
            <a:ext cx="10196513" cy="6858000"/>
          </a:xfrm>
          <a:prstGeom prst="parallelogram">
            <a:avLst>
              <a:gd name="adj" fmla="val 52222"/>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圆角矩形 12">
            <a:extLst>
              <a:ext uri="{FF2B5EF4-FFF2-40B4-BE49-F238E27FC236}">
                <a16:creationId xmlns:a16="http://schemas.microsoft.com/office/drawing/2014/main" id="{0030B76D-7DD4-B78A-CD71-39BE8AC45B33}"/>
              </a:ext>
            </a:extLst>
          </p:cNvPr>
          <p:cNvSpPr/>
          <p:nvPr/>
        </p:nvSpPr>
        <p:spPr>
          <a:xfrm rot="12648828">
            <a:off x="3867583" y="3594155"/>
            <a:ext cx="357278"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圆角矩形 13">
            <a:extLst>
              <a:ext uri="{FF2B5EF4-FFF2-40B4-BE49-F238E27FC236}">
                <a16:creationId xmlns:a16="http://schemas.microsoft.com/office/drawing/2014/main" id="{0A4A0C0F-6F92-A512-F75C-F9479EA1FE67}"/>
              </a:ext>
            </a:extLst>
          </p:cNvPr>
          <p:cNvSpPr/>
          <p:nvPr/>
        </p:nvSpPr>
        <p:spPr>
          <a:xfrm rot="12653304">
            <a:off x="9943872" y="-415455"/>
            <a:ext cx="94887"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圆角矩形 14">
            <a:extLst>
              <a:ext uri="{FF2B5EF4-FFF2-40B4-BE49-F238E27FC236}">
                <a16:creationId xmlns:a16="http://schemas.microsoft.com/office/drawing/2014/main" id="{8AE79F6B-FE29-C4D7-6E82-26D617D91703}"/>
              </a:ext>
            </a:extLst>
          </p:cNvPr>
          <p:cNvSpPr/>
          <p:nvPr/>
        </p:nvSpPr>
        <p:spPr>
          <a:xfrm rot="12752664">
            <a:off x="909580" y="3590694"/>
            <a:ext cx="357278"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圆角矩形 15">
            <a:extLst>
              <a:ext uri="{FF2B5EF4-FFF2-40B4-BE49-F238E27FC236}">
                <a16:creationId xmlns:a16="http://schemas.microsoft.com/office/drawing/2014/main" id="{3B131B26-7B3C-3B02-8422-C3B5C812133D}"/>
              </a:ext>
            </a:extLst>
          </p:cNvPr>
          <p:cNvSpPr/>
          <p:nvPr/>
        </p:nvSpPr>
        <p:spPr>
          <a:xfrm rot="12651570">
            <a:off x="1942446" y="257056"/>
            <a:ext cx="84570"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圆角矩形 1">
            <a:extLst>
              <a:ext uri="{FF2B5EF4-FFF2-40B4-BE49-F238E27FC236}">
                <a16:creationId xmlns:a16="http://schemas.microsoft.com/office/drawing/2014/main" id="{DAB64CF7-41BF-FDF3-0763-8237FB8B51F6}"/>
              </a:ext>
            </a:extLst>
          </p:cNvPr>
          <p:cNvSpPr/>
          <p:nvPr/>
        </p:nvSpPr>
        <p:spPr>
          <a:xfrm>
            <a:off x="1524000" y="1161143"/>
            <a:ext cx="9486900" cy="4822893"/>
          </a:xfrm>
          <a:prstGeom prst="roundRect">
            <a:avLst>
              <a:gd name="adj" fmla="val 0"/>
            </a:avLst>
          </a:prstGeom>
          <a:solidFill>
            <a:schemeClr val="bg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文本占位符 34">
            <a:extLst>
              <a:ext uri="{FF2B5EF4-FFF2-40B4-BE49-F238E27FC236}">
                <a16:creationId xmlns:a16="http://schemas.microsoft.com/office/drawing/2014/main" id="{D8EA7DCB-0735-CB36-C3DE-B33A0ED6B057}"/>
              </a:ext>
            </a:extLst>
          </p:cNvPr>
          <p:cNvSpPr>
            <a:spLocks noGrp="1"/>
          </p:cNvSpPr>
          <p:nvPr>
            <p:ph type="body" sz="quarter" idx="10"/>
          </p:nvPr>
        </p:nvSpPr>
        <p:spPr>
          <a:xfrm>
            <a:off x="2176438" y="2329996"/>
            <a:ext cx="8421688" cy="3380694"/>
          </a:xfrm>
          <a:prstGeom prst="rect">
            <a:avLst/>
          </a:prstGeom>
        </p:spPr>
        <p:txBody>
          <a:bodyPr>
            <a:normAutofit/>
          </a:bodyPr>
          <a:lstStyle>
            <a:lvl1pPr>
              <a:defRPr lang="zh-CN" altLang="en-US" sz="2800" b="0" kern="1200" smtClean="0">
                <a:solidFill>
                  <a:schemeClr val="accent1"/>
                </a:solidFill>
                <a:latin typeface="+mn-lt"/>
                <a:ea typeface="+mn-ea"/>
                <a:cs typeface="+mn-cs"/>
              </a:defRPr>
            </a:lvl1pPr>
            <a:lvl2pPr>
              <a:defRPr lang="zh-CN" altLang="en-US" sz="2800" b="0" kern="1200" smtClean="0">
                <a:solidFill>
                  <a:schemeClr val="accent1"/>
                </a:solidFill>
                <a:latin typeface="+mn-lt"/>
                <a:ea typeface="+mn-ea"/>
                <a:cs typeface="+mn-cs"/>
              </a:defRPr>
            </a:lvl2pPr>
            <a:lvl3pPr>
              <a:defRPr lang="zh-CN" altLang="en-US" sz="2800" b="0" kern="1200">
                <a:solidFill>
                  <a:schemeClr val="accent1"/>
                </a:solidFill>
                <a:latin typeface="+mn-lt"/>
                <a:ea typeface="+mn-ea"/>
                <a:cs typeface="+mn-cs"/>
              </a:defRPr>
            </a:lvl3pPr>
          </a:lstStyle>
          <a:p>
            <a:pPr lvl="0"/>
            <a:r>
              <a:rPr lang="zh-CN" altLang="en-US"/>
              <a:t>单击此处编辑母版文本样式</a:t>
            </a:r>
          </a:p>
          <a:p>
            <a:pPr lvl="1"/>
            <a:r>
              <a:rPr lang="zh-CN" altLang="en-US"/>
              <a:t>二级</a:t>
            </a:r>
          </a:p>
          <a:p>
            <a:pPr lvl="2"/>
            <a:r>
              <a:rPr lang="zh-CN" altLang="en-US"/>
              <a:t>三级</a:t>
            </a:r>
          </a:p>
        </p:txBody>
      </p:sp>
      <p:sp>
        <p:nvSpPr>
          <p:cNvPr id="42" name="文本占位符 41">
            <a:extLst>
              <a:ext uri="{FF2B5EF4-FFF2-40B4-BE49-F238E27FC236}">
                <a16:creationId xmlns:a16="http://schemas.microsoft.com/office/drawing/2014/main" id="{D383F290-6A8F-2919-0DB9-D512BEA6393B}"/>
              </a:ext>
            </a:extLst>
          </p:cNvPr>
          <p:cNvSpPr>
            <a:spLocks noGrp="1"/>
          </p:cNvSpPr>
          <p:nvPr>
            <p:ph type="body" sz="quarter" idx="12" hasCustomPrompt="1"/>
          </p:nvPr>
        </p:nvSpPr>
        <p:spPr>
          <a:xfrm>
            <a:off x="2164098" y="1340768"/>
            <a:ext cx="8421688" cy="864097"/>
          </a:xfrm>
          <a:prstGeom prst="rect">
            <a:avLst/>
          </a:prstGeom>
        </p:spPr>
        <p:txBody>
          <a:bodyPr anchor="ctr"/>
          <a:lstStyle>
            <a:lvl1pPr algn="ctr">
              <a:buNone/>
              <a:defRPr lang="zh-CN" altLang="en-US" sz="4400" b="1" kern="1200">
                <a:solidFill>
                  <a:schemeClr val="accent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dirty="0"/>
              <a:t>要点</a:t>
            </a:r>
          </a:p>
        </p:txBody>
      </p:sp>
    </p:spTree>
    <p:extLst>
      <p:ext uri="{BB962C8B-B14F-4D97-AF65-F5344CB8AC3E}">
        <p14:creationId xmlns:p14="http://schemas.microsoft.com/office/powerpoint/2010/main" val="17400902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1_标题和内容">
    <p:bg>
      <p:bgRef idx="1002">
        <a:schemeClr val="bg1"/>
      </p:bgRef>
    </p:bg>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65339013-D057-B4A0-EF6F-6A8666057B05}"/>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任意多边形 18">
            <a:extLst>
              <a:ext uri="{FF2B5EF4-FFF2-40B4-BE49-F238E27FC236}">
                <a16:creationId xmlns:a16="http://schemas.microsoft.com/office/drawing/2014/main" id="{E374D57A-345A-0E03-F785-A3E632CF0758}"/>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0" name="组合 9">
            <a:extLst>
              <a:ext uri="{FF2B5EF4-FFF2-40B4-BE49-F238E27FC236}">
                <a16:creationId xmlns:a16="http://schemas.microsoft.com/office/drawing/2014/main" id="{66126D29-B171-914F-2BC6-5AA9359F821B}"/>
              </a:ext>
            </a:extLst>
          </p:cNvPr>
          <p:cNvGrpSpPr/>
          <p:nvPr/>
        </p:nvGrpSpPr>
        <p:grpSpPr>
          <a:xfrm>
            <a:off x="123826" y="59558"/>
            <a:ext cx="593817" cy="593817"/>
            <a:chOff x="1131485" y="2234042"/>
            <a:chExt cx="1607262" cy="1607262"/>
          </a:xfrm>
        </p:grpSpPr>
        <p:sp>
          <p:nvSpPr>
            <p:cNvPr id="11" name="椭圆 10">
              <a:extLst>
                <a:ext uri="{FF2B5EF4-FFF2-40B4-BE49-F238E27FC236}">
                  <a16:creationId xmlns:a16="http://schemas.microsoft.com/office/drawing/2014/main" id="{0DFD4CA3-397F-5789-6AEA-8AB217FF83A5}"/>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椭圆 11">
              <a:extLst>
                <a:ext uri="{FF2B5EF4-FFF2-40B4-BE49-F238E27FC236}">
                  <a16:creationId xmlns:a16="http://schemas.microsoft.com/office/drawing/2014/main" id="{A0F90D9C-03BF-5CBF-D609-AF7394418B31}"/>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3" name="KSO_Shape">
              <a:extLst>
                <a:ext uri="{FF2B5EF4-FFF2-40B4-BE49-F238E27FC236}">
                  <a16:creationId xmlns:a16="http://schemas.microsoft.com/office/drawing/2014/main" id="{1B9B7C45-195D-9A4C-29DA-F89EB30CAB05}"/>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4" name="六边形 13">
            <a:extLst>
              <a:ext uri="{FF2B5EF4-FFF2-40B4-BE49-F238E27FC236}">
                <a16:creationId xmlns:a16="http://schemas.microsoft.com/office/drawing/2014/main" id="{AD77C92C-30F0-3E8E-5585-086BBEB8303A}"/>
              </a:ext>
            </a:extLst>
          </p:cNvPr>
          <p:cNvSpPr/>
          <p:nvPr/>
        </p:nvSpPr>
        <p:spPr>
          <a:xfrm>
            <a:off x="2561431" y="2565967"/>
            <a:ext cx="2048068" cy="1765300"/>
          </a:xfrm>
          <a:prstGeom prst="hexagon">
            <a:avLst>
              <a:gd name="adj" fmla="val 24999"/>
              <a:gd name="vf" fmla="val 115470"/>
            </a:avLst>
          </a:prstGeom>
          <a:solidFill>
            <a:schemeClr val="accent1"/>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5" name="六边形 14">
            <a:extLst>
              <a:ext uri="{FF2B5EF4-FFF2-40B4-BE49-F238E27FC236}">
                <a16:creationId xmlns:a16="http://schemas.microsoft.com/office/drawing/2014/main" id="{6DC8B096-D421-A26A-CC44-D94B23778E38}"/>
              </a:ext>
            </a:extLst>
          </p:cNvPr>
          <p:cNvSpPr/>
          <p:nvPr/>
        </p:nvSpPr>
        <p:spPr>
          <a:xfrm>
            <a:off x="4235121" y="3448617"/>
            <a:ext cx="2048068" cy="1765300"/>
          </a:xfrm>
          <a:prstGeom prst="hexagon">
            <a:avLst>
              <a:gd name="adj" fmla="val 24999"/>
              <a:gd name="vf" fmla="val 115470"/>
            </a:avLst>
          </a:prstGeom>
          <a:solidFill>
            <a:schemeClr val="accent2"/>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6" name="六边形 15">
            <a:extLst>
              <a:ext uri="{FF2B5EF4-FFF2-40B4-BE49-F238E27FC236}">
                <a16:creationId xmlns:a16="http://schemas.microsoft.com/office/drawing/2014/main" id="{F8E4BF9B-74F3-7E38-0D85-B0D3E3AB3D27}"/>
              </a:ext>
            </a:extLst>
          </p:cNvPr>
          <p:cNvSpPr/>
          <p:nvPr/>
        </p:nvSpPr>
        <p:spPr>
          <a:xfrm>
            <a:off x="5908811" y="2565967"/>
            <a:ext cx="2048068" cy="1765300"/>
          </a:xfrm>
          <a:prstGeom prst="hexagon">
            <a:avLst>
              <a:gd name="adj" fmla="val 24999"/>
              <a:gd name="vf" fmla="val 115470"/>
            </a:avLst>
          </a:prstGeom>
          <a:solidFill>
            <a:schemeClr val="accent3"/>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7" name="六边形 16">
            <a:extLst>
              <a:ext uri="{FF2B5EF4-FFF2-40B4-BE49-F238E27FC236}">
                <a16:creationId xmlns:a16="http://schemas.microsoft.com/office/drawing/2014/main" id="{247997AE-B98D-D4F5-5D12-B4196FC53D37}"/>
              </a:ext>
            </a:extLst>
          </p:cNvPr>
          <p:cNvSpPr/>
          <p:nvPr/>
        </p:nvSpPr>
        <p:spPr>
          <a:xfrm>
            <a:off x="7582501" y="3448617"/>
            <a:ext cx="2048068" cy="1765300"/>
          </a:xfrm>
          <a:prstGeom prst="hexagon">
            <a:avLst>
              <a:gd name="adj" fmla="val 24999"/>
              <a:gd name="vf" fmla="val 115470"/>
            </a:avLst>
          </a:prstGeom>
          <a:solidFill>
            <a:schemeClr val="accent5"/>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8" name="六边形 17">
            <a:extLst>
              <a:ext uri="{FF2B5EF4-FFF2-40B4-BE49-F238E27FC236}">
                <a16:creationId xmlns:a16="http://schemas.microsoft.com/office/drawing/2014/main" id="{B35DB72E-73A8-1B7C-D4EE-42D6FBCE98E5}"/>
              </a:ext>
            </a:extLst>
          </p:cNvPr>
          <p:cNvSpPr/>
          <p:nvPr/>
        </p:nvSpPr>
        <p:spPr>
          <a:xfrm>
            <a:off x="888206" y="3448617"/>
            <a:ext cx="2047875" cy="1765300"/>
          </a:xfrm>
          <a:prstGeom prst="hexagon">
            <a:avLst>
              <a:gd name="adj" fmla="val 24994"/>
              <a:gd name="vf" fmla="val 115470"/>
            </a:avLst>
          </a:prstGeom>
          <a:noFill/>
          <a:ln w="12700" cap="flat" cmpd="sng">
            <a:solidFill>
              <a:schemeClr val="accent1"/>
            </a:solidFill>
            <a:prstDash val="solid"/>
            <a:bevel/>
            <a:headEnd type="none" w="med" len="med"/>
            <a:tailEnd type="none" w="med" len="med"/>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9" name="六边形 18">
            <a:extLst>
              <a:ext uri="{FF2B5EF4-FFF2-40B4-BE49-F238E27FC236}">
                <a16:creationId xmlns:a16="http://schemas.microsoft.com/office/drawing/2014/main" id="{E132C582-4819-1296-3DF7-1A4DB6AB64BB}"/>
              </a:ext>
            </a:extLst>
          </p:cNvPr>
          <p:cNvSpPr/>
          <p:nvPr/>
        </p:nvSpPr>
        <p:spPr>
          <a:xfrm>
            <a:off x="9255918" y="2591367"/>
            <a:ext cx="2047875" cy="1765300"/>
          </a:xfrm>
          <a:prstGeom prst="hexagon">
            <a:avLst>
              <a:gd name="adj" fmla="val 24994"/>
              <a:gd name="vf" fmla="val 115470"/>
            </a:avLst>
          </a:prstGeom>
          <a:noFill/>
          <a:ln w="12700" cap="flat" cmpd="sng">
            <a:solidFill>
              <a:schemeClr val="accent4"/>
            </a:solidFill>
            <a:prstDash val="solid"/>
            <a:bevel/>
            <a:headEnd type="none" w="med" len="med"/>
            <a:tailEnd type="none" w="med" len="med"/>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21" name="Freeform 2345">
            <a:extLst>
              <a:ext uri="{FF2B5EF4-FFF2-40B4-BE49-F238E27FC236}">
                <a16:creationId xmlns:a16="http://schemas.microsoft.com/office/drawing/2014/main" id="{C90D0ADA-4BCD-E775-7AD0-F2C80A1F813B}"/>
              </a:ext>
            </a:extLst>
          </p:cNvPr>
          <p:cNvSpPr>
            <a:spLocks noEditPoints="1"/>
          </p:cNvSpPr>
          <p:nvPr/>
        </p:nvSpPr>
        <p:spPr>
          <a:xfrm>
            <a:off x="1626393" y="3872480"/>
            <a:ext cx="585788" cy="1084262"/>
          </a:xfrm>
          <a:custGeom>
            <a:avLst/>
            <a:gdLst>
              <a:gd name="txL" fmla="*/ 0 w 86"/>
              <a:gd name="txT" fmla="*/ 0 h 164"/>
              <a:gd name="txR" fmla="*/ 86 w 86"/>
              <a:gd name="txB" fmla="*/ 164 h 164"/>
            </a:gdLst>
            <a:ahLst/>
            <a:cxnLst>
              <a:cxn ang="0">
                <a:pos x="1995044075" y="0"/>
              </a:cxn>
              <a:cxn ang="0">
                <a:pos x="1345493733" y="480810695"/>
              </a:cxn>
              <a:cxn ang="0">
                <a:pos x="556757437" y="568232624"/>
              </a:cxn>
              <a:cxn ang="0">
                <a:pos x="463964530" y="1311302496"/>
              </a:cxn>
              <a:cxn ang="0">
                <a:pos x="0" y="1923242779"/>
              </a:cxn>
              <a:cxn ang="0">
                <a:pos x="463964530" y="2147483646"/>
              </a:cxn>
              <a:cxn ang="0">
                <a:pos x="556757437" y="2147483646"/>
              </a:cxn>
              <a:cxn ang="0">
                <a:pos x="1345493733" y="2147483646"/>
              </a:cxn>
              <a:cxn ang="0">
                <a:pos x="1995044075" y="2147483646"/>
              </a:cxn>
              <a:cxn ang="0">
                <a:pos x="2147483646" y="2147483646"/>
              </a:cxn>
              <a:cxn ang="0">
                <a:pos x="2147483646" y="2147483646"/>
              </a:cxn>
              <a:cxn ang="0">
                <a:pos x="2147483646" y="2147483646"/>
              </a:cxn>
              <a:cxn ang="0">
                <a:pos x="2147483646" y="1923242779"/>
              </a:cxn>
              <a:cxn ang="0">
                <a:pos x="2147483646" y="1311302496"/>
              </a:cxn>
              <a:cxn ang="0">
                <a:pos x="2147483646" y="568232624"/>
              </a:cxn>
              <a:cxn ang="0">
                <a:pos x="2147483646" y="480810695"/>
              </a:cxn>
              <a:cxn ang="0">
                <a:pos x="1995044075" y="0"/>
              </a:cxn>
              <a:cxn ang="0">
                <a:pos x="1995044075" y="1049036708"/>
              </a:cxn>
              <a:cxn ang="0">
                <a:pos x="2147483646" y="1923242779"/>
              </a:cxn>
              <a:cxn ang="0">
                <a:pos x="1995044075" y="2147483646"/>
              </a:cxn>
              <a:cxn ang="0">
                <a:pos x="1113514873" y="1923242779"/>
              </a:cxn>
              <a:cxn ang="0">
                <a:pos x="1995044075" y="1049036708"/>
              </a:cxn>
              <a:cxn ang="0">
                <a:pos x="1345493733" y="2147483646"/>
              </a:cxn>
              <a:cxn ang="0">
                <a:pos x="881529202" y="2147483646"/>
              </a:cxn>
              <a:cxn ang="0">
                <a:pos x="881529202" y="2147483646"/>
              </a:cxn>
              <a:cxn ang="0">
                <a:pos x="2147483646" y="2147483646"/>
              </a:cxn>
              <a:cxn ang="0">
                <a:pos x="2147483646" y="2147483646"/>
              </a:cxn>
              <a:cxn ang="0">
                <a:pos x="2147483646" y="2147483646"/>
              </a:cxn>
              <a:cxn ang="0">
                <a:pos x="1995044075" y="2147483646"/>
              </a:cxn>
              <a:cxn ang="0">
                <a:pos x="1345493733" y="2147483646"/>
              </a:cxn>
            </a:cxnLst>
            <a:rect l="txL" t="txT" r="txR" b="txB"/>
            <a:pathLst>
              <a:path w="86" h="164">
                <a:moveTo>
                  <a:pt x="43" y="0"/>
                </a:moveTo>
                <a:cubicBezTo>
                  <a:pt x="37" y="0"/>
                  <a:pt x="31" y="5"/>
                  <a:pt x="29" y="11"/>
                </a:cubicBezTo>
                <a:cubicBezTo>
                  <a:pt x="24" y="8"/>
                  <a:pt x="17" y="8"/>
                  <a:pt x="12" y="13"/>
                </a:cubicBezTo>
                <a:cubicBezTo>
                  <a:pt x="8" y="18"/>
                  <a:pt x="7" y="25"/>
                  <a:pt x="10" y="30"/>
                </a:cubicBezTo>
                <a:cubicBezTo>
                  <a:pt x="4" y="32"/>
                  <a:pt x="0" y="37"/>
                  <a:pt x="0" y="44"/>
                </a:cubicBezTo>
                <a:cubicBezTo>
                  <a:pt x="0" y="50"/>
                  <a:pt x="4" y="55"/>
                  <a:pt x="10" y="57"/>
                </a:cubicBezTo>
                <a:cubicBezTo>
                  <a:pt x="7" y="63"/>
                  <a:pt x="8" y="70"/>
                  <a:pt x="12" y="74"/>
                </a:cubicBezTo>
                <a:cubicBezTo>
                  <a:pt x="17" y="79"/>
                  <a:pt x="24" y="80"/>
                  <a:pt x="29" y="77"/>
                </a:cubicBezTo>
                <a:cubicBezTo>
                  <a:pt x="31" y="82"/>
                  <a:pt x="37" y="87"/>
                  <a:pt x="43" y="87"/>
                </a:cubicBezTo>
                <a:cubicBezTo>
                  <a:pt x="49" y="87"/>
                  <a:pt x="55" y="82"/>
                  <a:pt x="57" y="77"/>
                </a:cubicBezTo>
                <a:cubicBezTo>
                  <a:pt x="62" y="80"/>
                  <a:pt x="69" y="79"/>
                  <a:pt x="74" y="74"/>
                </a:cubicBezTo>
                <a:cubicBezTo>
                  <a:pt x="78" y="70"/>
                  <a:pt x="79" y="63"/>
                  <a:pt x="76" y="57"/>
                </a:cubicBezTo>
                <a:cubicBezTo>
                  <a:pt x="82" y="55"/>
                  <a:pt x="86" y="50"/>
                  <a:pt x="86" y="44"/>
                </a:cubicBezTo>
                <a:cubicBezTo>
                  <a:pt x="86" y="37"/>
                  <a:pt x="82" y="32"/>
                  <a:pt x="76" y="30"/>
                </a:cubicBezTo>
                <a:cubicBezTo>
                  <a:pt x="79" y="25"/>
                  <a:pt x="78" y="18"/>
                  <a:pt x="74" y="13"/>
                </a:cubicBezTo>
                <a:cubicBezTo>
                  <a:pt x="69" y="8"/>
                  <a:pt x="62" y="8"/>
                  <a:pt x="57" y="11"/>
                </a:cubicBezTo>
                <a:cubicBezTo>
                  <a:pt x="55" y="5"/>
                  <a:pt x="49" y="0"/>
                  <a:pt x="43" y="0"/>
                </a:cubicBezTo>
                <a:close/>
                <a:moveTo>
                  <a:pt x="43" y="24"/>
                </a:moveTo>
                <a:cubicBezTo>
                  <a:pt x="54" y="24"/>
                  <a:pt x="62" y="33"/>
                  <a:pt x="62" y="44"/>
                </a:cubicBezTo>
                <a:cubicBezTo>
                  <a:pt x="62" y="54"/>
                  <a:pt x="54" y="63"/>
                  <a:pt x="43" y="63"/>
                </a:cubicBezTo>
                <a:cubicBezTo>
                  <a:pt x="32" y="63"/>
                  <a:pt x="24" y="54"/>
                  <a:pt x="24" y="44"/>
                </a:cubicBezTo>
                <a:cubicBezTo>
                  <a:pt x="24" y="33"/>
                  <a:pt x="32" y="24"/>
                  <a:pt x="43" y="24"/>
                </a:cubicBezTo>
                <a:close/>
                <a:moveTo>
                  <a:pt x="29" y="91"/>
                </a:moveTo>
                <a:cubicBezTo>
                  <a:pt x="26" y="93"/>
                  <a:pt x="22" y="93"/>
                  <a:pt x="19" y="92"/>
                </a:cubicBezTo>
                <a:cubicBezTo>
                  <a:pt x="19" y="164"/>
                  <a:pt x="19" y="164"/>
                  <a:pt x="19" y="164"/>
                </a:cubicBezTo>
                <a:cubicBezTo>
                  <a:pt x="45" y="136"/>
                  <a:pt x="42" y="138"/>
                  <a:pt x="67" y="164"/>
                </a:cubicBezTo>
                <a:cubicBezTo>
                  <a:pt x="67" y="92"/>
                  <a:pt x="67" y="92"/>
                  <a:pt x="67" y="92"/>
                </a:cubicBezTo>
                <a:cubicBezTo>
                  <a:pt x="64" y="93"/>
                  <a:pt x="60" y="93"/>
                  <a:pt x="57" y="91"/>
                </a:cubicBezTo>
                <a:cubicBezTo>
                  <a:pt x="55" y="97"/>
                  <a:pt x="49" y="101"/>
                  <a:pt x="43" y="101"/>
                </a:cubicBezTo>
                <a:cubicBezTo>
                  <a:pt x="37" y="101"/>
                  <a:pt x="31" y="97"/>
                  <a:pt x="29" y="91"/>
                </a:cubicBezTo>
                <a:close/>
              </a:path>
            </a:pathLst>
          </a:custGeom>
          <a:solidFill>
            <a:schemeClr val="accent1"/>
          </a:solid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22" name="Freeform 2345">
            <a:extLst>
              <a:ext uri="{FF2B5EF4-FFF2-40B4-BE49-F238E27FC236}">
                <a16:creationId xmlns:a16="http://schemas.microsoft.com/office/drawing/2014/main" id="{FF47CEAF-5712-87B0-087E-9035FA38EE1B}"/>
              </a:ext>
            </a:extLst>
          </p:cNvPr>
          <p:cNvSpPr>
            <a:spLocks noEditPoints="1"/>
          </p:cNvSpPr>
          <p:nvPr/>
        </p:nvSpPr>
        <p:spPr>
          <a:xfrm>
            <a:off x="9970293" y="2977130"/>
            <a:ext cx="585788" cy="1084262"/>
          </a:xfrm>
          <a:custGeom>
            <a:avLst/>
            <a:gdLst>
              <a:gd name="txL" fmla="*/ 0 w 86"/>
              <a:gd name="txT" fmla="*/ 0 h 164"/>
              <a:gd name="txR" fmla="*/ 86 w 86"/>
              <a:gd name="txB" fmla="*/ 164 h 164"/>
            </a:gdLst>
            <a:ahLst/>
            <a:cxnLst>
              <a:cxn ang="0">
                <a:pos x="1995044075" y="0"/>
              </a:cxn>
              <a:cxn ang="0">
                <a:pos x="1345493733" y="480810695"/>
              </a:cxn>
              <a:cxn ang="0">
                <a:pos x="556757437" y="568232624"/>
              </a:cxn>
              <a:cxn ang="0">
                <a:pos x="463964530" y="1311302496"/>
              </a:cxn>
              <a:cxn ang="0">
                <a:pos x="0" y="1923242779"/>
              </a:cxn>
              <a:cxn ang="0">
                <a:pos x="463964530" y="2147483646"/>
              </a:cxn>
              <a:cxn ang="0">
                <a:pos x="556757437" y="2147483646"/>
              </a:cxn>
              <a:cxn ang="0">
                <a:pos x="1345493733" y="2147483646"/>
              </a:cxn>
              <a:cxn ang="0">
                <a:pos x="1995044075" y="2147483646"/>
              </a:cxn>
              <a:cxn ang="0">
                <a:pos x="2147483646" y="2147483646"/>
              </a:cxn>
              <a:cxn ang="0">
                <a:pos x="2147483646" y="2147483646"/>
              </a:cxn>
              <a:cxn ang="0">
                <a:pos x="2147483646" y="2147483646"/>
              </a:cxn>
              <a:cxn ang="0">
                <a:pos x="2147483646" y="1923242779"/>
              </a:cxn>
              <a:cxn ang="0">
                <a:pos x="2147483646" y="1311302496"/>
              </a:cxn>
              <a:cxn ang="0">
                <a:pos x="2147483646" y="568232624"/>
              </a:cxn>
              <a:cxn ang="0">
                <a:pos x="2147483646" y="480810695"/>
              </a:cxn>
              <a:cxn ang="0">
                <a:pos x="1995044075" y="0"/>
              </a:cxn>
              <a:cxn ang="0">
                <a:pos x="1995044075" y="1049036708"/>
              </a:cxn>
              <a:cxn ang="0">
                <a:pos x="2147483646" y="1923242779"/>
              </a:cxn>
              <a:cxn ang="0">
                <a:pos x="1995044075" y="2147483646"/>
              </a:cxn>
              <a:cxn ang="0">
                <a:pos x="1113514873" y="1923242779"/>
              </a:cxn>
              <a:cxn ang="0">
                <a:pos x="1995044075" y="1049036708"/>
              </a:cxn>
              <a:cxn ang="0">
                <a:pos x="1345493733" y="2147483646"/>
              </a:cxn>
              <a:cxn ang="0">
                <a:pos x="881529202" y="2147483646"/>
              </a:cxn>
              <a:cxn ang="0">
                <a:pos x="881529202" y="2147483646"/>
              </a:cxn>
              <a:cxn ang="0">
                <a:pos x="2147483646" y="2147483646"/>
              </a:cxn>
              <a:cxn ang="0">
                <a:pos x="2147483646" y="2147483646"/>
              </a:cxn>
              <a:cxn ang="0">
                <a:pos x="2147483646" y="2147483646"/>
              </a:cxn>
              <a:cxn ang="0">
                <a:pos x="1995044075" y="2147483646"/>
              </a:cxn>
              <a:cxn ang="0">
                <a:pos x="1345493733" y="2147483646"/>
              </a:cxn>
            </a:cxnLst>
            <a:rect l="txL" t="txT" r="txR" b="txB"/>
            <a:pathLst>
              <a:path w="86" h="164">
                <a:moveTo>
                  <a:pt x="43" y="0"/>
                </a:moveTo>
                <a:cubicBezTo>
                  <a:pt x="37" y="0"/>
                  <a:pt x="31" y="5"/>
                  <a:pt x="29" y="11"/>
                </a:cubicBezTo>
                <a:cubicBezTo>
                  <a:pt x="24" y="8"/>
                  <a:pt x="17" y="8"/>
                  <a:pt x="12" y="13"/>
                </a:cubicBezTo>
                <a:cubicBezTo>
                  <a:pt x="8" y="18"/>
                  <a:pt x="7" y="25"/>
                  <a:pt x="10" y="30"/>
                </a:cubicBezTo>
                <a:cubicBezTo>
                  <a:pt x="4" y="32"/>
                  <a:pt x="0" y="37"/>
                  <a:pt x="0" y="44"/>
                </a:cubicBezTo>
                <a:cubicBezTo>
                  <a:pt x="0" y="50"/>
                  <a:pt x="4" y="55"/>
                  <a:pt x="10" y="57"/>
                </a:cubicBezTo>
                <a:cubicBezTo>
                  <a:pt x="7" y="63"/>
                  <a:pt x="8" y="70"/>
                  <a:pt x="12" y="74"/>
                </a:cubicBezTo>
                <a:cubicBezTo>
                  <a:pt x="17" y="79"/>
                  <a:pt x="24" y="80"/>
                  <a:pt x="29" y="77"/>
                </a:cubicBezTo>
                <a:cubicBezTo>
                  <a:pt x="31" y="82"/>
                  <a:pt x="37" y="87"/>
                  <a:pt x="43" y="87"/>
                </a:cubicBezTo>
                <a:cubicBezTo>
                  <a:pt x="49" y="87"/>
                  <a:pt x="55" y="82"/>
                  <a:pt x="57" y="77"/>
                </a:cubicBezTo>
                <a:cubicBezTo>
                  <a:pt x="62" y="80"/>
                  <a:pt x="69" y="79"/>
                  <a:pt x="74" y="74"/>
                </a:cubicBezTo>
                <a:cubicBezTo>
                  <a:pt x="78" y="70"/>
                  <a:pt x="79" y="63"/>
                  <a:pt x="76" y="57"/>
                </a:cubicBezTo>
                <a:cubicBezTo>
                  <a:pt x="82" y="55"/>
                  <a:pt x="86" y="50"/>
                  <a:pt x="86" y="44"/>
                </a:cubicBezTo>
                <a:cubicBezTo>
                  <a:pt x="86" y="37"/>
                  <a:pt x="82" y="32"/>
                  <a:pt x="76" y="30"/>
                </a:cubicBezTo>
                <a:cubicBezTo>
                  <a:pt x="79" y="25"/>
                  <a:pt x="78" y="18"/>
                  <a:pt x="74" y="13"/>
                </a:cubicBezTo>
                <a:cubicBezTo>
                  <a:pt x="69" y="8"/>
                  <a:pt x="62" y="8"/>
                  <a:pt x="57" y="11"/>
                </a:cubicBezTo>
                <a:cubicBezTo>
                  <a:pt x="55" y="5"/>
                  <a:pt x="49" y="0"/>
                  <a:pt x="43" y="0"/>
                </a:cubicBezTo>
                <a:close/>
                <a:moveTo>
                  <a:pt x="43" y="24"/>
                </a:moveTo>
                <a:cubicBezTo>
                  <a:pt x="54" y="24"/>
                  <a:pt x="62" y="33"/>
                  <a:pt x="62" y="44"/>
                </a:cubicBezTo>
                <a:cubicBezTo>
                  <a:pt x="62" y="54"/>
                  <a:pt x="54" y="63"/>
                  <a:pt x="43" y="63"/>
                </a:cubicBezTo>
                <a:cubicBezTo>
                  <a:pt x="32" y="63"/>
                  <a:pt x="24" y="54"/>
                  <a:pt x="24" y="44"/>
                </a:cubicBezTo>
                <a:cubicBezTo>
                  <a:pt x="24" y="33"/>
                  <a:pt x="32" y="24"/>
                  <a:pt x="43" y="24"/>
                </a:cubicBezTo>
                <a:close/>
                <a:moveTo>
                  <a:pt x="29" y="91"/>
                </a:moveTo>
                <a:cubicBezTo>
                  <a:pt x="26" y="93"/>
                  <a:pt x="22" y="93"/>
                  <a:pt x="19" y="92"/>
                </a:cubicBezTo>
                <a:cubicBezTo>
                  <a:pt x="19" y="164"/>
                  <a:pt x="19" y="164"/>
                  <a:pt x="19" y="164"/>
                </a:cubicBezTo>
                <a:cubicBezTo>
                  <a:pt x="45" y="136"/>
                  <a:pt x="42" y="138"/>
                  <a:pt x="67" y="164"/>
                </a:cubicBezTo>
                <a:cubicBezTo>
                  <a:pt x="67" y="92"/>
                  <a:pt x="67" y="92"/>
                  <a:pt x="67" y="92"/>
                </a:cubicBezTo>
                <a:cubicBezTo>
                  <a:pt x="64" y="93"/>
                  <a:pt x="60" y="93"/>
                  <a:pt x="57" y="91"/>
                </a:cubicBezTo>
                <a:cubicBezTo>
                  <a:pt x="55" y="97"/>
                  <a:pt x="49" y="101"/>
                  <a:pt x="43" y="101"/>
                </a:cubicBezTo>
                <a:cubicBezTo>
                  <a:pt x="37" y="101"/>
                  <a:pt x="31" y="97"/>
                  <a:pt x="29" y="91"/>
                </a:cubicBezTo>
                <a:close/>
              </a:path>
            </a:pathLst>
          </a:custGeom>
          <a:solidFill>
            <a:schemeClr val="accent4"/>
          </a:solid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34" name="文本占位符 33">
            <a:extLst>
              <a:ext uri="{FF2B5EF4-FFF2-40B4-BE49-F238E27FC236}">
                <a16:creationId xmlns:a16="http://schemas.microsoft.com/office/drawing/2014/main" id="{AC93CC88-DF53-ED60-04D4-923BCD5916EF}"/>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
        <p:nvSpPr>
          <p:cNvPr id="35" name="文本占位符 33">
            <a:extLst>
              <a:ext uri="{FF2B5EF4-FFF2-40B4-BE49-F238E27FC236}">
                <a16:creationId xmlns:a16="http://schemas.microsoft.com/office/drawing/2014/main" id="{5F496F79-D258-84DC-F12D-FB549C223BA3}"/>
              </a:ext>
            </a:extLst>
          </p:cNvPr>
          <p:cNvSpPr>
            <a:spLocks noGrp="1"/>
          </p:cNvSpPr>
          <p:nvPr>
            <p:ph type="body" sz="quarter" idx="19" hasCustomPrompt="1"/>
          </p:nvPr>
        </p:nvSpPr>
        <p:spPr>
          <a:xfrm>
            <a:off x="3006930" y="3167278"/>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36" name="文本占位符 33">
            <a:extLst>
              <a:ext uri="{FF2B5EF4-FFF2-40B4-BE49-F238E27FC236}">
                <a16:creationId xmlns:a16="http://schemas.microsoft.com/office/drawing/2014/main" id="{48EF5595-EF37-3DA0-EB84-23666A166ECC}"/>
              </a:ext>
            </a:extLst>
          </p:cNvPr>
          <p:cNvSpPr>
            <a:spLocks noGrp="1"/>
          </p:cNvSpPr>
          <p:nvPr>
            <p:ph type="body" sz="quarter" idx="20" hasCustomPrompt="1"/>
          </p:nvPr>
        </p:nvSpPr>
        <p:spPr>
          <a:xfrm>
            <a:off x="4741722" y="4068899"/>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37" name="文本占位符 33">
            <a:extLst>
              <a:ext uri="{FF2B5EF4-FFF2-40B4-BE49-F238E27FC236}">
                <a16:creationId xmlns:a16="http://schemas.microsoft.com/office/drawing/2014/main" id="{CA7E7BD0-AD52-2585-B083-5712EBBCBE28}"/>
              </a:ext>
            </a:extLst>
          </p:cNvPr>
          <p:cNvSpPr>
            <a:spLocks noGrp="1"/>
          </p:cNvSpPr>
          <p:nvPr>
            <p:ph type="body" sz="quarter" idx="21" hasCustomPrompt="1"/>
          </p:nvPr>
        </p:nvSpPr>
        <p:spPr>
          <a:xfrm>
            <a:off x="6355104" y="3212522"/>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38" name="文本占位符 33">
            <a:extLst>
              <a:ext uri="{FF2B5EF4-FFF2-40B4-BE49-F238E27FC236}">
                <a16:creationId xmlns:a16="http://schemas.microsoft.com/office/drawing/2014/main" id="{340EA819-7B4C-5A1C-45A5-96EF3DFE08DF}"/>
              </a:ext>
            </a:extLst>
          </p:cNvPr>
          <p:cNvSpPr>
            <a:spLocks noGrp="1"/>
          </p:cNvSpPr>
          <p:nvPr>
            <p:ph type="body" sz="quarter" idx="22" hasCustomPrompt="1"/>
          </p:nvPr>
        </p:nvSpPr>
        <p:spPr>
          <a:xfrm>
            <a:off x="7984668" y="4128710"/>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40" name="文本占位符 39">
            <a:extLst>
              <a:ext uri="{FF2B5EF4-FFF2-40B4-BE49-F238E27FC236}">
                <a16:creationId xmlns:a16="http://schemas.microsoft.com/office/drawing/2014/main" id="{E44E5B8B-1FBB-A365-A6A2-C63C459CB320}"/>
              </a:ext>
            </a:extLst>
          </p:cNvPr>
          <p:cNvSpPr>
            <a:spLocks noGrp="1"/>
          </p:cNvSpPr>
          <p:nvPr>
            <p:ph type="body" sz="quarter" idx="23" hasCustomPrompt="1"/>
          </p:nvPr>
        </p:nvSpPr>
        <p:spPr>
          <a:xfrm>
            <a:off x="2886075" y="5321300"/>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42" name="文本占位符 41">
            <a:extLst>
              <a:ext uri="{FF2B5EF4-FFF2-40B4-BE49-F238E27FC236}">
                <a16:creationId xmlns:a16="http://schemas.microsoft.com/office/drawing/2014/main" id="{C8AC7D5F-72EE-8FF8-0FB3-CC0737EBF1AE}"/>
              </a:ext>
            </a:extLst>
          </p:cNvPr>
          <p:cNvSpPr>
            <a:spLocks noGrp="1"/>
          </p:cNvSpPr>
          <p:nvPr>
            <p:ph type="body" sz="quarter" idx="24" hasCustomPrompt="1"/>
          </p:nvPr>
        </p:nvSpPr>
        <p:spPr>
          <a:xfrm>
            <a:off x="2886074" y="5876925"/>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
        <p:nvSpPr>
          <p:cNvPr id="43" name="文本占位符 39">
            <a:extLst>
              <a:ext uri="{FF2B5EF4-FFF2-40B4-BE49-F238E27FC236}">
                <a16:creationId xmlns:a16="http://schemas.microsoft.com/office/drawing/2014/main" id="{7CCE2DB7-B2A4-A9BC-B8FE-249A1B89DF9F}"/>
              </a:ext>
            </a:extLst>
          </p:cNvPr>
          <p:cNvSpPr>
            <a:spLocks noGrp="1"/>
          </p:cNvSpPr>
          <p:nvPr>
            <p:ph type="body" sz="quarter" idx="25" hasCustomPrompt="1"/>
          </p:nvPr>
        </p:nvSpPr>
        <p:spPr>
          <a:xfrm>
            <a:off x="7804451" y="5338385"/>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44" name="文本占位符 41">
            <a:extLst>
              <a:ext uri="{FF2B5EF4-FFF2-40B4-BE49-F238E27FC236}">
                <a16:creationId xmlns:a16="http://schemas.microsoft.com/office/drawing/2014/main" id="{A72EEE5F-3B5C-CC5A-7111-AE258AA7B471}"/>
              </a:ext>
            </a:extLst>
          </p:cNvPr>
          <p:cNvSpPr>
            <a:spLocks noGrp="1"/>
          </p:cNvSpPr>
          <p:nvPr>
            <p:ph type="body" sz="quarter" idx="26" hasCustomPrompt="1"/>
          </p:nvPr>
        </p:nvSpPr>
        <p:spPr>
          <a:xfrm>
            <a:off x="7804450" y="5894010"/>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
        <p:nvSpPr>
          <p:cNvPr id="47" name="文本占位符 39">
            <a:extLst>
              <a:ext uri="{FF2B5EF4-FFF2-40B4-BE49-F238E27FC236}">
                <a16:creationId xmlns:a16="http://schemas.microsoft.com/office/drawing/2014/main" id="{6113786E-8599-9491-FF22-667875596C6F}"/>
              </a:ext>
            </a:extLst>
          </p:cNvPr>
          <p:cNvSpPr>
            <a:spLocks noGrp="1"/>
          </p:cNvSpPr>
          <p:nvPr>
            <p:ph type="body" sz="quarter" idx="27" hasCustomPrompt="1"/>
          </p:nvPr>
        </p:nvSpPr>
        <p:spPr>
          <a:xfrm>
            <a:off x="1626394" y="1001952"/>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48" name="文本占位符 41">
            <a:extLst>
              <a:ext uri="{FF2B5EF4-FFF2-40B4-BE49-F238E27FC236}">
                <a16:creationId xmlns:a16="http://schemas.microsoft.com/office/drawing/2014/main" id="{9AAB08AC-FFD3-9F4C-FECD-9ED71BB7CAB3}"/>
              </a:ext>
            </a:extLst>
          </p:cNvPr>
          <p:cNvSpPr>
            <a:spLocks noGrp="1"/>
          </p:cNvSpPr>
          <p:nvPr>
            <p:ph type="body" sz="quarter" idx="28" hasCustomPrompt="1"/>
          </p:nvPr>
        </p:nvSpPr>
        <p:spPr>
          <a:xfrm>
            <a:off x="1626393" y="1557577"/>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
        <p:nvSpPr>
          <p:cNvPr id="49" name="文本占位符 39">
            <a:extLst>
              <a:ext uri="{FF2B5EF4-FFF2-40B4-BE49-F238E27FC236}">
                <a16:creationId xmlns:a16="http://schemas.microsoft.com/office/drawing/2014/main" id="{E72B69E5-FCB4-2E72-02AF-57251A4F40C3}"/>
              </a:ext>
            </a:extLst>
          </p:cNvPr>
          <p:cNvSpPr>
            <a:spLocks noGrp="1"/>
          </p:cNvSpPr>
          <p:nvPr>
            <p:ph type="body" sz="quarter" idx="29" hasCustomPrompt="1"/>
          </p:nvPr>
        </p:nvSpPr>
        <p:spPr>
          <a:xfrm>
            <a:off x="6355105" y="1021330"/>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50" name="文本占位符 41">
            <a:extLst>
              <a:ext uri="{FF2B5EF4-FFF2-40B4-BE49-F238E27FC236}">
                <a16:creationId xmlns:a16="http://schemas.microsoft.com/office/drawing/2014/main" id="{9699A9DC-E945-1B38-08DC-6E60A04F535B}"/>
              </a:ext>
            </a:extLst>
          </p:cNvPr>
          <p:cNvSpPr>
            <a:spLocks noGrp="1"/>
          </p:cNvSpPr>
          <p:nvPr>
            <p:ph type="body" sz="quarter" idx="30" hasCustomPrompt="1"/>
          </p:nvPr>
        </p:nvSpPr>
        <p:spPr>
          <a:xfrm>
            <a:off x="6355104" y="1576955"/>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Tree>
    <p:extLst>
      <p:ext uri="{BB962C8B-B14F-4D97-AF65-F5344CB8AC3E}">
        <p14:creationId xmlns:p14="http://schemas.microsoft.com/office/powerpoint/2010/main" val="2165440422"/>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节标题">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5757528A-E74B-B984-AE26-8A0AABFFAD59}"/>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任意多边形 18">
            <a:extLst>
              <a:ext uri="{FF2B5EF4-FFF2-40B4-BE49-F238E27FC236}">
                <a16:creationId xmlns:a16="http://schemas.microsoft.com/office/drawing/2014/main" id="{8A354E97-B216-6A28-0173-328B037444EF}"/>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0" name="组合 9">
            <a:extLst>
              <a:ext uri="{FF2B5EF4-FFF2-40B4-BE49-F238E27FC236}">
                <a16:creationId xmlns:a16="http://schemas.microsoft.com/office/drawing/2014/main" id="{3F5DE21F-54FC-3CB2-1F31-0633BFBDACA1}"/>
              </a:ext>
            </a:extLst>
          </p:cNvPr>
          <p:cNvGrpSpPr/>
          <p:nvPr/>
        </p:nvGrpSpPr>
        <p:grpSpPr>
          <a:xfrm>
            <a:off x="123826" y="59558"/>
            <a:ext cx="593817" cy="593817"/>
            <a:chOff x="1131485" y="2234042"/>
            <a:chExt cx="1607262" cy="1607262"/>
          </a:xfrm>
        </p:grpSpPr>
        <p:sp>
          <p:nvSpPr>
            <p:cNvPr id="11" name="椭圆 10">
              <a:extLst>
                <a:ext uri="{FF2B5EF4-FFF2-40B4-BE49-F238E27FC236}">
                  <a16:creationId xmlns:a16="http://schemas.microsoft.com/office/drawing/2014/main" id="{CC2B7A51-7274-78A0-3814-D3702E4481EC}"/>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椭圆 11">
              <a:extLst>
                <a:ext uri="{FF2B5EF4-FFF2-40B4-BE49-F238E27FC236}">
                  <a16:creationId xmlns:a16="http://schemas.microsoft.com/office/drawing/2014/main" id="{58E5124B-2B3B-2266-EE32-E28C55802CEE}"/>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3" name="KSO_Shape">
              <a:extLst>
                <a:ext uri="{FF2B5EF4-FFF2-40B4-BE49-F238E27FC236}">
                  <a16:creationId xmlns:a16="http://schemas.microsoft.com/office/drawing/2014/main" id="{4A2DCFCA-1B9C-B9FB-C9F2-DC6414D0923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4" name="Freeform 12">
            <a:extLst>
              <a:ext uri="{FF2B5EF4-FFF2-40B4-BE49-F238E27FC236}">
                <a16:creationId xmlns:a16="http://schemas.microsoft.com/office/drawing/2014/main" id="{FD972DCB-3451-30B0-BE68-AC067F3CBDF8}"/>
              </a:ext>
            </a:extLst>
          </p:cNvPr>
          <p:cNvSpPr/>
          <p:nvPr/>
        </p:nvSpPr>
        <p:spPr bwMode="auto">
          <a:xfrm>
            <a:off x="10134037" y="1817421"/>
            <a:ext cx="742736" cy="742736"/>
          </a:xfrm>
          <a:custGeom>
            <a:avLst/>
            <a:gdLst>
              <a:gd name="T0" fmla="*/ 11 w 90"/>
              <a:gd name="T1" fmla="*/ 65 h 90"/>
              <a:gd name="T2" fmla="*/ 26 w 90"/>
              <a:gd name="T3" fmla="*/ 11 h 90"/>
              <a:gd name="T4" fmla="*/ 79 w 90"/>
              <a:gd name="T5" fmla="*/ 26 h 90"/>
              <a:gd name="T6" fmla="*/ 65 w 90"/>
              <a:gd name="T7" fmla="*/ 80 h 90"/>
              <a:gd name="T8" fmla="*/ 11 w 90"/>
              <a:gd name="T9" fmla="*/ 65 h 90"/>
            </a:gdLst>
            <a:ahLst/>
            <a:cxnLst>
              <a:cxn ang="0">
                <a:pos x="T0" y="T1"/>
              </a:cxn>
              <a:cxn ang="0">
                <a:pos x="T2" y="T3"/>
              </a:cxn>
              <a:cxn ang="0">
                <a:pos x="T4" y="T5"/>
              </a:cxn>
              <a:cxn ang="0">
                <a:pos x="T6" y="T7"/>
              </a:cxn>
              <a:cxn ang="0">
                <a:pos x="T8" y="T9"/>
              </a:cxn>
            </a:cxnLst>
            <a:rect l="0" t="0" r="r" b="b"/>
            <a:pathLst>
              <a:path w="90" h="90">
                <a:moveTo>
                  <a:pt x="11" y="65"/>
                </a:moveTo>
                <a:cubicBezTo>
                  <a:pt x="0" y="46"/>
                  <a:pt x="7" y="22"/>
                  <a:pt x="26" y="11"/>
                </a:cubicBezTo>
                <a:cubicBezTo>
                  <a:pt x="44" y="0"/>
                  <a:pt x="68" y="7"/>
                  <a:pt x="79" y="26"/>
                </a:cubicBezTo>
                <a:cubicBezTo>
                  <a:pt x="90" y="45"/>
                  <a:pt x="84" y="69"/>
                  <a:pt x="65" y="80"/>
                </a:cubicBezTo>
                <a:cubicBezTo>
                  <a:pt x="46" y="90"/>
                  <a:pt x="22" y="84"/>
                  <a:pt x="11" y="65"/>
                </a:cubicBezTo>
              </a:path>
            </a:pathLst>
          </a:custGeom>
          <a:solidFill>
            <a:schemeClr val="accent1"/>
          </a:solidFill>
          <a:ln>
            <a:noFill/>
          </a:ln>
        </p:spPr>
        <p:txBody>
          <a:bodyPr/>
          <a:lstStyle/>
          <a:p>
            <a:endParaRPr lang="zh-CN" altLang="en-US" sz="2135">
              <a:cs typeface="+mn-ea"/>
              <a:sym typeface="+mn-lt"/>
            </a:endParaRPr>
          </a:p>
        </p:txBody>
      </p:sp>
      <p:sp>
        <p:nvSpPr>
          <p:cNvPr id="15" name="Freeform 13">
            <a:extLst>
              <a:ext uri="{FF2B5EF4-FFF2-40B4-BE49-F238E27FC236}">
                <a16:creationId xmlns:a16="http://schemas.microsoft.com/office/drawing/2014/main" id="{14D9C7EF-E304-9716-D66E-6FD4E81CB433}"/>
              </a:ext>
            </a:extLst>
          </p:cNvPr>
          <p:cNvSpPr>
            <a:spLocks noEditPoints="1"/>
          </p:cNvSpPr>
          <p:nvPr/>
        </p:nvSpPr>
        <p:spPr bwMode="auto">
          <a:xfrm>
            <a:off x="10514462" y="1941641"/>
            <a:ext cx="323491" cy="577108"/>
          </a:xfrm>
          <a:custGeom>
            <a:avLst/>
            <a:gdLst>
              <a:gd name="T0" fmla="*/ 2 w 39"/>
              <a:gd name="T1" fmla="*/ 70 h 70"/>
              <a:gd name="T2" fmla="*/ 0 w 39"/>
              <a:gd name="T3" fmla="*/ 70 h 70"/>
              <a:gd name="T4" fmla="*/ 0 w 39"/>
              <a:gd name="T5" fmla="*/ 70 h 70"/>
              <a:gd name="T6" fmla="*/ 2 w 39"/>
              <a:gd name="T7" fmla="*/ 70 h 70"/>
              <a:gd name="T8" fmla="*/ 3 w 39"/>
              <a:gd name="T9" fmla="*/ 70 h 70"/>
              <a:gd name="T10" fmla="*/ 3 w 39"/>
              <a:gd name="T11" fmla="*/ 70 h 70"/>
              <a:gd name="T12" fmla="*/ 3 w 39"/>
              <a:gd name="T13" fmla="*/ 70 h 70"/>
              <a:gd name="T14" fmla="*/ 26 w 39"/>
              <a:gd name="T15" fmla="*/ 2 h 70"/>
              <a:gd name="T16" fmla="*/ 33 w 39"/>
              <a:gd name="T17" fmla="*/ 11 h 70"/>
              <a:gd name="T18" fmla="*/ 39 w 39"/>
              <a:gd name="T19" fmla="*/ 30 h 70"/>
              <a:gd name="T20" fmla="*/ 33 w 39"/>
              <a:gd name="T21" fmla="*/ 11 h 70"/>
              <a:gd name="T22" fmla="*/ 26 w 39"/>
              <a:gd name="T23" fmla="*/ 2 h 70"/>
              <a:gd name="T24" fmla="*/ 26 w 39"/>
              <a:gd name="T25" fmla="*/ 1 h 70"/>
              <a:gd name="T26" fmla="*/ 26 w 39"/>
              <a:gd name="T27" fmla="*/ 2 h 70"/>
              <a:gd name="T28" fmla="*/ 26 w 39"/>
              <a:gd name="T29" fmla="*/ 1 h 70"/>
              <a:gd name="T30" fmla="*/ 25 w 39"/>
              <a:gd name="T31" fmla="*/ 1 h 70"/>
              <a:gd name="T32" fmla="*/ 26 w 39"/>
              <a:gd name="T33" fmla="*/ 1 h 70"/>
              <a:gd name="T34" fmla="*/ 25 w 39"/>
              <a:gd name="T35" fmla="*/ 1 h 70"/>
              <a:gd name="T36" fmla="*/ 25 w 39"/>
              <a:gd name="T37" fmla="*/ 1 h 70"/>
              <a:gd name="T38" fmla="*/ 25 w 39"/>
              <a:gd name="T39" fmla="*/ 1 h 70"/>
              <a:gd name="T40" fmla="*/ 25 w 39"/>
              <a:gd name="T41" fmla="*/ 1 h 70"/>
              <a:gd name="T42" fmla="*/ 25 w 39"/>
              <a:gd name="T43" fmla="*/ 0 h 70"/>
              <a:gd name="T44" fmla="*/ 25 w 39"/>
              <a:gd name="T45" fmla="*/ 0 h 70"/>
              <a:gd name="T46" fmla="*/ 25 w 39"/>
              <a:gd name="T47" fmla="*/ 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70">
                <a:moveTo>
                  <a:pt x="2" y="70"/>
                </a:moveTo>
                <a:cubicBezTo>
                  <a:pt x="2" y="70"/>
                  <a:pt x="1" y="70"/>
                  <a:pt x="0" y="70"/>
                </a:cubicBezTo>
                <a:cubicBezTo>
                  <a:pt x="0" y="70"/>
                  <a:pt x="0" y="70"/>
                  <a:pt x="0" y="70"/>
                </a:cubicBezTo>
                <a:cubicBezTo>
                  <a:pt x="1" y="70"/>
                  <a:pt x="2" y="70"/>
                  <a:pt x="2" y="70"/>
                </a:cubicBezTo>
                <a:moveTo>
                  <a:pt x="3" y="70"/>
                </a:moveTo>
                <a:cubicBezTo>
                  <a:pt x="3" y="70"/>
                  <a:pt x="3" y="70"/>
                  <a:pt x="3" y="70"/>
                </a:cubicBezTo>
                <a:cubicBezTo>
                  <a:pt x="3" y="70"/>
                  <a:pt x="3" y="70"/>
                  <a:pt x="3" y="70"/>
                </a:cubicBezTo>
                <a:moveTo>
                  <a:pt x="26" y="2"/>
                </a:moveTo>
                <a:cubicBezTo>
                  <a:pt x="29" y="4"/>
                  <a:pt x="31" y="7"/>
                  <a:pt x="33" y="11"/>
                </a:cubicBezTo>
                <a:cubicBezTo>
                  <a:pt x="37" y="17"/>
                  <a:pt x="38" y="24"/>
                  <a:pt x="39" y="30"/>
                </a:cubicBezTo>
                <a:cubicBezTo>
                  <a:pt x="39" y="24"/>
                  <a:pt x="37" y="17"/>
                  <a:pt x="33" y="11"/>
                </a:cubicBezTo>
                <a:cubicBezTo>
                  <a:pt x="31" y="7"/>
                  <a:pt x="29" y="4"/>
                  <a:pt x="26" y="2"/>
                </a:cubicBezTo>
                <a:moveTo>
                  <a:pt x="26" y="1"/>
                </a:moveTo>
                <a:cubicBezTo>
                  <a:pt x="26" y="2"/>
                  <a:pt x="26" y="2"/>
                  <a:pt x="26" y="2"/>
                </a:cubicBezTo>
                <a:cubicBezTo>
                  <a:pt x="26" y="2"/>
                  <a:pt x="26" y="2"/>
                  <a:pt x="26" y="1"/>
                </a:cubicBezTo>
                <a:moveTo>
                  <a:pt x="25" y="1"/>
                </a:moveTo>
                <a:cubicBezTo>
                  <a:pt x="26" y="1"/>
                  <a:pt x="26" y="1"/>
                  <a:pt x="26" y="1"/>
                </a:cubicBezTo>
                <a:cubicBezTo>
                  <a:pt x="26" y="1"/>
                  <a:pt x="26" y="1"/>
                  <a:pt x="25" y="1"/>
                </a:cubicBezTo>
                <a:moveTo>
                  <a:pt x="25" y="1"/>
                </a:moveTo>
                <a:cubicBezTo>
                  <a:pt x="25" y="1"/>
                  <a:pt x="25" y="1"/>
                  <a:pt x="25" y="1"/>
                </a:cubicBezTo>
                <a:cubicBezTo>
                  <a:pt x="25" y="1"/>
                  <a:pt x="25" y="1"/>
                  <a:pt x="25" y="1"/>
                </a:cubicBezTo>
                <a:moveTo>
                  <a:pt x="25" y="0"/>
                </a:moveTo>
                <a:cubicBezTo>
                  <a:pt x="25" y="0"/>
                  <a:pt x="25" y="0"/>
                  <a:pt x="25" y="0"/>
                </a:cubicBezTo>
                <a:cubicBezTo>
                  <a:pt x="25" y="0"/>
                  <a:pt x="25" y="0"/>
                  <a:pt x="25"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6" name="Freeform 15">
            <a:extLst>
              <a:ext uri="{FF2B5EF4-FFF2-40B4-BE49-F238E27FC236}">
                <a16:creationId xmlns:a16="http://schemas.microsoft.com/office/drawing/2014/main" id="{AE5C0A2D-A335-AA7F-2481-55C61196C98B}"/>
              </a:ext>
            </a:extLst>
          </p:cNvPr>
          <p:cNvSpPr>
            <a:spLocks noEditPoints="1"/>
          </p:cNvSpPr>
          <p:nvPr/>
        </p:nvSpPr>
        <p:spPr bwMode="auto">
          <a:xfrm>
            <a:off x="10333308" y="2032218"/>
            <a:ext cx="346783" cy="320903"/>
          </a:xfrm>
          <a:custGeom>
            <a:avLst/>
            <a:gdLst>
              <a:gd name="T0" fmla="*/ 121 w 134"/>
              <a:gd name="T1" fmla="*/ 118 h 124"/>
              <a:gd name="T2" fmla="*/ 70 w 134"/>
              <a:gd name="T3" fmla="*/ 16 h 124"/>
              <a:gd name="T4" fmla="*/ 76 w 134"/>
              <a:gd name="T5" fmla="*/ 0 h 124"/>
              <a:gd name="T6" fmla="*/ 73 w 134"/>
              <a:gd name="T7" fmla="*/ 0 h 124"/>
              <a:gd name="T8" fmla="*/ 67 w 134"/>
              <a:gd name="T9" fmla="*/ 12 h 124"/>
              <a:gd name="T10" fmla="*/ 67 w 134"/>
              <a:gd name="T11" fmla="*/ 12 h 124"/>
              <a:gd name="T12" fmla="*/ 67 w 134"/>
              <a:gd name="T13" fmla="*/ 12 h 124"/>
              <a:gd name="T14" fmla="*/ 67 w 134"/>
              <a:gd name="T15" fmla="*/ 9 h 124"/>
              <a:gd name="T16" fmla="*/ 61 w 134"/>
              <a:gd name="T17" fmla="*/ 0 h 124"/>
              <a:gd name="T18" fmla="*/ 57 w 134"/>
              <a:gd name="T19" fmla="*/ 0 h 124"/>
              <a:gd name="T20" fmla="*/ 64 w 134"/>
              <a:gd name="T21" fmla="*/ 16 h 124"/>
              <a:gd name="T22" fmla="*/ 13 w 134"/>
              <a:gd name="T23" fmla="*/ 118 h 124"/>
              <a:gd name="T24" fmla="*/ 0 w 134"/>
              <a:gd name="T25" fmla="*/ 118 h 124"/>
              <a:gd name="T26" fmla="*/ 0 w 134"/>
              <a:gd name="T27" fmla="*/ 124 h 124"/>
              <a:gd name="T28" fmla="*/ 134 w 134"/>
              <a:gd name="T29" fmla="*/ 124 h 124"/>
              <a:gd name="T30" fmla="*/ 134 w 134"/>
              <a:gd name="T31" fmla="*/ 118 h 124"/>
              <a:gd name="T32" fmla="*/ 121 w 134"/>
              <a:gd name="T33" fmla="*/ 118 h 124"/>
              <a:gd name="T34" fmla="*/ 51 w 134"/>
              <a:gd name="T35" fmla="*/ 118 h 124"/>
              <a:gd name="T36" fmla="*/ 67 w 134"/>
              <a:gd name="T37" fmla="*/ 86 h 124"/>
              <a:gd name="T38" fmla="*/ 67 w 134"/>
              <a:gd name="T39" fmla="*/ 83 h 124"/>
              <a:gd name="T40" fmla="*/ 86 w 134"/>
              <a:gd name="T41" fmla="*/ 118 h 124"/>
              <a:gd name="T42" fmla="*/ 51 w 134"/>
              <a:gd name="T43" fmla="*/ 118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34" h="124">
                <a:moveTo>
                  <a:pt x="121" y="118"/>
                </a:moveTo>
                <a:lnTo>
                  <a:pt x="70" y="16"/>
                </a:lnTo>
                <a:lnTo>
                  <a:pt x="76" y="0"/>
                </a:lnTo>
                <a:lnTo>
                  <a:pt x="73" y="0"/>
                </a:lnTo>
                <a:lnTo>
                  <a:pt x="67" y="12"/>
                </a:lnTo>
                <a:lnTo>
                  <a:pt x="67" y="12"/>
                </a:lnTo>
                <a:lnTo>
                  <a:pt x="67" y="12"/>
                </a:lnTo>
                <a:lnTo>
                  <a:pt x="67" y="9"/>
                </a:lnTo>
                <a:lnTo>
                  <a:pt x="61" y="0"/>
                </a:lnTo>
                <a:lnTo>
                  <a:pt x="57" y="0"/>
                </a:lnTo>
                <a:lnTo>
                  <a:pt x="64" y="16"/>
                </a:lnTo>
                <a:lnTo>
                  <a:pt x="13" y="118"/>
                </a:lnTo>
                <a:lnTo>
                  <a:pt x="0" y="118"/>
                </a:lnTo>
                <a:lnTo>
                  <a:pt x="0" y="124"/>
                </a:lnTo>
                <a:lnTo>
                  <a:pt x="134" y="124"/>
                </a:lnTo>
                <a:lnTo>
                  <a:pt x="134" y="118"/>
                </a:lnTo>
                <a:lnTo>
                  <a:pt x="121" y="118"/>
                </a:lnTo>
                <a:close/>
                <a:moveTo>
                  <a:pt x="51" y="118"/>
                </a:moveTo>
                <a:lnTo>
                  <a:pt x="67" y="86"/>
                </a:lnTo>
                <a:lnTo>
                  <a:pt x="67" y="83"/>
                </a:lnTo>
                <a:lnTo>
                  <a:pt x="86" y="118"/>
                </a:lnTo>
                <a:lnTo>
                  <a:pt x="51" y="118"/>
                </a:ln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7" name="Freeform 16">
            <a:extLst>
              <a:ext uri="{FF2B5EF4-FFF2-40B4-BE49-F238E27FC236}">
                <a16:creationId xmlns:a16="http://schemas.microsoft.com/office/drawing/2014/main" id="{AC0DA509-F106-9233-6F16-FC872020A665}"/>
              </a:ext>
            </a:extLst>
          </p:cNvPr>
          <p:cNvSpPr>
            <a:spLocks noEditPoints="1"/>
          </p:cNvSpPr>
          <p:nvPr/>
        </p:nvSpPr>
        <p:spPr bwMode="auto">
          <a:xfrm>
            <a:off x="10152153" y="1832948"/>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4 h 86"/>
              <a:gd name="T30" fmla="*/ 9 w 86"/>
              <a:gd name="T31" fmla="*/ 69 h 86"/>
              <a:gd name="T32" fmla="*/ 82 w 86"/>
              <a:gd name="T33" fmla="*/ 57 h 86"/>
              <a:gd name="T34" fmla="*/ 81 w 86"/>
              <a:gd name="T35" fmla="*/ 64 h 86"/>
              <a:gd name="T36" fmla="*/ 2 w 86"/>
              <a:gd name="T37" fmla="*/ 56 h 86"/>
              <a:gd name="T38" fmla="*/ 6 w 86"/>
              <a:gd name="T39" fmla="*/ 63 h 86"/>
              <a:gd name="T40" fmla="*/ 2 w 86"/>
              <a:gd name="T41" fmla="*/ 56 h 86"/>
              <a:gd name="T42" fmla="*/ 85 w 86"/>
              <a:gd name="T43" fmla="*/ 43 h 86"/>
              <a:gd name="T44" fmla="*/ 86 w 86"/>
              <a:gd name="T45" fmla="*/ 51 h 86"/>
              <a:gd name="T46" fmla="*/ 0 w 86"/>
              <a:gd name="T47" fmla="*/ 43 h 86"/>
              <a:gd name="T48" fmla="*/ 1 w 86"/>
              <a:gd name="T49" fmla="*/ 42 h 86"/>
              <a:gd name="T50" fmla="*/ 2 w 86"/>
              <a:gd name="T51" fmla="*/ 49 h 86"/>
              <a:gd name="T52" fmla="*/ 0 w 86"/>
              <a:gd name="T53" fmla="*/ 43 h 86"/>
              <a:gd name="T54" fmla="*/ 84 w 86"/>
              <a:gd name="T55" fmla="*/ 31 h 86"/>
              <a:gd name="T56" fmla="*/ 84 w 86"/>
              <a:gd name="T57" fmla="*/ 39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7 w 86"/>
              <a:gd name="T75" fmla="*/ 9 h 86"/>
              <a:gd name="T76" fmla="*/ 74 w 86"/>
              <a:gd name="T77" fmla="*/ 13 h 86"/>
              <a:gd name="T78" fmla="*/ 67 w 86"/>
              <a:gd name="T79" fmla="*/ 9 h 86"/>
              <a:gd name="T80" fmla="*/ 21 w 86"/>
              <a:gd name="T81" fmla="*/ 7 h 86"/>
              <a:gd name="T82" fmla="*/ 16 w 86"/>
              <a:gd name="T83" fmla="*/ 12 h 86"/>
              <a:gd name="T84" fmla="*/ 55 w 86"/>
              <a:gd name="T85" fmla="*/ 4 h 86"/>
              <a:gd name="T86" fmla="*/ 62 w 86"/>
              <a:gd name="T87" fmla="*/ 5 h 86"/>
              <a:gd name="T88" fmla="*/ 55 w 86"/>
              <a:gd name="T89" fmla="*/ 4 h 86"/>
              <a:gd name="T90" fmla="*/ 34 w 86"/>
              <a:gd name="T91" fmla="*/ 1 h 86"/>
              <a:gd name="T92" fmla="*/ 28 w 86"/>
              <a:gd name="T93" fmla="*/ 5 h 86"/>
              <a:gd name="T94" fmla="*/ 43 w 86"/>
              <a:gd name="T95" fmla="*/ 2 h 86"/>
              <a:gd name="T96" fmla="*/ 41 w 86"/>
              <a:gd name="T97" fmla="*/ 1 h 86"/>
              <a:gd name="T98" fmla="*/ 48 w 86"/>
              <a:gd name="T99" fmla="*/ 1 h 86"/>
              <a:gd name="T100" fmla="*/ 43 w 86"/>
              <a:gd name="T101" fmla="*/ 2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4"/>
                  <a:pt x="32" y="84"/>
                  <a:pt x="32" y="84"/>
                </a:cubicBezTo>
                <a:cubicBezTo>
                  <a:pt x="35" y="84"/>
                  <a:pt x="37" y="85"/>
                  <a:pt x="39" y="85"/>
                </a:cubicBezTo>
                <a:cubicBezTo>
                  <a:pt x="39" y="86"/>
                  <a:pt x="39" y="86"/>
                  <a:pt x="39" y="86"/>
                </a:cubicBezTo>
                <a:cubicBezTo>
                  <a:pt x="37" y="86"/>
                  <a:pt x="34" y="86"/>
                  <a:pt x="32" y="85"/>
                </a:cubicBezTo>
                <a:close/>
                <a:moveTo>
                  <a:pt x="59" y="82"/>
                </a:moveTo>
                <a:cubicBezTo>
                  <a:pt x="62" y="81"/>
                  <a:pt x="64" y="80"/>
                  <a:pt x="66" y="78"/>
                </a:cubicBezTo>
                <a:cubicBezTo>
                  <a:pt x="66" y="80"/>
                  <a:pt x="66" y="80"/>
                  <a:pt x="66" y="80"/>
                </a:cubicBezTo>
                <a:cubicBezTo>
                  <a:pt x="64" y="81"/>
                  <a:pt x="62" y="82"/>
                  <a:pt x="60" y="83"/>
                </a:cubicBezTo>
                <a:lnTo>
                  <a:pt x="59" y="82"/>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4" y="71"/>
                  <a:pt x="76" y="69"/>
                </a:cubicBezTo>
                <a:cubicBezTo>
                  <a:pt x="77" y="70"/>
                  <a:pt x="77" y="70"/>
                  <a:pt x="77" y="70"/>
                </a:cubicBezTo>
                <a:cubicBezTo>
                  <a:pt x="75" y="72"/>
                  <a:pt x="74" y="74"/>
                  <a:pt x="72" y="75"/>
                </a:cubicBezTo>
                <a:lnTo>
                  <a:pt x="71" y="74"/>
                </a:lnTo>
                <a:close/>
                <a:moveTo>
                  <a:pt x="9" y="69"/>
                </a:moveTo>
                <a:cubicBezTo>
                  <a:pt x="10" y="68"/>
                  <a:pt x="10" y="68"/>
                  <a:pt x="10" y="68"/>
                </a:cubicBezTo>
                <a:cubicBezTo>
                  <a:pt x="11" y="70"/>
                  <a:pt x="13" y="72"/>
                  <a:pt x="14" y="74"/>
                </a:cubicBezTo>
                <a:cubicBezTo>
                  <a:pt x="13" y="75"/>
                  <a:pt x="13" y="75"/>
                  <a:pt x="13" y="75"/>
                </a:cubicBezTo>
                <a:cubicBezTo>
                  <a:pt x="12" y="73"/>
                  <a:pt x="10" y="71"/>
                  <a:pt x="9" y="69"/>
                </a:cubicBezTo>
                <a:close/>
                <a:moveTo>
                  <a:pt x="80" y="63"/>
                </a:moveTo>
                <a:cubicBezTo>
                  <a:pt x="81" y="61"/>
                  <a:pt x="82" y="59"/>
                  <a:pt x="82" y="57"/>
                </a:cubicBezTo>
                <a:cubicBezTo>
                  <a:pt x="84" y="57"/>
                  <a:pt x="84" y="57"/>
                  <a:pt x="84" y="57"/>
                </a:cubicBezTo>
                <a:cubicBezTo>
                  <a:pt x="83" y="60"/>
                  <a:pt x="82" y="62"/>
                  <a:pt x="81" y="64"/>
                </a:cubicBezTo>
                <a:lnTo>
                  <a:pt x="80" y="63"/>
                </a:lnTo>
                <a:close/>
                <a:moveTo>
                  <a:pt x="2" y="56"/>
                </a:moveTo>
                <a:cubicBezTo>
                  <a:pt x="3" y="56"/>
                  <a:pt x="3" y="56"/>
                  <a:pt x="3" y="56"/>
                </a:cubicBezTo>
                <a:cubicBezTo>
                  <a:pt x="4" y="58"/>
                  <a:pt x="5" y="61"/>
                  <a:pt x="6" y="63"/>
                </a:cubicBezTo>
                <a:cubicBezTo>
                  <a:pt x="5" y="63"/>
                  <a:pt x="5" y="63"/>
                  <a:pt x="5" y="63"/>
                </a:cubicBezTo>
                <a:cubicBezTo>
                  <a:pt x="4" y="61"/>
                  <a:pt x="3" y="59"/>
                  <a:pt x="2" y="56"/>
                </a:cubicBezTo>
                <a:close/>
                <a:moveTo>
                  <a:pt x="84" y="50"/>
                </a:moveTo>
                <a:cubicBezTo>
                  <a:pt x="84" y="48"/>
                  <a:pt x="85" y="46"/>
                  <a:pt x="85" y="43"/>
                </a:cubicBezTo>
                <a:cubicBezTo>
                  <a:pt x="86" y="43"/>
                  <a:pt x="86" y="43"/>
                  <a:pt x="86" y="43"/>
                </a:cubicBezTo>
                <a:cubicBezTo>
                  <a:pt x="86" y="46"/>
                  <a:pt x="86" y="48"/>
                  <a:pt x="86" y="51"/>
                </a:cubicBezTo>
                <a:lnTo>
                  <a:pt x="84" y="50"/>
                </a:lnTo>
                <a:close/>
                <a:moveTo>
                  <a:pt x="0" y="43"/>
                </a:moveTo>
                <a:cubicBezTo>
                  <a:pt x="0" y="42"/>
                  <a:pt x="0" y="42"/>
                  <a:pt x="0" y="42"/>
                </a:cubicBezTo>
                <a:cubicBezTo>
                  <a:pt x="1" y="42"/>
                  <a:pt x="1" y="42"/>
                  <a:pt x="1" y="42"/>
                </a:cubicBezTo>
                <a:cubicBezTo>
                  <a:pt x="1" y="43"/>
                  <a:pt x="1" y="43"/>
                  <a:pt x="1" y="43"/>
                </a:cubicBezTo>
                <a:cubicBezTo>
                  <a:pt x="1" y="45"/>
                  <a:pt x="2" y="47"/>
                  <a:pt x="2" y="49"/>
                </a:cubicBezTo>
                <a:cubicBezTo>
                  <a:pt x="1" y="50"/>
                  <a:pt x="1" y="50"/>
                  <a:pt x="1" y="50"/>
                </a:cubicBezTo>
                <a:cubicBezTo>
                  <a:pt x="0" y="47"/>
                  <a:pt x="0" y="45"/>
                  <a:pt x="0" y="43"/>
                </a:cubicBezTo>
                <a:close/>
                <a:moveTo>
                  <a:pt x="83" y="32"/>
                </a:moveTo>
                <a:cubicBezTo>
                  <a:pt x="84" y="31"/>
                  <a:pt x="84" y="31"/>
                  <a:pt x="84" y="31"/>
                </a:cubicBezTo>
                <a:cubicBezTo>
                  <a:pt x="85" y="34"/>
                  <a:pt x="86" y="36"/>
                  <a:pt x="86" y="38"/>
                </a:cubicBezTo>
                <a:cubicBezTo>
                  <a:pt x="84" y="39"/>
                  <a:pt x="84" y="39"/>
                  <a:pt x="84" y="39"/>
                </a:cubicBezTo>
                <a:cubicBezTo>
                  <a:pt x="84" y="36"/>
                  <a:pt x="84" y="34"/>
                  <a:pt x="83" y="32"/>
                </a:cubicBezTo>
                <a:close/>
                <a:moveTo>
                  <a:pt x="1" y="35"/>
                </a:moveTo>
                <a:cubicBezTo>
                  <a:pt x="1" y="33"/>
                  <a:pt x="2" y="31"/>
                  <a:pt x="3" y="28"/>
                </a:cubicBezTo>
                <a:cubicBezTo>
                  <a:pt x="4" y="29"/>
                  <a:pt x="4" y="29"/>
                  <a:pt x="4" y="29"/>
                </a:cubicBezTo>
                <a:cubicBezTo>
                  <a:pt x="3" y="31"/>
                  <a:pt x="3" y="33"/>
                  <a:pt x="2" y="36"/>
                </a:cubicBezTo>
                <a:lnTo>
                  <a:pt x="1" y="35"/>
                </a:lnTo>
                <a:close/>
                <a:moveTo>
                  <a:pt x="77" y="19"/>
                </a:moveTo>
                <a:cubicBezTo>
                  <a:pt x="78" y="18"/>
                  <a:pt x="78" y="18"/>
                  <a:pt x="78" y="18"/>
                </a:cubicBezTo>
                <a:cubicBezTo>
                  <a:pt x="80" y="20"/>
                  <a:pt x="81" y="23"/>
                  <a:pt x="82" y="25"/>
                </a:cubicBezTo>
                <a:cubicBezTo>
                  <a:pt x="81" y="25"/>
                  <a:pt x="81" y="25"/>
                  <a:pt x="81" y="25"/>
                </a:cubicBezTo>
                <a:cubicBezTo>
                  <a:pt x="80" y="23"/>
                  <a:pt x="78" y="21"/>
                  <a:pt x="77" y="19"/>
                </a:cubicBezTo>
                <a:close/>
                <a:moveTo>
                  <a:pt x="6" y="22"/>
                </a:moveTo>
                <a:cubicBezTo>
                  <a:pt x="7" y="20"/>
                  <a:pt x="8" y="18"/>
                  <a:pt x="10" y="16"/>
                </a:cubicBezTo>
                <a:cubicBezTo>
                  <a:pt x="11" y="17"/>
                  <a:pt x="11" y="17"/>
                  <a:pt x="11" y="17"/>
                </a:cubicBezTo>
                <a:cubicBezTo>
                  <a:pt x="10" y="19"/>
                  <a:pt x="8" y="21"/>
                  <a:pt x="7" y="23"/>
                </a:cubicBezTo>
                <a:lnTo>
                  <a:pt x="6" y="22"/>
                </a:lnTo>
                <a:close/>
                <a:moveTo>
                  <a:pt x="67" y="9"/>
                </a:moveTo>
                <a:cubicBezTo>
                  <a:pt x="67" y="9"/>
                  <a:pt x="67" y="9"/>
                  <a:pt x="67" y="9"/>
                </a:cubicBezTo>
                <a:cubicBezTo>
                  <a:pt x="68" y="8"/>
                  <a:pt x="68" y="8"/>
                  <a:pt x="68" y="8"/>
                </a:cubicBezTo>
                <a:cubicBezTo>
                  <a:pt x="70" y="10"/>
                  <a:pt x="72" y="11"/>
                  <a:pt x="74" y="13"/>
                </a:cubicBezTo>
                <a:cubicBezTo>
                  <a:pt x="72" y="14"/>
                  <a:pt x="72" y="14"/>
                  <a:pt x="72" y="14"/>
                </a:cubicBezTo>
                <a:cubicBezTo>
                  <a:pt x="71" y="12"/>
                  <a:pt x="69" y="11"/>
                  <a:pt x="67" y="9"/>
                </a:cubicBezTo>
                <a:close/>
                <a:moveTo>
                  <a:pt x="15" y="11"/>
                </a:moveTo>
                <a:cubicBezTo>
                  <a:pt x="17" y="9"/>
                  <a:pt x="19" y="8"/>
                  <a:pt x="21" y="7"/>
                </a:cubicBezTo>
                <a:cubicBezTo>
                  <a:pt x="21" y="8"/>
                  <a:pt x="21" y="8"/>
                  <a:pt x="21" y="8"/>
                </a:cubicBezTo>
                <a:cubicBezTo>
                  <a:pt x="19" y="9"/>
                  <a:pt x="18" y="10"/>
                  <a:pt x="16" y="12"/>
                </a:cubicBezTo>
                <a:lnTo>
                  <a:pt x="15" y="11"/>
                </a:lnTo>
                <a:close/>
                <a:moveTo>
                  <a:pt x="55" y="4"/>
                </a:moveTo>
                <a:cubicBezTo>
                  <a:pt x="55" y="2"/>
                  <a:pt x="55" y="2"/>
                  <a:pt x="55" y="2"/>
                </a:cubicBezTo>
                <a:cubicBezTo>
                  <a:pt x="58" y="3"/>
                  <a:pt x="60" y="4"/>
                  <a:pt x="62" y="5"/>
                </a:cubicBezTo>
                <a:cubicBezTo>
                  <a:pt x="61" y="6"/>
                  <a:pt x="61" y="6"/>
                  <a:pt x="61" y="6"/>
                </a:cubicBezTo>
                <a:cubicBezTo>
                  <a:pt x="59" y="5"/>
                  <a:pt x="57" y="4"/>
                  <a:pt x="55" y="4"/>
                </a:cubicBezTo>
                <a:close/>
                <a:moveTo>
                  <a:pt x="27" y="4"/>
                </a:moveTo>
                <a:cubicBezTo>
                  <a:pt x="29" y="3"/>
                  <a:pt x="32" y="2"/>
                  <a:pt x="34" y="1"/>
                </a:cubicBezTo>
                <a:cubicBezTo>
                  <a:pt x="34" y="3"/>
                  <a:pt x="34" y="3"/>
                  <a:pt x="34" y="3"/>
                </a:cubicBezTo>
                <a:cubicBezTo>
                  <a:pt x="32" y="3"/>
                  <a:pt x="30" y="4"/>
                  <a:pt x="28" y="5"/>
                </a:cubicBezTo>
                <a:lnTo>
                  <a:pt x="27" y="4"/>
                </a:lnTo>
                <a:close/>
                <a:moveTo>
                  <a:pt x="43" y="2"/>
                </a:moveTo>
                <a:cubicBezTo>
                  <a:pt x="42" y="2"/>
                  <a:pt x="42" y="2"/>
                  <a:pt x="41" y="2"/>
                </a:cubicBezTo>
                <a:cubicBezTo>
                  <a:pt x="41" y="1"/>
                  <a:pt x="41" y="1"/>
                  <a:pt x="41" y="1"/>
                </a:cubicBezTo>
                <a:cubicBezTo>
                  <a:pt x="42" y="1"/>
                  <a:pt x="42" y="0"/>
                  <a:pt x="43" y="0"/>
                </a:cubicBezTo>
                <a:cubicBezTo>
                  <a:pt x="45" y="0"/>
                  <a:pt x="46" y="1"/>
                  <a:pt x="48" y="1"/>
                </a:cubicBezTo>
                <a:cubicBezTo>
                  <a:pt x="48" y="2"/>
                  <a:pt x="48" y="2"/>
                  <a:pt x="48" y="2"/>
                </a:cubicBezTo>
                <a:cubicBezTo>
                  <a:pt x="46" y="2"/>
                  <a:pt x="45" y="2"/>
                  <a:pt x="43" y="2"/>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8" name="Oval 22">
            <a:extLst>
              <a:ext uri="{FF2B5EF4-FFF2-40B4-BE49-F238E27FC236}">
                <a16:creationId xmlns:a16="http://schemas.microsoft.com/office/drawing/2014/main" id="{D6E2315D-B995-E732-4324-6FB19BE9A220}"/>
              </a:ext>
            </a:extLst>
          </p:cNvPr>
          <p:cNvSpPr>
            <a:spLocks noChangeArrowheads="1"/>
          </p:cNvSpPr>
          <p:nvPr/>
        </p:nvSpPr>
        <p:spPr bwMode="auto">
          <a:xfrm>
            <a:off x="10185797" y="4925525"/>
            <a:ext cx="652159" cy="652158"/>
          </a:xfrm>
          <a:prstGeom prst="ellipse">
            <a:avLst/>
          </a:prstGeom>
          <a:solidFill>
            <a:schemeClr val="accent5"/>
          </a:solidFill>
          <a:ln>
            <a:noFill/>
          </a:ln>
        </p:spPr>
        <p:txBody>
          <a:bodyPr/>
          <a:lstStyle/>
          <a:p>
            <a:endParaRPr lang="zh-CN" altLang="en-US" sz="2135">
              <a:cs typeface="+mn-ea"/>
              <a:sym typeface="+mn-lt"/>
            </a:endParaRPr>
          </a:p>
        </p:txBody>
      </p:sp>
      <p:sp>
        <p:nvSpPr>
          <p:cNvPr id="19" name="Freeform 23">
            <a:extLst>
              <a:ext uri="{FF2B5EF4-FFF2-40B4-BE49-F238E27FC236}">
                <a16:creationId xmlns:a16="http://schemas.microsoft.com/office/drawing/2014/main" id="{A68826B0-294C-C496-67DB-329C2DC9DB36}"/>
              </a:ext>
            </a:extLst>
          </p:cNvPr>
          <p:cNvSpPr>
            <a:spLocks noEditPoints="1"/>
          </p:cNvSpPr>
          <p:nvPr/>
        </p:nvSpPr>
        <p:spPr bwMode="auto">
          <a:xfrm>
            <a:off x="10514463" y="4925525"/>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20" name="组合 19">
            <a:extLst>
              <a:ext uri="{FF2B5EF4-FFF2-40B4-BE49-F238E27FC236}">
                <a16:creationId xmlns:a16="http://schemas.microsoft.com/office/drawing/2014/main" id="{6A67998E-ED80-2B28-8BDA-E297E8402244}"/>
              </a:ext>
            </a:extLst>
          </p:cNvPr>
          <p:cNvGrpSpPr/>
          <p:nvPr/>
        </p:nvGrpSpPr>
        <p:grpSpPr>
          <a:xfrm>
            <a:off x="10333309" y="5018690"/>
            <a:ext cx="346783" cy="476180"/>
            <a:chOff x="10231709" y="4917090"/>
            <a:chExt cx="346783" cy="476180"/>
          </a:xfrm>
        </p:grpSpPr>
        <p:sp>
          <p:nvSpPr>
            <p:cNvPr id="21" name="Freeform 25">
              <a:extLst>
                <a:ext uri="{FF2B5EF4-FFF2-40B4-BE49-F238E27FC236}">
                  <a16:creationId xmlns:a16="http://schemas.microsoft.com/office/drawing/2014/main" id="{245FB2D7-7E32-7A93-402D-0EFA36A934A4}"/>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2" name="Freeform 26">
              <a:extLst>
                <a:ext uri="{FF2B5EF4-FFF2-40B4-BE49-F238E27FC236}">
                  <a16:creationId xmlns:a16="http://schemas.microsoft.com/office/drawing/2014/main" id="{111618D3-8C4C-6BE8-4B05-7E0DC99A749C}"/>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3" name="Freeform 27">
              <a:extLst>
                <a:ext uri="{FF2B5EF4-FFF2-40B4-BE49-F238E27FC236}">
                  <a16:creationId xmlns:a16="http://schemas.microsoft.com/office/drawing/2014/main" id="{71D62721-2E54-9414-9B5E-210BDA9BBF8B}"/>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4" name="Freeform 28">
              <a:extLst>
                <a:ext uri="{FF2B5EF4-FFF2-40B4-BE49-F238E27FC236}">
                  <a16:creationId xmlns:a16="http://schemas.microsoft.com/office/drawing/2014/main" id="{F59103ED-45DC-6E20-1F30-49464641EB85}"/>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5" name="Freeform 29">
              <a:extLst>
                <a:ext uri="{FF2B5EF4-FFF2-40B4-BE49-F238E27FC236}">
                  <a16:creationId xmlns:a16="http://schemas.microsoft.com/office/drawing/2014/main" id="{264FF5B7-127E-F087-57DB-DB6C6F94CC01}"/>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6" name="Freeform 30">
              <a:extLst>
                <a:ext uri="{FF2B5EF4-FFF2-40B4-BE49-F238E27FC236}">
                  <a16:creationId xmlns:a16="http://schemas.microsoft.com/office/drawing/2014/main" id="{CCE37E75-1D95-C7E7-15C5-3FBD2C5493E2}"/>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7" name="Freeform 31">
              <a:extLst>
                <a:ext uri="{FF2B5EF4-FFF2-40B4-BE49-F238E27FC236}">
                  <a16:creationId xmlns:a16="http://schemas.microsoft.com/office/drawing/2014/main" id="{5A7E5110-57FA-D5D1-7A56-495D6E54D0F7}"/>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8" name="Freeform 32">
              <a:extLst>
                <a:ext uri="{FF2B5EF4-FFF2-40B4-BE49-F238E27FC236}">
                  <a16:creationId xmlns:a16="http://schemas.microsoft.com/office/drawing/2014/main" id="{53027B8E-BC45-D510-FEC5-B75704145357}"/>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9" name="Freeform 33">
              <a:extLst>
                <a:ext uri="{FF2B5EF4-FFF2-40B4-BE49-F238E27FC236}">
                  <a16:creationId xmlns:a16="http://schemas.microsoft.com/office/drawing/2014/main" id="{FFD41422-C689-D02E-5339-D1FB2350B36E}"/>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0" name="Freeform 34">
              <a:extLst>
                <a:ext uri="{FF2B5EF4-FFF2-40B4-BE49-F238E27FC236}">
                  <a16:creationId xmlns:a16="http://schemas.microsoft.com/office/drawing/2014/main" id="{3AA0A108-2CB6-04DA-2D0E-6855603C4B46}"/>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1" name="Freeform 35">
              <a:extLst>
                <a:ext uri="{FF2B5EF4-FFF2-40B4-BE49-F238E27FC236}">
                  <a16:creationId xmlns:a16="http://schemas.microsoft.com/office/drawing/2014/main" id="{03F60C13-AD75-3B73-D4D0-D4999313DFD4}"/>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2" name="Freeform 36">
              <a:extLst>
                <a:ext uri="{FF2B5EF4-FFF2-40B4-BE49-F238E27FC236}">
                  <a16:creationId xmlns:a16="http://schemas.microsoft.com/office/drawing/2014/main" id="{F01CE081-5CD5-92C4-D2E6-5D7D80ED2B5F}"/>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33" name="Freeform 37">
            <a:extLst>
              <a:ext uri="{FF2B5EF4-FFF2-40B4-BE49-F238E27FC236}">
                <a16:creationId xmlns:a16="http://schemas.microsoft.com/office/drawing/2014/main" id="{64378558-D950-9913-DC27-C741591DC235}"/>
              </a:ext>
            </a:extLst>
          </p:cNvPr>
          <p:cNvSpPr>
            <a:spLocks noEditPoints="1"/>
          </p:cNvSpPr>
          <p:nvPr/>
        </p:nvSpPr>
        <p:spPr bwMode="auto">
          <a:xfrm>
            <a:off x="10152154" y="4894470"/>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4" name="Oval 48">
            <a:extLst>
              <a:ext uri="{FF2B5EF4-FFF2-40B4-BE49-F238E27FC236}">
                <a16:creationId xmlns:a16="http://schemas.microsoft.com/office/drawing/2014/main" id="{00B09C78-A89A-76FE-55C8-168C6687245D}"/>
              </a:ext>
            </a:extLst>
          </p:cNvPr>
          <p:cNvSpPr>
            <a:spLocks noChangeArrowheads="1"/>
          </p:cNvSpPr>
          <p:nvPr/>
        </p:nvSpPr>
        <p:spPr bwMode="auto">
          <a:xfrm>
            <a:off x="10185797" y="3401234"/>
            <a:ext cx="652159" cy="652158"/>
          </a:xfrm>
          <a:prstGeom prst="ellipse">
            <a:avLst/>
          </a:prstGeom>
          <a:solidFill>
            <a:schemeClr val="accent2"/>
          </a:solidFill>
          <a:ln>
            <a:noFill/>
          </a:ln>
        </p:spPr>
        <p:txBody>
          <a:bodyPr/>
          <a:lstStyle/>
          <a:p>
            <a:endParaRPr lang="zh-CN" altLang="en-US" sz="2135">
              <a:cs typeface="+mn-ea"/>
              <a:sym typeface="+mn-lt"/>
            </a:endParaRPr>
          </a:p>
        </p:txBody>
      </p:sp>
      <p:sp>
        <p:nvSpPr>
          <p:cNvPr id="35" name="Freeform 49">
            <a:extLst>
              <a:ext uri="{FF2B5EF4-FFF2-40B4-BE49-F238E27FC236}">
                <a16:creationId xmlns:a16="http://schemas.microsoft.com/office/drawing/2014/main" id="{E9DCB71A-48A9-8827-D3F7-081BDD6497AA}"/>
              </a:ext>
            </a:extLst>
          </p:cNvPr>
          <p:cNvSpPr/>
          <p:nvPr/>
        </p:nvSpPr>
        <p:spPr bwMode="auto">
          <a:xfrm>
            <a:off x="10514463" y="4027513"/>
            <a:ext cx="116457" cy="25879"/>
          </a:xfrm>
          <a:custGeom>
            <a:avLst/>
            <a:gdLst>
              <a:gd name="T0" fmla="*/ 14 w 14"/>
              <a:gd name="T1" fmla="*/ 0 h 3"/>
              <a:gd name="T2" fmla="*/ 0 w 14"/>
              <a:gd name="T3" fmla="*/ 3 h 3"/>
              <a:gd name="T4" fmla="*/ 0 w 14"/>
              <a:gd name="T5" fmla="*/ 3 h 3"/>
              <a:gd name="T6" fmla="*/ 14 w 14"/>
              <a:gd name="T7" fmla="*/ 0 h 3"/>
            </a:gdLst>
            <a:ahLst/>
            <a:cxnLst>
              <a:cxn ang="0">
                <a:pos x="T0" y="T1"/>
              </a:cxn>
              <a:cxn ang="0">
                <a:pos x="T2" y="T3"/>
              </a:cxn>
              <a:cxn ang="0">
                <a:pos x="T4" y="T5"/>
              </a:cxn>
              <a:cxn ang="0">
                <a:pos x="T6" y="T7"/>
              </a:cxn>
            </a:cxnLst>
            <a:rect l="0" t="0" r="r" b="b"/>
            <a:pathLst>
              <a:path w="14" h="3">
                <a:moveTo>
                  <a:pt x="14" y="0"/>
                </a:moveTo>
                <a:cubicBezTo>
                  <a:pt x="10" y="2"/>
                  <a:pt x="5" y="3"/>
                  <a:pt x="0" y="3"/>
                </a:cubicBezTo>
                <a:cubicBezTo>
                  <a:pt x="0" y="3"/>
                  <a:pt x="0" y="3"/>
                  <a:pt x="0" y="3"/>
                </a:cubicBezTo>
                <a:cubicBezTo>
                  <a:pt x="5" y="3"/>
                  <a:pt x="9" y="2"/>
                  <a:pt x="14"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6" name="Freeform 51">
            <a:extLst>
              <a:ext uri="{FF2B5EF4-FFF2-40B4-BE49-F238E27FC236}">
                <a16:creationId xmlns:a16="http://schemas.microsoft.com/office/drawing/2014/main" id="{EEF36E94-DC39-0F53-0EF6-380DFCB03507}"/>
              </a:ext>
            </a:extLst>
          </p:cNvPr>
          <p:cNvSpPr/>
          <p:nvPr/>
        </p:nvSpPr>
        <p:spPr bwMode="auto">
          <a:xfrm>
            <a:off x="10284138" y="3499575"/>
            <a:ext cx="452888" cy="452888"/>
          </a:xfrm>
          <a:custGeom>
            <a:avLst/>
            <a:gdLst>
              <a:gd name="T0" fmla="*/ 48 w 55"/>
              <a:gd name="T1" fmla="*/ 26 h 55"/>
              <a:gd name="T2" fmla="*/ 48 w 55"/>
              <a:gd name="T3" fmla="*/ 23 h 55"/>
              <a:gd name="T4" fmla="*/ 44 w 55"/>
              <a:gd name="T5" fmla="*/ 23 h 55"/>
              <a:gd name="T6" fmla="*/ 44 w 55"/>
              <a:gd name="T7" fmla="*/ 24 h 55"/>
              <a:gd name="T8" fmla="*/ 40 w 55"/>
              <a:gd name="T9" fmla="*/ 22 h 55"/>
              <a:gd name="T10" fmla="*/ 40 w 55"/>
              <a:gd name="T11" fmla="*/ 19 h 55"/>
              <a:gd name="T12" fmla="*/ 36 w 55"/>
              <a:gd name="T13" fmla="*/ 19 h 55"/>
              <a:gd name="T14" fmla="*/ 36 w 55"/>
              <a:gd name="T15" fmla="*/ 20 h 55"/>
              <a:gd name="T16" fmla="*/ 30 w 55"/>
              <a:gd name="T17" fmla="*/ 17 h 55"/>
              <a:gd name="T18" fmla="*/ 30 w 55"/>
              <a:gd name="T19" fmla="*/ 6 h 55"/>
              <a:gd name="T20" fmla="*/ 27 w 55"/>
              <a:gd name="T21" fmla="*/ 0 h 55"/>
              <a:gd name="T22" fmla="*/ 27 w 55"/>
              <a:gd name="T23" fmla="*/ 0 h 55"/>
              <a:gd name="T24" fmla="*/ 27 w 55"/>
              <a:gd name="T25" fmla="*/ 0 h 55"/>
              <a:gd name="T26" fmla="*/ 24 w 55"/>
              <a:gd name="T27" fmla="*/ 6 h 55"/>
              <a:gd name="T28" fmla="*/ 24 w 55"/>
              <a:gd name="T29" fmla="*/ 17 h 55"/>
              <a:gd name="T30" fmla="*/ 18 w 55"/>
              <a:gd name="T31" fmla="*/ 20 h 55"/>
              <a:gd name="T32" fmla="*/ 18 w 55"/>
              <a:gd name="T33" fmla="*/ 19 h 55"/>
              <a:gd name="T34" fmla="*/ 15 w 55"/>
              <a:gd name="T35" fmla="*/ 19 h 55"/>
              <a:gd name="T36" fmla="*/ 15 w 55"/>
              <a:gd name="T37" fmla="*/ 22 h 55"/>
              <a:gd name="T38" fmla="*/ 10 w 55"/>
              <a:gd name="T39" fmla="*/ 24 h 55"/>
              <a:gd name="T40" fmla="*/ 10 w 55"/>
              <a:gd name="T41" fmla="*/ 23 h 55"/>
              <a:gd name="T42" fmla="*/ 6 w 55"/>
              <a:gd name="T43" fmla="*/ 23 h 55"/>
              <a:gd name="T44" fmla="*/ 6 w 55"/>
              <a:gd name="T45" fmla="*/ 26 h 55"/>
              <a:gd name="T46" fmla="*/ 0 w 55"/>
              <a:gd name="T47" fmla="*/ 30 h 55"/>
              <a:gd name="T48" fmla="*/ 0 w 55"/>
              <a:gd name="T49" fmla="*/ 33 h 55"/>
              <a:gd name="T50" fmla="*/ 16 w 55"/>
              <a:gd name="T51" fmla="*/ 28 h 55"/>
              <a:gd name="T52" fmla="*/ 24 w 55"/>
              <a:gd name="T53" fmla="*/ 28 h 55"/>
              <a:gd name="T54" fmla="*/ 24 w 55"/>
              <a:gd name="T55" fmla="*/ 30 h 55"/>
              <a:gd name="T56" fmla="*/ 26 w 55"/>
              <a:gd name="T57" fmla="*/ 45 h 55"/>
              <a:gd name="T58" fmla="*/ 17 w 55"/>
              <a:gd name="T59" fmla="*/ 51 h 55"/>
              <a:gd name="T60" fmla="*/ 17 w 55"/>
              <a:gd name="T61" fmla="*/ 54 h 55"/>
              <a:gd name="T62" fmla="*/ 27 w 55"/>
              <a:gd name="T63" fmla="*/ 50 h 55"/>
              <a:gd name="T64" fmla="*/ 27 w 55"/>
              <a:gd name="T65" fmla="*/ 55 h 55"/>
              <a:gd name="T66" fmla="*/ 28 w 55"/>
              <a:gd name="T67" fmla="*/ 55 h 55"/>
              <a:gd name="T68" fmla="*/ 28 w 55"/>
              <a:gd name="T69" fmla="*/ 50 h 55"/>
              <a:gd name="T70" fmla="*/ 37 w 55"/>
              <a:gd name="T71" fmla="*/ 53 h 55"/>
              <a:gd name="T72" fmla="*/ 37 w 55"/>
              <a:gd name="T73" fmla="*/ 51 h 55"/>
              <a:gd name="T74" fmla="*/ 29 w 55"/>
              <a:gd name="T75" fmla="*/ 45 h 55"/>
              <a:gd name="T76" fmla="*/ 30 w 55"/>
              <a:gd name="T77" fmla="*/ 30 h 55"/>
              <a:gd name="T78" fmla="*/ 30 w 55"/>
              <a:gd name="T79" fmla="*/ 28 h 55"/>
              <a:gd name="T80" fmla="*/ 38 w 55"/>
              <a:gd name="T81" fmla="*/ 28 h 55"/>
              <a:gd name="T82" fmla="*/ 55 w 55"/>
              <a:gd name="T83" fmla="*/ 33 h 55"/>
              <a:gd name="T84" fmla="*/ 55 w 55"/>
              <a:gd name="T85" fmla="*/ 30 h 55"/>
              <a:gd name="T86" fmla="*/ 48 w 55"/>
              <a:gd name="T87" fmla="*/ 26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5" h="55">
                <a:moveTo>
                  <a:pt x="48" y="26"/>
                </a:moveTo>
                <a:cubicBezTo>
                  <a:pt x="48" y="23"/>
                  <a:pt x="48" y="23"/>
                  <a:pt x="48" y="23"/>
                </a:cubicBezTo>
                <a:cubicBezTo>
                  <a:pt x="44" y="23"/>
                  <a:pt x="44" y="23"/>
                  <a:pt x="44" y="23"/>
                </a:cubicBezTo>
                <a:cubicBezTo>
                  <a:pt x="44" y="24"/>
                  <a:pt x="44" y="24"/>
                  <a:pt x="44" y="24"/>
                </a:cubicBezTo>
                <a:cubicBezTo>
                  <a:pt x="40" y="22"/>
                  <a:pt x="40" y="22"/>
                  <a:pt x="40" y="22"/>
                </a:cubicBezTo>
                <a:cubicBezTo>
                  <a:pt x="40" y="19"/>
                  <a:pt x="40" y="19"/>
                  <a:pt x="40" y="19"/>
                </a:cubicBezTo>
                <a:cubicBezTo>
                  <a:pt x="36" y="19"/>
                  <a:pt x="36" y="19"/>
                  <a:pt x="36" y="19"/>
                </a:cubicBezTo>
                <a:cubicBezTo>
                  <a:pt x="36" y="20"/>
                  <a:pt x="36" y="20"/>
                  <a:pt x="36" y="20"/>
                </a:cubicBezTo>
                <a:cubicBezTo>
                  <a:pt x="30" y="17"/>
                  <a:pt x="30" y="17"/>
                  <a:pt x="30" y="17"/>
                </a:cubicBezTo>
                <a:cubicBezTo>
                  <a:pt x="30" y="6"/>
                  <a:pt x="30" y="6"/>
                  <a:pt x="30" y="6"/>
                </a:cubicBezTo>
                <a:cubicBezTo>
                  <a:pt x="30" y="1"/>
                  <a:pt x="28" y="0"/>
                  <a:pt x="27" y="0"/>
                </a:cubicBezTo>
                <a:cubicBezTo>
                  <a:pt x="27" y="0"/>
                  <a:pt x="27" y="0"/>
                  <a:pt x="27" y="0"/>
                </a:cubicBezTo>
                <a:cubicBezTo>
                  <a:pt x="27" y="0"/>
                  <a:pt x="27" y="0"/>
                  <a:pt x="27" y="0"/>
                </a:cubicBezTo>
                <a:cubicBezTo>
                  <a:pt x="26" y="0"/>
                  <a:pt x="24" y="1"/>
                  <a:pt x="24" y="6"/>
                </a:cubicBezTo>
                <a:cubicBezTo>
                  <a:pt x="24" y="17"/>
                  <a:pt x="24" y="17"/>
                  <a:pt x="24" y="17"/>
                </a:cubicBezTo>
                <a:cubicBezTo>
                  <a:pt x="18" y="20"/>
                  <a:pt x="18" y="20"/>
                  <a:pt x="18" y="20"/>
                </a:cubicBezTo>
                <a:cubicBezTo>
                  <a:pt x="18" y="19"/>
                  <a:pt x="18" y="19"/>
                  <a:pt x="18" y="19"/>
                </a:cubicBezTo>
                <a:cubicBezTo>
                  <a:pt x="15" y="19"/>
                  <a:pt x="15" y="19"/>
                  <a:pt x="15" y="19"/>
                </a:cubicBezTo>
                <a:cubicBezTo>
                  <a:pt x="15" y="22"/>
                  <a:pt x="15" y="22"/>
                  <a:pt x="15" y="22"/>
                </a:cubicBezTo>
                <a:cubicBezTo>
                  <a:pt x="10" y="24"/>
                  <a:pt x="10" y="24"/>
                  <a:pt x="10" y="24"/>
                </a:cubicBezTo>
                <a:cubicBezTo>
                  <a:pt x="10" y="23"/>
                  <a:pt x="10" y="23"/>
                  <a:pt x="10" y="23"/>
                </a:cubicBezTo>
                <a:cubicBezTo>
                  <a:pt x="6" y="23"/>
                  <a:pt x="6" y="23"/>
                  <a:pt x="6" y="23"/>
                </a:cubicBezTo>
                <a:cubicBezTo>
                  <a:pt x="6" y="26"/>
                  <a:pt x="6" y="26"/>
                  <a:pt x="6" y="26"/>
                </a:cubicBezTo>
                <a:cubicBezTo>
                  <a:pt x="0" y="30"/>
                  <a:pt x="0" y="30"/>
                  <a:pt x="0" y="30"/>
                </a:cubicBezTo>
                <a:cubicBezTo>
                  <a:pt x="0" y="33"/>
                  <a:pt x="0" y="33"/>
                  <a:pt x="0" y="33"/>
                </a:cubicBezTo>
                <a:cubicBezTo>
                  <a:pt x="16" y="28"/>
                  <a:pt x="16" y="28"/>
                  <a:pt x="16" y="28"/>
                </a:cubicBezTo>
                <a:cubicBezTo>
                  <a:pt x="24" y="28"/>
                  <a:pt x="24" y="28"/>
                  <a:pt x="24" y="28"/>
                </a:cubicBezTo>
                <a:cubicBezTo>
                  <a:pt x="24" y="29"/>
                  <a:pt x="24" y="30"/>
                  <a:pt x="24" y="30"/>
                </a:cubicBezTo>
                <a:cubicBezTo>
                  <a:pt x="26" y="45"/>
                  <a:pt x="26" y="45"/>
                  <a:pt x="26" y="45"/>
                </a:cubicBezTo>
                <a:cubicBezTo>
                  <a:pt x="17" y="51"/>
                  <a:pt x="17" y="51"/>
                  <a:pt x="17" y="51"/>
                </a:cubicBezTo>
                <a:cubicBezTo>
                  <a:pt x="17" y="54"/>
                  <a:pt x="17" y="54"/>
                  <a:pt x="17" y="54"/>
                </a:cubicBezTo>
                <a:cubicBezTo>
                  <a:pt x="27" y="50"/>
                  <a:pt x="27" y="50"/>
                  <a:pt x="27" y="50"/>
                </a:cubicBezTo>
                <a:cubicBezTo>
                  <a:pt x="27" y="55"/>
                  <a:pt x="27" y="55"/>
                  <a:pt x="27" y="55"/>
                </a:cubicBezTo>
                <a:cubicBezTo>
                  <a:pt x="28" y="55"/>
                  <a:pt x="28" y="55"/>
                  <a:pt x="28" y="55"/>
                </a:cubicBezTo>
                <a:cubicBezTo>
                  <a:pt x="28" y="50"/>
                  <a:pt x="28" y="50"/>
                  <a:pt x="28" y="50"/>
                </a:cubicBezTo>
                <a:cubicBezTo>
                  <a:pt x="37" y="53"/>
                  <a:pt x="37" y="53"/>
                  <a:pt x="37" y="53"/>
                </a:cubicBezTo>
                <a:cubicBezTo>
                  <a:pt x="37" y="51"/>
                  <a:pt x="37" y="51"/>
                  <a:pt x="37" y="51"/>
                </a:cubicBezTo>
                <a:cubicBezTo>
                  <a:pt x="29" y="45"/>
                  <a:pt x="29" y="45"/>
                  <a:pt x="29" y="45"/>
                </a:cubicBezTo>
                <a:cubicBezTo>
                  <a:pt x="30" y="30"/>
                  <a:pt x="30" y="30"/>
                  <a:pt x="30" y="30"/>
                </a:cubicBezTo>
                <a:cubicBezTo>
                  <a:pt x="30" y="30"/>
                  <a:pt x="30" y="29"/>
                  <a:pt x="30" y="28"/>
                </a:cubicBezTo>
                <a:cubicBezTo>
                  <a:pt x="38" y="28"/>
                  <a:pt x="38" y="28"/>
                  <a:pt x="38" y="28"/>
                </a:cubicBezTo>
                <a:cubicBezTo>
                  <a:pt x="55" y="33"/>
                  <a:pt x="55" y="33"/>
                  <a:pt x="55" y="33"/>
                </a:cubicBezTo>
                <a:cubicBezTo>
                  <a:pt x="55" y="30"/>
                  <a:pt x="55" y="30"/>
                  <a:pt x="55" y="30"/>
                </a:cubicBezTo>
                <a:lnTo>
                  <a:pt x="48" y="26"/>
                </a:ln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7" name="Freeform 52">
            <a:extLst>
              <a:ext uri="{FF2B5EF4-FFF2-40B4-BE49-F238E27FC236}">
                <a16:creationId xmlns:a16="http://schemas.microsoft.com/office/drawing/2014/main" id="{06BA2CB6-C3F9-8BBE-D31A-4EA21A85D467}"/>
              </a:ext>
            </a:extLst>
          </p:cNvPr>
          <p:cNvSpPr>
            <a:spLocks noEditPoints="1"/>
          </p:cNvSpPr>
          <p:nvPr/>
        </p:nvSpPr>
        <p:spPr bwMode="auto">
          <a:xfrm>
            <a:off x="10152154" y="3367591"/>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5 w 86"/>
              <a:gd name="T29" fmla="*/ 74 h 86"/>
              <a:gd name="T30" fmla="*/ 9 w 86"/>
              <a:gd name="T31" fmla="*/ 69 h 86"/>
              <a:gd name="T32" fmla="*/ 82 w 86"/>
              <a:gd name="T33" fmla="*/ 57 h 86"/>
              <a:gd name="T34" fmla="*/ 81 w 86"/>
              <a:gd name="T35" fmla="*/ 64 h 86"/>
              <a:gd name="T36" fmla="*/ 2 w 86"/>
              <a:gd name="T37" fmla="*/ 57 h 86"/>
              <a:gd name="T38" fmla="*/ 6 w 86"/>
              <a:gd name="T39" fmla="*/ 63 h 86"/>
              <a:gd name="T40" fmla="*/ 2 w 86"/>
              <a:gd name="T41" fmla="*/ 57 h 86"/>
              <a:gd name="T42" fmla="*/ 85 w 86"/>
              <a:gd name="T43" fmla="*/ 44 h 86"/>
              <a:gd name="T44" fmla="*/ 86 w 86"/>
              <a:gd name="T45" fmla="*/ 51 h 86"/>
              <a:gd name="T46" fmla="*/ 0 w 86"/>
              <a:gd name="T47" fmla="*/ 44 h 86"/>
              <a:gd name="T48" fmla="*/ 2 w 86"/>
              <a:gd name="T49" fmla="*/ 43 h 86"/>
              <a:gd name="T50" fmla="*/ 2 w 86"/>
              <a:gd name="T51" fmla="*/ 49 h 86"/>
              <a:gd name="T52" fmla="*/ 0 w 86"/>
              <a:gd name="T53" fmla="*/ 44 h 86"/>
              <a:gd name="T54" fmla="*/ 85 w 86"/>
              <a:gd name="T55" fmla="*/ 31 h 86"/>
              <a:gd name="T56" fmla="*/ 85 w 86"/>
              <a:gd name="T57" fmla="*/ 39 h 86"/>
              <a:gd name="T58" fmla="*/ 1 w 86"/>
              <a:gd name="T59" fmla="*/ 35 h 86"/>
              <a:gd name="T60" fmla="*/ 4 w 86"/>
              <a:gd name="T61" fmla="*/ 29 h 86"/>
              <a:gd name="T62" fmla="*/ 1 w 86"/>
              <a:gd name="T63" fmla="*/ 35 h 86"/>
              <a:gd name="T64" fmla="*/ 78 w 86"/>
              <a:gd name="T65" fmla="*/ 19 h 86"/>
              <a:gd name="T66" fmla="*/ 81 w 86"/>
              <a:gd name="T67" fmla="*/ 25 h 86"/>
              <a:gd name="T68" fmla="*/ 6 w 86"/>
              <a:gd name="T69" fmla="*/ 22 h 86"/>
              <a:gd name="T70" fmla="*/ 11 w 86"/>
              <a:gd name="T71" fmla="*/ 17 h 86"/>
              <a:gd name="T72" fmla="*/ 6 w 86"/>
              <a:gd name="T73" fmla="*/ 22 h 86"/>
              <a:gd name="T74" fmla="*/ 67 w 86"/>
              <a:gd name="T75" fmla="*/ 10 h 86"/>
              <a:gd name="T76" fmla="*/ 73 w 86"/>
              <a:gd name="T77" fmla="*/ 13 h 86"/>
              <a:gd name="T78" fmla="*/ 67 w 86"/>
              <a:gd name="T79" fmla="*/ 10 h 86"/>
              <a:gd name="T80" fmla="*/ 21 w 86"/>
              <a:gd name="T81" fmla="*/ 7 h 86"/>
              <a:gd name="T82" fmla="*/ 16 w 86"/>
              <a:gd name="T83" fmla="*/ 12 h 86"/>
              <a:gd name="T84" fmla="*/ 55 w 86"/>
              <a:gd name="T85" fmla="*/ 4 h 86"/>
              <a:gd name="T86" fmla="*/ 62 w 86"/>
              <a:gd name="T87" fmla="*/ 5 h 86"/>
              <a:gd name="T88" fmla="*/ 55 w 86"/>
              <a:gd name="T89" fmla="*/ 4 h 86"/>
              <a:gd name="T90" fmla="*/ 34 w 86"/>
              <a:gd name="T91" fmla="*/ 1 h 86"/>
              <a:gd name="T92" fmla="*/ 28 w 86"/>
              <a:gd name="T93" fmla="*/ 5 h 86"/>
              <a:gd name="T94" fmla="*/ 43 w 86"/>
              <a:gd name="T95" fmla="*/ 2 h 86"/>
              <a:gd name="T96" fmla="*/ 41 w 86"/>
              <a:gd name="T97" fmla="*/ 1 h 86"/>
              <a:gd name="T98" fmla="*/ 48 w 86"/>
              <a:gd name="T99" fmla="*/ 1 h 86"/>
              <a:gd name="T100" fmla="*/ 43 w 86"/>
              <a:gd name="T101" fmla="*/ 2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4"/>
                  <a:pt x="32" y="84"/>
                  <a:pt x="32" y="84"/>
                </a:cubicBezTo>
                <a:cubicBezTo>
                  <a:pt x="35" y="84"/>
                  <a:pt x="37" y="85"/>
                  <a:pt x="39" y="85"/>
                </a:cubicBezTo>
                <a:cubicBezTo>
                  <a:pt x="39" y="86"/>
                  <a:pt x="39" y="86"/>
                  <a:pt x="39" y="86"/>
                </a:cubicBezTo>
                <a:cubicBezTo>
                  <a:pt x="37" y="86"/>
                  <a:pt x="34" y="86"/>
                  <a:pt x="32" y="85"/>
                </a:cubicBezTo>
                <a:close/>
                <a:moveTo>
                  <a:pt x="59" y="82"/>
                </a:moveTo>
                <a:cubicBezTo>
                  <a:pt x="62" y="81"/>
                  <a:pt x="64" y="80"/>
                  <a:pt x="66" y="78"/>
                </a:cubicBezTo>
                <a:cubicBezTo>
                  <a:pt x="66" y="80"/>
                  <a:pt x="66" y="80"/>
                  <a:pt x="66" y="80"/>
                </a:cubicBezTo>
                <a:cubicBezTo>
                  <a:pt x="64" y="81"/>
                  <a:pt x="62" y="82"/>
                  <a:pt x="60" y="83"/>
                </a:cubicBezTo>
                <a:lnTo>
                  <a:pt x="59" y="82"/>
                </a:lnTo>
                <a:close/>
                <a:moveTo>
                  <a:pt x="19" y="79"/>
                </a:moveTo>
                <a:cubicBezTo>
                  <a:pt x="20" y="78"/>
                  <a:pt x="20" y="78"/>
                  <a:pt x="20" y="78"/>
                </a:cubicBezTo>
                <a:cubicBezTo>
                  <a:pt x="22" y="79"/>
                  <a:pt x="24" y="80"/>
                  <a:pt x="26" y="81"/>
                </a:cubicBezTo>
                <a:cubicBezTo>
                  <a:pt x="25" y="83"/>
                  <a:pt x="25" y="83"/>
                  <a:pt x="25" y="83"/>
                </a:cubicBezTo>
                <a:cubicBezTo>
                  <a:pt x="23" y="82"/>
                  <a:pt x="21" y="81"/>
                  <a:pt x="19" y="79"/>
                </a:cubicBezTo>
                <a:close/>
                <a:moveTo>
                  <a:pt x="66" y="78"/>
                </a:moveTo>
                <a:cubicBezTo>
                  <a:pt x="66" y="78"/>
                  <a:pt x="66" y="78"/>
                  <a:pt x="66" y="78"/>
                </a:cubicBezTo>
                <a:moveTo>
                  <a:pt x="71" y="74"/>
                </a:moveTo>
                <a:cubicBezTo>
                  <a:pt x="73" y="73"/>
                  <a:pt x="74" y="71"/>
                  <a:pt x="76" y="69"/>
                </a:cubicBezTo>
                <a:cubicBezTo>
                  <a:pt x="77" y="70"/>
                  <a:pt x="77" y="70"/>
                  <a:pt x="77" y="70"/>
                </a:cubicBezTo>
                <a:cubicBezTo>
                  <a:pt x="76" y="72"/>
                  <a:pt x="74" y="74"/>
                  <a:pt x="72" y="75"/>
                </a:cubicBezTo>
                <a:lnTo>
                  <a:pt x="71" y="74"/>
                </a:lnTo>
                <a:close/>
                <a:moveTo>
                  <a:pt x="9" y="69"/>
                </a:moveTo>
                <a:cubicBezTo>
                  <a:pt x="10" y="68"/>
                  <a:pt x="10" y="68"/>
                  <a:pt x="10" y="68"/>
                </a:cubicBezTo>
                <a:cubicBezTo>
                  <a:pt x="11" y="70"/>
                  <a:pt x="13" y="72"/>
                  <a:pt x="15" y="74"/>
                </a:cubicBezTo>
                <a:cubicBezTo>
                  <a:pt x="13" y="75"/>
                  <a:pt x="13" y="75"/>
                  <a:pt x="13" y="75"/>
                </a:cubicBezTo>
                <a:cubicBezTo>
                  <a:pt x="12" y="73"/>
                  <a:pt x="10" y="71"/>
                  <a:pt x="9" y="69"/>
                </a:cubicBezTo>
                <a:close/>
                <a:moveTo>
                  <a:pt x="80" y="63"/>
                </a:moveTo>
                <a:cubicBezTo>
                  <a:pt x="81" y="61"/>
                  <a:pt x="82" y="59"/>
                  <a:pt x="82" y="57"/>
                </a:cubicBezTo>
                <a:cubicBezTo>
                  <a:pt x="84" y="58"/>
                  <a:pt x="84" y="58"/>
                  <a:pt x="84" y="58"/>
                </a:cubicBezTo>
                <a:cubicBezTo>
                  <a:pt x="83" y="60"/>
                  <a:pt x="82" y="62"/>
                  <a:pt x="81" y="64"/>
                </a:cubicBezTo>
                <a:lnTo>
                  <a:pt x="80" y="63"/>
                </a:lnTo>
                <a:close/>
                <a:moveTo>
                  <a:pt x="2" y="57"/>
                </a:moveTo>
                <a:cubicBezTo>
                  <a:pt x="4" y="56"/>
                  <a:pt x="4" y="56"/>
                  <a:pt x="4" y="56"/>
                </a:cubicBezTo>
                <a:cubicBezTo>
                  <a:pt x="4" y="58"/>
                  <a:pt x="5" y="61"/>
                  <a:pt x="6" y="63"/>
                </a:cubicBezTo>
                <a:cubicBezTo>
                  <a:pt x="5" y="63"/>
                  <a:pt x="5" y="63"/>
                  <a:pt x="5" y="63"/>
                </a:cubicBezTo>
                <a:cubicBezTo>
                  <a:pt x="4" y="61"/>
                  <a:pt x="3" y="59"/>
                  <a:pt x="2" y="57"/>
                </a:cubicBezTo>
                <a:close/>
                <a:moveTo>
                  <a:pt x="84" y="50"/>
                </a:moveTo>
                <a:cubicBezTo>
                  <a:pt x="85" y="48"/>
                  <a:pt x="85" y="46"/>
                  <a:pt x="85" y="44"/>
                </a:cubicBezTo>
                <a:cubicBezTo>
                  <a:pt x="86" y="44"/>
                  <a:pt x="86" y="44"/>
                  <a:pt x="86" y="44"/>
                </a:cubicBezTo>
                <a:cubicBezTo>
                  <a:pt x="86" y="46"/>
                  <a:pt x="86" y="48"/>
                  <a:pt x="86" y="51"/>
                </a:cubicBezTo>
                <a:lnTo>
                  <a:pt x="84" y="50"/>
                </a:lnTo>
                <a:close/>
                <a:moveTo>
                  <a:pt x="0" y="44"/>
                </a:moveTo>
                <a:cubicBezTo>
                  <a:pt x="0" y="43"/>
                  <a:pt x="0" y="43"/>
                  <a:pt x="0" y="43"/>
                </a:cubicBezTo>
                <a:cubicBezTo>
                  <a:pt x="2" y="43"/>
                  <a:pt x="2" y="43"/>
                  <a:pt x="2" y="43"/>
                </a:cubicBezTo>
                <a:cubicBezTo>
                  <a:pt x="2" y="43"/>
                  <a:pt x="2" y="43"/>
                  <a:pt x="2" y="44"/>
                </a:cubicBezTo>
                <a:cubicBezTo>
                  <a:pt x="2" y="46"/>
                  <a:pt x="2" y="47"/>
                  <a:pt x="2" y="49"/>
                </a:cubicBezTo>
                <a:cubicBezTo>
                  <a:pt x="1" y="50"/>
                  <a:pt x="1" y="50"/>
                  <a:pt x="1" y="50"/>
                </a:cubicBezTo>
                <a:cubicBezTo>
                  <a:pt x="0" y="48"/>
                  <a:pt x="0" y="46"/>
                  <a:pt x="0" y="44"/>
                </a:cubicBezTo>
                <a:close/>
                <a:moveTo>
                  <a:pt x="83" y="32"/>
                </a:moveTo>
                <a:cubicBezTo>
                  <a:pt x="85" y="31"/>
                  <a:pt x="85" y="31"/>
                  <a:pt x="85" y="31"/>
                </a:cubicBezTo>
                <a:cubicBezTo>
                  <a:pt x="85" y="34"/>
                  <a:pt x="86" y="36"/>
                  <a:pt x="86" y="38"/>
                </a:cubicBezTo>
                <a:cubicBezTo>
                  <a:pt x="85" y="39"/>
                  <a:pt x="85" y="39"/>
                  <a:pt x="85" y="39"/>
                </a:cubicBezTo>
                <a:cubicBezTo>
                  <a:pt x="84" y="36"/>
                  <a:pt x="84" y="34"/>
                  <a:pt x="83" y="32"/>
                </a:cubicBezTo>
                <a:close/>
                <a:moveTo>
                  <a:pt x="1" y="35"/>
                </a:moveTo>
                <a:cubicBezTo>
                  <a:pt x="1" y="33"/>
                  <a:pt x="2" y="31"/>
                  <a:pt x="3" y="28"/>
                </a:cubicBezTo>
                <a:cubicBezTo>
                  <a:pt x="4" y="29"/>
                  <a:pt x="4" y="29"/>
                  <a:pt x="4" y="29"/>
                </a:cubicBezTo>
                <a:cubicBezTo>
                  <a:pt x="3" y="31"/>
                  <a:pt x="3" y="33"/>
                  <a:pt x="2" y="36"/>
                </a:cubicBezTo>
                <a:lnTo>
                  <a:pt x="1" y="35"/>
                </a:lnTo>
                <a:close/>
                <a:moveTo>
                  <a:pt x="77" y="19"/>
                </a:moveTo>
                <a:cubicBezTo>
                  <a:pt x="78" y="19"/>
                  <a:pt x="78" y="19"/>
                  <a:pt x="78" y="19"/>
                </a:cubicBezTo>
                <a:cubicBezTo>
                  <a:pt x="80" y="21"/>
                  <a:pt x="81" y="23"/>
                  <a:pt x="82" y="25"/>
                </a:cubicBezTo>
                <a:cubicBezTo>
                  <a:pt x="81" y="25"/>
                  <a:pt x="81" y="25"/>
                  <a:pt x="81" y="25"/>
                </a:cubicBezTo>
                <a:cubicBezTo>
                  <a:pt x="80" y="23"/>
                  <a:pt x="78" y="21"/>
                  <a:pt x="77" y="19"/>
                </a:cubicBezTo>
                <a:close/>
                <a:moveTo>
                  <a:pt x="6" y="22"/>
                </a:moveTo>
                <a:cubicBezTo>
                  <a:pt x="7" y="20"/>
                  <a:pt x="8" y="18"/>
                  <a:pt x="10" y="16"/>
                </a:cubicBezTo>
                <a:cubicBezTo>
                  <a:pt x="11" y="17"/>
                  <a:pt x="11" y="17"/>
                  <a:pt x="11" y="17"/>
                </a:cubicBezTo>
                <a:cubicBezTo>
                  <a:pt x="10" y="19"/>
                  <a:pt x="8" y="21"/>
                  <a:pt x="7" y="23"/>
                </a:cubicBezTo>
                <a:lnTo>
                  <a:pt x="6" y="22"/>
                </a:lnTo>
                <a:close/>
                <a:moveTo>
                  <a:pt x="67" y="10"/>
                </a:moveTo>
                <a:cubicBezTo>
                  <a:pt x="67" y="10"/>
                  <a:pt x="67" y="10"/>
                  <a:pt x="67" y="10"/>
                </a:cubicBezTo>
                <a:cubicBezTo>
                  <a:pt x="68" y="9"/>
                  <a:pt x="68" y="9"/>
                  <a:pt x="68" y="9"/>
                </a:cubicBezTo>
                <a:cubicBezTo>
                  <a:pt x="70" y="10"/>
                  <a:pt x="72" y="11"/>
                  <a:pt x="73" y="13"/>
                </a:cubicBezTo>
                <a:cubicBezTo>
                  <a:pt x="72" y="14"/>
                  <a:pt x="72" y="14"/>
                  <a:pt x="72" y="14"/>
                </a:cubicBezTo>
                <a:cubicBezTo>
                  <a:pt x="71" y="12"/>
                  <a:pt x="69" y="11"/>
                  <a:pt x="67" y="10"/>
                </a:cubicBezTo>
                <a:close/>
                <a:moveTo>
                  <a:pt x="15" y="11"/>
                </a:moveTo>
                <a:cubicBezTo>
                  <a:pt x="17" y="9"/>
                  <a:pt x="19" y="8"/>
                  <a:pt x="21" y="7"/>
                </a:cubicBezTo>
                <a:cubicBezTo>
                  <a:pt x="21" y="8"/>
                  <a:pt x="21" y="8"/>
                  <a:pt x="21" y="8"/>
                </a:cubicBezTo>
                <a:cubicBezTo>
                  <a:pt x="20" y="9"/>
                  <a:pt x="18" y="11"/>
                  <a:pt x="16" y="12"/>
                </a:cubicBezTo>
                <a:lnTo>
                  <a:pt x="15" y="11"/>
                </a:lnTo>
                <a:close/>
                <a:moveTo>
                  <a:pt x="55" y="4"/>
                </a:moveTo>
                <a:cubicBezTo>
                  <a:pt x="55" y="2"/>
                  <a:pt x="55" y="2"/>
                  <a:pt x="55" y="2"/>
                </a:cubicBezTo>
                <a:cubicBezTo>
                  <a:pt x="58" y="3"/>
                  <a:pt x="60" y="4"/>
                  <a:pt x="62" y="5"/>
                </a:cubicBezTo>
                <a:cubicBezTo>
                  <a:pt x="61" y="6"/>
                  <a:pt x="61" y="6"/>
                  <a:pt x="61" y="6"/>
                </a:cubicBezTo>
                <a:cubicBezTo>
                  <a:pt x="59" y="5"/>
                  <a:pt x="57" y="4"/>
                  <a:pt x="55" y="4"/>
                </a:cubicBezTo>
                <a:close/>
                <a:moveTo>
                  <a:pt x="27" y="4"/>
                </a:moveTo>
                <a:cubicBezTo>
                  <a:pt x="29" y="3"/>
                  <a:pt x="32" y="2"/>
                  <a:pt x="34" y="1"/>
                </a:cubicBezTo>
                <a:cubicBezTo>
                  <a:pt x="34" y="3"/>
                  <a:pt x="34" y="3"/>
                  <a:pt x="34" y="3"/>
                </a:cubicBezTo>
                <a:cubicBezTo>
                  <a:pt x="32" y="3"/>
                  <a:pt x="30" y="4"/>
                  <a:pt x="28" y="5"/>
                </a:cubicBezTo>
                <a:lnTo>
                  <a:pt x="27" y="4"/>
                </a:lnTo>
                <a:close/>
                <a:moveTo>
                  <a:pt x="43" y="2"/>
                </a:moveTo>
                <a:cubicBezTo>
                  <a:pt x="43" y="2"/>
                  <a:pt x="42" y="2"/>
                  <a:pt x="41" y="2"/>
                </a:cubicBezTo>
                <a:cubicBezTo>
                  <a:pt x="41" y="1"/>
                  <a:pt x="41" y="1"/>
                  <a:pt x="41" y="1"/>
                </a:cubicBezTo>
                <a:cubicBezTo>
                  <a:pt x="42" y="1"/>
                  <a:pt x="42" y="0"/>
                  <a:pt x="43" y="0"/>
                </a:cubicBezTo>
                <a:cubicBezTo>
                  <a:pt x="45" y="0"/>
                  <a:pt x="47" y="1"/>
                  <a:pt x="48" y="1"/>
                </a:cubicBezTo>
                <a:cubicBezTo>
                  <a:pt x="48" y="2"/>
                  <a:pt x="48" y="2"/>
                  <a:pt x="48" y="2"/>
                </a:cubicBezTo>
                <a:cubicBezTo>
                  <a:pt x="46" y="2"/>
                  <a:pt x="45" y="2"/>
                  <a:pt x="43" y="2"/>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8" name="TextBox 1401">
            <a:extLst>
              <a:ext uri="{FF2B5EF4-FFF2-40B4-BE49-F238E27FC236}">
                <a16:creationId xmlns:a16="http://schemas.microsoft.com/office/drawing/2014/main" id="{38C5DCC5-D458-0B25-7DD6-38AC7E04DCA6}"/>
              </a:ext>
            </a:extLst>
          </p:cNvPr>
          <p:cNvSpPr txBox="1"/>
          <p:nvPr/>
        </p:nvSpPr>
        <p:spPr bwMode="auto">
          <a:xfrm>
            <a:off x="2226549" y="1681605"/>
            <a:ext cx="1435008" cy="420564"/>
          </a:xfrm>
          <a:prstGeom prst="rect">
            <a:avLst/>
          </a:prstGeom>
          <a:noFill/>
        </p:spPr>
        <p:txBody>
          <a:bodyPr wrap="none">
            <a:spAutoFit/>
          </a:bodyPr>
          <a:lstStyle>
            <a:defPPr>
              <a:defRPr lang="zh-CN"/>
            </a:defPPr>
            <a:lvl1pPr algn="ctr" fontAlgn="auto">
              <a:spcBef>
                <a:spcPts val="0"/>
              </a:spcBef>
              <a:spcAft>
                <a:spcPts val="0"/>
              </a:spcAft>
              <a:defRPr sz="1200" spc="300">
                <a:solidFill>
                  <a:srgbClr val="F83003"/>
                </a:solidFill>
                <a:latin typeface="微软雅黑" pitchFamily="34" charset="-122"/>
                <a:ea typeface="微软雅黑" pitchFamily="34" charset="-122"/>
                <a:cs typeface="Arial" pitchFamily="34" charset="0"/>
              </a:defRPr>
            </a:lvl1pPr>
          </a:lstStyle>
          <a:p>
            <a:r>
              <a:rPr lang="zh-CN" altLang="en-US" sz="2135" b="1" dirty="0">
                <a:solidFill>
                  <a:schemeClr val="accent1"/>
                </a:solidFill>
                <a:latin typeface="+mn-lt"/>
                <a:ea typeface="+mn-ea"/>
                <a:cs typeface="+mn-ea"/>
                <a:sym typeface="+mn-lt"/>
              </a:rPr>
              <a:t>添加标题</a:t>
            </a:r>
          </a:p>
        </p:txBody>
      </p:sp>
      <p:sp>
        <p:nvSpPr>
          <p:cNvPr id="39" name="TextBox 1412">
            <a:extLst>
              <a:ext uri="{FF2B5EF4-FFF2-40B4-BE49-F238E27FC236}">
                <a16:creationId xmlns:a16="http://schemas.microsoft.com/office/drawing/2014/main" id="{01C6D69F-2DB6-CC06-F7AF-756253B399F7}"/>
              </a:ext>
            </a:extLst>
          </p:cNvPr>
          <p:cNvSpPr txBox="1"/>
          <p:nvPr/>
        </p:nvSpPr>
        <p:spPr bwMode="auto">
          <a:xfrm>
            <a:off x="2226549" y="3047111"/>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EBAC07"/>
                </a:solidFill>
                <a:latin typeface="微软雅黑" pitchFamily="34" charset="-122"/>
                <a:ea typeface="微软雅黑" pitchFamily="34" charset="-122"/>
                <a:cs typeface="Arial" pitchFamily="34" charset="0"/>
              </a:defRPr>
            </a:lvl1pPr>
          </a:lstStyle>
          <a:p>
            <a:r>
              <a:rPr lang="zh-CN" altLang="en-US" sz="2135" b="1" dirty="0">
                <a:solidFill>
                  <a:schemeClr val="accent2"/>
                </a:solidFill>
                <a:latin typeface="+mn-lt"/>
                <a:ea typeface="+mn-ea"/>
                <a:cs typeface="+mn-ea"/>
                <a:sym typeface="+mn-lt"/>
              </a:rPr>
              <a:t>添加标题</a:t>
            </a:r>
          </a:p>
        </p:txBody>
      </p:sp>
      <p:sp>
        <p:nvSpPr>
          <p:cNvPr id="40" name="TextBox 1414">
            <a:extLst>
              <a:ext uri="{FF2B5EF4-FFF2-40B4-BE49-F238E27FC236}">
                <a16:creationId xmlns:a16="http://schemas.microsoft.com/office/drawing/2014/main" id="{463AFDFF-A2DC-2CA2-B23B-5EA56A0B391D}"/>
              </a:ext>
            </a:extLst>
          </p:cNvPr>
          <p:cNvSpPr txBox="1"/>
          <p:nvPr/>
        </p:nvSpPr>
        <p:spPr bwMode="auto">
          <a:xfrm>
            <a:off x="2226549" y="4567309"/>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8BC925"/>
                </a:solidFill>
                <a:latin typeface="微软雅黑" pitchFamily="34" charset="-122"/>
                <a:ea typeface="微软雅黑" pitchFamily="34" charset="-122"/>
                <a:cs typeface="Arial" pitchFamily="34" charset="0"/>
              </a:defRPr>
            </a:lvl1pPr>
          </a:lstStyle>
          <a:p>
            <a:r>
              <a:rPr lang="zh-CN" altLang="en-US" sz="2135" b="1" dirty="0">
                <a:solidFill>
                  <a:schemeClr val="accent5"/>
                </a:solidFill>
                <a:latin typeface="+mn-lt"/>
                <a:ea typeface="+mn-ea"/>
                <a:cs typeface="+mn-ea"/>
                <a:sym typeface="+mn-lt"/>
              </a:rPr>
              <a:t>添加标题</a:t>
            </a:r>
          </a:p>
        </p:txBody>
      </p:sp>
      <p:sp>
        <p:nvSpPr>
          <p:cNvPr id="41" name="TextBox 1416">
            <a:extLst>
              <a:ext uri="{FF2B5EF4-FFF2-40B4-BE49-F238E27FC236}">
                <a16:creationId xmlns:a16="http://schemas.microsoft.com/office/drawing/2014/main" id="{F79E5CEE-AEFB-E46E-E08D-54F3DF0F6834}"/>
              </a:ext>
            </a:extLst>
          </p:cNvPr>
          <p:cNvSpPr txBox="1"/>
          <p:nvPr/>
        </p:nvSpPr>
        <p:spPr bwMode="auto">
          <a:xfrm>
            <a:off x="6986369" y="1681605"/>
            <a:ext cx="1435008" cy="420564"/>
          </a:xfrm>
          <a:prstGeom prst="rect">
            <a:avLst/>
          </a:prstGeom>
          <a:noFill/>
        </p:spPr>
        <p:txBody>
          <a:bodyPr wrap="none">
            <a:spAutoFit/>
          </a:bodyPr>
          <a:lstStyle>
            <a:defPPr>
              <a:defRPr lang="zh-CN"/>
            </a:defPPr>
            <a:lvl1pPr algn="ctr" fontAlgn="auto">
              <a:spcBef>
                <a:spcPts val="0"/>
              </a:spcBef>
              <a:spcAft>
                <a:spcPts val="0"/>
              </a:spcAft>
              <a:defRPr sz="1200" spc="300">
                <a:solidFill>
                  <a:srgbClr val="F83003"/>
                </a:solidFill>
                <a:latin typeface="微软雅黑" pitchFamily="34" charset="-122"/>
                <a:ea typeface="微软雅黑" pitchFamily="34" charset="-122"/>
                <a:cs typeface="Arial" pitchFamily="34" charset="0"/>
              </a:defRPr>
            </a:lvl1pPr>
          </a:lstStyle>
          <a:p>
            <a:r>
              <a:rPr lang="zh-CN" altLang="en-US" sz="2135" b="1" dirty="0">
                <a:solidFill>
                  <a:schemeClr val="accent1"/>
                </a:solidFill>
                <a:latin typeface="+mn-lt"/>
                <a:ea typeface="+mn-ea"/>
                <a:cs typeface="+mn-ea"/>
                <a:sym typeface="+mn-lt"/>
              </a:rPr>
              <a:t>添加标题</a:t>
            </a:r>
          </a:p>
        </p:txBody>
      </p:sp>
      <p:sp>
        <p:nvSpPr>
          <p:cNvPr id="42" name="TextBox 1418">
            <a:extLst>
              <a:ext uri="{FF2B5EF4-FFF2-40B4-BE49-F238E27FC236}">
                <a16:creationId xmlns:a16="http://schemas.microsoft.com/office/drawing/2014/main" id="{A435ED69-01AC-33F2-27BD-F714B597A9A2}"/>
              </a:ext>
            </a:extLst>
          </p:cNvPr>
          <p:cNvSpPr txBox="1"/>
          <p:nvPr/>
        </p:nvSpPr>
        <p:spPr bwMode="auto">
          <a:xfrm>
            <a:off x="6986369" y="3047111"/>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EBAC07"/>
                </a:solidFill>
                <a:latin typeface="微软雅黑" pitchFamily="34" charset="-122"/>
                <a:ea typeface="微软雅黑" pitchFamily="34" charset="-122"/>
                <a:cs typeface="Arial" pitchFamily="34" charset="0"/>
              </a:defRPr>
            </a:lvl1pPr>
          </a:lstStyle>
          <a:p>
            <a:r>
              <a:rPr lang="zh-CN" altLang="en-US" sz="2135" b="1" dirty="0">
                <a:solidFill>
                  <a:schemeClr val="accent2"/>
                </a:solidFill>
                <a:latin typeface="+mn-lt"/>
                <a:ea typeface="+mn-ea"/>
                <a:cs typeface="+mn-ea"/>
                <a:sym typeface="+mn-lt"/>
              </a:rPr>
              <a:t>添加标题</a:t>
            </a:r>
          </a:p>
        </p:txBody>
      </p:sp>
      <p:sp>
        <p:nvSpPr>
          <p:cNvPr id="43" name="TextBox 1420">
            <a:extLst>
              <a:ext uri="{FF2B5EF4-FFF2-40B4-BE49-F238E27FC236}">
                <a16:creationId xmlns:a16="http://schemas.microsoft.com/office/drawing/2014/main" id="{1CF8A38A-DEA6-E6F4-7613-49109DCE7F69}"/>
              </a:ext>
            </a:extLst>
          </p:cNvPr>
          <p:cNvSpPr txBox="1"/>
          <p:nvPr/>
        </p:nvSpPr>
        <p:spPr bwMode="auto">
          <a:xfrm>
            <a:off x="6986369" y="4567309"/>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8BC925"/>
                </a:solidFill>
                <a:latin typeface="微软雅黑" pitchFamily="34" charset="-122"/>
                <a:ea typeface="微软雅黑" pitchFamily="34" charset="-122"/>
                <a:cs typeface="Arial" pitchFamily="34" charset="0"/>
              </a:defRPr>
            </a:lvl1pPr>
          </a:lstStyle>
          <a:p>
            <a:r>
              <a:rPr lang="zh-CN" altLang="en-US" sz="2135" b="1" dirty="0">
                <a:solidFill>
                  <a:schemeClr val="accent5"/>
                </a:solidFill>
                <a:latin typeface="+mn-lt"/>
                <a:ea typeface="+mn-ea"/>
                <a:cs typeface="+mn-ea"/>
                <a:sym typeface="+mn-lt"/>
              </a:rPr>
              <a:t>添加标题</a:t>
            </a:r>
          </a:p>
        </p:txBody>
      </p:sp>
      <p:cxnSp>
        <p:nvCxnSpPr>
          <p:cNvPr id="44" name="直接连接符 43">
            <a:extLst>
              <a:ext uri="{FF2B5EF4-FFF2-40B4-BE49-F238E27FC236}">
                <a16:creationId xmlns:a16="http://schemas.microsoft.com/office/drawing/2014/main" id="{EDE8F9B9-1A13-189F-7B29-A8186658DAD2}"/>
              </a:ext>
            </a:extLst>
          </p:cNvPr>
          <p:cNvCxnSpPr/>
          <p:nvPr/>
        </p:nvCxnSpPr>
        <p:spPr>
          <a:xfrm flipH="1">
            <a:off x="1251778" y="3009041"/>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E2A0F361-AA24-D6B4-8C25-9649AECE21D0}"/>
              </a:ext>
            </a:extLst>
          </p:cNvPr>
          <p:cNvCxnSpPr/>
          <p:nvPr/>
        </p:nvCxnSpPr>
        <p:spPr>
          <a:xfrm flipH="1">
            <a:off x="1251778" y="4442425"/>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891B9AE2-56C1-54E5-75DA-785DD3056D75}"/>
              </a:ext>
            </a:extLst>
          </p:cNvPr>
          <p:cNvCxnSpPr/>
          <p:nvPr/>
        </p:nvCxnSpPr>
        <p:spPr>
          <a:xfrm flipH="1">
            <a:off x="7034741" y="3009041"/>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96DFFBED-120E-2F03-7A54-9F4106F76DEE}"/>
              </a:ext>
            </a:extLst>
          </p:cNvPr>
          <p:cNvCxnSpPr/>
          <p:nvPr/>
        </p:nvCxnSpPr>
        <p:spPr>
          <a:xfrm flipH="1">
            <a:off x="7034741" y="4442425"/>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48" name="Oval 22">
            <a:extLst>
              <a:ext uri="{FF2B5EF4-FFF2-40B4-BE49-F238E27FC236}">
                <a16:creationId xmlns:a16="http://schemas.microsoft.com/office/drawing/2014/main" id="{A05BEC9D-52B1-8F2F-58D6-78B8C576429C}"/>
              </a:ext>
            </a:extLst>
          </p:cNvPr>
          <p:cNvSpPr>
            <a:spLocks noChangeArrowheads="1"/>
          </p:cNvSpPr>
          <p:nvPr/>
        </p:nvSpPr>
        <p:spPr bwMode="auto">
          <a:xfrm>
            <a:off x="1322719" y="4925525"/>
            <a:ext cx="652159" cy="652158"/>
          </a:xfrm>
          <a:prstGeom prst="ellipse">
            <a:avLst/>
          </a:prstGeom>
          <a:solidFill>
            <a:schemeClr val="accent5"/>
          </a:solidFill>
          <a:ln>
            <a:noFill/>
          </a:ln>
        </p:spPr>
        <p:txBody>
          <a:bodyPr/>
          <a:lstStyle/>
          <a:p>
            <a:endParaRPr lang="zh-CN" altLang="en-US" sz="2135">
              <a:cs typeface="+mn-ea"/>
              <a:sym typeface="+mn-lt"/>
            </a:endParaRPr>
          </a:p>
        </p:txBody>
      </p:sp>
      <p:sp>
        <p:nvSpPr>
          <p:cNvPr id="49" name="Freeform 23">
            <a:extLst>
              <a:ext uri="{FF2B5EF4-FFF2-40B4-BE49-F238E27FC236}">
                <a16:creationId xmlns:a16="http://schemas.microsoft.com/office/drawing/2014/main" id="{A772B3A9-940B-745C-4756-006A1CCC5F4B}"/>
              </a:ext>
            </a:extLst>
          </p:cNvPr>
          <p:cNvSpPr>
            <a:spLocks noEditPoints="1"/>
          </p:cNvSpPr>
          <p:nvPr/>
        </p:nvSpPr>
        <p:spPr bwMode="auto">
          <a:xfrm>
            <a:off x="1651385" y="4925525"/>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50" name="组合 49">
            <a:extLst>
              <a:ext uri="{FF2B5EF4-FFF2-40B4-BE49-F238E27FC236}">
                <a16:creationId xmlns:a16="http://schemas.microsoft.com/office/drawing/2014/main" id="{33CCE7DB-A895-055E-4A4E-BD0A322870D7}"/>
              </a:ext>
            </a:extLst>
          </p:cNvPr>
          <p:cNvGrpSpPr/>
          <p:nvPr/>
        </p:nvGrpSpPr>
        <p:grpSpPr>
          <a:xfrm>
            <a:off x="1470231" y="5018690"/>
            <a:ext cx="346783" cy="476180"/>
            <a:chOff x="10231709" y="4917090"/>
            <a:chExt cx="346783" cy="476180"/>
          </a:xfrm>
        </p:grpSpPr>
        <p:sp>
          <p:nvSpPr>
            <p:cNvPr id="51" name="Freeform 25">
              <a:extLst>
                <a:ext uri="{FF2B5EF4-FFF2-40B4-BE49-F238E27FC236}">
                  <a16:creationId xmlns:a16="http://schemas.microsoft.com/office/drawing/2014/main" id="{E7993D3A-4DB8-6420-1C93-791712A178AE}"/>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2" name="Freeform 26">
              <a:extLst>
                <a:ext uri="{FF2B5EF4-FFF2-40B4-BE49-F238E27FC236}">
                  <a16:creationId xmlns:a16="http://schemas.microsoft.com/office/drawing/2014/main" id="{04F49CC3-F751-F5DA-3120-961EFEBE006B}"/>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3" name="Freeform 27">
              <a:extLst>
                <a:ext uri="{FF2B5EF4-FFF2-40B4-BE49-F238E27FC236}">
                  <a16:creationId xmlns:a16="http://schemas.microsoft.com/office/drawing/2014/main" id="{4E5B3D37-33D9-E0BE-6336-A8274B8ED089}"/>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4" name="Freeform 28">
              <a:extLst>
                <a:ext uri="{FF2B5EF4-FFF2-40B4-BE49-F238E27FC236}">
                  <a16:creationId xmlns:a16="http://schemas.microsoft.com/office/drawing/2014/main" id="{5085791F-720A-9393-CADF-39DB0504E195}"/>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5" name="Freeform 29">
              <a:extLst>
                <a:ext uri="{FF2B5EF4-FFF2-40B4-BE49-F238E27FC236}">
                  <a16:creationId xmlns:a16="http://schemas.microsoft.com/office/drawing/2014/main" id="{2478FF30-B0F5-8C7F-EF07-434C78745289}"/>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6" name="Freeform 30">
              <a:extLst>
                <a:ext uri="{FF2B5EF4-FFF2-40B4-BE49-F238E27FC236}">
                  <a16:creationId xmlns:a16="http://schemas.microsoft.com/office/drawing/2014/main" id="{86EC713C-47D8-1D00-79D6-E611C9DC4118}"/>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7" name="Freeform 31">
              <a:extLst>
                <a:ext uri="{FF2B5EF4-FFF2-40B4-BE49-F238E27FC236}">
                  <a16:creationId xmlns:a16="http://schemas.microsoft.com/office/drawing/2014/main" id="{1A1718C6-8F17-CC28-1B01-FD697F20EFB7}"/>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8" name="Freeform 32">
              <a:extLst>
                <a:ext uri="{FF2B5EF4-FFF2-40B4-BE49-F238E27FC236}">
                  <a16:creationId xmlns:a16="http://schemas.microsoft.com/office/drawing/2014/main" id="{82878612-A4A6-FCA0-A677-37A7048AF0A9}"/>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9" name="Freeform 33">
              <a:extLst>
                <a:ext uri="{FF2B5EF4-FFF2-40B4-BE49-F238E27FC236}">
                  <a16:creationId xmlns:a16="http://schemas.microsoft.com/office/drawing/2014/main" id="{040B087E-E239-B98C-CFB5-475288685460}"/>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0" name="Freeform 34">
              <a:extLst>
                <a:ext uri="{FF2B5EF4-FFF2-40B4-BE49-F238E27FC236}">
                  <a16:creationId xmlns:a16="http://schemas.microsoft.com/office/drawing/2014/main" id="{C3BCB0B8-2824-F581-B2E8-F447FBFD64DE}"/>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1" name="Freeform 35">
              <a:extLst>
                <a:ext uri="{FF2B5EF4-FFF2-40B4-BE49-F238E27FC236}">
                  <a16:creationId xmlns:a16="http://schemas.microsoft.com/office/drawing/2014/main" id="{B4B9565E-175A-F385-38E5-80DEE2086EA3}"/>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2" name="Freeform 36">
              <a:extLst>
                <a:ext uri="{FF2B5EF4-FFF2-40B4-BE49-F238E27FC236}">
                  <a16:creationId xmlns:a16="http://schemas.microsoft.com/office/drawing/2014/main" id="{C9AB93C4-6605-E17D-1CDA-9CDF0D6C486C}"/>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63" name="Freeform 37">
            <a:extLst>
              <a:ext uri="{FF2B5EF4-FFF2-40B4-BE49-F238E27FC236}">
                <a16:creationId xmlns:a16="http://schemas.microsoft.com/office/drawing/2014/main" id="{8D856841-81F9-504F-FAE8-CEFDBC46BE66}"/>
              </a:ext>
            </a:extLst>
          </p:cNvPr>
          <p:cNvSpPr>
            <a:spLocks noEditPoints="1"/>
          </p:cNvSpPr>
          <p:nvPr/>
        </p:nvSpPr>
        <p:spPr bwMode="auto">
          <a:xfrm>
            <a:off x="1289076" y="4894470"/>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4" name="Oval 22">
            <a:extLst>
              <a:ext uri="{FF2B5EF4-FFF2-40B4-BE49-F238E27FC236}">
                <a16:creationId xmlns:a16="http://schemas.microsoft.com/office/drawing/2014/main" id="{08766537-DD27-36AD-71A5-7D773D89205B}"/>
              </a:ext>
            </a:extLst>
          </p:cNvPr>
          <p:cNvSpPr>
            <a:spLocks noChangeArrowheads="1"/>
          </p:cNvSpPr>
          <p:nvPr/>
        </p:nvSpPr>
        <p:spPr bwMode="auto">
          <a:xfrm>
            <a:off x="1322719" y="3450277"/>
            <a:ext cx="652159" cy="652158"/>
          </a:xfrm>
          <a:prstGeom prst="ellipse">
            <a:avLst/>
          </a:prstGeom>
          <a:solidFill>
            <a:schemeClr val="accent2"/>
          </a:solidFill>
          <a:ln>
            <a:noFill/>
          </a:ln>
        </p:spPr>
        <p:txBody>
          <a:bodyPr/>
          <a:lstStyle/>
          <a:p>
            <a:endParaRPr lang="zh-CN" altLang="en-US" sz="2135">
              <a:cs typeface="+mn-ea"/>
              <a:sym typeface="+mn-lt"/>
            </a:endParaRPr>
          </a:p>
        </p:txBody>
      </p:sp>
      <p:sp>
        <p:nvSpPr>
          <p:cNvPr id="65" name="Freeform 23">
            <a:extLst>
              <a:ext uri="{FF2B5EF4-FFF2-40B4-BE49-F238E27FC236}">
                <a16:creationId xmlns:a16="http://schemas.microsoft.com/office/drawing/2014/main" id="{641405F5-EF5F-9B2C-5035-07D40E998A4A}"/>
              </a:ext>
            </a:extLst>
          </p:cNvPr>
          <p:cNvSpPr>
            <a:spLocks noEditPoints="1"/>
          </p:cNvSpPr>
          <p:nvPr/>
        </p:nvSpPr>
        <p:spPr bwMode="auto">
          <a:xfrm>
            <a:off x="1651385" y="3450277"/>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66" name="组合 65">
            <a:extLst>
              <a:ext uri="{FF2B5EF4-FFF2-40B4-BE49-F238E27FC236}">
                <a16:creationId xmlns:a16="http://schemas.microsoft.com/office/drawing/2014/main" id="{2B3C6AF5-05EB-59E8-EA02-D3D7C3969957}"/>
              </a:ext>
            </a:extLst>
          </p:cNvPr>
          <p:cNvGrpSpPr/>
          <p:nvPr/>
        </p:nvGrpSpPr>
        <p:grpSpPr>
          <a:xfrm>
            <a:off x="1470231" y="3543442"/>
            <a:ext cx="346783" cy="476180"/>
            <a:chOff x="10231709" y="4917090"/>
            <a:chExt cx="346783" cy="476180"/>
          </a:xfrm>
        </p:grpSpPr>
        <p:sp>
          <p:nvSpPr>
            <p:cNvPr id="67" name="Freeform 25">
              <a:extLst>
                <a:ext uri="{FF2B5EF4-FFF2-40B4-BE49-F238E27FC236}">
                  <a16:creationId xmlns:a16="http://schemas.microsoft.com/office/drawing/2014/main" id="{4E7A4054-65F6-9F58-CF94-7B6B90857DA7}"/>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8" name="Freeform 26">
              <a:extLst>
                <a:ext uri="{FF2B5EF4-FFF2-40B4-BE49-F238E27FC236}">
                  <a16:creationId xmlns:a16="http://schemas.microsoft.com/office/drawing/2014/main" id="{BFD8BBF5-26B0-A3FC-5DC7-EFF67DC724D6}"/>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9" name="Freeform 27">
              <a:extLst>
                <a:ext uri="{FF2B5EF4-FFF2-40B4-BE49-F238E27FC236}">
                  <a16:creationId xmlns:a16="http://schemas.microsoft.com/office/drawing/2014/main" id="{801231C6-4D91-8783-FE78-1A7D75DC06E1}"/>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0" name="Freeform 28">
              <a:extLst>
                <a:ext uri="{FF2B5EF4-FFF2-40B4-BE49-F238E27FC236}">
                  <a16:creationId xmlns:a16="http://schemas.microsoft.com/office/drawing/2014/main" id="{0167244E-E161-08F6-CF58-0C652AFFEFE4}"/>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1" name="Freeform 29">
              <a:extLst>
                <a:ext uri="{FF2B5EF4-FFF2-40B4-BE49-F238E27FC236}">
                  <a16:creationId xmlns:a16="http://schemas.microsoft.com/office/drawing/2014/main" id="{300E2851-FE7E-2648-8EE1-DAC23232A391}"/>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2" name="Freeform 30">
              <a:extLst>
                <a:ext uri="{FF2B5EF4-FFF2-40B4-BE49-F238E27FC236}">
                  <a16:creationId xmlns:a16="http://schemas.microsoft.com/office/drawing/2014/main" id="{38CC1341-E89B-F384-145F-644D28FA38EE}"/>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3" name="Freeform 31">
              <a:extLst>
                <a:ext uri="{FF2B5EF4-FFF2-40B4-BE49-F238E27FC236}">
                  <a16:creationId xmlns:a16="http://schemas.microsoft.com/office/drawing/2014/main" id="{060C4C4C-6857-89BE-4E03-0B70C0BF1988}"/>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4" name="Freeform 32">
              <a:extLst>
                <a:ext uri="{FF2B5EF4-FFF2-40B4-BE49-F238E27FC236}">
                  <a16:creationId xmlns:a16="http://schemas.microsoft.com/office/drawing/2014/main" id="{E8A70FEC-7378-82FE-49DE-350F6E08B63D}"/>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5" name="Freeform 33">
              <a:extLst>
                <a:ext uri="{FF2B5EF4-FFF2-40B4-BE49-F238E27FC236}">
                  <a16:creationId xmlns:a16="http://schemas.microsoft.com/office/drawing/2014/main" id="{4C5B9A52-245C-503B-3698-C3C714957C6D}"/>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6" name="Freeform 34">
              <a:extLst>
                <a:ext uri="{FF2B5EF4-FFF2-40B4-BE49-F238E27FC236}">
                  <a16:creationId xmlns:a16="http://schemas.microsoft.com/office/drawing/2014/main" id="{C241FE8D-05B0-F741-6CE4-A335B9B36E2C}"/>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7" name="Freeform 35">
              <a:extLst>
                <a:ext uri="{FF2B5EF4-FFF2-40B4-BE49-F238E27FC236}">
                  <a16:creationId xmlns:a16="http://schemas.microsoft.com/office/drawing/2014/main" id="{5BDBA9CD-A76F-5EB3-5007-BB91848B4380}"/>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8" name="Freeform 36">
              <a:extLst>
                <a:ext uri="{FF2B5EF4-FFF2-40B4-BE49-F238E27FC236}">
                  <a16:creationId xmlns:a16="http://schemas.microsoft.com/office/drawing/2014/main" id="{3F4769CD-3671-26AB-6413-C723295842FA}"/>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79" name="Freeform 37">
            <a:extLst>
              <a:ext uri="{FF2B5EF4-FFF2-40B4-BE49-F238E27FC236}">
                <a16:creationId xmlns:a16="http://schemas.microsoft.com/office/drawing/2014/main" id="{F1309EC4-13C1-FEF9-0BBD-4C30934C2246}"/>
              </a:ext>
            </a:extLst>
          </p:cNvPr>
          <p:cNvSpPr>
            <a:spLocks noEditPoints="1"/>
          </p:cNvSpPr>
          <p:nvPr/>
        </p:nvSpPr>
        <p:spPr bwMode="auto">
          <a:xfrm>
            <a:off x="1289076" y="3419222"/>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0" name="Oval 22">
            <a:extLst>
              <a:ext uri="{FF2B5EF4-FFF2-40B4-BE49-F238E27FC236}">
                <a16:creationId xmlns:a16="http://schemas.microsoft.com/office/drawing/2014/main" id="{68313D47-C5F2-9236-DC37-AF6DD9B7F7A7}"/>
              </a:ext>
            </a:extLst>
          </p:cNvPr>
          <p:cNvSpPr>
            <a:spLocks noChangeArrowheads="1"/>
          </p:cNvSpPr>
          <p:nvPr/>
        </p:nvSpPr>
        <p:spPr bwMode="auto">
          <a:xfrm>
            <a:off x="1322719" y="1864584"/>
            <a:ext cx="652159" cy="652158"/>
          </a:xfrm>
          <a:prstGeom prst="ellipse">
            <a:avLst/>
          </a:prstGeom>
          <a:solidFill>
            <a:schemeClr val="accent1"/>
          </a:solidFill>
          <a:ln>
            <a:noFill/>
          </a:ln>
        </p:spPr>
        <p:txBody>
          <a:bodyPr/>
          <a:lstStyle/>
          <a:p>
            <a:endParaRPr lang="zh-CN" altLang="en-US" sz="2135">
              <a:cs typeface="+mn-ea"/>
              <a:sym typeface="+mn-lt"/>
            </a:endParaRPr>
          </a:p>
        </p:txBody>
      </p:sp>
      <p:sp>
        <p:nvSpPr>
          <p:cNvPr id="81" name="Freeform 23">
            <a:extLst>
              <a:ext uri="{FF2B5EF4-FFF2-40B4-BE49-F238E27FC236}">
                <a16:creationId xmlns:a16="http://schemas.microsoft.com/office/drawing/2014/main" id="{CA38C6A5-3D06-648D-4B9B-8F9BA6811DE0}"/>
              </a:ext>
            </a:extLst>
          </p:cNvPr>
          <p:cNvSpPr>
            <a:spLocks noEditPoints="1"/>
          </p:cNvSpPr>
          <p:nvPr/>
        </p:nvSpPr>
        <p:spPr bwMode="auto">
          <a:xfrm>
            <a:off x="1651385" y="1864584"/>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82" name="组合 81">
            <a:extLst>
              <a:ext uri="{FF2B5EF4-FFF2-40B4-BE49-F238E27FC236}">
                <a16:creationId xmlns:a16="http://schemas.microsoft.com/office/drawing/2014/main" id="{6E03ECF6-E456-177A-96C0-E86AEE8122DD}"/>
              </a:ext>
            </a:extLst>
          </p:cNvPr>
          <p:cNvGrpSpPr/>
          <p:nvPr/>
        </p:nvGrpSpPr>
        <p:grpSpPr>
          <a:xfrm>
            <a:off x="1470231" y="1957749"/>
            <a:ext cx="346783" cy="476180"/>
            <a:chOff x="10231709" y="4917090"/>
            <a:chExt cx="346783" cy="476180"/>
          </a:xfrm>
        </p:grpSpPr>
        <p:sp>
          <p:nvSpPr>
            <p:cNvPr id="83" name="Freeform 25">
              <a:extLst>
                <a:ext uri="{FF2B5EF4-FFF2-40B4-BE49-F238E27FC236}">
                  <a16:creationId xmlns:a16="http://schemas.microsoft.com/office/drawing/2014/main" id="{E5D43ABB-D2B6-DF6E-4232-E3E2D11E33FD}"/>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4" name="Freeform 26">
              <a:extLst>
                <a:ext uri="{FF2B5EF4-FFF2-40B4-BE49-F238E27FC236}">
                  <a16:creationId xmlns:a16="http://schemas.microsoft.com/office/drawing/2014/main" id="{A30E9585-E50D-C29E-63A9-5BCD7A93C113}"/>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5" name="Freeform 27">
              <a:extLst>
                <a:ext uri="{FF2B5EF4-FFF2-40B4-BE49-F238E27FC236}">
                  <a16:creationId xmlns:a16="http://schemas.microsoft.com/office/drawing/2014/main" id="{4DBBB6A1-7FC9-D1AF-ACB2-95C929278B1A}"/>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6" name="Freeform 28">
              <a:extLst>
                <a:ext uri="{FF2B5EF4-FFF2-40B4-BE49-F238E27FC236}">
                  <a16:creationId xmlns:a16="http://schemas.microsoft.com/office/drawing/2014/main" id="{3D039298-5530-B447-47E3-8452FF10FD69}"/>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7" name="Freeform 29">
              <a:extLst>
                <a:ext uri="{FF2B5EF4-FFF2-40B4-BE49-F238E27FC236}">
                  <a16:creationId xmlns:a16="http://schemas.microsoft.com/office/drawing/2014/main" id="{8CC7C2C8-A3BC-A43F-EFD9-88F8CF3F5D4E}"/>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8" name="Freeform 30">
              <a:extLst>
                <a:ext uri="{FF2B5EF4-FFF2-40B4-BE49-F238E27FC236}">
                  <a16:creationId xmlns:a16="http://schemas.microsoft.com/office/drawing/2014/main" id="{04BCC21F-6475-CD6A-9417-7453AF859EA0}"/>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9" name="Freeform 31">
              <a:extLst>
                <a:ext uri="{FF2B5EF4-FFF2-40B4-BE49-F238E27FC236}">
                  <a16:creationId xmlns:a16="http://schemas.microsoft.com/office/drawing/2014/main" id="{7E191426-4B3D-A384-75AF-3432C6076961}"/>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0" name="Freeform 32">
              <a:extLst>
                <a:ext uri="{FF2B5EF4-FFF2-40B4-BE49-F238E27FC236}">
                  <a16:creationId xmlns:a16="http://schemas.microsoft.com/office/drawing/2014/main" id="{C4217A3D-20D3-A3D1-59DB-D4F604D6E319}"/>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1" name="Freeform 33">
              <a:extLst>
                <a:ext uri="{FF2B5EF4-FFF2-40B4-BE49-F238E27FC236}">
                  <a16:creationId xmlns:a16="http://schemas.microsoft.com/office/drawing/2014/main" id="{8D25334C-352C-6DD7-C7C9-DE20840635B1}"/>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2" name="Freeform 34">
              <a:extLst>
                <a:ext uri="{FF2B5EF4-FFF2-40B4-BE49-F238E27FC236}">
                  <a16:creationId xmlns:a16="http://schemas.microsoft.com/office/drawing/2014/main" id="{E7D71668-5D7E-A16C-764A-3E77959E347A}"/>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3" name="Freeform 35">
              <a:extLst>
                <a:ext uri="{FF2B5EF4-FFF2-40B4-BE49-F238E27FC236}">
                  <a16:creationId xmlns:a16="http://schemas.microsoft.com/office/drawing/2014/main" id="{C93D005F-F381-0440-3715-9C86580057B8}"/>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4" name="Freeform 36">
              <a:extLst>
                <a:ext uri="{FF2B5EF4-FFF2-40B4-BE49-F238E27FC236}">
                  <a16:creationId xmlns:a16="http://schemas.microsoft.com/office/drawing/2014/main" id="{2D244018-5AB6-1BB8-CEBE-A55B40E7E0E4}"/>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95" name="Freeform 37">
            <a:extLst>
              <a:ext uri="{FF2B5EF4-FFF2-40B4-BE49-F238E27FC236}">
                <a16:creationId xmlns:a16="http://schemas.microsoft.com/office/drawing/2014/main" id="{73065374-D4DC-14F0-B036-5E94EB05DB71}"/>
              </a:ext>
            </a:extLst>
          </p:cNvPr>
          <p:cNvSpPr>
            <a:spLocks noEditPoints="1"/>
          </p:cNvSpPr>
          <p:nvPr/>
        </p:nvSpPr>
        <p:spPr bwMode="auto">
          <a:xfrm>
            <a:off x="1289076" y="1833529"/>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aphicFrame>
        <p:nvGraphicFramePr>
          <p:cNvPr id="96" name="图表 95">
            <a:extLst>
              <a:ext uri="{FF2B5EF4-FFF2-40B4-BE49-F238E27FC236}">
                <a16:creationId xmlns:a16="http://schemas.microsoft.com/office/drawing/2014/main" id="{DB270B36-DBE4-DA07-5CC9-EA53F125A969}"/>
              </a:ext>
            </a:extLst>
          </p:cNvPr>
          <p:cNvGraphicFramePr/>
          <p:nvPr>
            <p:extLst>
              <p:ext uri="{D42A27DB-BD31-4B8C-83A1-F6EECF244321}">
                <p14:modId xmlns:p14="http://schemas.microsoft.com/office/powerpoint/2010/main" val="3292556865"/>
              </p:ext>
            </p:extLst>
          </p:nvPr>
        </p:nvGraphicFramePr>
        <p:xfrm>
          <a:off x="4812537" y="1517805"/>
          <a:ext cx="2635005" cy="142478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7" name="图表 96">
            <a:extLst>
              <a:ext uri="{FF2B5EF4-FFF2-40B4-BE49-F238E27FC236}">
                <a16:creationId xmlns:a16="http://schemas.microsoft.com/office/drawing/2014/main" id="{0F8660F6-5774-2EBA-6BB9-8912CD5E0EFE}"/>
              </a:ext>
            </a:extLst>
          </p:cNvPr>
          <p:cNvGraphicFramePr/>
          <p:nvPr/>
        </p:nvGraphicFramePr>
        <p:xfrm>
          <a:off x="4812537" y="2988964"/>
          <a:ext cx="2635005" cy="14247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8" name="图表 97">
            <a:extLst>
              <a:ext uri="{FF2B5EF4-FFF2-40B4-BE49-F238E27FC236}">
                <a16:creationId xmlns:a16="http://schemas.microsoft.com/office/drawing/2014/main" id="{F14E2319-BFBF-1922-91AB-5FCD829413FD}"/>
              </a:ext>
            </a:extLst>
          </p:cNvPr>
          <p:cNvGraphicFramePr/>
          <p:nvPr/>
        </p:nvGraphicFramePr>
        <p:xfrm>
          <a:off x="4812537" y="4460122"/>
          <a:ext cx="2635005" cy="1424780"/>
        </p:xfrm>
        <a:graphic>
          <a:graphicData uri="http://schemas.openxmlformats.org/drawingml/2006/chart">
            <c:chart xmlns:c="http://schemas.openxmlformats.org/drawingml/2006/chart" xmlns:r="http://schemas.openxmlformats.org/officeDocument/2006/relationships" r:id="rId4"/>
          </a:graphicData>
        </a:graphic>
      </p:graphicFrame>
      <p:sp>
        <p:nvSpPr>
          <p:cNvPr id="99" name="文本框 98">
            <a:extLst>
              <a:ext uri="{FF2B5EF4-FFF2-40B4-BE49-F238E27FC236}">
                <a16:creationId xmlns:a16="http://schemas.microsoft.com/office/drawing/2014/main" id="{69AC6F2C-35E8-72E7-3442-01E55A5C1462}"/>
              </a:ext>
            </a:extLst>
          </p:cNvPr>
          <p:cNvSpPr txBox="1"/>
          <p:nvPr/>
        </p:nvSpPr>
        <p:spPr>
          <a:xfrm>
            <a:off x="5643454" y="1941641"/>
            <a:ext cx="1005403" cy="584775"/>
          </a:xfrm>
          <a:prstGeom prst="rect">
            <a:avLst/>
          </a:prstGeom>
          <a:noFill/>
        </p:spPr>
        <p:txBody>
          <a:bodyPr wrap="none" rtlCol="0">
            <a:spAutoFit/>
          </a:bodyPr>
          <a:lstStyle/>
          <a:p>
            <a:r>
              <a:rPr lang="en-US" altLang="zh-CN" sz="3200" b="1" dirty="0">
                <a:solidFill>
                  <a:schemeClr val="accent1"/>
                </a:solidFill>
              </a:rPr>
              <a:t>45%</a:t>
            </a:r>
            <a:endParaRPr lang="zh-CN" altLang="en-US" sz="3200" b="1" dirty="0">
              <a:solidFill>
                <a:schemeClr val="accent1"/>
              </a:solidFill>
            </a:endParaRPr>
          </a:p>
        </p:txBody>
      </p:sp>
      <p:sp>
        <p:nvSpPr>
          <p:cNvPr id="100" name="文本框 99">
            <a:extLst>
              <a:ext uri="{FF2B5EF4-FFF2-40B4-BE49-F238E27FC236}">
                <a16:creationId xmlns:a16="http://schemas.microsoft.com/office/drawing/2014/main" id="{6B380649-17A9-BE43-E7F7-C343FD6289EC}"/>
              </a:ext>
            </a:extLst>
          </p:cNvPr>
          <p:cNvSpPr txBox="1"/>
          <p:nvPr/>
        </p:nvSpPr>
        <p:spPr>
          <a:xfrm>
            <a:off x="5643454" y="3414094"/>
            <a:ext cx="1005403" cy="584775"/>
          </a:xfrm>
          <a:prstGeom prst="rect">
            <a:avLst/>
          </a:prstGeom>
          <a:noFill/>
        </p:spPr>
        <p:txBody>
          <a:bodyPr wrap="none" rtlCol="0">
            <a:spAutoFit/>
          </a:bodyPr>
          <a:lstStyle/>
          <a:p>
            <a:r>
              <a:rPr lang="en-US" altLang="zh-CN" sz="3200" b="1" dirty="0">
                <a:solidFill>
                  <a:schemeClr val="accent2"/>
                </a:solidFill>
              </a:rPr>
              <a:t>85%</a:t>
            </a:r>
            <a:endParaRPr lang="zh-CN" altLang="en-US" sz="3200" b="1" dirty="0">
              <a:solidFill>
                <a:schemeClr val="accent2"/>
              </a:solidFill>
            </a:endParaRPr>
          </a:p>
        </p:txBody>
      </p:sp>
      <p:sp>
        <p:nvSpPr>
          <p:cNvPr id="101" name="文本框 100">
            <a:extLst>
              <a:ext uri="{FF2B5EF4-FFF2-40B4-BE49-F238E27FC236}">
                <a16:creationId xmlns:a16="http://schemas.microsoft.com/office/drawing/2014/main" id="{C89D4C97-2803-FCE1-A8D3-9BE328E812C2}"/>
              </a:ext>
            </a:extLst>
          </p:cNvPr>
          <p:cNvSpPr txBox="1"/>
          <p:nvPr/>
        </p:nvSpPr>
        <p:spPr>
          <a:xfrm>
            <a:off x="5643454" y="4886547"/>
            <a:ext cx="1005403" cy="584775"/>
          </a:xfrm>
          <a:prstGeom prst="rect">
            <a:avLst/>
          </a:prstGeom>
          <a:noFill/>
        </p:spPr>
        <p:txBody>
          <a:bodyPr wrap="none" rtlCol="0">
            <a:spAutoFit/>
          </a:bodyPr>
          <a:lstStyle/>
          <a:p>
            <a:r>
              <a:rPr lang="en-US" altLang="zh-CN" sz="3200" b="1" dirty="0">
                <a:solidFill>
                  <a:schemeClr val="accent5"/>
                </a:solidFill>
              </a:rPr>
              <a:t>36%</a:t>
            </a:r>
            <a:endParaRPr lang="zh-CN" altLang="en-US" sz="3200" b="1" dirty="0">
              <a:solidFill>
                <a:schemeClr val="accent5"/>
              </a:solidFill>
            </a:endParaRPr>
          </a:p>
        </p:txBody>
      </p:sp>
      <p:sp>
        <p:nvSpPr>
          <p:cNvPr id="102" name="矩形 101">
            <a:extLst>
              <a:ext uri="{FF2B5EF4-FFF2-40B4-BE49-F238E27FC236}">
                <a16:creationId xmlns:a16="http://schemas.microsoft.com/office/drawing/2014/main" id="{C73B19B9-21A9-ACF8-732A-88BE46BF679B}"/>
              </a:ext>
            </a:extLst>
          </p:cNvPr>
          <p:cNvSpPr/>
          <p:nvPr/>
        </p:nvSpPr>
        <p:spPr>
          <a:xfrm>
            <a:off x="2246466" y="1959070"/>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3" name="矩形 102">
            <a:extLst>
              <a:ext uri="{FF2B5EF4-FFF2-40B4-BE49-F238E27FC236}">
                <a16:creationId xmlns:a16="http://schemas.microsoft.com/office/drawing/2014/main" id="{76B2962E-3D80-D5A9-2F25-836AE0409124}"/>
              </a:ext>
            </a:extLst>
          </p:cNvPr>
          <p:cNvSpPr/>
          <p:nvPr/>
        </p:nvSpPr>
        <p:spPr>
          <a:xfrm>
            <a:off x="2246466" y="3396856"/>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4" name="矩形 103">
            <a:extLst>
              <a:ext uri="{FF2B5EF4-FFF2-40B4-BE49-F238E27FC236}">
                <a16:creationId xmlns:a16="http://schemas.microsoft.com/office/drawing/2014/main" id="{C2BCDE67-04E7-E428-FC47-DD5A496A54FA}"/>
              </a:ext>
            </a:extLst>
          </p:cNvPr>
          <p:cNvSpPr/>
          <p:nvPr/>
        </p:nvSpPr>
        <p:spPr>
          <a:xfrm>
            <a:off x="2246466" y="4898973"/>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5" name="矩形 104">
            <a:extLst>
              <a:ext uri="{FF2B5EF4-FFF2-40B4-BE49-F238E27FC236}">
                <a16:creationId xmlns:a16="http://schemas.microsoft.com/office/drawing/2014/main" id="{1F087D42-509C-4388-6940-8EB8325D7A88}"/>
              </a:ext>
            </a:extLst>
          </p:cNvPr>
          <p:cNvSpPr/>
          <p:nvPr/>
        </p:nvSpPr>
        <p:spPr>
          <a:xfrm>
            <a:off x="7034741" y="1959070"/>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6" name="矩形 105">
            <a:extLst>
              <a:ext uri="{FF2B5EF4-FFF2-40B4-BE49-F238E27FC236}">
                <a16:creationId xmlns:a16="http://schemas.microsoft.com/office/drawing/2014/main" id="{93D74FD4-67D5-42F1-52F5-378D55C1D033}"/>
              </a:ext>
            </a:extLst>
          </p:cNvPr>
          <p:cNvSpPr/>
          <p:nvPr/>
        </p:nvSpPr>
        <p:spPr>
          <a:xfrm>
            <a:off x="7034741" y="3396856"/>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7" name="矩形 106">
            <a:extLst>
              <a:ext uri="{FF2B5EF4-FFF2-40B4-BE49-F238E27FC236}">
                <a16:creationId xmlns:a16="http://schemas.microsoft.com/office/drawing/2014/main" id="{5C493509-2957-5881-3F9E-86B7BD52EAF9}"/>
              </a:ext>
            </a:extLst>
          </p:cNvPr>
          <p:cNvSpPr/>
          <p:nvPr/>
        </p:nvSpPr>
        <p:spPr>
          <a:xfrm>
            <a:off x="7034741" y="4898973"/>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8" name="文本占位符 33">
            <a:extLst>
              <a:ext uri="{FF2B5EF4-FFF2-40B4-BE49-F238E27FC236}">
                <a16:creationId xmlns:a16="http://schemas.microsoft.com/office/drawing/2014/main" id="{BF67191C-584B-C03E-EFA6-C93920721C88}"/>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24851748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两栏内容">
    <p:spTree>
      <p:nvGrpSpPr>
        <p:cNvPr id="1" name=""/>
        <p:cNvGrpSpPr/>
        <p:nvPr/>
      </p:nvGrpSpPr>
      <p:grpSpPr>
        <a:xfrm>
          <a:off x="0" y="0"/>
          <a:ext cx="0" cy="0"/>
          <a:chOff x="0" y="0"/>
          <a:chExt cx="0" cy="0"/>
        </a:xfrm>
      </p:grpSpPr>
      <p:sp>
        <p:nvSpPr>
          <p:cNvPr id="8" name="任意多边形 19">
            <a:extLst>
              <a:ext uri="{FF2B5EF4-FFF2-40B4-BE49-F238E27FC236}">
                <a16:creationId xmlns:a16="http://schemas.microsoft.com/office/drawing/2014/main" id="{7407DA8B-1D45-2159-6DE0-FE153046B617}"/>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 name="任意多边形 18">
            <a:extLst>
              <a:ext uri="{FF2B5EF4-FFF2-40B4-BE49-F238E27FC236}">
                <a16:creationId xmlns:a16="http://schemas.microsoft.com/office/drawing/2014/main" id="{B6575145-25FF-EF71-7344-4B185786E52B}"/>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1" name="组合 10">
            <a:extLst>
              <a:ext uri="{FF2B5EF4-FFF2-40B4-BE49-F238E27FC236}">
                <a16:creationId xmlns:a16="http://schemas.microsoft.com/office/drawing/2014/main" id="{DBDEE3AF-2DB8-3D8B-987F-310D11F6C202}"/>
              </a:ext>
            </a:extLst>
          </p:cNvPr>
          <p:cNvGrpSpPr/>
          <p:nvPr/>
        </p:nvGrpSpPr>
        <p:grpSpPr>
          <a:xfrm>
            <a:off x="123826" y="59558"/>
            <a:ext cx="593817" cy="593817"/>
            <a:chOff x="1131485" y="2234042"/>
            <a:chExt cx="1607262" cy="1607262"/>
          </a:xfrm>
        </p:grpSpPr>
        <p:sp>
          <p:nvSpPr>
            <p:cNvPr id="12" name="椭圆 11">
              <a:extLst>
                <a:ext uri="{FF2B5EF4-FFF2-40B4-BE49-F238E27FC236}">
                  <a16:creationId xmlns:a16="http://schemas.microsoft.com/office/drawing/2014/main" id="{FF9522AD-9AD1-1E1A-A03B-3F21D3C579A5}"/>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3" name="椭圆 12">
              <a:extLst>
                <a:ext uri="{FF2B5EF4-FFF2-40B4-BE49-F238E27FC236}">
                  <a16:creationId xmlns:a16="http://schemas.microsoft.com/office/drawing/2014/main" id="{3DA89778-4C63-9F82-6FA6-25DC75F71A01}"/>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4" name="KSO_Shape">
              <a:extLst>
                <a:ext uri="{FF2B5EF4-FFF2-40B4-BE49-F238E27FC236}">
                  <a16:creationId xmlns:a16="http://schemas.microsoft.com/office/drawing/2014/main" id="{1EF6CB7D-1C43-57E2-AA84-CFAFEB8E6521}"/>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5" name="AutoShape 3">
            <a:extLst>
              <a:ext uri="{FF2B5EF4-FFF2-40B4-BE49-F238E27FC236}">
                <a16:creationId xmlns:a16="http://schemas.microsoft.com/office/drawing/2014/main" id="{DB37BAB4-EB9C-2C03-CECA-B94660B69B34}"/>
              </a:ext>
            </a:extLst>
          </p:cNvPr>
          <p:cNvSpPr>
            <a:spLocks noChangeAspect="1" noChangeArrowheads="1" noTextEdit="1"/>
          </p:cNvSpPr>
          <p:nvPr/>
        </p:nvSpPr>
        <p:spPr bwMode="auto">
          <a:xfrm>
            <a:off x="1371600" y="1758155"/>
            <a:ext cx="4624917"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6" name="Freeform 5">
            <a:extLst>
              <a:ext uri="{FF2B5EF4-FFF2-40B4-BE49-F238E27FC236}">
                <a16:creationId xmlns:a16="http://schemas.microsoft.com/office/drawing/2014/main" id="{1D004782-4A35-5982-769D-DA7D8E88E129}"/>
              </a:ext>
            </a:extLst>
          </p:cNvPr>
          <p:cNvSpPr/>
          <p:nvPr/>
        </p:nvSpPr>
        <p:spPr bwMode="auto">
          <a:xfrm>
            <a:off x="1371600" y="1756039"/>
            <a:ext cx="4055533" cy="4345517"/>
          </a:xfrm>
          <a:custGeom>
            <a:avLst/>
            <a:gdLst>
              <a:gd name="T0" fmla="*/ 223 w 1247"/>
              <a:gd name="T1" fmla="*/ 1336 h 1336"/>
              <a:gd name="T2" fmla="*/ 167 w 1247"/>
              <a:gd name="T3" fmla="*/ 1309 h 1336"/>
              <a:gd name="T4" fmla="*/ 144 w 1247"/>
              <a:gd name="T5" fmla="*/ 1246 h 1336"/>
              <a:gd name="T6" fmla="*/ 144 w 1247"/>
              <a:gd name="T7" fmla="*/ 90 h 1336"/>
              <a:gd name="T8" fmla="*/ 127 w 1247"/>
              <a:gd name="T9" fmla="*/ 40 h 1336"/>
              <a:gd name="T10" fmla="*/ 85 w 1247"/>
              <a:gd name="T11" fmla="*/ 20 h 1336"/>
              <a:gd name="T12" fmla="*/ 37 w 1247"/>
              <a:gd name="T13" fmla="*/ 40 h 1336"/>
              <a:gd name="T14" fmla="*/ 20 w 1247"/>
              <a:gd name="T15" fmla="*/ 90 h 1336"/>
              <a:gd name="T16" fmla="*/ 0 w 1247"/>
              <a:gd name="T17" fmla="*/ 90 h 1336"/>
              <a:gd name="T18" fmla="*/ 22 w 1247"/>
              <a:gd name="T19" fmla="*/ 27 h 1336"/>
              <a:gd name="T20" fmla="*/ 79 w 1247"/>
              <a:gd name="T21" fmla="*/ 0 h 1336"/>
              <a:gd name="T22" fmla="*/ 142 w 1247"/>
              <a:gd name="T23" fmla="*/ 27 h 1336"/>
              <a:gd name="T24" fmla="*/ 164 w 1247"/>
              <a:gd name="T25" fmla="*/ 90 h 1336"/>
              <a:gd name="T26" fmla="*/ 164 w 1247"/>
              <a:gd name="T27" fmla="*/ 91 h 1336"/>
              <a:gd name="T28" fmla="*/ 164 w 1247"/>
              <a:gd name="T29" fmla="*/ 91 h 1336"/>
              <a:gd name="T30" fmla="*/ 182 w 1247"/>
              <a:gd name="T31" fmla="*/ 1296 h 1336"/>
              <a:gd name="T32" fmla="*/ 223 w 1247"/>
              <a:gd name="T33" fmla="*/ 1316 h 1336"/>
              <a:gd name="T34" fmla="*/ 1024 w 1247"/>
              <a:gd name="T35" fmla="*/ 1316 h 1336"/>
              <a:gd name="T36" fmla="*/ 1065 w 1247"/>
              <a:gd name="T37" fmla="*/ 1296 h 1336"/>
              <a:gd name="T38" fmla="*/ 1082 w 1247"/>
              <a:gd name="T39" fmla="*/ 1246 h 1336"/>
              <a:gd name="T40" fmla="*/ 1082 w 1247"/>
              <a:gd name="T41" fmla="*/ 91 h 1336"/>
              <a:gd name="T42" fmla="*/ 1105 w 1247"/>
              <a:gd name="T43" fmla="*/ 27 h 1336"/>
              <a:gd name="T44" fmla="*/ 1161 w 1247"/>
              <a:gd name="T45" fmla="*/ 0 h 1336"/>
              <a:gd name="T46" fmla="*/ 1168 w 1247"/>
              <a:gd name="T47" fmla="*/ 0 h 1336"/>
              <a:gd name="T48" fmla="*/ 1224 w 1247"/>
              <a:gd name="T49" fmla="*/ 27 h 1336"/>
              <a:gd name="T50" fmla="*/ 1247 w 1247"/>
              <a:gd name="T51" fmla="*/ 90 h 1336"/>
              <a:gd name="T52" fmla="*/ 1227 w 1247"/>
              <a:gd name="T53" fmla="*/ 90 h 1336"/>
              <a:gd name="T54" fmla="*/ 1209 w 1247"/>
              <a:gd name="T55" fmla="*/ 40 h 1336"/>
              <a:gd name="T56" fmla="*/ 1168 w 1247"/>
              <a:gd name="T57" fmla="*/ 20 h 1336"/>
              <a:gd name="T58" fmla="*/ 1120 w 1247"/>
              <a:gd name="T59" fmla="*/ 40 h 1336"/>
              <a:gd name="T60" fmla="*/ 1102 w 1247"/>
              <a:gd name="T61" fmla="*/ 90 h 1336"/>
              <a:gd name="T62" fmla="*/ 1102 w 1247"/>
              <a:gd name="T63" fmla="*/ 90 h 1336"/>
              <a:gd name="T64" fmla="*/ 1080 w 1247"/>
              <a:gd name="T65" fmla="*/ 1309 h 1336"/>
              <a:gd name="T66" fmla="*/ 1024 w 1247"/>
              <a:gd name="T67" fmla="*/ 1336 h 1336"/>
              <a:gd name="T68" fmla="*/ 1024 w 1247"/>
              <a:gd name="T69" fmla="*/ 1336 h 1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47" h="1336">
                <a:moveTo>
                  <a:pt x="1024" y="1336"/>
                </a:moveTo>
                <a:cubicBezTo>
                  <a:pt x="223" y="1336"/>
                  <a:pt x="223" y="1336"/>
                  <a:pt x="223" y="1336"/>
                </a:cubicBezTo>
                <a:cubicBezTo>
                  <a:pt x="201" y="1336"/>
                  <a:pt x="181" y="1326"/>
                  <a:pt x="167" y="1309"/>
                </a:cubicBezTo>
                <a:cubicBezTo>
                  <a:pt x="167" y="1309"/>
                  <a:pt x="167" y="1309"/>
                  <a:pt x="167" y="1309"/>
                </a:cubicBezTo>
                <a:cubicBezTo>
                  <a:pt x="153" y="1293"/>
                  <a:pt x="144" y="1271"/>
                  <a:pt x="144" y="1246"/>
                </a:cubicBezTo>
                <a:cubicBezTo>
                  <a:pt x="144" y="1246"/>
                  <a:pt x="144" y="1246"/>
                  <a:pt x="144" y="1246"/>
                </a:cubicBezTo>
                <a:cubicBezTo>
                  <a:pt x="144" y="91"/>
                  <a:pt x="144" y="91"/>
                  <a:pt x="144" y="91"/>
                </a:cubicBezTo>
                <a:cubicBezTo>
                  <a:pt x="144" y="90"/>
                  <a:pt x="144" y="90"/>
                  <a:pt x="144" y="90"/>
                </a:cubicBezTo>
                <a:cubicBezTo>
                  <a:pt x="144" y="71"/>
                  <a:pt x="137" y="53"/>
                  <a:pt x="127" y="40"/>
                </a:cubicBezTo>
                <a:cubicBezTo>
                  <a:pt x="127" y="40"/>
                  <a:pt x="127" y="40"/>
                  <a:pt x="127" y="40"/>
                </a:cubicBezTo>
                <a:cubicBezTo>
                  <a:pt x="116" y="28"/>
                  <a:pt x="101" y="21"/>
                  <a:pt x="85" y="20"/>
                </a:cubicBezTo>
                <a:cubicBezTo>
                  <a:pt x="85" y="20"/>
                  <a:pt x="85" y="20"/>
                  <a:pt x="85" y="20"/>
                </a:cubicBezTo>
                <a:cubicBezTo>
                  <a:pt x="79" y="20"/>
                  <a:pt x="79" y="20"/>
                  <a:pt x="79" y="20"/>
                </a:cubicBezTo>
                <a:cubicBezTo>
                  <a:pt x="63" y="21"/>
                  <a:pt x="48" y="28"/>
                  <a:pt x="37" y="40"/>
                </a:cubicBezTo>
                <a:cubicBezTo>
                  <a:pt x="37" y="40"/>
                  <a:pt x="37" y="40"/>
                  <a:pt x="37" y="40"/>
                </a:cubicBezTo>
                <a:cubicBezTo>
                  <a:pt x="27" y="53"/>
                  <a:pt x="20" y="71"/>
                  <a:pt x="20" y="90"/>
                </a:cubicBezTo>
                <a:cubicBezTo>
                  <a:pt x="20" y="90"/>
                  <a:pt x="20" y="90"/>
                  <a:pt x="20" y="90"/>
                </a:cubicBezTo>
                <a:cubicBezTo>
                  <a:pt x="0" y="90"/>
                  <a:pt x="0" y="90"/>
                  <a:pt x="0" y="90"/>
                </a:cubicBezTo>
                <a:cubicBezTo>
                  <a:pt x="0" y="66"/>
                  <a:pt x="8" y="44"/>
                  <a:pt x="22" y="27"/>
                </a:cubicBezTo>
                <a:cubicBezTo>
                  <a:pt x="22" y="27"/>
                  <a:pt x="22" y="27"/>
                  <a:pt x="22" y="27"/>
                </a:cubicBezTo>
                <a:cubicBezTo>
                  <a:pt x="36" y="11"/>
                  <a:pt x="56" y="0"/>
                  <a:pt x="79" y="0"/>
                </a:cubicBezTo>
                <a:cubicBezTo>
                  <a:pt x="79" y="0"/>
                  <a:pt x="79" y="0"/>
                  <a:pt x="79" y="0"/>
                </a:cubicBezTo>
                <a:cubicBezTo>
                  <a:pt x="85" y="0"/>
                  <a:pt x="85" y="0"/>
                  <a:pt x="85" y="0"/>
                </a:cubicBezTo>
                <a:cubicBezTo>
                  <a:pt x="108" y="0"/>
                  <a:pt x="128" y="11"/>
                  <a:pt x="142" y="27"/>
                </a:cubicBezTo>
                <a:cubicBezTo>
                  <a:pt x="142" y="27"/>
                  <a:pt x="142" y="27"/>
                  <a:pt x="142" y="27"/>
                </a:cubicBezTo>
                <a:cubicBezTo>
                  <a:pt x="156" y="44"/>
                  <a:pt x="164" y="66"/>
                  <a:pt x="164" y="90"/>
                </a:cubicBezTo>
                <a:cubicBezTo>
                  <a:pt x="164" y="90"/>
                  <a:pt x="164" y="90"/>
                  <a:pt x="164" y="90"/>
                </a:cubicBezTo>
                <a:cubicBezTo>
                  <a:pt x="164" y="91"/>
                  <a:pt x="164" y="91"/>
                  <a:pt x="164" y="91"/>
                </a:cubicBezTo>
                <a:cubicBezTo>
                  <a:pt x="164" y="91"/>
                  <a:pt x="164" y="91"/>
                  <a:pt x="164" y="91"/>
                </a:cubicBezTo>
                <a:cubicBezTo>
                  <a:pt x="164" y="91"/>
                  <a:pt x="164" y="91"/>
                  <a:pt x="164" y="91"/>
                </a:cubicBezTo>
                <a:cubicBezTo>
                  <a:pt x="164" y="1246"/>
                  <a:pt x="164" y="1246"/>
                  <a:pt x="164" y="1246"/>
                </a:cubicBezTo>
                <a:cubicBezTo>
                  <a:pt x="164" y="1266"/>
                  <a:pt x="171" y="1284"/>
                  <a:pt x="182" y="1296"/>
                </a:cubicBezTo>
                <a:cubicBezTo>
                  <a:pt x="182" y="1296"/>
                  <a:pt x="182" y="1296"/>
                  <a:pt x="182" y="1296"/>
                </a:cubicBezTo>
                <a:cubicBezTo>
                  <a:pt x="193" y="1309"/>
                  <a:pt x="207" y="1316"/>
                  <a:pt x="223" y="1316"/>
                </a:cubicBezTo>
                <a:cubicBezTo>
                  <a:pt x="223" y="1316"/>
                  <a:pt x="223" y="1316"/>
                  <a:pt x="223" y="1316"/>
                </a:cubicBezTo>
                <a:cubicBezTo>
                  <a:pt x="1024" y="1316"/>
                  <a:pt x="1024" y="1316"/>
                  <a:pt x="1024" y="1316"/>
                </a:cubicBezTo>
                <a:cubicBezTo>
                  <a:pt x="1039" y="1316"/>
                  <a:pt x="1054" y="1309"/>
                  <a:pt x="1065" y="1296"/>
                </a:cubicBezTo>
                <a:cubicBezTo>
                  <a:pt x="1065" y="1296"/>
                  <a:pt x="1065" y="1296"/>
                  <a:pt x="1065" y="1296"/>
                </a:cubicBezTo>
                <a:cubicBezTo>
                  <a:pt x="1075" y="1284"/>
                  <a:pt x="1082" y="1266"/>
                  <a:pt x="1082" y="1246"/>
                </a:cubicBezTo>
                <a:cubicBezTo>
                  <a:pt x="1082" y="1246"/>
                  <a:pt x="1082" y="1246"/>
                  <a:pt x="1082" y="1246"/>
                </a:cubicBezTo>
                <a:cubicBezTo>
                  <a:pt x="1082" y="92"/>
                  <a:pt x="1082" y="92"/>
                  <a:pt x="1082" y="92"/>
                </a:cubicBezTo>
                <a:cubicBezTo>
                  <a:pt x="1082" y="91"/>
                  <a:pt x="1082" y="91"/>
                  <a:pt x="1082" y="91"/>
                </a:cubicBezTo>
                <a:cubicBezTo>
                  <a:pt x="1082" y="90"/>
                  <a:pt x="1082" y="90"/>
                  <a:pt x="1082" y="90"/>
                </a:cubicBezTo>
                <a:cubicBezTo>
                  <a:pt x="1082" y="66"/>
                  <a:pt x="1091" y="44"/>
                  <a:pt x="1105" y="27"/>
                </a:cubicBezTo>
                <a:cubicBezTo>
                  <a:pt x="1105" y="27"/>
                  <a:pt x="1105" y="27"/>
                  <a:pt x="1105" y="27"/>
                </a:cubicBezTo>
                <a:cubicBezTo>
                  <a:pt x="1119" y="11"/>
                  <a:pt x="1139" y="0"/>
                  <a:pt x="1161" y="0"/>
                </a:cubicBezTo>
                <a:cubicBezTo>
                  <a:pt x="1161" y="0"/>
                  <a:pt x="1161" y="0"/>
                  <a:pt x="1161" y="0"/>
                </a:cubicBezTo>
                <a:cubicBezTo>
                  <a:pt x="1168" y="0"/>
                  <a:pt x="1168" y="0"/>
                  <a:pt x="1168" y="0"/>
                </a:cubicBezTo>
                <a:cubicBezTo>
                  <a:pt x="1190" y="0"/>
                  <a:pt x="1210" y="11"/>
                  <a:pt x="1224" y="27"/>
                </a:cubicBezTo>
                <a:cubicBezTo>
                  <a:pt x="1224" y="27"/>
                  <a:pt x="1224" y="27"/>
                  <a:pt x="1224" y="27"/>
                </a:cubicBezTo>
                <a:cubicBezTo>
                  <a:pt x="1239" y="44"/>
                  <a:pt x="1247" y="66"/>
                  <a:pt x="1247" y="90"/>
                </a:cubicBezTo>
                <a:cubicBezTo>
                  <a:pt x="1247" y="90"/>
                  <a:pt x="1247" y="90"/>
                  <a:pt x="1247" y="90"/>
                </a:cubicBezTo>
                <a:cubicBezTo>
                  <a:pt x="1247" y="90"/>
                  <a:pt x="1247" y="90"/>
                  <a:pt x="1247" y="90"/>
                </a:cubicBezTo>
                <a:cubicBezTo>
                  <a:pt x="1227" y="90"/>
                  <a:pt x="1227" y="90"/>
                  <a:pt x="1227" y="90"/>
                </a:cubicBezTo>
                <a:cubicBezTo>
                  <a:pt x="1227" y="71"/>
                  <a:pt x="1220" y="53"/>
                  <a:pt x="1209" y="40"/>
                </a:cubicBezTo>
                <a:cubicBezTo>
                  <a:pt x="1209" y="40"/>
                  <a:pt x="1209" y="40"/>
                  <a:pt x="1209" y="40"/>
                </a:cubicBezTo>
                <a:cubicBezTo>
                  <a:pt x="1198" y="28"/>
                  <a:pt x="1184" y="21"/>
                  <a:pt x="1168" y="20"/>
                </a:cubicBezTo>
                <a:cubicBezTo>
                  <a:pt x="1168" y="20"/>
                  <a:pt x="1168" y="20"/>
                  <a:pt x="1168" y="20"/>
                </a:cubicBezTo>
                <a:cubicBezTo>
                  <a:pt x="1161" y="20"/>
                  <a:pt x="1161" y="20"/>
                  <a:pt x="1161" y="20"/>
                </a:cubicBezTo>
                <a:cubicBezTo>
                  <a:pt x="1145" y="21"/>
                  <a:pt x="1131" y="28"/>
                  <a:pt x="1120" y="40"/>
                </a:cubicBezTo>
                <a:cubicBezTo>
                  <a:pt x="1120" y="40"/>
                  <a:pt x="1120" y="40"/>
                  <a:pt x="1120" y="40"/>
                </a:cubicBezTo>
                <a:cubicBezTo>
                  <a:pt x="1109" y="53"/>
                  <a:pt x="1103" y="70"/>
                  <a:pt x="1102" y="90"/>
                </a:cubicBezTo>
                <a:cubicBezTo>
                  <a:pt x="1102" y="90"/>
                  <a:pt x="1102" y="90"/>
                  <a:pt x="1102" y="90"/>
                </a:cubicBezTo>
                <a:cubicBezTo>
                  <a:pt x="1102" y="90"/>
                  <a:pt x="1102" y="90"/>
                  <a:pt x="1102" y="90"/>
                </a:cubicBezTo>
                <a:cubicBezTo>
                  <a:pt x="1102" y="1246"/>
                  <a:pt x="1102" y="1246"/>
                  <a:pt x="1102" y="1246"/>
                </a:cubicBezTo>
                <a:cubicBezTo>
                  <a:pt x="1102" y="1271"/>
                  <a:pt x="1094" y="1293"/>
                  <a:pt x="1080" y="1309"/>
                </a:cubicBezTo>
                <a:cubicBezTo>
                  <a:pt x="1080" y="1309"/>
                  <a:pt x="1080" y="1309"/>
                  <a:pt x="1080" y="1309"/>
                </a:cubicBezTo>
                <a:cubicBezTo>
                  <a:pt x="1066" y="1326"/>
                  <a:pt x="1046" y="1336"/>
                  <a:pt x="1024" y="1336"/>
                </a:cubicBezTo>
                <a:cubicBezTo>
                  <a:pt x="1024" y="1336"/>
                  <a:pt x="1024" y="1336"/>
                  <a:pt x="1024" y="1336"/>
                </a:cubicBezTo>
                <a:cubicBezTo>
                  <a:pt x="1024" y="1336"/>
                  <a:pt x="1024" y="1336"/>
                  <a:pt x="1024" y="1336"/>
                </a:cubicBez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17" name="任意多边形 15">
            <a:extLst>
              <a:ext uri="{FF2B5EF4-FFF2-40B4-BE49-F238E27FC236}">
                <a16:creationId xmlns:a16="http://schemas.microsoft.com/office/drawing/2014/main" id="{3001ED72-3B18-09F2-FF37-884774E57062}"/>
              </a:ext>
            </a:extLst>
          </p:cNvPr>
          <p:cNvSpPr/>
          <p:nvPr/>
        </p:nvSpPr>
        <p:spPr bwMode="auto">
          <a:xfrm>
            <a:off x="1943100" y="3476889"/>
            <a:ext cx="2912533" cy="2523067"/>
          </a:xfrm>
          <a:custGeom>
            <a:avLst/>
            <a:gdLst>
              <a:gd name="connsiteX0" fmla="*/ 156203 w 2912533"/>
              <a:gd name="connsiteY0" fmla="*/ 0 h 2523067"/>
              <a:gd name="connsiteX1" fmla="*/ 318914 w 2912533"/>
              <a:gd name="connsiteY1" fmla="*/ 104140 h 2523067"/>
              <a:gd name="connsiteX2" fmla="*/ 478371 w 2912533"/>
              <a:gd name="connsiteY2" fmla="*/ 0 h 2523067"/>
              <a:gd name="connsiteX3" fmla="*/ 641083 w 2912533"/>
              <a:gd name="connsiteY3" fmla="*/ 104140 h 2523067"/>
              <a:gd name="connsiteX4" fmla="*/ 800540 w 2912533"/>
              <a:gd name="connsiteY4" fmla="*/ 0 h 2523067"/>
              <a:gd name="connsiteX5" fmla="*/ 959997 w 2912533"/>
              <a:gd name="connsiteY5" fmla="*/ 104140 h 2523067"/>
              <a:gd name="connsiteX6" fmla="*/ 1122708 w 2912533"/>
              <a:gd name="connsiteY6" fmla="*/ 0 h 2523067"/>
              <a:gd name="connsiteX7" fmla="*/ 1282166 w 2912533"/>
              <a:gd name="connsiteY7" fmla="*/ 104140 h 2523067"/>
              <a:gd name="connsiteX8" fmla="*/ 1444877 w 2912533"/>
              <a:gd name="connsiteY8" fmla="*/ 0 h 2523067"/>
              <a:gd name="connsiteX9" fmla="*/ 1604334 w 2912533"/>
              <a:gd name="connsiteY9" fmla="*/ 104140 h 2523067"/>
              <a:gd name="connsiteX10" fmla="*/ 1767045 w 2912533"/>
              <a:gd name="connsiteY10" fmla="*/ 0 h 2523067"/>
              <a:gd name="connsiteX11" fmla="*/ 1926502 w 2912533"/>
              <a:gd name="connsiteY11" fmla="*/ 104140 h 2523067"/>
              <a:gd name="connsiteX12" fmla="*/ 2089214 w 2912533"/>
              <a:gd name="connsiteY12" fmla="*/ 0 h 2523067"/>
              <a:gd name="connsiteX13" fmla="*/ 2248671 w 2912533"/>
              <a:gd name="connsiteY13" fmla="*/ 104140 h 2523067"/>
              <a:gd name="connsiteX14" fmla="*/ 2411382 w 2912533"/>
              <a:gd name="connsiteY14" fmla="*/ 0 h 2523067"/>
              <a:gd name="connsiteX15" fmla="*/ 2570839 w 2912533"/>
              <a:gd name="connsiteY15" fmla="*/ 104140 h 2523067"/>
              <a:gd name="connsiteX16" fmla="*/ 2730296 w 2912533"/>
              <a:gd name="connsiteY16" fmla="*/ 0 h 2523067"/>
              <a:gd name="connsiteX17" fmla="*/ 2893008 w 2912533"/>
              <a:gd name="connsiteY17" fmla="*/ 104140 h 2523067"/>
              <a:gd name="connsiteX18" fmla="*/ 2912533 w 2912533"/>
              <a:gd name="connsiteY18" fmla="*/ 104140 h 2523067"/>
              <a:gd name="connsiteX19" fmla="*/ 2912533 w 2912533"/>
              <a:gd name="connsiteY19" fmla="*/ 447375 h 2523067"/>
              <a:gd name="connsiteX20" fmla="*/ 2912533 w 2912533"/>
              <a:gd name="connsiteY20" fmla="*/ 479652 h 2523067"/>
              <a:gd name="connsiteX21" fmla="*/ 2912533 w 2912533"/>
              <a:gd name="connsiteY21" fmla="*/ 520700 h 2523067"/>
              <a:gd name="connsiteX22" fmla="*/ 2912533 w 2912533"/>
              <a:gd name="connsiteY22" fmla="*/ 2295298 h 2523067"/>
              <a:gd name="connsiteX23" fmla="*/ 2697754 w 2912533"/>
              <a:gd name="connsiteY23" fmla="*/ 2523067 h 2523067"/>
              <a:gd name="connsiteX24" fmla="*/ 214779 w 2912533"/>
              <a:gd name="connsiteY24" fmla="*/ 2523067 h 2523067"/>
              <a:gd name="connsiteX25" fmla="*/ 0 w 2912533"/>
              <a:gd name="connsiteY25" fmla="*/ 2295298 h 2523067"/>
              <a:gd name="connsiteX26" fmla="*/ 0 w 2912533"/>
              <a:gd name="connsiteY26" fmla="*/ 535062 h 2523067"/>
              <a:gd name="connsiteX27" fmla="*/ 0 w 2912533"/>
              <a:gd name="connsiteY27" fmla="*/ 520700 h 2523067"/>
              <a:gd name="connsiteX28" fmla="*/ 0 w 2912533"/>
              <a:gd name="connsiteY28" fmla="*/ 519887 h 2523067"/>
              <a:gd name="connsiteX29" fmla="*/ 0 w 2912533"/>
              <a:gd name="connsiteY29" fmla="*/ 514191 h 2523067"/>
              <a:gd name="connsiteX30" fmla="*/ 0 w 2912533"/>
              <a:gd name="connsiteY30" fmla="*/ 508022 h 2523067"/>
              <a:gd name="connsiteX31" fmla="*/ 0 w 2912533"/>
              <a:gd name="connsiteY31" fmla="*/ 498733 h 2523067"/>
              <a:gd name="connsiteX32" fmla="*/ 0 w 2912533"/>
              <a:gd name="connsiteY32" fmla="*/ 491621 h 2523067"/>
              <a:gd name="connsiteX33" fmla="*/ 0 w 2912533"/>
              <a:gd name="connsiteY33" fmla="*/ 479652 h 2523067"/>
              <a:gd name="connsiteX34" fmla="*/ 0 w 2912533"/>
              <a:gd name="connsiteY34" fmla="*/ 468630 h 2523067"/>
              <a:gd name="connsiteX35" fmla="*/ 0 w 2912533"/>
              <a:gd name="connsiteY35" fmla="*/ 104140 h 2523067"/>
              <a:gd name="connsiteX36" fmla="*/ 156203 w 2912533"/>
              <a:gd name="connsiteY36" fmla="*/ 0 h 2523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912533" h="2523067">
                <a:moveTo>
                  <a:pt x="156203" y="0"/>
                </a:moveTo>
                <a:cubicBezTo>
                  <a:pt x="188745" y="61833"/>
                  <a:pt x="250576" y="104140"/>
                  <a:pt x="318914" y="104140"/>
                </a:cubicBezTo>
                <a:cubicBezTo>
                  <a:pt x="387253" y="104140"/>
                  <a:pt x="445829" y="61833"/>
                  <a:pt x="478371" y="0"/>
                </a:cubicBezTo>
                <a:cubicBezTo>
                  <a:pt x="510914" y="61833"/>
                  <a:pt x="572744" y="104140"/>
                  <a:pt x="641083" y="104140"/>
                </a:cubicBezTo>
                <a:cubicBezTo>
                  <a:pt x="706167" y="104140"/>
                  <a:pt x="767998" y="61833"/>
                  <a:pt x="800540" y="0"/>
                </a:cubicBezTo>
                <a:cubicBezTo>
                  <a:pt x="833082" y="61833"/>
                  <a:pt x="894913" y="104140"/>
                  <a:pt x="959997" y="104140"/>
                </a:cubicBezTo>
                <a:cubicBezTo>
                  <a:pt x="1028336" y="104140"/>
                  <a:pt x="1090166" y="61833"/>
                  <a:pt x="1122708" y="0"/>
                </a:cubicBezTo>
                <a:cubicBezTo>
                  <a:pt x="1155251" y="61833"/>
                  <a:pt x="1213827" y="104140"/>
                  <a:pt x="1282166" y="104140"/>
                </a:cubicBezTo>
                <a:cubicBezTo>
                  <a:pt x="1350504" y="104140"/>
                  <a:pt x="1412335" y="61833"/>
                  <a:pt x="1444877" y="0"/>
                </a:cubicBezTo>
                <a:cubicBezTo>
                  <a:pt x="1477419" y="61833"/>
                  <a:pt x="1535995" y="104140"/>
                  <a:pt x="1604334" y="104140"/>
                </a:cubicBezTo>
                <a:cubicBezTo>
                  <a:pt x="1672673" y="104140"/>
                  <a:pt x="1734503" y="61833"/>
                  <a:pt x="1767045" y="0"/>
                </a:cubicBezTo>
                <a:cubicBezTo>
                  <a:pt x="1799588" y="61833"/>
                  <a:pt x="1858164" y="104140"/>
                  <a:pt x="1926502" y="104140"/>
                </a:cubicBezTo>
                <a:cubicBezTo>
                  <a:pt x="1994841" y="104140"/>
                  <a:pt x="2053417" y="61833"/>
                  <a:pt x="2089214" y="0"/>
                </a:cubicBezTo>
                <a:cubicBezTo>
                  <a:pt x="2121756" y="61833"/>
                  <a:pt x="2180332" y="104140"/>
                  <a:pt x="2248671" y="104140"/>
                </a:cubicBezTo>
                <a:cubicBezTo>
                  <a:pt x="2317010" y="104140"/>
                  <a:pt x="2375586" y="61833"/>
                  <a:pt x="2411382" y="0"/>
                </a:cubicBezTo>
                <a:cubicBezTo>
                  <a:pt x="2443924" y="61833"/>
                  <a:pt x="2502501" y="104140"/>
                  <a:pt x="2570839" y="104140"/>
                </a:cubicBezTo>
                <a:cubicBezTo>
                  <a:pt x="2639178" y="104140"/>
                  <a:pt x="2697754" y="61833"/>
                  <a:pt x="2730296" y="0"/>
                </a:cubicBezTo>
                <a:cubicBezTo>
                  <a:pt x="2766093" y="61833"/>
                  <a:pt x="2824669" y="104140"/>
                  <a:pt x="2893008" y="104140"/>
                </a:cubicBezTo>
                <a:cubicBezTo>
                  <a:pt x="2899516" y="104140"/>
                  <a:pt x="2906025" y="104140"/>
                  <a:pt x="2912533" y="104140"/>
                </a:cubicBezTo>
                <a:cubicBezTo>
                  <a:pt x="2912533" y="104140"/>
                  <a:pt x="2912533" y="104140"/>
                  <a:pt x="2912533" y="447375"/>
                </a:cubicBezTo>
                <a:lnTo>
                  <a:pt x="2912533" y="479652"/>
                </a:lnTo>
                <a:lnTo>
                  <a:pt x="2912533" y="520700"/>
                </a:lnTo>
                <a:lnTo>
                  <a:pt x="2912533" y="2295298"/>
                </a:lnTo>
                <a:cubicBezTo>
                  <a:pt x="2912533" y="2422198"/>
                  <a:pt x="2814906" y="2523067"/>
                  <a:pt x="2697754" y="2523067"/>
                </a:cubicBezTo>
                <a:cubicBezTo>
                  <a:pt x="214779" y="2523067"/>
                  <a:pt x="214779" y="2523067"/>
                  <a:pt x="214779" y="2523067"/>
                </a:cubicBezTo>
                <a:cubicBezTo>
                  <a:pt x="94373" y="2523067"/>
                  <a:pt x="0" y="2422198"/>
                  <a:pt x="0" y="2295298"/>
                </a:cubicBezTo>
                <a:cubicBezTo>
                  <a:pt x="0" y="1047042"/>
                  <a:pt x="0" y="656962"/>
                  <a:pt x="0" y="535062"/>
                </a:cubicBezTo>
                <a:lnTo>
                  <a:pt x="0" y="520700"/>
                </a:lnTo>
                <a:lnTo>
                  <a:pt x="0" y="519887"/>
                </a:lnTo>
                <a:lnTo>
                  <a:pt x="0" y="514191"/>
                </a:lnTo>
                <a:lnTo>
                  <a:pt x="0" y="508022"/>
                </a:lnTo>
                <a:lnTo>
                  <a:pt x="0" y="498733"/>
                </a:lnTo>
                <a:lnTo>
                  <a:pt x="0" y="491621"/>
                </a:lnTo>
                <a:cubicBezTo>
                  <a:pt x="0" y="479652"/>
                  <a:pt x="0" y="479652"/>
                  <a:pt x="0" y="479652"/>
                </a:cubicBezTo>
                <a:lnTo>
                  <a:pt x="0" y="468630"/>
                </a:lnTo>
                <a:cubicBezTo>
                  <a:pt x="0" y="416560"/>
                  <a:pt x="0" y="312420"/>
                  <a:pt x="0" y="104140"/>
                </a:cubicBezTo>
                <a:cubicBezTo>
                  <a:pt x="65085" y="104140"/>
                  <a:pt x="123661" y="61833"/>
                  <a:pt x="156203" y="0"/>
                </a:cubicBezTo>
                <a:close/>
              </a:path>
            </a:pathLst>
          </a:custGeom>
          <a:solidFill>
            <a:schemeClr val="accent1"/>
          </a:solidFill>
          <a:ln>
            <a:noFill/>
          </a:ln>
        </p:spPr>
        <p:txBody>
          <a:bodyPr wrap="square">
            <a:noAutofit/>
          </a:bodyPr>
          <a:lstStyle/>
          <a:p>
            <a:endParaRPr lang="zh-CN" altLang="en-US" sz="2135">
              <a:cs typeface="+mn-ea"/>
              <a:sym typeface="+mn-lt"/>
            </a:endParaRPr>
          </a:p>
        </p:txBody>
      </p:sp>
      <p:sp>
        <p:nvSpPr>
          <p:cNvPr id="18" name="Rectangle 9">
            <a:extLst>
              <a:ext uri="{FF2B5EF4-FFF2-40B4-BE49-F238E27FC236}">
                <a16:creationId xmlns:a16="http://schemas.microsoft.com/office/drawing/2014/main" id="{F0B1532A-ABDF-AA6A-B3D6-E267C67C3353}"/>
              </a:ext>
            </a:extLst>
          </p:cNvPr>
          <p:cNvSpPr>
            <a:spLocks noChangeArrowheads="1"/>
          </p:cNvSpPr>
          <p:nvPr/>
        </p:nvSpPr>
        <p:spPr bwMode="auto">
          <a:xfrm>
            <a:off x="4182534" y="2086239"/>
            <a:ext cx="427567" cy="3500967"/>
          </a:xfrm>
          <a:prstGeom prst="rect">
            <a:avLst/>
          </a:prstGeom>
          <a:solidFill>
            <a:schemeClr val="accent5"/>
          </a:solidFill>
          <a:ln>
            <a:noFill/>
          </a:ln>
        </p:spPr>
        <p:txBody>
          <a:bodyPr/>
          <a:lstStyle/>
          <a:p>
            <a:endParaRPr lang="zh-CN" altLang="en-US" sz="2135">
              <a:cs typeface="+mn-ea"/>
              <a:sym typeface="+mn-lt"/>
            </a:endParaRPr>
          </a:p>
        </p:txBody>
      </p:sp>
      <p:sp>
        <p:nvSpPr>
          <p:cNvPr id="19" name="Rectangle 10">
            <a:extLst>
              <a:ext uri="{FF2B5EF4-FFF2-40B4-BE49-F238E27FC236}">
                <a16:creationId xmlns:a16="http://schemas.microsoft.com/office/drawing/2014/main" id="{260E17B6-DDC1-5772-A3DB-287364401BDB}"/>
              </a:ext>
            </a:extLst>
          </p:cNvPr>
          <p:cNvSpPr>
            <a:spLocks noChangeArrowheads="1"/>
          </p:cNvSpPr>
          <p:nvPr/>
        </p:nvSpPr>
        <p:spPr bwMode="auto">
          <a:xfrm>
            <a:off x="3843868" y="2386805"/>
            <a:ext cx="116417" cy="3200400"/>
          </a:xfrm>
          <a:prstGeom prst="rect">
            <a:avLst/>
          </a:prstGeom>
          <a:solidFill>
            <a:schemeClr val="accent2"/>
          </a:solidFill>
          <a:ln>
            <a:noFill/>
          </a:ln>
        </p:spPr>
        <p:txBody>
          <a:bodyPr/>
          <a:lstStyle/>
          <a:p>
            <a:endParaRPr lang="zh-CN" altLang="en-US" sz="2135">
              <a:cs typeface="+mn-ea"/>
              <a:sym typeface="+mn-lt"/>
            </a:endParaRPr>
          </a:p>
        </p:txBody>
      </p:sp>
      <p:sp>
        <p:nvSpPr>
          <p:cNvPr id="20" name="Freeform 20">
            <a:extLst>
              <a:ext uri="{FF2B5EF4-FFF2-40B4-BE49-F238E27FC236}">
                <a16:creationId xmlns:a16="http://schemas.microsoft.com/office/drawing/2014/main" id="{2B3F4AD3-4DEE-A854-F374-E5F8684677DF}"/>
              </a:ext>
            </a:extLst>
          </p:cNvPr>
          <p:cNvSpPr/>
          <p:nvPr/>
        </p:nvSpPr>
        <p:spPr bwMode="auto">
          <a:xfrm>
            <a:off x="4449233" y="3091656"/>
            <a:ext cx="450851" cy="40217"/>
          </a:xfrm>
          <a:custGeom>
            <a:avLst/>
            <a:gdLst>
              <a:gd name="T0" fmla="*/ 213 w 213"/>
              <a:gd name="T1" fmla="*/ 19 h 19"/>
              <a:gd name="T2" fmla="*/ 213 w 213"/>
              <a:gd name="T3" fmla="*/ 0 h 19"/>
              <a:gd name="T4" fmla="*/ 0 w 213"/>
              <a:gd name="T5" fmla="*/ 0 h 19"/>
              <a:gd name="T6" fmla="*/ 0 w 213"/>
              <a:gd name="T7" fmla="*/ 19 h 19"/>
              <a:gd name="T8" fmla="*/ 213 w 213"/>
              <a:gd name="T9" fmla="*/ 19 h 19"/>
              <a:gd name="T10" fmla="*/ 213 w 213"/>
              <a:gd name="T11" fmla="*/ 19 h 19"/>
            </a:gdLst>
            <a:ahLst/>
            <a:cxnLst>
              <a:cxn ang="0">
                <a:pos x="T0" y="T1"/>
              </a:cxn>
              <a:cxn ang="0">
                <a:pos x="T2" y="T3"/>
              </a:cxn>
              <a:cxn ang="0">
                <a:pos x="T4" y="T5"/>
              </a:cxn>
              <a:cxn ang="0">
                <a:pos x="T6" y="T7"/>
              </a:cxn>
              <a:cxn ang="0">
                <a:pos x="T8" y="T9"/>
              </a:cxn>
              <a:cxn ang="0">
                <a:pos x="T10" y="T11"/>
              </a:cxn>
            </a:cxnLst>
            <a:rect l="0" t="0" r="r" b="b"/>
            <a:pathLst>
              <a:path w="213" h="19">
                <a:moveTo>
                  <a:pt x="213" y="19"/>
                </a:moveTo>
                <a:lnTo>
                  <a:pt x="213" y="0"/>
                </a:lnTo>
                <a:lnTo>
                  <a:pt x="0" y="0"/>
                </a:lnTo>
                <a:lnTo>
                  <a:pt x="0" y="19"/>
                </a:lnTo>
                <a:lnTo>
                  <a:pt x="213" y="19"/>
                </a:lnTo>
                <a:lnTo>
                  <a:pt x="213"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1" name="Freeform 21">
            <a:extLst>
              <a:ext uri="{FF2B5EF4-FFF2-40B4-BE49-F238E27FC236}">
                <a16:creationId xmlns:a16="http://schemas.microsoft.com/office/drawing/2014/main" id="{70E1F164-1D35-9A0C-849B-8F5D3827981B}"/>
              </a:ext>
            </a:extLst>
          </p:cNvPr>
          <p:cNvSpPr/>
          <p:nvPr/>
        </p:nvSpPr>
        <p:spPr bwMode="auto">
          <a:xfrm>
            <a:off x="4614334" y="3364706"/>
            <a:ext cx="285751" cy="40217"/>
          </a:xfrm>
          <a:custGeom>
            <a:avLst/>
            <a:gdLst>
              <a:gd name="T0" fmla="*/ 135 w 135"/>
              <a:gd name="T1" fmla="*/ 19 h 19"/>
              <a:gd name="T2" fmla="*/ 135 w 135"/>
              <a:gd name="T3" fmla="*/ 0 h 19"/>
              <a:gd name="T4" fmla="*/ 0 w 135"/>
              <a:gd name="T5" fmla="*/ 0 h 19"/>
              <a:gd name="T6" fmla="*/ 0 w 135"/>
              <a:gd name="T7" fmla="*/ 19 h 19"/>
              <a:gd name="T8" fmla="*/ 135 w 135"/>
              <a:gd name="T9" fmla="*/ 19 h 19"/>
              <a:gd name="T10" fmla="*/ 135 w 135"/>
              <a:gd name="T11" fmla="*/ 19 h 19"/>
            </a:gdLst>
            <a:ahLst/>
            <a:cxnLst>
              <a:cxn ang="0">
                <a:pos x="T0" y="T1"/>
              </a:cxn>
              <a:cxn ang="0">
                <a:pos x="T2" y="T3"/>
              </a:cxn>
              <a:cxn ang="0">
                <a:pos x="T4" y="T5"/>
              </a:cxn>
              <a:cxn ang="0">
                <a:pos x="T6" y="T7"/>
              </a:cxn>
              <a:cxn ang="0">
                <a:pos x="T8" y="T9"/>
              </a:cxn>
              <a:cxn ang="0">
                <a:pos x="T10" y="T11"/>
              </a:cxn>
            </a:cxnLst>
            <a:rect l="0" t="0" r="r" b="b"/>
            <a:pathLst>
              <a:path w="135" h="19">
                <a:moveTo>
                  <a:pt x="135" y="19"/>
                </a:moveTo>
                <a:lnTo>
                  <a:pt x="135" y="0"/>
                </a:lnTo>
                <a:lnTo>
                  <a:pt x="0" y="0"/>
                </a:lnTo>
                <a:lnTo>
                  <a:pt x="0" y="19"/>
                </a:lnTo>
                <a:lnTo>
                  <a:pt x="135" y="19"/>
                </a:lnTo>
                <a:lnTo>
                  <a:pt x="135"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2" name="Freeform 22">
            <a:extLst>
              <a:ext uri="{FF2B5EF4-FFF2-40B4-BE49-F238E27FC236}">
                <a16:creationId xmlns:a16="http://schemas.microsoft.com/office/drawing/2014/main" id="{A7B46AA4-8AB3-97A2-24B3-2145F1537B81}"/>
              </a:ext>
            </a:extLst>
          </p:cNvPr>
          <p:cNvSpPr/>
          <p:nvPr/>
        </p:nvSpPr>
        <p:spPr bwMode="auto">
          <a:xfrm>
            <a:off x="4614334" y="3641989"/>
            <a:ext cx="285751" cy="38100"/>
          </a:xfrm>
          <a:custGeom>
            <a:avLst/>
            <a:gdLst>
              <a:gd name="T0" fmla="*/ 135 w 135"/>
              <a:gd name="T1" fmla="*/ 18 h 18"/>
              <a:gd name="T2" fmla="*/ 135 w 135"/>
              <a:gd name="T3" fmla="*/ 0 h 18"/>
              <a:gd name="T4" fmla="*/ 0 w 135"/>
              <a:gd name="T5" fmla="*/ 0 h 18"/>
              <a:gd name="T6" fmla="*/ 0 w 135"/>
              <a:gd name="T7" fmla="*/ 18 h 18"/>
              <a:gd name="T8" fmla="*/ 135 w 135"/>
              <a:gd name="T9" fmla="*/ 18 h 18"/>
              <a:gd name="T10" fmla="*/ 135 w 135"/>
              <a:gd name="T11" fmla="*/ 18 h 18"/>
            </a:gdLst>
            <a:ahLst/>
            <a:cxnLst>
              <a:cxn ang="0">
                <a:pos x="T0" y="T1"/>
              </a:cxn>
              <a:cxn ang="0">
                <a:pos x="T2" y="T3"/>
              </a:cxn>
              <a:cxn ang="0">
                <a:pos x="T4" y="T5"/>
              </a:cxn>
              <a:cxn ang="0">
                <a:pos x="T6" y="T7"/>
              </a:cxn>
              <a:cxn ang="0">
                <a:pos x="T8" y="T9"/>
              </a:cxn>
              <a:cxn ang="0">
                <a:pos x="T10" y="T11"/>
              </a:cxn>
            </a:cxnLst>
            <a:rect l="0" t="0" r="r" b="b"/>
            <a:pathLst>
              <a:path w="135" h="18">
                <a:moveTo>
                  <a:pt x="135" y="18"/>
                </a:moveTo>
                <a:lnTo>
                  <a:pt x="135" y="0"/>
                </a:lnTo>
                <a:lnTo>
                  <a:pt x="0" y="0"/>
                </a:lnTo>
                <a:lnTo>
                  <a:pt x="0" y="18"/>
                </a:lnTo>
                <a:lnTo>
                  <a:pt x="135" y="18"/>
                </a:lnTo>
                <a:lnTo>
                  <a:pt x="135"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3" name="Freeform 23">
            <a:extLst>
              <a:ext uri="{FF2B5EF4-FFF2-40B4-BE49-F238E27FC236}">
                <a16:creationId xmlns:a16="http://schemas.microsoft.com/office/drawing/2014/main" id="{12C5E101-2726-6B29-9FB5-693F226C0048}"/>
              </a:ext>
            </a:extLst>
          </p:cNvPr>
          <p:cNvSpPr/>
          <p:nvPr/>
        </p:nvSpPr>
        <p:spPr bwMode="auto">
          <a:xfrm>
            <a:off x="4614334" y="3915040"/>
            <a:ext cx="285751" cy="40217"/>
          </a:xfrm>
          <a:custGeom>
            <a:avLst/>
            <a:gdLst>
              <a:gd name="T0" fmla="*/ 135 w 135"/>
              <a:gd name="T1" fmla="*/ 19 h 19"/>
              <a:gd name="T2" fmla="*/ 135 w 135"/>
              <a:gd name="T3" fmla="*/ 0 h 19"/>
              <a:gd name="T4" fmla="*/ 0 w 135"/>
              <a:gd name="T5" fmla="*/ 0 h 19"/>
              <a:gd name="T6" fmla="*/ 0 w 135"/>
              <a:gd name="T7" fmla="*/ 19 h 19"/>
              <a:gd name="T8" fmla="*/ 135 w 135"/>
              <a:gd name="T9" fmla="*/ 19 h 19"/>
              <a:gd name="T10" fmla="*/ 135 w 135"/>
              <a:gd name="T11" fmla="*/ 19 h 19"/>
            </a:gdLst>
            <a:ahLst/>
            <a:cxnLst>
              <a:cxn ang="0">
                <a:pos x="T0" y="T1"/>
              </a:cxn>
              <a:cxn ang="0">
                <a:pos x="T2" y="T3"/>
              </a:cxn>
              <a:cxn ang="0">
                <a:pos x="T4" y="T5"/>
              </a:cxn>
              <a:cxn ang="0">
                <a:pos x="T6" y="T7"/>
              </a:cxn>
              <a:cxn ang="0">
                <a:pos x="T8" y="T9"/>
              </a:cxn>
              <a:cxn ang="0">
                <a:pos x="T10" y="T11"/>
              </a:cxn>
            </a:cxnLst>
            <a:rect l="0" t="0" r="r" b="b"/>
            <a:pathLst>
              <a:path w="135" h="19">
                <a:moveTo>
                  <a:pt x="135" y="19"/>
                </a:moveTo>
                <a:lnTo>
                  <a:pt x="135" y="0"/>
                </a:lnTo>
                <a:lnTo>
                  <a:pt x="0" y="0"/>
                </a:lnTo>
                <a:lnTo>
                  <a:pt x="0" y="19"/>
                </a:lnTo>
                <a:lnTo>
                  <a:pt x="135" y="19"/>
                </a:lnTo>
                <a:lnTo>
                  <a:pt x="135"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4" name="Freeform 24">
            <a:extLst>
              <a:ext uri="{FF2B5EF4-FFF2-40B4-BE49-F238E27FC236}">
                <a16:creationId xmlns:a16="http://schemas.microsoft.com/office/drawing/2014/main" id="{7CE94FCE-6BEE-2230-0F51-A5E72A3F0D46}"/>
              </a:ext>
            </a:extLst>
          </p:cNvPr>
          <p:cNvSpPr/>
          <p:nvPr/>
        </p:nvSpPr>
        <p:spPr bwMode="auto">
          <a:xfrm>
            <a:off x="4449233" y="4188089"/>
            <a:ext cx="450851" cy="40217"/>
          </a:xfrm>
          <a:custGeom>
            <a:avLst/>
            <a:gdLst>
              <a:gd name="T0" fmla="*/ 213 w 213"/>
              <a:gd name="T1" fmla="*/ 19 h 19"/>
              <a:gd name="T2" fmla="*/ 213 w 213"/>
              <a:gd name="T3" fmla="*/ 0 h 19"/>
              <a:gd name="T4" fmla="*/ 0 w 213"/>
              <a:gd name="T5" fmla="*/ 0 h 19"/>
              <a:gd name="T6" fmla="*/ 0 w 213"/>
              <a:gd name="T7" fmla="*/ 19 h 19"/>
              <a:gd name="T8" fmla="*/ 213 w 213"/>
              <a:gd name="T9" fmla="*/ 19 h 19"/>
              <a:gd name="T10" fmla="*/ 213 w 213"/>
              <a:gd name="T11" fmla="*/ 19 h 19"/>
            </a:gdLst>
            <a:ahLst/>
            <a:cxnLst>
              <a:cxn ang="0">
                <a:pos x="T0" y="T1"/>
              </a:cxn>
              <a:cxn ang="0">
                <a:pos x="T2" y="T3"/>
              </a:cxn>
              <a:cxn ang="0">
                <a:pos x="T4" y="T5"/>
              </a:cxn>
              <a:cxn ang="0">
                <a:pos x="T6" y="T7"/>
              </a:cxn>
              <a:cxn ang="0">
                <a:pos x="T8" y="T9"/>
              </a:cxn>
              <a:cxn ang="0">
                <a:pos x="T10" y="T11"/>
              </a:cxn>
            </a:cxnLst>
            <a:rect l="0" t="0" r="r" b="b"/>
            <a:pathLst>
              <a:path w="213" h="19">
                <a:moveTo>
                  <a:pt x="213" y="19"/>
                </a:moveTo>
                <a:lnTo>
                  <a:pt x="213" y="0"/>
                </a:lnTo>
                <a:lnTo>
                  <a:pt x="0" y="0"/>
                </a:lnTo>
                <a:lnTo>
                  <a:pt x="0" y="19"/>
                </a:lnTo>
                <a:lnTo>
                  <a:pt x="213" y="19"/>
                </a:lnTo>
                <a:lnTo>
                  <a:pt x="213"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5" name="Freeform 25">
            <a:extLst>
              <a:ext uri="{FF2B5EF4-FFF2-40B4-BE49-F238E27FC236}">
                <a16:creationId xmlns:a16="http://schemas.microsoft.com/office/drawing/2014/main" id="{64E37C8A-D80E-B82A-91CE-3B3EE0822DE3}"/>
              </a:ext>
            </a:extLst>
          </p:cNvPr>
          <p:cNvSpPr/>
          <p:nvPr/>
        </p:nvSpPr>
        <p:spPr bwMode="auto">
          <a:xfrm>
            <a:off x="4614334" y="4465373"/>
            <a:ext cx="302684" cy="38100"/>
          </a:xfrm>
          <a:custGeom>
            <a:avLst/>
            <a:gdLst>
              <a:gd name="T0" fmla="*/ 143 w 143"/>
              <a:gd name="T1" fmla="*/ 18 h 18"/>
              <a:gd name="T2" fmla="*/ 143 w 143"/>
              <a:gd name="T3" fmla="*/ 0 h 18"/>
              <a:gd name="T4" fmla="*/ 0 w 143"/>
              <a:gd name="T5" fmla="*/ 0 h 18"/>
              <a:gd name="T6" fmla="*/ 0 w 143"/>
              <a:gd name="T7" fmla="*/ 18 h 18"/>
              <a:gd name="T8" fmla="*/ 143 w 143"/>
              <a:gd name="T9" fmla="*/ 18 h 18"/>
              <a:gd name="T10" fmla="*/ 143 w 143"/>
              <a:gd name="T11" fmla="*/ 18 h 18"/>
            </a:gdLst>
            <a:ahLst/>
            <a:cxnLst>
              <a:cxn ang="0">
                <a:pos x="T0" y="T1"/>
              </a:cxn>
              <a:cxn ang="0">
                <a:pos x="T2" y="T3"/>
              </a:cxn>
              <a:cxn ang="0">
                <a:pos x="T4" y="T5"/>
              </a:cxn>
              <a:cxn ang="0">
                <a:pos x="T6" y="T7"/>
              </a:cxn>
              <a:cxn ang="0">
                <a:pos x="T8" y="T9"/>
              </a:cxn>
              <a:cxn ang="0">
                <a:pos x="T10" y="T11"/>
              </a:cxn>
            </a:cxnLst>
            <a:rect l="0" t="0" r="r" b="b"/>
            <a:pathLst>
              <a:path w="143" h="18">
                <a:moveTo>
                  <a:pt x="143" y="18"/>
                </a:moveTo>
                <a:lnTo>
                  <a:pt x="143" y="0"/>
                </a:lnTo>
                <a:lnTo>
                  <a:pt x="0" y="0"/>
                </a:lnTo>
                <a:lnTo>
                  <a:pt x="0" y="18"/>
                </a:lnTo>
                <a:lnTo>
                  <a:pt x="143" y="18"/>
                </a:lnTo>
                <a:lnTo>
                  <a:pt x="143"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6" name="Freeform 26">
            <a:extLst>
              <a:ext uri="{FF2B5EF4-FFF2-40B4-BE49-F238E27FC236}">
                <a16:creationId xmlns:a16="http://schemas.microsoft.com/office/drawing/2014/main" id="{E139E5F2-0772-64FA-F8F2-0EB2383BF9C5}"/>
              </a:ext>
            </a:extLst>
          </p:cNvPr>
          <p:cNvSpPr/>
          <p:nvPr/>
        </p:nvSpPr>
        <p:spPr bwMode="auto">
          <a:xfrm>
            <a:off x="4614334" y="4738422"/>
            <a:ext cx="302684" cy="38100"/>
          </a:xfrm>
          <a:custGeom>
            <a:avLst/>
            <a:gdLst>
              <a:gd name="T0" fmla="*/ 143 w 143"/>
              <a:gd name="T1" fmla="*/ 18 h 18"/>
              <a:gd name="T2" fmla="*/ 143 w 143"/>
              <a:gd name="T3" fmla="*/ 0 h 18"/>
              <a:gd name="T4" fmla="*/ 0 w 143"/>
              <a:gd name="T5" fmla="*/ 0 h 18"/>
              <a:gd name="T6" fmla="*/ 0 w 143"/>
              <a:gd name="T7" fmla="*/ 18 h 18"/>
              <a:gd name="T8" fmla="*/ 143 w 143"/>
              <a:gd name="T9" fmla="*/ 18 h 18"/>
              <a:gd name="T10" fmla="*/ 143 w 143"/>
              <a:gd name="T11" fmla="*/ 18 h 18"/>
            </a:gdLst>
            <a:ahLst/>
            <a:cxnLst>
              <a:cxn ang="0">
                <a:pos x="T0" y="T1"/>
              </a:cxn>
              <a:cxn ang="0">
                <a:pos x="T2" y="T3"/>
              </a:cxn>
              <a:cxn ang="0">
                <a:pos x="T4" y="T5"/>
              </a:cxn>
              <a:cxn ang="0">
                <a:pos x="T6" y="T7"/>
              </a:cxn>
              <a:cxn ang="0">
                <a:pos x="T8" y="T9"/>
              </a:cxn>
              <a:cxn ang="0">
                <a:pos x="T10" y="T11"/>
              </a:cxn>
            </a:cxnLst>
            <a:rect l="0" t="0" r="r" b="b"/>
            <a:pathLst>
              <a:path w="143" h="18">
                <a:moveTo>
                  <a:pt x="143" y="18"/>
                </a:moveTo>
                <a:lnTo>
                  <a:pt x="143" y="0"/>
                </a:lnTo>
                <a:lnTo>
                  <a:pt x="0" y="0"/>
                </a:lnTo>
                <a:lnTo>
                  <a:pt x="0" y="18"/>
                </a:lnTo>
                <a:lnTo>
                  <a:pt x="143" y="18"/>
                </a:lnTo>
                <a:lnTo>
                  <a:pt x="143"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7" name="Freeform 27">
            <a:extLst>
              <a:ext uri="{FF2B5EF4-FFF2-40B4-BE49-F238E27FC236}">
                <a16:creationId xmlns:a16="http://schemas.microsoft.com/office/drawing/2014/main" id="{6263AB37-696A-802D-9A6C-BA58A00ECD2C}"/>
              </a:ext>
            </a:extLst>
          </p:cNvPr>
          <p:cNvSpPr/>
          <p:nvPr/>
        </p:nvSpPr>
        <p:spPr bwMode="auto">
          <a:xfrm>
            <a:off x="4614334" y="5011473"/>
            <a:ext cx="302684" cy="40217"/>
          </a:xfrm>
          <a:custGeom>
            <a:avLst/>
            <a:gdLst>
              <a:gd name="T0" fmla="*/ 143 w 143"/>
              <a:gd name="T1" fmla="*/ 19 h 19"/>
              <a:gd name="T2" fmla="*/ 143 w 143"/>
              <a:gd name="T3" fmla="*/ 0 h 19"/>
              <a:gd name="T4" fmla="*/ 0 w 143"/>
              <a:gd name="T5" fmla="*/ 0 h 19"/>
              <a:gd name="T6" fmla="*/ 0 w 143"/>
              <a:gd name="T7" fmla="*/ 19 h 19"/>
              <a:gd name="T8" fmla="*/ 143 w 143"/>
              <a:gd name="T9" fmla="*/ 19 h 19"/>
              <a:gd name="T10" fmla="*/ 143 w 143"/>
              <a:gd name="T11" fmla="*/ 19 h 19"/>
            </a:gdLst>
            <a:ahLst/>
            <a:cxnLst>
              <a:cxn ang="0">
                <a:pos x="T0" y="T1"/>
              </a:cxn>
              <a:cxn ang="0">
                <a:pos x="T2" y="T3"/>
              </a:cxn>
              <a:cxn ang="0">
                <a:pos x="T4" y="T5"/>
              </a:cxn>
              <a:cxn ang="0">
                <a:pos x="T6" y="T7"/>
              </a:cxn>
              <a:cxn ang="0">
                <a:pos x="T8" y="T9"/>
              </a:cxn>
              <a:cxn ang="0">
                <a:pos x="T10" y="T11"/>
              </a:cxn>
            </a:cxnLst>
            <a:rect l="0" t="0" r="r" b="b"/>
            <a:pathLst>
              <a:path w="143" h="19">
                <a:moveTo>
                  <a:pt x="143" y="19"/>
                </a:moveTo>
                <a:lnTo>
                  <a:pt x="143" y="0"/>
                </a:lnTo>
                <a:lnTo>
                  <a:pt x="0" y="0"/>
                </a:lnTo>
                <a:lnTo>
                  <a:pt x="0" y="19"/>
                </a:lnTo>
                <a:lnTo>
                  <a:pt x="143" y="19"/>
                </a:lnTo>
                <a:lnTo>
                  <a:pt x="143"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8" name="Freeform 28">
            <a:extLst>
              <a:ext uri="{FF2B5EF4-FFF2-40B4-BE49-F238E27FC236}">
                <a16:creationId xmlns:a16="http://schemas.microsoft.com/office/drawing/2014/main" id="{BC6F4C46-D933-ED21-C996-FF1339F6C1D3}"/>
              </a:ext>
            </a:extLst>
          </p:cNvPr>
          <p:cNvSpPr/>
          <p:nvPr/>
        </p:nvSpPr>
        <p:spPr bwMode="auto">
          <a:xfrm>
            <a:off x="4449233" y="5288755"/>
            <a:ext cx="450851" cy="38100"/>
          </a:xfrm>
          <a:custGeom>
            <a:avLst/>
            <a:gdLst>
              <a:gd name="T0" fmla="*/ 213 w 213"/>
              <a:gd name="T1" fmla="*/ 18 h 18"/>
              <a:gd name="T2" fmla="*/ 213 w 213"/>
              <a:gd name="T3" fmla="*/ 0 h 18"/>
              <a:gd name="T4" fmla="*/ 0 w 213"/>
              <a:gd name="T5" fmla="*/ 0 h 18"/>
              <a:gd name="T6" fmla="*/ 0 w 213"/>
              <a:gd name="T7" fmla="*/ 18 h 18"/>
              <a:gd name="T8" fmla="*/ 213 w 213"/>
              <a:gd name="T9" fmla="*/ 18 h 18"/>
              <a:gd name="T10" fmla="*/ 213 w 213"/>
              <a:gd name="T11" fmla="*/ 18 h 18"/>
            </a:gdLst>
            <a:ahLst/>
            <a:cxnLst>
              <a:cxn ang="0">
                <a:pos x="T0" y="T1"/>
              </a:cxn>
              <a:cxn ang="0">
                <a:pos x="T2" y="T3"/>
              </a:cxn>
              <a:cxn ang="0">
                <a:pos x="T4" y="T5"/>
              </a:cxn>
              <a:cxn ang="0">
                <a:pos x="T6" y="T7"/>
              </a:cxn>
              <a:cxn ang="0">
                <a:pos x="T8" y="T9"/>
              </a:cxn>
              <a:cxn ang="0">
                <a:pos x="T10" y="T11"/>
              </a:cxn>
            </a:cxnLst>
            <a:rect l="0" t="0" r="r" b="b"/>
            <a:pathLst>
              <a:path w="213" h="18">
                <a:moveTo>
                  <a:pt x="213" y="18"/>
                </a:moveTo>
                <a:lnTo>
                  <a:pt x="213" y="0"/>
                </a:lnTo>
                <a:lnTo>
                  <a:pt x="0" y="0"/>
                </a:lnTo>
                <a:lnTo>
                  <a:pt x="0" y="18"/>
                </a:lnTo>
                <a:lnTo>
                  <a:pt x="213" y="18"/>
                </a:lnTo>
                <a:lnTo>
                  <a:pt x="213"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9" name="TextBox 682">
            <a:extLst>
              <a:ext uri="{FF2B5EF4-FFF2-40B4-BE49-F238E27FC236}">
                <a16:creationId xmlns:a16="http://schemas.microsoft.com/office/drawing/2014/main" id="{1E1E6097-8D98-D0B5-C666-84E5E371305D}"/>
              </a:ext>
            </a:extLst>
          </p:cNvPr>
          <p:cNvSpPr txBox="1"/>
          <p:nvPr/>
        </p:nvSpPr>
        <p:spPr>
          <a:xfrm>
            <a:off x="5066348" y="5051689"/>
            <a:ext cx="870751" cy="502766"/>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r>
              <a:rPr lang="en-US" altLang="zh-CN" sz="2665" dirty="0">
                <a:solidFill>
                  <a:schemeClr val="tx1">
                    <a:lumMod val="50000"/>
                    <a:lumOff val="50000"/>
                  </a:schemeClr>
                </a:solidFill>
                <a:latin typeface="+mn-lt"/>
                <a:ea typeface="+mn-ea"/>
                <a:cs typeface="+mn-ea"/>
                <a:sym typeface="+mn-lt"/>
              </a:rPr>
              <a:t>18%</a:t>
            </a:r>
            <a:endParaRPr lang="zh-CN" altLang="en-US" sz="2665" dirty="0">
              <a:solidFill>
                <a:schemeClr val="tx1">
                  <a:lumMod val="50000"/>
                  <a:lumOff val="50000"/>
                </a:schemeClr>
              </a:solidFill>
              <a:latin typeface="+mn-lt"/>
              <a:ea typeface="+mn-ea"/>
              <a:cs typeface="+mn-ea"/>
              <a:sym typeface="+mn-lt"/>
            </a:endParaRPr>
          </a:p>
        </p:txBody>
      </p:sp>
      <p:sp>
        <p:nvSpPr>
          <p:cNvPr id="30" name="TextBox 682">
            <a:extLst>
              <a:ext uri="{FF2B5EF4-FFF2-40B4-BE49-F238E27FC236}">
                <a16:creationId xmlns:a16="http://schemas.microsoft.com/office/drawing/2014/main" id="{A31F837B-FC66-A0C1-5DDB-2583F07E03BE}"/>
              </a:ext>
            </a:extLst>
          </p:cNvPr>
          <p:cNvSpPr txBox="1"/>
          <p:nvPr/>
        </p:nvSpPr>
        <p:spPr>
          <a:xfrm>
            <a:off x="5066348" y="4192660"/>
            <a:ext cx="870751" cy="502766"/>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r>
              <a:rPr lang="en-US" altLang="zh-CN" sz="2665" dirty="0">
                <a:solidFill>
                  <a:schemeClr val="tx1">
                    <a:lumMod val="50000"/>
                    <a:lumOff val="50000"/>
                  </a:schemeClr>
                </a:solidFill>
                <a:latin typeface="+mn-lt"/>
                <a:ea typeface="+mn-ea"/>
                <a:cs typeface="+mn-ea"/>
                <a:sym typeface="+mn-lt"/>
              </a:rPr>
              <a:t>26%</a:t>
            </a:r>
            <a:endParaRPr lang="zh-CN" altLang="en-US" sz="2665" dirty="0">
              <a:solidFill>
                <a:schemeClr val="tx1">
                  <a:lumMod val="50000"/>
                  <a:lumOff val="50000"/>
                </a:schemeClr>
              </a:solidFill>
              <a:latin typeface="+mn-lt"/>
              <a:ea typeface="+mn-ea"/>
              <a:cs typeface="+mn-ea"/>
              <a:sym typeface="+mn-lt"/>
            </a:endParaRPr>
          </a:p>
        </p:txBody>
      </p:sp>
      <p:sp>
        <p:nvSpPr>
          <p:cNvPr id="31" name="TextBox 682">
            <a:extLst>
              <a:ext uri="{FF2B5EF4-FFF2-40B4-BE49-F238E27FC236}">
                <a16:creationId xmlns:a16="http://schemas.microsoft.com/office/drawing/2014/main" id="{DDA398B2-97F3-DEC2-BCDF-F8A834A0491F}"/>
              </a:ext>
            </a:extLst>
          </p:cNvPr>
          <p:cNvSpPr txBox="1"/>
          <p:nvPr/>
        </p:nvSpPr>
        <p:spPr>
          <a:xfrm>
            <a:off x="5066348" y="3324100"/>
            <a:ext cx="870751" cy="502766"/>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r>
              <a:rPr lang="en-US" altLang="zh-CN" sz="2665" dirty="0">
                <a:solidFill>
                  <a:schemeClr val="tx1">
                    <a:lumMod val="50000"/>
                    <a:lumOff val="50000"/>
                  </a:schemeClr>
                </a:solidFill>
                <a:latin typeface="+mn-lt"/>
                <a:ea typeface="+mn-ea"/>
                <a:cs typeface="+mn-ea"/>
                <a:sym typeface="+mn-lt"/>
              </a:rPr>
              <a:t>55%</a:t>
            </a:r>
            <a:endParaRPr lang="zh-CN" altLang="en-US" sz="2665" dirty="0">
              <a:solidFill>
                <a:schemeClr val="tx1">
                  <a:lumMod val="50000"/>
                  <a:lumOff val="50000"/>
                </a:schemeClr>
              </a:solidFill>
              <a:latin typeface="+mn-lt"/>
              <a:ea typeface="+mn-ea"/>
              <a:cs typeface="+mn-ea"/>
              <a:sym typeface="+mn-lt"/>
            </a:endParaRPr>
          </a:p>
        </p:txBody>
      </p:sp>
      <p:cxnSp>
        <p:nvCxnSpPr>
          <p:cNvPr id="32" name="直接连接符 31">
            <a:extLst>
              <a:ext uri="{FF2B5EF4-FFF2-40B4-BE49-F238E27FC236}">
                <a16:creationId xmlns:a16="http://schemas.microsoft.com/office/drawing/2014/main" id="{73FB675E-185C-9CCD-EBD0-BC8BB50A96A5}"/>
              </a:ext>
            </a:extLst>
          </p:cNvPr>
          <p:cNvCxnSpPr/>
          <p:nvPr/>
        </p:nvCxnSpPr>
        <p:spPr>
          <a:xfrm>
            <a:off x="5917858" y="2266156"/>
            <a:ext cx="5107860" cy="0"/>
          </a:xfrm>
          <a:prstGeom prst="line">
            <a:avLst/>
          </a:prstGeom>
          <a:solidFill>
            <a:srgbClr val="070606"/>
          </a:solidFill>
          <a:ln w="15875">
            <a:solidFill>
              <a:schemeClr val="tx1">
                <a:lumMod val="50000"/>
                <a:lumOff val="50000"/>
              </a:schemeClr>
            </a:solidFill>
            <a:round/>
          </a:ln>
        </p:spPr>
      </p:cxnSp>
      <p:sp>
        <p:nvSpPr>
          <p:cNvPr id="33" name="TextBox 64">
            <a:extLst>
              <a:ext uri="{FF2B5EF4-FFF2-40B4-BE49-F238E27FC236}">
                <a16:creationId xmlns:a16="http://schemas.microsoft.com/office/drawing/2014/main" id="{A5D7B11A-E849-3B5D-F668-864B66951437}"/>
              </a:ext>
            </a:extLst>
          </p:cNvPr>
          <p:cNvSpPr txBox="1"/>
          <p:nvPr/>
        </p:nvSpPr>
        <p:spPr bwMode="auto">
          <a:xfrm>
            <a:off x="5976112" y="1814751"/>
            <a:ext cx="1435008" cy="420564"/>
          </a:xfrm>
          <a:prstGeom prst="rect">
            <a:avLst/>
          </a:prstGeom>
          <a:noFill/>
        </p:spPr>
        <p:txBody>
          <a:bodyPr wrap="none">
            <a:spAutoFit/>
          </a:bodyPr>
          <a:lstStyle>
            <a:defPPr>
              <a:defRPr lang="zh-CN"/>
            </a:defPPr>
            <a:lvl1pPr fontAlgn="auto">
              <a:spcBef>
                <a:spcPts val="0"/>
              </a:spcBef>
              <a:spcAft>
                <a:spcPts val="0"/>
              </a:spcAft>
              <a:defRPr sz="1200" spc="300">
                <a:latin typeface="微软雅黑" pitchFamily="34" charset="-122"/>
                <a:ea typeface="微软雅黑" pitchFamily="34" charset="-122"/>
                <a:cs typeface="Arial" pitchFamily="34" charset="0"/>
              </a:defRPr>
            </a:lvl1pPr>
          </a:lstStyle>
          <a:p>
            <a:r>
              <a:rPr lang="zh-CN" altLang="en-US" sz="2135" b="1" dirty="0">
                <a:solidFill>
                  <a:schemeClr val="tx1">
                    <a:lumMod val="75000"/>
                    <a:lumOff val="25000"/>
                  </a:schemeClr>
                </a:solidFill>
                <a:latin typeface="+mn-lt"/>
                <a:ea typeface="+mn-ea"/>
                <a:cs typeface="+mn-ea"/>
                <a:sym typeface="+mn-lt"/>
              </a:rPr>
              <a:t>添加标题</a:t>
            </a:r>
          </a:p>
        </p:txBody>
      </p:sp>
      <p:sp>
        <p:nvSpPr>
          <p:cNvPr id="34" name="TextBox 24">
            <a:extLst>
              <a:ext uri="{FF2B5EF4-FFF2-40B4-BE49-F238E27FC236}">
                <a16:creationId xmlns:a16="http://schemas.microsoft.com/office/drawing/2014/main" id="{E6085FCF-AD07-D6DF-A59F-2924CF427CD1}"/>
              </a:ext>
            </a:extLst>
          </p:cNvPr>
          <p:cNvSpPr txBox="1"/>
          <p:nvPr/>
        </p:nvSpPr>
        <p:spPr bwMode="auto">
          <a:xfrm>
            <a:off x="3341251" y="1558324"/>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EBAC07"/>
                </a:solidFill>
                <a:latin typeface="微软雅黑" pitchFamily="34" charset="-122"/>
                <a:ea typeface="微软雅黑" pitchFamily="34" charset="-122"/>
                <a:cs typeface="Arial" pitchFamily="34" charset="0"/>
              </a:defRPr>
            </a:lvl1pPr>
          </a:lstStyle>
          <a:p>
            <a:pPr algn="r"/>
            <a:r>
              <a:rPr lang="zh-CN" altLang="en-US" sz="2135" b="1" dirty="0">
                <a:solidFill>
                  <a:schemeClr val="accent5"/>
                </a:solidFill>
                <a:latin typeface="+mn-lt"/>
                <a:ea typeface="+mn-ea"/>
                <a:cs typeface="+mn-ea"/>
                <a:sym typeface="+mn-lt"/>
              </a:rPr>
              <a:t>添加标题</a:t>
            </a:r>
          </a:p>
        </p:txBody>
      </p:sp>
      <p:sp>
        <p:nvSpPr>
          <p:cNvPr id="35" name="TextBox 25">
            <a:extLst>
              <a:ext uri="{FF2B5EF4-FFF2-40B4-BE49-F238E27FC236}">
                <a16:creationId xmlns:a16="http://schemas.microsoft.com/office/drawing/2014/main" id="{5A39C51E-22E9-08E0-A96A-3A3BADD119D1}"/>
              </a:ext>
            </a:extLst>
          </p:cNvPr>
          <p:cNvSpPr txBox="1"/>
          <p:nvPr/>
        </p:nvSpPr>
        <p:spPr bwMode="auto">
          <a:xfrm>
            <a:off x="2737221" y="1943835"/>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8BC925"/>
                </a:solidFill>
                <a:latin typeface="微软雅黑" pitchFamily="34" charset="-122"/>
                <a:ea typeface="微软雅黑" pitchFamily="34" charset="-122"/>
                <a:cs typeface="Arial" pitchFamily="34" charset="0"/>
              </a:defRPr>
            </a:lvl1pPr>
          </a:lstStyle>
          <a:p>
            <a:pPr algn="r"/>
            <a:r>
              <a:rPr lang="zh-CN" altLang="en-US" sz="2135" b="1" dirty="0">
                <a:solidFill>
                  <a:schemeClr val="accent2"/>
                </a:solidFill>
                <a:latin typeface="+mn-lt"/>
                <a:ea typeface="+mn-ea"/>
                <a:cs typeface="+mn-ea"/>
                <a:sym typeface="+mn-lt"/>
              </a:rPr>
              <a:t>添加标题</a:t>
            </a:r>
          </a:p>
        </p:txBody>
      </p:sp>
      <p:sp>
        <p:nvSpPr>
          <p:cNvPr id="36" name="TextBox 26">
            <a:extLst>
              <a:ext uri="{FF2B5EF4-FFF2-40B4-BE49-F238E27FC236}">
                <a16:creationId xmlns:a16="http://schemas.microsoft.com/office/drawing/2014/main" id="{8956A6CE-7FAA-9F39-AD17-2C7C179C8763}"/>
              </a:ext>
            </a:extLst>
          </p:cNvPr>
          <p:cNvSpPr txBox="1"/>
          <p:nvPr/>
        </p:nvSpPr>
        <p:spPr bwMode="auto">
          <a:xfrm>
            <a:off x="2188600" y="2942152"/>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F83003"/>
                </a:solidFill>
                <a:latin typeface="微软雅黑" pitchFamily="34" charset="-122"/>
                <a:ea typeface="微软雅黑" pitchFamily="34" charset="-122"/>
                <a:cs typeface="Arial" pitchFamily="34" charset="0"/>
              </a:defRPr>
            </a:lvl1pPr>
          </a:lstStyle>
          <a:p>
            <a:r>
              <a:rPr lang="zh-CN" altLang="en-US" sz="2135" b="1" dirty="0">
                <a:solidFill>
                  <a:schemeClr val="accent1"/>
                </a:solidFill>
                <a:latin typeface="+mn-lt"/>
                <a:ea typeface="+mn-ea"/>
                <a:cs typeface="+mn-ea"/>
                <a:sym typeface="+mn-lt"/>
              </a:rPr>
              <a:t>添加标题</a:t>
            </a:r>
          </a:p>
        </p:txBody>
      </p:sp>
      <p:sp>
        <p:nvSpPr>
          <p:cNvPr id="37" name="矩形 36">
            <a:extLst>
              <a:ext uri="{FF2B5EF4-FFF2-40B4-BE49-F238E27FC236}">
                <a16:creationId xmlns:a16="http://schemas.microsoft.com/office/drawing/2014/main" id="{EC0BEE95-24BF-39CF-A07B-40ACC0DA0BC0}"/>
              </a:ext>
            </a:extLst>
          </p:cNvPr>
          <p:cNvSpPr/>
          <p:nvPr/>
        </p:nvSpPr>
        <p:spPr>
          <a:xfrm>
            <a:off x="6021943" y="2364399"/>
            <a:ext cx="5255657" cy="1669688"/>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a:t>
            </a:r>
          </a:p>
        </p:txBody>
      </p:sp>
      <p:sp>
        <p:nvSpPr>
          <p:cNvPr id="38" name="矩形 37">
            <a:extLst>
              <a:ext uri="{FF2B5EF4-FFF2-40B4-BE49-F238E27FC236}">
                <a16:creationId xmlns:a16="http://schemas.microsoft.com/office/drawing/2014/main" id="{7D4CAFD9-1667-6C02-8DD8-678ACB077A6B}"/>
              </a:ext>
            </a:extLst>
          </p:cNvPr>
          <p:cNvSpPr/>
          <p:nvPr/>
        </p:nvSpPr>
        <p:spPr>
          <a:xfrm>
            <a:off x="6086429" y="4233761"/>
            <a:ext cx="2355823" cy="1754326"/>
          </a:xfrm>
          <a:prstGeom prst="rect">
            <a:avLst/>
          </a:prstGeom>
        </p:spPr>
        <p:txBody>
          <a:bodyPr wrap="square">
            <a:spAutoFit/>
          </a:bodyPr>
          <a:lstStyle/>
          <a:p>
            <a:pPr>
              <a:lnSpc>
                <a:spcPct val="150000"/>
              </a:lnSpc>
            </a:pPr>
            <a:r>
              <a:rPr lang="zh-CN" altLang="en-US" dirty="0">
                <a:solidFill>
                  <a:schemeClr val="tx1">
                    <a:lumMod val="65000"/>
                    <a:lumOff val="35000"/>
                  </a:schemeClr>
                </a:solidFill>
                <a:cs typeface="+mn-ea"/>
                <a:sym typeface="+mn-lt"/>
              </a:rPr>
              <a:t>这里填写文字内容这里填写文字内容这里填写文字内容这里填写文字内容</a:t>
            </a:r>
          </a:p>
        </p:txBody>
      </p:sp>
      <p:sp>
        <p:nvSpPr>
          <p:cNvPr id="39" name="矩形 38">
            <a:extLst>
              <a:ext uri="{FF2B5EF4-FFF2-40B4-BE49-F238E27FC236}">
                <a16:creationId xmlns:a16="http://schemas.microsoft.com/office/drawing/2014/main" id="{E2A8E86E-4DB4-4BE8-0433-DB6FA8E8F942}"/>
              </a:ext>
            </a:extLst>
          </p:cNvPr>
          <p:cNvSpPr/>
          <p:nvPr/>
        </p:nvSpPr>
        <p:spPr>
          <a:xfrm>
            <a:off x="8897363" y="4233761"/>
            <a:ext cx="2355823" cy="1754326"/>
          </a:xfrm>
          <a:prstGeom prst="rect">
            <a:avLst/>
          </a:prstGeom>
        </p:spPr>
        <p:txBody>
          <a:bodyPr wrap="square">
            <a:spAutoFit/>
          </a:bodyPr>
          <a:lstStyle/>
          <a:p>
            <a:pPr>
              <a:lnSpc>
                <a:spcPct val="150000"/>
              </a:lnSpc>
            </a:pPr>
            <a:r>
              <a:rPr lang="zh-CN" altLang="en-US" dirty="0">
                <a:solidFill>
                  <a:schemeClr val="tx1">
                    <a:lumMod val="65000"/>
                    <a:lumOff val="35000"/>
                  </a:schemeClr>
                </a:solidFill>
                <a:cs typeface="+mn-ea"/>
                <a:sym typeface="+mn-lt"/>
              </a:rPr>
              <a:t>这里填写文字内容这里填写文字内容这里填写文字内容这里填写文字内容</a:t>
            </a:r>
          </a:p>
        </p:txBody>
      </p:sp>
      <p:cxnSp>
        <p:nvCxnSpPr>
          <p:cNvPr id="40" name="直接连接符 39">
            <a:extLst>
              <a:ext uri="{FF2B5EF4-FFF2-40B4-BE49-F238E27FC236}">
                <a16:creationId xmlns:a16="http://schemas.microsoft.com/office/drawing/2014/main" id="{C95792FF-ABC6-F7B0-01D6-8BDDCE32CF34}"/>
              </a:ext>
            </a:extLst>
          </p:cNvPr>
          <p:cNvCxnSpPr/>
          <p:nvPr/>
        </p:nvCxnSpPr>
        <p:spPr>
          <a:xfrm>
            <a:off x="5917858" y="4188089"/>
            <a:ext cx="5107860" cy="0"/>
          </a:xfrm>
          <a:prstGeom prst="line">
            <a:avLst/>
          </a:prstGeom>
          <a:solidFill>
            <a:srgbClr val="070606"/>
          </a:solidFill>
          <a:ln w="15875">
            <a:solidFill>
              <a:schemeClr val="tx1">
                <a:lumMod val="50000"/>
                <a:lumOff val="50000"/>
              </a:schemeClr>
            </a:solidFill>
            <a:round/>
          </a:ln>
        </p:spPr>
      </p:cxnSp>
      <p:sp>
        <p:nvSpPr>
          <p:cNvPr id="41" name="文本占位符 33">
            <a:extLst>
              <a:ext uri="{FF2B5EF4-FFF2-40B4-BE49-F238E27FC236}">
                <a16:creationId xmlns:a16="http://schemas.microsoft.com/office/drawing/2014/main" id="{A95EA908-A745-185B-055B-78584A4CFABC}"/>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32600803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比较">
    <p:spTree>
      <p:nvGrpSpPr>
        <p:cNvPr id="1" name=""/>
        <p:cNvGrpSpPr/>
        <p:nvPr/>
      </p:nvGrpSpPr>
      <p:grpSpPr>
        <a:xfrm>
          <a:off x="0" y="0"/>
          <a:ext cx="0" cy="0"/>
          <a:chOff x="0" y="0"/>
          <a:chExt cx="0" cy="0"/>
        </a:xfrm>
      </p:grpSpPr>
      <p:sp>
        <p:nvSpPr>
          <p:cNvPr id="10" name="任意多边形 19">
            <a:extLst>
              <a:ext uri="{FF2B5EF4-FFF2-40B4-BE49-F238E27FC236}">
                <a16:creationId xmlns:a16="http://schemas.microsoft.com/office/drawing/2014/main" id="{93575A42-ED96-07D0-5F00-797106732D94}"/>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1" name="任意多边形 18">
            <a:extLst>
              <a:ext uri="{FF2B5EF4-FFF2-40B4-BE49-F238E27FC236}">
                <a16:creationId xmlns:a16="http://schemas.microsoft.com/office/drawing/2014/main" id="{DB32254D-9F3E-9CE5-1306-8BC38D55EB48}"/>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3" name="组合 12">
            <a:extLst>
              <a:ext uri="{FF2B5EF4-FFF2-40B4-BE49-F238E27FC236}">
                <a16:creationId xmlns:a16="http://schemas.microsoft.com/office/drawing/2014/main" id="{35E30FD8-077D-B5A3-CE5C-EA3FD0E2BAD1}"/>
              </a:ext>
            </a:extLst>
          </p:cNvPr>
          <p:cNvGrpSpPr/>
          <p:nvPr/>
        </p:nvGrpSpPr>
        <p:grpSpPr>
          <a:xfrm>
            <a:off x="123826" y="59558"/>
            <a:ext cx="593817" cy="593817"/>
            <a:chOff x="1131485" y="2234042"/>
            <a:chExt cx="1607262" cy="1607262"/>
          </a:xfrm>
        </p:grpSpPr>
        <p:sp>
          <p:nvSpPr>
            <p:cNvPr id="14" name="椭圆 13">
              <a:extLst>
                <a:ext uri="{FF2B5EF4-FFF2-40B4-BE49-F238E27FC236}">
                  <a16:creationId xmlns:a16="http://schemas.microsoft.com/office/drawing/2014/main" id="{5701137A-7095-2FB8-325A-2535E5FA5FCD}"/>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5" name="椭圆 14">
              <a:extLst>
                <a:ext uri="{FF2B5EF4-FFF2-40B4-BE49-F238E27FC236}">
                  <a16:creationId xmlns:a16="http://schemas.microsoft.com/office/drawing/2014/main" id="{B131BFD9-0F54-637D-5F78-F0077443D510}"/>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6" name="KSO_Shape">
              <a:extLst>
                <a:ext uri="{FF2B5EF4-FFF2-40B4-BE49-F238E27FC236}">
                  <a16:creationId xmlns:a16="http://schemas.microsoft.com/office/drawing/2014/main" id="{1D64EA1D-6C96-F4F6-6ADC-C3254FE161AC}"/>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7" name="椭圆 16">
            <a:extLst>
              <a:ext uri="{FF2B5EF4-FFF2-40B4-BE49-F238E27FC236}">
                <a16:creationId xmlns:a16="http://schemas.microsoft.com/office/drawing/2014/main" id="{06C07459-634F-8707-41A5-2F1BD91FB743}"/>
              </a:ext>
            </a:extLst>
          </p:cNvPr>
          <p:cNvSpPr/>
          <p:nvPr/>
        </p:nvSpPr>
        <p:spPr>
          <a:xfrm>
            <a:off x="1260712" y="3026613"/>
            <a:ext cx="1309133" cy="130913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18" name="椭圆 17">
            <a:extLst>
              <a:ext uri="{FF2B5EF4-FFF2-40B4-BE49-F238E27FC236}">
                <a16:creationId xmlns:a16="http://schemas.microsoft.com/office/drawing/2014/main" id="{4BD09E54-E665-47BF-469F-C02DDB6B4C81}"/>
              </a:ext>
            </a:extLst>
          </p:cNvPr>
          <p:cNvSpPr/>
          <p:nvPr/>
        </p:nvSpPr>
        <p:spPr>
          <a:xfrm flipV="1">
            <a:off x="3331864" y="2970613"/>
            <a:ext cx="1309133" cy="1309133"/>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19" name="椭圆 18">
            <a:extLst>
              <a:ext uri="{FF2B5EF4-FFF2-40B4-BE49-F238E27FC236}">
                <a16:creationId xmlns:a16="http://schemas.microsoft.com/office/drawing/2014/main" id="{6005E3A2-4B78-938B-1318-371DB1A8BD0C}"/>
              </a:ext>
            </a:extLst>
          </p:cNvPr>
          <p:cNvSpPr/>
          <p:nvPr/>
        </p:nvSpPr>
        <p:spPr>
          <a:xfrm>
            <a:off x="5405503" y="3011695"/>
            <a:ext cx="1309133" cy="1309133"/>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0" name="椭圆 19">
            <a:extLst>
              <a:ext uri="{FF2B5EF4-FFF2-40B4-BE49-F238E27FC236}">
                <a16:creationId xmlns:a16="http://schemas.microsoft.com/office/drawing/2014/main" id="{CF40B1D2-3EF5-8B35-DB30-BE96BF8067EB}"/>
              </a:ext>
            </a:extLst>
          </p:cNvPr>
          <p:cNvSpPr/>
          <p:nvPr/>
        </p:nvSpPr>
        <p:spPr>
          <a:xfrm flipV="1">
            <a:off x="7476655" y="2955695"/>
            <a:ext cx="1309133" cy="1309133"/>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1" name="椭圆 20">
            <a:extLst>
              <a:ext uri="{FF2B5EF4-FFF2-40B4-BE49-F238E27FC236}">
                <a16:creationId xmlns:a16="http://schemas.microsoft.com/office/drawing/2014/main" id="{1FE51DAC-8244-61EB-AF5C-43016B040F01}"/>
              </a:ext>
            </a:extLst>
          </p:cNvPr>
          <p:cNvSpPr/>
          <p:nvPr/>
        </p:nvSpPr>
        <p:spPr>
          <a:xfrm>
            <a:off x="9550293" y="2988497"/>
            <a:ext cx="1309133" cy="1309133"/>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2" name="任意形状 64">
            <a:extLst>
              <a:ext uri="{FF2B5EF4-FFF2-40B4-BE49-F238E27FC236}">
                <a16:creationId xmlns:a16="http://schemas.microsoft.com/office/drawing/2014/main" id="{A29CF2BD-F64A-5EC9-00D7-57E616E26A03}"/>
              </a:ext>
            </a:extLst>
          </p:cNvPr>
          <p:cNvSpPr/>
          <p:nvPr/>
        </p:nvSpPr>
        <p:spPr>
          <a:xfrm flipV="1">
            <a:off x="9010554" y="2447767"/>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3" name="任意形状 65">
            <a:extLst>
              <a:ext uri="{FF2B5EF4-FFF2-40B4-BE49-F238E27FC236}">
                <a16:creationId xmlns:a16="http://schemas.microsoft.com/office/drawing/2014/main" id="{7B323CE4-8EB7-5078-C0D4-75E3A22226FA}"/>
              </a:ext>
            </a:extLst>
          </p:cNvPr>
          <p:cNvSpPr/>
          <p:nvPr/>
        </p:nvSpPr>
        <p:spPr>
          <a:xfrm>
            <a:off x="6936916" y="3336976"/>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4" name="任意形状 66">
            <a:extLst>
              <a:ext uri="{FF2B5EF4-FFF2-40B4-BE49-F238E27FC236}">
                <a16:creationId xmlns:a16="http://schemas.microsoft.com/office/drawing/2014/main" id="{1F42A847-25C7-93BC-9A66-024389F4E045}"/>
              </a:ext>
            </a:extLst>
          </p:cNvPr>
          <p:cNvSpPr/>
          <p:nvPr/>
        </p:nvSpPr>
        <p:spPr>
          <a:xfrm flipV="1">
            <a:off x="4865764" y="2470965"/>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5" name="任意形状 67">
            <a:extLst>
              <a:ext uri="{FF2B5EF4-FFF2-40B4-BE49-F238E27FC236}">
                <a16:creationId xmlns:a16="http://schemas.microsoft.com/office/drawing/2014/main" id="{5B24F391-9D6E-A703-30ED-923398762AD4}"/>
              </a:ext>
            </a:extLst>
          </p:cNvPr>
          <p:cNvSpPr/>
          <p:nvPr/>
        </p:nvSpPr>
        <p:spPr>
          <a:xfrm>
            <a:off x="2792125" y="3351895"/>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6" name="任意形状 68">
            <a:extLst>
              <a:ext uri="{FF2B5EF4-FFF2-40B4-BE49-F238E27FC236}">
                <a16:creationId xmlns:a16="http://schemas.microsoft.com/office/drawing/2014/main" id="{57097062-F88C-8713-DB2B-B367430FD050}"/>
              </a:ext>
            </a:extLst>
          </p:cNvPr>
          <p:cNvSpPr/>
          <p:nvPr/>
        </p:nvSpPr>
        <p:spPr>
          <a:xfrm flipV="1">
            <a:off x="720973" y="2485883"/>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grpSp>
        <p:nvGrpSpPr>
          <p:cNvPr id="27" name="组 69">
            <a:extLst>
              <a:ext uri="{FF2B5EF4-FFF2-40B4-BE49-F238E27FC236}">
                <a16:creationId xmlns:a16="http://schemas.microsoft.com/office/drawing/2014/main" id="{2F2AB61E-9430-D6EA-F278-E96947EB5F96}"/>
              </a:ext>
            </a:extLst>
          </p:cNvPr>
          <p:cNvGrpSpPr/>
          <p:nvPr/>
        </p:nvGrpSpPr>
        <p:grpSpPr>
          <a:xfrm>
            <a:off x="1718361" y="3380290"/>
            <a:ext cx="393835" cy="631619"/>
            <a:chOff x="898525" y="1076325"/>
            <a:chExt cx="504825" cy="809625"/>
          </a:xfrm>
          <a:solidFill>
            <a:schemeClr val="bg1"/>
          </a:solidFill>
          <a:effectLst/>
        </p:grpSpPr>
        <p:sp>
          <p:nvSpPr>
            <p:cNvPr id="28" name="Freeform 44">
              <a:extLst>
                <a:ext uri="{FF2B5EF4-FFF2-40B4-BE49-F238E27FC236}">
                  <a16:creationId xmlns:a16="http://schemas.microsoft.com/office/drawing/2014/main" id="{62FAD4F7-1CCE-5A27-44CB-7F1501F8A55E}"/>
                </a:ext>
              </a:extLst>
            </p:cNvPr>
            <p:cNvSpPr/>
            <p:nvPr/>
          </p:nvSpPr>
          <p:spPr bwMode="auto">
            <a:xfrm>
              <a:off x="1028700" y="1736725"/>
              <a:ext cx="247650" cy="50800"/>
            </a:xfrm>
            <a:custGeom>
              <a:avLst/>
              <a:gdLst/>
              <a:ahLst/>
              <a:cxnLst>
                <a:cxn ang="0">
                  <a:pos x="140" y="0"/>
                </a:cxn>
                <a:cxn ang="0">
                  <a:pos x="16" y="0"/>
                </a:cxn>
                <a:cxn ang="0">
                  <a:pos x="16" y="0"/>
                </a:cxn>
                <a:cxn ang="0">
                  <a:pos x="10" y="0"/>
                </a:cxn>
                <a:cxn ang="0">
                  <a:pos x="4" y="4"/>
                </a:cxn>
                <a:cxn ang="0">
                  <a:pos x="2" y="10"/>
                </a:cxn>
                <a:cxn ang="0">
                  <a:pos x="0" y="16"/>
                </a:cxn>
                <a:cxn ang="0">
                  <a:pos x="0" y="16"/>
                </a:cxn>
                <a:cxn ang="0">
                  <a:pos x="2" y="22"/>
                </a:cxn>
                <a:cxn ang="0">
                  <a:pos x="4" y="28"/>
                </a:cxn>
                <a:cxn ang="0">
                  <a:pos x="10" y="32"/>
                </a:cxn>
                <a:cxn ang="0">
                  <a:pos x="16" y="32"/>
                </a:cxn>
                <a:cxn ang="0">
                  <a:pos x="140" y="32"/>
                </a:cxn>
                <a:cxn ang="0">
                  <a:pos x="140" y="32"/>
                </a:cxn>
                <a:cxn ang="0">
                  <a:pos x="146" y="32"/>
                </a:cxn>
                <a:cxn ang="0">
                  <a:pos x="152" y="28"/>
                </a:cxn>
                <a:cxn ang="0">
                  <a:pos x="154" y="22"/>
                </a:cxn>
                <a:cxn ang="0">
                  <a:pos x="156" y="16"/>
                </a:cxn>
                <a:cxn ang="0">
                  <a:pos x="156" y="16"/>
                </a:cxn>
                <a:cxn ang="0">
                  <a:pos x="154" y="10"/>
                </a:cxn>
                <a:cxn ang="0">
                  <a:pos x="152" y="4"/>
                </a:cxn>
                <a:cxn ang="0">
                  <a:pos x="146" y="0"/>
                </a:cxn>
                <a:cxn ang="0">
                  <a:pos x="140" y="0"/>
                </a:cxn>
                <a:cxn ang="0">
                  <a:pos x="140" y="0"/>
                </a:cxn>
              </a:cxnLst>
              <a:rect l="0" t="0" r="r" b="b"/>
              <a:pathLst>
                <a:path w="156" h="32">
                  <a:moveTo>
                    <a:pt x="140" y="0"/>
                  </a:moveTo>
                  <a:lnTo>
                    <a:pt x="16" y="0"/>
                  </a:lnTo>
                  <a:lnTo>
                    <a:pt x="16" y="0"/>
                  </a:lnTo>
                  <a:lnTo>
                    <a:pt x="10" y="0"/>
                  </a:lnTo>
                  <a:lnTo>
                    <a:pt x="4" y="4"/>
                  </a:lnTo>
                  <a:lnTo>
                    <a:pt x="2" y="10"/>
                  </a:lnTo>
                  <a:lnTo>
                    <a:pt x="0" y="16"/>
                  </a:lnTo>
                  <a:lnTo>
                    <a:pt x="0" y="16"/>
                  </a:lnTo>
                  <a:lnTo>
                    <a:pt x="2" y="22"/>
                  </a:lnTo>
                  <a:lnTo>
                    <a:pt x="4" y="28"/>
                  </a:lnTo>
                  <a:lnTo>
                    <a:pt x="10" y="32"/>
                  </a:lnTo>
                  <a:lnTo>
                    <a:pt x="16" y="32"/>
                  </a:lnTo>
                  <a:lnTo>
                    <a:pt x="140" y="32"/>
                  </a:lnTo>
                  <a:lnTo>
                    <a:pt x="140" y="32"/>
                  </a:lnTo>
                  <a:lnTo>
                    <a:pt x="146" y="32"/>
                  </a:lnTo>
                  <a:lnTo>
                    <a:pt x="152" y="28"/>
                  </a:lnTo>
                  <a:lnTo>
                    <a:pt x="154" y="22"/>
                  </a:lnTo>
                  <a:lnTo>
                    <a:pt x="156" y="16"/>
                  </a:lnTo>
                  <a:lnTo>
                    <a:pt x="156" y="16"/>
                  </a:lnTo>
                  <a:lnTo>
                    <a:pt x="154" y="10"/>
                  </a:lnTo>
                  <a:lnTo>
                    <a:pt x="152" y="4"/>
                  </a:lnTo>
                  <a:lnTo>
                    <a:pt x="146" y="0"/>
                  </a:lnTo>
                  <a:lnTo>
                    <a:pt x="140" y="0"/>
                  </a:lnTo>
                  <a:lnTo>
                    <a:pt x="140" y="0"/>
                  </a:lnTo>
                  <a:close/>
                </a:path>
              </a:pathLst>
            </a:custGeom>
            <a:grpFill/>
            <a:ln w="9525">
              <a:noFill/>
              <a:round/>
            </a:ln>
          </p:spPr>
          <p:txBody>
            <a:bodyPr vert="horz" wrap="square" lIns="121920" tIns="60960" rIns="121920" bIns="60960" numCol="1" anchor="t" anchorCtr="0" compatLnSpc="1"/>
            <a:lstStyle/>
            <a:p>
              <a:endParaRPr lang="zh-CN" altLang="en-US" sz="3200" u="sng">
                <a:solidFill>
                  <a:srgbClr val="000000"/>
                </a:solidFill>
              </a:endParaRPr>
            </a:p>
          </p:txBody>
        </p:sp>
        <p:sp>
          <p:nvSpPr>
            <p:cNvPr id="29" name="Freeform 45">
              <a:extLst>
                <a:ext uri="{FF2B5EF4-FFF2-40B4-BE49-F238E27FC236}">
                  <a16:creationId xmlns:a16="http://schemas.microsoft.com/office/drawing/2014/main" id="{6F52B4E6-FFA4-6B72-EE1E-1844D6837516}"/>
                </a:ext>
              </a:extLst>
            </p:cNvPr>
            <p:cNvSpPr/>
            <p:nvPr/>
          </p:nvSpPr>
          <p:spPr bwMode="auto">
            <a:xfrm>
              <a:off x="1028700" y="1831975"/>
              <a:ext cx="247650" cy="53975"/>
            </a:xfrm>
            <a:custGeom>
              <a:avLst/>
              <a:gdLst/>
              <a:ahLst/>
              <a:cxnLst>
                <a:cxn ang="0">
                  <a:pos x="140" y="0"/>
                </a:cxn>
                <a:cxn ang="0">
                  <a:pos x="16" y="0"/>
                </a:cxn>
                <a:cxn ang="0">
                  <a:pos x="16" y="0"/>
                </a:cxn>
                <a:cxn ang="0">
                  <a:pos x="10" y="2"/>
                </a:cxn>
                <a:cxn ang="0">
                  <a:pos x="4" y="4"/>
                </a:cxn>
                <a:cxn ang="0">
                  <a:pos x="2" y="10"/>
                </a:cxn>
                <a:cxn ang="0">
                  <a:pos x="0" y="16"/>
                </a:cxn>
                <a:cxn ang="0">
                  <a:pos x="0" y="16"/>
                </a:cxn>
                <a:cxn ang="0">
                  <a:pos x="2" y="24"/>
                </a:cxn>
                <a:cxn ang="0">
                  <a:pos x="4" y="28"/>
                </a:cxn>
                <a:cxn ang="0">
                  <a:pos x="10" y="32"/>
                </a:cxn>
                <a:cxn ang="0">
                  <a:pos x="16" y="34"/>
                </a:cxn>
                <a:cxn ang="0">
                  <a:pos x="140" y="34"/>
                </a:cxn>
                <a:cxn ang="0">
                  <a:pos x="140" y="34"/>
                </a:cxn>
                <a:cxn ang="0">
                  <a:pos x="146" y="32"/>
                </a:cxn>
                <a:cxn ang="0">
                  <a:pos x="152" y="28"/>
                </a:cxn>
                <a:cxn ang="0">
                  <a:pos x="154" y="24"/>
                </a:cxn>
                <a:cxn ang="0">
                  <a:pos x="156" y="16"/>
                </a:cxn>
                <a:cxn ang="0">
                  <a:pos x="156" y="16"/>
                </a:cxn>
                <a:cxn ang="0">
                  <a:pos x="154" y="10"/>
                </a:cxn>
                <a:cxn ang="0">
                  <a:pos x="152" y="4"/>
                </a:cxn>
                <a:cxn ang="0">
                  <a:pos x="146" y="2"/>
                </a:cxn>
                <a:cxn ang="0">
                  <a:pos x="140" y="0"/>
                </a:cxn>
                <a:cxn ang="0">
                  <a:pos x="140" y="0"/>
                </a:cxn>
              </a:cxnLst>
              <a:rect l="0" t="0" r="r" b="b"/>
              <a:pathLst>
                <a:path w="156" h="34">
                  <a:moveTo>
                    <a:pt x="140" y="0"/>
                  </a:moveTo>
                  <a:lnTo>
                    <a:pt x="16" y="0"/>
                  </a:lnTo>
                  <a:lnTo>
                    <a:pt x="16" y="0"/>
                  </a:lnTo>
                  <a:lnTo>
                    <a:pt x="10" y="2"/>
                  </a:lnTo>
                  <a:lnTo>
                    <a:pt x="4" y="4"/>
                  </a:lnTo>
                  <a:lnTo>
                    <a:pt x="2" y="10"/>
                  </a:lnTo>
                  <a:lnTo>
                    <a:pt x="0" y="16"/>
                  </a:lnTo>
                  <a:lnTo>
                    <a:pt x="0" y="16"/>
                  </a:lnTo>
                  <a:lnTo>
                    <a:pt x="2" y="24"/>
                  </a:lnTo>
                  <a:lnTo>
                    <a:pt x="4" y="28"/>
                  </a:lnTo>
                  <a:lnTo>
                    <a:pt x="10" y="32"/>
                  </a:lnTo>
                  <a:lnTo>
                    <a:pt x="16" y="34"/>
                  </a:lnTo>
                  <a:lnTo>
                    <a:pt x="140" y="34"/>
                  </a:lnTo>
                  <a:lnTo>
                    <a:pt x="140" y="34"/>
                  </a:lnTo>
                  <a:lnTo>
                    <a:pt x="146" y="32"/>
                  </a:lnTo>
                  <a:lnTo>
                    <a:pt x="152" y="28"/>
                  </a:lnTo>
                  <a:lnTo>
                    <a:pt x="154" y="24"/>
                  </a:lnTo>
                  <a:lnTo>
                    <a:pt x="156" y="16"/>
                  </a:lnTo>
                  <a:lnTo>
                    <a:pt x="156" y="16"/>
                  </a:lnTo>
                  <a:lnTo>
                    <a:pt x="154" y="10"/>
                  </a:lnTo>
                  <a:lnTo>
                    <a:pt x="152" y="4"/>
                  </a:lnTo>
                  <a:lnTo>
                    <a:pt x="146" y="2"/>
                  </a:lnTo>
                  <a:lnTo>
                    <a:pt x="140" y="0"/>
                  </a:lnTo>
                  <a:lnTo>
                    <a:pt x="140" y="0"/>
                  </a:lnTo>
                  <a:close/>
                </a:path>
              </a:pathLst>
            </a:custGeom>
            <a:grpFill/>
            <a:ln w="9525">
              <a:noFill/>
              <a:round/>
            </a:ln>
          </p:spPr>
          <p:txBody>
            <a:bodyPr vert="horz" wrap="square" lIns="121920" tIns="60960" rIns="121920" bIns="60960" numCol="1" anchor="t" anchorCtr="0" compatLnSpc="1"/>
            <a:lstStyle/>
            <a:p>
              <a:endParaRPr lang="zh-CN" altLang="en-US" sz="3200" u="sng">
                <a:solidFill>
                  <a:srgbClr val="000000"/>
                </a:solidFill>
              </a:endParaRPr>
            </a:p>
          </p:txBody>
        </p:sp>
        <p:sp>
          <p:nvSpPr>
            <p:cNvPr id="30" name="Freeform 46">
              <a:extLst>
                <a:ext uri="{FF2B5EF4-FFF2-40B4-BE49-F238E27FC236}">
                  <a16:creationId xmlns:a16="http://schemas.microsoft.com/office/drawing/2014/main" id="{20DDC22A-8F4A-2A96-EA2C-0B973EF658D8}"/>
                </a:ext>
              </a:extLst>
            </p:cNvPr>
            <p:cNvSpPr>
              <a:spLocks noEditPoints="1"/>
            </p:cNvSpPr>
            <p:nvPr/>
          </p:nvSpPr>
          <p:spPr bwMode="auto">
            <a:xfrm>
              <a:off x="898525" y="1076325"/>
              <a:ext cx="504825" cy="615950"/>
            </a:xfrm>
            <a:custGeom>
              <a:avLst/>
              <a:gdLst/>
              <a:ahLst/>
              <a:cxnLst>
                <a:cxn ang="0">
                  <a:pos x="160" y="0"/>
                </a:cxn>
                <a:cxn ang="0">
                  <a:pos x="152" y="0"/>
                </a:cxn>
                <a:cxn ang="0">
                  <a:pos x="106" y="10"/>
                </a:cxn>
                <a:cxn ang="0">
                  <a:pos x="66" y="30"/>
                </a:cxn>
                <a:cxn ang="0">
                  <a:pos x="34" y="60"/>
                </a:cxn>
                <a:cxn ang="0">
                  <a:pos x="12" y="98"/>
                </a:cxn>
                <a:cxn ang="0">
                  <a:pos x="2" y="144"/>
                </a:cxn>
                <a:cxn ang="0">
                  <a:pos x="2" y="176"/>
                </a:cxn>
                <a:cxn ang="0">
                  <a:pos x="18" y="226"/>
                </a:cxn>
                <a:cxn ang="0">
                  <a:pos x="60" y="282"/>
                </a:cxn>
                <a:cxn ang="0">
                  <a:pos x="74" y="300"/>
                </a:cxn>
                <a:cxn ang="0">
                  <a:pos x="80" y="322"/>
                </a:cxn>
                <a:cxn ang="0">
                  <a:pos x="82" y="354"/>
                </a:cxn>
                <a:cxn ang="0">
                  <a:pos x="88" y="372"/>
                </a:cxn>
                <a:cxn ang="0">
                  <a:pos x="102" y="384"/>
                </a:cxn>
                <a:cxn ang="0">
                  <a:pos x="158" y="388"/>
                </a:cxn>
                <a:cxn ang="0">
                  <a:pos x="202" y="388"/>
                </a:cxn>
                <a:cxn ang="0">
                  <a:pos x="222" y="382"/>
                </a:cxn>
                <a:cxn ang="0">
                  <a:pos x="234" y="366"/>
                </a:cxn>
                <a:cxn ang="0">
                  <a:pos x="236" y="340"/>
                </a:cxn>
                <a:cxn ang="0">
                  <a:pos x="242" y="306"/>
                </a:cxn>
                <a:cxn ang="0">
                  <a:pos x="250" y="292"/>
                </a:cxn>
                <a:cxn ang="0">
                  <a:pos x="282" y="256"/>
                </a:cxn>
                <a:cxn ang="0">
                  <a:pos x="308" y="210"/>
                </a:cxn>
                <a:cxn ang="0">
                  <a:pos x="318" y="158"/>
                </a:cxn>
                <a:cxn ang="0">
                  <a:pos x="314" y="128"/>
                </a:cxn>
                <a:cxn ang="0">
                  <a:pos x="300" y="86"/>
                </a:cxn>
                <a:cxn ang="0">
                  <a:pos x="274" y="50"/>
                </a:cxn>
                <a:cxn ang="0">
                  <a:pos x="240" y="22"/>
                </a:cxn>
                <a:cxn ang="0">
                  <a:pos x="198" y="6"/>
                </a:cxn>
                <a:cxn ang="0">
                  <a:pos x="168" y="0"/>
                </a:cxn>
                <a:cxn ang="0">
                  <a:pos x="258" y="164"/>
                </a:cxn>
                <a:cxn ang="0">
                  <a:pos x="246" y="146"/>
                </a:cxn>
                <a:cxn ang="0">
                  <a:pos x="240" y="120"/>
                </a:cxn>
                <a:cxn ang="0">
                  <a:pos x="216" y="88"/>
                </a:cxn>
                <a:cxn ang="0">
                  <a:pos x="178" y="74"/>
                </a:cxn>
                <a:cxn ang="0">
                  <a:pos x="164" y="68"/>
                </a:cxn>
                <a:cxn ang="0">
                  <a:pos x="158" y="52"/>
                </a:cxn>
                <a:cxn ang="0">
                  <a:pos x="172" y="34"/>
                </a:cxn>
                <a:cxn ang="0">
                  <a:pos x="202" y="36"/>
                </a:cxn>
                <a:cxn ang="0">
                  <a:pos x="256" y="68"/>
                </a:cxn>
                <a:cxn ang="0">
                  <a:pos x="284" y="124"/>
                </a:cxn>
                <a:cxn ang="0">
                  <a:pos x="284" y="154"/>
                </a:cxn>
                <a:cxn ang="0">
                  <a:pos x="266" y="166"/>
                </a:cxn>
              </a:cxnLst>
              <a:rect l="0" t="0" r="r" b="b"/>
              <a:pathLst>
                <a:path w="318" h="388">
                  <a:moveTo>
                    <a:pt x="168" y="0"/>
                  </a:moveTo>
                  <a:lnTo>
                    <a:pt x="168" y="0"/>
                  </a:lnTo>
                  <a:lnTo>
                    <a:pt x="160" y="0"/>
                  </a:lnTo>
                  <a:lnTo>
                    <a:pt x="160" y="0"/>
                  </a:lnTo>
                  <a:lnTo>
                    <a:pt x="152" y="0"/>
                  </a:lnTo>
                  <a:lnTo>
                    <a:pt x="152" y="0"/>
                  </a:lnTo>
                  <a:lnTo>
                    <a:pt x="136" y="2"/>
                  </a:lnTo>
                  <a:lnTo>
                    <a:pt x="120" y="4"/>
                  </a:lnTo>
                  <a:lnTo>
                    <a:pt x="106" y="10"/>
                  </a:lnTo>
                  <a:lnTo>
                    <a:pt x="92" y="16"/>
                  </a:lnTo>
                  <a:lnTo>
                    <a:pt x="80" y="22"/>
                  </a:lnTo>
                  <a:lnTo>
                    <a:pt x="66" y="30"/>
                  </a:lnTo>
                  <a:lnTo>
                    <a:pt x="56" y="40"/>
                  </a:lnTo>
                  <a:lnTo>
                    <a:pt x="44" y="50"/>
                  </a:lnTo>
                  <a:lnTo>
                    <a:pt x="34" y="60"/>
                  </a:lnTo>
                  <a:lnTo>
                    <a:pt x="26" y="72"/>
                  </a:lnTo>
                  <a:lnTo>
                    <a:pt x="18" y="86"/>
                  </a:lnTo>
                  <a:lnTo>
                    <a:pt x="12" y="98"/>
                  </a:lnTo>
                  <a:lnTo>
                    <a:pt x="8" y="114"/>
                  </a:lnTo>
                  <a:lnTo>
                    <a:pt x="4" y="128"/>
                  </a:lnTo>
                  <a:lnTo>
                    <a:pt x="2" y="144"/>
                  </a:lnTo>
                  <a:lnTo>
                    <a:pt x="0" y="158"/>
                  </a:lnTo>
                  <a:lnTo>
                    <a:pt x="0" y="158"/>
                  </a:lnTo>
                  <a:lnTo>
                    <a:pt x="2" y="176"/>
                  </a:lnTo>
                  <a:lnTo>
                    <a:pt x="6" y="192"/>
                  </a:lnTo>
                  <a:lnTo>
                    <a:pt x="10" y="210"/>
                  </a:lnTo>
                  <a:lnTo>
                    <a:pt x="18" y="226"/>
                  </a:lnTo>
                  <a:lnTo>
                    <a:pt x="26" y="240"/>
                  </a:lnTo>
                  <a:lnTo>
                    <a:pt x="36" y="256"/>
                  </a:lnTo>
                  <a:lnTo>
                    <a:pt x="60" y="282"/>
                  </a:lnTo>
                  <a:lnTo>
                    <a:pt x="60" y="282"/>
                  </a:lnTo>
                  <a:lnTo>
                    <a:pt x="68" y="292"/>
                  </a:lnTo>
                  <a:lnTo>
                    <a:pt x="74" y="300"/>
                  </a:lnTo>
                  <a:lnTo>
                    <a:pt x="78" y="306"/>
                  </a:lnTo>
                  <a:lnTo>
                    <a:pt x="78" y="306"/>
                  </a:lnTo>
                  <a:lnTo>
                    <a:pt x="80" y="322"/>
                  </a:lnTo>
                  <a:lnTo>
                    <a:pt x="82" y="340"/>
                  </a:lnTo>
                  <a:lnTo>
                    <a:pt x="82" y="354"/>
                  </a:lnTo>
                  <a:lnTo>
                    <a:pt x="82" y="354"/>
                  </a:lnTo>
                  <a:lnTo>
                    <a:pt x="82" y="360"/>
                  </a:lnTo>
                  <a:lnTo>
                    <a:pt x="84" y="366"/>
                  </a:lnTo>
                  <a:lnTo>
                    <a:pt x="88" y="372"/>
                  </a:lnTo>
                  <a:lnTo>
                    <a:pt x="92" y="378"/>
                  </a:lnTo>
                  <a:lnTo>
                    <a:pt x="96" y="382"/>
                  </a:lnTo>
                  <a:lnTo>
                    <a:pt x="102" y="384"/>
                  </a:lnTo>
                  <a:lnTo>
                    <a:pt x="110" y="386"/>
                  </a:lnTo>
                  <a:lnTo>
                    <a:pt x="116" y="388"/>
                  </a:lnTo>
                  <a:lnTo>
                    <a:pt x="158" y="388"/>
                  </a:lnTo>
                  <a:lnTo>
                    <a:pt x="160" y="388"/>
                  </a:lnTo>
                  <a:lnTo>
                    <a:pt x="202" y="388"/>
                  </a:lnTo>
                  <a:lnTo>
                    <a:pt x="202" y="388"/>
                  </a:lnTo>
                  <a:lnTo>
                    <a:pt x="210" y="386"/>
                  </a:lnTo>
                  <a:lnTo>
                    <a:pt x="216" y="384"/>
                  </a:lnTo>
                  <a:lnTo>
                    <a:pt x="222" y="382"/>
                  </a:lnTo>
                  <a:lnTo>
                    <a:pt x="226" y="378"/>
                  </a:lnTo>
                  <a:lnTo>
                    <a:pt x="230" y="372"/>
                  </a:lnTo>
                  <a:lnTo>
                    <a:pt x="234" y="366"/>
                  </a:lnTo>
                  <a:lnTo>
                    <a:pt x="236" y="360"/>
                  </a:lnTo>
                  <a:lnTo>
                    <a:pt x="236" y="354"/>
                  </a:lnTo>
                  <a:lnTo>
                    <a:pt x="236" y="340"/>
                  </a:lnTo>
                  <a:lnTo>
                    <a:pt x="236" y="340"/>
                  </a:lnTo>
                  <a:lnTo>
                    <a:pt x="238" y="322"/>
                  </a:lnTo>
                  <a:lnTo>
                    <a:pt x="242" y="306"/>
                  </a:lnTo>
                  <a:lnTo>
                    <a:pt x="242" y="306"/>
                  </a:lnTo>
                  <a:lnTo>
                    <a:pt x="244" y="300"/>
                  </a:lnTo>
                  <a:lnTo>
                    <a:pt x="250" y="292"/>
                  </a:lnTo>
                  <a:lnTo>
                    <a:pt x="260" y="282"/>
                  </a:lnTo>
                  <a:lnTo>
                    <a:pt x="260" y="282"/>
                  </a:lnTo>
                  <a:lnTo>
                    <a:pt x="282" y="256"/>
                  </a:lnTo>
                  <a:lnTo>
                    <a:pt x="292" y="240"/>
                  </a:lnTo>
                  <a:lnTo>
                    <a:pt x="300" y="226"/>
                  </a:lnTo>
                  <a:lnTo>
                    <a:pt x="308" y="210"/>
                  </a:lnTo>
                  <a:lnTo>
                    <a:pt x="312" y="192"/>
                  </a:lnTo>
                  <a:lnTo>
                    <a:pt x="316" y="176"/>
                  </a:lnTo>
                  <a:lnTo>
                    <a:pt x="318" y="158"/>
                  </a:lnTo>
                  <a:lnTo>
                    <a:pt x="318" y="158"/>
                  </a:lnTo>
                  <a:lnTo>
                    <a:pt x="316" y="144"/>
                  </a:lnTo>
                  <a:lnTo>
                    <a:pt x="314" y="128"/>
                  </a:lnTo>
                  <a:lnTo>
                    <a:pt x="312" y="114"/>
                  </a:lnTo>
                  <a:lnTo>
                    <a:pt x="306" y="100"/>
                  </a:lnTo>
                  <a:lnTo>
                    <a:pt x="300" y="86"/>
                  </a:lnTo>
                  <a:lnTo>
                    <a:pt x="292" y="72"/>
                  </a:lnTo>
                  <a:lnTo>
                    <a:pt x="284" y="60"/>
                  </a:lnTo>
                  <a:lnTo>
                    <a:pt x="274" y="50"/>
                  </a:lnTo>
                  <a:lnTo>
                    <a:pt x="264" y="40"/>
                  </a:lnTo>
                  <a:lnTo>
                    <a:pt x="252" y="30"/>
                  </a:lnTo>
                  <a:lnTo>
                    <a:pt x="240" y="22"/>
                  </a:lnTo>
                  <a:lnTo>
                    <a:pt x="226" y="16"/>
                  </a:lnTo>
                  <a:lnTo>
                    <a:pt x="212" y="10"/>
                  </a:lnTo>
                  <a:lnTo>
                    <a:pt x="198" y="6"/>
                  </a:lnTo>
                  <a:lnTo>
                    <a:pt x="184" y="2"/>
                  </a:lnTo>
                  <a:lnTo>
                    <a:pt x="168" y="0"/>
                  </a:lnTo>
                  <a:lnTo>
                    <a:pt x="168" y="0"/>
                  </a:lnTo>
                  <a:close/>
                  <a:moveTo>
                    <a:pt x="266" y="166"/>
                  </a:moveTo>
                  <a:lnTo>
                    <a:pt x="266" y="166"/>
                  </a:lnTo>
                  <a:lnTo>
                    <a:pt x="258" y="164"/>
                  </a:lnTo>
                  <a:lnTo>
                    <a:pt x="252" y="160"/>
                  </a:lnTo>
                  <a:lnTo>
                    <a:pt x="248" y="154"/>
                  </a:lnTo>
                  <a:lnTo>
                    <a:pt x="246" y="146"/>
                  </a:lnTo>
                  <a:lnTo>
                    <a:pt x="246" y="146"/>
                  </a:lnTo>
                  <a:lnTo>
                    <a:pt x="244" y="132"/>
                  </a:lnTo>
                  <a:lnTo>
                    <a:pt x="240" y="120"/>
                  </a:lnTo>
                  <a:lnTo>
                    <a:pt x="234" y="108"/>
                  </a:lnTo>
                  <a:lnTo>
                    <a:pt x="226" y="96"/>
                  </a:lnTo>
                  <a:lnTo>
                    <a:pt x="216" y="88"/>
                  </a:lnTo>
                  <a:lnTo>
                    <a:pt x="204" y="80"/>
                  </a:lnTo>
                  <a:lnTo>
                    <a:pt x="192" y="76"/>
                  </a:lnTo>
                  <a:lnTo>
                    <a:pt x="178" y="74"/>
                  </a:lnTo>
                  <a:lnTo>
                    <a:pt x="178" y="74"/>
                  </a:lnTo>
                  <a:lnTo>
                    <a:pt x="170" y="72"/>
                  </a:lnTo>
                  <a:lnTo>
                    <a:pt x="164" y="68"/>
                  </a:lnTo>
                  <a:lnTo>
                    <a:pt x="160" y="60"/>
                  </a:lnTo>
                  <a:lnTo>
                    <a:pt x="158" y="52"/>
                  </a:lnTo>
                  <a:lnTo>
                    <a:pt x="158" y="52"/>
                  </a:lnTo>
                  <a:lnTo>
                    <a:pt x="160" y="44"/>
                  </a:lnTo>
                  <a:lnTo>
                    <a:pt x="166" y="38"/>
                  </a:lnTo>
                  <a:lnTo>
                    <a:pt x="172" y="34"/>
                  </a:lnTo>
                  <a:lnTo>
                    <a:pt x="180" y="34"/>
                  </a:lnTo>
                  <a:lnTo>
                    <a:pt x="180" y="34"/>
                  </a:lnTo>
                  <a:lnTo>
                    <a:pt x="202" y="36"/>
                  </a:lnTo>
                  <a:lnTo>
                    <a:pt x="222" y="44"/>
                  </a:lnTo>
                  <a:lnTo>
                    <a:pt x="240" y="54"/>
                  </a:lnTo>
                  <a:lnTo>
                    <a:pt x="256" y="68"/>
                  </a:lnTo>
                  <a:lnTo>
                    <a:pt x="268" y="86"/>
                  </a:lnTo>
                  <a:lnTo>
                    <a:pt x="278" y="104"/>
                  </a:lnTo>
                  <a:lnTo>
                    <a:pt x="284" y="124"/>
                  </a:lnTo>
                  <a:lnTo>
                    <a:pt x="286" y="146"/>
                  </a:lnTo>
                  <a:lnTo>
                    <a:pt x="286" y="146"/>
                  </a:lnTo>
                  <a:lnTo>
                    <a:pt x="284" y="154"/>
                  </a:lnTo>
                  <a:lnTo>
                    <a:pt x="280" y="160"/>
                  </a:lnTo>
                  <a:lnTo>
                    <a:pt x="274" y="164"/>
                  </a:lnTo>
                  <a:lnTo>
                    <a:pt x="266" y="166"/>
                  </a:lnTo>
                  <a:lnTo>
                    <a:pt x="266" y="166"/>
                  </a:lnTo>
                  <a:close/>
                </a:path>
              </a:pathLst>
            </a:custGeom>
            <a:grpFill/>
            <a:ln w="9525">
              <a:noFill/>
              <a:round/>
            </a:ln>
          </p:spPr>
          <p:txBody>
            <a:bodyPr vert="horz" wrap="square" lIns="121920" tIns="60960" rIns="121920" bIns="60960" numCol="1" anchor="t" anchorCtr="0" compatLnSpc="1"/>
            <a:lstStyle/>
            <a:p>
              <a:endParaRPr lang="zh-CN" altLang="en-US" sz="3200" u="sng">
                <a:solidFill>
                  <a:srgbClr val="000000"/>
                </a:solidFill>
              </a:endParaRPr>
            </a:p>
          </p:txBody>
        </p:sp>
      </p:grpSp>
      <p:grpSp>
        <p:nvGrpSpPr>
          <p:cNvPr id="31" name="组 73">
            <a:extLst>
              <a:ext uri="{FF2B5EF4-FFF2-40B4-BE49-F238E27FC236}">
                <a16:creationId xmlns:a16="http://schemas.microsoft.com/office/drawing/2014/main" id="{37599D08-E1B7-E820-373A-3824C08EA5F5}"/>
              </a:ext>
            </a:extLst>
          </p:cNvPr>
          <p:cNvGrpSpPr/>
          <p:nvPr/>
        </p:nvGrpSpPr>
        <p:grpSpPr>
          <a:xfrm>
            <a:off x="3661044" y="3351896"/>
            <a:ext cx="663469" cy="660013"/>
            <a:chOff x="8328025" y="3667125"/>
            <a:chExt cx="609600" cy="606425"/>
          </a:xfrm>
          <a:solidFill>
            <a:schemeClr val="bg1"/>
          </a:solidFill>
          <a:effectLst/>
        </p:grpSpPr>
        <p:sp>
          <p:nvSpPr>
            <p:cNvPr id="32" name="Freeform 213">
              <a:extLst>
                <a:ext uri="{FF2B5EF4-FFF2-40B4-BE49-F238E27FC236}">
                  <a16:creationId xmlns:a16="http://schemas.microsoft.com/office/drawing/2014/main" id="{E04D5860-6565-D1E8-8FD0-A776BBBCEA3F}"/>
                </a:ext>
              </a:extLst>
            </p:cNvPr>
            <p:cNvSpPr>
              <a:spLocks noEditPoints="1"/>
            </p:cNvSpPr>
            <p:nvPr/>
          </p:nvSpPr>
          <p:spPr bwMode="auto">
            <a:xfrm>
              <a:off x="8328025" y="3667125"/>
              <a:ext cx="609600" cy="606425"/>
            </a:xfrm>
            <a:custGeom>
              <a:avLst/>
              <a:gdLst/>
              <a:ahLst/>
              <a:cxnLst>
                <a:cxn ang="0">
                  <a:pos x="64" y="0"/>
                </a:cxn>
                <a:cxn ang="0">
                  <a:pos x="52" y="0"/>
                </a:cxn>
                <a:cxn ang="0">
                  <a:pos x="28" y="10"/>
                </a:cxn>
                <a:cxn ang="0">
                  <a:pos x="10" y="28"/>
                </a:cxn>
                <a:cxn ang="0">
                  <a:pos x="2" y="50"/>
                </a:cxn>
                <a:cxn ang="0">
                  <a:pos x="0" y="232"/>
                </a:cxn>
                <a:cxn ang="0">
                  <a:pos x="2" y="244"/>
                </a:cxn>
                <a:cxn ang="0">
                  <a:pos x="10" y="266"/>
                </a:cxn>
                <a:cxn ang="0">
                  <a:pos x="28" y="284"/>
                </a:cxn>
                <a:cxn ang="0">
                  <a:pos x="52" y="294"/>
                </a:cxn>
                <a:cxn ang="0">
                  <a:pos x="124" y="296"/>
                </a:cxn>
                <a:cxn ang="0">
                  <a:pos x="230" y="296"/>
                </a:cxn>
                <a:cxn ang="0">
                  <a:pos x="320" y="296"/>
                </a:cxn>
                <a:cxn ang="0">
                  <a:pos x="344" y="290"/>
                </a:cxn>
                <a:cxn ang="0">
                  <a:pos x="364" y="276"/>
                </a:cxn>
                <a:cxn ang="0">
                  <a:pos x="378" y="256"/>
                </a:cxn>
                <a:cxn ang="0">
                  <a:pos x="384" y="232"/>
                </a:cxn>
                <a:cxn ang="0">
                  <a:pos x="384" y="64"/>
                </a:cxn>
                <a:cxn ang="0">
                  <a:pos x="378" y="38"/>
                </a:cxn>
                <a:cxn ang="0">
                  <a:pos x="364" y="18"/>
                </a:cxn>
                <a:cxn ang="0">
                  <a:pos x="344" y="4"/>
                </a:cxn>
                <a:cxn ang="0">
                  <a:pos x="320" y="0"/>
                </a:cxn>
                <a:cxn ang="0">
                  <a:pos x="344" y="232"/>
                </a:cxn>
                <a:cxn ang="0">
                  <a:pos x="342" y="240"/>
                </a:cxn>
                <a:cxn ang="0">
                  <a:pos x="328" y="254"/>
                </a:cxn>
                <a:cxn ang="0">
                  <a:pos x="230" y="256"/>
                </a:cxn>
                <a:cxn ang="0">
                  <a:pos x="204" y="264"/>
                </a:cxn>
                <a:cxn ang="0">
                  <a:pos x="164" y="296"/>
                </a:cxn>
                <a:cxn ang="0">
                  <a:pos x="124" y="256"/>
                </a:cxn>
                <a:cxn ang="0">
                  <a:pos x="64" y="256"/>
                </a:cxn>
                <a:cxn ang="0">
                  <a:pos x="48" y="248"/>
                </a:cxn>
                <a:cxn ang="0">
                  <a:pos x="40" y="232"/>
                </a:cxn>
                <a:cxn ang="0">
                  <a:pos x="40" y="64"/>
                </a:cxn>
                <a:cxn ang="0">
                  <a:pos x="48" y="46"/>
                </a:cxn>
                <a:cxn ang="0">
                  <a:pos x="64" y="40"/>
                </a:cxn>
                <a:cxn ang="0">
                  <a:pos x="320" y="40"/>
                </a:cxn>
                <a:cxn ang="0">
                  <a:pos x="336" y="46"/>
                </a:cxn>
                <a:cxn ang="0">
                  <a:pos x="344" y="64"/>
                </a:cxn>
                <a:cxn ang="0">
                  <a:pos x="344" y="232"/>
                </a:cxn>
              </a:cxnLst>
              <a:rect l="0" t="0" r="r" b="b"/>
              <a:pathLst>
                <a:path w="384" h="382">
                  <a:moveTo>
                    <a:pt x="320" y="0"/>
                  </a:moveTo>
                  <a:lnTo>
                    <a:pt x="64" y="0"/>
                  </a:lnTo>
                  <a:lnTo>
                    <a:pt x="64" y="0"/>
                  </a:lnTo>
                  <a:lnTo>
                    <a:pt x="52" y="0"/>
                  </a:lnTo>
                  <a:lnTo>
                    <a:pt x="40" y="4"/>
                  </a:lnTo>
                  <a:lnTo>
                    <a:pt x="28" y="10"/>
                  </a:lnTo>
                  <a:lnTo>
                    <a:pt x="18" y="18"/>
                  </a:lnTo>
                  <a:lnTo>
                    <a:pt x="10" y="28"/>
                  </a:lnTo>
                  <a:lnTo>
                    <a:pt x="6" y="38"/>
                  </a:lnTo>
                  <a:lnTo>
                    <a:pt x="2" y="50"/>
                  </a:lnTo>
                  <a:lnTo>
                    <a:pt x="0" y="64"/>
                  </a:lnTo>
                  <a:lnTo>
                    <a:pt x="0" y="232"/>
                  </a:lnTo>
                  <a:lnTo>
                    <a:pt x="0" y="232"/>
                  </a:lnTo>
                  <a:lnTo>
                    <a:pt x="2" y="244"/>
                  </a:lnTo>
                  <a:lnTo>
                    <a:pt x="6" y="256"/>
                  </a:lnTo>
                  <a:lnTo>
                    <a:pt x="10" y="266"/>
                  </a:lnTo>
                  <a:lnTo>
                    <a:pt x="18" y="276"/>
                  </a:lnTo>
                  <a:lnTo>
                    <a:pt x="28" y="284"/>
                  </a:lnTo>
                  <a:lnTo>
                    <a:pt x="40" y="290"/>
                  </a:lnTo>
                  <a:lnTo>
                    <a:pt x="52" y="294"/>
                  </a:lnTo>
                  <a:lnTo>
                    <a:pt x="64" y="296"/>
                  </a:lnTo>
                  <a:lnTo>
                    <a:pt x="124" y="296"/>
                  </a:lnTo>
                  <a:lnTo>
                    <a:pt x="124" y="382"/>
                  </a:lnTo>
                  <a:lnTo>
                    <a:pt x="230" y="296"/>
                  </a:lnTo>
                  <a:lnTo>
                    <a:pt x="320" y="296"/>
                  </a:lnTo>
                  <a:lnTo>
                    <a:pt x="320" y="296"/>
                  </a:lnTo>
                  <a:lnTo>
                    <a:pt x="332" y="294"/>
                  </a:lnTo>
                  <a:lnTo>
                    <a:pt x="344" y="290"/>
                  </a:lnTo>
                  <a:lnTo>
                    <a:pt x="356" y="284"/>
                  </a:lnTo>
                  <a:lnTo>
                    <a:pt x="364" y="276"/>
                  </a:lnTo>
                  <a:lnTo>
                    <a:pt x="372" y="266"/>
                  </a:lnTo>
                  <a:lnTo>
                    <a:pt x="378" y="256"/>
                  </a:lnTo>
                  <a:lnTo>
                    <a:pt x="382" y="244"/>
                  </a:lnTo>
                  <a:lnTo>
                    <a:pt x="384" y="232"/>
                  </a:lnTo>
                  <a:lnTo>
                    <a:pt x="384" y="64"/>
                  </a:lnTo>
                  <a:lnTo>
                    <a:pt x="384" y="64"/>
                  </a:lnTo>
                  <a:lnTo>
                    <a:pt x="382" y="50"/>
                  </a:lnTo>
                  <a:lnTo>
                    <a:pt x="378" y="38"/>
                  </a:lnTo>
                  <a:lnTo>
                    <a:pt x="372" y="28"/>
                  </a:lnTo>
                  <a:lnTo>
                    <a:pt x="364" y="18"/>
                  </a:lnTo>
                  <a:lnTo>
                    <a:pt x="356" y="10"/>
                  </a:lnTo>
                  <a:lnTo>
                    <a:pt x="344" y="4"/>
                  </a:lnTo>
                  <a:lnTo>
                    <a:pt x="332" y="0"/>
                  </a:lnTo>
                  <a:lnTo>
                    <a:pt x="320" y="0"/>
                  </a:lnTo>
                  <a:lnTo>
                    <a:pt x="320" y="0"/>
                  </a:lnTo>
                  <a:close/>
                  <a:moveTo>
                    <a:pt x="344" y="232"/>
                  </a:moveTo>
                  <a:lnTo>
                    <a:pt x="344" y="232"/>
                  </a:lnTo>
                  <a:lnTo>
                    <a:pt x="342" y="240"/>
                  </a:lnTo>
                  <a:lnTo>
                    <a:pt x="336" y="248"/>
                  </a:lnTo>
                  <a:lnTo>
                    <a:pt x="328" y="254"/>
                  </a:lnTo>
                  <a:lnTo>
                    <a:pt x="320" y="256"/>
                  </a:lnTo>
                  <a:lnTo>
                    <a:pt x="230" y="256"/>
                  </a:lnTo>
                  <a:lnTo>
                    <a:pt x="216" y="256"/>
                  </a:lnTo>
                  <a:lnTo>
                    <a:pt x="204" y="264"/>
                  </a:lnTo>
                  <a:lnTo>
                    <a:pt x="164" y="298"/>
                  </a:lnTo>
                  <a:lnTo>
                    <a:pt x="164" y="296"/>
                  </a:lnTo>
                  <a:lnTo>
                    <a:pt x="164" y="256"/>
                  </a:lnTo>
                  <a:lnTo>
                    <a:pt x="124" y="256"/>
                  </a:lnTo>
                  <a:lnTo>
                    <a:pt x="64" y="256"/>
                  </a:lnTo>
                  <a:lnTo>
                    <a:pt x="64" y="256"/>
                  </a:lnTo>
                  <a:lnTo>
                    <a:pt x="54" y="254"/>
                  </a:lnTo>
                  <a:lnTo>
                    <a:pt x="48" y="248"/>
                  </a:lnTo>
                  <a:lnTo>
                    <a:pt x="42" y="240"/>
                  </a:lnTo>
                  <a:lnTo>
                    <a:pt x="40" y="232"/>
                  </a:lnTo>
                  <a:lnTo>
                    <a:pt x="40" y="64"/>
                  </a:lnTo>
                  <a:lnTo>
                    <a:pt x="40" y="64"/>
                  </a:lnTo>
                  <a:lnTo>
                    <a:pt x="42" y="54"/>
                  </a:lnTo>
                  <a:lnTo>
                    <a:pt x="48" y="46"/>
                  </a:lnTo>
                  <a:lnTo>
                    <a:pt x="54" y="42"/>
                  </a:lnTo>
                  <a:lnTo>
                    <a:pt x="64" y="40"/>
                  </a:lnTo>
                  <a:lnTo>
                    <a:pt x="320" y="40"/>
                  </a:lnTo>
                  <a:lnTo>
                    <a:pt x="320" y="40"/>
                  </a:lnTo>
                  <a:lnTo>
                    <a:pt x="328" y="42"/>
                  </a:lnTo>
                  <a:lnTo>
                    <a:pt x="336" y="46"/>
                  </a:lnTo>
                  <a:lnTo>
                    <a:pt x="342" y="54"/>
                  </a:lnTo>
                  <a:lnTo>
                    <a:pt x="344" y="64"/>
                  </a:lnTo>
                  <a:lnTo>
                    <a:pt x="344" y="232"/>
                  </a:lnTo>
                  <a:lnTo>
                    <a:pt x="344" y="232"/>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3" name="Freeform 214">
              <a:extLst>
                <a:ext uri="{FF2B5EF4-FFF2-40B4-BE49-F238E27FC236}">
                  <a16:creationId xmlns:a16="http://schemas.microsoft.com/office/drawing/2014/main" id="{05190F3F-D254-E1E3-43CE-8D1E67C99112}"/>
                </a:ext>
              </a:extLst>
            </p:cNvPr>
            <p:cNvSpPr/>
            <p:nvPr/>
          </p:nvSpPr>
          <p:spPr bwMode="auto">
            <a:xfrm>
              <a:off x="8464550" y="3863975"/>
              <a:ext cx="73025" cy="73025"/>
            </a:xfrm>
            <a:custGeom>
              <a:avLst/>
              <a:gdLst/>
              <a:ahLst/>
              <a:cxnLst>
                <a:cxn ang="0">
                  <a:pos x="24" y="0"/>
                </a:cxn>
                <a:cxn ang="0">
                  <a:pos x="24" y="0"/>
                </a:cxn>
                <a:cxn ang="0">
                  <a:pos x="32" y="2"/>
                </a:cxn>
                <a:cxn ang="0">
                  <a:pos x="40" y="6"/>
                </a:cxn>
                <a:cxn ang="0">
                  <a:pos x="46" y="14"/>
                </a:cxn>
                <a:cxn ang="0">
                  <a:pos x="46" y="24"/>
                </a:cxn>
                <a:cxn ang="0">
                  <a:pos x="46" y="24"/>
                </a:cxn>
                <a:cxn ang="0">
                  <a:pos x="46" y="32"/>
                </a:cxn>
                <a:cxn ang="0">
                  <a:pos x="40" y="40"/>
                </a:cxn>
                <a:cxn ang="0">
                  <a:pos x="32" y="44"/>
                </a:cxn>
                <a:cxn ang="0">
                  <a:pos x="24" y="46"/>
                </a:cxn>
                <a:cxn ang="0">
                  <a:pos x="24" y="46"/>
                </a:cxn>
                <a:cxn ang="0">
                  <a:pos x="14" y="44"/>
                </a:cxn>
                <a:cxn ang="0">
                  <a:pos x="8" y="40"/>
                </a:cxn>
                <a:cxn ang="0">
                  <a:pos x="2" y="32"/>
                </a:cxn>
                <a:cxn ang="0">
                  <a:pos x="0" y="24"/>
                </a:cxn>
                <a:cxn ang="0">
                  <a:pos x="0" y="24"/>
                </a:cxn>
                <a:cxn ang="0">
                  <a:pos x="2" y="14"/>
                </a:cxn>
                <a:cxn ang="0">
                  <a:pos x="8" y="6"/>
                </a:cxn>
                <a:cxn ang="0">
                  <a:pos x="14" y="2"/>
                </a:cxn>
                <a:cxn ang="0">
                  <a:pos x="24" y="0"/>
                </a:cxn>
                <a:cxn ang="0">
                  <a:pos x="24" y="0"/>
                </a:cxn>
              </a:cxnLst>
              <a:rect l="0" t="0" r="r" b="b"/>
              <a:pathLst>
                <a:path w="46" h="46">
                  <a:moveTo>
                    <a:pt x="24" y="0"/>
                  </a:moveTo>
                  <a:lnTo>
                    <a:pt x="24" y="0"/>
                  </a:lnTo>
                  <a:lnTo>
                    <a:pt x="32" y="2"/>
                  </a:lnTo>
                  <a:lnTo>
                    <a:pt x="40" y="6"/>
                  </a:lnTo>
                  <a:lnTo>
                    <a:pt x="46" y="14"/>
                  </a:lnTo>
                  <a:lnTo>
                    <a:pt x="46" y="24"/>
                  </a:lnTo>
                  <a:lnTo>
                    <a:pt x="46" y="24"/>
                  </a:lnTo>
                  <a:lnTo>
                    <a:pt x="46" y="32"/>
                  </a:lnTo>
                  <a:lnTo>
                    <a:pt x="40" y="40"/>
                  </a:lnTo>
                  <a:lnTo>
                    <a:pt x="32" y="44"/>
                  </a:lnTo>
                  <a:lnTo>
                    <a:pt x="24" y="46"/>
                  </a:lnTo>
                  <a:lnTo>
                    <a:pt x="24" y="46"/>
                  </a:lnTo>
                  <a:lnTo>
                    <a:pt x="14" y="44"/>
                  </a:lnTo>
                  <a:lnTo>
                    <a:pt x="8" y="40"/>
                  </a:lnTo>
                  <a:lnTo>
                    <a:pt x="2" y="32"/>
                  </a:lnTo>
                  <a:lnTo>
                    <a:pt x="0" y="24"/>
                  </a:lnTo>
                  <a:lnTo>
                    <a:pt x="0" y="24"/>
                  </a:lnTo>
                  <a:lnTo>
                    <a:pt x="2" y="14"/>
                  </a:lnTo>
                  <a:lnTo>
                    <a:pt x="8" y="6"/>
                  </a:lnTo>
                  <a:lnTo>
                    <a:pt x="14" y="2"/>
                  </a:lnTo>
                  <a:lnTo>
                    <a:pt x="24" y="0"/>
                  </a:lnTo>
                  <a:lnTo>
                    <a:pt x="24" y="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4" name="Freeform 215">
              <a:extLst>
                <a:ext uri="{FF2B5EF4-FFF2-40B4-BE49-F238E27FC236}">
                  <a16:creationId xmlns:a16="http://schemas.microsoft.com/office/drawing/2014/main" id="{2631E145-4CE0-10E8-900A-EE88A74721FF}"/>
                </a:ext>
              </a:extLst>
            </p:cNvPr>
            <p:cNvSpPr/>
            <p:nvPr/>
          </p:nvSpPr>
          <p:spPr bwMode="auto">
            <a:xfrm>
              <a:off x="8594725" y="3863975"/>
              <a:ext cx="73025" cy="73025"/>
            </a:xfrm>
            <a:custGeom>
              <a:avLst/>
              <a:gdLst/>
              <a:ahLst/>
              <a:cxnLst>
                <a:cxn ang="0">
                  <a:pos x="24" y="0"/>
                </a:cxn>
                <a:cxn ang="0">
                  <a:pos x="24" y="0"/>
                </a:cxn>
                <a:cxn ang="0">
                  <a:pos x="32" y="2"/>
                </a:cxn>
                <a:cxn ang="0">
                  <a:pos x="40" y="6"/>
                </a:cxn>
                <a:cxn ang="0">
                  <a:pos x="46" y="14"/>
                </a:cxn>
                <a:cxn ang="0">
                  <a:pos x="46" y="24"/>
                </a:cxn>
                <a:cxn ang="0">
                  <a:pos x="46" y="24"/>
                </a:cxn>
                <a:cxn ang="0">
                  <a:pos x="46" y="32"/>
                </a:cxn>
                <a:cxn ang="0">
                  <a:pos x="40" y="40"/>
                </a:cxn>
                <a:cxn ang="0">
                  <a:pos x="32" y="44"/>
                </a:cxn>
                <a:cxn ang="0">
                  <a:pos x="24" y="46"/>
                </a:cxn>
                <a:cxn ang="0">
                  <a:pos x="24" y="46"/>
                </a:cxn>
                <a:cxn ang="0">
                  <a:pos x="14" y="44"/>
                </a:cxn>
                <a:cxn ang="0">
                  <a:pos x="8" y="40"/>
                </a:cxn>
                <a:cxn ang="0">
                  <a:pos x="2" y="32"/>
                </a:cxn>
                <a:cxn ang="0">
                  <a:pos x="0" y="24"/>
                </a:cxn>
                <a:cxn ang="0">
                  <a:pos x="0" y="24"/>
                </a:cxn>
                <a:cxn ang="0">
                  <a:pos x="2" y="14"/>
                </a:cxn>
                <a:cxn ang="0">
                  <a:pos x="8" y="6"/>
                </a:cxn>
                <a:cxn ang="0">
                  <a:pos x="14" y="2"/>
                </a:cxn>
                <a:cxn ang="0">
                  <a:pos x="24" y="0"/>
                </a:cxn>
                <a:cxn ang="0">
                  <a:pos x="24" y="0"/>
                </a:cxn>
              </a:cxnLst>
              <a:rect l="0" t="0" r="r" b="b"/>
              <a:pathLst>
                <a:path w="46" h="46">
                  <a:moveTo>
                    <a:pt x="24" y="0"/>
                  </a:moveTo>
                  <a:lnTo>
                    <a:pt x="24" y="0"/>
                  </a:lnTo>
                  <a:lnTo>
                    <a:pt x="32" y="2"/>
                  </a:lnTo>
                  <a:lnTo>
                    <a:pt x="40" y="6"/>
                  </a:lnTo>
                  <a:lnTo>
                    <a:pt x="46" y="14"/>
                  </a:lnTo>
                  <a:lnTo>
                    <a:pt x="46" y="24"/>
                  </a:lnTo>
                  <a:lnTo>
                    <a:pt x="46" y="24"/>
                  </a:lnTo>
                  <a:lnTo>
                    <a:pt x="46" y="32"/>
                  </a:lnTo>
                  <a:lnTo>
                    <a:pt x="40" y="40"/>
                  </a:lnTo>
                  <a:lnTo>
                    <a:pt x="32" y="44"/>
                  </a:lnTo>
                  <a:lnTo>
                    <a:pt x="24" y="46"/>
                  </a:lnTo>
                  <a:lnTo>
                    <a:pt x="24" y="46"/>
                  </a:lnTo>
                  <a:lnTo>
                    <a:pt x="14" y="44"/>
                  </a:lnTo>
                  <a:lnTo>
                    <a:pt x="8" y="40"/>
                  </a:lnTo>
                  <a:lnTo>
                    <a:pt x="2" y="32"/>
                  </a:lnTo>
                  <a:lnTo>
                    <a:pt x="0" y="24"/>
                  </a:lnTo>
                  <a:lnTo>
                    <a:pt x="0" y="24"/>
                  </a:lnTo>
                  <a:lnTo>
                    <a:pt x="2" y="14"/>
                  </a:lnTo>
                  <a:lnTo>
                    <a:pt x="8" y="6"/>
                  </a:lnTo>
                  <a:lnTo>
                    <a:pt x="14" y="2"/>
                  </a:lnTo>
                  <a:lnTo>
                    <a:pt x="24" y="0"/>
                  </a:lnTo>
                  <a:lnTo>
                    <a:pt x="24" y="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5" name="Freeform 216">
              <a:extLst>
                <a:ext uri="{FF2B5EF4-FFF2-40B4-BE49-F238E27FC236}">
                  <a16:creationId xmlns:a16="http://schemas.microsoft.com/office/drawing/2014/main" id="{F19A2EFE-0E1A-6E7F-D813-655FE54A6659}"/>
                </a:ext>
              </a:extLst>
            </p:cNvPr>
            <p:cNvSpPr/>
            <p:nvPr/>
          </p:nvSpPr>
          <p:spPr bwMode="auto">
            <a:xfrm>
              <a:off x="8724900" y="3863975"/>
              <a:ext cx="76200" cy="73025"/>
            </a:xfrm>
            <a:custGeom>
              <a:avLst/>
              <a:gdLst/>
              <a:ahLst/>
              <a:cxnLst>
                <a:cxn ang="0">
                  <a:pos x="24" y="0"/>
                </a:cxn>
                <a:cxn ang="0">
                  <a:pos x="24" y="0"/>
                </a:cxn>
                <a:cxn ang="0">
                  <a:pos x="32" y="2"/>
                </a:cxn>
                <a:cxn ang="0">
                  <a:pos x="40" y="6"/>
                </a:cxn>
                <a:cxn ang="0">
                  <a:pos x="46" y="14"/>
                </a:cxn>
                <a:cxn ang="0">
                  <a:pos x="48" y="24"/>
                </a:cxn>
                <a:cxn ang="0">
                  <a:pos x="48" y="24"/>
                </a:cxn>
                <a:cxn ang="0">
                  <a:pos x="46" y="32"/>
                </a:cxn>
                <a:cxn ang="0">
                  <a:pos x="40" y="40"/>
                </a:cxn>
                <a:cxn ang="0">
                  <a:pos x="32" y="44"/>
                </a:cxn>
                <a:cxn ang="0">
                  <a:pos x="24" y="46"/>
                </a:cxn>
                <a:cxn ang="0">
                  <a:pos x="24" y="46"/>
                </a:cxn>
                <a:cxn ang="0">
                  <a:pos x="14" y="44"/>
                </a:cxn>
                <a:cxn ang="0">
                  <a:pos x="8" y="40"/>
                </a:cxn>
                <a:cxn ang="0">
                  <a:pos x="2" y="32"/>
                </a:cxn>
                <a:cxn ang="0">
                  <a:pos x="0" y="24"/>
                </a:cxn>
                <a:cxn ang="0">
                  <a:pos x="0" y="24"/>
                </a:cxn>
                <a:cxn ang="0">
                  <a:pos x="2" y="14"/>
                </a:cxn>
                <a:cxn ang="0">
                  <a:pos x="8" y="6"/>
                </a:cxn>
                <a:cxn ang="0">
                  <a:pos x="14" y="2"/>
                </a:cxn>
                <a:cxn ang="0">
                  <a:pos x="24" y="0"/>
                </a:cxn>
                <a:cxn ang="0">
                  <a:pos x="24" y="0"/>
                </a:cxn>
              </a:cxnLst>
              <a:rect l="0" t="0" r="r" b="b"/>
              <a:pathLst>
                <a:path w="48" h="46">
                  <a:moveTo>
                    <a:pt x="24" y="0"/>
                  </a:moveTo>
                  <a:lnTo>
                    <a:pt x="24" y="0"/>
                  </a:lnTo>
                  <a:lnTo>
                    <a:pt x="32" y="2"/>
                  </a:lnTo>
                  <a:lnTo>
                    <a:pt x="40" y="6"/>
                  </a:lnTo>
                  <a:lnTo>
                    <a:pt x="46" y="14"/>
                  </a:lnTo>
                  <a:lnTo>
                    <a:pt x="48" y="24"/>
                  </a:lnTo>
                  <a:lnTo>
                    <a:pt x="48" y="24"/>
                  </a:lnTo>
                  <a:lnTo>
                    <a:pt x="46" y="32"/>
                  </a:lnTo>
                  <a:lnTo>
                    <a:pt x="40" y="40"/>
                  </a:lnTo>
                  <a:lnTo>
                    <a:pt x="32" y="44"/>
                  </a:lnTo>
                  <a:lnTo>
                    <a:pt x="24" y="46"/>
                  </a:lnTo>
                  <a:lnTo>
                    <a:pt x="24" y="46"/>
                  </a:lnTo>
                  <a:lnTo>
                    <a:pt x="14" y="44"/>
                  </a:lnTo>
                  <a:lnTo>
                    <a:pt x="8" y="40"/>
                  </a:lnTo>
                  <a:lnTo>
                    <a:pt x="2" y="32"/>
                  </a:lnTo>
                  <a:lnTo>
                    <a:pt x="0" y="24"/>
                  </a:lnTo>
                  <a:lnTo>
                    <a:pt x="0" y="24"/>
                  </a:lnTo>
                  <a:lnTo>
                    <a:pt x="2" y="14"/>
                  </a:lnTo>
                  <a:lnTo>
                    <a:pt x="8" y="6"/>
                  </a:lnTo>
                  <a:lnTo>
                    <a:pt x="14" y="2"/>
                  </a:lnTo>
                  <a:lnTo>
                    <a:pt x="24" y="0"/>
                  </a:lnTo>
                  <a:lnTo>
                    <a:pt x="24" y="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grpSp>
      <p:grpSp>
        <p:nvGrpSpPr>
          <p:cNvPr id="36" name="组 78">
            <a:extLst>
              <a:ext uri="{FF2B5EF4-FFF2-40B4-BE49-F238E27FC236}">
                <a16:creationId xmlns:a16="http://schemas.microsoft.com/office/drawing/2014/main" id="{A66C0463-85FC-94D6-D6A8-A33AD7E61823}"/>
              </a:ext>
            </a:extLst>
          </p:cNvPr>
          <p:cNvGrpSpPr/>
          <p:nvPr/>
        </p:nvGrpSpPr>
        <p:grpSpPr>
          <a:xfrm>
            <a:off x="5853991" y="3351896"/>
            <a:ext cx="412157" cy="582336"/>
            <a:chOff x="7912100" y="117475"/>
            <a:chExt cx="492125" cy="695325"/>
          </a:xfrm>
          <a:solidFill>
            <a:schemeClr val="bg1"/>
          </a:solidFill>
          <a:effectLst/>
        </p:grpSpPr>
        <p:sp>
          <p:nvSpPr>
            <p:cNvPr id="37" name="Freeform 75">
              <a:extLst>
                <a:ext uri="{FF2B5EF4-FFF2-40B4-BE49-F238E27FC236}">
                  <a16:creationId xmlns:a16="http://schemas.microsoft.com/office/drawing/2014/main" id="{268C1D9F-2EB4-98C9-666C-39A9650AA0C2}"/>
                </a:ext>
              </a:extLst>
            </p:cNvPr>
            <p:cNvSpPr/>
            <p:nvPr/>
          </p:nvSpPr>
          <p:spPr bwMode="auto">
            <a:xfrm>
              <a:off x="8248650" y="117475"/>
              <a:ext cx="155575" cy="180975"/>
            </a:xfrm>
            <a:custGeom>
              <a:avLst/>
              <a:gdLst/>
              <a:ahLst/>
              <a:cxnLst>
                <a:cxn ang="0">
                  <a:pos x="16" y="114"/>
                </a:cxn>
                <a:cxn ang="0">
                  <a:pos x="98" y="114"/>
                </a:cxn>
                <a:cxn ang="0">
                  <a:pos x="0" y="0"/>
                </a:cxn>
                <a:cxn ang="0">
                  <a:pos x="0" y="98"/>
                </a:cxn>
                <a:cxn ang="0">
                  <a:pos x="0" y="98"/>
                </a:cxn>
                <a:cxn ang="0">
                  <a:pos x="0" y="104"/>
                </a:cxn>
                <a:cxn ang="0">
                  <a:pos x="4" y="110"/>
                </a:cxn>
                <a:cxn ang="0">
                  <a:pos x="10" y="112"/>
                </a:cxn>
                <a:cxn ang="0">
                  <a:pos x="16" y="114"/>
                </a:cxn>
                <a:cxn ang="0">
                  <a:pos x="16" y="114"/>
                </a:cxn>
              </a:cxnLst>
              <a:rect l="0" t="0" r="r" b="b"/>
              <a:pathLst>
                <a:path w="98" h="114">
                  <a:moveTo>
                    <a:pt x="16" y="114"/>
                  </a:moveTo>
                  <a:lnTo>
                    <a:pt x="98" y="114"/>
                  </a:lnTo>
                  <a:lnTo>
                    <a:pt x="0" y="0"/>
                  </a:lnTo>
                  <a:lnTo>
                    <a:pt x="0" y="98"/>
                  </a:lnTo>
                  <a:lnTo>
                    <a:pt x="0" y="98"/>
                  </a:lnTo>
                  <a:lnTo>
                    <a:pt x="0" y="104"/>
                  </a:lnTo>
                  <a:lnTo>
                    <a:pt x="4" y="110"/>
                  </a:lnTo>
                  <a:lnTo>
                    <a:pt x="10" y="112"/>
                  </a:lnTo>
                  <a:lnTo>
                    <a:pt x="16" y="114"/>
                  </a:lnTo>
                  <a:lnTo>
                    <a:pt x="16" y="114"/>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8" name="Freeform 76">
              <a:extLst>
                <a:ext uri="{FF2B5EF4-FFF2-40B4-BE49-F238E27FC236}">
                  <a16:creationId xmlns:a16="http://schemas.microsoft.com/office/drawing/2014/main" id="{5136CC46-2DB3-0981-0EB1-80991E16F976}"/>
                </a:ext>
              </a:extLst>
            </p:cNvPr>
            <p:cNvSpPr>
              <a:spLocks noEditPoints="1"/>
            </p:cNvSpPr>
            <p:nvPr/>
          </p:nvSpPr>
          <p:spPr bwMode="auto">
            <a:xfrm>
              <a:off x="7912100" y="117475"/>
              <a:ext cx="492125" cy="695325"/>
            </a:xfrm>
            <a:custGeom>
              <a:avLst/>
              <a:gdLst/>
              <a:ahLst/>
              <a:cxnLst>
                <a:cxn ang="0">
                  <a:pos x="196" y="0"/>
                </a:cxn>
                <a:cxn ang="0">
                  <a:pos x="34" y="0"/>
                </a:cxn>
                <a:cxn ang="0">
                  <a:pos x="20" y="4"/>
                </a:cxn>
                <a:cxn ang="0">
                  <a:pos x="10" y="10"/>
                </a:cxn>
                <a:cxn ang="0">
                  <a:pos x="4" y="20"/>
                </a:cxn>
                <a:cxn ang="0">
                  <a:pos x="0" y="34"/>
                </a:cxn>
                <a:cxn ang="0">
                  <a:pos x="0" y="406"/>
                </a:cxn>
                <a:cxn ang="0">
                  <a:pos x="4" y="418"/>
                </a:cxn>
                <a:cxn ang="0">
                  <a:pos x="10" y="428"/>
                </a:cxn>
                <a:cxn ang="0">
                  <a:pos x="20" y="436"/>
                </a:cxn>
                <a:cxn ang="0">
                  <a:pos x="34" y="438"/>
                </a:cxn>
                <a:cxn ang="0">
                  <a:pos x="276" y="438"/>
                </a:cxn>
                <a:cxn ang="0">
                  <a:pos x="290" y="436"/>
                </a:cxn>
                <a:cxn ang="0">
                  <a:pos x="300" y="430"/>
                </a:cxn>
                <a:cxn ang="0">
                  <a:pos x="306" y="418"/>
                </a:cxn>
                <a:cxn ang="0">
                  <a:pos x="310" y="406"/>
                </a:cxn>
                <a:cxn ang="0">
                  <a:pos x="228" y="130"/>
                </a:cxn>
                <a:cxn ang="0">
                  <a:pos x="222" y="130"/>
                </a:cxn>
                <a:cxn ang="0">
                  <a:pos x="210" y="124"/>
                </a:cxn>
                <a:cxn ang="0">
                  <a:pos x="202" y="116"/>
                </a:cxn>
                <a:cxn ang="0">
                  <a:pos x="196" y="104"/>
                </a:cxn>
                <a:cxn ang="0">
                  <a:pos x="196" y="98"/>
                </a:cxn>
                <a:cxn ang="0">
                  <a:pos x="164" y="66"/>
                </a:cxn>
                <a:cxn ang="0">
                  <a:pos x="50" y="82"/>
                </a:cxn>
                <a:cxn ang="0">
                  <a:pos x="50" y="114"/>
                </a:cxn>
                <a:cxn ang="0">
                  <a:pos x="130" y="130"/>
                </a:cxn>
                <a:cxn ang="0">
                  <a:pos x="50" y="114"/>
                </a:cxn>
                <a:cxn ang="0">
                  <a:pos x="212" y="212"/>
                </a:cxn>
                <a:cxn ang="0">
                  <a:pos x="50" y="228"/>
                </a:cxn>
                <a:cxn ang="0">
                  <a:pos x="50" y="308"/>
                </a:cxn>
                <a:cxn ang="0">
                  <a:pos x="196" y="324"/>
                </a:cxn>
                <a:cxn ang="0">
                  <a:pos x="50" y="308"/>
                </a:cxn>
                <a:cxn ang="0">
                  <a:pos x="50" y="374"/>
                </a:cxn>
                <a:cxn ang="0">
                  <a:pos x="260" y="358"/>
                </a:cxn>
                <a:cxn ang="0">
                  <a:pos x="260" y="276"/>
                </a:cxn>
                <a:cxn ang="0">
                  <a:pos x="50" y="260"/>
                </a:cxn>
                <a:cxn ang="0">
                  <a:pos x="260" y="276"/>
                </a:cxn>
                <a:cxn ang="0">
                  <a:pos x="50" y="178"/>
                </a:cxn>
                <a:cxn ang="0">
                  <a:pos x="260" y="162"/>
                </a:cxn>
              </a:cxnLst>
              <a:rect l="0" t="0" r="r" b="b"/>
              <a:pathLst>
                <a:path w="310" h="438">
                  <a:moveTo>
                    <a:pt x="196" y="98"/>
                  </a:moveTo>
                  <a:lnTo>
                    <a:pt x="196" y="0"/>
                  </a:lnTo>
                  <a:lnTo>
                    <a:pt x="34" y="0"/>
                  </a:lnTo>
                  <a:lnTo>
                    <a:pt x="34" y="0"/>
                  </a:lnTo>
                  <a:lnTo>
                    <a:pt x="26" y="2"/>
                  </a:lnTo>
                  <a:lnTo>
                    <a:pt x="20" y="4"/>
                  </a:lnTo>
                  <a:lnTo>
                    <a:pt x="16" y="6"/>
                  </a:lnTo>
                  <a:lnTo>
                    <a:pt x="10" y="10"/>
                  </a:lnTo>
                  <a:lnTo>
                    <a:pt x="6" y="14"/>
                  </a:lnTo>
                  <a:lnTo>
                    <a:pt x="4" y="20"/>
                  </a:lnTo>
                  <a:lnTo>
                    <a:pt x="2" y="26"/>
                  </a:lnTo>
                  <a:lnTo>
                    <a:pt x="0" y="34"/>
                  </a:lnTo>
                  <a:lnTo>
                    <a:pt x="0" y="406"/>
                  </a:lnTo>
                  <a:lnTo>
                    <a:pt x="0" y="406"/>
                  </a:lnTo>
                  <a:lnTo>
                    <a:pt x="2" y="412"/>
                  </a:lnTo>
                  <a:lnTo>
                    <a:pt x="4" y="418"/>
                  </a:lnTo>
                  <a:lnTo>
                    <a:pt x="6" y="424"/>
                  </a:lnTo>
                  <a:lnTo>
                    <a:pt x="10" y="428"/>
                  </a:lnTo>
                  <a:lnTo>
                    <a:pt x="16" y="432"/>
                  </a:lnTo>
                  <a:lnTo>
                    <a:pt x="20" y="436"/>
                  </a:lnTo>
                  <a:lnTo>
                    <a:pt x="26" y="438"/>
                  </a:lnTo>
                  <a:lnTo>
                    <a:pt x="34" y="438"/>
                  </a:lnTo>
                  <a:lnTo>
                    <a:pt x="276" y="438"/>
                  </a:lnTo>
                  <a:lnTo>
                    <a:pt x="276" y="438"/>
                  </a:lnTo>
                  <a:lnTo>
                    <a:pt x="284" y="438"/>
                  </a:lnTo>
                  <a:lnTo>
                    <a:pt x="290" y="436"/>
                  </a:lnTo>
                  <a:lnTo>
                    <a:pt x="294" y="432"/>
                  </a:lnTo>
                  <a:lnTo>
                    <a:pt x="300" y="430"/>
                  </a:lnTo>
                  <a:lnTo>
                    <a:pt x="304" y="424"/>
                  </a:lnTo>
                  <a:lnTo>
                    <a:pt x="306" y="418"/>
                  </a:lnTo>
                  <a:lnTo>
                    <a:pt x="308" y="412"/>
                  </a:lnTo>
                  <a:lnTo>
                    <a:pt x="310" y="406"/>
                  </a:lnTo>
                  <a:lnTo>
                    <a:pt x="310" y="130"/>
                  </a:lnTo>
                  <a:lnTo>
                    <a:pt x="228" y="130"/>
                  </a:lnTo>
                  <a:lnTo>
                    <a:pt x="228" y="130"/>
                  </a:lnTo>
                  <a:lnTo>
                    <a:pt x="222" y="130"/>
                  </a:lnTo>
                  <a:lnTo>
                    <a:pt x="216" y="128"/>
                  </a:lnTo>
                  <a:lnTo>
                    <a:pt x="210" y="124"/>
                  </a:lnTo>
                  <a:lnTo>
                    <a:pt x="206" y="120"/>
                  </a:lnTo>
                  <a:lnTo>
                    <a:pt x="202" y="116"/>
                  </a:lnTo>
                  <a:lnTo>
                    <a:pt x="198" y="110"/>
                  </a:lnTo>
                  <a:lnTo>
                    <a:pt x="196" y="104"/>
                  </a:lnTo>
                  <a:lnTo>
                    <a:pt x="196" y="98"/>
                  </a:lnTo>
                  <a:lnTo>
                    <a:pt x="196" y="98"/>
                  </a:lnTo>
                  <a:close/>
                  <a:moveTo>
                    <a:pt x="50" y="66"/>
                  </a:moveTo>
                  <a:lnTo>
                    <a:pt x="164" y="66"/>
                  </a:lnTo>
                  <a:lnTo>
                    <a:pt x="164" y="82"/>
                  </a:lnTo>
                  <a:lnTo>
                    <a:pt x="50" y="82"/>
                  </a:lnTo>
                  <a:lnTo>
                    <a:pt x="50" y="66"/>
                  </a:lnTo>
                  <a:close/>
                  <a:moveTo>
                    <a:pt x="50" y="114"/>
                  </a:moveTo>
                  <a:lnTo>
                    <a:pt x="130" y="114"/>
                  </a:lnTo>
                  <a:lnTo>
                    <a:pt x="130" y="130"/>
                  </a:lnTo>
                  <a:lnTo>
                    <a:pt x="50" y="130"/>
                  </a:lnTo>
                  <a:lnTo>
                    <a:pt x="50" y="114"/>
                  </a:lnTo>
                  <a:close/>
                  <a:moveTo>
                    <a:pt x="50" y="212"/>
                  </a:moveTo>
                  <a:lnTo>
                    <a:pt x="212" y="212"/>
                  </a:lnTo>
                  <a:lnTo>
                    <a:pt x="212" y="228"/>
                  </a:lnTo>
                  <a:lnTo>
                    <a:pt x="50" y="228"/>
                  </a:lnTo>
                  <a:lnTo>
                    <a:pt x="50" y="212"/>
                  </a:lnTo>
                  <a:close/>
                  <a:moveTo>
                    <a:pt x="50" y="308"/>
                  </a:moveTo>
                  <a:lnTo>
                    <a:pt x="196" y="308"/>
                  </a:lnTo>
                  <a:lnTo>
                    <a:pt x="196" y="324"/>
                  </a:lnTo>
                  <a:lnTo>
                    <a:pt x="50" y="324"/>
                  </a:lnTo>
                  <a:lnTo>
                    <a:pt x="50" y="308"/>
                  </a:lnTo>
                  <a:close/>
                  <a:moveTo>
                    <a:pt x="260" y="374"/>
                  </a:moveTo>
                  <a:lnTo>
                    <a:pt x="50" y="374"/>
                  </a:lnTo>
                  <a:lnTo>
                    <a:pt x="50" y="358"/>
                  </a:lnTo>
                  <a:lnTo>
                    <a:pt x="260" y="358"/>
                  </a:lnTo>
                  <a:lnTo>
                    <a:pt x="260" y="374"/>
                  </a:lnTo>
                  <a:close/>
                  <a:moveTo>
                    <a:pt x="260" y="276"/>
                  </a:moveTo>
                  <a:lnTo>
                    <a:pt x="50" y="276"/>
                  </a:lnTo>
                  <a:lnTo>
                    <a:pt x="50" y="260"/>
                  </a:lnTo>
                  <a:lnTo>
                    <a:pt x="260" y="260"/>
                  </a:lnTo>
                  <a:lnTo>
                    <a:pt x="260" y="276"/>
                  </a:lnTo>
                  <a:close/>
                  <a:moveTo>
                    <a:pt x="260" y="178"/>
                  </a:moveTo>
                  <a:lnTo>
                    <a:pt x="50" y="178"/>
                  </a:lnTo>
                  <a:lnTo>
                    <a:pt x="50" y="162"/>
                  </a:lnTo>
                  <a:lnTo>
                    <a:pt x="260" y="162"/>
                  </a:lnTo>
                  <a:lnTo>
                    <a:pt x="260" y="178"/>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grpSp>
      <p:grpSp>
        <p:nvGrpSpPr>
          <p:cNvPr id="39" name="组 81">
            <a:extLst>
              <a:ext uri="{FF2B5EF4-FFF2-40B4-BE49-F238E27FC236}">
                <a16:creationId xmlns:a16="http://schemas.microsoft.com/office/drawing/2014/main" id="{07972EAA-DA65-0368-E25A-D6C717F2D653}"/>
              </a:ext>
            </a:extLst>
          </p:cNvPr>
          <p:cNvGrpSpPr/>
          <p:nvPr/>
        </p:nvGrpSpPr>
        <p:grpSpPr>
          <a:xfrm>
            <a:off x="7848805" y="3321225"/>
            <a:ext cx="564832" cy="572136"/>
            <a:chOff x="7639243" y="2325084"/>
            <a:chExt cx="726802" cy="736201"/>
          </a:xfrm>
          <a:effectLst/>
        </p:grpSpPr>
        <p:sp>
          <p:nvSpPr>
            <p:cNvPr id="40" name="Freeform 9">
              <a:extLst>
                <a:ext uri="{FF2B5EF4-FFF2-40B4-BE49-F238E27FC236}">
                  <a16:creationId xmlns:a16="http://schemas.microsoft.com/office/drawing/2014/main" id="{F631E1BC-320B-43F8-199C-489E34C28CDA}"/>
                </a:ext>
              </a:extLst>
            </p:cNvPr>
            <p:cNvSpPr>
              <a:spLocks noEditPoints="1"/>
            </p:cNvSpPr>
            <p:nvPr/>
          </p:nvSpPr>
          <p:spPr bwMode="auto">
            <a:xfrm>
              <a:off x="7639243" y="2621131"/>
              <a:ext cx="440154" cy="440154"/>
            </a:xfrm>
            <a:custGeom>
              <a:avLst/>
              <a:gdLst>
                <a:gd name="T0" fmla="*/ 508 w 562"/>
                <a:gd name="T1" fmla="*/ 110 h 562"/>
                <a:gd name="T2" fmla="*/ 398 w 562"/>
                <a:gd name="T3" fmla="*/ 108 h 562"/>
                <a:gd name="T4" fmla="*/ 380 w 562"/>
                <a:gd name="T5" fmla="*/ 98 h 562"/>
                <a:gd name="T6" fmla="*/ 340 w 562"/>
                <a:gd name="T7" fmla="*/ 82 h 562"/>
                <a:gd name="T8" fmla="*/ 320 w 562"/>
                <a:gd name="T9" fmla="*/ 0 h 562"/>
                <a:gd name="T10" fmla="*/ 242 w 562"/>
                <a:gd name="T11" fmla="*/ 76 h 562"/>
                <a:gd name="T12" fmla="*/ 220 w 562"/>
                <a:gd name="T13" fmla="*/ 82 h 562"/>
                <a:gd name="T14" fmla="*/ 182 w 562"/>
                <a:gd name="T15" fmla="*/ 98 h 562"/>
                <a:gd name="T16" fmla="*/ 110 w 562"/>
                <a:gd name="T17" fmla="*/ 54 h 562"/>
                <a:gd name="T18" fmla="*/ 108 w 562"/>
                <a:gd name="T19" fmla="*/ 164 h 562"/>
                <a:gd name="T20" fmla="*/ 98 w 562"/>
                <a:gd name="T21" fmla="*/ 182 h 562"/>
                <a:gd name="T22" fmla="*/ 82 w 562"/>
                <a:gd name="T23" fmla="*/ 220 h 562"/>
                <a:gd name="T24" fmla="*/ 0 w 562"/>
                <a:gd name="T25" fmla="*/ 242 h 562"/>
                <a:gd name="T26" fmla="*/ 78 w 562"/>
                <a:gd name="T27" fmla="*/ 320 h 562"/>
                <a:gd name="T28" fmla="*/ 82 w 562"/>
                <a:gd name="T29" fmla="*/ 340 h 562"/>
                <a:gd name="T30" fmla="*/ 98 w 562"/>
                <a:gd name="T31" fmla="*/ 378 h 562"/>
                <a:gd name="T32" fmla="*/ 54 w 562"/>
                <a:gd name="T33" fmla="*/ 452 h 562"/>
                <a:gd name="T34" fmla="*/ 164 w 562"/>
                <a:gd name="T35" fmla="*/ 452 h 562"/>
                <a:gd name="T36" fmla="*/ 182 w 562"/>
                <a:gd name="T37" fmla="*/ 464 h 562"/>
                <a:gd name="T38" fmla="*/ 220 w 562"/>
                <a:gd name="T39" fmla="*/ 480 h 562"/>
                <a:gd name="T40" fmla="*/ 242 w 562"/>
                <a:gd name="T41" fmla="*/ 562 h 562"/>
                <a:gd name="T42" fmla="*/ 320 w 562"/>
                <a:gd name="T43" fmla="*/ 484 h 562"/>
                <a:gd name="T44" fmla="*/ 340 w 562"/>
                <a:gd name="T45" fmla="*/ 478 h 562"/>
                <a:gd name="T46" fmla="*/ 380 w 562"/>
                <a:gd name="T47" fmla="*/ 464 h 562"/>
                <a:gd name="T48" fmla="*/ 452 w 562"/>
                <a:gd name="T49" fmla="*/ 506 h 562"/>
                <a:gd name="T50" fmla="*/ 452 w 562"/>
                <a:gd name="T51" fmla="*/ 396 h 562"/>
                <a:gd name="T52" fmla="*/ 464 w 562"/>
                <a:gd name="T53" fmla="*/ 378 h 562"/>
                <a:gd name="T54" fmla="*/ 480 w 562"/>
                <a:gd name="T55" fmla="*/ 340 h 562"/>
                <a:gd name="T56" fmla="*/ 562 w 562"/>
                <a:gd name="T57" fmla="*/ 320 h 562"/>
                <a:gd name="T58" fmla="*/ 484 w 562"/>
                <a:gd name="T59" fmla="*/ 240 h 562"/>
                <a:gd name="T60" fmla="*/ 480 w 562"/>
                <a:gd name="T61" fmla="*/ 220 h 562"/>
                <a:gd name="T62" fmla="*/ 464 w 562"/>
                <a:gd name="T63" fmla="*/ 182 h 562"/>
                <a:gd name="T64" fmla="*/ 452 w 562"/>
                <a:gd name="T65" fmla="*/ 164 h 562"/>
                <a:gd name="T66" fmla="*/ 280 w 562"/>
                <a:gd name="T67" fmla="*/ 366 h 562"/>
                <a:gd name="T68" fmla="*/ 248 w 562"/>
                <a:gd name="T69" fmla="*/ 360 h 562"/>
                <a:gd name="T70" fmla="*/ 220 w 562"/>
                <a:gd name="T71" fmla="*/ 342 h 562"/>
                <a:gd name="T72" fmla="*/ 202 w 562"/>
                <a:gd name="T73" fmla="*/ 314 h 562"/>
                <a:gd name="T74" fmla="*/ 194 w 562"/>
                <a:gd name="T75" fmla="*/ 280 h 562"/>
                <a:gd name="T76" fmla="*/ 196 w 562"/>
                <a:gd name="T77" fmla="*/ 262 h 562"/>
                <a:gd name="T78" fmla="*/ 210 w 562"/>
                <a:gd name="T79" fmla="*/ 232 h 562"/>
                <a:gd name="T80" fmla="*/ 232 w 562"/>
                <a:gd name="T81" fmla="*/ 210 h 562"/>
                <a:gd name="T82" fmla="*/ 264 w 562"/>
                <a:gd name="T83" fmla="*/ 196 h 562"/>
                <a:gd name="T84" fmla="*/ 280 w 562"/>
                <a:gd name="T85" fmla="*/ 194 h 562"/>
                <a:gd name="T86" fmla="*/ 314 w 562"/>
                <a:gd name="T87" fmla="*/ 202 h 562"/>
                <a:gd name="T88" fmla="*/ 342 w 562"/>
                <a:gd name="T89" fmla="*/ 220 h 562"/>
                <a:gd name="T90" fmla="*/ 360 w 562"/>
                <a:gd name="T91" fmla="*/ 246 h 562"/>
                <a:gd name="T92" fmla="*/ 366 w 562"/>
                <a:gd name="T93" fmla="*/ 280 h 562"/>
                <a:gd name="T94" fmla="*/ 366 w 562"/>
                <a:gd name="T95" fmla="*/ 298 h 562"/>
                <a:gd name="T96" fmla="*/ 352 w 562"/>
                <a:gd name="T97" fmla="*/ 328 h 562"/>
                <a:gd name="T98" fmla="*/ 328 w 562"/>
                <a:gd name="T99" fmla="*/ 352 h 562"/>
                <a:gd name="T100" fmla="*/ 298 w 562"/>
                <a:gd name="T101" fmla="*/ 364 h 562"/>
                <a:gd name="T102" fmla="*/ 280 w 562"/>
                <a:gd name="T103" fmla="*/ 3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62" h="562">
                  <a:moveTo>
                    <a:pt x="452" y="164"/>
                  </a:moveTo>
                  <a:lnTo>
                    <a:pt x="508" y="110"/>
                  </a:lnTo>
                  <a:lnTo>
                    <a:pt x="452" y="54"/>
                  </a:lnTo>
                  <a:lnTo>
                    <a:pt x="398" y="108"/>
                  </a:lnTo>
                  <a:lnTo>
                    <a:pt x="398" y="108"/>
                  </a:lnTo>
                  <a:lnTo>
                    <a:pt x="380" y="98"/>
                  </a:lnTo>
                  <a:lnTo>
                    <a:pt x="360" y="88"/>
                  </a:lnTo>
                  <a:lnTo>
                    <a:pt x="340" y="82"/>
                  </a:lnTo>
                  <a:lnTo>
                    <a:pt x="320" y="76"/>
                  </a:lnTo>
                  <a:lnTo>
                    <a:pt x="320" y="0"/>
                  </a:lnTo>
                  <a:lnTo>
                    <a:pt x="242" y="0"/>
                  </a:lnTo>
                  <a:lnTo>
                    <a:pt x="242" y="76"/>
                  </a:lnTo>
                  <a:lnTo>
                    <a:pt x="242" y="76"/>
                  </a:lnTo>
                  <a:lnTo>
                    <a:pt x="220" y="82"/>
                  </a:lnTo>
                  <a:lnTo>
                    <a:pt x="202" y="88"/>
                  </a:lnTo>
                  <a:lnTo>
                    <a:pt x="182" y="98"/>
                  </a:lnTo>
                  <a:lnTo>
                    <a:pt x="164" y="108"/>
                  </a:lnTo>
                  <a:lnTo>
                    <a:pt x="110" y="54"/>
                  </a:lnTo>
                  <a:lnTo>
                    <a:pt x="54" y="110"/>
                  </a:lnTo>
                  <a:lnTo>
                    <a:pt x="108" y="164"/>
                  </a:lnTo>
                  <a:lnTo>
                    <a:pt x="108" y="164"/>
                  </a:lnTo>
                  <a:lnTo>
                    <a:pt x="98" y="182"/>
                  </a:lnTo>
                  <a:lnTo>
                    <a:pt x="90" y="200"/>
                  </a:lnTo>
                  <a:lnTo>
                    <a:pt x="82" y="220"/>
                  </a:lnTo>
                  <a:lnTo>
                    <a:pt x="78" y="242"/>
                  </a:lnTo>
                  <a:lnTo>
                    <a:pt x="0" y="242"/>
                  </a:lnTo>
                  <a:lnTo>
                    <a:pt x="0" y="320"/>
                  </a:lnTo>
                  <a:lnTo>
                    <a:pt x="78" y="320"/>
                  </a:lnTo>
                  <a:lnTo>
                    <a:pt x="78" y="320"/>
                  </a:lnTo>
                  <a:lnTo>
                    <a:pt x="82" y="340"/>
                  </a:lnTo>
                  <a:lnTo>
                    <a:pt x="90" y="360"/>
                  </a:lnTo>
                  <a:lnTo>
                    <a:pt x="98" y="378"/>
                  </a:lnTo>
                  <a:lnTo>
                    <a:pt x="108" y="396"/>
                  </a:lnTo>
                  <a:lnTo>
                    <a:pt x="54" y="452"/>
                  </a:lnTo>
                  <a:lnTo>
                    <a:pt x="110" y="506"/>
                  </a:lnTo>
                  <a:lnTo>
                    <a:pt x="164" y="452"/>
                  </a:lnTo>
                  <a:lnTo>
                    <a:pt x="164" y="452"/>
                  </a:lnTo>
                  <a:lnTo>
                    <a:pt x="182" y="464"/>
                  </a:lnTo>
                  <a:lnTo>
                    <a:pt x="202" y="472"/>
                  </a:lnTo>
                  <a:lnTo>
                    <a:pt x="220" y="480"/>
                  </a:lnTo>
                  <a:lnTo>
                    <a:pt x="242" y="484"/>
                  </a:lnTo>
                  <a:lnTo>
                    <a:pt x="242" y="562"/>
                  </a:lnTo>
                  <a:lnTo>
                    <a:pt x="320" y="562"/>
                  </a:lnTo>
                  <a:lnTo>
                    <a:pt x="320" y="484"/>
                  </a:lnTo>
                  <a:lnTo>
                    <a:pt x="320" y="484"/>
                  </a:lnTo>
                  <a:lnTo>
                    <a:pt x="340" y="478"/>
                  </a:lnTo>
                  <a:lnTo>
                    <a:pt x="360" y="472"/>
                  </a:lnTo>
                  <a:lnTo>
                    <a:pt x="380" y="464"/>
                  </a:lnTo>
                  <a:lnTo>
                    <a:pt x="398" y="452"/>
                  </a:lnTo>
                  <a:lnTo>
                    <a:pt x="452" y="506"/>
                  </a:lnTo>
                  <a:lnTo>
                    <a:pt x="508" y="452"/>
                  </a:lnTo>
                  <a:lnTo>
                    <a:pt x="452" y="396"/>
                  </a:lnTo>
                  <a:lnTo>
                    <a:pt x="452" y="396"/>
                  </a:lnTo>
                  <a:lnTo>
                    <a:pt x="464" y="378"/>
                  </a:lnTo>
                  <a:lnTo>
                    <a:pt x="472" y="360"/>
                  </a:lnTo>
                  <a:lnTo>
                    <a:pt x="480" y="340"/>
                  </a:lnTo>
                  <a:lnTo>
                    <a:pt x="484" y="320"/>
                  </a:lnTo>
                  <a:lnTo>
                    <a:pt x="562" y="320"/>
                  </a:lnTo>
                  <a:lnTo>
                    <a:pt x="562" y="240"/>
                  </a:lnTo>
                  <a:lnTo>
                    <a:pt x="484" y="240"/>
                  </a:lnTo>
                  <a:lnTo>
                    <a:pt x="484" y="240"/>
                  </a:lnTo>
                  <a:lnTo>
                    <a:pt x="480" y="220"/>
                  </a:lnTo>
                  <a:lnTo>
                    <a:pt x="472" y="200"/>
                  </a:lnTo>
                  <a:lnTo>
                    <a:pt x="464" y="182"/>
                  </a:lnTo>
                  <a:lnTo>
                    <a:pt x="452" y="164"/>
                  </a:lnTo>
                  <a:lnTo>
                    <a:pt x="452" y="164"/>
                  </a:lnTo>
                  <a:close/>
                  <a:moveTo>
                    <a:pt x="280" y="366"/>
                  </a:moveTo>
                  <a:lnTo>
                    <a:pt x="280" y="366"/>
                  </a:lnTo>
                  <a:lnTo>
                    <a:pt x="264" y="364"/>
                  </a:lnTo>
                  <a:lnTo>
                    <a:pt x="248" y="360"/>
                  </a:lnTo>
                  <a:lnTo>
                    <a:pt x="232" y="352"/>
                  </a:lnTo>
                  <a:lnTo>
                    <a:pt x="220" y="342"/>
                  </a:lnTo>
                  <a:lnTo>
                    <a:pt x="210" y="328"/>
                  </a:lnTo>
                  <a:lnTo>
                    <a:pt x="202" y="314"/>
                  </a:lnTo>
                  <a:lnTo>
                    <a:pt x="196" y="298"/>
                  </a:lnTo>
                  <a:lnTo>
                    <a:pt x="194" y="280"/>
                  </a:lnTo>
                  <a:lnTo>
                    <a:pt x="194" y="280"/>
                  </a:lnTo>
                  <a:lnTo>
                    <a:pt x="196" y="262"/>
                  </a:lnTo>
                  <a:lnTo>
                    <a:pt x="202" y="246"/>
                  </a:lnTo>
                  <a:lnTo>
                    <a:pt x="210" y="232"/>
                  </a:lnTo>
                  <a:lnTo>
                    <a:pt x="220" y="220"/>
                  </a:lnTo>
                  <a:lnTo>
                    <a:pt x="232" y="210"/>
                  </a:lnTo>
                  <a:lnTo>
                    <a:pt x="248" y="202"/>
                  </a:lnTo>
                  <a:lnTo>
                    <a:pt x="264" y="196"/>
                  </a:lnTo>
                  <a:lnTo>
                    <a:pt x="280" y="194"/>
                  </a:lnTo>
                  <a:lnTo>
                    <a:pt x="280" y="194"/>
                  </a:lnTo>
                  <a:lnTo>
                    <a:pt x="298" y="196"/>
                  </a:lnTo>
                  <a:lnTo>
                    <a:pt x="314" y="202"/>
                  </a:lnTo>
                  <a:lnTo>
                    <a:pt x="328" y="210"/>
                  </a:lnTo>
                  <a:lnTo>
                    <a:pt x="342" y="220"/>
                  </a:lnTo>
                  <a:lnTo>
                    <a:pt x="352" y="232"/>
                  </a:lnTo>
                  <a:lnTo>
                    <a:pt x="360" y="246"/>
                  </a:lnTo>
                  <a:lnTo>
                    <a:pt x="366" y="262"/>
                  </a:lnTo>
                  <a:lnTo>
                    <a:pt x="366" y="280"/>
                  </a:lnTo>
                  <a:lnTo>
                    <a:pt x="366" y="280"/>
                  </a:lnTo>
                  <a:lnTo>
                    <a:pt x="366" y="298"/>
                  </a:lnTo>
                  <a:lnTo>
                    <a:pt x="360" y="314"/>
                  </a:lnTo>
                  <a:lnTo>
                    <a:pt x="352" y="328"/>
                  </a:lnTo>
                  <a:lnTo>
                    <a:pt x="342" y="342"/>
                  </a:lnTo>
                  <a:lnTo>
                    <a:pt x="328" y="352"/>
                  </a:lnTo>
                  <a:lnTo>
                    <a:pt x="314" y="360"/>
                  </a:lnTo>
                  <a:lnTo>
                    <a:pt x="298" y="364"/>
                  </a:lnTo>
                  <a:lnTo>
                    <a:pt x="280" y="366"/>
                  </a:lnTo>
                  <a:lnTo>
                    <a:pt x="280" y="366"/>
                  </a:lnTo>
                  <a:close/>
                </a:path>
              </a:pathLst>
            </a:custGeom>
            <a:solidFill>
              <a:schemeClr val="bg1"/>
            </a:solidFill>
            <a:ln>
              <a:noFill/>
            </a:ln>
          </p:spPr>
          <p:txBody>
            <a:bodyPr vert="horz" wrap="square" lIns="121920" tIns="60960" rIns="121920" bIns="60960" numCol="1" anchor="t" anchorCtr="0" compatLnSpc="1"/>
            <a:lstStyle/>
            <a:p>
              <a:endParaRPr lang="zh-CN" altLang="en-US" sz="3200">
                <a:solidFill>
                  <a:srgbClr val="000000"/>
                </a:solidFill>
              </a:endParaRPr>
            </a:p>
          </p:txBody>
        </p:sp>
        <p:sp>
          <p:nvSpPr>
            <p:cNvPr id="41" name="Freeform 10">
              <a:extLst>
                <a:ext uri="{FF2B5EF4-FFF2-40B4-BE49-F238E27FC236}">
                  <a16:creationId xmlns:a16="http://schemas.microsoft.com/office/drawing/2014/main" id="{7DBF68FA-D009-C42F-44FC-D02347F990AF}"/>
                </a:ext>
              </a:extLst>
            </p:cNvPr>
            <p:cNvSpPr>
              <a:spLocks noEditPoints="1"/>
            </p:cNvSpPr>
            <p:nvPr/>
          </p:nvSpPr>
          <p:spPr bwMode="auto">
            <a:xfrm>
              <a:off x="7799014" y="2325084"/>
              <a:ext cx="567031" cy="570164"/>
            </a:xfrm>
            <a:custGeom>
              <a:avLst/>
              <a:gdLst>
                <a:gd name="T0" fmla="*/ 704 w 724"/>
                <a:gd name="T1" fmla="*/ 616 h 728"/>
                <a:gd name="T2" fmla="*/ 706 w 724"/>
                <a:gd name="T3" fmla="*/ 616 h 728"/>
                <a:gd name="T4" fmla="*/ 322 w 724"/>
                <a:gd name="T5" fmla="*/ 232 h 728"/>
                <a:gd name="T6" fmla="*/ 322 w 724"/>
                <a:gd name="T7" fmla="*/ 50 h 728"/>
                <a:gd name="T8" fmla="*/ 136 w 724"/>
                <a:gd name="T9" fmla="*/ 0 h 728"/>
                <a:gd name="T10" fmla="*/ 116 w 724"/>
                <a:gd name="T11" fmla="*/ 20 h 728"/>
                <a:gd name="T12" fmla="*/ 214 w 724"/>
                <a:gd name="T13" fmla="*/ 118 h 728"/>
                <a:gd name="T14" fmla="*/ 118 w 724"/>
                <a:gd name="T15" fmla="*/ 214 h 728"/>
                <a:gd name="T16" fmla="*/ 20 w 724"/>
                <a:gd name="T17" fmla="*/ 116 h 728"/>
                <a:gd name="T18" fmla="*/ 0 w 724"/>
                <a:gd name="T19" fmla="*/ 136 h 728"/>
                <a:gd name="T20" fmla="*/ 50 w 724"/>
                <a:gd name="T21" fmla="*/ 322 h 728"/>
                <a:gd name="T22" fmla="*/ 226 w 724"/>
                <a:gd name="T23" fmla="*/ 322 h 728"/>
                <a:gd name="T24" fmla="*/ 226 w 724"/>
                <a:gd name="T25" fmla="*/ 322 h 728"/>
                <a:gd name="T26" fmla="*/ 610 w 724"/>
                <a:gd name="T27" fmla="*/ 710 h 728"/>
                <a:gd name="T28" fmla="*/ 612 w 724"/>
                <a:gd name="T29" fmla="*/ 710 h 728"/>
                <a:gd name="T30" fmla="*/ 612 w 724"/>
                <a:gd name="T31" fmla="*/ 710 h 728"/>
                <a:gd name="T32" fmla="*/ 622 w 724"/>
                <a:gd name="T33" fmla="*/ 718 h 728"/>
                <a:gd name="T34" fmla="*/ 634 w 724"/>
                <a:gd name="T35" fmla="*/ 724 h 728"/>
                <a:gd name="T36" fmla="*/ 646 w 724"/>
                <a:gd name="T37" fmla="*/ 728 h 728"/>
                <a:gd name="T38" fmla="*/ 658 w 724"/>
                <a:gd name="T39" fmla="*/ 728 h 728"/>
                <a:gd name="T40" fmla="*/ 670 w 724"/>
                <a:gd name="T41" fmla="*/ 728 h 728"/>
                <a:gd name="T42" fmla="*/ 682 w 724"/>
                <a:gd name="T43" fmla="*/ 724 h 728"/>
                <a:gd name="T44" fmla="*/ 694 w 724"/>
                <a:gd name="T45" fmla="*/ 718 h 728"/>
                <a:gd name="T46" fmla="*/ 704 w 724"/>
                <a:gd name="T47" fmla="*/ 710 h 728"/>
                <a:gd name="T48" fmla="*/ 704 w 724"/>
                <a:gd name="T49" fmla="*/ 710 h 728"/>
                <a:gd name="T50" fmla="*/ 712 w 724"/>
                <a:gd name="T51" fmla="*/ 700 h 728"/>
                <a:gd name="T52" fmla="*/ 718 w 724"/>
                <a:gd name="T53" fmla="*/ 688 h 728"/>
                <a:gd name="T54" fmla="*/ 722 w 724"/>
                <a:gd name="T55" fmla="*/ 676 h 728"/>
                <a:gd name="T56" fmla="*/ 724 w 724"/>
                <a:gd name="T57" fmla="*/ 664 h 728"/>
                <a:gd name="T58" fmla="*/ 722 w 724"/>
                <a:gd name="T59" fmla="*/ 652 h 728"/>
                <a:gd name="T60" fmla="*/ 718 w 724"/>
                <a:gd name="T61" fmla="*/ 638 h 728"/>
                <a:gd name="T62" fmla="*/ 712 w 724"/>
                <a:gd name="T63" fmla="*/ 628 h 728"/>
                <a:gd name="T64" fmla="*/ 704 w 724"/>
                <a:gd name="T65" fmla="*/ 616 h 728"/>
                <a:gd name="T66" fmla="*/ 704 w 724"/>
                <a:gd name="T67" fmla="*/ 616 h 728"/>
                <a:gd name="T68" fmla="*/ 680 w 724"/>
                <a:gd name="T69" fmla="*/ 686 h 728"/>
                <a:gd name="T70" fmla="*/ 680 w 724"/>
                <a:gd name="T71" fmla="*/ 686 h 728"/>
                <a:gd name="T72" fmla="*/ 670 w 724"/>
                <a:gd name="T73" fmla="*/ 692 h 728"/>
                <a:gd name="T74" fmla="*/ 658 w 724"/>
                <a:gd name="T75" fmla="*/ 694 h 728"/>
                <a:gd name="T76" fmla="*/ 648 w 724"/>
                <a:gd name="T77" fmla="*/ 692 h 728"/>
                <a:gd name="T78" fmla="*/ 642 w 724"/>
                <a:gd name="T79" fmla="*/ 690 h 728"/>
                <a:gd name="T80" fmla="*/ 638 w 724"/>
                <a:gd name="T81" fmla="*/ 686 h 728"/>
                <a:gd name="T82" fmla="*/ 638 w 724"/>
                <a:gd name="T83" fmla="*/ 686 h 728"/>
                <a:gd name="T84" fmla="*/ 632 w 724"/>
                <a:gd name="T85" fmla="*/ 676 h 728"/>
                <a:gd name="T86" fmla="*/ 630 w 724"/>
                <a:gd name="T87" fmla="*/ 664 h 728"/>
                <a:gd name="T88" fmla="*/ 632 w 724"/>
                <a:gd name="T89" fmla="*/ 654 h 728"/>
                <a:gd name="T90" fmla="*/ 638 w 724"/>
                <a:gd name="T91" fmla="*/ 644 h 728"/>
                <a:gd name="T92" fmla="*/ 638 w 724"/>
                <a:gd name="T93" fmla="*/ 644 h 728"/>
                <a:gd name="T94" fmla="*/ 648 w 724"/>
                <a:gd name="T95" fmla="*/ 638 h 728"/>
                <a:gd name="T96" fmla="*/ 658 w 724"/>
                <a:gd name="T97" fmla="*/ 636 h 728"/>
                <a:gd name="T98" fmla="*/ 670 w 724"/>
                <a:gd name="T99" fmla="*/ 638 h 728"/>
                <a:gd name="T100" fmla="*/ 680 w 724"/>
                <a:gd name="T101" fmla="*/ 644 h 728"/>
                <a:gd name="T102" fmla="*/ 680 w 724"/>
                <a:gd name="T103" fmla="*/ 644 h 728"/>
                <a:gd name="T104" fmla="*/ 686 w 724"/>
                <a:gd name="T105" fmla="*/ 654 h 728"/>
                <a:gd name="T106" fmla="*/ 688 w 724"/>
                <a:gd name="T107" fmla="*/ 664 h 728"/>
                <a:gd name="T108" fmla="*/ 686 w 724"/>
                <a:gd name="T109" fmla="*/ 676 h 728"/>
                <a:gd name="T110" fmla="*/ 684 w 724"/>
                <a:gd name="T111" fmla="*/ 680 h 728"/>
                <a:gd name="T112" fmla="*/ 680 w 724"/>
                <a:gd name="T113" fmla="*/ 686 h 728"/>
                <a:gd name="T114" fmla="*/ 680 w 724"/>
                <a:gd name="T115" fmla="*/ 686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24" h="728">
                  <a:moveTo>
                    <a:pt x="704" y="616"/>
                  </a:moveTo>
                  <a:lnTo>
                    <a:pt x="706" y="616"/>
                  </a:lnTo>
                  <a:lnTo>
                    <a:pt x="322" y="232"/>
                  </a:lnTo>
                  <a:lnTo>
                    <a:pt x="322" y="50"/>
                  </a:lnTo>
                  <a:lnTo>
                    <a:pt x="136" y="0"/>
                  </a:lnTo>
                  <a:lnTo>
                    <a:pt x="116" y="20"/>
                  </a:lnTo>
                  <a:lnTo>
                    <a:pt x="214" y="118"/>
                  </a:lnTo>
                  <a:lnTo>
                    <a:pt x="118" y="214"/>
                  </a:lnTo>
                  <a:lnTo>
                    <a:pt x="20" y="116"/>
                  </a:lnTo>
                  <a:lnTo>
                    <a:pt x="0" y="136"/>
                  </a:lnTo>
                  <a:lnTo>
                    <a:pt x="50" y="322"/>
                  </a:lnTo>
                  <a:lnTo>
                    <a:pt x="226" y="322"/>
                  </a:lnTo>
                  <a:lnTo>
                    <a:pt x="226" y="322"/>
                  </a:lnTo>
                  <a:lnTo>
                    <a:pt x="610" y="710"/>
                  </a:lnTo>
                  <a:lnTo>
                    <a:pt x="612" y="710"/>
                  </a:lnTo>
                  <a:lnTo>
                    <a:pt x="612" y="710"/>
                  </a:lnTo>
                  <a:lnTo>
                    <a:pt x="622" y="718"/>
                  </a:lnTo>
                  <a:lnTo>
                    <a:pt x="634" y="724"/>
                  </a:lnTo>
                  <a:lnTo>
                    <a:pt x="646" y="728"/>
                  </a:lnTo>
                  <a:lnTo>
                    <a:pt x="658" y="728"/>
                  </a:lnTo>
                  <a:lnTo>
                    <a:pt x="670" y="728"/>
                  </a:lnTo>
                  <a:lnTo>
                    <a:pt x="682" y="724"/>
                  </a:lnTo>
                  <a:lnTo>
                    <a:pt x="694" y="718"/>
                  </a:lnTo>
                  <a:lnTo>
                    <a:pt x="704" y="710"/>
                  </a:lnTo>
                  <a:lnTo>
                    <a:pt x="704" y="710"/>
                  </a:lnTo>
                  <a:lnTo>
                    <a:pt x="712" y="700"/>
                  </a:lnTo>
                  <a:lnTo>
                    <a:pt x="718" y="688"/>
                  </a:lnTo>
                  <a:lnTo>
                    <a:pt x="722" y="676"/>
                  </a:lnTo>
                  <a:lnTo>
                    <a:pt x="724" y="664"/>
                  </a:lnTo>
                  <a:lnTo>
                    <a:pt x="722" y="652"/>
                  </a:lnTo>
                  <a:lnTo>
                    <a:pt x="718" y="638"/>
                  </a:lnTo>
                  <a:lnTo>
                    <a:pt x="712" y="628"/>
                  </a:lnTo>
                  <a:lnTo>
                    <a:pt x="704" y="616"/>
                  </a:lnTo>
                  <a:lnTo>
                    <a:pt x="704" y="616"/>
                  </a:lnTo>
                  <a:close/>
                  <a:moveTo>
                    <a:pt x="680" y="686"/>
                  </a:moveTo>
                  <a:lnTo>
                    <a:pt x="680" y="686"/>
                  </a:lnTo>
                  <a:lnTo>
                    <a:pt x="670" y="692"/>
                  </a:lnTo>
                  <a:lnTo>
                    <a:pt x="658" y="694"/>
                  </a:lnTo>
                  <a:lnTo>
                    <a:pt x="648" y="692"/>
                  </a:lnTo>
                  <a:lnTo>
                    <a:pt x="642" y="690"/>
                  </a:lnTo>
                  <a:lnTo>
                    <a:pt x="638" y="686"/>
                  </a:lnTo>
                  <a:lnTo>
                    <a:pt x="638" y="686"/>
                  </a:lnTo>
                  <a:lnTo>
                    <a:pt x="632" y="676"/>
                  </a:lnTo>
                  <a:lnTo>
                    <a:pt x="630" y="664"/>
                  </a:lnTo>
                  <a:lnTo>
                    <a:pt x="632" y="654"/>
                  </a:lnTo>
                  <a:lnTo>
                    <a:pt x="638" y="644"/>
                  </a:lnTo>
                  <a:lnTo>
                    <a:pt x="638" y="644"/>
                  </a:lnTo>
                  <a:lnTo>
                    <a:pt x="648" y="638"/>
                  </a:lnTo>
                  <a:lnTo>
                    <a:pt x="658" y="636"/>
                  </a:lnTo>
                  <a:lnTo>
                    <a:pt x="670" y="638"/>
                  </a:lnTo>
                  <a:lnTo>
                    <a:pt x="680" y="644"/>
                  </a:lnTo>
                  <a:lnTo>
                    <a:pt x="680" y="644"/>
                  </a:lnTo>
                  <a:lnTo>
                    <a:pt x="686" y="654"/>
                  </a:lnTo>
                  <a:lnTo>
                    <a:pt x="688" y="664"/>
                  </a:lnTo>
                  <a:lnTo>
                    <a:pt x="686" y="676"/>
                  </a:lnTo>
                  <a:lnTo>
                    <a:pt x="684" y="680"/>
                  </a:lnTo>
                  <a:lnTo>
                    <a:pt x="680" y="686"/>
                  </a:lnTo>
                  <a:lnTo>
                    <a:pt x="680" y="686"/>
                  </a:lnTo>
                  <a:close/>
                </a:path>
              </a:pathLst>
            </a:custGeom>
            <a:solidFill>
              <a:schemeClr val="bg1"/>
            </a:solidFill>
            <a:ln>
              <a:noFill/>
            </a:ln>
          </p:spPr>
          <p:txBody>
            <a:bodyPr vert="horz" wrap="square" lIns="121920" tIns="60960" rIns="121920" bIns="60960" numCol="1" anchor="t" anchorCtr="0" compatLnSpc="1"/>
            <a:lstStyle/>
            <a:p>
              <a:endParaRPr lang="zh-CN" altLang="en-US" sz="3200">
                <a:solidFill>
                  <a:srgbClr val="000000"/>
                </a:solidFill>
              </a:endParaRPr>
            </a:p>
          </p:txBody>
        </p:sp>
      </p:grpSp>
      <p:grpSp>
        <p:nvGrpSpPr>
          <p:cNvPr id="42" name="组 84">
            <a:extLst>
              <a:ext uri="{FF2B5EF4-FFF2-40B4-BE49-F238E27FC236}">
                <a16:creationId xmlns:a16="http://schemas.microsoft.com/office/drawing/2014/main" id="{AF90F31E-D920-50EE-5246-57C2E04A2039}"/>
              </a:ext>
            </a:extLst>
          </p:cNvPr>
          <p:cNvGrpSpPr/>
          <p:nvPr/>
        </p:nvGrpSpPr>
        <p:grpSpPr>
          <a:xfrm>
            <a:off x="9899352" y="3380291"/>
            <a:ext cx="611016" cy="577988"/>
            <a:chOff x="4321175" y="111125"/>
            <a:chExt cx="704850" cy="666750"/>
          </a:xfrm>
          <a:solidFill>
            <a:schemeClr val="bg1"/>
          </a:solidFill>
          <a:effectLst/>
        </p:grpSpPr>
        <p:sp>
          <p:nvSpPr>
            <p:cNvPr id="43" name="Freeform 34">
              <a:extLst>
                <a:ext uri="{FF2B5EF4-FFF2-40B4-BE49-F238E27FC236}">
                  <a16:creationId xmlns:a16="http://schemas.microsoft.com/office/drawing/2014/main" id="{668E254A-CCBD-DB12-1DE6-D824A365F9A5}"/>
                </a:ext>
              </a:extLst>
            </p:cNvPr>
            <p:cNvSpPr>
              <a:spLocks noEditPoints="1"/>
            </p:cNvSpPr>
            <p:nvPr/>
          </p:nvSpPr>
          <p:spPr bwMode="auto">
            <a:xfrm>
              <a:off x="4321175" y="111125"/>
              <a:ext cx="704850" cy="666750"/>
            </a:xfrm>
            <a:custGeom>
              <a:avLst/>
              <a:gdLst/>
              <a:ahLst/>
              <a:cxnLst>
                <a:cxn ang="0">
                  <a:pos x="444" y="0"/>
                </a:cxn>
                <a:cxn ang="0">
                  <a:pos x="0" y="0"/>
                </a:cxn>
                <a:cxn ang="0">
                  <a:pos x="0" y="54"/>
                </a:cxn>
                <a:cxn ang="0">
                  <a:pos x="36" y="54"/>
                </a:cxn>
                <a:cxn ang="0">
                  <a:pos x="36" y="330"/>
                </a:cxn>
                <a:cxn ang="0">
                  <a:pos x="194" y="330"/>
                </a:cxn>
                <a:cxn ang="0">
                  <a:pos x="194" y="368"/>
                </a:cxn>
                <a:cxn ang="0">
                  <a:pos x="194" y="368"/>
                </a:cxn>
                <a:cxn ang="0">
                  <a:pos x="172" y="374"/>
                </a:cxn>
                <a:cxn ang="0">
                  <a:pos x="154" y="382"/>
                </a:cxn>
                <a:cxn ang="0">
                  <a:pos x="148" y="386"/>
                </a:cxn>
                <a:cxn ang="0">
                  <a:pos x="144" y="392"/>
                </a:cxn>
                <a:cxn ang="0">
                  <a:pos x="140" y="398"/>
                </a:cxn>
                <a:cxn ang="0">
                  <a:pos x="140" y="404"/>
                </a:cxn>
                <a:cxn ang="0">
                  <a:pos x="140" y="404"/>
                </a:cxn>
                <a:cxn ang="0">
                  <a:pos x="142" y="408"/>
                </a:cxn>
                <a:cxn ang="0">
                  <a:pos x="146" y="410"/>
                </a:cxn>
                <a:cxn ang="0">
                  <a:pos x="166" y="416"/>
                </a:cxn>
                <a:cxn ang="0">
                  <a:pos x="192" y="418"/>
                </a:cxn>
                <a:cxn ang="0">
                  <a:pos x="222" y="420"/>
                </a:cxn>
                <a:cxn ang="0">
                  <a:pos x="252" y="418"/>
                </a:cxn>
                <a:cxn ang="0">
                  <a:pos x="278" y="416"/>
                </a:cxn>
                <a:cxn ang="0">
                  <a:pos x="298" y="410"/>
                </a:cxn>
                <a:cxn ang="0">
                  <a:pos x="302" y="408"/>
                </a:cxn>
                <a:cxn ang="0">
                  <a:pos x="304" y="404"/>
                </a:cxn>
                <a:cxn ang="0">
                  <a:pos x="304" y="404"/>
                </a:cxn>
                <a:cxn ang="0">
                  <a:pos x="304" y="398"/>
                </a:cxn>
                <a:cxn ang="0">
                  <a:pos x="300" y="392"/>
                </a:cxn>
                <a:cxn ang="0">
                  <a:pos x="296" y="386"/>
                </a:cxn>
                <a:cxn ang="0">
                  <a:pos x="290" y="382"/>
                </a:cxn>
                <a:cxn ang="0">
                  <a:pos x="272" y="374"/>
                </a:cxn>
                <a:cxn ang="0">
                  <a:pos x="250" y="368"/>
                </a:cxn>
                <a:cxn ang="0">
                  <a:pos x="250" y="330"/>
                </a:cxn>
                <a:cxn ang="0">
                  <a:pos x="408" y="330"/>
                </a:cxn>
                <a:cxn ang="0">
                  <a:pos x="408" y="54"/>
                </a:cxn>
                <a:cxn ang="0">
                  <a:pos x="444" y="54"/>
                </a:cxn>
                <a:cxn ang="0">
                  <a:pos x="444" y="0"/>
                </a:cxn>
                <a:cxn ang="0">
                  <a:pos x="444" y="0"/>
                </a:cxn>
                <a:cxn ang="0">
                  <a:pos x="378" y="300"/>
                </a:cxn>
                <a:cxn ang="0">
                  <a:pos x="66" y="300"/>
                </a:cxn>
                <a:cxn ang="0">
                  <a:pos x="66" y="56"/>
                </a:cxn>
                <a:cxn ang="0">
                  <a:pos x="378" y="56"/>
                </a:cxn>
                <a:cxn ang="0">
                  <a:pos x="378" y="300"/>
                </a:cxn>
                <a:cxn ang="0">
                  <a:pos x="378" y="300"/>
                </a:cxn>
              </a:cxnLst>
              <a:rect l="0" t="0" r="r" b="b"/>
              <a:pathLst>
                <a:path w="444" h="420">
                  <a:moveTo>
                    <a:pt x="444" y="0"/>
                  </a:moveTo>
                  <a:lnTo>
                    <a:pt x="0" y="0"/>
                  </a:lnTo>
                  <a:lnTo>
                    <a:pt x="0" y="54"/>
                  </a:lnTo>
                  <a:lnTo>
                    <a:pt x="36" y="54"/>
                  </a:lnTo>
                  <a:lnTo>
                    <a:pt x="36" y="330"/>
                  </a:lnTo>
                  <a:lnTo>
                    <a:pt x="194" y="330"/>
                  </a:lnTo>
                  <a:lnTo>
                    <a:pt x="194" y="368"/>
                  </a:lnTo>
                  <a:lnTo>
                    <a:pt x="194" y="368"/>
                  </a:lnTo>
                  <a:lnTo>
                    <a:pt x="172" y="374"/>
                  </a:lnTo>
                  <a:lnTo>
                    <a:pt x="154" y="382"/>
                  </a:lnTo>
                  <a:lnTo>
                    <a:pt x="148" y="386"/>
                  </a:lnTo>
                  <a:lnTo>
                    <a:pt x="144" y="392"/>
                  </a:lnTo>
                  <a:lnTo>
                    <a:pt x="140" y="398"/>
                  </a:lnTo>
                  <a:lnTo>
                    <a:pt x="140" y="404"/>
                  </a:lnTo>
                  <a:lnTo>
                    <a:pt x="140" y="404"/>
                  </a:lnTo>
                  <a:lnTo>
                    <a:pt x="142" y="408"/>
                  </a:lnTo>
                  <a:lnTo>
                    <a:pt x="146" y="410"/>
                  </a:lnTo>
                  <a:lnTo>
                    <a:pt x="166" y="416"/>
                  </a:lnTo>
                  <a:lnTo>
                    <a:pt x="192" y="418"/>
                  </a:lnTo>
                  <a:lnTo>
                    <a:pt x="222" y="420"/>
                  </a:lnTo>
                  <a:lnTo>
                    <a:pt x="252" y="418"/>
                  </a:lnTo>
                  <a:lnTo>
                    <a:pt x="278" y="416"/>
                  </a:lnTo>
                  <a:lnTo>
                    <a:pt x="298" y="410"/>
                  </a:lnTo>
                  <a:lnTo>
                    <a:pt x="302" y="408"/>
                  </a:lnTo>
                  <a:lnTo>
                    <a:pt x="304" y="404"/>
                  </a:lnTo>
                  <a:lnTo>
                    <a:pt x="304" y="404"/>
                  </a:lnTo>
                  <a:lnTo>
                    <a:pt x="304" y="398"/>
                  </a:lnTo>
                  <a:lnTo>
                    <a:pt x="300" y="392"/>
                  </a:lnTo>
                  <a:lnTo>
                    <a:pt x="296" y="386"/>
                  </a:lnTo>
                  <a:lnTo>
                    <a:pt x="290" y="382"/>
                  </a:lnTo>
                  <a:lnTo>
                    <a:pt x="272" y="374"/>
                  </a:lnTo>
                  <a:lnTo>
                    <a:pt x="250" y="368"/>
                  </a:lnTo>
                  <a:lnTo>
                    <a:pt x="250" y="330"/>
                  </a:lnTo>
                  <a:lnTo>
                    <a:pt x="408" y="330"/>
                  </a:lnTo>
                  <a:lnTo>
                    <a:pt x="408" y="54"/>
                  </a:lnTo>
                  <a:lnTo>
                    <a:pt x="444" y="54"/>
                  </a:lnTo>
                  <a:lnTo>
                    <a:pt x="444" y="0"/>
                  </a:lnTo>
                  <a:lnTo>
                    <a:pt x="444" y="0"/>
                  </a:lnTo>
                  <a:close/>
                  <a:moveTo>
                    <a:pt x="378" y="300"/>
                  </a:moveTo>
                  <a:lnTo>
                    <a:pt x="66" y="300"/>
                  </a:lnTo>
                  <a:lnTo>
                    <a:pt x="66" y="56"/>
                  </a:lnTo>
                  <a:lnTo>
                    <a:pt x="378" y="56"/>
                  </a:lnTo>
                  <a:lnTo>
                    <a:pt x="378" y="300"/>
                  </a:lnTo>
                  <a:lnTo>
                    <a:pt x="378" y="30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44" name="Rectangle 35">
              <a:extLst>
                <a:ext uri="{FF2B5EF4-FFF2-40B4-BE49-F238E27FC236}">
                  <a16:creationId xmlns:a16="http://schemas.microsoft.com/office/drawing/2014/main" id="{D32851CB-F229-8E86-2540-1CACC82BE32E}"/>
                </a:ext>
              </a:extLst>
            </p:cNvPr>
            <p:cNvSpPr>
              <a:spLocks noChangeArrowheads="1"/>
            </p:cNvSpPr>
            <p:nvPr/>
          </p:nvSpPr>
          <p:spPr bwMode="auto">
            <a:xfrm>
              <a:off x="4476750" y="276225"/>
              <a:ext cx="139700" cy="142875"/>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sp>
          <p:nvSpPr>
            <p:cNvPr id="45" name="Rectangle 36">
              <a:extLst>
                <a:ext uri="{FF2B5EF4-FFF2-40B4-BE49-F238E27FC236}">
                  <a16:creationId xmlns:a16="http://schemas.microsoft.com/office/drawing/2014/main" id="{60A6A7F3-A0E4-36F4-A207-AC89B8E3643A}"/>
                </a:ext>
              </a:extLst>
            </p:cNvPr>
            <p:cNvSpPr>
              <a:spLocks noChangeArrowheads="1"/>
            </p:cNvSpPr>
            <p:nvPr/>
          </p:nvSpPr>
          <p:spPr bwMode="auto">
            <a:xfrm>
              <a:off x="4667250" y="276225"/>
              <a:ext cx="203200" cy="50800"/>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sp>
          <p:nvSpPr>
            <p:cNvPr id="46" name="Rectangle 37">
              <a:extLst>
                <a:ext uri="{FF2B5EF4-FFF2-40B4-BE49-F238E27FC236}">
                  <a16:creationId xmlns:a16="http://schemas.microsoft.com/office/drawing/2014/main" id="{852C30E8-76FC-39D3-A33B-CC45F61E2DD2}"/>
                </a:ext>
              </a:extLst>
            </p:cNvPr>
            <p:cNvSpPr>
              <a:spLocks noChangeArrowheads="1"/>
            </p:cNvSpPr>
            <p:nvPr/>
          </p:nvSpPr>
          <p:spPr bwMode="auto">
            <a:xfrm>
              <a:off x="4667250" y="368300"/>
              <a:ext cx="203200" cy="50800"/>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sp>
          <p:nvSpPr>
            <p:cNvPr id="47" name="Rectangle 38">
              <a:extLst>
                <a:ext uri="{FF2B5EF4-FFF2-40B4-BE49-F238E27FC236}">
                  <a16:creationId xmlns:a16="http://schemas.microsoft.com/office/drawing/2014/main" id="{77C08BCE-DF8F-2714-0188-CF9ABA15FEC8}"/>
                </a:ext>
              </a:extLst>
            </p:cNvPr>
            <p:cNvSpPr>
              <a:spLocks noChangeArrowheads="1"/>
            </p:cNvSpPr>
            <p:nvPr/>
          </p:nvSpPr>
          <p:spPr bwMode="auto">
            <a:xfrm>
              <a:off x="4476750" y="460375"/>
              <a:ext cx="393700" cy="50800"/>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grpSp>
      <p:sp>
        <p:nvSpPr>
          <p:cNvPr id="48" name="文本框 47">
            <a:extLst>
              <a:ext uri="{FF2B5EF4-FFF2-40B4-BE49-F238E27FC236}">
                <a16:creationId xmlns:a16="http://schemas.microsoft.com/office/drawing/2014/main" id="{89909D78-2A60-1D1F-0CB8-5E5DE9E8C67C}"/>
              </a:ext>
            </a:extLst>
          </p:cNvPr>
          <p:cNvSpPr txBox="1"/>
          <p:nvPr/>
        </p:nvSpPr>
        <p:spPr>
          <a:xfrm>
            <a:off x="588825" y="5061138"/>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49" name="矩形 48">
            <a:extLst>
              <a:ext uri="{FF2B5EF4-FFF2-40B4-BE49-F238E27FC236}">
                <a16:creationId xmlns:a16="http://schemas.microsoft.com/office/drawing/2014/main" id="{1F7BD576-0E8E-347F-1A7C-D2CA9FCE1339}"/>
              </a:ext>
            </a:extLst>
          </p:cNvPr>
          <p:cNvSpPr/>
          <p:nvPr/>
        </p:nvSpPr>
        <p:spPr>
          <a:xfrm>
            <a:off x="588825" y="4661028"/>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0" name="文本框 49">
            <a:extLst>
              <a:ext uri="{FF2B5EF4-FFF2-40B4-BE49-F238E27FC236}">
                <a16:creationId xmlns:a16="http://schemas.microsoft.com/office/drawing/2014/main" id="{AD145256-93F5-E6F2-56A3-BD81F438E780}"/>
              </a:ext>
            </a:extLst>
          </p:cNvPr>
          <p:cNvSpPr txBox="1"/>
          <p:nvPr/>
        </p:nvSpPr>
        <p:spPr>
          <a:xfrm>
            <a:off x="4793773" y="5061138"/>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1" name="矩形 50">
            <a:extLst>
              <a:ext uri="{FF2B5EF4-FFF2-40B4-BE49-F238E27FC236}">
                <a16:creationId xmlns:a16="http://schemas.microsoft.com/office/drawing/2014/main" id="{50569153-0648-7EE9-9A94-C5EF832E5ACC}"/>
              </a:ext>
            </a:extLst>
          </p:cNvPr>
          <p:cNvSpPr/>
          <p:nvPr/>
        </p:nvSpPr>
        <p:spPr>
          <a:xfrm>
            <a:off x="4793773" y="4661028"/>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2" name="文本框 51">
            <a:extLst>
              <a:ext uri="{FF2B5EF4-FFF2-40B4-BE49-F238E27FC236}">
                <a16:creationId xmlns:a16="http://schemas.microsoft.com/office/drawing/2014/main" id="{7A8A0AE0-8E18-8081-5B9B-8FDDDA98C7F5}"/>
              </a:ext>
            </a:extLst>
          </p:cNvPr>
          <p:cNvSpPr txBox="1"/>
          <p:nvPr/>
        </p:nvSpPr>
        <p:spPr>
          <a:xfrm>
            <a:off x="9138848" y="5061138"/>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3" name="矩形 52">
            <a:extLst>
              <a:ext uri="{FF2B5EF4-FFF2-40B4-BE49-F238E27FC236}">
                <a16:creationId xmlns:a16="http://schemas.microsoft.com/office/drawing/2014/main" id="{DEABBA7B-7BCF-1AF8-BD8C-6501D03F5039}"/>
              </a:ext>
            </a:extLst>
          </p:cNvPr>
          <p:cNvSpPr/>
          <p:nvPr/>
        </p:nvSpPr>
        <p:spPr>
          <a:xfrm>
            <a:off x="9138848" y="4661028"/>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4" name="文本框 53">
            <a:extLst>
              <a:ext uri="{FF2B5EF4-FFF2-40B4-BE49-F238E27FC236}">
                <a16:creationId xmlns:a16="http://schemas.microsoft.com/office/drawing/2014/main" id="{2725965E-D9E7-986D-FFCC-626A65023A7C}"/>
              </a:ext>
            </a:extLst>
          </p:cNvPr>
          <p:cNvSpPr txBox="1"/>
          <p:nvPr/>
        </p:nvSpPr>
        <p:spPr>
          <a:xfrm>
            <a:off x="6936916" y="1620394"/>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5" name="矩形 54">
            <a:extLst>
              <a:ext uri="{FF2B5EF4-FFF2-40B4-BE49-F238E27FC236}">
                <a16:creationId xmlns:a16="http://schemas.microsoft.com/office/drawing/2014/main" id="{A5C6F089-07F1-082D-1B56-1206D7C8530C}"/>
              </a:ext>
            </a:extLst>
          </p:cNvPr>
          <p:cNvSpPr/>
          <p:nvPr/>
        </p:nvSpPr>
        <p:spPr>
          <a:xfrm>
            <a:off x="6936916" y="1220284"/>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6" name="文本框 55">
            <a:extLst>
              <a:ext uri="{FF2B5EF4-FFF2-40B4-BE49-F238E27FC236}">
                <a16:creationId xmlns:a16="http://schemas.microsoft.com/office/drawing/2014/main" id="{32DCF397-EFBE-9B5F-0218-38E69C47F631}"/>
              </a:ext>
            </a:extLst>
          </p:cNvPr>
          <p:cNvSpPr txBox="1"/>
          <p:nvPr/>
        </p:nvSpPr>
        <p:spPr>
          <a:xfrm>
            <a:off x="2792125" y="1620394"/>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7" name="矩形 56">
            <a:extLst>
              <a:ext uri="{FF2B5EF4-FFF2-40B4-BE49-F238E27FC236}">
                <a16:creationId xmlns:a16="http://schemas.microsoft.com/office/drawing/2014/main" id="{DD2E467D-57CF-97F4-DC72-A254BCD52B86}"/>
              </a:ext>
            </a:extLst>
          </p:cNvPr>
          <p:cNvSpPr/>
          <p:nvPr/>
        </p:nvSpPr>
        <p:spPr>
          <a:xfrm>
            <a:off x="2792125" y="1220284"/>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8" name="文本占位符 33">
            <a:extLst>
              <a:ext uri="{FF2B5EF4-FFF2-40B4-BE49-F238E27FC236}">
                <a16:creationId xmlns:a16="http://schemas.microsoft.com/office/drawing/2014/main" id="{B40F74BD-2A6F-508F-5FB4-8D1A56C87800}"/>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18009317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仅标题">
    <p:spTree>
      <p:nvGrpSpPr>
        <p:cNvPr id="1" name=""/>
        <p:cNvGrpSpPr/>
        <p:nvPr/>
      </p:nvGrpSpPr>
      <p:grpSpPr>
        <a:xfrm>
          <a:off x="0" y="0"/>
          <a:ext cx="0" cy="0"/>
          <a:chOff x="0" y="0"/>
          <a:chExt cx="0" cy="0"/>
        </a:xfrm>
      </p:grpSpPr>
      <p:sp>
        <p:nvSpPr>
          <p:cNvPr id="6" name="任意多边形 19">
            <a:extLst>
              <a:ext uri="{FF2B5EF4-FFF2-40B4-BE49-F238E27FC236}">
                <a16:creationId xmlns:a16="http://schemas.microsoft.com/office/drawing/2014/main" id="{FDD4FE82-7D6F-720C-4871-714AEBA3A7C7}"/>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7" name="任意多边形 18">
            <a:extLst>
              <a:ext uri="{FF2B5EF4-FFF2-40B4-BE49-F238E27FC236}">
                <a16:creationId xmlns:a16="http://schemas.microsoft.com/office/drawing/2014/main" id="{3E45CAA6-13E6-B6A3-2555-54BD2D3532BB}"/>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9" name="组合 8">
            <a:extLst>
              <a:ext uri="{FF2B5EF4-FFF2-40B4-BE49-F238E27FC236}">
                <a16:creationId xmlns:a16="http://schemas.microsoft.com/office/drawing/2014/main" id="{B5091FD3-1609-36DC-D01C-A73EF31511F4}"/>
              </a:ext>
            </a:extLst>
          </p:cNvPr>
          <p:cNvGrpSpPr/>
          <p:nvPr/>
        </p:nvGrpSpPr>
        <p:grpSpPr>
          <a:xfrm>
            <a:off x="123826" y="59558"/>
            <a:ext cx="593817" cy="593817"/>
            <a:chOff x="1131485" y="2234042"/>
            <a:chExt cx="1607262" cy="1607262"/>
          </a:xfrm>
        </p:grpSpPr>
        <p:sp>
          <p:nvSpPr>
            <p:cNvPr id="10" name="椭圆 9">
              <a:extLst>
                <a:ext uri="{FF2B5EF4-FFF2-40B4-BE49-F238E27FC236}">
                  <a16:creationId xmlns:a16="http://schemas.microsoft.com/office/drawing/2014/main" id="{A60A328F-B093-068A-A243-557DCBBCB8C0}"/>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1" name="椭圆 10">
              <a:extLst>
                <a:ext uri="{FF2B5EF4-FFF2-40B4-BE49-F238E27FC236}">
                  <a16:creationId xmlns:a16="http://schemas.microsoft.com/office/drawing/2014/main" id="{75D484E8-7212-326B-14C8-E61E0FFBB3BB}"/>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KSO_Shape">
              <a:extLst>
                <a:ext uri="{FF2B5EF4-FFF2-40B4-BE49-F238E27FC236}">
                  <a16:creationId xmlns:a16="http://schemas.microsoft.com/office/drawing/2014/main" id="{271CD6B8-CE1A-EDDB-0E8D-31587A0F46B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graphicFrame>
        <p:nvGraphicFramePr>
          <p:cNvPr id="13" name="图表 12">
            <a:extLst>
              <a:ext uri="{FF2B5EF4-FFF2-40B4-BE49-F238E27FC236}">
                <a16:creationId xmlns:a16="http://schemas.microsoft.com/office/drawing/2014/main" id="{EA96DBCB-5C90-8781-C6BF-55324A1A022C}"/>
              </a:ext>
            </a:extLst>
          </p:cNvPr>
          <p:cNvGraphicFramePr/>
          <p:nvPr/>
        </p:nvGraphicFramePr>
        <p:xfrm>
          <a:off x="4667250" y="1066749"/>
          <a:ext cx="7073900" cy="5418667"/>
        </p:xfrm>
        <a:graphic>
          <a:graphicData uri="http://schemas.openxmlformats.org/drawingml/2006/chart">
            <c:chart xmlns:c="http://schemas.openxmlformats.org/drawingml/2006/chart" xmlns:r="http://schemas.openxmlformats.org/officeDocument/2006/relationships" r:id="rId2"/>
          </a:graphicData>
        </a:graphic>
      </p:graphicFrame>
      <p:sp>
        <p:nvSpPr>
          <p:cNvPr id="14" name="文本框 13">
            <a:extLst>
              <a:ext uri="{FF2B5EF4-FFF2-40B4-BE49-F238E27FC236}">
                <a16:creationId xmlns:a16="http://schemas.microsoft.com/office/drawing/2014/main" id="{E00D3B58-7B05-1318-BC72-A5D57DACEB9B}"/>
              </a:ext>
            </a:extLst>
          </p:cNvPr>
          <p:cNvSpPr txBox="1"/>
          <p:nvPr/>
        </p:nvSpPr>
        <p:spPr>
          <a:xfrm>
            <a:off x="1522955" y="3470572"/>
            <a:ext cx="2845845" cy="830997"/>
          </a:xfrm>
          <a:prstGeom prst="rect">
            <a:avLst/>
          </a:prstGeom>
          <a:noFill/>
        </p:spPr>
        <p:txBody>
          <a:bodyPr wrap="square" rtlCol="0">
            <a:spAutoFit/>
          </a:bodyPr>
          <a:lstStyle/>
          <a:p>
            <a:pPr>
              <a:lnSpc>
                <a:spcPct val="150000"/>
              </a:lnSpc>
            </a:pPr>
            <a:r>
              <a:rPr lang="zh-CN" altLang="en-US" sz="1600" dirty="0">
                <a:solidFill>
                  <a:schemeClr val="tx1">
                    <a:lumMod val="65000"/>
                    <a:lumOff val="35000"/>
                  </a:schemeClr>
                </a:solidFill>
                <a:cs typeface="+mn-ea"/>
                <a:sym typeface="+mn-lt"/>
              </a:rPr>
              <a:t>请在这里添加相应的文字内容请在这里添加相应的文字内容</a:t>
            </a:r>
          </a:p>
        </p:txBody>
      </p:sp>
      <p:sp>
        <p:nvSpPr>
          <p:cNvPr id="15" name="矩形 14">
            <a:extLst>
              <a:ext uri="{FF2B5EF4-FFF2-40B4-BE49-F238E27FC236}">
                <a16:creationId xmlns:a16="http://schemas.microsoft.com/office/drawing/2014/main" id="{1C81DC61-21C4-1F02-05C7-4313D4699761}"/>
              </a:ext>
            </a:extLst>
          </p:cNvPr>
          <p:cNvSpPr/>
          <p:nvPr/>
        </p:nvSpPr>
        <p:spPr>
          <a:xfrm>
            <a:off x="1522955" y="3070462"/>
            <a:ext cx="2236510" cy="400110"/>
          </a:xfrm>
          <a:prstGeom prst="rect">
            <a:avLst/>
          </a:prstGeom>
        </p:spPr>
        <p:txBody>
          <a:bodyPr wrap="none">
            <a:spAutoFit/>
          </a:bodyPr>
          <a:lstStyle/>
          <a:p>
            <a:r>
              <a:rPr lang="zh-CN" altLang="en-US" sz="2000" b="1" dirty="0">
                <a:solidFill>
                  <a:schemeClr val="accent1"/>
                </a:solidFill>
                <a:cs typeface="+mn-ea"/>
                <a:sym typeface="+mn-lt"/>
              </a:rPr>
              <a:t>这里添加文字标题</a:t>
            </a:r>
            <a:endParaRPr lang="zh-CN" altLang="en-US" sz="2000" dirty="0">
              <a:solidFill>
                <a:schemeClr val="accent1"/>
              </a:solidFill>
              <a:cs typeface="+mn-ea"/>
              <a:sym typeface="+mn-lt"/>
            </a:endParaRPr>
          </a:p>
        </p:txBody>
      </p:sp>
      <p:sp>
        <p:nvSpPr>
          <p:cNvPr id="16" name="文本框 15">
            <a:extLst>
              <a:ext uri="{FF2B5EF4-FFF2-40B4-BE49-F238E27FC236}">
                <a16:creationId xmlns:a16="http://schemas.microsoft.com/office/drawing/2014/main" id="{FF83A840-98F0-F89C-C1C7-1210A82A02CA}"/>
              </a:ext>
            </a:extLst>
          </p:cNvPr>
          <p:cNvSpPr txBox="1"/>
          <p:nvPr/>
        </p:nvSpPr>
        <p:spPr>
          <a:xfrm>
            <a:off x="1522955" y="5101789"/>
            <a:ext cx="2845845" cy="830997"/>
          </a:xfrm>
          <a:prstGeom prst="rect">
            <a:avLst/>
          </a:prstGeom>
          <a:noFill/>
        </p:spPr>
        <p:txBody>
          <a:bodyPr wrap="square" rtlCol="0">
            <a:spAutoFit/>
          </a:bodyPr>
          <a:lstStyle/>
          <a:p>
            <a:pPr>
              <a:lnSpc>
                <a:spcPct val="150000"/>
              </a:lnSpc>
            </a:pPr>
            <a:r>
              <a:rPr lang="zh-CN" altLang="en-US" sz="1600" dirty="0">
                <a:solidFill>
                  <a:schemeClr val="tx1">
                    <a:lumMod val="65000"/>
                    <a:lumOff val="35000"/>
                  </a:schemeClr>
                </a:solidFill>
                <a:cs typeface="+mn-ea"/>
                <a:sym typeface="+mn-lt"/>
              </a:rPr>
              <a:t>请在这里添加相应的文字内容请在这里添加相应的文字内容</a:t>
            </a:r>
          </a:p>
        </p:txBody>
      </p:sp>
      <p:sp>
        <p:nvSpPr>
          <p:cNvPr id="17" name="矩形 16">
            <a:extLst>
              <a:ext uri="{FF2B5EF4-FFF2-40B4-BE49-F238E27FC236}">
                <a16:creationId xmlns:a16="http://schemas.microsoft.com/office/drawing/2014/main" id="{D029E13C-79F2-0925-032A-972CEFCC8D93}"/>
              </a:ext>
            </a:extLst>
          </p:cNvPr>
          <p:cNvSpPr/>
          <p:nvPr/>
        </p:nvSpPr>
        <p:spPr>
          <a:xfrm>
            <a:off x="1522955" y="4701679"/>
            <a:ext cx="2236510" cy="400110"/>
          </a:xfrm>
          <a:prstGeom prst="rect">
            <a:avLst/>
          </a:prstGeom>
        </p:spPr>
        <p:txBody>
          <a:bodyPr wrap="none">
            <a:spAutoFit/>
          </a:bodyPr>
          <a:lstStyle/>
          <a:p>
            <a:r>
              <a:rPr lang="zh-CN" altLang="en-US" sz="2000" b="1" dirty="0">
                <a:solidFill>
                  <a:schemeClr val="accent5"/>
                </a:solidFill>
                <a:cs typeface="+mn-ea"/>
                <a:sym typeface="+mn-lt"/>
              </a:rPr>
              <a:t>这里添加文字标题</a:t>
            </a:r>
            <a:endParaRPr lang="zh-CN" altLang="en-US" sz="2000" dirty="0">
              <a:solidFill>
                <a:schemeClr val="accent5"/>
              </a:solidFill>
              <a:cs typeface="+mn-ea"/>
              <a:sym typeface="+mn-lt"/>
            </a:endParaRPr>
          </a:p>
        </p:txBody>
      </p:sp>
      <p:sp>
        <p:nvSpPr>
          <p:cNvPr id="18" name="KSO_Shape">
            <a:extLst>
              <a:ext uri="{FF2B5EF4-FFF2-40B4-BE49-F238E27FC236}">
                <a16:creationId xmlns:a16="http://schemas.microsoft.com/office/drawing/2014/main" id="{6326DB1D-15BC-C4F0-20B2-1DF5DE475A52}"/>
              </a:ext>
            </a:extLst>
          </p:cNvPr>
          <p:cNvSpPr/>
          <p:nvPr/>
        </p:nvSpPr>
        <p:spPr bwMode="auto">
          <a:xfrm>
            <a:off x="616376" y="1887319"/>
            <a:ext cx="800100" cy="784098"/>
          </a:xfrm>
          <a:custGeom>
            <a:avLst/>
            <a:gdLst>
              <a:gd name="T0" fmla="*/ 2166826 w 3073399"/>
              <a:gd name="T1" fmla="*/ 1987218 h 3009901"/>
              <a:gd name="T2" fmla="*/ 2210027 w 3073399"/>
              <a:gd name="T3" fmla="*/ 2130672 h 3009901"/>
              <a:gd name="T4" fmla="*/ 2105838 w 3073399"/>
              <a:gd name="T5" fmla="*/ 2235088 h 3009901"/>
              <a:gd name="T6" fmla="*/ 2217333 w 3073399"/>
              <a:gd name="T7" fmla="*/ 2248101 h 3009901"/>
              <a:gd name="T8" fmla="*/ 3043858 w 3073399"/>
              <a:gd name="T9" fmla="*/ 2189069 h 3009901"/>
              <a:gd name="T10" fmla="*/ 3067364 w 3073399"/>
              <a:gd name="T11" fmla="*/ 2325540 h 3009901"/>
              <a:gd name="T12" fmla="*/ 2986681 w 3073399"/>
              <a:gd name="T13" fmla="*/ 2419166 h 3009901"/>
              <a:gd name="T14" fmla="*/ 1073158 w 3073399"/>
              <a:gd name="T15" fmla="*/ 2720355 h 3009901"/>
              <a:gd name="T16" fmla="*/ 622407 w 3073399"/>
              <a:gd name="T17" fmla="*/ 1982922 h 3009901"/>
              <a:gd name="T18" fmla="*/ 593524 w 3073399"/>
              <a:gd name="T19" fmla="*/ 2101163 h 3009901"/>
              <a:gd name="T20" fmla="*/ 682077 w 3073399"/>
              <a:gd name="T21" fmla="*/ 2181579 h 3009901"/>
              <a:gd name="T22" fmla="*/ 796338 w 3073399"/>
              <a:gd name="T23" fmla="*/ 2140894 h 3009901"/>
              <a:gd name="T24" fmla="*/ 814112 w 3073399"/>
              <a:gd name="T25" fmla="*/ 2020111 h 3009901"/>
              <a:gd name="T26" fmla="*/ 717625 w 3073399"/>
              <a:gd name="T27" fmla="*/ 1948912 h 3009901"/>
              <a:gd name="T28" fmla="*/ 1746106 w 3073399"/>
              <a:gd name="T29" fmla="*/ 1195455 h 3009901"/>
              <a:gd name="T30" fmla="*/ 1690575 w 3073399"/>
              <a:gd name="T31" fmla="*/ 1270442 h 3009901"/>
              <a:gd name="T32" fmla="*/ 1789578 w 3073399"/>
              <a:gd name="T33" fmla="*/ 1411202 h 3009901"/>
              <a:gd name="T34" fmla="*/ 1748644 w 3073399"/>
              <a:gd name="T35" fmla="*/ 1427725 h 3009901"/>
              <a:gd name="T36" fmla="*/ 1655353 w 3073399"/>
              <a:gd name="T37" fmla="*/ 1411838 h 3009901"/>
              <a:gd name="T38" fmla="*/ 1855264 w 3073399"/>
              <a:gd name="T39" fmla="*/ 1493815 h 3009901"/>
              <a:gd name="T40" fmla="*/ 1893342 w 3073399"/>
              <a:gd name="T41" fmla="*/ 1417875 h 3009901"/>
              <a:gd name="T42" fmla="*/ 1804492 w 3073399"/>
              <a:gd name="T43" fmla="*/ 1289824 h 3009901"/>
              <a:gd name="T44" fmla="*/ 1850821 w 3073399"/>
              <a:gd name="T45" fmla="*/ 1265040 h 3009901"/>
              <a:gd name="T46" fmla="*/ 1937132 w 3073399"/>
              <a:gd name="T47" fmla="*/ 1279021 h 3009901"/>
              <a:gd name="T48" fmla="*/ 1996153 w 3073399"/>
              <a:gd name="T49" fmla="*/ 1165905 h 3009901"/>
              <a:gd name="T50" fmla="*/ 2009481 w 3073399"/>
              <a:gd name="T51" fmla="*/ 1399128 h 3009901"/>
              <a:gd name="T52" fmla="*/ 1870178 w 3073399"/>
              <a:gd name="T53" fmla="*/ 1586279 h 3009901"/>
              <a:gd name="T54" fmla="*/ 2244614 w 3073399"/>
              <a:gd name="T55" fmla="*/ 1785503 h 3009901"/>
              <a:gd name="T56" fmla="*/ 2319819 w 3073399"/>
              <a:gd name="T57" fmla="*/ 1729263 h 3009901"/>
              <a:gd name="T58" fmla="*/ 2426438 w 3073399"/>
              <a:gd name="T59" fmla="*/ 1356550 h 3009901"/>
              <a:gd name="T60" fmla="*/ 2403591 w 3073399"/>
              <a:gd name="T61" fmla="*/ 1267900 h 3009901"/>
              <a:gd name="T62" fmla="*/ 1379920 w 3073399"/>
              <a:gd name="T63" fmla="*/ 892963 h 3009901"/>
              <a:gd name="T64" fmla="*/ 1113054 w 3073399"/>
              <a:gd name="T65" fmla="*/ 1215790 h 3009901"/>
              <a:gd name="T66" fmla="*/ 1167633 w 3073399"/>
              <a:gd name="T67" fmla="*/ 1294273 h 3009901"/>
              <a:gd name="T68" fmla="*/ 1620448 w 3073399"/>
              <a:gd name="T69" fmla="*/ 1557682 h 3009901"/>
              <a:gd name="T70" fmla="*/ 1567138 w 3073399"/>
              <a:gd name="T71" fmla="*/ 1336533 h 3009901"/>
              <a:gd name="T72" fmla="*/ 1690258 w 3073399"/>
              <a:gd name="T73" fmla="*/ 1125551 h 3009901"/>
              <a:gd name="T74" fmla="*/ 1630284 w 3073399"/>
              <a:gd name="T75" fmla="*/ 966044 h 3009901"/>
              <a:gd name="T76" fmla="*/ 1977749 w 3073399"/>
              <a:gd name="T77" fmla="*/ 1016565 h 3009901"/>
              <a:gd name="T78" fmla="*/ 2126889 w 3073399"/>
              <a:gd name="T79" fmla="*/ 1849370 h 3009901"/>
              <a:gd name="T80" fmla="*/ 1114324 w 3073399"/>
              <a:gd name="T81" fmla="*/ 1422959 h 3009901"/>
              <a:gd name="T82" fmla="*/ 2261492 w 3073399"/>
              <a:gd name="T83" fmla="*/ 424657 h 3009901"/>
              <a:gd name="T84" fmla="*/ 2387119 w 3073399"/>
              <a:gd name="T85" fmla="*/ 478017 h 3009901"/>
              <a:gd name="T86" fmla="*/ 2378236 w 3073399"/>
              <a:gd name="T87" fmla="*/ 506603 h 3009901"/>
              <a:gd name="T88" fmla="*/ 2367450 w 3073399"/>
              <a:gd name="T89" fmla="*/ 546940 h 3009901"/>
              <a:gd name="T90" fmla="*/ 2465477 w 3073399"/>
              <a:gd name="T91" fmla="*/ 453243 h 3009901"/>
              <a:gd name="T92" fmla="*/ 2342705 w 3073399"/>
              <a:gd name="T93" fmla="*/ 411635 h 3009901"/>
              <a:gd name="T94" fmla="*/ 2369671 w 3073399"/>
              <a:gd name="T95" fmla="*/ 410999 h 3009901"/>
              <a:gd name="T96" fmla="*/ 2357616 w 3073399"/>
              <a:gd name="T97" fmla="*/ 340488 h 3009901"/>
              <a:gd name="T98" fmla="*/ 1928390 w 3073399"/>
              <a:gd name="T99" fmla="*/ 431009 h 3009901"/>
              <a:gd name="T100" fmla="*/ 2026417 w 3073399"/>
              <a:gd name="T101" fmla="*/ 723854 h 3009901"/>
              <a:gd name="T102" fmla="*/ 2325892 w 3073399"/>
              <a:gd name="T103" fmla="*/ 621581 h 3009901"/>
              <a:gd name="T104" fmla="*/ 2220251 w 3073399"/>
              <a:gd name="T105" fmla="*/ 500886 h 3009901"/>
              <a:gd name="T106" fmla="*/ 2218982 w 3073399"/>
              <a:gd name="T107" fmla="*/ 333500 h 3009901"/>
              <a:gd name="T108" fmla="*/ 2343340 w 3073399"/>
              <a:gd name="T109" fmla="*/ 248696 h 3009901"/>
              <a:gd name="T110" fmla="*/ 2472774 w 3073399"/>
              <a:gd name="T111" fmla="*/ 328101 h 3009901"/>
              <a:gd name="T112" fmla="*/ 2524801 w 3073399"/>
              <a:gd name="T113" fmla="*/ 488181 h 3009901"/>
              <a:gd name="T114" fmla="*/ 2639008 w 3073399"/>
              <a:gd name="T115" fmla="*/ 537094 h 3009901"/>
              <a:gd name="T116" fmla="*/ 2841724 w 3073399"/>
              <a:gd name="T117" fmla="*/ 369391 h 3009901"/>
              <a:gd name="T118" fmla="*/ 2931186 w 3073399"/>
              <a:gd name="T119" fmla="*/ 467218 h 3009901"/>
              <a:gd name="T120" fmla="*/ 2221520 w 3073399"/>
              <a:gd name="T121" fmla="*/ 758157 h 3009901"/>
              <a:gd name="T122" fmla="*/ 2156168 w 3073399"/>
              <a:gd name="T123" fmla="*/ 242661 h 30099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73399" h="3009901">
                <a:moveTo>
                  <a:pt x="1055687" y="1949450"/>
                </a:moveTo>
                <a:lnTo>
                  <a:pt x="1078240" y="1949450"/>
                </a:lnTo>
                <a:lnTo>
                  <a:pt x="1078927" y="1949450"/>
                </a:lnTo>
                <a:lnTo>
                  <a:pt x="1086499" y="1949450"/>
                </a:lnTo>
                <a:lnTo>
                  <a:pt x="1351101" y="1949450"/>
                </a:lnTo>
                <a:lnTo>
                  <a:pt x="1804388" y="1949450"/>
                </a:lnTo>
                <a:lnTo>
                  <a:pt x="2069625" y="1949450"/>
                </a:lnTo>
                <a:lnTo>
                  <a:pt x="2076931" y="1949450"/>
                </a:lnTo>
                <a:lnTo>
                  <a:pt x="2084237" y="1950085"/>
                </a:lnTo>
                <a:lnTo>
                  <a:pt x="2091543" y="1951355"/>
                </a:lnTo>
                <a:lnTo>
                  <a:pt x="2098532" y="1952307"/>
                </a:lnTo>
                <a:lnTo>
                  <a:pt x="2105838" y="1953894"/>
                </a:lnTo>
                <a:lnTo>
                  <a:pt x="2112508" y="1956115"/>
                </a:lnTo>
                <a:lnTo>
                  <a:pt x="2119496" y="1958337"/>
                </a:lnTo>
                <a:lnTo>
                  <a:pt x="2126167" y="1960876"/>
                </a:lnTo>
                <a:lnTo>
                  <a:pt x="2132202" y="1963732"/>
                </a:lnTo>
                <a:lnTo>
                  <a:pt x="2138555" y="1966906"/>
                </a:lnTo>
                <a:lnTo>
                  <a:pt x="2144591" y="1970397"/>
                </a:lnTo>
                <a:lnTo>
                  <a:pt x="2150626" y="1974206"/>
                </a:lnTo>
                <a:lnTo>
                  <a:pt x="2156344" y="1978331"/>
                </a:lnTo>
                <a:lnTo>
                  <a:pt x="2161744" y="1982775"/>
                </a:lnTo>
                <a:lnTo>
                  <a:pt x="2166826" y="1987218"/>
                </a:lnTo>
                <a:lnTo>
                  <a:pt x="2172226" y="1991979"/>
                </a:lnTo>
                <a:lnTo>
                  <a:pt x="2176991" y="1997057"/>
                </a:lnTo>
                <a:lnTo>
                  <a:pt x="2181438" y="2002135"/>
                </a:lnTo>
                <a:lnTo>
                  <a:pt x="2185568" y="2007847"/>
                </a:lnTo>
                <a:lnTo>
                  <a:pt x="2190015" y="2013243"/>
                </a:lnTo>
                <a:lnTo>
                  <a:pt x="2193826" y="2019273"/>
                </a:lnTo>
                <a:lnTo>
                  <a:pt x="2197321" y="2025620"/>
                </a:lnTo>
                <a:lnTo>
                  <a:pt x="2200497" y="2031651"/>
                </a:lnTo>
                <a:lnTo>
                  <a:pt x="2203038" y="2037998"/>
                </a:lnTo>
                <a:lnTo>
                  <a:pt x="2205897" y="2044663"/>
                </a:lnTo>
                <a:lnTo>
                  <a:pt x="2208121" y="2051328"/>
                </a:lnTo>
                <a:lnTo>
                  <a:pt x="2210027" y="2058310"/>
                </a:lnTo>
                <a:lnTo>
                  <a:pt x="2211615" y="2065292"/>
                </a:lnTo>
                <a:lnTo>
                  <a:pt x="2212886" y="2072592"/>
                </a:lnTo>
                <a:lnTo>
                  <a:pt x="2213838" y="2079892"/>
                </a:lnTo>
                <a:lnTo>
                  <a:pt x="2214474" y="2087191"/>
                </a:lnTo>
                <a:lnTo>
                  <a:pt x="2214791" y="2094491"/>
                </a:lnTo>
                <a:lnTo>
                  <a:pt x="2214474" y="2102108"/>
                </a:lnTo>
                <a:lnTo>
                  <a:pt x="2213838" y="2109408"/>
                </a:lnTo>
                <a:lnTo>
                  <a:pt x="2212886" y="2116707"/>
                </a:lnTo>
                <a:lnTo>
                  <a:pt x="2211615" y="2123689"/>
                </a:lnTo>
                <a:lnTo>
                  <a:pt x="2210027" y="2130672"/>
                </a:lnTo>
                <a:lnTo>
                  <a:pt x="2208121" y="2137654"/>
                </a:lnTo>
                <a:lnTo>
                  <a:pt x="2205897" y="2144319"/>
                </a:lnTo>
                <a:lnTo>
                  <a:pt x="2203038" y="2150984"/>
                </a:lnTo>
                <a:lnTo>
                  <a:pt x="2200497" y="2157649"/>
                </a:lnTo>
                <a:lnTo>
                  <a:pt x="2197321" y="2163996"/>
                </a:lnTo>
                <a:lnTo>
                  <a:pt x="2193826" y="2169709"/>
                </a:lnTo>
                <a:lnTo>
                  <a:pt x="2190015" y="2175739"/>
                </a:lnTo>
                <a:lnTo>
                  <a:pt x="2185568" y="2181452"/>
                </a:lnTo>
                <a:lnTo>
                  <a:pt x="2181438" y="2186847"/>
                </a:lnTo>
                <a:lnTo>
                  <a:pt x="2176991" y="2192243"/>
                </a:lnTo>
                <a:lnTo>
                  <a:pt x="2172226" y="2197003"/>
                </a:lnTo>
                <a:lnTo>
                  <a:pt x="2166826" y="2201764"/>
                </a:lnTo>
                <a:lnTo>
                  <a:pt x="2161744" y="2206524"/>
                </a:lnTo>
                <a:lnTo>
                  <a:pt x="2156344" y="2210968"/>
                </a:lnTo>
                <a:lnTo>
                  <a:pt x="2150626" y="2214776"/>
                </a:lnTo>
                <a:lnTo>
                  <a:pt x="2144591" y="2218585"/>
                </a:lnTo>
                <a:lnTo>
                  <a:pt x="2138555" y="2222076"/>
                </a:lnTo>
                <a:lnTo>
                  <a:pt x="2132202" y="2225250"/>
                </a:lnTo>
                <a:lnTo>
                  <a:pt x="2126167" y="2228423"/>
                </a:lnTo>
                <a:lnTo>
                  <a:pt x="2119496" y="2230645"/>
                </a:lnTo>
                <a:lnTo>
                  <a:pt x="2112508" y="2233184"/>
                </a:lnTo>
                <a:lnTo>
                  <a:pt x="2105838" y="2235088"/>
                </a:lnTo>
                <a:lnTo>
                  <a:pt x="2098532" y="2236675"/>
                </a:lnTo>
                <a:lnTo>
                  <a:pt x="2091543" y="2238262"/>
                </a:lnTo>
                <a:lnTo>
                  <a:pt x="2084237" y="2238897"/>
                </a:lnTo>
                <a:lnTo>
                  <a:pt x="2076931" y="2239531"/>
                </a:lnTo>
                <a:lnTo>
                  <a:pt x="2069625" y="2239531"/>
                </a:lnTo>
                <a:lnTo>
                  <a:pt x="1804388" y="2239531"/>
                </a:lnTo>
                <a:lnTo>
                  <a:pt x="1584256" y="2239531"/>
                </a:lnTo>
                <a:lnTo>
                  <a:pt x="1584256" y="2308085"/>
                </a:lnTo>
                <a:lnTo>
                  <a:pt x="2069625" y="2308085"/>
                </a:lnTo>
                <a:lnTo>
                  <a:pt x="2082331" y="2307767"/>
                </a:lnTo>
                <a:lnTo>
                  <a:pt x="2095355" y="2306815"/>
                </a:lnTo>
                <a:lnTo>
                  <a:pt x="2108379" y="2304593"/>
                </a:lnTo>
                <a:lnTo>
                  <a:pt x="2120767" y="2302054"/>
                </a:lnTo>
                <a:lnTo>
                  <a:pt x="2133155" y="2298563"/>
                </a:lnTo>
                <a:lnTo>
                  <a:pt x="2144908" y="2294437"/>
                </a:lnTo>
                <a:lnTo>
                  <a:pt x="2156344" y="2289677"/>
                </a:lnTo>
                <a:lnTo>
                  <a:pt x="2167462" y="2284281"/>
                </a:lnTo>
                <a:lnTo>
                  <a:pt x="2178262" y="2278251"/>
                </a:lnTo>
                <a:lnTo>
                  <a:pt x="2188744" y="2271586"/>
                </a:lnTo>
                <a:lnTo>
                  <a:pt x="2198909" y="2264287"/>
                </a:lnTo>
                <a:lnTo>
                  <a:pt x="2208438" y="2256670"/>
                </a:lnTo>
                <a:lnTo>
                  <a:pt x="2217333" y="2248101"/>
                </a:lnTo>
                <a:lnTo>
                  <a:pt x="2226227" y="2239531"/>
                </a:lnTo>
                <a:lnTo>
                  <a:pt x="2234168" y="2230010"/>
                </a:lnTo>
                <a:lnTo>
                  <a:pt x="2241792" y="2220489"/>
                </a:lnTo>
                <a:lnTo>
                  <a:pt x="2946339" y="2149079"/>
                </a:lnTo>
                <a:lnTo>
                  <a:pt x="2952057" y="2148445"/>
                </a:lnTo>
                <a:lnTo>
                  <a:pt x="2958410" y="2148445"/>
                </a:lnTo>
                <a:lnTo>
                  <a:pt x="2964445" y="2148762"/>
                </a:lnTo>
                <a:lnTo>
                  <a:pt x="2970480" y="2149079"/>
                </a:lnTo>
                <a:lnTo>
                  <a:pt x="2976198" y="2150349"/>
                </a:lnTo>
                <a:lnTo>
                  <a:pt x="2982234" y="2151301"/>
                </a:lnTo>
                <a:lnTo>
                  <a:pt x="2988269" y="2152571"/>
                </a:lnTo>
                <a:lnTo>
                  <a:pt x="2993669" y="2154792"/>
                </a:lnTo>
                <a:lnTo>
                  <a:pt x="2999704" y="2157014"/>
                </a:lnTo>
                <a:lnTo>
                  <a:pt x="3004787" y="2159235"/>
                </a:lnTo>
                <a:lnTo>
                  <a:pt x="3010504" y="2161774"/>
                </a:lnTo>
                <a:lnTo>
                  <a:pt x="3015587" y="2164948"/>
                </a:lnTo>
                <a:lnTo>
                  <a:pt x="3020987" y="2168439"/>
                </a:lnTo>
                <a:lnTo>
                  <a:pt x="3025752" y="2171930"/>
                </a:lnTo>
                <a:lnTo>
                  <a:pt x="3030834" y="2175739"/>
                </a:lnTo>
                <a:lnTo>
                  <a:pt x="3035281" y="2179865"/>
                </a:lnTo>
                <a:lnTo>
                  <a:pt x="3039728" y="2184308"/>
                </a:lnTo>
                <a:lnTo>
                  <a:pt x="3043858" y="2189069"/>
                </a:lnTo>
                <a:lnTo>
                  <a:pt x="3047669" y="2193829"/>
                </a:lnTo>
                <a:lnTo>
                  <a:pt x="3051164" y="2199225"/>
                </a:lnTo>
                <a:lnTo>
                  <a:pt x="3054658" y="2204303"/>
                </a:lnTo>
                <a:lnTo>
                  <a:pt x="3057834" y="2209381"/>
                </a:lnTo>
                <a:lnTo>
                  <a:pt x="3060693" y="2215094"/>
                </a:lnTo>
                <a:lnTo>
                  <a:pt x="3063234" y="2220806"/>
                </a:lnTo>
                <a:lnTo>
                  <a:pt x="3065458" y="2226519"/>
                </a:lnTo>
                <a:lnTo>
                  <a:pt x="3067681" y="2232549"/>
                </a:lnTo>
                <a:lnTo>
                  <a:pt x="3069270" y="2238897"/>
                </a:lnTo>
                <a:lnTo>
                  <a:pt x="3070858" y="2244609"/>
                </a:lnTo>
                <a:lnTo>
                  <a:pt x="3071811" y="2250957"/>
                </a:lnTo>
                <a:lnTo>
                  <a:pt x="3072446" y="2257305"/>
                </a:lnTo>
                <a:lnTo>
                  <a:pt x="3072764" y="2263652"/>
                </a:lnTo>
                <a:lnTo>
                  <a:pt x="3073399" y="2270317"/>
                </a:lnTo>
                <a:lnTo>
                  <a:pt x="3073399" y="2283647"/>
                </a:lnTo>
                <a:lnTo>
                  <a:pt x="3073399" y="2289994"/>
                </a:lnTo>
                <a:lnTo>
                  <a:pt x="3072764" y="2296342"/>
                </a:lnTo>
                <a:lnTo>
                  <a:pt x="3072128" y="2302372"/>
                </a:lnTo>
                <a:lnTo>
                  <a:pt x="3071176" y="2308085"/>
                </a:lnTo>
                <a:lnTo>
                  <a:pt x="3070222" y="2314115"/>
                </a:lnTo>
                <a:lnTo>
                  <a:pt x="3068952" y="2320145"/>
                </a:lnTo>
                <a:lnTo>
                  <a:pt x="3067364" y="2325540"/>
                </a:lnTo>
                <a:lnTo>
                  <a:pt x="3065458" y="2331570"/>
                </a:lnTo>
                <a:lnTo>
                  <a:pt x="3063870" y="2336966"/>
                </a:lnTo>
                <a:lnTo>
                  <a:pt x="3061646" y="2342361"/>
                </a:lnTo>
                <a:lnTo>
                  <a:pt x="3059422" y="2347757"/>
                </a:lnTo>
                <a:lnTo>
                  <a:pt x="3056564" y="2353152"/>
                </a:lnTo>
                <a:lnTo>
                  <a:pt x="3054022" y="2357913"/>
                </a:lnTo>
                <a:lnTo>
                  <a:pt x="3050846" y="2363308"/>
                </a:lnTo>
                <a:lnTo>
                  <a:pt x="3047669" y="2368069"/>
                </a:lnTo>
                <a:lnTo>
                  <a:pt x="3044493" y="2372512"/>
                </a:lnTo>
                <a:lnTo>
                  <a:pt x="3040999" y="2377272"/>
                </a:lnTo>
                <a:lnTo>
                  <a:pt x="3037187" y="2381716"/>
                </a:lnTo>
                <a:lnTo>
                  <a:pt x="3033375" y="2385842"/>
                </a:lnTo>
                <a:lnTo>
                  <a:pt x="3029563" y="2389967"/>
                </a:lnTo>
                <a:lnTo>
                  <a:pt x="3025434" y="2394411"/>
                </a:lnTo>
                <a:lnTo>
                  <a:pt x="3020987" y="2397902"/>
                </a:lnTo>
                <a:lnTo>
                  <a:pt x="3016857" y="2401710"/>
                </a:lnTo>
                <a:lnTo>
                  <a:pt x="3011775" y="2405202"/>
                </a:lnTo>
                <a:lnTo>
                  <a:pt x="3007328" y="2408058"/>
                </a:lnTo>
                <a:lnTo>
                  <a:pt x="3002563" y="2410914"/>
                </a:lnTo>
                <a:lnTo>
                  <a:pt x="2997163" y="2414088"/>
                </a:lnTo>
                <a:lnTo>
                  <a:pt x="2992398" y="2416627"/>
                </a:lnTo>
                <a:lnTo>
                  <a:pt x="2986681" y="2419166"/>
                </a:lnTo>
                <a:lnTo>
                  <a:pt x="2981598" y="2421070"/>
                </a:lnTo>
                <a:lnTo>
                  <a:pt x="2975880" y="2423292"/>
                </a:lnTo>
                <a:lnTo>
                  <a:pt x="2970480" y="2424879"/>
                </a:lnTo>
                <a:lnTo>
                  <a:pt x="1949871" y="2711469"/>
                </a:lnTo>
                <a:lnTo>
                  <a:pt x="1922236" y="2718769"/>
                </a:lnTo>
                <a:lnTo>
                  <a:pt x="1894600" y="2725433"/>
                </a:lnTo>
                <a:lnTo>
                  <a:pt x="1867282" y="2731781"/>
                </a:lnTo>
                <a:lnTo>
                  <a:pt x="1839329" y="2737176"/>
                </a:lnTo>
                <a:lnTo>
                  <a:pt x="1811376" y="2742254"/>
                </a:lnTo>
                <a:lnTo>
                  <a:pt x="1783423" y="2746380"/>
                </a:lnTo>
                <a:lnTo>
                  <a:pt x="1755470" y="2750189"/>
                </a:lnTo>
                <a:lnTo>
                  <a:pt x="1727199" y="2753362"/>
                </a:lnTo>
                <a:lnTo>
                  <a:pt x="1698928" y="2755584"/>
                </a:lnTo>
                <a:lnTo>
                  <a:pt x="1670975" y="2757488"/>
                </a:lnTo>
                <a:lnTo>
                  <a:pt x="1643022" y="2758440"/>
                </a:lnTo>
                <a:lnTo>
                  <a:pt x="1614751" y="2759075"/>
                </a:lnTo>
                <a:lnTo>
                  <a:pt x="1586480" y="2758758"/>
                </a:lnTo>
                <a:lnTo>
                  <a:pt x="1558209" y="2758123"/>
                </a:lnTo>
                <a:lnTo>
                  <a:pt x="1529621" y="2757171"/>
                </a:lnTo>
                <a:lnTo>
                  <a:pt x="1501350" y="2754949"/>
                </a:lnTo>
                <a:lnTo>
                  <a:pt x="1079193" y="2720990"/>
                </a:lnTo>
                <a:lnTo>
                  <a:pt x="1073158" y="2720355"/>
                </a:lnTo>
                <a:lnTo>
                  <a:pt x="1067122" y="2719403"/>
                </a:lnTo>
                <a:lnTo>
                  <a:pt x="1061405" y="2718451"/>
                </a:lnTo>
                <a:lnTo>
                  <a:pt x="1055687" y="2717182"/>
                </a:lnTo>
                <a:lnTo>
                  <a:pt x="1055687" y="1952625"/>
                </a:lnTo>
                <a:lnTo>
                  <a:pt x="1055687" y="1952624"/>
                </a:lnTo>
                <a:lnTo>
                  <a:pt x="1055687" y="1949450"/>
                </a:lnTo>
                <a:close/>
                <a:moveTo>
                  <a:pt x="699851" y="1948276"/>
                </a:moveTo>
                <a:lnTo>
                  <a:pt x="693503" y="1948912"/>
                </a:lnTo>
                <a:lnTo>
                  <a:pt x="687790" y="1949865"/>
                </a:lnTo>
                <a:lnTo>
                  <a:pt x="682077" y="1950819"/>
                </a:lnTo>
                <a:lnTo>
                  <a:pt x="676364" y="1951772"/>
                </a:lnTo>
                <a:lnTo>
                  <a:pt x="670651" y="1953680"/>
                </a:lnTo>
                <a:lnTo>
                  <a:pt x="665255" y="1955269"/>
                </a:lnTo>
                <a:lnTo>
                  <a:pt x="659860" y="1957494"/>
                </a:lnTo>
                <a:lnTo>
                  <a:pt x="654781" y="1959719"/>
                </a:lnTo>
                <a:lnTo>
                  <a:pt x="649386" y="1962579"/>
                </a:lnTo>
                <a:lnTo>
                  <a:pt x="644625" y="1965440"/>
                </a:lnTo>
                <a:lnTo>
                  <a:pt x="639864" y="1968619"/>
                </a:lnTo>
                <a:lnTo>
                  <a:pt x="635103" y="1971797"/>
                </a:lnTo>
                <a:lnTo>
                  <a:pt x="630659" y="1975294"/>
                </a:lnTo>
                <a:lnTo>
                  <a:pt x="626533" y="1979108"/>
                </a:lnTo>
                <a:lnTo>
                  <a:pt x="622407" y="1982922"/>
                </a:lnTo>
                <a:lnTo>
                  <a:pt x="618599" y="1986736"/>
                </a:lnTo>
                <a:lnTo>
                  <a:pt x="615107" y="1991186"/>
                </a:lnTo>
                <a:lnTo>
                  <a:pt x="611616" y="1995318"/>
                </a:lnTo>
                <a:lnTo>
                  <a:pt x="608125" y="2000404"/>
                </a:lnTo>
                <a:lnTo>
                  <a:pt x="604951" y="2004854"/>
                </a:lnTo>
                <a:lnTo>
                  <a:pt x="602094" y="2010257"/>
                </a:lnTo>
                <a:lnTo>
                  <a:pt x="599555" y="2015025"/>
                </a:lnTo>
                <a:lnTo>
                  <a:pt x="597333" y="2020111"/>
                </a:lnTo>
                <a:lnTo>
                  <a:pt x="595112" y="2025514"/>
                </a:lnTo>
                <a:lnTo>
                  <a:pt x="593524" y="2030918"/>
                </a:lnTo>
                <a:lnTo>
                  <a:pt x="591620" y="2036639"/>
                </a:lnTo>
                <a:lnTo>
                  <a:pt x="590351" y="2042360"/>
                </a:lnTo>
                <a:lnTo>
                  <a:pt x="589081" y="2048082"/>
                </a:lnTo>
                <a:lnTo>
                  <a:pt x="588446" y="2054121"/>
                </a:lnTo>
                <a:lnTo>
                  <a:pt x="588129" y="2060160"/>
                </a:lnTo>
                <a:lnTo>
                  <a:pt x="587811" y="2065881"/>
                </a:lnTo>
                <a:lnTo>
                  <a:pt x="588129" y="2072238"/>
                </a:lnTo>
                <a:lnTo>
                  <a:pt x="588446" y="2078277"/>
                </a:lnTo>
                <a:lnTo>
                  <a:pt x="589081" y="2083999"/>
                </a:lnTo>
                <a:lnTo>
                  <a:pt x="590351" y="2089720"/>
                </a:lnTo>
                <a:lnTo>
                  <a:pt x="591620" y="2095759"/>
                </a:lnTo>
                <a:lnTo>
                  <a:pt x="593524" y="2101163"/>
                </a:lnTo>
                <a:lnTo>
                  <a:pt x="595112" y="2106566"/>
                </a:lnTo>
                <a:lnTo>
                  <a:pt x="597333" y="2111970"/>
                </a:lnTo>
                <a:lnTo>
                  <a:pt x="599555" y="2117373"/>
                </a:lnTo>
                <a:lnTo>
                  <a:pt x="602094" y="2122141"/>
                </a:lnTo>
                <a:lnTo>
                  <a:pt x="604951" y="2127227"/>
                </a:lnTo>
                <a:lnTo>
                  <a:pt x="608125" y="2131994"/>
                </a:lnTo>
                <a:lnTo>
                  <a:pt x="611616" y="2136444"/>
                </a:lnTo>
                <a:lnTo>
                  <a:pt x="615107" y="2140894"/>
                </a:lnTo>
                <a:lnTo>
                  <a:pt x="618599" y="2145344"/>
                </a:lnTo>
                <a:lnTo>
                  <a:pt x="622407" y="2149476"/>
                </a:lnTo>
                <a:lnTo>
                  <a:pt x="626533" y="2153291"/>
                </a:lnTo>
                <a:lnTo>
                  <a:pt x="630659" y="2157105"/>
                </a:lnTo>
                <a:lnTo>
                  <a:pt x="635103" y="2160601"/>
                </a:lnTo>
                <a:lnTo>
                  <a:pt x="639864" y="2163780"/>
                </a:lnTo>
                <a:lnTo>
                  <a:pt x="644625" y="2166958"/>
                </a:lnTo>
                <a:lnTo>
                  <a:pt x="649386" y="2169501"/>
                </a:lnTo>
                <a:lnTo>
                  <a:pt x="654781" y="2172362"/>
                </a:lnTo>
                <a:lnTo>
                  <a:pt x="659860" y="2174587"/>
                </a:lnTo>
                <a:lnTo>
                  <a:pt x="665255" y="2176494"/>
                </a:lnTo>
                <a:lnTo>
                  <a:pt x="670651" y="2178719"/>
                </a:lnTo>
                <a:lnTo>
                  <a:pt x="676364" y="2179990"/>
                </a:lnTo>
                <a:lnTo>
                  <a:pt x="682077" y="2181579"/>
                </a:lnTo>
                <a:lnTo>
                  <a:pt x="687790" y="2182533"/>
                </a:lnTo>
                <a:lnTo>
                  <a:pt x="693503" y="2183169"/>
                </a:lnTo>
                <a:lnTo>
                  <a:pt x="699851" y="2183486"/>
                </a:lnTo>
                <a:lnTo>
                  <a:pt x="705564" y="2184122"/>
                </a:lnTo>
                <a:lnTo>
                  <a:pt x="711595" y="2183486"/>
                </a:lnTo>
                <a:lnTo>
                  <a:pt x="717625" y="2183169"/>
                </a:lnTo>
                <a:lnTo>
                  <a:pt x="723338" y="2182533"/>
                </a:lnTo>
                <a:lnTo>
                  <a:pt x="729369" y="2181579"/>
                </a:lnTo>
                <a:lnTo>
                  <a:pt x="735082" y="2179990"/>
                </a:lnTo>
                <a:lnTo>
                  <a:pt x="740477" y="2178719"/>
                </a:lnTo>
                <a:lnTo>
                  <a:pt x="746190" y="2176494"/>
                </a:lnTo>
                <a:lnTo>
                  <a:pt x="751269" y="2174587"/>
                </a:lnTo>
                <a:lnTo>
                  <a:pt x="756664" y="2172362"/>
                </a:lnTo>
                <a:lnTo>
                  <a:pt x="761743" y="2169501"/>
                </a:lnTo>
                <a:lnTo>
                  <a:pt x="766821" y="2166958"/>
                </a:lnTo>
                <a:lnTo>
                  <a:pt x="771582" y="2163780"/>
                </a:lnTo>
                <a:lnTo>
                  <a:pt x="776025" y="2160601"/>
                </a:lnTo>
                <a:lnTo>
                  <a:pt x="780469" y="2157105"/>
                </a:lnTo>
                <a:lnTo>
                  <a:pt x="784912" y="2153291"/>
                </a:lnTo>
                <a:lnTo>
                  <a:pt x="789038" y="2149476"/>
                </a:lnTo>
                <a:lnTo>
                  <a:pt x="792847" y="2145344"/>
                </a:lnTo>
                <a:lnTo>
                  <a:pt x="796338" y="2140894"/>
                </a:lnTo>
                <a:lnTo>
                  <a:pt x="799830" y="2136444"/>
                </a:lnTo>
                <a:lnTo>
                  <a:pt x="803321" y="2131994"/>
                </a:lnTo>
                <a:lnTo>
                  <a:pt x="806495" y="2127227"/>
                </a:lnTo>
                <a:lnTo>
                  <a:pt x="809352" y="2122141"/>
                </a:lnTo>
                <a:lnTo>
                  <a:pt x="811573" y="2117373"/>
                </a:lnTo>
                <a:lnTo>
                  <a:pt x="814112" y="2111970"/>
                </a:lnTo>
                <a:lnTo>
                  <a:pt x="816017" y="2106566"/>
                </a:lnTo>
                <a:lnTo>
                  <a:pt x="817921" y="2101163"/>
                </a:lnTo>
                <a:lnTo>
                  <a:pt x="819508" y="2095759"/>
                </a:lnTo>
                <a:lnTo>
                  <a:pt x="821095" y="2089720"/>
                </a:lnTo>
                <a:lnTo>
                  <a:pt x="822047" y="2083999"/>
                </a:lnTo>
                <a:lnTo>
                  <a:pt x="822682" y="2078277"/>
                </a:lnTo>
                <a:lnTo>
                  <a:pt x="823000" y="2072238"/>
                </a:lnTo>
                <a:lnTo>
                  <a:pt x="823000" y="2065881"/>
                </a:lnTo>
                <a:lnTo>
                  <a:pt x="823000" y="2060160"/>
                </a:lnTo>
                <a:lnTo>
                  <a:pt x="822682" y="2054121"/>
                </a:lnTo>
                <a:lnTo>
                  <a:pt x="822047" y="2048082"/>
                </a:lnTo>
                <a:lnTo>
                  <a:pt x="821095" y="2042360"/>
                </a:lnTo>
                <a:lnTo>
                  <a:pt x="819508" y="2036639"/>
                </a:lnTo>
                <a:lnTo>
                  <a:pt x="817921" y="2030918"/>
                </a:lnTo>
                <a:lnTo>
                  <a:pt x="816017" y="2025514"/>
                </a:lnTo>
                <a:lnTo>
                  <a:pt x="814112" y="2020111"/>
                </a:lnTo>
                <a:lnTo>
                  <a:pt x="811573" y="2015025"/>
                </a:lnTo>
                <a:lnTo>
                  <a:pt x="809352" y="2010257"/>
                </a:lnTo>
                <a:lnTo>
                  <a:pt x="806495" y="2004854"/>
                </a:lnTo>
                <a:lnTo>
                  <a:pt x="803321" y="2000404"/>
                </a:lnTo>
                <a:lnTo>
                  <a:pt x="799830" y="1995318"/>
                </a:lnTo>
                <a:lnTo>
                  <a:pt x="796338" y="1991186"/>
                </a:lnTo>
                <a:lnTo>
                  <a:pt x="792847" y="1986736"/>
                </a:lnTo>
                <a:lnTo>
                  <a:pt x="789038" y="1982922"/>
                </a:lnTo>
                <a:lnTo>
                  <a:pt x="784912" y="1979108"/>
                </a:lnTo>
                <a:lnTo>
                  <a:pt x="780469" y="1975294"/>
                </a:lnTo>
                <a:lnTo>
                  <a:pt x="776025" y="1971797"/>
                </a:lnTo>
                <a:lnTo>
                  <a:pt x="771582" y="1968619"/>
                </a:lnTo>
                <a:lnTo>
                  <a:pt x="766821" y="1965440"/>
                </a:lnTo>
                <a:lnTo>
                  <a:pt x="761743" y="1962579"/>
                </a:lnTo>
                <a:lnTo>
                  <a:pt x="756664" y="1959719"/>
                </a:lnTo>
                <a:lnTo>
                  <a:pt x="751269" y="1957494"/>
                </a:lnTo>
                <a:lnTo>
                  <a:pt x="746190" y="1955269"/>
                </a:lnTo>
                <a:lnTo>
                  <a:pt x="740477" y="1953680"/>
                </a:lnTo>
                <a:lnTo>
                  <a:pt x="735082" y="1951772"/>
                </a:lnTo>
                <a:lnTo>
                  <a:pt x="729369" y="1950819"/>
                </a:lnTo>
                <a:lnTo>
                  <a:pt x="723338" y="1949865"/>
                </a:lnTo>
                <a:lnTo>
                  <a:pt x="717625" y="1948912"/>
                </a:lnTo>
                <a:lnTo>
                  <a:pt x="711595" y="1948276"/>
                </a:lnTo>
                <a:lnTo>
                  <a:pt x="705564" y="1948276"/>
                </a:lnTo>
                <a:lnTo>
                  <a:pt x="699851" y="1948276"/>
                </a:lnTo>
                <a:close/>
                <a:moveTo>
                  <a:pt x="0" y="1862138"/>
                </a:moveTo>
                <a:lnTo>
                  <a:pt x="941387" y="1862138"/>
                </a:lnTo>
                <a:lnTo>
                  <a:pt x="941387" y="2093534"/>
                </a:lnTo>
                <a:lnTo>
                  <a:pt x="941387" y="2574126"/>
                </a:lnTo>
                <a:lnTo>
                  <a:pt x="941387" y="3009901"/>
                </a:lnTo>
                <a:lnTo>
                  <a:pt x="0" y="3009901"/>
                </a:lnTo>
                <a:lnTo>
                  <a:pt x="0" y="1862138"/>
                </a:lnTo>
                <a:close/>
                <a:moveTo>
                  <a:pt x="1839398" y="1177026"/>
                </a:moveTo>
                <a:lnTo>
                  <a:pt x="1829243" y="1201810"/>
                </a:lnTo>
                <a:lnTo>
                  <a:pt x="1816551" y="1198314"/>
                </a:lnTo>
                <a:lnTo>
                  <a:pt x="1805127" y="1195455"/>
                </a:lnTo>
                <a:lnTo>
                  <a:pt x="1793704" y="1193230"/>
                </a:lnTo>
                <a:lnTo>
                  <a:pt x="1783232" y="1192277"/>
                </a:lnTo>
                <a:lnTo>
                  <a:pt x="1773078" y="1191959"/>
                </a:lnTo>
                <a:lnTo>
                  <a:pt x="1763241" y="1192277"/>
                </a:lnTo>
                <a:lnTo>
                  <a:pt x="1758799" y="1192595"/>
                </a:lnTo>
                <a:lnTo>
                  <a:pt x="1754356" y="1193230"/>
                </a:lnTo>
                <a:lnTo>
                  <a:pt x="1750231" y="1194501"/>
                </a:lnTo>
                <a:lnTo>
                  <a:pt x="1746106" y="1195455"/>
                </a:lnTo>
                <a:lnTo>
                  <a:pt x="1741981" y="1196726"/>
                </a:lnTo>
                <a:lnTo>
                  <a:pt x="1737856" y="1198314"/>
                </a:lnTo>
                <a:lnTo>
                  <a:pt x="1734365" y="1199903"/>
                </a:lnTo>
                <a:lnTo>
                  <a:pt x="1730557" y="1201810"/>
                </a:lnTo>
                <a:lnTo>
                  <a:pt x="1727067" y="1203716"/>
                </a:lnTo>
                <a:lnTo>
                  <a:pt x="1723576" y="1205940"/>
                </a:lnTo>
                <a:lnTo>
                  <a:pt x="1720403" y="1208482"/>
                </a:lnTo>
                <a:lnTo>
                  <a:pt x="1717230" y="1211024"/>
                </a:lnTo>
                <a:lnTo>
                  <a:pt x="1714691" y="1213884"/>
                </a:lnTo>
                <a:lnTo>
                  <a:pt x="1711835" y="1217061"/>
                </a:lnTo>
                <a:lnTo>
                  <a:pt x="1708980" y="1220239"/>
                </a:lnTo>
                <a:lnTo>
                  <a:pt x="1706441" y="1223734"/>
                </a:lnTo>
                <a:lnTo>
                  <a:pt x="1704220" y="1227547"/>
                </a:lnTo>
                <a:lnTo>
                  <a:pt x="1701998" y="1231360"/>
                </a:lnTo>
                <a:lnTo>
                  <a:pt x="1700095" y="1235173"/>
                </a:lnTo>
                <a:lnTo>
                  <a:pt x="1697873" y="1239303"/>
                </a:lnTo>
                <a:lnTo>
                  <a:pt x="1695652" y="1245023"/>
                </a:lnTo>
                <a:lnTo>
                  <a:pt x="1694066" y="1250106"/>
                </a:lnTo>
                <a:lnTo>
                  <a:pt x="1692162" y="1255508"/>
                </a:lnTo>
                <a:lnTo>
                  <a:pt x="1691210" y="1260592"/>
                </a:lnTo>
                <a:lnTo>
                  <a:pt x="1690575" y="1265676"/>
                </a:lnTo>
                <a:lnTo>
                  <a:pt x="1690575" y="1270442"/>
                </a:lnTo>
                <a:lnTo>
                  <a:pt x="1690575" y="1275526"/>
                </a:lnTo>
                <a:lnTo>
                  <a:pt x="1690892" y="1279974"/>
                </a:lnTo>
                <a:lnTo>
                  <a:pt x="1691844" y="1284423"/>
                </a:lnTo>
                <a:lnTo>
                  <a:pt x="1693114" y="1288871"/>
                </a:lnTo>
                <a:lnTo>
                  <a:pt x="1694066" y="1293320"/>
                </a:lnTo>
                <a:lnTo>
                  <a:pt x="1695335" y="1297450"/>
                </a:lnTo>
                <a:lnTo>
                  <a:pt x="1697239" y="1301263"/>
                </a:lnTo>
                <a:lnTo>
                  <a:pt x="1699143" y="1305076"/>
                </a:lnTo>
                <a:lnTo>
                  <a:pt x="1701364" y="1308889"/>
                </a:lnTo>
                <a:lnTo>
                  <a:pt x="1703902" y="1312384"/>
                </a:lnTo>
                <a:lnTo>
                  <a:pt x="1709931" y="1320328"/>
                </a:lnTo>
                <a:lnTo>
                  <a:pt x="1718816" y="1330495"/>
                </a:lnTo>
                <a:lnTo>
                  <a:pt x="1729923" y="1342570"/>
                </a:lnTo>
                <a:lnTo>
                  <a:pt x="1743885" y="1357186"/>
                </a:lnTo>
                <a:lnTo>
                  <a:pt x="1760385" y="1373073"/>
                </a:lnTo>
                <a:lnTo>
                  <a:pt x="1772443" y="1386418"/>
                </a:lnTo>
                <a:lnTo>
                  <a:pt x="1781646" y="1396268"/>
                </a:lnTo>
                <a:lnTo>
                  <a:pt x="1784184" y="1400081"/>
                </a:lnTo>
                <a:lnTo>
                  <a:pt x="1786405" y="1402623"/>
                </a:lnTo>
                <a:lnTo>
                  <a:pt x="1787675" y="1405165"/>
                </a:lnTo>
                <a:lnTo>
                  <a:pt x="1788944" y="1408025"/>
                </a:lnTo>
                <a:lnTo>
                  <a:pt x="1789578" y="1411202"/>
                </a:lnTo>
                <a:lnTo>
                  <a:pt x="1789896" y="1414062"/>
                </a:lnTo>
                <a:lnTo>
                  <a:pt x="1789896" y="1417557"/>
                </a:lnTo>
                <a:lnTo>
                  <a:pt x="1789261" y="1420734"/>
                </a:lnTo>
                <a:lnTo>
                  <a:pt x="1787992" y="1424230"/>
                </a:lnTo>
                <a:lnTo>
                  <a:pt x="1786723" y="1428360"/>
                </a:lnTo>
                <a:lnTo>
                  <a:pt x="1784501" y="1432491"/>
                </a:lnTo>
                <a:lnTo>
                  <a:pt x="1782598" y="1435986"/>
                </a:lnTo>
                <a:lnTo>
                  <a:pt x="1779742" y="1438210"/>
                </a:lnTo>
                <a:lnTo>
                  <a:pt x="1778472" y="1439481"/>
                </a:lnTo>
                <a:lnTo>
                  <a:pt x="1776568" y="1440435"/>
                </a:lnTo>
                <a:lnTo>
                  <a:pt x="1774982" y="1440752"/>
                </a:lnTo>
                <a:lnTo>
                  <a:pt x="1773395" y="1441070"/>
                </a:lnTo>
                <a:lnTo>
                  <a:pt x="1769587" y="1441388"/>
                </a:lnTo>
                <a:lnTo>
                  <a:pt x="1765462" y="1440752"/>
                </a:lnTo>
                <a:lnTo>
                  <a:pt x="1761337" y="1439481"/>
                </a:lnTo>
                <a:lnTo>
                  <a:pt x="1756260" y="1436939"/>
                </a:lnTo>
                <a:lnTo>
                  <a:pt x="1754356" y="1435668"/>
                </a:lnTo>
                <a:lnTo>
                  <a:pt x="1752452" y="1434080"/>
                </a:lnTo>
                <a:lnTo>
                  <a:pt x="1751183" y="1432809"/>
                </a:lnTo>
                <a:lnTo>
                  <a:pt x="1750231" y="1431220"/>
                </a:lnTo>
                <a:lnTo>
                  <a:pt x="1749279" y="1429631"/>
                </a:lnTo>
                <a:lnTo>
                  <a:pt x="1748644" y="1427725"/>
                </a:lnTo>
                <a:lnTo>
                  <a:pt x="1748644" y="1426136"/>
                </a:lnTo>
                <a:lnTo>
                  <a:pt x="1748644" y="1423912"/>
                </a:lnTo>
                <a:lnTo>
                  <a:pt x="1749914" y="1418510"/>
                </a:lnTo>
                <a:lnTo>
                  <a:pt x="1751818" y="1411838"/>
                </a:lnTo>
                <a:lnTo>
                  <a:pt x="1754991" y="1403894"/>
                </a:lnTo>
                <a:lnTo>
                  <a:pt x="1759433" y="1393091"/>
                </a:lnTo>
                <a:lnTo>
                  <a:pt x="1710883" y="1372438"/>
                </a:lnTo>
                <a:lnTo>
                  <a:pt x="1662334" y="1351466"/>
                </a:lnTo>
                <a:lnTo>
                  <a:pt x="1658526" y="1358457"/>
                </a:lnTo>
                <a:lnTo>
                  <a:pt x="1655987" y="1363223"/>
                </a:lnTo>
                <a:lnTo>
                  <a:pt x="1653131" y="1370531"/>
                </a:lnTo>
                <a:lnTo>
                  <a:pt x="1651545" y="1377521"/>
                </a:lnTo>
                <a:lnTo>
                  <a:pt x="1650910" y="1381017"/>
                </a:lnTo>
                <a:lnTo>
                  <a:pt x="1650593" y="1384512"/>
                </a:lnTo>
                <a:lnTo>
                  <a:pt x="1650593" y="1388007"/>
                </a:lnTo>
                <a:lnTo>
                  <a:pt x="1650593" y="1391502"/>
                </a:lnTo>
                <a:lnTo>
                  <a:pt x="1650910" y="1394997"/>
                </a:lnTo>
                <a:lnTo>
                  <a:pt x="1651227" y="1398492"/>
                </a:lnTo>
                <a:lnTo>
                  <a:pt x="1651862" y="1401670"/>
                </a:lnTo>
                <a:lnTo>
                  <a:pt x="1652814" y="1405165"/>
                </a:lnTo>
                <a:lnTo>
                  <a:pt x="1654083" y="1408660"/>
                </a:lnTo>
                <a:lnTo>
                  <a:pt x="1655353" y="1411838"/>
                </a:lnTo>
                <a:lnTo>
                  <a:pt x="1658843" y="1418510"/>
                </a:lnTo>
                <a:lnTo>
                  <a:pt x="1662968" y="1425183"/>
                </a:lnTo>
                <a:lnTo>
                  <a:pt x="1668363" y="1431220"/>
                </a:lnTo>
                <a:lnTo>
                  <a:pt x="1674392" y="1437575"/>
                </a:lnTo>
                <a:lnTo>
                  <a:pt x="1681373" y="1443930"/>
                </a:lnTo>
                <a:lnTo>
                  <a:pt x="1689623" y="1450285"/>
                </a:lnTo>
                <a:lnTo>
                  <a:pt x="1698191" y="1456004"/>
                </a:lnTo>
                <a:lnTo>
                  <a:pt x="1707710" y="1462041"/>
                </a:lnTo>
                <a:lnTo>
                  <a:pt x="1718499" y="1467760"/>
                </a:lnTo>
                <a:lnTo>
                  <a:pt x="1709614" y="1489049"/>
                </a:lnTo>
                <a:lnTo>
                  <a:pt x="1755308" y="1507796"/>
                </a:lnTo>
                <a:lnTo>
                  <a:pt x="1764193" y="1486507"/>
                </a:lnTo>
                <a:lnTo>
                  <a:pt x="1776568" y="1490320"/>
                </a:lnTo>
                <a:lnTo>
                  <a:pt x="1788944" y="1493498"/>
                </a:lnTo>
                <a:lnTo>
                  <a:pt x="1800050" y="1495722"/>
                </a:lnTo>
                <a:lnTo>
                  <a:pt x="1810839" y="1497311"/>
                </a:lnTo>
                <a:lnTo>
                  <a:pt x="1820993" y="1497946"/>
                </a:lnTo>
                <a:lnTo>
                  <a:pt x="1830513" y="1497946"/>
                </a:lnTo>
                <a:lnTo>
                  <a:pt x="1839398" y="1497311"/>
                </a:lnTo>
                <a:lnTo>
                  <a:pt x="1847648" y="1496040"/>
                </a:lnTo>
                <a:lnTo>
                  <a:pt x="1851456" y="1495086"/>
                </a:lnTo>
                <a:lnTo>
                  <a:pt x="1855264" y="1493815"/>
                </a:lnTo>
                <a:lnTo>
                  <a:pt x="1858754" y="1492862"/>
                </a:lnTo>
                <a:lnTo>
                  <a:pt x="1862245" y="1490956"/>
                </a:lnTo>
                <a:lnTo>
                  <a:pt x="1865418" y="1489367"/>
                </a:lnTo>
                <a:lnTo>
                  <a:pt x="1868591" y="1487460"/>
                </a:lnTo>
                <a:lnTo>
                  <a:pt x="1871764" y="1485554"/>
                </a:lnTo>
                <a:lnTo>
                  <a:pt x="1874620" y="1483330"/>
                </a:lnTo>
                <a:lnTo>
                  <a:pt x="1876841" y="1480788"/>
                </a:lnTo>
                <a:lnTo>
                  <a:pt x="1879380" y="1478564"/>
                </a:lnTo>
                <a:lnTo>
                  <a:pt x="1881918" y="1475704"/>
                </a:lnTo>
                <a:lnTo>
                  <a:pt x="1883822" y="1472527"/>
                </a:lnTo>
                <a:lnTo>
                  <a:pt x="1886044" y="1469667"/>
                </a:lnTo>
                <a:lnTo>
                  <a:pt x="1887947" y="1466172"/>
                </a:lnTo>
                <a:lnTo>
                  <a:pt x="1889534" y="1462677"/>
                </a:lnTo>
                <a:lnTo>
                  <a:pt x="1890803" y="1459181"/>
                </a:lnTo>
                <a:lnTo>
                  <a:pt x="1892707" y="1454097"/>
                </a:lnTo>
                <a:lnTo>
                  <a:pt x="1893976" y="1448696"/>
                </a:lnTo>
                <a:lnTo>
                  <a:pt x="1895246" y="1443930"/>
                </a:lnTo>
                <a:lnTo>
                  <a:pt x="1895563" y="1438846"/>
                </a:lnTo>
                <a:lnTo>
                  <a:pt x="1895880" y="1433444"/>
                </a:lnTo>
                <a:lnTo>
                  <a:pt x="1895563" y="1428360"/>
                </a:lnTo>
                <a:lnTo>
                  <a:pt x="1894611" y="1422959"/>
                </a:lnTo>
                <a:lnTo>
                  <a:pt x="1893342" y="1417875"/>
                </a:lnTo>
                <a:lnTo>
                  <a:pt x="1892073" y="1412791"/>
                </a:lnTo>
                <a:lnTo>
                  <a:pt x="1890169" y="1407707"/>
                </a:lnTo>
                <a:lnTo>
                  <a:pt x="1888582" y="1402941"/>
                </a:lnTo>
                <a:lnTo>
                  <a:pt x="1886361" y="1398492"/>
                </a:lnTo>
                <a:lnTo>
                  <a:pt x="1883822" y="1394044"/>
                </a:lnTo>
                <a:lnTo>
                  <a:pt x="1881601" y="1389913"/>
                </a:lnTo>
                <a:lnTo>
                  <a:pt x="1878745" y="1385783"/>
                </a:lnTo>
                <a:lnTo>
                  <a:pt x="1875572" y="1381652"/>
                </a:lnTo>
                <a:lnTo>
                  <a:pt x="1867956" y="1372755"/>
                </a:lnTo>
                <a:lnTo>
                  <a:pt x="1857168" y="1361317"/>
                </a:lnTo>
                <a:lnTo>
                  <a:pt x="1843205" y="1346700"/>
                </a:lnTo>
                <a:lnTo>
                  <a:pt x="1826388" y="1329542"/>
                </a:lnTo>
                <a:lnTo>
                  <a:pt x="1821310" y="1324141"/>
                </a:lnTo>
                <a:lnTo>
                  <a:pt x="1816551" y="1319374"/>
                </a:lnTo>
                <a:lnTo>
                  <a:pt x="1812743" y="1314608"/>
                </a:lnTo>
                <a:lnTo>
                  <a:pt x="1810204" y="1310160"/>
                </a:lnTo>
                <a:lnTo>
                  <a:pt x="1807348" y="1306029"/>
                </a:lnTo>
                <a:lnTo>
                  <a:pt x="1805444" y="1302534"/>
                </a:lnTo>
                <a:lnTo>
                  <a:pt x="1804492" y="1299039"/>
                </a:lnTo>
                <a:lnTo>
                  <a:pt x="1804175" y="1295861"/>
                </a:lnTo>
                <a:lnTo>
                  <a:pt x="1804175" y="1293320"/>
                </a:lnTo>
                <a:lnTo>
                  <a:pt x="1804492" y="1289824"/>
                </a:lnTo>
                <a:lnTo>
                  <a:pt x="1804810" y="1286329"/>
                </a:lnTo>
                <a:lnTo>
                  <a:pt x="1805762" y="1281881"/>
                </a:lnTo>
                <a:lnTo>
                  <a:pt x="1808618" y="1272984"/>
                </a:lnTo>
                <a:lnTo>
                  <a:pt x="1812426" y="1262498"/>
                </a:lnTo>
                <a:lnTo>
                  <a:pt x="1814647" y="1258686"/>
                </a:lnTo>
                <a:lnTo>
                  <a:pt x="1817185" y="1255508"/>
                </a:lnTo>
                <a:lnTo>
                  <a:pt x="1819724" y="1252966"/>
                </a:lnTo>
                <a:lnTo>
                  <a:pt x="1821310" y="1252013"/>
                </a:lnTo>
                <a:lnTo>
                  <a:pt x="1822897" y="1251377"/>
                </a:lnTo>
                <a:lnTo>
                  <a:pt x="1824801" y="1251060"/>
                </a:lnTo>
                <a:lnTo>
                  <a:pt x="1826388" y="1250742"/>
                </a:lnTo>
                <a:lnTo>
                  <a:pt x="1830195" y="1250106"/>
                </a:lnTo>
                <a:lnTo>
                  <a:pt x="1834320" y="1251377"/>
                </a:lnTo>
                <a:lnTo>
                  <a:pt x="1839080" y="1252648"/>
                </a:lnTo>
                <a:lnTo>
                  <a:pt x="1841936" y="1254237"/>
                </a:lnTo>
                <a:lnTo>
                  <a:pt x="1843840" y="1255190"/>
                </a:lnTo>
                <a:lnTo>
                  <a:pt x="1846061" y="1256461"/>
                </a:lnTo>
                <a:lnTo>
                  <a:pt x="1847648" y="1258368"/>
                </a:lnTo>
                <a:lnTo>
                  <a:pt x="1848917" y="1259639"/>
                </a:lnTo>
                <a:lnTo>
                  <a:pt x="1849869" y="1261545"/>
                </a:lnTo>
                <a:lnTo>
                  <a:pt x="1850504" y="1263134"/>
                </a:lnTo>
                <a:lnTo>
                  <a:pt x="1850821" y="1265040"/>
                </a:lnTo>
                <a:lnTo>
                  <a:pt x="1850504" y="1267265"/>
                </a:lnTo>
                <a:lnTo>
                  <a:pt x="1850186" y="1270124"/>
                </a:lnTo>
                <a:lnTo>
                  <a:pt x="1847965" y="1277432"/>
                </a:lnTo>
                <a:lnTo>
                  <a:pt x="1844792" y="1287282"/>
                </a:lnTo>
                <a:lnTo>
                  <a:pt x="1840032" y="1299039"/>
                </a:lnTo>
                <a:lnTo>
                  <a:pt x="1833369" y="1315562"/>
                </a:lnTo>
                <a:lnTo>
                  <a:pt x="1881918" y="1334944"/>
                </a:lnTo>
                <a:lnTo>
                  <a:pt x="1929834" y="1354008"/>
                </a:lnTo>
                <a:lnTo>
                  <a:pt x="1935228" y="1340981"/>
                </a:lnTo>
                <a:lnTo>
                  <a:pt x="1937132" y="1335262"/>
                </a:lnTo>
                <a:lnTo>
                  <a:pt x="1938718" y="1330178"/>
                </a:lnTo>
                <a:lnTo>
                  <a:pt x="1939988" y="1324776"/>
                </a:lnTo>
                <a:lnTo>
                  <a:pt x="1941257" y="1319692"/>
                </a:lnTo>
                <a:lnTo>
                  <a:pt x="1942209" y="1314926"/>
                </a:lnTo>
                <a:lnTo>
                  <a:pt x="1942526" y="1309842"/>
                </a:lnTo>
                <a:lnTo>
                  <a:pt x="1942844" y="1305076"/>
                </a:lnTo>
                <a:lnTo>
                  <a:pt x="1942526" y="1300628"/>
                </a:lnTo>
                <a:lnTo>
                  <a:pt x="1942209" y="1295861"/>
                </a:lnTo>
                <a:lnTo>
                  <a:pt x="1941574" y="1291413"/>
                </a:lnTo>
                <a:lnTo>
                  <a:pt x="1940305" y="1287282"/>
                </a:lnTo>
                <a:lnTo>
                  <a:pt x="1939036" y="1283152"/>
                </a:lnTo>
                <a:lnTo>
                  <a:pt x="1937132" y="1279021"/>
                </a:lnTo>
                <a:lnTo>
                  <a:pt x="1935545" y="1274890"/>
                </a:lnTo>
                <a:lnTo>
                  <a:pt x="1933007" y="1271078"/>
                </a:lnTo>
                <a:lnTo>
                  <a:pt x="1930786" y="1267265"/>
                </a:lnTo>
                <a:lnTo>
                  <a:pt x="1925074" y="1260274"/>
                </a:lnTo>
                <a:lnTo>
                  <a:pt x="1918727" y="1253602"/>
                </a:lnTo>
                <a:lnTo>
                  <a:pt x="1912064" y="1247565"/>
                </a:lnTo>
                <a:lnTo>
                  <a:pt x="1905083" y="1241210"/>
                </a:lnTo>
                <a:lnTo>
                  <a:pt x="1897467" y="1235490"/>
                </a:lnTo>
                <a:lnTo>
                  <a:pt x="1889534" y="1230089"/>
                </a:lnTo>
                <a:lnTo>
                  <a:pt x="1881284" y="1225005"/>
                </a:lnTo>
                <a:lnTo>
                  <a:pt x="1872082" y="1220556"/>
                </a:lnTo>
                <a:lnTo>
                  <a:pt x="1882553" y="1194819"/>
                </a:lnTo>
                <a:lnTo>
                  <a:pt x="1839398" y="1177026"/>
                </a:lnTo>
                <a:close/>
                <a:moveTo>
                  <a:pt x="1952046" y="1106804"/>
                </a:moveTo>
                <a:lnTo>
                  <a:pt x="1958075" y="1113159"/>
                </a:lnTo>
                <a:lnTo>
                  <a:pt x="1964421" y="1119832"/>
                </a:lnTo>
                <a:lnTo>
                  <a:pt x="1970768" y="1126504"/>
                </a:lnTo>
                <a:lnTo>
                  <a:pt x="1976162" y="1133813"/>
                </a:lnTo>
                <a:lnTo>
                  <a:pt x="1981557" y="1141438"/>
                </a:lnTo>
                <a:lnTo>
                  <a:pt x="1986634" y="1149064"/>
                </a:lnTo>
                <a:lnTo>
                  <a:pt x="1991711" y="1157326"/>
                </a:lnTo>
                <a:lnTo>
                  <a:pt x="1996153" y="1165905"/>
                </a:lnTo>
                <a:lnTo>
                  <a:pt x="2000278" y="1174484"/>
                </a:lnTo>
                <a:lnTo>
                  <a:pt x="2004086" y="1183698"/>
                </a:lnTo>
                <a:lnTo>
                  <a:pt x="2007577" y="1192595"/>
                </a:lnTo>
                <a:lnTo>
                  <a:pt x="2010750" y="1202127"/>
                </a:lnTo>
                <a:lnTo>
                  <a:pt x="2013606" y="1211977"/>
                </a:lnTo>
                <a:lnTo>
                  <a:pt x="2016462" y="1221510"/>
                </a:lnTo>
                <a:lnTo>
                  <a:pt x="2018366" y="1231677"/>
                </a:lnTo>
                <a:lnTo>
                  <a:pt x="2020587" y="1242163"/>
                </a:lnTo>
                <a:lnTo>
                  <a:pt x="2021856" y="1252648"/>
                </a:lnTo>
                <a:lnTo>
                  <a:pt x="2023443" y="1263134"/>
                </a:lnTo>
                <a:lnTo>
                  <a:pt x="2024077" y="1273937"/>
                </a:lnTo>
                <a:lnTo>
                  <a:pt x="2024395" y="1285058"/>
                </a:lnTo>
                <a:lnTo>
                  <a:pt x="2024712" y="1295861"/>
                </a:lnTo>
                <a:lnTo>
                  <a:pt x="2024395" y="1306982"/>
                </a:lnTo>
                <a:lnTo>
                  <a:pt x="2024077" y="1318739"/>
                </a:lnTo>
                <a:lnTo>
                  <a:pt x="2023125" y="1329860"/>
                </a:lnTo>
                <a:lnTo>
                  <a:pt x="2021539" y="1341299"/>
                </a:lnTo>
                <a:lnTo>
                  <a:pt x="2019952" y="1352737"/>
                </a:lnTo>
                <a:lnTo>
                  <a:pt x="2018048" y="1364494"/>
                </a:lnTo>
                <a:lnTo>
                  <a:pt x="2015827" y="1375933"/>
                </a:lnTo>
                <a:lnTo>
                  <a:pt x="2012654" y="1387371"/>
                </a:lnTo>
                <a:lnTo>
                  <a:pt x="2009481" y="1399128"/>
                </a:lnTo>
                <a:lnTo>
                  <a:pt x="2005990" y="1410884"/>
                </a:lnTo>
                <a:lnTo>
                  <a:pt x="2001865" y="1422323"/>
                </a:lnTo>
                <a:lnTo>
                  <a:pt x="1998057" y="1432809"/>
                </a:lnTo>
                <a:lnTo>
                  <a:pt x="1993615" y="1442976"/>
                </a:lnTo>
                <a:lnTo>
                  <a:pt x="1989172" y="1452509"/>
                </a:lnTo>
                <a:lnTo>
                  <a:pt x="1984412" y="1462359"/>
                </a:lnTo>
                <a:lnTo>
                  <a:pt x="1979018" y="1472209"/>
                </a:lnTo>
                <a:lnTo>
                  <a:pt x="1973941" y="1481106"/>
                </a:lnTo>
                <a:lnTo>
                  <a:pt x="1967912" y="1490638"/>
                </a:lnTo>
                <a:lnTo>
                  <a:pt x="1961883" y="1499852"/>
                </a:lnTo>
                <a:lnTo>
                  <a:pt x="1955854" y="1508432"/>
                </a:lnTo>
                <a:lnTo>
                  <a:pt x="1949507" y="1517011"/>
                </a:lnTo>
                <a:lnTo>
                  <a:pt x="1942526" y="1525272"/>
                </a:lnTo>
                <a:lnTo>
                  <a:pt x="1935545" y="1533215"/>
                </a:lnTo>
                <a:lnTo>
                  <a:pt x="1928247" y="1540841"/>
                </a:lnTo>
                <a:lnTo>
                  <a:pt x="1920631" y="1548149"/>
                </a:lnTo>
                <a:lnTo>
                  <a:pt x="1912381" y="1555457"/>
                </a:lnTo>
                <a:lnTo>
                  <a:pt x="1904448" y="1562130"/>
                </a:lnTo>
                <a:lnTo>
                  <a:pt x="1896198" y="1568803"/>
                </a:lnTo>
                <a:lnTo>
                  <a:pt x="1887947" y="1575158"/>
                </a:lnTo>
                <a:lnTo>
                  <a:pt x="1878745" y="1581195"/>
                </a:lnTo>
                <a:lnTo>
                  <a:pt x="1870178" y="1586279"/>
                </a:lnTo>
                <a:lnTo>
                  <a:pt x="1860658" y="1591680"/>
                </a:lnTo>
                <a:lnTo>
                  <a:pt x="1851138" y="1596129"/>
                </a:lnTo>
                <a:lnTo>
                  <a:pt x="1841302" y="1600577"/>
                </a:lnTo>
                <a:lnTo>
                  <a:pt x="1831782" y="1604390"/>
                </a:lnTo>
                <a:lnTo>
                  <a:pt x="1821628" y="1607885"/>
                </a:lnTo>
                <a:lnTo>
                  <a:pt x="1811474" y="1611063"/>
                </a:lnTo>
                <a:lnTo>
                  <a:pt x="1801002" y="1613922"/>
                </a:lnTo>
                <a:lnTo>
                  <a:pt x="1790213" y="1615829"/>
                </a:lnTo>
                <a:lnTo>
                  <a:pt x="1779742" y="1617735"/>
                </a:lnTo>
                <a:lnTo>
                  <a:pt x="1768636" y="1618688"/>
                </a:lnTo>
                <a:lnTo>
                  <a:pt x="1757529" y="1619324"/>
                </a:lnTo>
                <a:lnTo>
                  <a:pt x="1746423" y="1619642"/>
                </a:lnTo>
                <a:lnTo>
                  <a:pt x="1807666" y="1643472"/>
                </a:lnTo>
                <a:lnTo>
                  <a:pt x="1869226" y="1666668"/>
                </a:lnTo>
                <a:lnTo>
                  <a:pt x="1931103" y="1689227"/>
                </a:lnTo>
                <a:lnTo>
                  <a:pt x="1992663" y="1711469"/>
                </a:lnTo>
                <a:lnTo>
                  <a:pt x="2054857" y="1733076"/>
                </a:lnTo>
                <a:lnTo>
                  <a:pt x="2116734" y="1754047"/>
                </a:lnTo>
                <a:lnTo>
                  <a:pt x="2179246" y="1775018"/>
                </a:lnTo>
                <a:lnTo>
                  <a:pt x="2241758" y="1795353"/>
                </a:lnTo>
                <a:lnTo>
                  <a:pt x="2243345" y="1789952"/>
                </a:lnTo>
                <a:lnTo>
                  <a:pt x="2244614" y="1785503"/>
                </a:lnTo>
                <a:lnTo>
                  <a:pt x="2246518" y="1781373"/>
                </a:lnTo>
                <a:lnTo>
                  <a:pt x="2248422" y="1777242"/>
                </a:lnTo>
                <a:lnTo>
                  <a:pt x="2250643" y="1773429"/>
                </a:lnTo>
                <a:lnTo>
                  <a:pt x="2252547" y="1769616"/>
                </a:lnTo>
                <a:lnTo>
                  <a:pt x="2255086" y="1766121"/>
                </a:lnTo>
                <a:lnTo>
                  <a:pt x="2257941" y="1762626"/>
                </a:lnTo>
                <a:lnTo>
                  <a:pt x="2260797" y="1759131"/>
                </a:lnTo>
                <a:lnTo>
                  <a:pt x="2263970" y="1755953"/>
                </a:lnTo>
                <a:lnTo>
                  <a:pt x="2266826" y="1752776"/>
                </a:lnTo>
                <a:lnTo>
                  <a:pt x="2270317" y="1749916"/>
                </a:lnTo>
                <a:lnTo>
                  <a:pt x="2273807" y="1747057"/>
                </a:lnTo>
                <a:lnTo>
                  <a:pt x="2277298" y="1744832"/>
                </a:lnTo>
                <a:lnTo>
                  <a:pt x="2281106" y="1742290"/>
                </a:lnTo>
                <a:lnTo>
                  <a:pt x="2285231" y="1740066"/>
                </a:lnTo>
                <a:lnTo>
                  <a:pt x="2289356" y="1738160"/>
                </a:lnTo>
                <a:lnTo>
                  <a:pt x="2293481" y="1736253"/>
                </a:lnTo>
                <a:lnTo>
                  <a:pt x="2297606" y="1734665"/>
                </a:lnTo>
                <a:lnTo>
                  <a:pt x="2301731" y="1733076"/>
                </a:lnTo>
                <a:lnTo>
                  <a:pt x="2306491" y="1731805"/>
                </a:lnTo>
                <a:lnTo>
                  <a:pt x="2310934" y="1730852"/>
                </a:lnTo>
                <a:lnTo>
                  <a:pt x="2315376" y="1730216"/>
                </a:lnTo>
                <a:lnTo>
                  <a:pt x="2319819" y="1729263"/>
                </a:lnTo>
                <a:lnTo>
                  <a:pt x="2324578" y="1728627"/>
                </a:lnTo>
                <a:lnTo>
                  <a:pt x="2329338" y="1728627"/>
                </a:lnTo>
                <a:lnTo>
                  <a:pt x="2334098" y="1728310"/>
                </a:lnTo>
                <a:lnTo>
                  <a:pt x="2339175" y="1728627"/>
                </a:lnTo>
                <a:lnTo>
                  <a:pt x="2343618" y="1728945"/>
                </a:lnTo>
                <a:lnTo>
                  <a:pt x="2348377" y="1729581"/>
                </a:lnTo>
                <a:lnTo>
                  <a:pt x="2353454" y="1730534"/>
                </a:lnTo>
                <a:lnTo>
                  <a:pt x="2358214" y="1731487"/>
                </a:lnTo>
                <a:lnTo>
                  <a:pt x="2363291" y="1732758"/>
                </a:lnTo>
                <a:lnTo>
                  <a:pt x="2369003" y="1734982"/>
                </a:lnTo>
                <a:lnTo>
                  <a:pt x="2471180" y="1380699"/>
                </a:lnTo>
                <a:lnTo>
                  <a:pt x="2465468" y="1379428"/>
                </a:lnTo>
                <a:lnTo>
                  <a:pt x="2461026" y="1377839"/>
                </a:lnTo>
                <a:lnTo>
                  <a:pt x="2456583" y="1376250"/>
                </a:lnTo>
                <a:lnTo>
                  <a:pt x="2452458" y="1374344"/>
                </a:lnTo>
                <a:lnTo>
                  <a:pt x="2448333" y="1372438"/>
                </a:lnTo>
                <a:lnTo>
                  <a:pt x="2444208" y="1370213"/>
                </a:lnTo>
                <a:lnTo>
                  <a:pt x="2440400" y="1367989"/>
                </a:lnTo>
                <a:lnTo>
                  <a:pt x="2436592" y="1365447"/>
                </a:lnTo>
                <a:lnTo>
                  <a:pt x="2433102" y="1362587"/>
                </a:lnTo>
                <a:lnTo>
                  <a:pt x="2429611" y="1359728"/>
                </a:lnTo>
                <a:lnTo>
                  <a:pt x="2426438" y="1356550"/>
                </a:lnTo>
                <a:lnTo>
                  <a:pt x="2423582" y="1353691"/>
                </a:lnTo>
                <a:lnTo>
                  <a:pt x="2420726" y="1350513"/>
                </a:lnTo>
                <a:lnTo>
                  <a:pt x="2417870" y="1347018"/>
                </a:lnTo>
                <a:lnTo>
                  <a:pt x="2415332" y="1343523"/>
                </a:lnTo>
                <a:lnTo>
                  <a:pt x="2413110" y="1339710"/>
                </a:lnTo>
                <a:lnTo>
                  <a:pt x="2410889" y="1336215"/>
                </a:lnTo>
                <a:lnTo>
                  <a:pt x="2408668" y="1332402"/>
                </a:lnTo>
                <a:lnTo>
                  <a:pt x="2407081" y="1327954"/>
                </a:lnTo>
                <a:lnTo>
                  <a:pt x="2405177" y="1324141"/>
                </a:lnTo>
                <a:lnTo>
                  <a:pt x="2403908" y="1320010"/>
                </a:lnTo>
                <a:lnTo>
                  <a:pt x="2402639" y="1315879"/>
                </a:lnTo>
                <a:lnTo>
                  <a:pt x="2401370" y="1311749"/>
                </a:lnTo>
                <a:lnTo>
                  <a:pt x="2400735" y="1307618"/>
                </a:lnTo>
                <a:lnTo>
                  <a:pt x="2400100" y="1303170"/>
                </a:lnTo>
                <a:lnTo>
                  <a:pt x="2399783" y="1298721"/>
                </a:lnTo>
                <a:lnTo>
                  <a:pt x="2399783" y="1294590"/>
                </a:lnTo>
                <a:lnTo>
                  <a:pt x="2399783" y="1290142"/>
                </a:lnTo>
                <a:lnTo>
                  <a:pt x="2400100" y="1285376"/>
                </a:lnTo>
                <a:lnTo>
                  <a:pt x="2400418" y="1281245"/>
                </a:lnTo>
                <a:lnTo>
                  <a:pt x="2401052" y="1276797"/>
                </a:lnTo>
                <a:lnTo>
                  <a:pt x="2402322" y="1272348"/>
                </a:lnTo>
                <a:lnTo>
                  <a:pt x="2403591" y="1267900"/>
                </a:lnTo>
                <a:lnTo>
                  <a:pt x="2403908" y="1266947"/>
                </a:lnTo>
                <a:lnTo>
                  <a:pt x="2346473" y="1248835"/>
                </a:lnTo>
                <a:lnTo>
                  <a:pt x="2289673" y="1230406"/>
                </a:lnTo>
                <a:lnTo>
                  <a:pt x="2232873" y="1211660"/>
                </a:lnTo>
                <a:lnTo>
                  <a:pt x="2176073" y="1191642"/>
                </a:lnTo>
                <a:lnTo>
                  <a:pt x="2119590" y="1171306"/>
                </a:lnTo>
                <a:lnTo>
                  <a:pt x="2063425" y="1150335"/>
                </a:lnTo>
                <a:lnTo>
                  <a:pt x="2007577" y="1128729"/>
                </a:lnTo>
                <a:lnTo>
                  <a:pt x="1952046" y="1106804"/>
                </a:lnTo>
                <a:close/>
                <a:moveTo>
                  <a:pt x="1413556" y="857694"/>
                </a:moveTo>
                <a:lnTo>
                  <a:pt x="1413238" y="858329"/>
                </a:lnTo>
                <a:lnTo>
                  <a:pt x="1411017" y="862460"/>
                </a:lnTo>
                <a:lnTo>
                  <a:pt x="1408478" y="866273"/>
                </a:lnTo>
                <a:lnTo>
                  <a:pt x="1405940" y="869768"/>
                </a:lnTo>
                <a:lnTo>
                  <a:pt x="1403401" y="873263"/>
                </a:lnTo>
                <a:lnTo>
                  <a:pt x="1400228" y="876758"/>
                </a:lnTo>
                <a:lnTo>
                  <a:pt x="1397055" y="879936"/>
                </a:lnTo>
                <a:lnTo>
                  <a:pt x="1393882" y="882796"/>
                </a:lnTo>
                <a:lnTo>
                  <a:pt x="1390709" y="885655"/>
                </a:lnTo>
                <a:lnTo>
                  <a:pt x="1387218" y="888515"/>
                </a:lnTo>
                <a:lnTo>
                  <a:pt x="1383410" y="890739"/>
                </a:lnTo>
                <a:lnTo>
                  <a:pt x="1379920" y="892963"/>
                </a:lnTo>
                <a:lnTo>
                  <a:pt x="1376112" y="894870"/>
                </a:lnTo>
                <a:lnTo>
                  <a:pt x="1372304" y="897094"/>
                </a:lnTo>
                <a:lnTo>
                  <a:pt x="1368179" y="899000"/>
                </a:lnTo>
                <a:lnTo>
                  <a:pt x="1364371" y="900271"/>
                </a:lnTo>
                <a:lnTo>
                  <a:pt x="1360246" y="901542"/>
                </a:lnTo>
                <a:lnTo>
                  <a:pt x="1351361" y="903449"/>
                </a:lnTo>
                <a:lnTo>
                  <a:pt x="1347236" y="904084"/>
                </a:lnTo>
                <a:lnTo>
                  <a:pt x="1343111" y="904720"/>
                </a:lnTo>
                <a:lnTo>
                  <a:pt x="1338668" y="905038"/>
                </a:lnTo>
                <a:lnTo>
                  <a:pt x="1333908" y="905038"/>
                </a:lnTo>
                <a:lnTo>
                  <a:pt x="1329783" y="904720"/>
                </a:lnTo>
                <a:lnTo>
                  <a:pt x="1325341" y="904402"/>
                </a:lnTo>
                <a:lnTo>
                  <a:pt x="1320898" y="904084"/>
                </a:lnTo>
                <a:lnTo>
                  <a:pt x="1316456" y="903131"/>
                </a:lnTo>
                <a:lnTo>
                  <a:pt x="1312013" y="901860"/>
                </a:lnTo>
                <a:lnTo>
                  <a:pt x="1307571" y="900907"/>
                </a:lnTo>
                <a:lnTo>
                  <a:pt x="1303446" y="899636"/>
                </a:lnTo>
                <a:lnTo>
                  <a:pt x="1299321" y="897729"/>
                </a:lnTo>
                <a:lnTo>
                  <a:pt x="1294561" y="895823"/>
                </a:lnTo>
                <a:lnTo>
                  <a:pt x="1290436" y="893599"/>
                </a:lnTo>
                <a:lnTo>
                  <a:pt x="1289801" y="892963"/>
                </a:lnTo>
                <a:lnTo>
                  <a:pt x="1113054" y="1215790"/>
                </a:lnTo>
                <a:lnTo>
                  <a:pt x="1114006" y="1216426"/>
                </a:lnTo>
                <a:lnTo>
                  <a:pt x="1118131" y="1218968"/>
                </a:lnTo>
                <a:lnTo>
                  <a:pt x="1122891" y="1221510"/>
                </a:lnTo>
                <a:lnTo>
                  <a:pt x="1126699" y="1224369"/>
                </a:lnTo>
                <a:lnTo>
                  <a:pt x="1130507" y="1227547"/>
                </a:lnTo>
                <a:lnTo>
                  <a:pt x="1134315" y="1230724"/>
                </a:lnTo>
                <a:lnTo>
                  <a:pt x="1137805" y="1233902"/>
                </a:lnTo>
                <a:lnTo>
                  <a:pt x="1141296" y="1237397"/>
                </a:lnTo>
                <a:lnTo>
                  <a:pt x="1144469" y="1240892"/>
                </a:lnTo>
                <a:lnTo>
                  <a:pt x="1147325" y="1244387"/>
                </a:lnTo>
                <a:lnTo>
                  <a:pt x="1149863" y="1248200"/>
                </a:lnTo>
                <a:lnTo>
                  <a:pt x="1152719" y="1252013"/>
                </a:lnTo>
                <a:lnTo>
                  <a:pt x="1155258" y="1255826"/>
                </a:lnTo>
                <a:lnTo>
                  <a:pt x="1157479" y="1259957"/>
                </a:lnTo>
                <a:lnTo>
                  <a:pt x="1159383" y="1264087"/>
                </a:lnTo>
                <a:lnTo>
                  <a:pt x="1161287" y="1268536"/>
                </a:lnTo>
                <a:lnTo>
                  <a:pt x="1162873" y="1272666"/>
                </a:lnTo>
                <a:lnTo>
                  <a:pt x="1164143" y="1276797"/>
                </a:lnTo>
                <a:lnTo>
                  <a:pt x="1165412" y="1280928"/>
                </a:lnTo>
                <a:lnTo>
                  <a:pt x="1166364" y="1285376"/>
                </a:lnTo>
                <a:lnTo>
                  <a:pt x="1167316" y="1289824"/>
                </a:lnTo>
                <a:lnTo>
                  <a:pt x="1167633" y="1294273"/>
                </a:lnTo>
                <a:lnTo>
                  <a:pt x="1168268" y="1298403"/>
                </a:lnTo>
                <a:lnTo>
                  <a:pt x="1168585" y="1302852"/>
                </a:lnTo>
                <a:lnTo>
                  <a:pt x="1168268" y="1307618"/>
                </a:lnTo>
                <a:lnTo>
                  <a:pt x="1167633" y="1311749"/>
                </a:lnTo>
                <a:lnTo>
                  <a:pt x="1167316" y="1316197"/>
                </a:lnTo>
                <a:lnTo>
                  <a:pt x="1166364" y="1320328"/>
                </a:lnTo>
                <a:lnTo>
                  <a:pt x="1165412" y="1324776"/>
                </a:lnTo>
                <a:lnTo>
                  <a:pt x="1164143" y="1329224"/>
                </a:lnTo>
                <a:lnTo>
                  <a:pt x="1162556" y="1333355"/>
                </a:lnTo>
                <a:lnTo>
                  <a:pt x="1160652" y="1337486"/>
                </a:lnTo>
                <a:lnTo>
                  <a:pt x="1159066" y="1341616"/>
                </a:lnTo>
                <a:lnTo>
                  <a:pt x="1155892" y="1346700"/>
                </a:lnTo>
                <a:lnTo>
                  <a:pt x="1215231" y="1376568"/>
                </a:lnTo>
                <a:lnTo>
                  <a:pt x="1274887" y="1406118"/>
                </a:lnTo>
                <a:lnTo>
                  <a:pt x="1334226" y="1435351"/>
                </a:lnTo>
                <a:lnTo>
                  <a:pt x="1393882" y="1464265"/>
                </a:lnTo>
                <a:lnTo>
                  <a:pt x="1453855" y="1492227"/>
                </a:lnTo>
                <a:lnTo>
                  <a:pt x="1514146" y="1519870"/>
                </a:lnTo>
                <a:lnTo>
                  <a:pt x="1574754" y="1547196"/>
                </a:lnTo>
                <a:lnTo>
                  <a:pt x="1635679" y="1574204"/>
                </a:lnTo>
                <a:lnTo>
                  <a:pt x="1627746" y="1565943"/>
                </a:lnTo>
                <a:lnTo>
                  <a:pt x="1620448" y="1557682"/>
                </a:lnTo>
                <a:lnTo>
                  <a:pt x="1613466" y="1549103"/>
                </a:lnTo>
                <a:lnTo>
                  <a:pt x="1607120" y="1540206"/>
                </a:lnTo>
                <a:lnTo>
                  <a:pt x="1601091" y="1531309"/>
                </a:lnTo>
                <a:lnTo>
                  <a:pt x="1595379" y="1522094"/>
                </a:lnTo>
                <a:lnTo>
                  <a:pt x="1590620" y="1512562"/>
                </a:lnTo>
                <a:lnTo>
                  <a:pt x="1585542" y="1503030"/>
                </a:lnTo>
                <a:lnTo>
                  <a:pt x="1581417" y="1493180"/>
                </a:lnTo>
                <a:lnTo>
                  <a:pt x="1577609" y="1483330"/>
                </a:lnTo>
                <a:lnTo>
                  <a:pt x="1574436" y="1473162"/>
                </a:lnTo>
                <a:lnTo>
                  <a:pt x="1571263" y="1462994"/>
                </a:lnTo>
                <a:lnTo>
                  <a:pt x="1569042" y="1453144"/>
                </a:lnTo>
                <a:lnTo>
                  <a:pt x="1566821" y="1442659"/>
                </a:lnTo>
                <a:lnTo>
                  <a:pt x="1565234" y="1432173"/>
                </a:lnTo>
                <a:lnTo>
                  <a:pt x="1563647" y="1421688"/>
                </a:lnTo>
                <a:lnTo>
                  <a:pt x="1563013" y="1411202"/>
                </a:lnTo>
                <a:lnTo>
                  <a:pt x="1562378" y="1400717"/>
                </a:lnTo>
                <a:lnTo>
                  <a:pt x="1562378" y="1389913"/>
                </a:lnTo>
                <a:lnTo>
                  <a:pt x="1562378" y="1379110"/>
                </a:lnTo>
                <a:lnTo>
                  <a:pt x="1563013" y="1368625"/>
                </a:lnTo>
                <a:lnTo>
                  <a:pt x="1563965" y="1357821"/>
                </a:lnTo>
                <a:lnTo>
                  <a:pt x="1565551" y="1347336"/>
                </a:lnTo>
                <a:lnTo>
                  <a:pt x="1567138" y="1336533"/>
                </a:lnTo>
                <a:lnTo>
                  <a:pt x="1569359" y="1326047"/>
                </a:lnTo>
                <a:lnTo>
                  <a:pt x="1571580" y="1315562"/>
                </a:lnTo>
                <a:lnTo>
                  <a:pt x="1574436" y="1305076"/>
                </a:lnTo>
                <a:lnTo>
                  <a:pt x="1577609" y="1294590"/>
                </a:lnTo>
                <a:lnTo>
                  <a:pt x="1581100" y="1284105"/>
                </a:lnTo>
                <a:lnTo>
                  <a:pt x="1584908" y="1273937"/>
                </a:lnTo>
                <a:lnTo>
                  <a:pt x="1588716" y="1263769"/>
                </a:lnTo>
                <a:lnTo>
                  <a:pt x="1593158" y="1253602"/>
                </a:lnTo>
                <a:lnTo>
                  <a:pt x="1598552" y="1242481"/>
                </a:lnTo>
                <a:lnTo>
                  <a:pt x="1604582" y="1231677"/>
                </a:lnTo>
                <a:lnTo>
                  <a:pt x="1610293" y="1221192"/>
                </a:lnTo>
                <a:lnTo>
                  <a:pt x="1616322" y="1211024"/>
                </a:lnTo>
                <a:lnTo>
                  <a:pt x="1622986" y="1201174"/>
                </a:lnTo>
                <a:lnTo>
                  <a:pt x="1629650" y="1191642"/>
                </a:lnTo>
                <a:lnTo>
                  <a:pt x="1636631" y="1182109"/>
                </a:lnTo>
                <a:lnTo>
                  <a:pt x="1643612" y="1173213"/>
                </a:lnTo>
                <a:lnTo>
                  <a:pt x="1650910" y="1164316"/>
                </a:lnTo>
                <a:lnTo>
                  <a:pt x="1658526" y="1156055"/>
                </a:lnTo>
                <a:lnTo>
                  <a:pt x="1666141" y="1148111"/>
                </a:lnTo>
                <a:lnTo>
                  <a:pt x="1673757" y="1140485"/>
                </a:lnTo>
                <a:lnTo>
                  <a:pt x="1682325" y="1132859"/>
                </a:lnTo>
                <a:lnTo>
                  <a:pt x="1690258" y="1125551"/>
                </a:lnTo>
                <a:lnTo>
                  <a:pt x="1698508" y="1119196"/>
                </a:lnTo>
                <a:lnTo>
                  <a:pt x="1707076" y="1112841"/>
                </a:lnTo>
                <a:lnTo>
                  <a:pt x="1715643" y="1106804"/>
                </a:lnTo>
                <a:lnTo>
                  <a:pt x="1724211" y="1101403"/>
                </a:lnTo>
                <a:lnTo>
                  <a:pt x="1733096" y="1096001"/>
                </a:lnTo>
                <a:lnTo>
                  <a:pt x="1741981" y="1091235"/>
                </a:lnTo>
                <a:lnTo>
                  <a:pt x="1750866" y="1086469"/>
                </a:lnTo>
                <a:lnTo>
                  <a:pt x="1759751" y="1082656"/>
                </a:lnTo>
                <a:lnTo>
                  <a:pt x="1768953" y="1078843"/>
                </a:lnTo>
                <a:lnTo>
                  <a:pt x="1778155" y="1075666"/>
                </a:lnTo>
                <a:lnTo>
                  <a:pt x="1787357" y="1073124"/>
                </a:lnTo>
                <a:lnTo>
                  <a:pt x="1796560" y="1070582"/>
                </a:lnTo>
                <a:lnTo>
                  <a:pt x="1805444" y="1068357"/>
                </a:lnTo>
                <a:lnTo>
                  <a:pt x="1814647" y="1067086"/>
                </a:lnTo>
                <a:lnTo>
                  <a:pt x="1824166" y="1066133"/>
                </a:lnTo>
                <a:lnTo>
                  <a:pt x="1833051" y="1065180"/>
                </a:lnTo>
                <a:lnTo>
                  <a:pt x="1842254" y="1064862"/>
                </a:lnTo>
                <a:lnTo>
                  <a:pt x="1850821" y="1065180"/>
                </a:lnTo>
                <a:lnTo>
                  <a:pt x="1795290" y="1041349"/>
                </a:lnTo>
                <a:lnTo>
                  <a:pt x="1740077" y="1016883"/>
                </a:lnTo>
                <a:lnTo>
                  <a:pt x="1684863" y="991781"/>
                </a:lnTo>
                <a:lnTo>
                  <a:pt x="1630284" y="966044"/>
                </a:lnTo>
                <a:lnTo>
                  <a:pt x="1575388" y="939672"/>
                </a:lnTo>
                <a:lnTo>
                  <a:pt x="1521127" y="912663"/>
                </a:lnTo>
                <a:lnTo>
                  <a:pt x="1467182" y="885655"/>
                </a:lnTo>
                <a:lnTo>
                  <a:pt x="1413556" y="857694"/>
                </a:lnTo>
                <a:close/>
                <a:moveTo>
                  <a:pt x="1297417" y="692150"/>
                </a:moveTo>
                <a:lnTo>
                  <a:pt x="1336764" y="713756"/>
                </a:lnTo>
                <a:lnTo>
                  <a:pt x="1376112" y="734727"/>
                </a:lnTo>
                <a:lnTo>
                  <a:pt x="1415459" y="755698"/>
                </a:lnTo>
                <a:lnTo>
                  <a:pt x="1454807" y="776352"/>
                </a:lnTo>
                <a:lnTo>
                  <a:pt x="1494789" y="796687"/>
                </a:lnTo>
                <a:lnTo>
                  <a:pt x="1534454" y="816387"/>
                </a:lnTo>
                <a:lnTo>
                  <a:pt x="1574119" y="836405"/>
                </a:lnTo>
                <a:lnTo>
                  <a:pt x="1613784" y="855470"/>
                </a:lnTo>
                <a:lnTo>
                  <a:pt x="1654083" y="874852"/>
                </a:lnTo>
                <a:lnTo>
                  <a:pt x="1694066" y="893599"/>
                </a:lnTo>
                <a:lnTo>
                  <a:pt x="1734048" y="912028"/>
                </a:lnTo>
                <a:lnTo>
                  <a:pt x="1774664" y="930139"/>
                </a:lnTo>
                <a:lnTo>
                  <a:pt x="1814964" y="947933"/>
                </a:lnTo>
                <a:lnTo>
                  <a:pt x="1855264" y="965409"/>
                </a:lnTo>
                <a:lnTo>
                  <a:pt x="1896198" y="982885"/>
                </a:lnTo>
                <a:lnTo>
                  <a:pt x="1936815" y="999725"/>
                </a:lnTo>
                <a:lnTo>
                  <a:pt x="1977749" y="1016565"/>
                </a:lnTo>
                <a:lnTo>
                  <a:pt x="2018683" y="1032770"/>
                </a:lnTo>
                <a:lnTo>
                  <a:pt x="2059934" y="1049293"/>
                </a:lnTo>
                <a:lnTo>
                  <a:pt x="2101186" y="1064862"/>
                </a:lnTo>
                <a:lnTo>
                  <a:pt x="2142437" y="1080749"/>
                </a:lnTo>
                <a:lnTo>
                  <a:pt x="2184006" y="1095683"/>
                </a:lnTo>
                <a:lnTo>
                  <a:pt x="2225575" y="1110617"/>
                </a:lnTo>
                <a:lnTo>
                  <a:pt x="2267461" y="1125233"/>
                </a:lnTo>
                <a:lnTo>
                  <a:pt x="2309347" y="1139850"/>
                </a:lnTo>
                <a:lnTo>
                  <a:pt x="2351233" y="1153830"/>
                </a:lnTo>
                <a:lnTo>
                  <a:pt x="2393437" y="1167811"/>
                </a:lnTo>
                <a:lnTo>
                  <a:pt x="2435957" y="1181474"/>
                </a:lnTo>
                <a:lnTo>
                  <a:pt x="2478478" y="1194819"/>
                </a:lnTo>
                <a:lnTo>
                  <a:pt x="2520999" y="1207529"/>
                </a:lnTo>
                <a:lnTo>
                  <a:pt x="2563837" y="1220556"/>
                </a:lnTo>
                <a:lnTo>
                  <a:pt x="2606675" y="1233266"/>
                </a:lnTo>
                <a:lnTo>
                  <a:pt x="2415332" y="1938338"/>
                </a:lnTo>
                <a:lnTo>
                  <a:pt x="2366782" y="1924357"/>
                </a:lnTo>
                <a:lnTo>
                  <a:pt x="2318549" y="1910059"/>
                </a:lnTo>
                <a:lnTo>
                  <a:pt x="2270317" y="1895443"/>
                </a:lnTo>
                <a:lnTo>
                  <a:pt x="2222402" y="1880509"/>
                </a:lnTo>
                <a:lnTo>
                  <a:pt x="2174486" y="1865257"/>
                </a:lnTo>
                <a:lnTo>
                  <a:pt x="2126889" y="1849370"/>
                </a:lnTo>
                <a:lnTo>
                  <a:pt x="2079608" y="1833800"/>
                </a:lnTo>
                <a:lnTo>
                  <a:pt x="2032010" y="1817278"/>
                </a:lnTo>
                <a:lnTo>
                  <a:pt x="1984730" y="1800755"/>
                </a:lnTo>
                <a:lnTo>
                  <a:pt x="1937766" y="1783915"/>
                </a:lnTo>
                <a:lnTo>
                  <a:pt x="1890803" y="1766757"/>
                </a:lnTo>
                <a:lnTo>
                  <a:pt x="1844157" y="1749281"/>
                </a:lnTo>
                <a:lnTo>
                  <a:pt x="1797512" y="1731169"/>
                </a:lnTo>
                <a:lnTo>
                  <a:pt x="1751183" y="1713058"/>
                </a:lnTo>
                <a:lnTo>
                  <a:pt x="1704854" y="1694629"/>
                </a:lnTo>
                <a:lnTo>
                  <a:pt x="1658526" y="1675564"/>
                </a:lnTo>
                <a:lnTo>
                  <a:pt x="1612514" y="1656500"/>
                </a:lnTo>
                <a:lnTo>
                  <a:pt x="1566503" y="1636800"/>
                </a:lnTo>
                <a:lnTo>
                  <a:pt x="1520809" y="1617100"/>
                </a:lnTo>
                <a:lnTo>
                  <a:pt x="1475115" y="1596764"/>
                </a:lnTo>
                <a:lnTo>
                  <a:pt x="1429739" y="1576111"/>
                </a:lnTo>
                <a:lnTo>
                  <a:pt x="1384045" y="1555140"/>
                </a:lnTo>
                <a:lnTo>
                  <a:pt x="1338986" y="1534169"/>
                </a:lnTo>
                <a:lnTo>
                  <a:pt x="1293926" y="1512562"/>
                </a:lnTo>
                <a:lnTo>
                  <a:pt x="1248867" y="1490638"/>
                </a:lnTo>
                <a:lnTo>
                  <a:pt x="1204125" y="1468396"/>
                </a:lnTo>
                <a:lnTo>
                  <a:pt x="1159066" y="1446154"/>
                </a:lnTo>
                <a:lnTo>
                  <a:pt x="1114324" y="1422959"/>
                </a:lnTo>
                <a:lnTo>
                  <a:pt x="1069899" y="1399446"/>
                </a:lnTo>
                <a:lnTo>
                  <a:pt x="1025474" y="1376250"/>
                </a:lnTo>
                <a:lnTo>
                  <a:pt x="981050" y="1352102"/>
                </a:lnTo>
                <a:lnTo>
                  <a:pt x="936625" y="1327636"/>
                </a:lnTo>
                <a:lnTo>
                  <a:pt x="1297417" y="692150"/>
                </a:lnTo>
                <a:close/>
                <a:moveTo>
                  <a:pt x="2337312" y="325877"/>
                </a:moveTo>
                <a:lnTo>
                  <a:pt x="2306540" y="337312"/>
                </a:lnTo>
                <a:lnTo>
                  <a:pt x="2313202" y="355098"/>
                </a:lnTo>
                <a:lnTo>
                  <a:pt x="2305271" y="358910"/>
                </a:lnTo>
                <a:lnTo>
                  <a:pt x="2297974" y="363356"/>
                </a:lnTo>
                <a:lnTo>
                  <a:pt x="2291312" y="367803"/>
                </a:lnTo>
                <a:lnTo>
                  <a:pt x="2285285" y="372250"/>
                </a:lnTo>
                <a:lnTo>
                  <a:pt x="2280209" y="376696"/>
                </a:lnTo>
                <a:lnTo>
                  <a:pt x="2275450" y="381778"/>
                </a:lnTo>
                <a:lnTo>
                  <a:pt x="2271644" y="386543"/>
                </a:lnTo>
                <a:lnTo>
                  <a:pt x="2268154" y="391625"/>
                </a:lnTo>
                <a:lnTo>
                  <a:pt x="2265299" y="396706"/>
                </a:lnTo>
                <a:lnTo>
                  <a:pt x="2263078" y="402106"/>
                </a:lnTo>
                <a:lnTo>
                  <a:pt x="2261809" y="407506"/>
                </a:lnTo>
                <a:lnTo>
                  <a:pt x="2261175" y="413223"/>
                </a:lnTo>
                <a:lnTo>
                  <a:pt x="2260540" y="418622"/>
                </a:lnTo>
                <a:lnTo>
                  <a:pt x="2261492" y="424657"/>
                </a:lnTo>
                <a:lnTo>
                  <a:pt x="2262444" y="431009"/>
                </a:lnTo>
                <a:lnTo>
                  <a:pt x="2264664" y="436727"/>
                </a:lnTo>
                <a:lnTo>
                  <a:pt x="2265933" y="440538"/>
                </a:lnTo>
                <a:lnTo>
                  <a:pt x="2267202" y="444032"/>
                </a:lnTo>
                <a:lnTo>
                  <a:pt x="2269106" y="447526"/>
                </a:lnTo>
                <a:lnTo>
                  <a:pt x="2271009" y="450702"/>
                </a:lnTo>
                <a:lnTo>
                  <a:pt x="2273230" y="453560"/>
                </a:lnTo>
                <a:lnTo>
                  <a:pt x="2275450" y="456419"/>
                </a:lnTo>
                <a:lnTo>
                  <a:pt x="2277671" y="458325"/>
                </a:lnTo>
                <a:lnTo>
                  <a:pt x="2280209" y="460866"/>
                </a:lnTo>
                <a:lnTo>
                  <a:pt x="2285285" y="464359"/>
                </a:lnTo>
                <a:lnTo>
                  <a:pt x="2290678" y="467536"/>
                </a:lnTo>
                <a:lnTo>
                  <a:pt x="2296388" y="469759"/>
                </a:lnTo>
                <a:lnTo>
                  <a:pt x="2301781" y="471347"/>
                </a:lnTo>
                <a:lnTo>
                  <a:pt x="2308761" y="472300"/>
                </a:lnTo>
                <a:lnTo>
                  <a:pt x="2318278" y="473253"/>
                </a:lnTo>
                <a:lnTo>
                  <a:pt x="2329698" y="474206"/>
                </a:lnTo>
                <a:lnTo>
                  <a:pt x="2343657" y="474841"/>
                </a:lnTo>
                <a:lnTo>
                  <a:pt x="2359519" y="475158"/>
                </a:lnTo>
                <a:lnTo>
                  <a:pt x="2372209" y="476111"/>
                </a:lnTo>
                <a:lnTo>
                  <a:pt x="2381726" y="477064"/>
                </a:lnTo>
                <a:lnTo>
                  <a:pt x="2387119" y="478017"/>
                </a:lnTo>
                <a:lnTo>
                  <a:pt x="2389340" y="478335"/>
                </a:lnTo>
                <a:lnTo>
                  <a:pt x="2390926" y="479288"/>
                </a:lnTo>
                <a:lnTo>
                  <a:pt x="2392829" y="480558"/>
                </a:lnTo>
                <a:lnTo>
                  <a:pt x="2394098" y="481828"/>
                </a:lnTo>
                <a:lnTo>
                  <a:pt x="2396002" y="483734"/>
                </a:lnTo>
                <a:lnTo>
                  <a:pt x="2396953" y="485640"/>
                </a:lnTo>
                <a:lnTo>
                  <a:pt x="2398222" y="488181"/>
                </a:lnTo>
                <a:lnTo>
                  <a:pt x="2399491" y="490722"/>
                </a:lnTo>
                <a:lnTo>
                  <a:pt x="2400443" y="493580"/>
                </a:lnTo>
                <a:lnTo>
                  <a:pt x="2400760" y="496439"/>
                </a:lnTo>
                <a:lnTo>
                  <a:pt x="2400760" y="499298"/>
                </a:lnTo>
                <a:lnTo>
                  <a:pt x="2400126" y="501839"/>
                </a:lnTo>
                <a:lnTo>
                  <a:pt x="2398540" y="503744"/>
                </a:lnTo>
                <a:lnTo>
                  <a:pt x="2396953" y="505650"/>
                </a:lnTo>
                <a:lnTo>
                  <a:pt x="2394415" y="507238"/>
                </a:lnTo>
                <a:lnTo>
                  <a:pt x="2391560" y="508826"/>
                </a:lnTo>
                <a:lnTo>
                  <a:pt x="2387753" y="509779"/>
                </a:lnTo>
                <a:lnTo>
                  <a:pt x="2384581" y="510097"/>
                </a:lnTo>
                <a:lnTo>
                  <a:pt x="2382360" y="509779"/>
                </a:lnTo>
                <a:lnTo>
                  <a:pt x="2380774" y="509461"/>
                </a:lnTo>
                <a:lnTo>
                  <a:pt x="2379822" y="508826"/>
                </a:lnTo>
                <a:lnTo>
                  <a:pt x="2378236" y="506603"/>
                </a:lnTo>
                <a:lnTo>
                  <a:pt x="2376016" y="503427"/>
                </a:lnTo>
                <a:lnTo>
                  <a:pt x="2373795" y="498980"/>
                </a:lnTo>
                <a:lnTo>
                  <a:pt x="2371574" y="493263"/>
                </a:lnTo>
                <a:lnTo>
                  <a:pt x="2368719" y="485640"/>
                </a:lnTo>
                <a:lnTo>
                  <a:pt x="2334140" y="498662"/>
                </a:lnTo>
                <a:lnTo>
                  <a:pt x="2299243" y="510732"/>
                </a:lnTo>
                <a:lnTo>
                  <a:pt x="2300830" y="516449"/>
                </a:lnTo>
                <a:lnTo>
                  <a:pt x="2301781" y="519943"/>
                </a:lnTo>
                <a:lnTo>
                  <a:pt x="2304002" y="525025"/>
                </a:lnTo>
                <a:lnTo>
                  <a:pt x="2306223" y="529154"/>
                </a:lnTo>
                <a:lnTo>
                  <a:pt x="2309078" y="533600"/>
                </a:lnTo>
                <a:lnTo>
                  <a:pt x="2312568" y="537094"/>
                </a:lnTo>
                <a:lnTo>
                  <a:pt x="2316057" y="539953"/>
                </a:lnTo>
                <a:lnTo>
                  <a:pt x="2320181" y="542811"/>
                </a:lnTo>
                <a:lnTo>
                  <a:pt x="2324940" y="545035"/>
                </a:lnTo>
                <a:lnTo>
                  <a:pt x="2329698" y="546623"/>
                </a:lnTo>
                <a:lnTo>
                  <a:pt x="2334774" y="548211"/>
                </a:lnTo>
                <a:lnTo>
                  <a:pt x="2340485" y="548846"/>
                </a:lnTo>
                <a:lnTo>
                  <a:pt x="2346829" y="549164"/>
                </a:lnTo>
                <a:lnTo>
                  <a:pt x="2353174" y="548846"/>
                </a:lnTo>
                <a:lnTo>
                  <a:pt x="2360154" y="548211"/>
                </a:lnTo>
                <a:lnTo>
                  <a:pt x="2367450" y="546940"/>
                </a:lnTo>
                <a:lnTo>
                  <a:pt x="2375381" y="545670"/>
                </a:lnTo>
                <a:lnTo>
                  <a:pt x="2383312" y="543447"/>
                </a:lnTo>
                <a:lnTo>
                  <a:pt x="2389022" y="558375"/>
                </a:lnTo>
                <a:lnTo>
                  <a:pt x="2421381" y="545988"/>
                </a:lnTo>
                <a:lnTo>
                  <a:pt x="2415353" y="531377"/>
                </a:lnTo>
                <a:lnTo>
                  <a:pt x="2423602" y="527248"/>
                </a:lnTo>
                <a:lnTo>
                  <a:pt x="2431533" y="523119"/>
                </a:lnTo>
                <a:lnTo>
                  <a:pt x="2438512" y="518672"/>
                </a:lnTo>
                <a:lnTo>
                  <a:pt x="2444222" y="514226"/>
                </a:lnTo>
                <a:lnTo>
                  <a:pt x="2449932" y="509779"/>
                </a:lnTo>
                <a:lnTo>
                  <a:pt x="2455008" y="505650"/>
                </a:lnTo>
                <a:lnTo>
                  <a:pt x="2459450" y="500568"/>
                </a:lnTo>
                <a:lnTo>
                  <a:pt x="2462939" y="496121"/>
                </a:lnTo>
                <a:lnTo>
                  <a:pt x="2465477" y="491675"/>
                </a:lnTo>
                <a:lnTo>
                  <a:pt x="2467698" y="486593"/>
                </a:lnTo>
                <a:lnTo>
                  <a:pt x="2469284" y="481828"/>
                </a:lnTo>
                <a:lnTo>
                  <a:pt x="2470553" y="477064"/>
                </a:lnTo>
                <a:lnTo>
                  <a:pt x="2470553" y="471982"/>
                </a:lnTo>
                <a:lnTo>
                  <a:pt x="2470236" y="466900"/>
                </a:lnTo>
                <a:lnTo>
                  <a:pt x="2468967" y="461818"/>
                </a:lnTo>
                <a:lnTo>
                  <a:pt x="2467381" y="456737"/>
                </a:lnTo>
                <a:lnTo>
                  <a:pt x="2465477" y="453243"/>
                </a:lnTo>
                <a:lnTo>
                  <a:pt x="2463891" y="450067"/>
                </a:lnTo>
                <a:lnTo>
                  <a:pt x="2461988" y="446890"/>
                </a:lnTo>
                <a:lnTo>
                  <a:pt x="2459767" y="444032"/>
                </a:lnTo>
                <a:lnTo>
                  <a:pt x="2457546" y="441491"/>
                </a:lnTo>
                <a:lnTo>
                  <a:pt x="2454691" y="438950"/>
                </a:lnTo>
                <a:lnTo>
                  <a:pt x="2451836" y="436409"/>
                </a:lnTo>
                <a:lnTo>
                  <a:pt x="2448981" y="434503"/>
                </a:lnTo>
                <a:lnTo>
                  <a:pt x="2442636" y="431009"/>
                </a:lnTo>
                <a:lnTo>
                  <a:pt x="2435974" y="428151"/>
                </a:lnTo>
                <a:lnTo>
                  <a:pt x="2429312" y="425927"/>
                </a:lnTo>
                <a:lnTo>
                  <a:pt x="2422650" y="424657"/>
                </a:lnTo>
                <a:lnTo>
                  <a:pt x="2414402" y="424022"/>
                </a:lnTo>
                <a:lnTo>
                  <a:pt x="2403298" y="422751"/>
                </a:lnTo>
                <a:lnTo>
                  <a:pt x="2372843" y="421481"/>
                </a:lnTo>
                <a:lnTo>
                  <a:pt x="2362691" y="420846"/>
                </a:lnTo>
                <a:lnTo>
                  <a:pt x="2358567" y="420210"/>
                </a:lnTo>
                <a:lnTo>
                  <a:pt x="2355078" y="419257"/>
                </a:lnTo>
                <a:lnTo>
                  <a:pt x="2351905" y="418622"/>
                </a:lnTo>
                <a:lnTo>
                  <a:pt x="2349050" y="417669"/>
                </a:lnTo>
                <a:lnTo>
                  <a:pt x="2347147" y="416717"/>
                </a:lnTo>
                <a:lnTo>
                  <a:pt x="2345243" y="415128"/>
                </a:lnTo>
                <a:lnTo>
                  <a:pt x="2342705" y="411635"/>
                </a:lnTo>
                <a:lnTo>
                  <a:pt x="2339850" y="407188"/>
                </a:lnTo>
                <a:lnTo>
                  <a:pt x="2336678" y="401153"/>
                </a:lnTo>
                <a:lnTo>
                  <a:pt x="2333823" y="393848"/>
                </a:lnTo>
                <a:lnTo>
                  <a:pt x="2332871" y="390672"/>
                </a:lnTo>
                <a:lnTo>
                  <a:pt x="2332554" y="388448"/>
                </a:lnTo>
                <a:lnTo>
                  <a:pt x="2332871" y="385590"/>
                </a:lnTo>
                <a:lnTo>
                  <a:pt x="2333505" y="383366"/>
                </a:lnTo>
                <a:lnTo>
                  <a:pt x="2334774" y="381461"/>
                </a:lnTo>
                <a:lnTo>
                  <a:pt x="2336995" y="379237"/>
                </a:lnTo>
                <a:lnTo>
                  <a:pt x="2339533" y="377967"/>
                </a:lnTo>
                <a:lnTo>
                  <a:pt x="2342705" y="376379"/>
                </a:lnTo>
                <a:lnTo>
                  <a:pt x="2346512" y="375108"/>
                </a:lnTo>
                <a:lnTo>
                  <a:pt x="2349685" y="375108"/>
                </a:lnTo>
                <a:lnTo>
                  <a:pt x="2350954" y="375108"/>
                </a:lnTo>
                <a:lnTo>
                  <a:pt x="2352223" y="375426"/>
                </a:lnTo>
                <a:lnTo>
                  <a:pt x="2353492" y="376061"/>
                </a:lnTo>
                <a:lnTo>
                  <a:pt x="2354443" y="377332"/>
                </a:lnTo>
                <a:lnTo>
                  <a:pt x="2356664" y="379873"/>
                </a:lnTo>
                <a:lnTo>
                  <a:pt x="2358885" y="384637"/>
                </a:lnTo>
                <a:lnTo>
                  <a:pt x="2362057" y="391307"/>
                </a:lnTo>
                <a:lnTo>
                  <a:pt x="2365229" y="399565"/>
                </a:lnTo>
                <a:lnTo>
                  <a:pt x="2369671" y="410999"/>
                </a:lnTo>
                <a:lnTo>
                  <a:pt x="2403615" y="397659"/>
                </a:lnTo>
                <a:lnTo>
                  <a:pt x="2436926" y="384637"/>
                </a:lnTo>
                <a:lnTo>
                  <a:pt x="2433436" y="375426"/>
                </a:lnTo>
                <a:lnTo>
                  <a:pt x="2429946" y="368121"/>
                </a:lnTo>
                <a:lnTo>
                  <a:pt x="2426457" y="361768"/>
                </a:lnTo>
                <a:lnTo>
                  <a:pt x="2422333" y="356051"/>
                </a:lnTo>
                <a:lnTo>
                  <a:pt x="2420429" y="353510"/>
                </a:lnTo>
                <a:lnTo>
                  <a:pt x="2417891" y="351287"/>
                </a:lnTo>
                <a:lnTo>
                  <a:pt x="2415671" y="349381"/>
                </a:lnTo>
                <a:lnTo>
                  <a:pt x="2412815" y="347158"/>
                </a:lnTo>
                <a:lnTo>
                  <a:pt x="2410595" y="345570"/>
                </a:lnTo>
                <a:lnTo>
                  <a:pt x="2407740" y="343982"/>
                </a:lnTo>
                <a:lnTo>
                  <a:pt x="2405202" y="343029"/>
                </a:lnTo>
                <a:lnTo>
                  <a:pt x="2402029" y="341758"/>
                </a:lnTo>
                <a:lnTo>
                  <a:pt x="2399491" y="340805"/>
                </a:lnTo>
                <a:lnTo>
                  <a:pt x="2396319" y="340170"/>
                </a:lnTo>
                <a:lnTo>
                  <a:pt x="2389974" y="339217"/>
                </a:lnTo>
                <a:lnTo>
                  <a:pt x="2383629" y="338900"/>
                </a:lnTo>
                <a:lnTo>
                  <a:pt x="2377284" y="338582"/>
                </a:lnTo>
                <a:lnTo>
                  <a:pt x="2370940" y="338900"/>
                </a:lnTo>
                <a:lnTo>
                  <a:pt x="2364278" y="339535"/>
                </a:lnTo>
                <a:lnTo>
                  <a:pt x="2357616" y="340488"/>
                </a:lnTo>
                <a:lnTo>
                  <a:pt x="2350954" y="342394"/>
                </a:lnTo>
                <a:lnTo>
                  <a:pt x="2344292" y="343982"/>
                </a:lnTo>
                <a:lnTo>
                  <a:pt x="2337312" y="325877"/>
                </a:lnTo>
                <a:close/>
                <a:moveTo>
                  <a:pt x="2259588" y="275058"/>
                </a:moveTo>
                <a:lnTo>
                  <a:pt x="2219933" y="289351"/>
                </a:lnTo>
                <a:lnTo>
                  <a:pt x="2179961" y="303326"/>
                </a:lnTo>
                <a:lnTo>
                  <a:pt x="2139672" y="316984"/>
                </a:lnTo>
                <a:lnTo>
                  <a:pt x="2099700" y="329689"/>
                </a:lnTo>
                <a:lnTo>
                  <a:pt x="2059727" y="342394"/>
                </a:lnTo>
                <a:lnTo>
                  <a:pt x="2019121" y="354463"/>
                </a:lnTo>
                <a:lnTo>
                  <a:pt x="1978514" y="366533"/>
                </a:lnTo>
                <a:lnTo>
                  <a:pt x="1937590" y="377967"/>
                </a:lnTo>
                <a:lnTo>
                  <a:pt x="1937907" y="378285"/>
                </a:lnTo>
                <a:lnTo>
                  <a:pt x="1939493" y="384637"/>
                </a:lnTo>
                <a:lnTo>
                  <a:pt x="1940128" y="390672"/>
                </a:lnTo>
                <a:lnTo>
                  <a:pt x="1940128" y="397024"/>
                </a:lnTo>
                <a:lnTo>
                  <a:pt x="1939493" y="403059"/>
                </a:lnTo>
                <a:lnTo>
                  <a:pt x="1938542" y="409094"/>
                </a:lnTo>
                <a:lnTo>
                  <a:pt x="1936638" y="414811"/>
                </a:lnTo>
                <a:lnTo>
                  <a:pt x="1934100" y="420528"/>
                </a:lnTo>
                <a:lnTo>
                  <a:pt x="1931562" y="425610"/>
                </a:lnTo>
                <a:lnTo>
                  <a:pt x="1928390" y="431009"/>
                </a:lnTo>
                <a:lnTo>
                  <a:pt x="1924583" y="435456"/>
                </a:lnTo>
                <a:lnTo>
                  <a:pt x="1919824" y="439903"/>
                </a:lnTo>
                <a:lnTo>
                  <a:pt x="1915383" y="443714"/>
                </a:lnTo>
                <a:lnTo>
                  <a:pt x="1910307" y="447208"/>
                </a:lnTo>
                <a:lnTo>
                  <a:pt x="1904597" y="450384"/>
                </a:lnTo>
                <a:lnTo>
                  <a:pt x="1898569" y="452925"/>
                </a:lnTo>
                <a:lnTo>
                  <a:pt x="1892542" y="454513"/>
                </a:lnTo>
                <a:lnTo>
                  <a:pt x="1891590" y="454831"/>
                </a:lnTo>
                <a:lnTo>
                  <a:pt x="1955038" y="703844"/>
                </a:lnTo>
                <a:lnTo>
                  <a:pt x="1955673" y="703209"/>
                </a:lnTo>
                <a:lnTo>
                  <a:pt x="1962652" y="701939"/>
                </a:lnTo>
                <a:lnTo>
                  <a:pt x="1969314" y="701303"/>
                </a:lnTo>
                <a:lnTo>
                  <a:pt x="1976293" y="700986"/>
                </a:lnTo>
                <a:lnTo>
                  <a:pt x="1982955" y="701303"/>
                </a:lnTo>
                <a:lnTo>
                  <a:pt x="1989300" y="702256"/>
                </a:lnTo>
                <a:lnTo>
                  <a:pt x="1995645" y="704162"/>
                </a:lnTo>
                <a:lnTo>
                  <a:pt x="2001355" y="706068"/>
                </a:lnTo>
                <a:lnTo>
                  <a:pt x="2007383" y="708609"/>
                </a:lnTo>
                <a:lnTo>
                  <a:pt x="2012776" y="711785"/>
                </a:lnTo>
                <a:lnTo>
                  <a:pt x="2017852" y="715279"/>
                </a:lnTo>
                <a:lnTo>
                  <a:pt x="2022293" y="719408"/>
                </a:lnTo>
                <a:lnTo>
                  <a:pt x="2026417" y="723854"/>
                </a:lnTo>
                <a:lnTo>
                  <a:pt x="2030541" y="728936"/>
                </a:lnTo>
                <a:lnTo>
                  <a:pt x="2033396" y="734018"/>
                </a:lnTo>
                <a:lnTo>
                  <a:pt x="2036252" y="740053"/>
                </a:lnTo>
                <a:lnTo>
                  <a:pt x="2038472" y="745770"/>
                </a:lnTo>
                <a:lnTo>
                  <a:pt x="2039107" y="749582"/>
                </a:lnTo>
                <a:lnTo>
                  <a:pt x="2083838" y="736877"/>
                </a:lnTo>
                <a:lnTo>
                  <a:pt x="2127934" y="723537"/>
                </a:lnTo>
                <a:lnTo>
                  <a:pt x="2172347" y="709879"/>
                </a:lnTo>
                <a:lnTo>
                  <a:pt x="2216444" y="695904"/>
                </a:lnTo>
                <a:lnTo>
                  <a:pt x="2260223" y="681611"/>
                </a:lnTo>
                <a:lnTo>
                  <a:pt x="2304319" y="667318"/>
                </a:lnTo>
                <a:lnTo>
                  <a:pt x="2348098" y="652390"/>
                </a:lnTo>
                <a:lnTo>
                  <a:pt x="2391560" y="637144"/>
                </a:lnTo>
                <a:lnTo>
                  <a:pt x="2383947" y="636827"/>
                </a:lnTo>
                <a:lnTo>
                  <a:pt x="2376016" y="635874"/>
                </a:lnTo>
                <a:lnTo>
                  <a:pt x="2368719" y="634921"/>
                </a:lnTo>
                <a:lnTo>
                  <a:pt x="2361105" y="633333"/>
                </a:lnTo>
                <a:lnTo>
                  <a:pt x="2353809" y="631427"/>
                </a:lnTo>
                <a:lnTo>
                  <a:pt x="2346512" y="629839"/>
                </a:lnTo>
                <a:lnTo>
                  <a:pt x="2339533" y="627298"/>
                </a:lnTo>
                <a:lnTo>
                  <a:pt x="2332554" y="624440"/>
                </a:lnTo>
                <a:lnTo>
                  <a:pt x="2325892" y="621581"/>
                </a:lnTo>
                <a:lnTo>
                  <a:pt x="2319230" y="618087"/>
                </a:lnTo>
                <a:lnTo>
                  <a:pt x="2312568" y="614593"/>
                </a:lnTo>
                <a:lnTo>
                  <a:pt x="2306223" y="611100"/>
                </a:lnTo>
                <a:lnTo>
                  <a:pt x="2300195" y="606970"/>
                </a:lnTo>
                <a:lnTo>
                  <a:pt x="2294168" y="602841"/>
                </a:lnTo>
                <a:lnTo>
                  <a:pt x="2288140" y="598395"/>
                </a:lnTo>
                <a:lnTo>
                  <a:pt x="2282747" y="593313"/>
                </a:lnTo>
                <a:lnTo>
                  <a:pt x="2277037" y="588549"/>
                </a:lnTo>
                <a:lnTo>
                  <a:pt x="2271961" y="583467"/>
                </a:lnTo>
                <a:lnTo>
                  <a:pt x="2266568" y="578067"/>
                </a:lnTo>
                <a:lnTo>
                  <a:pt x="2261809" y="572668"/>
                </a:lnTo>
                <a:lnTo>
                  <a:pt x="2256733" y="566950"/>
                </a:lnTo>
                <a:lnTo>
                  <a:pt x="2252292" y="560916"/>
                </a:lnTo>
                <a:lnTo>
                  <a:pt x="2248168" y="554881"/>
                </a:lnTo>
                <a:lnTo>
                  <a:pt x="2244044" y="548528"/>
                </a:lnTo>
                <a:lnTo>
                  <a:pt x="2239920" y="542176"/>
                </a:lnTo>
                <a:lnTo>
                  <a:pt x="2236113" y="535506"/>
                </a:lnTo>
                <a:lnTo>
                  <a:pt x="2232623" y="528836"/>
                </a:lnTo>
                <a:lnTo>
                  <a:pt x="2229133" y="522166"/>
                </a:lnTo>
                <a:lnTo>
                  <a:pt x="2225961" y="515178"/>
                </a:lnTo>
                <a:lnTo>
                  <a:pt x="2223106" y="508509"/>
                </a:lnTo>
                <a:lnTo>
                  <a:pt x="2220251" y="500886"/>
                </a:lnTo>
                <a:lnTo>
                  <a:pt x="2217713" y="493898"/>
                </a:lnTo>
                <a:lnTo>
                  <a:pt x="2215492" y="485640"/>
                </a:lnTo>
                <a:lnTo>
                  <a:pt x="2212954" y="477699"/>
                </a:lnTo>
                <a:lnTo>
                  <a:pt x="2210734" y="469441"/>
                </a:lnTo>
                <a:lnTo>
                  <a:pt x="2209465" y="461183"/>
                </a:lnTo>
                <a:lnTo>
                  <a:pt x="2207878" y="453243"/>
                </a:lnTo>
                <a:lnTo>
                  <a:pt x="2206609" y="444985"/>
                </a:lnTo>
                <a:lnTo>
                  <a:pt x="2205658" y="436727"/>
                </a:lnTo>
                <a:lnTo>
                  <a:pt x="2205023" y="429104"/>
                </a:lnTo>
                <a:lnTo>
                  <a:pt x="2204706" y="421163"/>
                </a:lnTo>
                <a:lnTo>
                  <a:pt x="2204706" y="413223"/>
                </a:lnTo>
                <a:lnTo>
                  <a:pt x="2204706" y="405600"/>
                </a:lnTo>
                <a:lnTo>
                  <a:pt x="2205023" y="397659"/>
                </a:lnTo>
                <a:lnTo>
                  <a:pt x="2205658" y="390036"/>
                </a:lnTo>
                <a:lnTo>
                  <a:pt x="2206292" y="382414"/>
                </a:lnTo>
                <a:lnTo>
                  <a:pt x="2207244" y="375108"/>
                </a:lnTo>
                <a:lnTo>
                  <a:pt x="2208830" y="367803"/>
                </a:lnTo>
                <a:lnTo>
                  <a:pt x="2210099" y="360816"/>
                </a:lnTo>
                <a:lnTo>
                  <a:pt x="2212320" y="353828"/>
                </a:lnTo>
                <a:lnTo>
                  <a:pt x="2213906" y="346840"/>
                </a:lnTo>
                <a:lnTo>
                  <a:pt x="2216444" y="340170"/>
                </a:lnTo>
                <a:lnTo>
                  <a:pt x="2218982" y="333500"/>
                </a:lnTo>
                <a:lnTo>
                  <a:pt x="2221202" y="327465"/>
                </a:lnTo>
                <a:lnTo>
                  <a:pt x="2224375" y="321113"/>
                </a:lnTo>
                <a:lnTo>
                  <a:pt x="2227547" y="315078"/>
                </a:lnTo>
                <a:lnTo>
                  <a:pt x="2230720" y="309679"/>
                </a:lnTo>
                <a:lnTo>
                  <a:pt x="2234209" y="303962"/>
                </a:lnTo>
                <a:lnTo>
                  <a:pt x="2238016" y="298244"/>
                </a:lnTo>
                <a:lnTo>
                  <a:pt x="2241823" y="293163"/>
                </a:lnTo>
                <a:lnTo>
                  <a:pt x="2245947" y="288398"/>
                </a:lnTo>
                <a:lnTo>
                  <a:pt x="2250388" y="283634"/>
                </a:lnTo>
                <a:lnTo>
                  <a:pt x="2254830" y="279187"/>
                </a:lnTo>
                <a:lnTo>
                  <a:pt x="2259588" y="275058"/>
                </a:lnTo>
                <a:close/>
                <a:moveTo>
                  <a:pt x="2637421" y="114660"/>
                </a:moveTo>
                <a:lnTo>
                  <a:pt x="2599352" y="132765"/>
                </a:lnTo>
                <a:lnTo>
                  <a:pt x="2561601" y="150551"/>
                </a:lnTo>
                <a:lnTo>
                  <a:pt x="2523849" y="167703"/>
                </a:lnTo>
                <a:lnTo>
                  <a:pt x="2485463" y="184537"/>
                </a:lnTo>
                <a:lnTo>
                  <a:pt x="2447077" y="201053"/>
                </a:lnTo>
                <a:lnTo>
                  <a:pt x="2408374" y="216934"/>
                </a:lnTo>
                <a:lnTo>
                  <a:pt x="2369671" y="233133"/>
                </a:lnTo>
                <a:lnTo>
                  <a:pt x="2330650" y="248061"/>
                </a:lnTo>
                <a:lnTo>
                  <a:pt x="2336995" y="248378"/>
                </a:lnTo>
                <a:lnTo>
                  <a:pt x="2343340" y="248696"/>
                </a:lnTo>
                <a:lnTo>
                  <a:pt x="2349685" y="249331"/>
                </a:lnTo>
                <a:lnTo>
                  <a:pt x="2355712" y="250284"/>
                </a:lnTo>
                <a:lnTo>
                  <a:pt x="2362374" y="251554"/>
                </a:lnTo>
                <a:lnTo>
                  <a:pt x="2368719" y="253143"/>
                </a:lnTo>
                <a:lnTo>
                  <a:pt x="2375064" y="255048"/>
                </a:lnTo>
                <a:lnTo>
                  <a:pt x="2381409" y="257272"/>
                </a:lnTo>
                <a:lnTo>
                  <a:pt x="2387436" y="259495"/>
                </a:lnTo>
                <a:lnTo>
                  <a:pt x="2393781" y="262353"/>
                </a:lnTo>
                <a:lnTo>
                  <a:pt x="2400126" y="265212"/>
                </a:lnTo>
                <a:lnTo>
                  <a:pt x="2405836" y="268706"/>
                </a:lnTo>
                <a:lnTo>
                  <a:pt x="2412181" y="272200"/>
                </a:lnTo>
                <a:lnTo>
                  <a:pt x="2418208" y="276011"/>
                </a:lnTo>
                <a:lnTo>
                  <a:pt x="2424236" y="280140"/>
                </a:lnTo>
                <a:lnTo>
                  <a:pt x="2429946" y="284269"/>
                </a:lnTo>
                <a:lnTo>
                  <a:pt x="2435974" y="289034"/>
                </a:lnTo>
                <a:lnTo>
                  <a:pt x="2441684" y="293798"/>
                </a:lnTo>
                <a:lnTo>
                  <a:pt x="2447077" y="299197"/>
                </a:lnTo>
                <a:lnTo>
                  <a:pt x="2452788" y="304279"/>
                </a:lnTo>
                <a:lnTo>
                  <a:pt x="2457863" y="309996"/>
                </a:lnTo>
                <a:lnTo>
                  <a:pt x="2463257" y="315714"/>
                </a:lnTo>
                <a:lnTo>
                  <a:pt x="2468015" y="321748"/>
                </a:lnTo>
                <a:lnTo>
                  <a:pt x="2472774" y="328101"/>
                </a:lnTo>
                <a:lnTo>
                  <a:pt x="2477850" y="334453"/>
                </a:lnTo>
                <a:lnTo>
                  <a:pt x="2482291" y="340805"/>
                </a:lnTo>
                <a:lnTo>
                  <a:pt x="2486732" y="347793"/>
                </a:lnTo>
                <a:lnTo>
                  <a:pt x="2490856" y="354781"/>
                </a:lnTo>
                <a:lnTo>
                  <a:pt x="2495298" y="362086"/>
                </a:lnTo>
                <a:lnTo>
                  <a:pt x="2499105" y="370026"/>
                </a:lnTo>
                <a:lnTo>
                  <a:pt x="2502912" y="377332"/>
                </a:lnTo>
                <a:lnTo>
                  <a:pt x="2506401" y="385272"/>
                </a:lnTo>
                <a:lnTo>
                  <a:pt x="2509256" y="392260"/>
                </a:lnTo>
                <a:lnTo>
                  <a:pt x="2511794" y="399565"/>
                </a:lnTo>
                <a:lnTo>
                  <a:pt x="2514015" y="406553"/>
                </a:lnTo>
                <a:lnTo>
                  <a:pt x="2516553" y="413858"/>
                </a:lnTo>
                <a:lnTo>
                  <a:pt x="2518139" y="421163"/>
                </a:lnTo>
                <a:lnTo>
                  <a:pt x="2520042" y="428468"/>
                </a:lnTo>
                <a:lnTo>
                  <a:pt x="2521311" y="436091"/>
                </a:lnTo>
                <a:lnTo>
                  <a:pt x="2522580" y="443397"/>
                </a:lnTo>
                <a:lnTo>
                  <a:pt x="2523849" y="450702"/>
                </a:lnTo>
                <a:lnTo>
                  <a:pt x="2524484" y="458325"/>
                </a:lnTo>
                <a:lnTo>
                  <a:pt x="2524801" y="465948"/>
                </a:lnTo>
                <a:lnTo>
                  <a:pt x="2525118" y="473570"/>
                </a:lnTo>
                <a:lnTo>
                  <a:pt x="2525118" y="480876"/>
                </a:lnTo>
                <a:lnTo>
                  <a:pt x="2524801" y="488181"/>
                </a:lnTo>
                <a:lnTo>
                  <a:pt x="2524167" y="495486"/>
                </a:lnTo>
                <a:lnTo>
                  <a:pt x="2523215" y="502791"/>
                </a:lnTo>
                <a:lnTo>
                  <a:pt x="2521946" y="510097"/>
                </a:lnTo>
                <a:lnTo>
                  <a:pt x="2520677" y="517402"/>
                </a:lnTo>
                <a:lnTo>
                  <a:pt x="2518774" y="524389"/>
                </a:lnTo>
                <a:lnTo>
                  <a:pt x="2516870" y="531695"/>
                </a:lnTo>
                <a:lnTo>
                  <a:pt x="2514649" y="538682"/>
                </a:lnTo>
                <a:lnTo>
                  <a:pt x="2512112" y="545670"/>
                </a:lnTo>
                <a:lnTo>
                  <a:pt x="2509256" y="552340"/>
                </a:lnTo>
                <a:lnTo>
                  <a:pt x="2506084" y="559010"/>
                </a:lnTo>
                <a:lnTo>
                  <a:pt x="2502594" y="565680"/>
                </a:lnTo>
                <a:lnTo>
                  <a:pt x="2499105" y="572032"/>
                </a:lnTo>
                <a:lnTo>
                  <a:pt x="2494980" y="578385"/>
                </a:lnTo>
                <a:lnTo>
                  <a:pt x="2490222" y="584737"/>
                </a:lnTo>
                <a:lnTo>
                  <a:pt x="2485781" y="590772"/>
                </a:lnTo>
                <a:lnTo>
                  <a:pt x="2481022" y="596489"/>
                </a:lnTo>
                <a:lnTo>
                  <a:pt x="2475312" y="602206"/>
                </a:lnTo>
                <a:lnTo>
                  <a:pt x="2469601" y="607923"/>
                </a:lnTo>
                <a:lnTo>
                  <a:pt x="2512112" y="590454"/>
                </a:lnTo>
                <a:lnTo>
                  <a:pt x="2554622" y="572985"/>
                </a:lnTo>
                <a:lnTo>
                  <a:pt x="2596815" y="555199"/>
                </a:lnTo>
                <a:lnTo>
                  <a:pt x="2639008" y="537094"/>
                </a:lnTo>
                <a:lnTo>
                  <a:pt x="2680883" y="518355"/>
                </a:lnTo>
                <a:lnTo>
                  <a:pt x="2722759" y="499615"/>
                </a:lnTo>
                <a:lnTo>
                  <a:pt x="2764634" y="480558"/>
                </a:lnTo>
                <a:lnTo>
                  <a:pt x="2805876" y="460866"/>
                </a:lnTo>
                <a:lnTo>
                  <a:pt x="2803972" y="457372"/>
                </a:lnTo>
                <a:lnTo>
                  <a:pt x="2801434" y="451655"/>
                </a:lnTo>
                <a:lnTo>
                  <a:pt x="2799848" y="445620"/>
                </a:lnTo>
                <a:lnTo>
                  <a:pt x="2798579" y="439585"/>
                </a:lnTo>
                <a:lnTo>
                  <a:pt x="2798262" y="433233"/>
                </a:lnTo>
                <a:lnTo>
                  <a:pt x="2798579" y="427198"/>
                </a:lnTo>
                <a:lnTo>
                  <a:pt x="2799214" y="421163"/>
                </a:lnTo>
                <a:lnTo>
                  <a:pt x="2800800" y="414811"/>
                </a:lnTo>
                <a:lnTo>
                  <a:pt x="2802703" y="409411"/>
                </a:lnTo>
                <a:lnTo>
                  <a:pt x="2805241" y="403377"/>
                </a:lnTo>
                <a:lnTo>
                  <a:pt x="2808414" y="397659"/>
                </a:lnTo>
                <a:lnTo>
                  <a:pt x="2812220" y="392577"/>
                </a:lnTo>
                <a:lnTo>
                  <a:pt x="2816345" y="387813"/>
                </a:lnTo>
                <a:lnTo>
                  <a:pt x="2821103" y="382731"/>
                </a:lnTo>
                <a:lnTo>
                  <a:pt x="2826179" y="378602"/>
                </a:lnTo>
                <a:lnTo>
                  <a:pt x="2831889" y="374473"/>
                </a:lnTo>
                <a:lnTo>
                  <a:pt x="2837917" y="371297"/>
                </a:lnTo>
                <a:lnTo>
                  <a:pt x="2841724" y="369391"/>
                </a:lnTo>
                <a:lnTo>
                  <a:pt x="2725614" y="140388"/>
                </a:lnTo>
                <a:lnTo>
                  <a:pt x="2722124" y="141976"/>
                </a:lnTo>
                <a:lnTo>
                  <a:pt x="2716097" y="144834"/>
                </a:lnTo>
                <a:lnTo>
                  <a:pt x="2710069" y="147058"/>
                </a:lnTo>
                <a:lnTo>
                  <a:pt x="2704042" y="148328"/>
                </a:lnTo>
                <a:lnTo>
                  <a:pt x="2697697" y="148963"/>
                </a:lnTo>
                <a:lnTo>
                  <a:pt x="2691669" y="149281"/>
                </a:lnTo>
                <a:lnTo>
                  <a:pt x="2685324" y="148646"/>
                </a:lnTo>
                <a:lnTo>
                  <a:pt x="2679614" y="147693"/>
                </a:lnTo>
                <a:lnTo>
                  <a:pt x="2673587" y="146422"/>
                </a:lnTo>
                <a:lnTo>
                  <a:pt x="2667876" y="144199"/>
                </a:lnTo>
                <a:lnTo>
                  <a:pt x="2662483" y="141341"/>
                </a:lnTo>
                <a:lnTo>
                  <a:pt x="2657407" y="138164"/>
                </a:lnTo>
                <a:lnTo>
                  <a:pt x="2652649" y="134353"/>
                </a:lnTo>
                <a:lnTo>
                  <a:pt x="2648207" y="130224"/>
                </a:lnTo>
                <a:lnTo>
                  <a:pt x="2644083" y="125777"/>
                </a:lnTo>
                <a:lnTo>
                  <a:pt x="2640594" y="120378"/>
                </a:lnTo>
                <a:lnTo>
                  <a:pt x="2637421" y="114978"/>
                </a:lnTo>
                <a:lnTo>
                  <a:pt x="2637421" y="114660"/>
                </a:lnTo>
                <a:close/>
                <a:moveTo>
                  <a:pt x="2724345" y="0"/>
                </a:moveTo>
                <a:lnTo>
                  <a:pt x="2962275" y="451019"/>
                </a:lnTo>
                <a:lnTo>
                  <a:pt x="2931186" y="467218"/>
                </a:lnTo>
                <a:lnTo>
                  <a:pt x="2899779" y="482781"/>
                </a:lnTo>
                <a:lnTo>
                  <a:pt x="2868055" y="498345"/>
                </a:lnTo>
                <a:lnTo>
                  <a:pt x="2836331" y="513590"/>
                </a:lnTo>
                <a:lnTo>
                  <a:pt x="2804924" y="528518"/>
                </a:lnTo>
                <a:lnTo>
                  <a:pt x="2773200" y="543129"/>
                </a:lnTo>
                <a:lnTo>
                  <a:pt x="2741159" y="557739"/>
                </a:lnTo>
                <a:lnTo>
                  <a:pt x="2709435" y="572032"/>
                </a:lnTo>
                <a:lnTo>
                  <a:pt x="2677394" y="586008"/>
                </a:lnTo>
                <a:lnTo>
                  <a:pt x="2645352" y="599983"/>
                </a:lnTo>
                <a:lnTo>
                  <a:pt x="2613311" y="613640"/>
                </a:lnTo>
                <a:lnTo>
                  <a:pt x="2581270" y="626980"/>
                </a:lnTo>
                <a:lnTo>
                  <a:pt x="2548911" y="640003"/>
                </a:lnTo>
                <a:lnTo>
                  <a:pt x="2516870" y="652708"/>
                </a:lnTo>
                <a:lnTo>
                  <a:pt x="2483877" y="665412"/>
                </a:lnTo>
                <a:lnTo>
                  <a:pt x="2451519" y="677800"/>
                </a:lnTo>
                <a:lnTo>
                  <a:pt x="2419160" y="690187"/>
                </a:lnTo>
                <a:lnTo>
                  <a:pt x="2386484" y="701939"/>
                </a:lnTo>
                <a:lnTo>
                  <a:pt x="2353809" y="713373"/>
                </a:lnTo>
                <a:lnTo>
                  <a:pt x="2320499" y="725125"/>
                </a:lnTo>
                <a:lnTo>
                  <a:pt x="2287823" y="736242"/>
                </a:lnTo>
                <a:lnTo>
                  <a:pt x="2254830" y="747358"/>
                </a:lnTo>
                <a:lnTo>
                  <a:pt x="2221520" y="758157"/>
                </a:lnTo>
                <a:lnTo>
                  <a:pt x="2188209" y="768639"/>
                </a:lnTo>
                <a:lnTo>
                  <a:pt x="2155217" y="779120"/>
                </a:lnTo>
                <a:lnTo>
                  <a:pt x="2121589" y="789284"/>
                </a:lnTo>
                <a:lnTo>
                  <a:pt x="2087962" y="798813"/>
                </a:lnTo>
                <a:lnTo>
                  <a:pt x="2054334" y="808341"/>
                </a:lnTo>
                <a:lnTo>
                  <a:pt x="2020707" y="817870"/>
                </a:lnTo>
                <a:lnTo>
                  <a:pt x="1986445" y="827081"/>
                </a:lnTo>
                <a:lnTo>
                  <a:pt x="1952817" y="835974"/>
                </a:lnTo>
                <a:lnTo>
                  <a:pt x="1918556" y="844550"/>
                </a:lnTo>
                <a:lnTo>
                  <a:pt x="1800225" y="349064"/>
                </a:lnTo>
                <a:lnTo>
                  <a:pt x="1830363" y="341123"/>
                </a:lnTo>
                <a:lnTo>
                  <a:pt x="1860501" y="333183"/>
                </a:lnTo>
                <a:lnTo>
                  <a:pt x="1890321" y="324925"/>
                </a:lnTo>
                <a:lnTo>
                  <a:pt x="1920142" y="316349"/>
                </a:lnTo>
                <a:lnTo>
                  <a:pt x="1950280" y="308091"/>
                </a:lnTo>
                <a:lnTo>
                  <a:pt x="1979783" y="299515"/>
                </a:lnTo>
                <a:lnTo>
                  <a:pt x="2009603" y="290304"/>
                </a:lnTo>
                <a:lnTo>
                  <a:pt x="2039107" y="281411"/>
                </a:lnTo>
                <a:lnTo>
                  <a:pt x="2068293" y="271882"/>
                </a:lnTo>
                <a:lnTo>
                  <a:pt x="2098113" y="262353"/>
                </a:lnTo>
                <a:lnTo>
                  <a:pt x="2127299" y="252825"/>
                </a:lnTo>
                <a:lnTo>
                  <a:pt x="2156168" y="242661"/>
                </a:lnTo>
                <a:lnTo>
                  <a:pt x="2185354" y="232497"/>
                </a:lnTo>
                <a:lnTo>
                  <a:pt x="2214223" y="222333"/>
                </a:lnTo>
                <a:lnTo>
                  <a:pt x="2243409" y="211534"/>
                </a:lnTo>
                <a:lnTo>
                  <a:pt x="2272278" y="200735"/>
                </a:lnTo>
                <a:lnTo>
                  <a:pt x="2301147" y="189936"/>
                </a:lnTo>
                <a:lnTo>
                  <a:pt x="2329698" y="178820"/>
                </a:lnTo>
                <a:lnTo>
                  <a:pt x="2358250" y="167068"/>
                </a:lnTo>
                <a:lnTo>
                  <a:pt x="2386802" y="155633"/>
                </a:lnTo>
                <a:lnTo>
                  <a:pt x="2415353" y="143881"/>
                </a:lnTo>
                <a:lnTo>
                  <a:pt x="2443588" y="132130"/>
                </a:lnTo>
                <a:lnTo>
                  <a:pt x="2472139" y="119742"/>
                </a:lnTo>
                <a:lnTo>
                  <a:pt x="2500374" y="107355"/>
                </a:lnTo>
                <a:lnTo>
                  <a:pt x="2528608" y="94650"/>
                </a:lnTo>
                <a:lnTo>
                  <a:pt x="2556842" y="81628"/>
                </a:lnTo>
                <a:lnTo>
                  <a:pt x="2584759" y="68923"/>
                </a:lnTo>
                <a:lnTo>
                  <a:pt x="2612994" y="55583"/>
                </a:lnTo>
                <a:lnTo>
                  <a:pt x="2640911" y="41926"/>
                </a:lnTo>
                <a:lnTo>
                  <a:pt x="2668828" y="28268"/>
                </a:lnTo>
                <a:lnTo>
                  <a:pt x="2696428" y="14293"/>
                </a:lnTo>
                <a:lnTo>
                  <a:pt x="2724345"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a:solidFill>
                <a:srgbClr val="FFFFFF"/>
              </a:solidFill>
              <a:latin typeface="+mn-lt"/>
              <a:ea typeface="+mn-ea"/>
              <a:cs typeface="+mn-ea"/>
              <a:sym typeface="+mn-lt"/>
            </a:endParaRPr>
          </a:p>
        </p:txBody>
      </p:sp>
      <p:sp>
        <p:nvSpPr>
          <p:cNvPr id="19" name="KSO_Shape">
            <a:extLst>
              <a:ext uri="{FF2B5EF4-FFF2-40B4-BE49-F238E27FC236}">
                <a16:creationId xmlns:a16="http://schemas.microsoft.com/office/drawing/2014/main" id="{9E200844-F22D-3852-E65C-7035B9BD918B}"/>
              </a:ext>
            </a:extLst>
          </p:cNvPr>
          <p:cNvSpPr/>
          <p:nvPr/>
        </p:nvSpPr>
        <p:spPr bwMode="auto">
          <a:xfrm>
            <a:off x="616376" y="5086679"/>
            <a:ext cx="800100" cy="800100"/>
          </a:xfrm>
          <a:custGeom>
            <a:avLst/>
            <a:gdLst>
              <a:gd name="T0" fmla="*/ 366124 w 1611313"/>
              <a:gd name="T1" fmla="*/ 1610945 h 1611313"/>
              <a:gd name="T2" fmla="*/ 489434 w 1611313"/>
              <a:gd name="T3" fmla="*/ 1727064 h 1611313"/>
              <a:gd name="T4" fmla="*/ 599113 w 1611313"/>
              <a:gd name="T5" fmla="*/ 1611260 h 1611313"/>
              <a:gd name="T6" fmla="*/ 599113 w 1611313"/>
              <a:gd name="T7" fmla="*/ 1952659 h 1611313"/>
              <a:gd name="T8" fmla="*/ 366124 w 1611313"/>
              <a:gd name="T9" fmla="*/ 1952659 h 1611313"/>
              <a:gd name="T10" fmla="*/ 1027366 w 1611313"/>
              <a:gd name="T11" fmla="*/ 1324703 h 1611313"/>
              <a:gd name="T12" fmla="*/ 1156381 w 1611313"/>
              <a:gd name="T13" fmla="*/ 1446550 h 1611313"/>
              <a:gd name="T14" fmla="*/ 1252430 w 1611313"/>
              <a:gd name="T15" fmla="*/ 1537618 h 1611313"/>
              <a:gd name="T16" fmla="*/ 1260354 w 1611313"/>
              <a:gd name="T17" fmla="*/ 1529368 h 1611313"/>
              <a:gd name="T18" fmla="*/ 1260354 w 1611313"/>
              <a:gd name="T19" fmla="*/ 1952661 h 1611313"/>
              <a:gd name="T20" fmla="*/ 1027366 w 1611313"/>
              <a:gd name="T21" fmla="*/ 1952661 h 1611313"/>
              <a:gd name="T22" fmla="*/ 929733 w 1611313"/>
              <a:gd name="T23" fmla="*/ 1260353 h 1611313"/>
              <a:gd name="T24" fmla="*/ 929733 w 1611313"/>
              <a:gd name="T25" fmla="*/ 1952659 h 1611313"/>
              <a:gd name="T26" fmla="*/ 696745 w 1611313"/>
              <a:gd name="T27" fmla="*/ 1952659 h 1611313"/>
              <a:gd name="T28" fmla="*/ 696745 w 1611313"/>
              <a:gd name="T29" fmla="*/ 1507605 h 1611313"/>
              <a:gd name="T30" fmla="*/ 1590975 w 1611313"/>
              <a:gd name="T31" fmla="*/ 1180471 h 1611313"/>
              <a:gd name="T32" fmla="*/ 1590975 w 1611313"/>
              <a:gd name="T33" fmla="*/ 1952659 h 1611313"/>
              <a:gd name="T34" fmla="*/ 1357986 w 1611313"/>
              <a:gd name="T35" fmla="*/ 1952659 h 1611313"/>
              <a:gd name="T36" fmla="*/ 1357986 w 1611313"/>
              <a:gd name="T37" fmla="*/ 1427204 h 1611313"/>
              <a:gd name="T38" fmla="*/ 1846571 w 1611313"/>
              <a:gd name="T39" fmla="*/ 909762 h 1611313"/>
              <a:gd name="T40" fmla="*/ 1921595 w 1611313"/>
              <a:gd name="T41" fmla="*/ 980386 h 1611313"/>
              <a:gd name="T42" fmla="*/ 1921595 w 1611313"/>
              <a:gd name="T43" fmla="*/ 1952659 h 1611313"/>
              <a:gd name="T44" fmla="*/ 1688608 w 1611313"/>
              <a:gd name="T45" fmla="*/ 1952659 h 1611313"/>
              <a:gd name="T46" fmla="*/ 1688608 w 1611313"/>
              <a:gd name="T47" fmla="*/ 1077614 h 1611313"/>
              <a:gd name="T48" fmla="*/ 1369516 w 1611313"/>
              <a:gd name="T49" fmla="*/ 201924 h 1611313"/>
              <a:gd name="T50" fmla="*/ 1966622 w 1611313"/>
              <a:gd name="T51" fmla="*/ 256445 h 1611313"/>
              <a:gd name="T52" fmla="*/ 2048074 w 1611313"/>
              <a:gd name="T53" fmla="*/ 848901 h 1611313"/>
              <a:gd name="T54" fmla="*/ 1846503 w 1611313"/>
              <a:gd name="T55" fmla="*/ 655536 h 1611313"/>
              <a:gd name="T56" fmla="*/ 1253200 w 1611313"/>
              <a:gd name="T57" fmla="*/ 1284446 h 1611313"/>
              <a:gd name="T58" fmla="*/ 1157170 w 1611313"/>
              <a:gd name="T59" fmla="*/ 1193787 h 1611313"/>
              <a:gd name="T60" fmla="*/ 977783 w 1611313"/>
              <a:gd name="T61" fmla="*/ 1024514 h 1611313"/>
              <a:gd name="T62" fmla="*/ 944188 w 1611313"/>
              <a:gd name="T63" fmla="*/ 992815 h 1611313"/>
              <a:gd name="T64" fmla="*/ 490970 w 1611313"/>
              <a:gd name="T65" fmla="*/ 1473371 h 1611313"/>
              <a:gd name="T66" fmla="*/ 215237 w 1611313"/>
              <a:gd name="T67" fmla="*/ 1213123 h 1611313"/>
              <a:gd name="T68" fmla="*/ 668454 w 1611313"/>
              <a:gd name="T69" fmla="*/ 732565 h 1611313"/>
              <a:gd name="T70" fmla="*/ 793961 w 1611313"/>
              <a:gd name="T71" fmla="*/ 599429 h 1611313"/>
              <a:gd name="T72" fmla="*/ 919784 w 1611313"/>
              <a:gd name="T73" fmla="*/ 466293 h 1611313"/>
              <a:gd name="T74" fmla="*/ 1228796 w 1611313"/>
              <a:gd name="T75" fmla="*/ 757924 h 1611313"/>
              <a:gd name="T76" fmla="*/ 1570770 w 1611313"/>
              <a:gd name="T77" fmla="*/ 395287 h 1611313"/>
              <a:gd name="T78" fmla="*/ 0 w 1611313"/>
              <a:gd name="T79" fmla="*/ 0 h 1611313"/>
              <a:gd name="T80" fmla="*/ 96958 w 1611313"/>
              <a:gd name="T81" fmla="*/ 0 h 1611313"/>
              <a:gd name="T82" fmla="*/ 96958 w 1611313"/>
              <a:gd name="T83" fmla="*/ 2155273 h 1611313"/>
              <a:gd name="T84" fmla="*/ 2252216 w 1611313"/>
              <a:gd name="T85" fmla="*/ 2155273 h 1611313"/>
              <a:gd name="T86" fmla="*/ 2252216 w 1611313"/>
              <a:gd name="T87" fmla="*/ 2252216 h 1611313"/>
              <a:gd name="T88" fmla="*/ 96958 w 1611313"/>
              <a:gd name="T89" fmla="*/ 2252216 h 1611313"/>
              <a:gd name="T90" fmla="*/ 0 w 1611313"/>
              <a:gd name="T91" fmla="*/ 2252216 h 1611313"/>
              <a:gd name="T92" fmla="*/ 0 w 1611313"/>
              <a:gd name="T93" fmla="*/ 2155273 h 1611313"/>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1611313" h="1611313">
                <a:moveTo>
                  <a:pt x="261938" y="1152525"/>
                </a:moveTo>
                <a:lnTo>
                  <a:pt x="350158" y="1235601"/>
                </a:lnTo>
                <a:lnTo>
                  <a:pt x="428626" y="1152751"/>
                </a:lnTo>
                <a:lnTo>
                  <a:pt x="428626" y="1397000"/>
                </a:lnTo>
                <a:lnTo>
                  <a:pt x="261938" y="1397000"/>
                </a:lnTo>
                <a:lnTo>
                  <a:pt x="261938" y="1152525"/>
                </a:lnTo>
                <a:close/>
                <a:moveTo>
                  <a:pt x="735013" y="947738"/>
                </a:moveTo>
                <a:lnTo>
                  <a:pt x="827315" y="1034912"/>
                </a:lnTo>
                <a:lnTo>
                  <a:pt x="896031" y="1100065"/>
                </a:lnTo>
                <a:lnTo>
                  <a:pt x="901701" y="1094163"/>
                </a:lnTo>
                <a:lnTo>
                  <a:pt x="901701" y="1397001"/>
                </a:lnTo>
                <a:lnTo>
                  <a:pt x="735013" y="1397001"/>
                </a:lnTo>
                <a:lnTo>
                  <a:pt x="735013" y="947738"/>
                </a:lnTo>
                <a:close/>
                <a:moveTo>
                  <a:pt x="665163" y="901700"/>
                </a:moveTo>
                <a:lnTo>
                  <a:pt x="665163" y="1397000"/>
                </a:lnTo>
                <a:lnTo>
                  <a:pt x="498475" y="1397000"/>
                </a:lnTo>
                <a:lnTo>
                  <a:pt x="498475" y="1078593"/>
                </a:lnTo>
                <a:lnTo>
                  <a:pt x="665163" y="901700"/>
                </a:lnTo>
                <a:close/>
                <a:moveTo>
                  <a:pt x="1138238" y="844550"/>
                </a:moveTo>
                <a:lnTo>
                  <a:pt x="1138238" y="1397000"/>
                </a:lnTo>
                <a:lnTo>
                  <a:pt x="971550" y="1397000"/>
                </a:lnTo>
                <a:lnTo>
                  <a:pt x="971550" y="1021071"/>
                </a:lnTo>
                <a:lnTo>
                  <a:pt x="1138238" y="844550"/>
                </a:lnTo>
                <a:close/>
                <a:moveTo>
                  <a:pt x="1321101" y="650875"/>
                </a:moveTo>
                <a:lnTo>
                  <a:pt x="1374776" y="701402"/>
                </a:lnTo>
                <a:lnTo>
                  <a:pt x="1374776" y="1397000"/>
                </a:lnTo>
                <a:lnTo>
                  <a:pt x="1208088" y="1397000"/>
                </a:lnTo>
                <a:lnTo>
                  <a:pt x="1208088" y="770962"/>
                </a:lnTo>
                <a:lnTo>
                  <a:pt x="1321101" y="650875"/>
                </a:lnTo>
                <a:close/>
                <a:moveTo>
                  <a:pt x="979799" y="144463"/>
                </a:moveTo>
                <a:lnTo>
                  <a:pt x="1406989" y="183470"/>
                </a:lnTo>
                <a:lnTo>
                  <a:pt x="1465263" y="607333"/>
                </a:lnTo>
                <a:lnTo>
                  <a:pt x="1321052" y="468993"/>
                </a:lnTo>
                <a:lnTo>
                  <a:pt x="896583" y="918937"/>
                </a:lnTo>
                <a:lnTo>
                  <a:pt x="827879" y="854076"/>
                </a:lnTo>
                <a:lnTo>
                  <a:pt x="699540" y="732972"/>
                </a:lnTo>
                <a:lnTo>
                  <a:pt x="675505" y="710294"/>
                </a:lnTo>
                <a:lnTo>
                  <a:pt x="351257" y="1054101"/>
                </a:lnTo>
                <a:lnTo>
                  <a:pt x="153988" y="867910"/>
                </a:lnTo>
                <a:lnTo>
                  <a:pt x="478235" y="524102"/>
                </a:lnTo>
                <a:lnTo>
                  <a:pt x="568027" y="428852"/>
                </a:lnTo>
                <a:lnTo>
                  <a:pt x="658045" y="333602"/>
                </a:lnTo>
                <a:lnTo>
                  <a:pt x="879123" y="542245"/>
                </a:lnTo>
                <a:lnTo>
                  <a:pt x="1123783" y="282802"/>
                </a:lnTo>
                <a:lnTo>
                  <a:pt x="979799" y="144463"/>
                </a:lnTo>
                <a:close/>
                <a:moveTo>
                  <a:pt x="0" y="0"/>
                </a:moveTo>
                <a:lnTo>
                  <a:pt x="69367" y="0"/>
                </a:lnTo>
                <a:lnTo>
                  <a:pt x="69367" y="1541956"/>
                </a:lnTo>
                <a:lnTo>
                  <a:pt x="1611313" y="1541956"/>
                </a:lnTo>
                <a:lnTo>
                  <a:pt x="1611313" y="1611313"/>
                </a:lnTo>
                <a:lnTo>
                  <a:pt x="69367" y="1611313"/>
                </a:lnTo>
                <a:lnTo>
                  <a:pt x="0" y="1611313"/>
                </a:lnTo>
                <a:lnTo>
                  <a:pt x="0" y="1541956"/>
                </a:lnTo>
                <a:lnTo>
                  <a:pt x="0" y="0"/>
                </a:lnTo>
                <a:close/>
              </a:path>
            </a:pathLst>
          </a:custGeom>
          <a:solidFill>
            <a:schemeClr val="accent5"/>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a:solidFill>
                <a:schemeClr val="accent5"/>
              </a:solidFill>
              <a:latin typeface="+mn-lt"/>
              <a:ea typeface="+mn-ea"/>
              <a:cs typeface="+mn-ea"/>
              <a:sym typeface="+mn-lt"/>
            </a:endParaRPr>
          </a:p>
        </p:txBody>
      </p:sp>
      <p:sp>
        <p:nvSpPr>
          <p:cNvPr id="20" name="KSO_Shape">
            <a:extLst>
              <a:ext uri="{FF2B5EF4-FFF2-40B4-BE49-F238E27FC236}">
                <a16:creationId xmlns:a16="http://schemas.microsoft.com/office/drawing/2014/main" id="{6C341A70-709B-D3C0-9618-E44FB1C2E3B8}"/>
              </a:ext>
            </a:extLst>
          </p:cNvPr>
          <p:cNvSpPr/>
          <p:nvPr/>
        </p:nvSpPr>
        <p:spPr bwMode="auto">
          <a:xfrm>
            <a:off x="616376" y="3307974"/>
            <a:ext cx="800100" cy="762762"/>
          </a:xfrm>
          <a:custGeom>
            <a:avLst/>
            <a:gdLst>
              <a:gd name="T0" fmla="*/ 809074 w 1703388"/>
              <a:gd name="T1" fmla="*/ 1478228 h 1624013"/>
              <a:gd name="T2" fmla="*/ 791320 w 1703388"/>
              <a:gd name="T3" fmla="*/ 1498504 h 1624013"/>
              <a:gd name="T4" fmla="*/ 767225 w 1703388"/>
              <a:gd name="T5" fmla="*/ 1669343 h 1624013"/>
              <a:gd name="T6" fmla="*/ 784979 w 1703388"/>
              <a:gd name="T7" fmla="*/ 1689619 h 1624013"/>
              <a:gd name="T8" fmla="*/ 1094912 w 1703388"/>
              <a:gd name="T9" fmla="*/ 1696209 h 1624013"/>
              <a:gd name="T10" fmla="*/ 1123318 w 1703388"/>
              <a:gd name="T11" fmla="*/ 1687592 h 1624013"/>
              <a:gd name="T12" fmla="*/ 1138790 w 1703388"/>
              <a:gd name="T13" fmla="*/ 1665793 h 1624013"/>
              <a:gd name="T14" fmla="*/ 1112159 w 1703388"/>
              <a:gd name="T15" fmla="*/ 1494956 h 1624013"/>
              <a:gd name="T16" fmla="*/ 1091869 w 1703388"/>
              <a:gd name="T17" fmla="*/ 1476453 h 1624013"/>
              <a:gd name="T18" fmla="*/ 420515 w 1703388"/>
              <a:gd name="T19" fmla="*/ 1084591 h 1624013"/>
              <a:gd name="T20" fmla="*/ 1484232 w 1703388"/>
              <a:gd name="T21" fmla="*/ 1089660 h 1624013"/>
              <a:gd name="T22" fmla="*/ 991959 w 1703388"/>
              <a:gd name="T23" fmla="*/ 702499 h 1624013"/>
              <a:gd name="T24" fmla="*/ 840325 w 1703388"/>
              <a:gd name="T25" fmla="*/ 542724 h 1624013"/>
              <a:gd name="T26" fmla="*/ 585098 w 1703388"/>
              <a:gd name="T27" fmla="*/ 161549 h 1624013"/>
              <a:gd name="T28" fmla="*/ 552147 w 1703388"/>
              <a:gd name="T29" fmla="*/ 161549 h 1624013"/>
              <a:gd name="T30" fmla="*/ 946033 w 1703388"/>
              <a:gd name="T31" fmla="*/ 19770 h 1624013"/>
              <a:gd name="T32" fmla="*/ 936648 w 1703388"/>
              <a:gd name="T33" fmla="*/ 33458 h 1624013"/>
              <a:gd name="T34" fmla="*/ 943496 w 1703388"/>
              <a:gd name="T35" fmla="*/ 53482 h 1624013"/>
              <a:gd name="T36" fmla="*/ 970128 w 1703388"/>
              <a:gd name="T37" fmla="*/ 54496 h 1624013"/>
              <a:gd name="T38" fmla="*/ 979258 w 1703388"/>
              <a:gd name="T39" fmla="*/ 40556 h 1624013"/>
              <a:gd name="T40" fmla="*/ 972156 w 1703388"/>
              <a:gd name="T41" fmla="*/ 20784 h 1624013"/>
              <a:gd name="T42" fmla="*/ 227758 w 1703388"/>
              <a:gd name="T43" fmla="*/ 0 h 1624013"/>
              <a:gd name="T44" fmla="*/ 1692713 w 1703388"/>
              <a:gd name="T45" fmla="*/ 2281 h 1624013"/>
              <a:gd name="T46" fmla="*/ 1716554 w 1703388"/>
              <a:gd name="T47" fmla="*/ 12167 h 1624013"/>
              <a:gd name="T48" fmla="*/ 1735324 w 1703388"/>
              <a:gd name="T49" fmla="*/ 28389 h 1624013"/>
              <a:gd name="T50" fmla="*/ 1746990 w 1703388"/>
              <a:gd name="T51" fmla="*/ 49427 h 1624013"/>
              <a:gd name="T52" fmla="*/ 1750794 w 1703388"/>
              <a:gd name="T53" fmla="*/ 1014127 h 1624013"/>
              <a:gd name="T54" fmla="*/ 1745976 w 1703388"/>
              <a:gd name="T55" fmla="*/ 1038460 h 1624013"/>
              <a:gd name="T56" fmla="*/ 1733040 w 1703388"/>
              <a:gd name="T57" fmla="*/ 1058990 h 1624013"/>
              <a:gd name="T58" fmla="*/ 1713257 w 1703388"/>
              <a:gd name="T59" fmla="*/ 1074452 h 1624013"/>
              <a:gd name="T60" fmla="*/ 1688909 w 1703388"/>
              <a:gd name="T61" fmla="*/ 1083070 h 1624013"/>
              <a:gd name="T62" fmla="*/ 1619162 w 1703388"/>
              <a:gd name="T63" fmla="*/ 1089660 h 1624013"/>
              <a:gd name="T64" fmla="*/ 1688402 w 1703388"/>
              <a:gd name="T65" fmla="*/ 1097011 h 1624013"/>
              <a:gd name="T66" fmla="*/ 1711229 w 1703388"/>
              <a:gd name="T67" fmla="*/ 1105882 h 1624013"/>
              <a:gd name="T68" fmla="*/ 1733294 w 1703388"/>
              <a:gd name="T69" fmla="*/ 1127681 h 1624013"/>
              <a:gd name="T70" fmla="*/ 1905000 w 1703388"/>
              <a:gd name="T71" fmla="*/ 1740820 h 1624013"/>
              <a:gd name="T72" fmla="*/ 1900435 w 1703388"/>
              <a:gd name="T73" fmla="*/ 1766674 h 1624013"/>
              <a:gd name="T74" fmla="*/ 1887500 w 1703388"/>
              <a:gd name="T75" fmla="*/ 1788472 h 1624013"/>
              <a:gd name="T76" fmla="*/ 1867970 w 1703388"/>
              <a:gd name="T77" fmla="*/ 1804947 h 1624013"/>
              <a:gd name="T78" fmla="*/ 1843368 w 1703388"/>
              <a:gd name="T79" fmla="*/ 1814579 h 1624013"/>
              <a:gd name="T80" fmla="*/ 69241 w 1703388"/>
              <a:gd name="T81" fmla="*/ 1815593 h 1624013"/>
              <a:gd name="T82" fmla="*/ 43624 w 1703388"/>
              <a:gd name="T83" fmla="*/ 1808750 h 1624013"/>
              <a:gd name="T84" fmla="*/ 22573 w 1703388"/>
              <a:gd name="T85" fmla="*/ 1794049 h 1624013"/>
              <a:gd name="T86" fmla="*/ 7609 w 1703388"/>
              <a:gd name="T87" fmla="*/ 1773517 h 1624013"/>
              <a:gd name="T88" fmla="*/ 508 w 1703388"/>
              <a:gd name="T89" fmla="*/ 1748678 h 1624013"/>
              <a:gd name="T90" fmla="*/ 165365 w 1703388"/>
              <a:gd name="T91" fmla="*/ 1142635 h 1624013"/>
              <a:gd name="T92" fmla="*/ 191490 w 1703388"/>
              <a:gd name="T93" fmla="*/ 1108924 h 1624013"/>
              <a:gd name="T94" fmla="*/ 213047 w 1703388"/>
              <a:gd name="T95" fmla="*/ 1098025 h 1624013"/>
              <a:gd name="T96" fmla="*/ 286093 w 1703388"/>
              <a:gd name="T97" fmla="*/ 1092448 h 1624013"/>
              <a:gd name="T98" fmla="*/ 219896 w 1703388"/>
              <a:gd name="T99" fmla="*/ 1083831 h 1624013"/>
              <a:gd name="T100" fmla="*/ 194787 w 1703388"/>
              <a:gd name="T101" fmla="*/ 1075972 h 1624013"/>
              <a:gd name="T102" fmla="*/ 174497 w 1703388"/>
              <a:gd name="T103" fmla="*/ 1061778 h 1624013"/>
              <a:gd name="T104" fmla="*/ 160547 w 1703388"/>
              <a:gd name="T105" fmla="*/ 1041502 h 1624013"/>
              <a:gd name="T106" fmla="*/ 154460 w 1703388"/>
              <a:gd name="T107" fmla="*/ 1017675 h 1624013"/>
              <a:gd name="T108" fmla="*/ 156996 w 1703388"/>
              <a:gd name="T109" fmla="*/ 52975 h 1624013"/>
              <a:gd name="T110" fmla="*/ 167649 w 1703388"/>
              <a:gd name="T111" fmla="*/ 31177 h 1624013"/>
              <a:gd name="T112" fmla="*/ 185403 w 1703388"/>
              <a:gd name="T113" fmla="*/ 14194 h 1624013"/>
              <a:gd name="T114" fmla="*/ 208736 w 1703388"/>
              <a:gd name="T115" fmla="*/ 3296 h 1624013"/>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1703388" h="1624013">
                <a:moveTo>
                  <a:pt x="746125" y="1315983"/>
                </a:moveTo>
                <a:lnTo>
                  <a:pt x="742043" y="1316210"/>
                </a:lnTo>
                <a:lnTo>
                  <a:pt x="737961" y="1316663"/>
                </a:lnTo>
                <a:lnTo>
                  <a:pt x="734333" y="1317570"/>
                </a:lnTo>
                <a:lnTo>
                  <a:pt x="730477" y="1318930"/>
                </a:lnTo>
                <a:lnTo>
                  <a:pt x="727075" y="1320290"/>
                </a:lnTo>
                <a:lnTo>
                  <a:pt x="723447" y="1321877"/>
                </a:lnTo>
                <a:lnTo>
                  <a:pt x="720499" y="1323690"/>
                </a:lnTo>
                <a:lnTo>
                  <a:pt x="717550" y="1326183"/>
                </a:lnTo>
                <a:lnTo>
                  <a:pt x="715056" y="1328450"/>
                </a:lnTo>
                <a:lnTo>
                  <a:pt x="712788" y="1331170"/>
                </a:lnTo>
                <a:lnTo>
                  <a:pt x="710520" y="1334116"/>
                </a:lnTo>
                <a:lnTo>
                  <a:pt x="708933" y="1336836"/>
                </a:lnTo>
                <a:lnTo>
                  <a:pt x="707572" y="1340009"/>
                </a:lnTo>
                <a:lnTo>
                  <a:pt x="706665" y="1343409"/>
                </a:lnTo>
                <a:lnTo>
                  <a:pt x="705984" y="1346582"/>
                </a:lnTo>
                <a:lnTo>
                  <a:pt x="705984" y="1350209"/>
                </a:lnTo>
                <a:lnTo>
                  <a:pt x="684213" y="1482805"/>
                </a:lnTo>
                <a:lnTo>
                  <a:pt x="684440" y="1486204"/>
                </a:lnTo>
                <a:lnTo>
                  <a:pt x="685120" y="1489604"/>
                </a:lnTo>
                <a:lnTo>
                  <a:pt x="686027" y="1492778"/>
                </a:lnTo>
                <a:lnTo>
                  <a:pt x="687388" y="1495951"/>
                </a:lnTo>
                <a:lnTo>
                  <a:pt x="689202" y="1499124"/>
                </a:lnTo>
                <a:lnTo>
                  <a:pt x="691243" y="1501844"/>
                </a:lnTo>
                <a:lnTo>
                  <a:pt x="693511" y="1504564"/>
                </a:lnTo>
                <a:lnTo>
                  <a:pt x="696233" y="1506830"/>
                </a:lnTo>
                <a:lnTo>
                  <a:pt x="698954" y="1509097"/>
                </a:lnTo>
                <a:lnTo>
                  <a:pt x="701902" y="1510910"/>
                </a:lnTo>
                <a:lnTo>
                  <a:pt x="705304" y="1512950"/>
                </a:lnTo>
                <a:lnTo>
                  <a:pt x="708706" y="1514310"/>
                </a:lnTo>
                <a:lnTo>
                  <a:pt x="712561" y="1515443"/>
                </a:lnTo>
                <a:lnTo>
                  <a:pt x="716417" y="1516123"/>
                </a:lnTo>
                <a:lnTo>
                  <a:pt x="720499" y="1516803"/>
                </a:lnTo>
                <a:lnTo>
                  <a:pt x="724354" y="1516803"/>
                </a:lnTo>
                <a:lnTo>
                  <a:pt x="979034" y="1516803"/>
                </a:lnTo>
                <a:lnTo>
                  <a:pt x="982890" y="1516803"/>
                </a:lnTo>
                <a:lnTo>
                  <a:pt x="986972" y="1516123"/>
                </a:lnTo>
                <a:lnTo>
                  <a:pt x="990827" y="1515443"/>
                </a:lnTo>
                <a:lnTo>
                  <a:pt x="994683" y="1514310"/>
                </a:lnTo>
                <a:lnTo>
                  <a:pt x="998084" y="1512950"/>
                </a:lnTo>
                <a:lnTo>
                  <a:pt x="1001486" y="1510910"/>
                </a:lnTo>
                <a:lnTo>
                  <a:pt x="1004434" y="1509097"/>
                </a:lnTo>
                <a:lnTo>
                  <a:pt x="1007156" y="1506830"/>
                </a:lnTo>
                <a:lnTo>
                  <a:pt x="1009877" y="1504564"/>
                </a:lnTo>
                <a:lnTo>
                  <a:pt x="1012145" y="1501844"/>
                </a:lnTo>
                <a:lnTo>
                  <a:pt x="1014186" y="1499124"/>
                </a:lnTo>
                <a:lnTo>
                  <a:pt x="1016001" y="1495951"/>
                </a:lnTo>
                <a:lnTo>
                  <a:pt x="1017361" y="1492778"/>
                </a:lnTo>
                <a:lnTo>
                  <a:pt x="1018268" y="1489604"/>
                </a:lnTo>
                <a:lnTo>
                  <a:pt x="1018949" y="1486204"/>
                </a:lnTo>
                <a:lnTo>
                  <a:pt x="1019176" y="1482805"/>
                </a:lnTo>
                <a:lnTo>
                  <a:pt x="997404" y="1350209"/>
                </a:lnTo>
                <a:lnTo>
                  <a:pt x="997404" y="1346582"/>
                </a:lnTo>
                <a:lnTo>
                  <a:pt x="996724" y="1343409"/>
                </a:lnTo>
                <a:lnTo>
                  <a:pt x="995817" y="1340009"/>
                </a:lnTo>
                <a:lnTo>
                  <a:pt x="994456" y="1336836"/>
                </a:lnTo>
                <a:lnTo>
                  <a:pt x="992868" y="1334116"/>
                </a:lnTo>
                <a:lnTo>
                  <a:pt x="990601" y="1331170"/>
                </a:lnTo>
                <a:lnTo>
                  <a:pt x="988333" y="1328450"/>
                </a:lnTo>
                <a:lnTo>
                  <a:pt x="985838" y="1326183"/>
                </a:lnTo>
                <a:lnTo>
                  <a:pt x="982890" y="1323690"/>
                </a:lnTo>
                <a:lnTo>
                  <a:pt x="979942" y="1321877"/>
                </a:lnTo>
                <a:lnTo>
                  <a:pt x="976313" y="1320290"/>
                </a:lnTo>
                <a:lnTo>
                  <a:pt x="972911" y="1318930"/>
                </a:lnTo>
                <a:lnTo>
                  <a:pt x="969056" y="1317570"/>
                </a:lnTo>
                <a:lnTo>
                  <a:pt x="965427" y="1316663"/>
                </a:lnTo>
                <a:lnTo>
                  <a:pt x="961345" y="1316210"/>
                </a:lnTo>
                <a:lnTo>
                  <a:pt x="957263" y="1315983"/>
                </a:lnTo>
                <a:lnTo>
                  <a:pt x="746125" y="1315983"/>
                </a:lnTo>
                <a:close/>
                <a:moveTo>
                  <a:pt x="376011" y="969875"/>
                </a:moveTo>
                <a:lnTo>
                  <a:pt x="376238" y="972141"/>
                </a:lnTo>
                <a:lnTo>
                  <a:pt x="376238" y="974408"/>
                </a:lnTo>
                <a:lnTo>
                  <a:pt x="376238" y="976901"/>
                </a:lnTo>
                <a:lnTo>
                  <a:pt x="375784" y="979848"/>
                </a:lnTo>
                <a:lnTo>
                  <a:pt x="1327604" y="979848"/>
                </a:lnTo>
                <a:lnTo>
                  <a:pt x="1327151" y="976901"/>
                </a:lnTo>
                <a:lnTo>
                  <a:pt x="1327151" y="974408"/>
                </a:lnTo>
                <a:lnTo>
                  <a:pt x="1327151" y="972141"/>
                </a:lnTo>
                <a:lnTo>
                  <a:pt x="1327377" y="969875"/>
                </a:lnTo>
                <a:lnTo>
                  <a:pt x="376011" y="969875"/>
                </a:lnTo>
                <a:close/>
                <a:moveTo>
                  <a:pt x="1190625" y="246062"/>
                </a:moveTo>
                <a:lnTo>
                  <a:pt x="1179043" y="466952"/>
                </a:lnTo>
                <a:lnTo>
                  <a:pt x="1105004" y="394834"/>
                </a:lnTo>
                <a:lnTo>
                  <a:pt x="886977" y="628196"/>
                </a:lnTo>
                <a:lnTo>
                  <a:pt x="869943" y="612775"/>
                </a:lnTo>
                <a:lnTo>
                  <a:pt x="821114" y="566964"/>
                </a:lnTo>
                <a:lnTo>
                  <a:pt x="810667" y="557212"/>
                </a:lnTo>
                <a:lnTo>
                  <a:pt x="624436" y="758825"/>
                </a:lnTo>
                <a:lnTo>
                  <a:pt x="558800" y="693284"/>
                </a:lnTo>
                <a:lnTo>
                  <a:pt x="695067" y="545193"/>
                </a:lnTo>
                <a:lnTo>
                  <a:pt x="751391" y="485321"/>
                </a:lnTo>
                <a:lnTo>
                  <a:pt x="808169" y="425450"/>
                </a:lnTo>
                <a:lnTo>
                  <a:pt x="890838" y="502557"/>
                </a:lnTo>
                <a:lnTo>
                  <a:pt x="1044819" y="339498"/>
                </a:lnTo>
                <a:lnTo>
                  <a:pt x="970781" y="267607"/>
                </a:lnTo>
                <a:lnTo>
                  <a:pt x="1190625" y="246062"/>
                </a:lnTo>
                <a:close/>
                <a:moveTo>
                  <a:pt x="493712" y="144462"/>
                </a:moveTo>
                <a:lnTo>
                  <a:pt x="523175" y="144462"/>
                </a:lnTo>
                <a:lnTo>
                  <a:pt x="523175" y="796255"/>
                </a:lnTo>
                <a:lnTo>
                  <a:pt x="1174750" y="796255"/>
                </a:lnTo>
                <a:lnTo>
                  <a:pt x="1174750" y="825500"/>
                </a:lnTo>
                <a:lnTo>
                  <a:pt x="523175" y="825500"/>
                </a:lnTo>
                <a:lnTo>
                  <a:pt x="493712" y="825500"/>
                </a:lnTo>
                <a:lnTo>
                  <a:pt x="493712" y="796255"/>
                </a:lnTo>
                <a:lnTo>
                  <a:pt x="493712" y="144462"/>
                </a:lnTo>
                <a:close/>
                <a:moveTo>
                  <a:pt x="207282" y="64825"/>
                </a:moveTo>
                <a:lnTo>
                  <a:pt x="207282" y="905277"/>
                </a:lnTo>
                <a:lnTo>
                  <a:pt x="1496106" y="905277"/>
                </a:lnTo>
                <a:lnTo>
                  <a:pt x="1496106" y="64825"/>
                </a:lnTo>
                <a:lnTo>
                  <a:pt x="207282" y="64825"/>
                </a:lnTo>
                <a:close/>
                <a:moveTo>
                  <a:pt x="846818" y="17453"/>
                </a:moveTo>
                <a:lnTo>
                  <a:pt x="845911" y="17679"/>
                </a:lnTo>
                <a:lnTo>
                  <a:pt x="844777" y="18133"/>
                </a:lnTo>
                <a:lnTo>
                  <a:pt x="843643" y="18586"/>
                </a:lnTo>
                <a:lnTo>
                  <a:pt x="841829" y="19946"/>
                </a:lnTo>
                <a:lnTo>
                  <a:pt x="840468" y="21986"/>
                </a:lnTo>
                <a:lnTo>
                  <a:pt x="839108" y="24479"/>
                </a:lnTo>
                <a:lnTo>
                  <a:pt x="838200" y="26973"/>
                </a:lnTo>
                <a:lnTo>
                  <a:pt x="837520" y="29919"/>
                </a:lnTo>
                <a:lnTo>
                  <a:pt x="837520" y="33319"/>
                </a:lnTo>
                <a:lnTo>
                  <a:pt x="837520" y="36266"/>
                </a:lnTo>
                <a:lnTo>
                  <a:pt x="838200" y="39439"/>
                </a:lnTo>
                <a:lnTo>
                  <a:pt x="839108" y="41932"/>
                </a:lnTo>
                <a:lnTo>
                  <a:pt x="840468" y="44199"/>
                </a:lnTo>
                <a:lnTo>
                  <a:pt x="841829" y="46465"/>
                </a:lnTo>
                <a:lnTo>
                  <a:pt x="843643" y="47825"/>
                </a:lnTo>
                <a:lnTo>
                  <a:pt x="844777" y="48279"/>
                </a:lnTo>
                <a:lnTo>
                  <a:pt x="845911" y="48732"/>
                </a:lnTo>
                <a:lnTo>
                  <a:pt x="846818" y="48959"/>
                </a:lnTo>
                <a:lnTo>
                  <a:pt x="847952" y="48959"/>
                </a:lnTo>
                <a:lnTo>
                  <a:pt x="865188" y="48959"/>
                </a:lnTo>
                <a:lnTo>
                  <a:pt x="866095" y="48959"/>
                </a:lnTo>
                <a:lnTo>
                  <a:pt x="867456" y="48732"/>
                </a:lnTo>
                <a:lnTo>
                  <a:pt x="868363" y="48279"/>
                </a:lnTo>
                <a:lnTo>
                  <a:pt x="869270" y="47825"/>
                </a:lnTo>
                <a:lnTo>
                  <a:pt x="871084" y="46465"/>
                </a:lnTo>
                <a:lnTo>
                  <a:pt x="872445" y="44199"/>
                </a:lnTo>
                <a:lnTo>
                  <a:pt x="874033" y="41932"/>
                </a:lnTo>
                <a:lnTo>
                  <a:pt x="874940" y="39439"/>
                </a:lnTo>
                <a:lnTo>
                  <a:pt x="875620" y="36266"/>
                </a:lnTo>
                <a:lnTo>
                  <a:pt x="875847" y="33319"/>
                </a:lnTo>
                <a:lnTo>
                  <a:pt x="875620" y="29919"/>
                </a:lnTo>
                <a:lnTo>
                  <a:pt x="874940" y="26973"/>
                </a:lnTo>
                <a:lnTo>
                  <a:pt x="874033" y="24479"/>
                </a:lnTo>
                <a:lnTo>
                  <a:pt x="872445" y="21986"/>
                </a:lnTo>
                <a:lnTo>
                  <a:pt x="871084" y="19946"/>
                </a:lnTo>
                <a:lnTo>
                  <a:pt x="869270" y="18586"/>
                </a:lnTo>
                <a:lnTo>
                  <a:pt x="868363" y="18133"/>
                </a:lnTo>
                <a:lnTo>
                  <a:pt x="867456" y="17679"/>
                </a:lnTo>
                <a:lnTo>
                  <a:pt x="866095" y="17453"/>
                </a:lnTo>
                <a:lnTo>
                  <a:pt x="865188" y="17453"/>
                </a:lnTo>
                <a:lnTo>
                  <a:pt x="847952" y="17453"/>
                </a:lnTo>
                <a:lnTo>
                  <a:pt x="846818" y="17453"/>
                </a:lnTo>
                <a:close/>
                <a:moveTo>
                  <a:pt x="203654" y="0"/>
                </a:moveTo>
                <a:lnTo>
                  <a:pt x="207282" y="0"/>
                </a:lnTo>
                <a:lnTo>
                  <a:pt x="1496106" y="0"/>
                </a:lnTo>
                <a:lnTo>
                  <a:pt x="1499961" y="0"/>
                </a:lnTo>
                <a:lnTo>
                  <a:pt x="1503363" y="227"/>
                </a:lnTo>
                <a:lnTo>
                  <a:pt x="1506765" y="680"/>
                </a:lnTo>
                <a:lnTo>
                  <a:pt x="1510167" y="1360"/>
                </a:lnTo>
                <a:lnTo>
                  <a:pt x="1513568" y="2040"/>
                </a:lnTo>
                <a:lnTo>
                  <a:pt x="1516743" y="2947"/>
                </a:lnTo>
                <a:lnTo>
                  <a:pt x="1520145" y="3853"/>
                </a:lnTo>
                <a:lnTo>
                  <a:pt x="1523093" y="4987"/>
                </a:lnTo>
                <a:lnTo>
                  <a:pt x="1526042" y="6347"/>
                </a:lnTo>
                <a:lnTo>
                  <a:pt x="1529217" y="7706"/>
                </a:lnTo>
                <a:lnTo>
                  <a:pt x="1531938" y="9293"/>
                </a:lnTo>
                <a:lnTo>
                  <a:pt x="1534886" y="10880"/>
                </a:lnTo>
                <a:lnTo>
                  <a:pt x="1537608" y="12693"/>
                </a:lnTo>
                <a:lnTo>
                  <a:pt x="1540102" y="14506"/>
                </a:lnTo>
                <a:lnTo>
                  <a:pt x="1542824" y="16546"/>
                </a:lnTo>
                <a:lnTo>
                  <a:pt x="1545092" y="18586"/>
                </a:lnTo>
                <a:lnTo>
                  <a:pt x="1547360" y="20626"/>
                </a:lnTo>
                <a:lnTo>
                  <a:pt x="1549627" y="22893"/>
                </a:lnTo>
                <a:lnTo>
                  <a:pt x="1551669" y="25386"/>
                </a:lnTo>
                <a:lnTo>
                  <a:pt x="1553483" y="27879"/>
                </a:lnTo>
                <a:lnTo>
                  <a:pt x="1555297" y="30372"/>
                </a:lnTo>
                <a:lnTo>
                  <a:pt x="1557111" y="33092"/>
                </a:lnTo>
                <a:lnTo>
                  <a:pt x="1558472" y="35812"/>
                </a:lnTo>
                <a:lnTo>
                  <a:pt x="1559833" y="38759"/>
                </a:lnTo>
                <a:lnTo>
                  <a:pt x="1561194" y="41479"/>
                </a:lnTo>
                <a:lnTo>
                  <a:pt x="1562101" y="44199"/>
                </a:lnTo>
                <a:lnTo>
                  <a:pt x="1563008" y="47372"/>
                </a:lnTo>
                <a:lnTo>
                  <a:pt x="1564142" y="50318"/>
                </a:lnTo>
                <a:lnTo>
                  <a:pt x="1564595" y="53718"/>
                </a:lnTo>
                <a:lnTo>
                  <a:pt x="1565049" y="56665"/>
                </a:lnTo>
                <a:lnTo>
                  <a:pt x="1565276" y="59838"/>
                </a:lnTo>
                <a:lnTo>
                  <a:pt x="1565502" y="63238"/>
                </a:lnTo>
                <a:lnTo>
                  <a:pt x="1565502" y="906864"/>
                </a:lnTo>
                <a:lnTo>
                  <a:pt x="1565276" y="910037"/>
                </a:lnTo>
                <a:lnTo>
                  <a:pt x="1565049" y="913437"/>
                </a:lnTo>
                <a:lnTo>
                  <a:pt x="1564595" y="916383"/>
                </a:lnTo>
                <a:lnTo>
                  <a:pt x="1564142" y="919783"/>
                </a:lnTo>
                <a:lnTo>
                  <a:pt x="1563008" y="922730"/>
                </a:lnTo>
                <a:lnTo>
                  <a:pt x="1562101" y="925676"/>
                </a:lnTo>
                <a:lnTo>
                  <a:pt x="1561194" y="928623"/>
                </a:lnTo>
                <a:lnTo>
                  <a:pt x="1559833" y="931343"/>
                </a:lnTo>
                <a:lnTo>
                  <a:pt x="1558472" y="934289"/>
                </a:lnTo>
                <a:lnTo>
                  <a:pt x="1557111" y="937009"/>
                </a:lnTo>
                <a:lnTo>
                  <a:pt x="1555297" y="939502"/>
                </a:lnTo>
                <a:lnTo>
                  <a:pt x="1553483" y="942222"/>
                </a:lnTo>
                <a:lnTo>
                  <a:pt x="1551669" y="944716"/>
                </a:lnTo>
                <a:lnTo>
                  <a:pt x="1549627" y="946982"/>
                </a:lnTo>
                <a:lnTo>
                  <a:pt x="1547360" y="949475"/>
                </a:lnTo>
                <a:lnTo>
                  <a:pt x="1545092" y="951515"/>
                </a:lnTo>
                <a:lnTo>
                  <a:pt x="1542824" y="953555"/>
                </a:lnTo>
                <a:lnTo>
                  <a:pt x="1540102" y="955369"/>
                </a:lnTo>
                <a:lnTo>
                  <a:pt x="1537608" y="957409"/>
                </a:lnTo>
                <a:lnTo>
                  <a:pt x="1534886" y="959222"/>
                </a:lnTo>
                <a:lnTo>
                  <a:pt x="1531938" y="960808"/>
                </a:lnTo>
                <a:lnTo>
                  <a:pt x="1529217" y="962168"/>
                </a:lnTo>
                <a:lnTo>
                  <a:pt x="1526042" y="963755"/>
                </a:lnTo>
                <a:lnTo>
                  <a:pt x="1523093" y="965115"/>
                </a:lnTo>
                <a:lnTo>
                  <a:pt x="1520145" y="966248"/>
                </a:lnTo>
                <a:lnTo>
                  <a:pt x="1516743" y="967155"/>
                </a:lnTo>
                <a:lnTo>
                  <a:pt x="1513568" y="967835"/>
                </a:lnTo>
                <a:lnTo>
                  <a:pt x="1510167" y="968515"/>
                </a:lnTo>
                <a:lnTo>
                  <a:pt x="1506765" y="969195"/>
                </a:lnTo>
                <a:lnTo>
                  <a:pt x="1503363" y="969648"/>
                </a:lnTo>
                <a:lnTo>
                  <a:pt x="1499961" y="969875"/>
                </a:lnTo>
                <a:lnTo>
                  <a:pt x="1496106" y="969875"/>
                </a:lnTo>
                <a:lnTo>
                  <a:pt x="1447347" y="969875"/>
                </a:lnTo>
                <a:lnTo>
                  <a:pt x="1447801" y="972141"/>
                </a:lnTo>
                <a:lnTo>
                  <a:pt x="1447801" y="974408"/>
                </a:lnTo>
                <a:lnTo>
                  <a:pt x="1447801" y="976901"/>
                </a:lnTo>
                <a:lnTo>
                  <a:pt x="1447347" y="979848"/>
                </a:lnTo>
                <a:lnTo>
                  <a:pt x="1496106" y="979848"/>
                </a:lnTo>
                <a:lnTo>
                  <a:pt x="1499735" y="979848"/>
                </a:lnTo>
                <a:lnTo>
                  <a:pt x="1503136" y="980074"/>
                </a:lnTo>
                <a:lnTo>
                  <a:pt x="1506538" y="980528"/>
                </a:lnTo>
                <a:lnTo>
                  <a:pt x="1509713" y="980981"/>
                </a:lnTo>
                <a:lnTo>
                  <a:pt x="1513115" y="981661"/>
                </a:lnTo>
                <a:lnTo>
                  <a:pt x="1516063" y="982568"/>
                </a:lnTo>
                <a:lnTo>
                  <a:pt x="1519238" y="983474"/>
                </a:lnTo>
                <a:lnTo>
                  <a:pt x="1521960" y="984608"/>
                </a:lnTo>
                <a:lnTo>
                  <a:pt x="1524681" y="985968"/>
                </a:lnTo>
                <a:lnTo>
                  <a:pt x="1527629" y="987328"/>
                </a:lnTo>
                <a:lnTo>
                  <a:pt x="1530124" y="988914"/>
                </a:lnTo>
                <a:lnTo>
                  <a:pt x="1532619" y="990501"/>
                </a:lnTo>
                <a:lnTo>
                  <a:pt x="1535113" y="992314"/>
                </a:lnTo>
                <a:lnTo>
                  <a:pt x="1537381" y="994354"/>
                </a:lnTo>
                <a:lnTo>
                  <a:pt x="1539649" y="996394"/>
                </a:lnTo>
                <a:lnTo>
                  <a:pt x="1541917" y="998434"/>
                </a:lnTo>
                <a:lnTo>
                  <a:pt x="1545999" y="1003194"/>
                </a:lnTo>
                <a:lnTo>
                  <a:pt x="1549854" y="1008407"/>
                </a:lnTo>
                <a:lnTo>
                  <a:pt x="1553256" y="1013847"/>
                </a:lnTo>
                <a:lnTo>
                  <a:pt x="1556431" y="1019740"/>
                </a:lnTo>
                <a:lnTo>
                  <a:pt x="1559152" y="1026086"/>
                </a:lnTo>
                <a:lnTo>
                  <a:pt x="1561420" y="1032886"/>
                </a:lnTo>
                <a:lnTo>
                  <a:pt x="1563688" y="1039686"/>
                </a:lnTo>
                <a:lnTo>
                  <a:pt x="1565502" y="1046939"/>
                </a:lnTo>
                <a:lnTo>
                  <a:pt x="1703388" y="1556695"/>
                </a:lnTo>
                <a:lnTo>
                  <a:pt x="1703388" y="1560095"/>
                </a:lnTo>
                <a:lnTo>
                  <a:pt x="1702935" y="1563722"/>
                </a:lnTo>
                <a:lnTo>
                  <a:pt x="1702708" y="1566895"/>
                </a:lnTo>
                <a:lnTo>
                  <a:pt x="1702027" y="1570068"/>
                </a:lnTo>
                <a:lnTo>
                  <a:pt x="1701347" y="1573468"/>
                </a:lnTo>
                <a:lnTo>
                  <a:pt x="1700440" y="1576641"/>
                </a:lnTo>
                <a:lnTo>
                  <a:pt x="1699306" y="1579815"/>
                </a:lnTo>
                <a:lnTo>
                  <a:pt x="1698172" y="1582761"/>
                </a:lnTo>
                <a:lnTo>
                  <a:pt x="1696585" y="1585934"/>
                </a:lnTo>
                <a:lnTo>
                  <a:pt x="1694997" y="1588654"/>
                </a:lnTo>
                <a:lnTo>
                  <a:pt x="1693410" y="1591374"/>
                </a:lnTo>
                <a:lnTo>
                  <a:pt x="1691822" y="1594321"/>
                </a:lnTo>
                <a:lnTo>
                  <a:pt x="1689781" y="1596814"/>
                </a:lnTo>
                <a:lnTo>
                  <a:pt x="1687740" y="1599307"/>
                </a:lnTo>
                <a:lnTo>
                  <a:pt x="1685472" y="1602027"/>
                </a:lnTo>
                <a:lnTo>
                  <a:pt x="1683204" y="1604294"/>
                </a:lnTo>
                <a:lnTo>
                  <a:pt x="1680710" y="1606334"/>
                </a:lnTo>
                <a:lnTo>
                  <a:pt x="1678442" y="1608600"/>
                </a:lnTo>
                <a:lnTo>
                  <a:pt x="1675720" y="1610640"/>
                </a:lnTo>
                <a:lnTo>
                  <a:pt x="1672999" y="1612454"/>
                </a:lnTo>
                <a:lnTo>
                  <a:pt x="1670277" y="1614040"/>
                </a:lnTo>
                <a:lnTo>
                  <a:pt x="1667329" y="1615853"/>
                </a:lnTo>
                <a:lnTo>
                  <a:pt x="1664381" y="1617440"/>
                </a:lnTo>
                <a:lnTo>
                  <a:pt x="1661433" y="1618573"/>
                </a:lnTo>
                <a:lnTo>
                  <a:pt x="1658031" y="1619707"/>
                </a:lnTo>
                <a:lnTo>
                  <a:pt x="1655083" y="1620840"/>
                </a:lnTo>
                <a:lnTo>
                  <a:pt x="1651681" y="1621747"/>
                </a:lnTo>
                <a:lnTo>
                  <a:pt x="1648279" y="1622653"/>
                </a:lnTo>
                <a:lnTo>
                  <a:pt x="1645104" y="1623333"/>
                </a:lnTo>
                <a:lnTo>
                  <a:pt x="1641476" y="1623560"/>
                </a:lnTo>
                <a:lnTo>
                  <a:pt x="1638074" y="1624013"/>
                </a:lnTo>
                <a:lnTo>
                  <a:pt x="1634445" y="1624013"/>
                </a:lnTo>
                <a:lnTo>
                  <a:pt x="68943" y="1624013"/>
                </a:lnTo>
                <a:lnTo>
                  <a:pt x="65314" y="1624013"/>
                </a:lnTo>
                <a:lnTo>
                  <a:pt x="61913" y="1623560"/>
                </a:lnTo>
                <a:lnTo>
                  <a:pt x="58511" y="1623333"/>
                </a:lnTo>
                <a:lnTo>
                  <a:pt x="55109" y="1622653"/>
                </a:lnTo>
                <a:lnTo>
                  <a:pt x="51934" y="1621747"/>
                </a:lnTo>
                <a:lnTo>
                  <a:pt x="48532" y="1620840"/>
                </a:lnTo>
                <a:lnTo>
                  <a:pt x="45357" y="1619707"/>
                </a:lnTo>
                <a:lnTo>
                  <a:pt x="41955" y="1618573"/>
                </a:lnTo>
                <a:lnTo>
                  <a:pt x="39007" y="1617440"/>
                </a:lnTo>
                <a:lnTo>
                  <a:pt x="36286" y="1615853"/>
                </a:lnTo>
                <a:lnTo>
                  <a:pt x="33111" y="1614040"/>
                </a:lnTo>
                <a:lnTo>
                  <a:pt x="30389" y="1612454"/>
                </a:lnTo>
                <a:lnTo>
                  <a:pt x="27668" y="1610640"/>
                </a:lnTo>
                <a:lnTo>
                  <a:pt x="25173" y="1608600"/>
                </a:lnTo>
                <a:lnTo>
                  <a:pt x="22679" y="1606334"/>
                </a:lnTo>
                <a:lnTo>
                  <a:pt x="20184" y="1604294"/>
                </a:lnTo>
                <a:lnTo>
                  <a:pt x="17916" y="1602027"/>
                </a:lnTo>
                <a:lnTo>
                  <a:pt x="15875" y="1599307"/>
                </a:lnTo>
                <a:lnTo>
                  <a:pt x="13607" y="1596814"/>
                </a:lnTo>
                <a:lnTo>
                  <a:pt x="11793" y="1594321"/>
                </a:lnTo>
                <a:lnTo>
                  <a:pt x="9979" y="1591374"/>
                </a:lnTo>
                <a:lnTo>
                  <a:pt x="8391" y="1588654"/>
                </a:lnTo>
                <a:lnTo>
                  <a:pt x="6804" y="1585934"/>
                </a:lnTo>
                <a:lnTo>
                  <a:pt x="5216" y="1582761"/>
                </a:lnTo>
                <a:lnTo>
                  <a:pt x="4082" y="1579815"/>
                </a:lnTo>
                <a:lnTo>
                  <a:pt x="2948" y="1576641"/>
                </a:lnTo>
                <a:lnTo>
                  <a:pt x="2041" y="1573468"/>
                </a:lnTo>
                <a:lnTo>
                  <a:pt x="1361" y="1570068"/>
                </a:lnTo>
                <a:lnTo>
                  <a:pt x="680" y="1566895"/>
                </a:lnTo>
                <a:lnTo>
                  <a:pt x="454" y="1563722"/>
                </a:lnTo>
                <a:lnTo>
                  <a:pt x="0" y="1560095"/>
                </a:lnTo>
                <a:lnTo>
                  <a:pt x="0" y="1556695"/>
                </a:lnTo>
                <a:lnTo>
                  <a:pt x="137886" y="1046939"/>
                </a:lnTo>
                <a:lnTo>
                  <a:pt x="140154" y="1040592"/>
                </a:lnTo>
                <a:lnTo>
                  <a:pt x="142422" y="1034019"/>
                </a:lnTo>
                <a:lnTo>
                  <a:pt x="144916" y="1027673"/>
                </a:lnTo>
                <a:lnTo>
                  <a:pt x="147864" y="1021780"/>
                </a:lnTo>
                <a:lnTo>
                  <a:pt x="150813" y="1016113"/>
                </a:lnTo>
                <a:lnTo>
                  <a:pt x="154214" y="1010447"/>
                </a:lnTo>
                <a:lnTo>
                  <a:pt x="158070" y="1005007"/>
                </a:lnTo>
                <a:lnTo>
                  <a:pt x="161925" y="1000474"/>
                </a:lnTo>
                <a:lnTo>
                  <a:pt x="166461" y="995714"/>
                </a:lnTo>
                <a:lnTo>
                  <a:pt x="168729" y="993901"/>
                </a:lnTo>
                <a:lnTo>
                  <a:pt x="171224" y="991634"/>
                </a:lnTo>
                <a:lnTo>
                  <a:pt x="173718" y="990047"/>
                </a:lnTo>
                <a:lnTo>
                  <a:pt x="176213" y="988234"/>
                </a:lnTo>
                <a:lnTo>
                  <a:pt x="178934" y="986874"/>
                </a:lnTo>
                <a:lnTo>
                  <a:pt x="181656" y="985288"/>
                </a:lnTo>
                <a:lnTo>
                  <a:pt x="184604" y="983928"/>
                </a:lnTo>
                <a:lnTo>
                  <a:pt x="187552" y="982794"/>
                </a:lnTo>
                <a:lnTo>
                  <a:pt x="190500" y="981888"/>
                </a:lnTo>
                <a:lnTo>
                  <a:pt x="193675" y="981208"/>
                </a:lnTo>
                <a:lnTo>
                  <a:pt x="196850" y="980528"/>
                </a:lnTo>
                <a:lnTo>
                  <a:pt x="200252" y="980074"/>
                </a:lnTo>
                <a:lnTo>
                  <a:pt x="203654" y="979848"/>
                </a:lnTo>
                <a:lnTo>
                  <a:pt x="207282" y="979848"/>
                </a:lnTo>
                <a:lnTo>
                  <a:pt x="256041" y="979848"/>
                </a:lnTo>
                <a:lnTo>
                  <a:pt x="255815" y="976901"/>
                </a:lnTo>
                <a:lnTo>
                  <a:pt x="255588" y="974408"/>
                </a:lnTo>
                <a:lnTo>
                  <a:pt x="255588" y="972141"/>
                </a:lnTo>
                <a:lnTo>
                  <a:pt x="256041" y="969875"/>
                </a:lnTo>
                <a:lnTo>
                  <a:pt x="207282" y="969875"/>
                </a:lnTo>
                <a:lnTo>
                  <a:pt x="203654" y="969875"/>
                </a:lnTo>
                <a:lnTo>
                  <a:pt x="200252" y="969648"/>
                </a:lnTo>
                <a:lnTo>
                  <a:pt x="196624" y="969195"/>
                </a:lnTo>
                <a:lnTo>
                  <a:pt x="193222" y="968515"/>
                </a:lnTo>
                <a:lnTo>
                  <a:pt x="189820" y="967835"/>
                </a:lnTo>
                <a:lnTo>
                  <a:pt x="186645" y="967155"/>
                </a:lnTo>
                <a:lnTo>
                  <a:pt x="183243" y="966248"/>
                </a:lnTo>
                <a:lnTo>
                  <a:pt x="180295" y="965115"/>
                </a:lnTo>
                <a:lnTo>
                  <a:pt x="177347" y="963755"/>
                </a:lnTo>
                <a:lnTo>
                  <a:pt x="174172" y="962168"/>
                </a:lnTo>
                <a:lnTo>
                  <a:pt x="171450" y="960808"/>
                </a:lnTo>
                <a:lnTo>
                  <a:pt x="168502" y="959222"/>
                </a:lnTo>
                <a:lnTo>
                  <a:pt x="165781" y="957409"/>
                </a:lnTo>
                <a:lnTo>
                  <a:pt x="163286" y="955369"/>
                </a:lnTo>
                <a:lnTo>
                  <a:pt x="160564" y="953555"/>
                </a:lnTo>
                <a:lnTo>
                  <a:pt x="158297" y="951515"/>
                </a:lnTo>
                <a:lnTo>
                  <a:pt x="156029" y="949475"/>
                </a:lnTo>
                <a:lnTo>
                  <a:pt x="153761" y="946982"/>
                </a:lnTo>
                <a:lnTo>
                  <a:pt x="151720" y="944716"/>
                </a:lnTo>
                <a:lnTo>
                  <a:pt x="149906" y="942222"/>
                </a:lnTo>
                <a:lnTo>
                  <a:pt x="148091" y="939502"/>
                </a:lnTo>
                <a:lnTo>
                  <a:pt x="146277" y="937009"/>
                </a:lnTo>
                <a:lnTo>
                  <a:pt x="144916" y="934289"/>
                </a:lnTo>
                <a:lnTo>
                  <a:pt x="143556" y="931343"/>
                </a:lnTo>
                <a:lnTo>
                  <a:pt x="142195" y="928623"/>
                </a:lnTo>
                <a:lnTo>
                  <a:pt x="141288" y="925676"/>
                </a:lnTo>
                <a:lnTo>
                  <a:pt x="140381" y="922730"/>
                </a:lnTo>
                <a:lnTo>
                  <a:pt x="139247" y="919783"/>
                </a:lnTo>
                <a:lnTo>
                  <a:pt x="138793" y="916383"/>
                </a:lnTo>
                <a:lnTo>
                  <a:pt x="138339" y="913437"/>
                </a:lnTo>
                <a:lnTo>
                  <a:pt x="138113" y="910037"/>
                </a:lnTo>
                <a:lnTo>
                  <a:pt x="137886" y="906864"/>
                </a:lnTo>
                <a:lnTo>
                  <a:pt x="137886" y="63238"/>
                </a:lnTo>
                <a:lnTo>
                  <a:pt x="138113" y="59838"/>
                </a:lnTo>
                <a:lnTo>
                  <a:pt x="138339" y="56665"/>
                </a:lnTo>
                <a:lnTo>
                  <a:pt x="138793" y="53718"/>
                </a:lnTo>
                <a:lnTo>
                  <a:pt x="139247" y="50318"/>
                </a:lnTo>
                <a:lnTo>
                  <a:pt x="140381" y="47372"/>
                </a:lnTo>
                <a:lnTo>
                  <a:pt x="141288" y="44199"/>
                </a:lnTo>
                <a:lnTo>
                  <a:pt x="142195" y="41479"/>
                </a:lnTo>
                <a:lnTo>
                  <a:pt x="143556" y="38759"/>
                </a:lnTo>
                <a:lnTo>
                  <a:pt x="144916" y="35812"/>
                </a:lnTo>
                <a:lnTo>
                  <a:pt x="146277" y="33092"/>
                </a:lnTo>
                <a:lnTo>
                  <a:pt x="148091" y="30372"/>
                </a:lnTo>
                <a:lnTo>
                  <a:pt x="149906" y="27879"/>
                </a:lnTo>
                <a:lnTo>
                  <a:pt x="151720" y="25386"/>
                </a:lnTo>
                <a:lnTo>
                  <a:pt x="153761" y="22893"/>
                </a:lnTo>
                <a:lnTo>
                  <a:pt x="156029" y="20626"/>
                </a:lnTo>
                <a:lnTo>
                  <a:pt x="158297" y="18586"/>
                </a:lnTo>
                <a:lnTo>
                  <a:pt x="160564" y="16546"/>
                </a:lnTo>
                <a:lnTo>
                  <a:pt x="163286" y="14506"/>
                </a:lnTo>
                <a:lnTo>
                  <a:pt x="165781" y="12693"/>
                </a:lnTo>
                <a:lnTo>
                  <a:pt x="168502" y="10880"/>
                </a:lnTo>
                <a:lnTo>
                  <a:pt x="171450" y="9293"/>
                </a:lnTo>
                <a:lnTo>
                  <a:pt x="174172" y="7706"/>
                </a:lnTo>
                <a:lnTo>
                  <a:pt x="177347" y="6347"/>
                </a:lnTo>
                <a:lnTo>
                  <a:pt x="180295" y="4987"/>
                </a:lnTo>
                <a:lnTo>
                  <a:pt x="183243" y="3853"/>
                </a:lnTo>
                <a:lnTo>
                  <a:pt x="186645" y="2947"/>
                </a:lnTo>
                <a:lnTo>
                  <a:pt x="189820" y="2040"/>
                </a:lnTo>
                <a:lnTo>
                  <a:pt x="193222" y="1360"/>
                </a:lnTo>
                <a:lnTo>
                  <a:pt x="196624" y="680"/>
                </a:lnTo>
                <a:lnTo>
                  <a:pt x="200252" y="227"/>
                </a:lnTo>
                <a:lnTo>
                  <a:pt x="203654" y="0"/>
                </a:lnTo>
                <a:close/>
              </a:path>
            </a:pathLst>
          </a:custGeom>
          <a:solidFill>
            <a:schemeClr val="accent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a:solidFill>
                <a:srgbClr val="FFFFFF"/>
              </a:solidFill>
              <a:latin typeface="+mn-lt"/>
              <a:ea typeface="+mn-ea"/>
              <a:cs typeface="+mn-ea"/>
              <a:sym typeface="+mn-lt"/>
            </a:endParaRPr>
          </a:p>
        </p:txBody>
      </p:sp>
      <p:sp>
        <p:nvSpPr>
          <p:cNvPr id="21" name="文本框 20">
            <a:extLst>
              <a:ext uri="{FF2B5EF4-FFF2-40B4-BE49-F238E27FC236}">
                <a16:creationId xmlns:a16="http://schemas.microsoft.com/office/drawing/2014/main" id="{D71A9400-B470-1504-667F-273FEB2A2D5B}"/>
              </a:ext>
            </a:extLst>
          </p:cNvPr>
          <p:cNvSpPr txBox="1"/>
          <p:nvPr/>
        </p:nvSpPr>
        <p:spPr>
          <a:xfrm>
            <a:off x="1522955" y="1887319"/>
            <a:ext cx="2845845" cy="830997"/>
          </a:xfrm>
          <a:prstGeom prst="rect">
            <a:avLst/>
          </a:prstGeom>
          <a:noFill/>
        </p:spPr>
        <p:txBody>
          <a:bodyPr wrap="square" rtlCol="0">
            <a:spAutoFit/>
          </a:bodyPr>
          <a:lstStyle/>
          <a:p>
            <a:pPr>
              <a:lnSpc>
                <a:spcPct val="150000"/>
              </a:lnSpc>
            </a:pPr>
            <a:r>
              <a:rPr lang="zh-CN" altLang="en-US" sz="1600" dirty="0">
                <a:solidFill>
                  <a:schemeClr val="tx1">
                    <a:lumMod val="65000"/>
                    <a:lumOff val="35000"/>
                  </a:schemeClr>
                </a:solidFill>
                <a:cs typeface="+mn-ea"/>
                <a:sym typeface="+mn-lt"/>
              </a:rPr>
              <a:t>请在这里添加相应的文字内容请在这里添加相应的文字内容</a:t>
            </a:r>
          </a:p>
        </p:txBody>
      </p:sp>
      <p:sp>
        <p:nvSpPr>
          <p:cNvPr id="22" name="矩形 21">
            <a:extLst>
              <a:ext uri="{FF2B5EF4-FFF2-40B4-BE49-F238E27FC236}">
                <a16:creationId xmlns:a16="http://schemas.microsoft.com/office/drawing/2014/main" id="{24658C36-470B-D0DE-A21E-FE1B38740B4C}"/>
              </a:ext>
            </a:extLst>
          </p:cNvPr>
          <p:cNvSpPr/>
          <p:nvPr/>
        </p:nvSpPr>
        <p:spPr>
          <a:xfrm>
            <a:off x="1522955" y="1487209"/>
            <a:ext cx="2236510" cy="400110"/>
          </a:xfrm>
          <a:prstGeom prst="rect">
            <a:avLst/>
          </a:prstGeom>
        </p:spPr>
        <p:txBody>
          <a:bodyPr wrap="none">
            <a:spAutoFit/>
          </a:bodyPr>
          <a:lstStyle/>
          <a:p>
            <a:r>
              <a:rPr lang="zh-CN" altLang="en-US" sz="2000" b="1" dirty="0">
                <a:solidFill>
                  <a:schemeClr val="accent1"/>
                </a:solidFill>
                <a:cs typeface="+mn-ea"/>
                <a:sym typeface="+mn-lt"/>
              </a:rPr>
              <a:t>这里添加文字标题</a:t>
            </a:r>
            <a:endParaRPr lang="zh-CN" altLang="en-US" sz="2000" dirty="0">
              <a:solidFill>
                <a:schemeClr val="accent1"/>
              </a:solidFill>
              <a:cs typeface="+mn-ea"/>
              <a:sym typeface="+mn-lt"/>
            </a:endParaRPr>
          </a:p>
        </p:txBody>
      </p:sp>
      <p:sp>
        <p:nvSpPr>
          <p:cNvPr id="23" name="文本占位符 33">
            <a:extLst>
              <a:ext uri="{FF2B5EF4-FFF2-40B4-BE49-F238E27FC236}">
                <a16:creationId xmlns:a16="http://schemas.microsoft.com/office/drawing/2014/main" id="{70867633-A165-60B0-4D4B-A722D615AB92}"/>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16536428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1_比较">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D1E0799C-88B5-778B-8130-522EBB774304}"/>
              </a:ext>
            </a:extLst>
          </p:cNvPr>
          <p:cNvSpPr>
            <a:spLocks noGrp="1"/>
          </p:cNvSpPr>
          <p:nvPr>
            <p:ph type="body" idx="1"/>
          </p:nvPr>
        </p:nvSpPr>
        <p:spPr>
          <a:xfrm>
            <a:off x="475556" y="805042"/>
            <a:ext cx="48593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5" name="文本占位符 4">
            <a:extLst>
              <a:ext uri="{FF2B5EF4-FFF2-40B4-BE49-F238E27FC236}">
                <a16:creationId xmlns:a16="http://schemas.microsoft.com/office/drawing/2014/main" id="{74386F69-B5F8-12CD-152E-8D9FEF85256A}"/>
              </a:ext>
            </a:extLst>
          </p:cNvPr>
          <p:cNvSpPr>
            <a:spLocks noGrp="1"/>
          </p:cNvSpPr>
          <p:nvPr>
            <p:ph type="body" sz="quarter" idx="3"/>
          </p:nvPr>
        </p:nvSpPr>
        <p:spPr>
          <a:xfrm>
            <a:off x="5997575" y="805042"/>
            <a:ext cx="518477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0" name="任意多边形 19">
            <a:extLst>
              <a:ext uri="{FF2B5EF4-FFF2-40B4-BE49-F238E27FC236}">
                <a16:creationId xmlns:a16="http://schemas.microsoft.com/office/drawing/2014/main" id="{194BB307-7CD2-0519-F987-EE1B3B952F06}"/>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1" name="任意多边形 18">
            <a:extLst>
              <a:ext uri="{FF2B5EF4-FFF2-40B4-BE49-F238E27FC236}">
                <a16:creationId xmlns:a16="http://schemas.microsoft.com/office/drawing/2014/main" id="{68ADC1FD-0F37-4839-9AB3-038B698024CC}"/>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2" name="组合 11">
            <a:extLst>
              <a:ext uri="{FF2B5EF4-FFF2-40B4-BE49-F238E27FC236}">
                <a16:creationId xmlns:a16="http://schemas.microsoft.com/office/drawing/2014/main" id="{9F91ADBE-8918-2609-78D9-55A6BE6320CC}"/>
              </a:ext>
            </a:extLst>
          </p:cNvPr>
          <p:cNvGrpSpPr/>
          <p:nvPr/>
        </p:nvGrpSpPr>
        <p:grpSpPr>
          <a:xfrm>
            <a:off x="123826" y="59558"/>
            <a:ext cx="593817" cy="593817"/>
            <a:chOff x="1131485" y="2234042"/>
            <a:chExt cx="1607262" cy="1607262"/>
          </a:xfrm>
        </p:grpSpPr>
        <p:sp>
          <p:nvSpPr>
            <p:cNvPr id="13" name="椭圆 12">
              <a:extLst>
                <a:ext uri="{FF2B5EF4-FFF2-40B4-BE49-F238E27FC236}">
                  <a16:creationId xmlns:a16="http://schemas.microsoft.com/office/drawing/2014/main" id="{F7238A78-91CC-3469-8ACD-6FB398078677}"/>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4" name="椭圆 13">
              <a:extLst>
                <a:ext uri="{FF2B5EF4-FFF2-40B4-BE49-F238E27FC236}">
                  <a16:creationId xmlns:a16="http://schemas.microsoft.com/office/drawing/2014/main" id="{0CB65898-6F95-A19E-C383-8D85C381FA61}"/>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5" name="KSO_Shape">
              <a:extLst>
                <a:ext uri="{FF2B5EF4-FFF2-40B4-BE49-F238E27FC236}">
                  <a16:creationId xmlns:a16="http://schemas.microsoft.com/office/drawing/2014/main" id="{11EF4BB9-E978-B4F6-BBBE-F67FDD7A6C88}"/>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6" name="文本占位符 33">
            <a:extLst>
              <a:ext uri="{FF2B5EF4-FFF2-40B4-BE49-F238E27FC236}">
                <a16:creationId xmlns:a16="http://schemas.microsoft.com/office/drawing/2014/main" id="{45330A77-8349-E793-AD39-6A80D7C2A9E6}"/>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
        <p:nvSpPr>
          <p:cNvPr id="18" name="内容占位符 17">
            <a:extLst>
              <a:ext uri="{FF2B5EF4-FFF2-40B4-BE49-F238E27FC236}">
                <a16:creationId xmlns:a16="http://schemas.microsoft.com/office/drawing/2014/main" id="{39B611A7-CF8D-CAA4-3A4F-F0188DF8C894}"/>
              </a:ext>
            </a:extLst>
          </p:cNvPr>
          <p:cNvSpPr>
            <a:spLocks noGrp="1"/>
          </p:cNvSpPr>
          <p:nvPr>
            <p:ph sz="quarter" idx="19"/>
          </p:nvPr>
        </p:nvSpPr>
        <p:spPr>
          <a:xfrm>
            <a:off x="588963" y="1773239"/>
            <a:ext cx="4859337" cy="4679950"/>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20" name="内容占位符 19">
            <a:extLst>
              <a:ext uri="{FF2B5EF4-FFF2-40B4-BE49-F238E27FC236}">
                <a16:creationId xmlns:a16="http://schemas.microsoft.com/office/drawing/2014/main" id="{FFFB7F56-3D87-E611-ED81-25826319A38C}"/>
              </a:ext>
            </a:extLst>
          </p:cNvPr>
          <p:cNvSpPr>
            <a:spLocks noGrp="1"/>
          </p:cNvSpPr>
          <p:nvPr>
            <p:ph sz="quarter" idx="20"/>
          </p:nvPr>
        </p:nvSpPr>
        <p:spPr>
          <a:xfrm>
            <a:off x="6029325" y="1773238"/>
            <a:ext cx="5184775" cy="4679950"/>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6740451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3_两栏内容">
    <p:spTree>
      <p:nvGrpSpPr>
        <p:cNvPr id="1" name=""/>
        <p:cNvGrpSpPr/>
        <p:nvPr/>
      </p:nvGrpSpPr>
      <p:grpSpPr>
        <a:xfrm>
          <a:off x="0" y="0"/>
          <a:ext cx="0" cy="0"/>
          <a:chOff x="0" y="0"/>
          <a:chExt cx="0" cy="0"/>
        </a:xfrm>
      </p:grpSpPr>
      <p:sp>
        <p:nvSpPr>
          <p:cNvPr id="8" name="任意多边形 19">
            <a:extLst>
              <a:ext uri="{FF2B5EF4-FFF2-40B4-BE49-F238E27FC236}">
                <a16:creationId xmlns:a16="http://schemas.microsoft.com/office/drawing/2014/main" id="{EE0614DB-9D87-BA32-305F-D8C6D877FACF}"/>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 name="任意多边形 18">
            <a:extLst>
              <a:ext uri="{FF2B5EF4-FFF2-40B4-BE49-F238E27FC236}">
                <a16:creationId xmlns:a16="http://schemas.microsoft.com/office/drawing/2014/main" id="{0AF01672-87F1-53FC-32DB-980A43595565}"/>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0" name="组合 9">
            <a:extLst>
              <a:ext uri="{FF2B5EF4-FFF2-40B4-BE49-F238E27FC236}">
                <a16:creationId xmlns:a16="http://schemas.microsoft.com/office/drawing/2014/main" id="{C36251E7-C68A-8CC4-D7FC-DAE79C14289E}"/>
              </a:ext>
            </a:extLst>
          </p:cNvPr>
          <p:cNvGrpSpPr/>
          <p:nvPr/>
        </p:nvGrpSpPr>
        <p:grpSpPr>
          <a:xfrm>
            <a:off x="123826" y="59558"/>
            <a:ext cx="593817" cy="593817"/>
            <a:chOff x="1131485" y="2234042"/>
            <a:chExt cx="1607262" cy="1607262"/>
          </a:xfrm>
        </p:grpSpPr>
        <p:sp>
          <p:nvSpPr>
            <p:cNvPr id="11" name="椭圆 10">
              <a:extLst>
                <a:ext uri="{FF2B5EF4-FFF2-40B4-BE49-F238E27FC236}">
                  <a16:creationId xmlns:a16="http://schemas.microsoft.com/office/drawing/2014/main" id="{222E1E72-88E6-9EB4-8F00-F11EC9617B3E}"/>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椭圆 11">
              <a:extLst>
                <a:ext uri="{FF2B5EF4-FFF2-40B4-BE49-F238E27FC236}">
                  <a16:creationId xmlns:a16="http://schemas.microsoft.com/office/drawing/2014/main" id="{BB8A1FC4-F4C1-6538-2F58-F8E69B23D3F4}"/>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3" name="KSO_Shape">
              <a:extLst>
                <a:ext uri="{FF2B5EF4-FFF2-40B4-BE49-F238E27FC236}">
                  <a16:creationId xmlns:a16="http://schemas.microsoft.com/office/drawing/2014/main" id="{E6E512C7-2AA9-7999-05F9-A0A5915CB5F8}"/>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4" name="文本占位符 33">
            <a:extLst>
              <a:ext uri="{FF2B5EF4-FFF2-40B4-BE49-F238E27FC236}">
                <a16:creationId xmlns:a16="http://schemas.microsoft.com/office/drawing/2014/main" id="{88587556-2378-6E30-C450-EBCB9B97ABC5}"/>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
        <p:nvSpPr>
          <p:cNvPr id="16" name="内容占位符 15">
            <a:extLst>
              <a:ext uri="{FF2B5EF4-FFF2-40B4-BE49-F238E27FC236}">
                <a16:creationId xmlns:a16="http://schemas.microsoft.com/office/drawing/2014/main" id="{00D3208F-8B49-369D-47AA-F2C59F29C321}"/>
              </a:ext>
            </a:extLst>
          </p:cNvPr>
          <p:cNvSpPr>
            <a:spLocks noGrp="1"/>
          </p:cNvSpPr>
          <p:nvPr>
            <p:ph sz="quarter" idx="19"/>
          </p:nvPr>
        </p:nvSpPr>
        <p:spPr>
          <a:xfrm>
            <a:off x="850900" y="1052513"/>
            <a:ext cx="5461000" cy="5329237"/>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17" name="内容占位符 15">
            <a:extLst>
              <a:ext uri="{FF2B5EF4-FFF2-40B4-BE49-F238E27FC236}">
                <a16:creationId xmlns:a16="http://schemas.microsoft.com/office/drawing/2014/main" id="{8522F3B8-E67B-71A4-4BB2-BA1677F94C91}"/>
              </a:ext>
            </a:extLst>
          </p:cNvPr>
          <p:cNvSpPr>
            <a:spLocks noGrp="1"/>
          </p:cNvSpPr>
          <p:nvPr>
            <p:ph sz="quarter" idx="20"/>
          </p:nvPr>
        </p:nvSpPr>
        <p:spPr>
          <a:xfrm>
            <a:off x="6508741" y="1022797"/>
            <a:ext cx="5461000" cy="5329237"/>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18824783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598A6422-A47C-BBC9-ACC4-72588C812E4A}"/>
              </a:ext>
            </a:extLst>
          </p:cNvPr>
          <p:cNvSpPr/>
          <p:nvPr/>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平行四边形 5">
            <a:extLst>
              <a:ext uri="{FF2B5EF4-FFF2-40B4-BE49-F238E27FC236}">
                <a16:creationId xmlns:a16="http://schemas.microsoft.com/office/drawing/2014/main" id="{9937AFAB-7A84-DF9A-879B-2A7100C681AF}"/>
              </a:ext>
            </a:extLst>
          </p:cNvPr>
          <p:cNvSpPr/>
          <p:nvPr/>
        </p:nvSpPr>
        <p:spPr>
          <a:xfrm>
            <a:off x="1176337" y="0"/>
            <a:ext cx="10196513" cy="6858000"/>
          </a:xfrm>
          <a:prstGeom prst="parallelogram">
            <a:avLst>
              <a:gd name="adj" fmla="val 52222"/>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圆角矩形 13">
            <a:extLst>
              <a:ext uri="{FF2B5EF4-FFF2-40B4-BE49-F238E27FC236}">
                <a16:creationId xmlns:a16="http://schemas.microsoft.com/office/drawing/2014/main" id="{57273606-30FD-726A-B5E5-5880343FE394}"/>
              </a:ext>
            </a:extLst>
          </p:cNvPr>
          <p:cNvSpPr/>
          <p:nvPr/>
        </p:nvSpPr>
        <p:spPr>
          <a:xfrm rot="12648828">
            <a:off x="3867583" y="3594155"/>
            <a:ext cx="357278"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14">
            <a:extLst>
              <a:ext uri="{FF2B5EF4-FFF2-40B4-BE49-F238E27FC236}">
                <a16:creationId xmlns:a16="http://schemas.microsoft.com/office/drawing/2014/main" id="{014868D7-6268-3673-19F7-C28778739228}"/>
              </a:ext>
            </a:extLst>
          </p:cNvPr>
          <p:cNvSpPr/>
          <p:nvPr/>
        </p:nvSpPr>
        <p:spPr>
          <a:xfrm rot="12343551">
            <a:off x="7027488" y="2611931"/>
            <a:ext cx="94887"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5E299118-E489-728C-C7DE-7AA0E34E3619}"/>
              </a:ext>
            </a:extLst>
          </p:cNvPr>
          <p:cNvSpPr/>
          <p:nvPr/>
        </p:nvSpPr>
        <p:spPr>
          <a:xfrm>
            <a:off x="2322499" y="3086100"/>
            <a:ext cx="7486650" cy="1409700"/>
          </a:xfrm>
          <a:prstGeom prst="rect">
            <a:avLst/>
          </a:prstGeom>
          <a:solidFill>
            <a:srgbClr val="16D1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D6A7E97D-9532-BCD0-82A4-C8E950C06CED}"/>
              </a:ext>
            </a:extLst>
          </p:cNvPr>
          <p:cNvSpPr/>
          <p:nvPr/>
        </p:nvSpPr>
        <p:spPr>
          <a:xfrm>
            <a:off x="4668031" y="1809750"/>
            <a:ext cx="3676650" cy="704850"/>
          </a:xfrm>
          <a:prstGeom prst="rect">
            <a:avLst/>
          </a:prstGeom>
          <a:solidFill>
            <a:srgbClr val="0BB8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7D668D99-50AC-395B-7778-1DA46938562A}"/>
              </a:ext>
            </a:extLst>
          </p:cNvPr>
          <p:cNvSpPr txBox="1"/>
          <p:nvPr/>
        </p:nvSpPr>
        <p:spPr>
          <a:xfrm>
            <a:off x="5024219" y="1839009"/>
            <a:ext cx="3108543" cy="646331"/>
          </a:xfrm>
          <a:prstGeom prst="rect">
            <a:avLst/>
          </a:prstGeom>
          <a:noFill/>
        </p:spPr>
        <p:txBody>
          <a:bodyPr wrap="none" rtlCol="0">
            <a:spAutoFit/>
          </a:bodyPr>
          <a:lstStyle/>
          <a:p>
            <a:r>
              <a:rPr lang="en-US" altLang="zh-CN" sz="3600" b="1">
                <a:solidFill>
                  <a:schemeClr val="bg1"/>
                </a:solidFill>
              </a:rPr>
              <a:t>WEB</a:t>
            </a:r>
            <a:r>
              <a:rPr lang="zh-CN" altLang="en-US" sz="3600" b="1">
                <a:solidFill>
                  <a:schemeClr val="bg1"/>
                </a:solidFill>
              </a:rPr>
              <a:t>项目应用</a:t>
            </a:r>
            <a:endParaRPr lang="zh-CN" altLang="en-US" sz="3600" b="1" dirty="0">
              <a:solidFill>
                <a:schemeClr val="bg1"/>
              </a:solidFill>
            </a:endParaRPr>
          </a:p>
        </p:txBody>
      </p:sp>
      <p:sp>
        <p:nvSpPr>
          <p:cNvPr id="13" name="圆角矩形 15">
            <a:extLst>
              <a:ext uri="{FF2B5EF4-FFF2-40B4-BE49-F238E27FC236}">
                <a16:creationId xmlns:a16="http://schemas.microsoft.com/office/drawing/2014/main" id="{A8215550-1B60-B2DD-3069-44FE3FBB93EE}"/>
              </a:ext>
            </a:extLst>
          </p:cNvPr>
          <p:cNvSpPr/>
          <p:nvPr/>
        </p:nvSpPr>
        <p:spPr>
          <a:xfrm rot="12653304">
            <a:off x="9943872" y="-415455"/>
            <a:ext cx="94887"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圆角矩形 16">
            <a:extLst>
              <a:ext uri="{FF2B5EF4-FFF2-40B4-BE49-F238E27FC236}">
                <a16:creationId xmlns:a16="http://schemas.microsoft.com/office/drawing/2014/main" id="{5457683F-60F4-AA94-2B81-A47C48184527}"/>
              </a:ext>
            </a:extLst>
          </p:cNvPr>
          <p:cNvSpPr/>
          <p:nvPr/>
        </p:nvSpPr>
        <p:spPr>
          <a:xfrm rot="12752664">
            <a:off x="909580" y="3590694"/>
            <a:ext cx="357278"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圆角矩形 17">
            <a:extLst>
              <a:ext uri="{FF2B5EF4-FFF2-40B4-BE49-F238E27FC236}">
                <a16:creationId xmlns:a16="http://schemas.microsoft.com/office/drawing/2014/main" id="{C74E6A63-4082-E91F-71A0-E3D26C018747}"/>
              </a:ext>
            </a:extLst>
          </p:cNvPr>
          <p:cNvSpPr/>
          <p:nvPr/>
        </p:nvSpPr>
        <p:spPr>
          <a:xfrm rot="12651570">
            <a:off x="1942446" y="257056"/>
            <a:ext cx="84570"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6" name="图片 15">
            <a:extLst>
              <a:ext uri="{FF2B5EF4-FFF2-40B4-BE49-F238E27FC236}">
                <a16:creationId xmlns:a16="http://schemas.microsoft.com/office/drawing/2014/main" id="{AAFE492F-316A-15E2-40A2-70EB2728668F}"/>
              </a:ext>
            </a:extLst>
          </p:cNvPr>
          <p:cNvPicPr>
            <a:picLocks noChangeAspect="1"/>
          </p:cNvPicPr>
          <p:nvPr/>
        </p:nvPicPr>
        <p:blipFill>
          <a:blip r:embed="rId2"/>
          <a:stretch>
            <a:fillRect/>
          </a:stretch>
        </p:blipFill>
        <p:spPr>
          <a:xfrm>
            <a:off x="10419082" y="1714381"/>
            <a:ext cx="1382656" cy="722752"/>
          </a:xfrm>
          <a:prstGeom prst="rect">
            <a:avLst/>
          </a:prstGeom>
        </p:spPr>
      </p:pic>
      <p:pic>
        <p:nvPicPr>
          <p:cNvPr id="17" name="图片 16">
            <a:extLst>
              <a:ext uri="{FF2B5EF4-FFF2-40B4-BE49-F238E27FC236}">
                <a16:creationId xmlns:a16="http://schemas.microsoft.com/office/drawing/2014/main" id="{146909AE-E5DD-4FD0-C0D5-6DE4BC653C39}"/>
              </a:ext>
            </a:extLst>
          </p:cNvPr>
          <p:cNvPicPr>
            <a:picLocks noChangeAspect="1"/>
          </p:cNvPicPr>
          <p:nvPr/>
        </p:nvPicPr>
        <p:blipFill>
          <a:blip r:embed="rId3"/>
          <a:stretch>
            <a:fillRect/>
          </a:stretch>
        </p:blipFill>
        <p:spPr>
          <a:xfrm>
            <a:off x="8349401" y="5183329"/>
            <a:ext cx="853056" cy="955423"/>
          </a:xfrm>
          <a:prstGeom prst="rect">
            <a:avLst/>
          </a:prstGeom>
        </p:spPr>
      </p:pic>
      <p:pic>
        <p:nvPicPr>
          <p:cNvPr id="18" name="图片 17">
            <a:extLst>
              <a:ext uri="{FF2B5EF4-FFF2-40B4-BE49-F238E27FC236}">
                <a16:creationId xmlns:a16="http://schemas.microsoft.com/office/drawing/2014/main" id="{6D92C32F-DB3C-76F5-9E75-A62B5F3115B4}"/>
              </a:ext>
            </a:extLst>
          </p:cNvPr>
          <p:cNvPicPr>
            <a:picLocks noChangeAspect="1"/>
          </p:cNvPicPr>
          <p:nvPr/>
        </p:nvPicPr>
        <p:blipFill>
          <a:blip r:embed="rId4"/>
          <a:stretch>
            <a:fillRect/>
          </a:stretch>
        </p:blipFill>
        <p:spPr>
          <a:xfrm>
            <a:off x="890143" y="3665064"/>
            <a:ext cx="859275" cy="838317"/>
          </a:xfrm>
          <a:prstGeom prst="rect">
            <a:avLst/>
          </a:prstGeom>
        </p:spPr>
      </p:pic>
      <p:pic>
        <p:nvPicPr>
          <p:cNvPr id="19" name="图片 18">
            <a:extLst>
              <a:ext uri="{FF2B5EF4-FFF2-40B4-BE49-F238E27FC236}">
                <a16:creationId xmlns:a16="http://schemas.microsoft.com/office/drawing/2014/main" id="{BEC59258-3E18-59B6-6983-FCC0CC72A40E}"/>
              </a:ext>
            </a:extLst>
          </p:cNvPr>
          <p:cNvPicPr>
            <a:picLocks noChangeAspect="1"/>
          </p:cNvPicPr>
          <p:nvPr/>
        </p:nvPicPr>
        <p:blipFill>
          <a:blip r:embed="rId5"/>
          <a:stretch>
            <a:fillRect/>
          </a:stretch>
        </p:blipFill>
        <p:spPr>
          <a:xfrm rot="17799553">
            <a:off x="9870073" y="4509546"/>
            <a:ext cx="1137767" cy="338255"/>
          </a:xfrm>
          <a:prstGeom prst="rect">
            <a:avLst/>
          </a:prstGeom>
        </p:spPr>
      </p:pic>
      <p:pic>
        <p:nvPicPr>
          <p:cNvPr id="20" name="图片 19">
            <a:extLst>
              <a:ext uri="{FF2B5EF4-FFF2-40B4-BE49-F238E27FC236}">
                <a16:creationId xmlns:a16="http://schemas.microsoft.com/office/drawing/2014/main" id="{204929AB-CAC9-1438-E7A6-2B587E8CF0FF}"/>
              </a:ext>
            </a:extLst>
          </p:cNvPr>
          <p:cNvPicPr>
            <a:picLocks noChangeAspect="1"/>
          </p:cNvPicPr>
          <p:nvPr/>
        </p:nvPicPr>
        <p:blipFill>
          <a:blip r:embed="rId6"/>
          <a:srcRect r="738"/>
          <a:stretch>
            <a:fillRect/>
          </a:stretch>
        </p:blipFill>
        <p:spPr>
          <a:xfrm rot="18097123">
            <a:off x="8951789" y="-150299"/>
            <a:ext cx="1133310" cy="830351"/>
          </a:xfrm>
          <a:custGeom>
            <a:avLst/>
            <a:gdLst>
              <a:gd name="connsiteX0" fmla="*/ 622100 w 1133310"/>
              <a:gd name="connsiteY0" fmla="*/ 0 h 830351"/>
              <a:gd name="connsiteX1" fmla="*/ 1133310 w 1133310"/>
              <a:gd name="connsiteY1" fmla="*/ 830351 h 830351"/>
              <a:gd name="connsiteX2" fmla="*/ 0 w 1133310"/>
              <a:gd name="connsiteY2" fmla="*/ 830351 h 830351"/>
              <a:gd name="connsiteX3" fmla="*/ 0 w 1133310"/>
              <a:gd name="connsiteY3" fmla="*/ 0 h 830351"/>
            </a:gdLst>
            <a:ahLst/>
            <a:cxnLst>
              <a:cxn ang="0">
                <a:pos x="connsiteX0" y="connsiteY0"/>
              </a:cxn>
              <a:cxn ang="0">
                <a:pos x="connsiteX1" y="connsiteY1"/>
              </a:cxn>
              <a:cxn ang="0">
                <a:pos x="connsiteX2" y="connsiteY2"/>
              </a:cxn>
              <a:cxn ang="0">
                <a:pos x="connsiteX3" y="connsiteY3"/>
              </a:cxn>
            </a:cxnLst>
            <a:rect l="l" t="t" r="r" b="b"/>
            <a:pathLst>
              <a:path w="1133310" h="830351">
                <a:moveTo>
                  <a:pt x="622100" y="0"/>
                </a:moveTo>
                <a:lnTo>
                  <a:pt x="1133310" y="830351"/>
                </a:lnTo>
                <a:lnTo>
                  <a:pt x="0" y="830351"/>
                </a:lnTo>
                <a:lnTo>
                  <a:pt x="0" y="0"/>
                </a:lnTo>
                <a:close/>
              </a:path>
            </a:pathLst>
          </a:custGeom>
        </p:spPr>
      </p:pic>
      <p:pic>
        <p:nvPicPr>
          <p:cNvPr id="21" name="图片 20">
            <a:extLst>
              <a:ext uri="{FF2B5EF4-FFF2-40B4-BE49-F238E27FC236}">
                <a16:creationId xmlns:a16="http://schemas.microsoft.com/office/drawing/2014/main" id="{DE7C47BC-D2E9-383C-9BE0-9EA61CF152B1}"/>
              </a:ext>
            </a:extLst>
          </p:cNvPr>
          <p:cNvPicPr>
            <a:picLocks noChangeAspect="1"/>
          </p:cNvPicPr>
          <p:nvPr/>
        </p:nvPicPr>
        <p:blipFill>
          <a:blip r:embed="rId7"/>
          <a:stretch>
            <a:fillRect/>
          </a:stretch>
        </p:blipFill>
        <p:spPr>
          <a:xfrm rot="20757592">
            <a:off x="2535883" y="2102960"/>
            <a:ext cx="741426" cy="741426"/>
          </a:xfrm>
          <a:prstGeom prst="rect">
            <a:avLst/>
          </a:prstGeom>
        </p:spPr>
      </p:pic>
      <p:sp>
        <p:nvSpPr>
          <p:cNvPr id="22" name="矩形 21">
            <a:extLst>
              <a:ext uri="{FF2B5EF4-FFF2-40B4-BE49-F238E27FC236}">
                <a16:creationId xmlns:a16="http://schemas.microsoft.com/office/drawing/2014/main" id="{D657758A-2648-9144-5866-C42BA5E40CF2}"/>
              </a:ext>
            </a:extLst>
          </p:cNvPr>
          <p:cNvSpPr/>
          <p:nvPr/>
        </p:nvSpPr>
        <p:spPr>
          <a:xfrm>
            <a:off x="2686831" y="2514600"/>
            <a:ext cx="7486650" cy="14097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794F7869-4CC9-E1C2-C693-D4267AF4E384}"/>
              </a:ext>
            </a:extLst>
          </p:cNvPr>
          <p:cNvSpPr txBox="1"/>
          <p:nvPr/>
        </p:nvSpPr>
        <p:spPr>
          <a:xfrm>
            <a:off x="2837287" y="2743110"/>
            <a:ext cx="7201671" cy="923330"/>
          </a:xfrm>
          <a:prstGeom prst="rect">
            <a:avLst/>
          </a:prstGeom>
          <a:noFill/>
        </p:spPr>
        <p:txBody>
          <a:bodyPr wrap="square" rtlCol="0">
            <a:spAutoFit/>
          </a:bodyPr>
          <a:lstStyle/>
          <a:p>
            <a:pPr algn="ctr"/>
            <a:r>
              <a:rPr lang="en-US" altLang="zh-CN" sz="5400" b="1">
                <a:solidFill>
                  <a:schemeClr val="accent1"/>
                </a:solidFill>
              </a:rPr>
              <a:t>END</a:t>
            </a:r>
            <a:endParaRPr lang="zh-CN" altLang="en-US" sz="5400" b="1" dirty="0">
              <a:solidFill>
                <a:schemeClr val="accent1"/>
              </a:solidFill>
            </a:endParaRPr>
          </a:p>
        </p:txBody>
      </p:sp>
    </p:spTree>
    <p:extLst>
      <p:ext uri="{BB962C8B-B14F-4D97-AF65-F5344CB8AC3E}">
        <p14:creationId xmlns:p14="http://schemas.microsoft.com/office/powerpoint/2010/main" val="13537237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cSld name="1_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14C33A-652D-D6EA-75FB-20BA539CE8B8}"/>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70699AC1-44D2-9D01-84C7-349CCFFA5B6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4097AF1F-BCB2-78D6-2AF6-1D5A95483653}"/>
              </a:ext>
            </a:extLst>
          </p:cNvPr>
          <p:cNvSpPr>
            <a:spLocks noGrp="1"/>
          </p:cNvSpPr>
          <p:nvPr>
            <p:ph type="dt" sz="half" idx="10"/>
          </p:nvPr>
        </p:nvSpPr>
        <p:spPr/>
        <p:txBody>
          <a:bodyPr/>
          <a:lstStyle/>
          <a:p>
            <a:fld id="{6C27C682-2477-42DE-A568-6C9C284CCCDD}" type="datetimeFigureOut">
              <a:rPr lang="zh-CN" altLang="en-US" smtClean="0"/>
              <a:t>2026/6/9</a:t>
            </a:fld>
            <a:endParaRPr lang="zh-CN" altLang="en-US"/>
          </a:p>
        </p:txBody>
      </p:sp>
      <p:sp>
        <p:nvSpPr>
          <p:cNvPr id="5" name="页脚占位符 4">
            <a:extLst>
              <a:ext uri="{FF2B5EF4-FFF2-40B4-BE49-F238E27FC236}">
                <a16:creationId xmlns:a16="http://schemas.microsoft.com/office/drawing/2014/main" id="{B6302435-53E9-5255-4F17-7A6DBEF3EFD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D364607-AD4D-3521-31C6-EB568CA73FB8}"/>
              </a:ext>
            </a:extLst>
          </p:cNvPr>
          <p:cNvSpPr>
            <a:spLocks noGrp="1"/>
          </p:cNvSpPr>
          <p:nvPr>
            <p:ph type="sldNum" sz="quarter" idx="12"/>
          </p:nvPr>
        </p:nvSpPr>
        <p:spPr/>
        <p:txBody>
          <a:bodyPr/>
          <a:lstStyle/>
          <a:p>
            <a:fld id="{1436A2CA-1E55-4B45-9320-79926EEEAEB3}" type="slidenum">
              <a:rPr lang="zh-CN" altLang="en-US" smtClean="0"/>
              <a:t>‹#›</a:t>
            </a:fld>
            <a:endParaRPr lang="zh-CN" altLang="en-US"/>
          </a:p>
        </p:txBody>
      </p:sp>
    </p:spTree>
    <p:extLst>
      <p:ext uri="{BB962C8B-B14F-4D97-AF65-F5344CB8AC3E}">
        <p14:creationId xmlns:p14="http://schemas.microsoft.com/office/powerpoint/2010/main" val="34353179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cSld name="1_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973006-97F2-F8C5-770C-3400BD0C60B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4FC612F-652A-0B13-2A5C-25C862F317DD}"/>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946D280F-2183-0311-7947-EA9A4932F66D}"/>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31E69852-6210-F435-B3AE-1D3938493BF8}"/>
              </a:ext>
            </a:extLst>
          </p:cNvPr>
          <p:cNvSpPr>
            <a:spLocks noGrp="1"/>
          </p:cNvSpPr>
          <p:nvPr>
            <p:ph type="dt" sz="half" idx="10"/>
          </p:nvPr>
        </p:nvSpPr>
        <p:spPr/>
        <p:txBody>
          <a:bodyPr/>
          <a:lstStyle/>
          <a:p>
            <a:fld id="{6C27C682-2477-42DE-A568-6C9C284CCCDD}" type="datetimeFigureOut">
              <a:rPr lang="zh-CN" altLang="en-US" smtClean="0"/>
              <a:t>2026/6/9</a:t>
            </a:fld>
            <a:endParaRPr lang="zh-CN" altLang="en-US"/>
          </a:p>
        </p:txBody>
      </p:sp>
      <p:sp>
        <p:nvSpPr>
          <p:cNvPr id="6" name="页脚占位符 5">
            <a:extLst>
              <a:ext uri="{FF2B5EF4-FFF2-40B4-BE49-F238E27FC236}">
                <a16:creationId xmlns:a16="http://schemas.microsoft.com/office/drawing/2014/main" id="{83F5811F-BBB0-4EC6-37EC-6451F65F3B7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CA0D28D-8BC9-83CF-33DA-46762576BC54}"/>
              </a:ext>
            </a:extLst>
          </p:cNvPr>
          <p:cNvSpPr>
            <a:spLocks noGrp="1"/>
          </p:cNvSpPr>
          <p:nvPr>
            <p:ph type="sldNum" sz="quarter" idx="12"/>
          </p:nvPr>
        </p:nvSpPr>
        <p:spPr/>
        <p:txBody>
          <a:bodyPr/>
          <a:lstStyle/>
          <a:p>
            <a:fld id="{1436A2CA-1E55-4B45-9320-79926EEEAEB3}" type="slidenum">
              <a:rPr lang="zh-CN" altLang="en-US" smtClean="0"/>
              <a:t>‹#›</a:t>
            </a:fld>
            <a:endParaRPr lang="zh-CN" altLang="en-US"/>
          </a:p>
        </p:txBody>
      </p:sp>
    </p:spTree>
    <p:extLst>
      <p:ext uri="{BB962C8B-B14F-4D97-AF65-F5344CB8AC3E}">
        <p14:creationId xmlns:p14="http://schemas.microsoft.com/office/powerpoint/2010/main" val="35170392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cSld name="2_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B5F548-B019-0CF8-B07E-74D7DBF720D0}"/>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A5C0C63E-08E3-305A-F65B-BE1E36B1C20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AF8D13BA-6FAA-7177-EBCD-905204B596E1}"/>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E6E0D660-FAE0-4101-D757-78ACD45D553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478630DB-2532-AEAF-ADD3-FFCE047B14C4}"/>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D2AF69AD-9EED-D02D-9F46-B9AEEB1D8C8E}"/>
              </a:ext>
            </a:extLst>
          </p:cNvPr>
          <p:cNvSpPr>
            <a:spLocks noGrp="1"/>
          </p:cNvSpPr>
          <p:nvPr>
            <p:ph type="dt" sz="half" idx="10"/>
          </p:nvPr>
        </p:nvSpPr>
        <p:spPr/>
        <p:txBody>
          <a:bodyPr/>
          <a:lstStyle/>
          <a:p>
            <a:fld id="{6C27C682-2477-42DE-A568-6C9C284CCCDD}" type="datetimeFigureOut">
              <a:rPr lang="zh-CN" altLang="en-US" smtClean="0"/>
              <a:t>2026/6/9</a:t>
            </a:fld>
            <a:endParaRPr lang="zh-CN" altLang="en-US"/>
          </a:p>
        </p:txBody>
      </p:sp>
      <p:sp>
        <p:nvSpPr>
          <p:cNvPr id="8" name="页脚占位符 7">
            <a:extLst>
              <a:ext uri="{FF2B5EF4-FFF2-40B4-BE49-F238E27FC236}">
                <a16:creationId xmlns:a16="http://schemas.microsoft.com/office/drawing/2014/main" id="{79D4CEE3-E290-1663-AC83-D4DC2889CD58}"/>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90D036DF-F04F-98E6-B807-25630E15E90B}"/>
              </a:ext>
            </a:extLst>
          </p:cNvPr>
          <p:cNvSpPr>
            <a:spLocks noGrp="1"/>
          </p:cNvSpPr>
          <p:nvPr>
            <p:ph type="sldNum" sz="quarter" idx="12"/>
          </p:nvPr>
        </p:nvSpPr>
        <p:spPr/>
        <p:txBody>
          <a:bodyPr/>
          <a:lstStyle/>
          <a:p>
            <a:fld id="{1436A2CA-1E55-4B45-9320-79926EEEAEB3}" type="slidenum">
              <a:rPr lang="zh-CN" altLang="en-US" smtClean="0"/>
              <a:t>‹#›</a:t>
            </a:fld>
            <a:endParaRPr lang="zh-CN" altLang="en-US"/>
          </a:p>
        </p:txBody>
      </p:sp>
    </p:spTree>
    <p:extLst>
      <p:ext uri="{BB962C8B-B14F-4D97-AF65-F5344CB8AC3E}">
        <p14:creationId xmlns:p14="http://schemas.microsoft.com/office/powerpoint/2010/main" val="282880828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5_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CD5B79-226A-318A-8F98-62BFBBDB52C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6A6E471-6660-2901-C5C8-EE47B0D51F85}"/>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6A7F414-8C27-E0BC-BD6B-A9101F4D57A6}"/>
              </a:ext>
            </a:extLst>
          </p:cNvPr>
          <p:cNvSpPr>
            <a:spLocks noGrp="1"/>
          </p:cNvSpPr>
          <p:nvPr>
            <p:ph type="dt" sz="half" idx="10"/>
          </p:nvPr>
        </p:nvSpPr>
        <p:spPr/>
        <p:txBody>
          <a:bodyPr/>
          <a:lstStyle/>
          <a:p>
            <a:fld id="{6C27C682-2477-42DE-A568-6C9C284CCCDD}" type="datetimeFigureOut">
              <a:rPr lang="zh-CN" altLang="en-US" smtClean="0"/>
              <a:t>2026/6/9</a:t>
            </a:fld>
            <a:endParaRPr lang="zh-CN" altLang="en-US"/>
          </a:p>
        </p:txBody>
      </p:sp>
      <p:sp>
        <p:nvSpPr>
          <p:cNvPr id="5" name="页脚占位符 4">
            <a:extLst>
              <a:ext uri="{FF2B5EF4-FFF2-40B4-BE49-F238E27FC236}">
                <a16:creationId xmlns:a16="http://schemas.microsoft.com/office/drawing/2014/main" id="{A10C9F21-D4F9-7E09-EEB4-9357F8F076D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65D3D51-0921-131E-4CB0-EC2643518E0E}"/>
              </a:ext>
            </a:extLst>
          </p:cNvPr>
          <p:cNvSpPr>
            <a:spLocks noGrp="1"/>
          </p:cNvSpPr>
          <p:nvPr>
            <p:ph type="sldNum" sz="quarter" idx="12"/>
          </p:nvPr>
        </p:nvSpPr>
        <p:spPr/>
        <p:txBody>
          <a:bodyPr/>
          <a:lstStyle/>
          <a:p>
            <a:fld id="{1436A2CA-1E55-4B45-9320-79926EEEAEB3}" type="slidenum">
              <a:rPr lang="zh-CN" altLang="en-US" smtClean="0"/>
              <a:t>‹#›</a:t>
            </a:fld>
            <a:endParaRPr lang="zh-CN" altLang="en-US"/>
          </a:p>
        </p:txBody>
      </p:sp>
    </p:spTree>
    <p:extLst>
      <p:ext uri="{BB962C8B-B14F-4D97-AF65-F5344CB8AC3E}">
        <p14:creationId xmlns:p14="http://schemas.microsoft.com/office/powerpoint/2010/main" val="25106383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846C7A-30D2-24D9-F646-61E3B3BF3461}"/>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0F43CFF4-6696-C776-C5F2-29DB5D4360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06CD6A8E-94E8-3536-9508-287FC0F00158}"/>
              </a:ext>
            </a:extLst>
          </p:cNvPr>
          <p:cNvSpPr>
            <a:spLocks noGrp="1"/>
          </p:cNvSpPr>
          <p:nvPr>
            <p:ph type="dt" sz="half" idx="10"/>
          </p:nvPr>
        </p:nvSpPr>
        <p:spPr/>
        <p:txBody>
          <a:bodyPr/>
          <a:lstStyle/>
          <a:p>
            <a:fld id="{94DEF4EE-B29E-4005-AD33-D9C483397F1D}" type="datetimeFigureOut">
              <a:rPr lang="zh-CN" altLang="en-US" smtClean="0"/>
              <a:t>2026/6/9</a:t>
            </a:fld>
            <a:endParaRPr lang="zh-CN" altLang="en-US"/>
          </a:p>
        </p:txBody>
      </p:sp>
      <p:sp>
        <p:nvSpPr>
          <p:cNvPr id="5" name="页脚占位符 4">
            <a:extLst>
              <a:ext uri="{FF2B5EF4-FFF2-40B4-BE49-F238E27FC236}">
                <a16:creationId xmlns:a16="http://schemas.microsoft.com/office/drawing/2014/main" id="{00E5B336-2D30-B8F6-E5AA-8EE057B9101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1B1E6D3-793B-5AB5-140F-0F553C30869E}"/>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125455816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D38EE3-F410-88CC-6F34-1EF8B12DB5C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FEABCC7-0640-4AFF-6DDE-5AAEAD27F487}"/>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116C730-062D-6F13-AFAC-50A3DEC45358}"/>
              </a:ext>
            </a:extLst>
          </p:cNvPr>
          <p:cNvSpPr>
            <a:spLocks noGrp="1"/>
          </p:cNvSpPr>
          <p:nvPr>
            <p:ph type="dt" sz="half" idx="10"/>
          </p:nvPr>
        </p:nvSpPr>
        <p:spPr/>
        <p:txBody>
          <a:bodyPr/>
          <a:lstStyle/>
          <a:p>
            <a:fld id="{94DEF4EE-B29E-4005-AD33-D9C483397F1D}" type="datetimeFigureOut">
              <a:rPr lang="zh-CN" altLang="en-US" smtClean="0"/>
              <a:t>2026/6/9</a:t>
            </a:fld>
            <a:endParaRPr lang="zh-CN" altLang="en-US"/>
          </a:p>
        </p:txBody>
      </p:sp>
      <p:sp>
        <p:nvSpPr>
          <p:cNvPr id="5" name="页脚占位符 4">
            <a:extLst>
              <a:ext uri="{FF2B5EF4-FFF2-40B4-BE49-F238E27FC236}">
                <a16:creationId xmlns:a16="http://schemas.microsoft.com/office/drawing/2014/main" id="{0703BF99-01D0-4F21-0228-3A3091AF9E9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E1E7117-D8CE-0070-331E-0EE56FDF23E6}"/>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26352274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A00135-11F0-5F9D-75B1-4340D0C9CBBC}"/>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37AF886B-8E3A-A2BF-C913-6C96AAFFB44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31FDF36C-58CA-6FE0-DFFE-9A47B50597E4}"/>
              </a:ext>
            </a:extLst>
          </p:cNvPr>
          <p:cNvSpPr>
            <a:spLocks noGrp="1"/>
          </p:cNvSpPr>
          <p:nvPr>
            <p:ph type="dt" sz="half" idx="10"/>
          </p:nvPr>
        </p:nvSpPr>
        <p:spPr/>
        <p:txBody>
          <a:bodyPr/>
          <a:lstStyle/>
          <a:p>
            <a:fld id="{94DEF4EE-B29E-4005-AD33-D9C483397F1D}" type="datetimeFigureOut">
              <a:rPr lang="zh-CN" altLang="en-US" smtClean="0"/>
              <a:t>2026/6/9</a:t>
            </a:fld>
            <a:endParaRPr lang="zh-CN" altLang="en-US"/>
          </a:p>
        </p:txBody>
      </p:sp>
      <p:sp>
        <p:nvSpPr>
          <p:cNvPr id="5" name="页脚占位符 4">
            <a:extLst>
              <a:ext uri="{FF2B5EF4-FFF2-40B4-BE49-F238E27FC236}">
                <a16:creationId xmlns:a16="http://schemas.microsoft.com/office/drawing/2014/main" id="{013CCEE5-7C1D-BB4F-99CB-2339613F07C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B394C05-E17E-EA3F-DA9D-0782549F25FA}"/>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127030957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F86FB4-76E3-9C2C-EB90-40049549ED2E}"/>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73817572-DE33-E825-2C6D-51FD98CB54DE}"/>
              </a:ext>
            </a:extLst>
          </p:cNvPr>
          <p:cNvSpPr>
            <a:spLocks noGrp="1"/>
          </p:cNvSpPr>
          <p:nvPr>
            <p:ph type="dt" sz="half" idx="10"/>
          </p:nvPr>
        </p:nvSpPr>
        <p:spPr/>
        <p:txBody>
          <a:bodyPr/>
          <a:lstStyle/>
          <a:p>
            <a:fld id="{94DEF4EE-B29E-4005-AD33-D9C483397F1D}" type="datetimeFigureOut">
              <a:rPr lang="zh-CN" altLang="en-US" smtClean="0"/>
              <a:t>2026/6/9</a:t>
            </a:fld>
            <a:endParaRPr lang="zh-CN" altLang="en-US"/>
          </a:p>
        </p:txBody>
      </p:sp>
      <p:sp>
        <p:nvSpPr>
          <p:cNvPr id="4" name="页脚占位符 3">
            <a:extLst>
              <a:ext uri="{FF2B5EF4-FFF2-40B4-BE49-F238E27FC236}">
                <a16:creationId xmlns:a16="http://schemas.microsoft.com/office/drawing/2014/main" id="{FD501CE6-E27C-FE5B-AEA3-6898C5F7AA52}"/>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881843B-18AD-18BB-6392-9DD2E5DC4701}"/>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425732993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0C78ED2-336B-51AF-A28F-63456F2C9439}"/>
              </a:ext>
            </a:extLst>
          </p:cNvPr>
          <p:cNvSpPr>
            <a:spLocks noGrp="1"/>
          </p:cNvSpPr>
          <p:nvPr>
            <p:ph type="dt" sz="half" idx="10"/>
          </p:nvPr>
        </p:nvSpPr>
        <p:spPr/>
        <p:txBody>
          <a:bodyPr/>
          <a:lstStyle/>
          <a:p>
            <a:fld id="{94DEF4EE-B29E-4005-AD33-D9C483397F1D}" type="datetimeFigureOut">
              <a:rPr lang="zh-CN" altLang="en-US" smtClean="0"/>
              <a:t>2026/6/9</a:t>
            </a:fld>
            <a:endParaRPr lang="zh-CN" altLang="en-US"/>
          </a:p>
        </p:txBody>
      </p:sp>
      <p:sp>
        <p:nvSpPr>
          <p:cNvPr id="3" name="页脚占位符 2">
            <a:extLst>
              <a:ext uri="{FF2B5EF4-FFF2-40B4-BE49-F238E27FC236}">
                <a16:creationId xmlns:a16="http://schemas.microsoft.com/office/drawing/2014/main" id="{B90AF281-5A52-8897-A691-43227A2D5A0D}"/>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D7C5EE0C-96EE-736B-9044-AC02B75C6FB5}"/>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9199487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F6188-F6B6-7AE6-07FB-37AA201DBCF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6D5F92E9-BBEF-6CEE-A0B8-D18ACEDAF3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268703DC-A6F1-46EA-AC43-43C9628B02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3B3B43A-D1D9-9A4B-FF1E-8F5BDB099984}"/>
              </a:ext>
            </a:extLst>
          </p:cNvPr>
          <p:cNvSpPr>
            <a:spLocks noGrp="1"/>
          </p:cNvSpPr>
          <p:nvPr>
            <p:ph type="dt" sz="half" idx="10"/>
          </p:nvPr>
        </p:nvSpPr>
        <p:spPr/>
        <p:txBody>
          <a:bodyPr/>
          <a:lstStyle/>
          <a:p>
            <a:fld id="{94DEF4EE-B29E-4005-AD33-D9C483397F1D}" type="datetimeFigureOut">
              <a:rPr lang="zh-CN" altLang="en-US" smtClean="0"/>
              <a:t>2026/6/9</a:t>
            </a:fld>
            <a:endParaRPr lang="zh-CN" altLang="en-US"/>
          </a:p>
        </p:txBody>
      </p:sp>
      <p:sp>
        <p:nvSpPr>
          <p:cNvPr id="6" name="页脚占位符 5">
            <a:extLst>
              <a:ext uri="{FF2B5EF4-FFF2-40B4-BE49-F238E27FC236}">
                <a16:creationId xmlns:a16="http://schemas.microsoft.com/office/drawing/2014/main" id="{5E0B52EC-1F63-E663-F2E1-ABAC578C50D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89F3A30-23C7-BD1D-E7AE-E0CE82632248}"/>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42370625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0AC396-9193-D45C-F7B9-E19A2903B18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54AFA00-90A1-9A2C-8F36-A6AD53B665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8E20FF49-3F3A-3681-B848-569A8F0BA2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E81AB31-C81E-2473-21E0-75E405D590FA}"/>
              </a:ext>
            </a:extLst>
          </p:cNvPr>
          <p:cNvSpPr>
            <a:spLocks noGrp="1"/>
          </p:cNvSpPr>
          <p:nvPr>
            <p:ph type="dt" sz="half" idx="10"/>
          </p:nvPr>
        </p:nvSpPr>
        <p:spPr/>
        <p:txBody>
          <a:bodyPr/>
          <a:lstStyle/>
          <a:p>
            <a:fld id="{94DEF4EE-B29E-4005-AD33-D9C483397F1D}" type="datetimeFigureOut">
              <a:rPr lang="zh-CN" altLang="en-US" smtClean="0"/>
              <a:t>2026/6/9</a:t>
            </a:fld>
            <a:endParaRPr lang="zh-CN" altLang="en-US"/>
          </a:p>
        </p:txBody>
      </p:sp>
      <p:sp>
        <p:nvSpPr>
          <p:cNvPr id="6" name="页脚占位符 5">
            <a:extLst>
              <a:ext uri="{FF2B5EF4-FFF2-40B4-BE49-F238E27FC236}">
                <a16:creationId xmlns:a16="http://schemas.microsoft.com/office/drawing/2014/main" id="{23A8EBB6-9A7A-E5B0-328F-4573BC64C23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60E2A9E-00C0-D7E5-1A3D-F986253BABEA}"/>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85324031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0C7E27-7B11-630A-C191-E298AA79DAAC}"/>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7E45FF2C-2F7F-84F8-67C4-6351494D015D}"/>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8A900D5-6A66-18E5-4774-D55344D238E8}"/>
              </a:ext>
            </a:extLst>
          </p:cNvPr>
          <p:cNvSpPr>
            <a:spLocks noGrp="1"/>
          </p:cNvSpPr>
          <p:nvPr>
            <p:ph type="dt" sz="half" idx="10"/>
          </p:nvPr>
        </p:nvSpPr>
        <p:spPr/>
        <p:txBody>
          <a:bodyPr/>
          <a:lstStyle/>
          <a:p>
            <a:fld id="{94DEF4EE-B29E-4005-AD33-D9C483397F1D}" type="datetimeFigureOut">
              <a:rPr lang="zh-CN" altLang="en-US" smtClean="0"/>
              <a:t>2026/6/9</a:t>
            </a:fld>
            <a:endParaRPr lang="zh-CN" altLang="en-US"/>
          </a:p>
        </p:txBody>
      </p:sp>
      <p:sp>
        <p:nvSpPr>
          <p:cNvPr id="5" name="页脚占位符 4">
            <a:extLst>
              <a:ext uri="{FF2B5EF4-FFF2-40B4-BE49-F238E27FC236}">
                <a16:creationId xmlns:a16="http://schemas.microsoft.com/office/drawing/2014/main" id="{BADA3684-5439-31E5-9AE5-C966F3BEA1C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13C404E-68DD-0CBF-EE56-1563E8F1F219}"/>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346183116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E0F7B8C-CBED-0EF6-1934-B9C7DBEA1E29}"/>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05A8557-3371-C31A-896F-307ED004D442}"/>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A1FDE1C-77C1-F1A1-F9A3-5DB7293AA73A}"/>
              </a:ext>
            </a:extLst>
          </p:cNvPr>
          <p:cNvSpPr>
            <a:spLocks noGrp="1"/>
          </p:cNvSpPr>
          <p:nvPr>
            <p:ph type="dt" sz="half" idx="10"/>
          </p:nvPr>
        </p:nvSpPr>
        <p:spPr/>
        <p:txBody>
          <a:bodyPr/>
          <a:lstStyle/>
          <a:p>
            <a:fld id="{94DEF4EE-B29E-4005-AD33-D9C483397F1D}" type="datetimeFigureOut">
              <a:rPr lang="zh-CN" altLang="en-US" smtClean="0"/>
              <a:t>2026/6/9</a:t>
            </a:fld>
            <a:endParaRPr lang="zh-CN" altLang="en-US"/>
          </a:p>
        </p:txBody>
      </p:sp>
      <p:sp>
        <p:nvSpPr>
          <p:cNvPr id="5" name="页脚占位符 4">
            <a:extLst>
              <a:ext uri="{FF2B5EF4-FFF2-40B4-BE49-F238E27FC236}">
                <a16:creationId xmlns:a16="http://schemas.microsoft.com/office/drawing/2014/main" id="{EC3DC546-B736-5BF6-AE31-15F3C6A7669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704A988-B1C5-C36B-F49F-DD5FC6F06F5B}"/>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114082238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FF4521-BA21-4ECD-8BA5-08E49FB53E7F}"/>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9D81F2AD-3AF9-CA84-F57E-AB78FC19B8F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B9DC3085-B647-CB24-8E92-EFF06C5B73F5}"/>
              </a:ext>
            </a:extLst>
          </p:cNvPr>
          <p:cNvSpPr>
            <a:spLocks noGrp="1"/>
          </p:cNvSpPr>
          <p:nvPr>
            <p:ph type="dt" sz="half" idx="10"/>
          </p:nvPr>
        </p:nvSpPr>
        <p:spPr/>
        <p:txBody>
          <a:bodyPr/>
          <a:lstStyle/>
          <a:p>
            <a:fld id="{0D4A7872-A109-451C-99CE-17ECD2BA9466}" type="datetimeFigureOut">
              <a:rPr lang="zh-CN" altLang="en-US" smtClean="0"/>
              <a:t>2026/6/9</a:t>
            </a:fld>
            <a:endParaRPr lang="zh-CN" altLang="en-US"/>
          </a:p>
        </p:txBody>
      </p:sp>
      <p:sp>
        <p:nvSpPr>
          <p:cNvPr id="5" name="页脚占位符 4">
            <a:extLst>
              <a:ext uri="{FF2B5EF4-FFF2-40B4-BE49-F238E27FC236}">
                <a16:creationId xmlns:a16="http://schemas.microsoft.com/office/drawing/2014/main" id="{37A0F658-1875-D2C5-5B2A-439A56F5D18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0154136-4B8F-0F75-18D9-F4C23941FDF0}"/>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81685525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B132EA-CC52-625C-A7E7-9B84D72BE4B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F69D89E-D990-BC31-E367-24F5445EAF06}"/>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6A45DAE-BF50-14A3-910A-8CAD0AB3AFA5}"/>
              </a:ext>
            </a:extLst>
          </p:cNvPr>
          <p:cNvSpPr>
            <a:spLocks noGrp="1"/>
          </p:cNvSpPr>
          <p:nvPr>
            <p:ph type="dt" sz="half" idx="10"/>
          </p:nvPr>
        </p:nvSpPr>
        <p:spPr/>
        <p:txBody>
          <a:bodyPr/>
          <a:lstStyle/>
          <a:p>
            <a:fld id="{0D4A7872-A109-451C-99CE-17ECD2BA9466}" type="datetimeFigureOut">
              <a:rPr lang="zh-CN" altLang="en-US" smtClean="0"/>
              <a:t>2026/6/9</a:t>
            </a:fld>
            <a:endParaRPr lang="zh-CN" altLang="en-US"/>
          </a:p>
        </p:txBody>
      </p:sp>
      <p:sp>
        <p:nvSpPr>
          <p:cNvPr id="5" name="页脚占位符 4">
            <a:extLst>
              <a:ext uri="{FF2B5EF4-FFF2-40B4-BE49-F238E27FC236}">
                <a16:creationId xmlns:a16="http://schemas.microsoft.com/office/drawing/2014/main" id="{2F158FEB-D56F-8D18-7C5E-50AEC6BBE49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3DD391D-81F2-13F7-BA5D-A1FDE72BA619}"/>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289013446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431626-E159-D55E-16FB-43208DA3D9B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8B24F23E-1304-B872-EE53-165AB91A11E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92C4D2F6-774F-3836-A066-7AACA350B1A4}"/>
              </a:ext>
            </a:extLst>
          </p:cNvPr>
          <p:cNvSpPr>
            <a:spLocks noGrp="1"/>
          </p:cNvSpPr>
          <p:nvPr>
            <p:ph type="dt" sz="half" idx="10"/>
          </p:nvPr>
        </p:nvSpPr>
        <p:spPr/>
        <p:txBody>
          <a:bodyPr/>
          <a:lstStyle/>
          <a:p>
            <a:fld id="{0D4A7872-A109-451C-99CE-17ECD2BA9466}" type="datetimeFigureOut">
              <a:rPr lang="zh-CN" altLang="en-US" smtClean="0"/>
              <a:t>2026/6/9</a:t>
            </a:fld>
            <a:endParaRPr lang="zh-CN" altLang="en-US"/>
          </a:p>
        </p:txBody>
      </p:sp>
      <p:sp>
        <p:nvSpPr>
          <p:cNvPr id="5" name="页脚占位符 4">
            <a:extLst>
              <a:ext uri="{FF2B5EF4-FFF2-40B4-BE49-F238E27FC236}">
                <a16:creationId xmlns:a16="http://schemas.microsoft.com/office/drawing/2014/main" id="{7FB3EC54-3EE2-7D9E-4EDC-59A1FF70604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2919C52-4CC4-D672-7BA8-4B5955042993}"/>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43992751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FFF654-1F8A-CC8F-7578-5F05E262028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418E126-8095-F2C2-9B2B-06B379A5521A}"/>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F94A0A86-F730-E065-AD9D-343661247553}"/>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DE231D4B-3F79-7E87-D6AA-2A710781C6A0}"/>
              </a:ext>
            </a:extLst>
          </p:cNvPr>
          <p:cNvSpPr>
            <a:spLocks noGrp="1"/>
          </p:cNvSpPr>
          <p:nvPr>
            <p:ph type="dt" sz="half" idx="10"/>
          </p:nvPr>
        </p:nvSpPr>
        <p:spPr/>
        <p:txBody>
          <a:bodyPr/>
          <a:lstStyle/>
          <a:p>
            <a:fld id="{0D4A7872-A109-451C-99CE-17ECD2BA9466}" type="datetimeFigureOut">
              <a:rPr lang="zh-CN" altLang="en-US" smtClean="0"/>
              <a:t>2026/6/9</a:t>
            </a:fld>
            <a:endParaRPr lang="zh-CN" altLang="en-US"/>
          </a:p>
        </p:txBody>
      </p:sp>
      <p:sp>
        <p:nvSpPr>
          <p:cNvPr id="6" name="页脚占位符 5">
            <a:extLst>
              <a:ext uri="{FF2B5EF4-FFF2-40B4-BE49-F238E27FC236}">
                <a16:creationId xmlns:a16="http://schemas.microsoft.com/office/drawing/2014/main" id="{E5C7D739-BC3B-C730-7739-6F560BD0951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C70F15E-D14C-EB5A-452A-1D9898659B78}"/>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167910279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4DB7FA-CAA4-8010-A4D4-3D86302145C1}"/>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A9381EF9-E77F-E781-C801-7CD3E2085C2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05033C01-548A-1A00-5D24-0843F7C71C6C}"/>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888C7C14-30C6-E379-1321-6D8E3D8025D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5DBC3B0-580D-FE89-8A77-180CDB68B276}"/>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218A491B-D1C2-D567-EB3F-E87685574675}"/>
              </a:ext>
            </a:extLst>
          </p:cNvPr>
          <p:cNvSpPr>
            <a:spLocks noGrp="1"/>
          </p:cNvSpPr>
          <p:nvPr>
            <p:ph type="dt" sz="half" idx="10"/>
          </p:nvPr>
        </p:nvSpPr>
        <p:spPr/>
        <p:txBody>
          <a:bodyPr/>
          <a:lstStyle/>
          <a:p>
            <a:fld id="{0D4A7872-A109-451C-99CE-17ECD2BA9466}" type="datetimeFigureOut">
              <a:rPr lang="zh-CN" altLang="en-US" smtClean="0"/>
              <a:t>2026/6/9</a:t>
            </a:fld>
            <a:endParaRPr lang="zh-CN" altLang="en-US"/>
          </a:p>
        </p:txBody>
      </p:sp>
      <p:sp>
        <p:nvSpPr>
          <p:cNvPr id="8" name="页脚占位符 7">
            <a:extLst>
              <a:ext uri="{FF2B5EF4-FFF2-40B4-BE49-F238E27FC236}">
                <a16:creationId xmlns:a16="http://schemas.microsoft.com/office/drawing/2014/main" id="{63DAEE90-F458-080D-8427-1A8AD50254C3}"/>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6D933EEF-A9F7-E153-7F2D-5511603D18AB}"/>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96922678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0EF324-4103-62B5-C488-901D116B9A74}"/>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FCADB91D-DCE5-7718-0719-2ABDA8AAF03E}"/>
              </a:ext>
            </a:extLst>
          </p:cNvPr>
          <p:cNvSpPr>
            <a:spLocks noGrp="1"/>
          </p:cNvSpPr>
          <p:nvPr>
            <p:ph type="dt" sz="half" idx="10"/>
          </p:nvPr>
        </p:nvSpPr>
        <p:spPr/>
        <p:txBody>
          <a:bodyPr/>
          <a:lstStyle/>
          <a:p>
            <a:fld id="{0D4A7872-A109-451C-99CE-17ECD2BA9466}" type="datetimeFigureOut">
              <a:rPr lang="zh-CN" altLang="en-US" smtClean="0"/>
              <a:t>2026/6/9</a:t>
            </a:fld>
            <a:endParaRPr lang="zh-CN" altLang="en-US"/>
          </a:p>
        </p:txBody>
      </p:sp>
      <p:sp>
        <p:nvSpPr>
          <p:cNvPr id="4" name="页脚占位符 3">
            <a:extLst>
              <a:ext uri="{FF2B5EF4-FFF2-40B4-BE49-F238E27FC236}">
                <a16:creationId xmlns:a16="http://schemas.microsoft.com/office/drawing/2014/main" id="{4228E421-B7C0-29C9-928A-CEC95E688172}"/>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62D522AC-8130-93DD-5574-9A4A91BAEE6D}"/>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13703830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205BBAA7-C184-1D81-FDC5-4E5A972F9DCF}"/>
              </a:ext>
            </a:extLst>
          </p:cNvPr>
          <p:cNvSpPr>
            <a:spLocks noGrp="1"/>
          </p:cNvSpPr>
          <p:nvPr>
            <p:ph type="dt" sz="half" idx="10"/>
          </p:nvPr>
        </p:nvSpPr>
        <p:spPr/>
        <p:txBody>
          <a:bodyPr/>
          <a:lstStyle/>
          <a:p>
            <a:fld id="{0D4A7872-A109-451C-99CE-17ECD2BA9466}" type="datetimeFigureOut">
              <a:rPr lang="zh-CN" altLang="en-US" smtClean="0"/>
              <a:t>2026/6/9</a:t>
            </a:fld>
            <a:endParaRPr lang="zh-CN" altLang="en-US"/>
          </a:p>
        </p:txBody>
      </p:sp>
      <p:sp>
        <p:nvSpPr>
          <p:cNvPr id="3" name="页脚占位符 2">
            <a:extLst>
              <a:ext uri="{FF2B5EF4-FFF2-40B4-BE49-F238E27FC236}">
                <a16:creationId xmlns:a16="http://schemas.microsoft.com/office/drawing/2014/main" id="{3B699C48-2D97-0FE3-3077-FDEE983521C3}"/>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7B02FBAB-3374-D838-259B-3615BC94317C}"/>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56337678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9726C2-35DB-76DC-6866-A751170D07B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CEDA0F94-D6D8-CD2A-B3F5-8021A0B4E33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37C6FCD2-EAC2-4871-0D90-1C568507C1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10BF72D-5A7A-DCA4-47FC-7B6A0344141B}"/>
              </a:ext>
            </a:extLst>
          </p:cNvPr>
          <p:cNvSpPr>
            <a:spLocks noGrp="1"/>
          </p:cNvSpPr>
          <p:nvPr>
            <p:ph type="dt" sz="half" idx="10"/>
          </p:nvPr>
        </p:nvSpPr>
        <p:spPr/>
        <p:txBody>
          <a:bodyPr/>
          <a:lstStyle/>
          <a:p>
            <a:fld id="{0D4A7872-A109-451C-99CE-17ECD2BA9466}" type="datetimeFigureOut">
              <a:rPr lang="zh-CN" altLang="en-US" smtClean="0"/>
              <a:t>2026/6/9</a:t>
            </a:fld>
            <a:endParaRPr lang="zh-CN" altLang="en-US"/>
          </a:p>
        </p:txBody>
      </p:sp>
      <p:sp>
        <p:nvSpPr>
          <p:cNvPr id="6" name="页脚占位符 5">
            <a:extLst>
              <a:ext uri="{FF2B5EF4-FFF2-40B4-BE49-F238E27FC236}">
                <a16:creationId xmlns:a16="http://schemas.microsoft.com/office/drawing/2014/main" id="{835AC7D6-7F03-727A-3F97-C7A2BCF48C5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A7CCAC0-D46F-C924-3668-3086E0CAD97D}"/>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63949774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699978-0C4E-3FC1-6411-9C8C919EF9B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33FE973-EA23-3EC8-2DCE-2491AD21316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60E8EC95-B3F4-DD32-510B-F2FEC022C3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9129252-8470-E540-D24F-3E642665C2AA}"/>
              </a:ext>
            </a:extLst>
          </p:cNvPr>
          <p:cNvSpPr>
            <a:spLocks noGrp="1"/>
          </p:cNvSpPr>
          <p:nvPr>
            <p:ph type="dt" sz="half" idx="10"/>
          </p:nvPr>
        </p:nvSpPr>
        <p:spPr/>
        <p:txBody>
          <a:bodyPr/>
          <a:lstStyle/>
          <a:p>
            <a:fld id="{0D4A7872-A109-451C-99CE-17ECD2BA9466}" type="datetimeFigureOut">
              <a:rPr lang="zh-CN" altLang="en-US" smtClean="0"/>
              <a:t>2026/6/9</a:t>
            </a:fld>
            <a:endParaRPr lang="zh-CN" altLang="en-US"/>
          </a:p>
        </p:txBody>
      </p:sp>
      <p:sp>
        <p:nvSpPr>
          <p:cNvPr id="6" name="页脚占位符 5">
            <a:extLst>
              <a:ext uri="{FF2B5EF4-FFF2-40B4-BE49-F238E27FC236}">
                <a16:creationId xmlns:a16="http://schemas.microsoft.com/office/drawing/2014/main" id="{11E3A8A6-2ABE-EC86-BBCF-0D921FC52CE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A0A20BB-26F8-2FAA-4DF1-5A8CA548FFB6}"/>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257868158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E5818B-A8DA-9180-6D44-6EA3FCBCCFE3}"/>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3940409D-9CA0-1AB4-18F7-B8D7E43A5745}"/>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CCBAA6F-FD95-9B4A-091D-0FA37C8B61C9}"/>
              </a:ext>
            </a:extLst>
          </p:cNvPr>
          <p:cNvSpPr>
            <a:spLocks noGrp="1"/>
          </p:cNvSpPr>
          <p:nvPr>
            <p:ph type="dt" sz="half" idx="10"/>
          </p:nvPr>
        </p:nvSpPr>
        <p:spPr/>
        <p:txBody>
          <a:bodyPr/>
          <a:lstStyle/>
          <a:p>
            <a:fld id="{0D4A7872-A109-451C-99CE-17ECD2BA9466}" type="datetimeFigureOut">
              <a:rPr lang="zh-CN" altLang="en-US" smtClean="0"/>
              <a:t>2026/6/9</a:t>
            </a:fld>
            <a:endParaRPr lang="zh-CN" altLang="en-US"/>
          </a:p>
        </p:txBody>
      </p:sp>
      <p:sp>
        <p:nvSpPr>
          <p:cNvPr id="5" name="页脚占位符 4">
            <a:extLst>
              <a:ext uri="{FF2B5EF4-FFF2-40B4-BE49-F238E27FC236}">
                <a16:creationId xmlns:a16="http://schemas.microsoft.com/office/drawing/2014/main" id="{388EE72B-9DE0-5486-7AE2-7EB12408231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DB542A5-0B57-5FB0-B3DE-D01BC25591FE}"/>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77741122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A163D595-C5A4-237C-AFBE-7FB0D02EF137}"/>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AD855C4-1E04-D421-BDA7-3D25B3058B05}"/>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23BF6C5-FEF9-7D28-37E9-AF2C1EE50653}"/>
              </a:ext>
            </a:extLst>
          </p:cNvPr>
          <p:cNvSpPr>
            <a:spLocks noGrp="1"/>
          </p:cNvSpPr>
          <p:nvPr>
            <p:ph type="dt" sz="half" idx="10"/>
          </p:nvPr>
        </p:nvSpPr>
        <p:spPr/>
        <p:txBody>
          <a:bodyPr/>
          <a:lstStyle/>
          <a:p>
            <a:fld id="{0D4A7872-A109-451C-99CE-17ECD2BA9466}" type="datetimeFigureOut">
              <a:rPr lang="zh-CN" altLang="en-US" smtClean="0"/>
              <a:t>2026/6/9</a:t>
            </a:fld>
            <a:endParaRPr lang="zh-CN" altLang="en-US"/>
          </a:p>
        </p:txBody>
      </p:sp>
      <p:sp>
        <p:nvSpPr>
          <p:cNvPr id="5" name="页脚占位符 4">
            <a:extLst>
              <a:ext uri="{FF2B5EF4-FFF2-40B4-BE49-F238E27FC236}">
                <a16:creationId xmlns:a16="http://schemas.microsoft.com/office/drawing/2014/main" id="{E11A7E31-CE22-DCE5-C3CD-FA9C687E85D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055C11D-F32F-6960-C353-799FACA6CC76}"/>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85393054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2A1FFBD5-31DB-D732-1BF6-22E66C03FDFA}"/>
              </a:ext>
            </a:extLst>
          </p:cNvPr>
          <p:cNvSpPr/>
          <p:nvPr/>
        </p:nvSpPr>
        <p:spPr>
          <a:xfrm>
            <a:off x="0" y="0"/>
            <a:ext cx="12192000" cy="6858000"/>
          </a:xfrm>
          <a:prstGeom prst="rect">
            <a:avLst/>
          </a:prstGeom>
          <a:solidFill>
            <a:schemeClr val="accent4">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平行四边形 7">
            <a:extLst>
              <a:ext uri="{FF2B5EF4-FFF2-40B4-BE49-F238E27FC236}">
                <a16:creationId xmlns:a16="http://schemas.microsoft.com/office/drawing/2014/main" id="{17604635-725D-6DF3-9DB0-AB5E07D2EFA2}"/>
              </a:ext>
            </a:extLst>
          </p:cNvPr>
          <p:cNvSpPr/>
          <p:nvPr/>
        </p:nvSpPr>
        <p:spPr>
          <a:xfrm>
            <a:off x="1176337" y="0"/>
            <a:ext cx="10196513" cy="6858000"/>
          </a:xfrm>
          <a:prstGeom prst="parallelogram">
            <a:avLst>
              <a:gd name="adj" fmla="val 52222"/>
            </a:avLst>
          </a:prstGeom>
          <a:solidFill>
            <a:schemeClr val="accent5">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AE7157AE-7B05-430A-27B0-FB38E85098FD}"/>
              </a:ext>
            </a:extLst>
          </p:cNvPr>
          <p:cNvSpPr/>
          <p:nvPr/>
        </p:nvSpPr>
        <p:spPr>
          <a:xfrm>
            <a:off x="4406900" y="2481952"/>
            <a:ext cx="7785100" cy="2131959"/>
          </a:xfrm>
          <a:prstGeom prst="rect">
            <a:avLst/>
          </a:prstGeom>
          <a:solidFill>
            <a:schemeClr val="accent1">
              <a:alpha val="53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副标题 2"/>
          <p:cNvSpPr>
            <a:spLocks noGrp="1"/>
          </p:cNvSpPr>
          <p:nvPr>
            <p:ph type="subTitle" idx="1"/>
          </p:nvPr>
        </p:nvSpPr>
        <p:spPr>
          <a:xfrm>
            <a:off x="5724680" y="3555891"/>
            <a:ext cx="6467320" cy="1058020"/>
          </a:xfrm>
          <a:prstGeom prst="rect">
            <a:avLst/>
          </a:prstGeom>
        </p:spPr>
        <p:txBody>
          <a:bodyPr anchor="ctr"/>
          <a:lstStyle>
            <a:lvl1pPr marL="0" indent="0" algn="ctr">
              <a:buNone/>
              <a:defRPr sz="32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2" name="标题 1"/>
          <p:cNvSpPr>
            <a:spLocks noGrp="1"/>
          </p:cNvSpPr>
          <p:nvPr>
            <p:ph type="ctrTitle"/>
          </p:nvPr>
        </p:nvSpPr>
        <p:spPr>
          <a:xfrm>
            <a:off x="5724679" y="2492896"/>
            <a:ext cx="6441931" cy="945806"/>
          </a:xfrm>
          <a:prstGeom prst="rect">
            <a:avLst/>
          </a:prstGeom>
        </p:spPr>
        <p:txBody>
          <a:bodyPr anchor="b">
            <a:noAutofit/>
          </a:bodyPr>
          <a:lstStyle>
            <a:lvl1pPr algn="ctr">
              <a:defRPr sz="4000" b="1">
                <a:solidFill>
                  <a:schemeClr val="bg1"/>
                </a:solidFill>
              </a:defRPr>
            </a:lvl1pPr>
          </a:lstStyle>
          <a:p>
            <a:r>
              <a:rPr lang="zh-CN" altLang="en-US"/>
              <a:t>单击此处编辑母版标题样式</a:t>
            </a:r>
          </a:p>
        </p:txBody>
      </p:sp>
      <p:grpSp>
        <p:nvGrpSpPr>
          <p:cNvPr id="15" name="组合 14">
            <a:extLst>
              <a:ext uri="{FF2B5EF4-FFF2-40B4-BE49-F238E27FC236}">
                <a16:creationId xmlns:a16="http://schemas.microsoft.com/office/drawing/2014/main" id="{4715C4BF-6DBD-6C9D-1F85-F156AA1C6D74}"/>
              </a:ext>
            </a:extLst>
          </p:cNvPr>
          <p:cNvGrpSpPr/>
          <p:nvPr/>
        </p:nvGrpSpPr>
        <p:grpSpPr>
          <a:xfrm flipH="1">
            <a:off x="1991544" y="762962"/>
            <a:ext cx="3998325" cy="5332075"/>
            <a:chOff x="3948601" y="-3615780"/>
            <a:chExt cx="3998325" cy="5332075"/>
          </a:xfrm>
          <a:effectLst>
            <a:glow rad="63500">
              <a:schemeClr val="accent3">
                <a:satMod val="175000"/>
                <a:alpha val="40000"/>
              </a:schemeClr>
            </a:glow>
          </a:effectLst>
        </p:grpSpPr>
        <p:grpSp>
          <p:nvGrpSpPr>
            <p:cNvPr id="411" name="组合 410"/>
            <p:cNvGrpSpPr/>
            <p:nvPr/>
          </p:nvGrpSpPr>
          <p:grpSpPr>
            <a:xfrm>
              <a:off x="4282833" y="-1961685"/>
              <a:ext cx="2204670" cy="2215011"/>
              <a:chOff x="6128821" y="1388791"/>
              <a:chExt cx="4182529" cy="4202150"/>
            </a:xfrm>
          </p:grpSpPr>
          <p:sp>
            <p:nvSpPr>
              <p:cNvPr id="419" name="Freeform 5"/>
              <p:cNvSpPr/>
              <p:nvPr/>
            </p:nvSpPr>
            <p:spPr bwMode="auto">
              <a:xfrm rot="10800000">
                <a:off x="6128821" y="2486791"/>
                <a:ext cx="2263538" cy="200615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ym typeface="Arial" panose="020B0604020202020204" pitchFamily="34" charset="0"/>
                </a:endParaRPr>
              </a:p>
            </p:txBody>
          </p:sp>
          <p:sp>
            <p:nvSpPr>
              <p:cNvPr id="417" name="Freeform 5"/>
              <p:cNvSpPr/>
              <p:nvPr/>
            </p:nvSpPr>
            <p:spPr bwMode="auto">
              <a:xfrm rot="10800000">
                <a:off x="8047812" y="1388791"/>
                <a:ext cx="2263538" cy="200615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ym typeface="Arial" panose="020B0604020202020204" pitchFamily="34" charset="0"/>
                </a:endParaRPr>
              </a:p>
            </p:txBody>
          </p:sp>
          <p:sp>
            <p:nvSpPr>
              <p:cNvPr id="415" name="Freeform 5"/>
              <p:cNvSpPr/>
              <p:nvPr/>
            </p:nvSpPr>
            <p:spPr bwMode="auto">
              <a:xfrm rot="10800000">
                <a:off x="8047812" y="3584786"/>
                <a:ext cx="2263538" cy="200615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ym typeface="Arial" panose="020B0604020202020204" pitchFamily="34" charset="0"/>
                </a:endParaRPr>
              </a:p>
            </p:txBody>
          </p:sp>
        </p:grpSp>
        <p:grpSp>
          <p:nvGrpSpPr>
            <p:cNvPr id="14" name="组合 13"/>
            <p:cNvGrpSpPr/>
            <p:nvPr/>
          </p:nvGrpSpPr>
          <p:grpSpPr>
            <a:xfrm>
              <a:off x="3948601" y="-3615780"/>
              <a:ext cx="3939158" cy="5332075"/>
              <a:chOff x="6798609" y="-251869"/>
              <a:chExt cx="5253578" cy="7111285"/>
            </a:xfrm>
          </p:grpSpPr>
          <p:sp>
            <p:nvSpPr>
              <p:cNvPr id="421" name="Freeform 5"/>
              <p:cNvSpPr/>
              <p:nvPr/>
            </p:nvSpPr>
            <p:spPr bwMode="auto">
              <a:xfrm rot="10800000">
                <a:off x="7731152" y="1751506"/>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422" name="Freeform 5"/>
              <p:cNvSpPr/>
              <p:nvPr/>
            </p:nvSpPr>
            <p:spPr bwMode="auto">
              <a:xfrm rot="10800000">
                <a:off x="7731152" y="4269844"/>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423" name="Freeform 5"/>
              <p:cNvSpPr/>
              <p:nvPr/>
            </p:nvSpPr>
            <p:spPr bwMode="auto">
              <a:xfrm rot="10800000">
                <a:off x="9919526" y="3012713"/>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3"/>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cxnSp>
            <p:nvCxnSpPr>
              <p:cNvPr id="424" name="直接连接符 423"/>
              <p:cNvCxnSpPr/>
              <p:nvPr/>
            </p:nvCxnSpPr>
            <p:spPr>
              <a:xfrm>
                <a:off x="10863943" y="3431223"/>
                <a:ext cx="118824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425" name="直接连接符 424"/>
              <p:cNvCxnSpPr/>
              <p:nvPr/>
            </p:nvCxnSpPr>
            <p:spPr>
              <a:xfrm flipV="1">
                <a:off x="6955437" y="5111885"/>
                <a:ext cx="1008937" cy="1747531"/>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26" name="直接连接符 425"/>
              <p:cNvCxnSpPr/>
              <p:nvPr/>
            </p:nvCxnSpPr>
            <p:spPr>
              <a:xfrm>
                <a:off x="6798609" y="-251869"/>
                <a:ext cx="1165761" cy="2019159"/>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434" name="组合 433"/>
              <p:cNvGrpSpPr/>
              <p:nvPr/>
            </p:nvGrpSpPr>
            <p:grpSpPr>
              <a:xfrm>
                <a:off x="8059703" y="2042916"/>
                <a:ext cx="303617" cy="258274"/>
                <a:chOff x="6339462" y="3747511"/>
                <a:chExt cx="907547" cy="772010"/>
              </a:xfrm>
              <a:solidFill>
                <a:schemeClr val="accent1"/>
              </a:solidFill>
            </p:grpSpPr>
            <p:sp>
              <p:nvSpPr>
                <p:cNvPr id="435" name="Rectangle 130"/>
                <p:cNvSpPr>
                  <a:spLocks noChangeArrowheads="1"/>
                </p:cNvSpPr>
                <p:nvPr/>
              </p:nvSpPr>
              <p:spPr bwMode="auto">
                <a:xfrm>
                  <a:off x="6339462" y="4489161"/>
                  <a:ext cx="881523" cy="3036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6" name="Freeform 131"/>
                <p:cNvSpPr/>
                <p:nvPr/>
              </p:nvSpPr>
              <p:spPr bwMode="auto">
                <a:xfrm>
                  <a:off x="6398014" y="4350373"/>
                  <a:ext cx="123608" cy="114934"/>
                </a:xfrm>
                <a:custGeom>
                  <a:avLst/>
                  <a:gdLst>
                    <a:gd name="T0" fmla="*/ 43 w 48"/>
                    <a:gd name="T1" fmla="*/ 45 h 45"/>
                    <a:gd name="T2" fmla="*/ 48 w 48"/>
                    <a:gd name="T3" fmla="*/ 39 h 45"/>
                    <a:gd name="T4" fmla="*/ 48 w 48"/>
                    <a:gd name="T5" fmla="*/ 0 h 45"/>
                    <a:gd name="T6" fmla="*/ 0 w 48"/>
                    <a:gd name="T7" fmla="*/ 8 h 45"/>
                    <a:gd name="T8" fmla="*/ 0 w 48"/>
                    <a:gd name="T9" fmla="*/ 39 h 45"/>
                    <a:gd name="T10" fmla="*/ 6 w 48"/>
                    <a:gd name="T11" fmla="*/ 45 h 45"/>
                    <a:gd name="T12" fmla="*/ 43 w 48"/>
                    <a:gd name="T13" fmla="*/ 45 h 45"/>
                  </a:gdLst>
                  <a:ahLst/>
                  <a:cxnLst>
                    <a:cxn ang="0">
                      <a:pos x="T0" y="T1"/>
                    </a:cxn>
                    <a:cxn ang="0">
                      <a:pos x="T2" y="T3"/>
                    </a:cxn>
                    <a:cxn ang="0">
                      <a:pos x="T4" y="T5"/>
                    </a:cxn>
                    <a:cxn ang="0">
                      <a:pos x="T6" y="T7"/>
                    </a:cxn>
                    <a:cxn ang="0">
                      <a:pos x="T8" y="T9"/>
                    </a:cxn>
                    <a:cxn ang="0">
                      <a:pos x="T10" y="T11"/>
                    </a:cxn>
                    <a:cxn ang="0">
                      <a:pos x="T12" y="T13"/>
                    </a:cxn>
                  </a:cxnLst>
                  <a:rect l="0" t="0" r="r" b="b"/>
                  <a:pathLst>
                    <a:path w="48" h="45">
                      <a:moveTo>
                        <a:pt x="43" y="45"/>
                      </a:moveTo>
                      <a:cubicBezTo>
                        <a:pt x="46" y="45"/>
                        <a:pt x="48" y="42"/>
                        <a:pt x="48" y="39"/>
                      </a:cubicBezTo>
                      <a:cubicBezTo>
                        <a:pt x="48" y="0"/>
                        <a:pt x="48" y="0"/>
                        <a:pt x="48" y="0"/>
                      </a:cubicBezTo>
                      <a:cubicBezTo>
                        <a:pt x="29" y="5"/>
                        <a:pt x="12" y="7"/>
                        <a:pt x="0" y="8"/>
                      </a:cubicBezTo>
                      <a:cubicBezTo>
                        <a:pt x="0" y="39"/>
                        <a:pt x="0" y="39"/>
                        <a:pt x="0" y="39"/>
                      </a:cubicBezTo>
                      <a:cubicBezTo>
                        <a:pt x="0" y="42"/>
                        <a:pt x="3" y="45"/>
                        <a:pt x="6" y="45"/>
                      </a:cubicBezTo>
                      <a:lnTo>
                        <a:pt x="43" y="4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7" name="Freeform 132"/>
                <p:cNvSpPr/>
                <p:nvPr/>
              </p:nvSpPr>
              <p:spPr bwMode="auto">
                <a:xfrm>
                  <a:off x="6557403" y="4299411"/>
                  <a:ext cx="122524" cy="165896"/>
                </a:xfrm>
                <a:custGeom>
                  <a:avLst/>
                  <a:gdLst>
                    <a:gd name="T0" fmla="*/ 43 w 48"/>
                    <a:gd name="T1" fmla="*/ 65 h 65"/>
                    <a:gd name="T2" fmla="*/ 48 w 48"/>
                    <a:gd name="T3" fmla="*/ 59 h 65"/>
                    <a:gd name="T4" fmla="*/ 48 w 48"/>
                    <a:gd name="T5" fmla="*/ 0 h 65"/>
                    <a:gd name="T6" fmla="*/ 44 w 48"/>
                    <a:gd name="T7" fmla="*/ 2 h 65"/>
                    <a:gd name="T8" fmla="*/ 0 w 48"/>
                    <a:gd name="T9" fmla="*/ 16 h 65"/>
                    <a:gd name="T10" fmla="*/ 0 w 48"/>
                    <a:gd name="T11" fmla="*/ 59 h 65"/>
                    <a:gd name="T12" fmla="*/ 6 w 48"/>
                    <a:gd name="T13" fmla="*/ 65 h 65"/>
                    <a:gd name="T14" fmla="*/ 43 w 48"/>
                    <a:gd name="T15" fmla="*/ 65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65">
                      <a:moveTo>
                        <a:pt x="43" y="65"/>
                      </a:moveTo>
                      <a:cubicBezTo>
                        <a:pt x="46" y="65"/>
                        <a:pt x="48" y="62"/>
                        <a:pt x="48" y="59"/>
                      </a:cubicBezTo>
                      <a:cubicBezTo>
                        <a:pt x="48" y="0"/>
                        <a:pt x="48" y="0"/>
                        <a:pt x="48" y="0"/>
                      </a:cubicBezTo>
                      <a:cubicBezTo>
                        <a:pt x="47" y="1"/>
                        <a:pt x="46" y="1"/>
                        <a:pt x="44" y="2"/>
                      </a:cubicBezTo>
                      <a:cubicBezTo>
                        <a:pt x="29" y="8"/>
                        <a:pt x="14" y="13"/>
                        <a:pt x="0" y="16"/>
                      </a:cubicBezTo>
                      <a:cubicBezTo>
                        <a:pt x="0" y="59"/>
                        <a:pt x="0" y="59"/>
                        <a:pt x="0" y="59"/>
                      </a:cubicBezTo>
                      <a:cubicBezTo>
                        <a:pt x="0" y="62"/>
                        <a:pt x="3" y="65"/>
                        <a:pt x="6" y="65"/>
                      </a:cubicBezTo>
                      <a:lnTo>
                        <a:pt x="43" y="6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8" name="Freeform 133"/>
                <p:cNvSpPr/>
                <p:nvPr/>
              </p:nvSpPr>
              <p:spPr bwMode="auto">
                <a:xfrm>
                  <a:off x="6715709" y="4219174"/>
                  <a:ext cx="123608" cy="246133"/>
                </a:xfrm>
                <a:custGeom>
                  <a:avLst/>
                  <a:gdLst>
                    <a:gd name="T0" fmla="*/ 43 w 48"/>
                    <a:gd name="T1" fmla="*/ 96 h 96"/>
                    <a:gd name="T2" fmla="*/ 48 w 48"/>
                    <a:gd name="T3" fmla="*/ 90 h 96"/>
                    <a:gd name="T4" fmla="*/ 48 w 48"/>
                    <a:gd name="T5" fmla="*/ 0 h 96"/>
                    <a:gd name="T6" fmla="*/ 0 w 48"/>
                    <a:gd name="T7" fmla="*/ 25 h 96"/>
                    <a:gd name="T8" fmla="*/ 0 w 48"/>
                    <a:gd name="T9" fmla="*/ 90 h 96"/>
                    <a:gd name="T10" fmla="*/ 6 w 48"/>
                    <a:gd name="T11" fmla="*/ 96 h 96"/>
                    <a:gd name="T12" fmla="*/ 43 w 48"/>
                    <a:gd name="T13" fmla="*/ 96 h 96"/>
                  </a:gdLst>
                  <a:ahLst/>
                  <a:cxnLst>
                    <a:cxn ang="0">
                      <a:pos x="T0" y="T1"/>
                    </a:cxn>
                    <a:cxn ang="0">
                      <a:pos x="T2" y="T3"/>
                    </a:cxn>
                    <a:cxn ang="0">
                      <a:pos x="T4" y="T5"/>
                    </a:cxn>
                    <a:cxn ang="0">
                      <a:pos x="T6" y="T7"/>
                    </a:cxn>
                    <a:cxn ang="0">
                      <a:pos x="T8" y="T9"/>
                    </a:cxn>
                    <a:cxn ang="0">
                      <a:pos x="T10" y="T11"/>
                    </a:cxn>
                    <a:cxn ang="0">
                      <a:pos x="T12" y="T13"/>
                    </a:cxn>
                  </a:cxnLst>
                  <a:rect l="0" t="0" r="r" b="b"/>
                  <a:pathLst>
                    <a:path w="48" h="96">
                      <a:moveTo>
                        <a:pt x="43" y="96"/>
                      </a:moveTo>
                      <a:cubicBezTo>
                        <a:pt x="46" y="96"/>
                        <a:pt x="48" y="93"/>
                        <a:pt x="48" y="90"/>
                      </a:cubicBezTo>
                      <a:cubicBezTo>
                        <a:pt x="48" y="0"/>
                        <a:pt x="48" y="0"/>
                        <a:pt x="48" y="0"/>
                      </a:cubicBezTo>
                      <a:cubicBezTo>
                        <a:pt x="33" y="10"/>
                        <a:pt x="17" y="18"/>
                        <a:pt x="0" y="25"/>
                      </a:cubicBezTo>
                      <a:cubicBezTo>
                        <a:pt x="0" y="90"/>
                        <a:pt x="0" y="90"/>
                        <a:pt x="0" y="90"/>
                      </a:cubicBezTo>
                      <a:cubicBezTo>
                        <a:pt x="0" y="93"/>
                        <a:pt x="3" y="96"/>
                        <a:pt x="6" y="96"/>
                      </a:cubicBezTo>
                      <a:lnTo>
                        <a:pt x="43" y="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9" name="Freeform 134"/>
                <p:cNvSpPr/>
                <p:nvPr/>
              </p:nvSpPr>
              <p:spPr bwMode="auto">
                <a:xfrm>
                  <a:off x="6875099" y="4100987"/>
                  <a:ext cx="123608" cy="364319"/>
                </a:xfrm>
                <a:custGeom>
                  <a:avLst/>
                  <a:gdLst>
                    <a:gd name="T0" fmla="*/ 43 w 48"/>
                    <a:gd name="T1" fmla="*/ 142 h 142"/>
                    <a:gd name="T2" fmla="*/ 48 w 48"/>
                    <a:gd name="T3" fmla="*/ 136 h 142"/>
                    <a:gd name="T4" fmla="*/ 48 w 48"/>
                    <a:gd name="T5" fmla="*/ 0 h 142"/>
                    <a:gd name="T6" fmla="*/ 32 w 48"/>
                    <a:gd name="T7" fmla="*/ 14 h 142"/>
                    <a:gd name="T8" fmla="*/ 0 w 48"/>
                    <a:gd name="T9" fmla="*/ 37 h 142"/>
                    <a:gd name="T10" fmla="*/ 0 w 48"/>
                    <a:gd name="T11" fmla="*/ 136 h 142"/>
                    <a:gd name="T12" fmla="*/ 6 w 48"/>
                    <a:gd name="T13" fmla="*/ 142 h 142"/>
                    <a:gd name="T14" fmla="*/ 43 w 48"/>
                    <a:gd name="T15" fmla="*/ 142 h 1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42">
                      <a:moveTo>
                        <a:pt x="43" y="142"/>
                      </a:moveTo>
                      <a:cubicBezTo>
                        <a:pt x="46" y="142"/>
                        <a:pt x="48" y="139"/>
                        <a:pt x="48" y="136"/>
                      </a:cubicBezTo>
                      <a:cubicBezTo>
                        <a:pt x="48" y="0"/>
                        <a:pt x="48" y="0"/>
                        <a:pt x="48" y="0"/>
                      </a:cubicBezTo>
                      <a:cubicBezTo>
                        <a:pt x="43" y="5"/>
                        <a:pt x="37" y="10"/>
                        <a:pt x="32" y="14"/>
                      </a:cubicBezTo>
                      <a:cubicBezTo>
                        <a:pt x="21" y="23"/>
                        <a:pt x="11" y="30"/>
                        <a:pt x="0" y="37"/>
                      </a:cubicBezTo>
                      <a:cubicBezTo>
                        <a:pt x="0" y="136"/>
                        <a:pt x="0" y="136"/>
                        <a:pt x="0" y="136"/>
                      </a:cubicBezTo>
                      <a:cubicBezTo>
                        <a:pt x="0" y="139"/>
                        <a:pt x="3" y="142"/>
                        <a:pt x="6" y="142"/>
                      </a:cubicBezTo>
                      <a:lnTo>
                        <a:pt x="43" y="14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0" name="Freeform 135"/>
                <p:cNvSpPr/>
                <p:nvPr/>
              </p:nvSpPr>
              <p:spPr bwMode="auto">
                <a:xfrm>
                  <a:off x="7034488" y="3927502"/>
                  <a:ext cx="122524" cy="537805"/>
                </a:xfrm>
                <a:custGeom>
                  <a:avLst/>
                  <a:gdLst>
                    <a:gd name="T0" fmla="*/ 43 w 48"/>
                    <a:gd name="T1" fmla="*/ 210 h 210"/>
                    <a:gd name="T2" fmla="*/ 48 w 48"/>
                    <a:gd name="T3" fmla="*/ 204 h 210"/>
                    <a:gd name="T4" fmla="*/ 48 w 48"/>
                    <a:gd name="T5" fmla="*/ 0 h 210"/>
                    <a:gd name="T6" fmla="*/ 0 w 48"/>
                    <a:gd name="T7" fmla="*/ 56 h 210"/>
                    <a:gd name="T8" fmla="*/ 0 w 48"/>
                    <a:gd name="T9" fmla="*/ 204 h 210"/>
                    <a:gd name="T10" fmla="*/ 6 w 48"/>
                    <a:gd name="T11" fmla="*/ 210 h 210"/>
                    <a:gd name="T12" fmla="*/ 43 w 48"/>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48" h="210">
                      <a:moveTo>
                        <a:pt x="43" y="210"/>
                      </a:moveTo>
                      <a:cubicBezTo>
                        <a:pt x="46" y="210"/>
                        <a:pt x="48" y="207"/>
                        <a:pt x="48" y="204"/>
                      </a:cubicBezTo>
                      <a:cubicBezTo>
                        <a:pt x="48" y="0"/>
                        <a:pt x="48" y="0"/>
                        <a:pt x="48" y="0"/>
                      </a:cubicBezTo>
                      <a:cubicBezTo>
                        <a:pt x="33" y="20"/>
                        <a:pt x="17" y="39"/>
                        <a:pt x="0" y="56"/>
                      </a:cubicBezTo>
                      <a:cubicBezTo>
                        <a:pt x="0" y="204"/>
                        <a:pt x="0" y="204"/>
                        <a:pt x="0" y="204"/>
                      </a:cubicBezTo>
                      <a:cubicBezTo>
                        <a:pt x="0" y="207"/>
                        <a:pt x="3" y="210"/>
                        <a:pt x="6" y="210"/>
                      </a:cubicBezTo>
                      <a:lnTo>
                        <a:pt x="43" y="21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1" name="Freeform 136"/>
                <p:cNvSpPr/>
                <p:nvPr/>
              </p:nvSpPr>
              <p:spPr bwMode="auto">
                <a:xfrm>
                  <a:off x="6343800" y="3747511"/>
                  <a:ext cx="903209" cy="587682"/>
                </a:xfrm>
                <a:custGeom>
                  <a:avLst/>
                  <a:gdLst>
                    <a:gd name="T0" fmla="*/ 350 w 352"/>
                    <a:gd name="T1" fmla="*/ 58 h 229"/>
                    <a:gd name="T2" fmla="*/ 335 w 352"/>
                    <a:gd name="T3" fmla="*/ 8 h 229"/>
                    <a:gd name="T4" fmla="*/ 322 w 352"/>
                    <a:gd name="T5" fmla="*/ 2 h 229"/>
                    <a:gd name="T6" fmla="*/ 273 w 352"/>
                    <a:gd name="T7" fmla="*/ 17 h 229"/>
                    <a:gd name="T8" fmla="*/ 266 w 352"/>
                    <a:gd name="T9" fmla="*/ 30 h 229"/>
                    <a:gd name="T10" fmla="*/ 279 w 352"/>
                    <a:gd name="T11" fmla="*/ 36 h 229"/>
                    <a:gd name="T12" fmla="*/ 304 w 352"/>
                    <a:gd name="T13" fmla="*/ 29 h 229"/>
                    <a:gd name="T14" fmla="*/ 219 w 352"/>
                    <a:gd name="T15" fmla="*/ 121 h 229"/>
                    <a:gd name="T16" fmla="*/ 71 w 352"/>
                    <a:gd name="T17" fmla="*/ 194 h 229"/>
                    <a:gd name="T18" fmla="*/ 0 w 352"/>
                    <a:gd name="T19" fmla="*/ 205 h 229"/>
                    <a:gd name="T20" fmla="*/ 0 w 352"/>
                    <a:gd name="T21" fmla="*/ 205 h 229"/>
                    <a:gd name="T22" fmla="*/ 0 w 352"/>
                    <a:gd name="T23" fmla="*/ 229 h 229"/>
                    <a:gd name="T24" fmla="*/ 0 w 352"/>
                    <a:gd name="T25" fmla="*/ 229 h 229"/>
                    <a:gd name="T26" fmla="*/ 125 w 352"/>
                    <a:gd name="T27" fmla="*/ 202 h 229"/>
                    <a:gd name="T28" fmla="*/ 234 w 352"/>
                    <a:gd name="T29" fmla="*/ 139 h 229"/>
                    <a:gd name="T30" fmla="*/ 324 w 352"/>
                    <a:gd name="T31" fmla="*/ 41 h 229"/>
                    <a:gd name="T32" fmla="*/ 331 w 352"/>
                    <a:gd name="T33" fmla="*/ 64 h 229"/>
                    <a:gd name="T34" fmla="*/ 344 w 352"/>
                    <a:gd name="T35" fmla="*/ 70 h 229"/>
                    <a:gd name="T36" fmla="*/ 350 w 352"/>
                    <a:gd name="T37" fmla="*/ 58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229">
                      <a:moveTo>
                        <a:pt x="350" y="58"/>
                      </a:moveTo>
                      <a:cubicBezTo>
                        <a:pt x="335" y="8"/>
                        <a:pt x="335" y="8"/>
                        <a:pt x="335" y="8"/>
                      </a:cubicBezTo>
                      <a:cubicBezTo>
                        <a:pt x="333" y="3"/>
                        <a:pt x="327" y="0"/>
                        <a:pt x="322" y="2"/>
                      </a:cubicBezTo>
                      <a:cubicBezTo>
                        <a:pt x="273" y="17"/>
                        <a:pt x="273" y="17"/>
                        <a:pt x="273" y="17"/>
                      </a:cubicBezTo>
                      <a:cubicBezTo>
                        <a:pt x="268" y="19"/>
                        <a:pt x="265" y="25"/>
                        <a:pt x="266" y="30"/>
                      </a:cubicBezTo>
                      <a:cubicBezTo>
                        <a:pt x="268" y="35"/>
                        <a:pt x="274" y="38"/>
                        <a:pt x="279" y="36"/>
                      </a:cubicBezTo>
                      <a:cubicBezTo>
                        <a:pt x="304" y="29"/>
                        <a:pt x="304" y="29"/>
                        <a:pt x="304" y="29"/>
                      </a:cubicBezTo>
                      <a:cubicBezTo>
                        <a:pt x="278" y="67"/>
                        <a:pt x="249" y="97"/>
                        <a:pt x="219" y="121"/>
                      </a:cubicBezTo>
                      <a:cubicBezTo>
                        <a:pt x="166" y="163"/>
                        <a:pt x="112" y="184"/>
                        <a:pt x="71" y="194"/>
                      </a:cubicBezTo>
                      <a:cubicBezTo>
                        <a:pt x="29" y="205"/>
                        <a:pt x="1" y="205"/>
                        <a:pt x="0" y="205"/>
                      </a:cubicBezTo>
                      <a:cubicBezTo>
                        <a:pt x="0" y="205"/>
                        <a:pt x="0" y="205"/>
                        <a:pt x="0" y="205"/>
                      </a:cubicBezTo>
                      <a:cubicBezTo>
                        <a:pt x="0" y="229"/>
                        <a:pt x="0" y="229"/>
                        <a:pt x="0" y="229"/>
                      </a:cubicBezTo>
                      <a:cubicBezTo>
                        <a:pt x="0" y="229"/>
                        <a:pt x="0" y="229"/>
                        <a:pt x="0" y="229"/>
                      </a:cubicBezTo>
                      <a:cubicBezTo>
                        <a:pt x="3" y="229"/>
                        <a:pt x="56" y="229"/>
                        <a:pt x="125" y="202"/>
                      </a:cubicBezTo>
                      <a:cubicBezTo>
                        <a:pt x="159" y="189"/>
                        <a:pt x="197" y="169"/>
                        <a:pt x="234" y="139"/>
                      </a:cubicBezTo>
                      <a:cubicBezTo>
                        <a:pt x="265" y="114"/>
                        <a:pt x="296" y="82"/>
                        <a:pt x="324" y="41"/>
                      </a:cubicBezTo>
                      <a:cubicBezTo>
                        <a:pt x="331" y="64"/>
                        <a:pt x="331" y="64"/>
                        <a:pt x="331" y="64"/>
                      </a:cubicBezTo>
                      <a:cubicBezTo>
                        <a:pt x="333" y="69"/>
                        <a:pt x="339" y="72"/>
                        <a:pt x="344" y="70"/>
                      </a:cubicBezTo>
                      <a:cubicBezTo>
                        <a:pt x="349" y="69"/>
                        <a:pt x="352" y="63"/>
                        <a:pt x="350"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2" name="Freeform 137"/>
                <p:cNvSpPr/>
                <p:nvPr/>
              </p:nvSpPr>
              <p:spPr bwMode="auto">
                <a:xfrm>
                  <a:off x="6375243" y="3837506"/>
                  <a:ext cx="217941" cy="353477"/>
                </a:xfrm>
                <a:custGeom>
                  <a:avLst/>
                  <a:gdLst>
                    <a:gd name="T0" fmla="*/ 57 w 85"/>
                    <a:gd name="T1" fmla="*/ 104 h 138"/>
                    <a:gd name="T2" fmla="*/ 45 w 85"/>
                    <a:gd name="T3" fmla="*/ 108 h 138"/>
                    <a:gd name="T4" fmla="*/ 30 w 85"/>
                    <a:gd name="T5" fmla="*/ 105 h 138"/>
                    <a:gd name="T6" fmla="*/ 20 w 85"/>
                    <a:gd name="T7" fmla="*/ 100 h 138"/>
                    <a:gd name="T8" fmla="*/ 19 w 85"/>
                    <a:gd name="T9" fmla="*/ 98 h 138"/>
                    <a:gd name="T10" fmla="*/ 19 w 85"/>
                    <a:gd name="T11" fmla="*/ 98 h 138"/>
                    <a:gd name="T12" fmla="*/ 19 w 85"/>
                    <a:gd name="T13" fmla="*/ 98 h 138"/>
                    <a:gd name="T14" fmla="*/ 19 w 85"/>
                    <a:gd name="T15" fmla="*/ 97 h 138"/>
                    <a:gd name="T16" fmla="*/ 13 w 85"/>
                    <a:gd name="T17" fmla="*/ 94 h 138"/>
                    <a:gd name="T18" fmla="*/ 3 w 85"/>
                    <a:gd name="T19" fmla="*/ 101 h 138"/>
                    <a:gd name="T20" fmla="*/ 3 w 85"/>
                    <a:gd name="T21" fmla="*/ 109 h 138"/>
                    <a:gd name="T22" fmla="*/ 33 w 85"/>
                    <a:gd name="T23" fmla="*/ 125 h 138"/>
                    <a:gd name="T24" fmla="*/ 33 w 85"/>
                    <a:gd name="T25" fmla="*/ 135 h 138"/>
                    <a:gd name="T26" fmla="*/ 36 w 85"/>
                    <a:gd name="T27" fmla="*/ 138 h 138"/>
                    <a:gd name="T28" fmla="*/ 46 w 85"/>
                    <a:gd name="T29" fmla="*/ 138 h 138"/>
                    <a:gd name="T30" fmla="*/ 49 w 85"/>
                    <a:gd name="T31" fmla="*/ 135 h 138"/>
                    <a:gd name="T32" fmla="*/ 49 w 85"/>
                    <a:gd name="T33" fmla="*/ 126 h 138"/>
                    <a:gd name="T34" fmla="*/ 72 w 85"/>
                    <a:gd name="T35" fmla="*/ 118 h 138"/>
                    <a:gd name="T36" fmla="*/ 81 w 85"/>
                    <a:gd name="T37" fmla="*/ 86 h 138"/>
                    <a:gd name="T38" fmla="*/ 49 w 85"/>
                    <a:gd name="T39" fmla="*/ 62 h 138"/>
                    <a:gd name="T40" fmla="*/ 47 w 85"/>
                    <a:gd name="T41" fmla="*/ 61 h 138"/>
                    <a:gd name="T42" fmla="*/ 35 w 85"/>
                    <a:gd name="T43" fmla="*/ 56 h 138"/>
                    <a:gd name="T44" fmla="*/ 34 w 85"/>
                    <a:gd name="T45" fmla="*/ 56 h 138"/>
                    <a:gd name="T46" fmla="*/ 25 w 85"/>
                    <a:gd name="T47" fmla="*/ 49 h 138"/>
                    <a:gd name="T48" fmla="*/ 27 w 85"/>
                    <a:gd name="T49" fmla="*/ 36 h 138"/>
                    <a:gd name="T50" fmla="*/ 41 w 85"/>
                    <a:gd name="T51" fmla="*/ 31 h 138"/>
                    <a:gd name="T52" fmla="*/ 51 w 85"/>
                    <a:gd name="T53" fmla="*/ 32 h 138"/>
                    <a:gd name="T54" fmla="*/ 61 w 85"/>
                    <a:gd name="T55" fmla="*/ 39 h 138"/>
                    <a:gd name="T56" fmla="*/ 62 w 85"/>
                    <a:gd name="T57" fmla="*/ 40 h 138"/>
                    <a:gd name="T58" fmla="*/ 62 w 85"/>
                    <a:gd name="T59" fmla="*/ 40 h 138"/>
                    <a:gd name="T60" fmla="*/ 62 w 85"/>
                    <a:gd name="T61" fmla="*/ 41 h 138"/>
                    <a:gd name="T62" fmla="*/ 68 w 85"/>
                    <a:gd name="T63" fmla="*/ 44 h 138"/>
                    <a:gd name="T64" fmla="*/ 78 w 85"/>
                    <a:gd name="T65" fmla="*/ 38 h 138"/>
                    <a:gd name="T66" fmla="*/ 78 w 85"/>
                    <a:gd name="T67" fmla="*/ 29 h 138"/>
                    <a:gd name="T68" fmla="*/ 56 w 85"/>
                    <a:gd name="T69" fmla="*/ 14 h 138"/>
                    <a:gd name="T70" fmla="*/ 49 w 85"/>
                    <a:gd name="T71" fmla="*/ 13 h 138"/>
                    <a:gd name="T72" fmla="*/ 49 w 85"/>
                    <a:gd name="T73" fmla="*/ 3 h 138"/>
                    <a:gd name="T74" fmla="*/ 46 w 85"/>
                    <a:gd name="T75" fmla="*/ 0 h 138"/>
                    <a:gd name="T76" fmla="*/ 36 w 85"/>
                    <a:gd name="T77" fmla="*/ 0 h 138"/>
                    <a:gd name="T78" fmla="*/ 33 w 85"/>
                    <a:gd name="T79" fmla="*/ 3 h 138"/>
                    <a:gd name="T80" fmla="*/ 33 w 85"/>
                    <a:gd name="T81" fmla="*/ 13 h 138"/>
                    <a:gd name="T82" fmla="*/ 12 w 85"/>
                    <a:gd name="T83" fmla="*/ 24 h 138"/>
                    <a:gd name="T84" fmla="*/ 5 w 85"/>
                    <a:gd name="T85" fmla="*/ 56 h 138"/>
                    <a:gd name="T86" fmla="*/ 17 w 85"/>
                    <a:gd name="T87" fmla="*/ 68 h 138"/>
                    <a:gd name="T88" fmla="*/ 47 w 85"/>
                    <a:gd name="T89" fmla="*/ 83 h 138"/>
                    <a:gd name="T90" fmla="*/ 51 w 85"/>
                    <a:gd name="T91" fmla="*/ 85 h 138"/>
                    <a:gd name="T92" fmla="*/ 59 w 85"/>
                    <a:gd name="T93" fmla="*/ 92 h 138"/>
                    <a:gd name="T94" fmla="*/ 57 w 85"/>
                    <a:gd name="T95" fmla="*/ 10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5" h="138">
                      <a:moveTo>
                        <a:pt x="57" y="104"/>
                      </a:moveTo>
                      <a:cubicBezTo>
                        <a:pt x="54" y="107"/>
                        <a:pt x="50" y="108"/>
                        <a:pt x="45" y="108"/>
                      </a:cubicBezTo>
                      <a:cubicBezTo>
                        <a:pt x="40" y="108"/>
                        <a:pt x="35" y="107"/>
                        <a:pt x="30" y="105"/>
                      </a:cubicBezTo>
                      <a:cubicBezTo>
                        <a:pt x="27" y="104"/>
                        <a:pt x="23" y="102"/>
                        <a:pt x="20" y="100"/>
                      </a:cubicBezTo>
                      <a:cubicBezTo>
                        <a:pt x="20" y="99"/>
                        <a:pt x="20" y="99"/>
                        <a:pt x="19" y="98"/>
                      </a:cubicBezTo>
                      <a:cubicBezTo>
                        <a:pt x="19" y="98"/>
                        <a:pt x="19" y="98"/>
                        <a:pt x="19" y="98"/>
                      </a:cubicBezTo>
                      <a:cubicBezTo>
                        <a:pt x="19" y="98"/>
                        <a:pt x="19" y="98"/>
                        <a:pt x="19" y="98"/>
                      </a:cubicBezTo>
                      <a:cubicBezTo>
                        <a:pt x="19" y="97"/>
                        <a:pt x="19" y="97"/>
                        <a:pt x="19" y="97"/>
                      </a:cubicBezTo>
                      <a:cubicBezTo>
                        <a:pt x="17" y="95"/>
                        <a:pt x="15" y="94"/>
                        <a:pt x="13" y="94"/>
                      </a:cubicBezTo>
                      <a:cubicBezTo>
                        <a:pt x="9" y="94"/>
                        <a:pt x="5" y="97"/>
                        <a:pt x="3" y="101"/>
                      </a:cubicBezTo>
                      <a:cubicBezTo>
                        <a:pt x="1" y="104"/>
                        <a:pt x="1" y="107"/>
                        <a:pt x="3" y="109"/>
                      </a:cubicBezTo>
                      <a:cubicBezTo>
                        <a:pt x="8" y="118"/>
                        <a:pt x="21" y="123"/>
                        <a:pt x="33" y="125"/>
                      </a:cubicBezTo>
                      <a:cubicBezTo>
                        <a:pt x="33" y="135"/>
                        <a:pt x="33" y="135"/>
                        <a:pt x="33" y="135"/>
                      </a:cubicBezTo>
                      <a:cubicBezTo>
                        <a:pt x="33" y="137"/>
                        <a:pt x="35" y="138"/>
                        <a:pt x="36" y="138"/>
                      </a:cubicBezTo>
                      <a:cubicBezTo>
                        <a:pt x="46" y="138"/>
                        <a:pt x="46" y="138"/>
                        <a:pt x="46" y="138"/>
                      </a:cubicBezTo>
                      <a:cubicBezTo>
                        <a:pt x="47" y="138"/>
                        <a:pt x="49" y="137"/>
                        <a:pt x="49" y="135"/>
                      </a:cubicBezTo>
                      <a:cubicBezTo>
                        <a:pt x="49" y="126"/>
                        <a:pt x="49" y="126"/>
                        <a:pt x="49" y="126"/>
                      </a:cubicBezTo>
                      <a:cubicBezTo>
                        <a:pt x="59" y="125"/>
                        <a:pt x="67" y="122"/>
                        <a:pt x="72" y="118"/>
                      </a:cubicBezTo>
                      <a:cubicBezTo>
                        <a:pt x="81" y="109"/>
                        <a:pt x="85" y="97"/>
                        <a:pt x="81" y="86"/>
                      </a:cubicBezTo>
                      <a:cubicBezTo>
                        <a:pt x="77" y="74"/>
                        <a:pt x="61" y="67"/>
                        <a:pt x="49" y="62"/>
                      </a:cubicBezTo>
                      <a:cubicBezTo>
                        <a:pt x="47" y="61"/>
                        <a:pt x="47" y="61"/>
                        <a:pt x="47" y="61"/>
                      </a:cubicBezTo>
                      <a:cubicBezTo>
                        <a:pt x="43" y="59"/>
                        <a:pt x="37" y="57"/>
                        <a:pt x="35" y="56"/>
                      </a:cubicBezTo>
                      <a:cubicBezTo>
                        <a:pt x="34" y="56"/>
                        <a:pt x="34" y="56"/>
                        <a:pt x="34" y="56"/>
                      </a:cubicBezTo>
                      <a:cubicBezTo>
                        <a:pt x="30" y="54"/>
                        <a:pt x="27" y="52"/>
                        <a:pt x="25" y="49"/>
                      </a:cubicBezTo>
                      <a:cubicBezTo>
                        <a:pt x="23" y="45"/>
                        <a:pt x="23" y="39"/>
                        <a:pt x="27" y="36"/>
                      </a:cubicBezTo>
                      <a:cubicBezTo>
                        <a:pt x="32" y="32"/>
                        <a:pt x="37" y="31"/>
                        <a:pt x="41" y="31"/>
                      </a:cubicBezTo>
                      <a:cubicBezTo>
                        <a:pt x="44" y="31"/>
                        <a:pt x="48" y="31"/>
                        <a:pt x="51" y="32"/>
                      </a:cubicBezTo>
                      <a:cubicBezTo>
                        <a:pt x="54" y="33"/>
                        <a:pt x="58" y="36"/>
                        <a:pt x="61" y="39"/>
                      </a:cubicBezTo>
                      <a:cubicBezTo>
                        <a:pt x="61" y="39"/>
                        <a:pt x="61" y="39"/>
                        <a:pt x="62" y="40"/>
                      </a:cubicBezTo>
                      <a:cubicBezTo>
                        <a:pt x="62" y="40"/>
                        <a:pt x="62" y="40"/>
                        <a:pt x="62" y="40"/>
                      </a:cubicBezTo>
                      <a:cubicBezTo>
                        <a:pt x="62" y="41"/>
                        <a:pt x="62" y="41"/>
                        <a:pt x="62" y="41"/>
                      </a:cubicBezTo>
                      <a:cubicBezTo>
                        <a:pt x="64" y="43"/>
                        <a:pt x="66" y="44"/>
                        <a:pt x="68" y="44"/>
                      </a:cubicBezTo>
                      <a:cubicBezTo>
                        <a:pt x="72" y="44"/>
                        <a:pt x="76" y="41"/>
                        <a:pt x="78" y="38"/>
                      </a:cubicBezTo>
                      <a:cubicBezTo>
                        <a:pt x="80" y="35"/>
                        <a:pt x="80" y="32"/>
                        <a:pt x="78" y="29"/>
                      </a:cubicBezTo>
                      <a:cubicBezTo>
                        <a:pt x="74" y="22"/>
                        <a:pt x="64" y="17"/>
                        <a:pt x="56" y="14"/>
                      </a:cubicBezTo>
                      <a:cubicBezTo>
                        <a:pt x="54" y="14"/>
                        <a:pt x="51" y="13"/>
                        <a:pt x="49" y="13"/>
                      </a:cubicBezTo>
                      <a:cubicBezTo>
                        <a:pt x="49" y="3"/>
                        <a:pt x="49" y="3"/>
                        <a:pt x="49" y="3"/>
                      </a:cubicBezTo>
                      <a:cubicBezTo>
                        <a:pt x="49" y="1"/>
                        <a:pt x="47" y="0"/>
                        <a:pt x="46" y="0"/>
                      </a:cubicBezTo>
                      <a:cubicBezTo>
                        <a:pt x="36" y="0"/>
                        <a:pt x="36" y="0"/>
                        <a:pt x="36" y="0"/>
                      </a:cubicBezTo>
                      <a:cubicBezTo>
                        <a:pt x="35" y="0"/>
                        <a:pt x="33" y="1"/>
                        <a:pt x="33" y="3"/>
                      </a:cubicBezTo>
                      <a:cubicBezTo>
                        <a:pt x="33" y="13"/>
                        <a:pt x="33" y="13"/>
                        <a:pt x="33" y="13"/>
                      </a:cubicBezTo>
                      <a:cubicBezTo>
                        <a:pt x="25" y="15"/>
                        <a:pt x="17" y="18"/>
                        <a:pt x="12" y="24"/>
                      </a:cubicBezTo>
                      <a:cubicBezTo>
                        <a:pt x="3" y="32"/>
                        <a:pt x="0" y="45"/>
                        <a:pt x="5" y="56"/>
                      </a:cubicBezTo>
                      <a:cubicBezTo>
                        <a:pt x="8" y="62"/>
                        <a:pt x="12" y="66"/>
                        <a:pt x="17" y="68"/>
                      </a:cubicBezTo>
                      <a:cubicBezTo>
                        <a:pt x="20" y="70"/>
                        <a:pt x="38" y="79"/>
                        <a:pt x="47" y="83"/>
                      </a:cubicBezTo>
                      <a:cubicBezTo>
                        <a:pt x="51" y="85"/>
                        <a:pt x="51" y="85"/>
                        <a:pt x="51" y="85"/>
                      </a:cubicBezTo>
                      <a:cubicBezTo>
                        <a:pt x="55" y="87"/>
                        <a:pt x="58" y="89"/>
                        <a:pt x="59" y="92"/>
                      </a:cubicBezTo>
                      <a:cubicBezTo>
                        <a:pt x="61" y="96"/>
                        <a:pt x="60" y="102"/>
                        <a:pt x="57"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43" name="组合 442"/>
              <p:cNvGrpSpPr/>
              <p:nvPr/>
            </p:nvGrpSpPr>
            <p:grpSpPr>
              <a:xfrm>
                <a:off x="8062201" y="4560896"/>
                <a:ext cx="300352" cy="258999"/>
                <a:chOff x="3548515" y="964154"/>
                <a:chExt cx="897787" cy="774179"/>
              </a:xfrm>
              <a:solidFill>
                <a:schemeClr val="accent2"/>
              </a:solidFill>
            </p:grpSpPr>
            <p:sp>
              <p:nvSpPr>
                <p:cNvPr id="444" name="Freeform 222"/>
                <p:cNvSpPr/>
                <p:nvPr/>
              </p:nvSpPr>
              <p:spPr bwMode="auto">
                <a:xfrm>
                  <a:off x="3548515" y="964154"/>
                  <a:ext cx="897787" cy="774179"/>
                </a:xfrm>
                <a:custGeom>
                  <a:avLst/>
                  <a:gdLst>
                    <a:gd name="T0" fmla="*/ 28 w 828"/>
                    <a:gd name="T1" fmla="*/ 686 h 714"/>
                    <a:gd name="T2" fmla="*/ 28 w 828"/>
                    <a:gd name="T3" fmla="*/ 605 h 714"/>
                    <a:gd name="T4" fmla="*/ 66 w 828"/>
                    <a:gd name="T5" fmla="*/ 605 h 714"/>
                    <a:gd name="T6" fmla="*/ 66 w 828"/>
                    <a:gd name="T7" fmla="*/ 577 h 714"/>
                    <a:gd name="T8" fmla="*/ 28 w 828"/>
                    <a:gd name="T9" fmla="*/ 577 h 714"/>
                    <a:gd name="T10" fmla="*/ 28 w 828"/>
                    <a:gd name="T11" fmla="*/ 435 h 714"/>
                    <a:gd name="T12" fmla="*/ 66 w 828"/>
                    <a:gd name="T13" fmla="*/ 435 h 714"/>
                    <a:gd name="T14" fmla="*/ 66 w 828"/>
                    <a:gd name="T15" fmla="*/ 407 h 714"/>
                    <a:gd name="T16" fmla="*/ 28 w 828"/>
                    <a:gd name="T17" fmla="*/ 407 h 714"/>
                    <a:gd name="T18" fmla="*/ 28 w 828"/>
                    <a:gd name="T19" fmla="*/ 265 h 714"/>
                    <a:gd name="T20" fmla="*/ 66 w 828"/>
                    <a:gd name="T21" fmla="*/ 265 h 714"/>
                    <a:gd name="T22" fmla="*/ 66 w 828"/>
                    <a:gd name="T23" fmla="*/ 236 h 714"/>
                    <a:gd name="T24" fmla="*/ 28 w 828"/>
                    <a:gd name="T25" fmla="*/ 236 h 714"/>
                    <a:gd name="T26" fmla="*/ 28 w 828"/>
                    <a:gd name="T27" fmla="*/ 94 h 714"/>
                    <a:gd name="T28" fmla="*/ 66 w 828"/>
                    <a:gd name="T29" fmla="*/ 94 h 714"/>
                    <a:gd name="T30" fmla="*/ 66 w 828"/>
                    <a:gd name="T31" fmla="*/ 66 h 714"/>
                    <a:gd name="T32" fmla="*/ 28 w 828"/>
                    <a:gd name="T33" fmla="*/ 66 h 714"/>
                    <a:gd name="T34" fmla="*/ 28 w 828"/>
                    <a:gd name="T35" fmla="*/ 0 h 714"/>
                    <a:gd name="T36" fmla="*/ 0 w 828"/>
                    <a:gd name="T37" fmla="*/ 0 h 714"/>
                    <a:gd name="T38" fmla="*/ 0 w 828"/>
                    <a:gd name="T39" fmla="*/ 714 h 714"/>
                    <a:gd name="T40" fmla="*/ 828 w 828"/>
                    <a:gd name="T41" fmla="*/ 714 h 714"/>
                    <a:gd name="T42" fmla="*/ 828 w 828"/>
                    <a:gd name="T43" fmla="*/ 686 h 714"/>
                    <a:gd name="T44" fmla="*/ 28 w 828"/>
                    <a:gd name="T45" fmla="*/ 686 h 7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28" h="714">
                      <a:moveTo>
                        <a:pt x="28" y="686"/>
                      </a:moveTo>
                      <a:lnTo>
                        <a:pt x="28" y="605"/>
                      </a:lnTo>
                      <a:lnTo>
                        <a:pt x="66" y="605"/>
                      </a:lnTo>
                      <a:lnTo>
                        <a:pt x="66" y="577"/>
                      </a:lnTo>
                      <a:lnTo>
                        <a:pt x="28" y="577"/>
                      </a:lnTo>
                      <a:lnTo>
                        <a:pt x="28" y="435"/>
                      </a:lnTo>
                      <a:lnTo>
                        <a:pt x="66" y="435"/>
                      </a:lnTo>
                      <a:lnTo>
                        <a:pt x="66" y="407"/>
                      </a:lnTo>
                      <a:lnTo>
                        <a:pt x="28" y="407"/>
                      </a:lnTo>
                      <a:lnTo>
                        <a:pt x="28" y="265"/>
                      </a:lnTo>
                      <a:lnTo>
                        <a:pt x="66" y="265"/>
                      </a:lnTo>
                      <a:lnTo>
                        <a:pt x="66" y="236"/>
                      </a:lnTo>
                      <a:lnTo>
                        <a:pt x="28" y="236"/>
                      </a:lnTo>
                      <a:lnTo>
                        <a:pt x="28" y="94"/>
                      </a:lnTo>
                      <a:lnTo>
                        <a:pt x="66" y="94"/>
                      </a:lnTo>
                      <a:lnTo>
                        <a:pt x="66" y="66"/>
                      </a:lnTo>
                      <a:lnTo>
                        <a:pt x="28" y="66"/>
                      </a:lnTo>
                      <a:lnTo>
                        <a:pt x="28" y="0"/>
                      </a:lnTo>
                      <a:lnTo>
                        <a:pt x="0" y="0"/>
                      </a:lnTo>
                      <a:lnTo>
                        <a:pt x="0" y="714"/>
                      </a:lnTo>
                      <a:lnTo>
                        <a:pt x="828" y="714"/>
                      </a:lnTo>
                      <a:lnTo>
                        <a:pt x="828" y="686"/>
                      </a:lnTo>
                      <a:lnTo>
                        <a:pt x="28" y="68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5" name="Freeform 223"/>
                <p:cNvSpPr/>
                <p:nvPr/>
              </p:nvSpPr>
              <p:spPr bwMode="auto">
                <a:xfrm>
                  <a:off x="3681882" y="1381603"/>
                  <a:ext cx="125777" cy="303599"/>
                </a:xfrm>
                <a:custGeom>
                  <a:avLst/>
                  <a:gdLst>
                    <a:gd name="T0" fmla="*/ 6 w 49"/>
                    <a:gd name="T1" fmla="*/ 118 h 118"/>
                    <a:gd name="T2" fmla="*/ 43 w 49"/>
                    <a:gd name="T3" fmla="*/ 118 h 118"/>
                    <a:gd name="T4" fmla="*/ 49 w 49"/>
                    <a:gd name="T5" fmla="*/ 112 h 118"/>
                    <a:gd name="T6" fmla="*/ 49 w 49"/>
                    <a:gd name="T7" fmla="*/ 6 h 118"/>
                    <a:gd name="T8" fmla="*/ 43 w 49"/>
                    <a:gd name="T9" fmla="*/ 0 h 118"/>
                    <a:gd name="T10" fmla="*/ 6 w 49"/>
                    <a:gd name="T11" fmla="*/ 0 h 118"/>
                    <a:gd name="T12" fmla="*/ 0 w 49"/>
                    <a:gd name="T13" fmla="*/ 6 h 118"/>
                    <a:gd name="T14" fmla="*/ 0 w 49"/>
                    <a:gd name="T15" fmla="*/ 112 h 118"/>
                    <a:gd name="T16" fmla="*/ 6 w 49"/>
                    <a:gd name="T17" fmla="*/ 11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18">
                      <a:moveTo>
                        <a:pt x="6" y="118"/>
                      </a:moveTo>
                      <a:cubicBezTo>
                        <a:pt x="43" y="118"/>
                        <a:pt x="43" y="118"/>
                        <a:pt x="43" y="118"/>
                      </a:cubicBezTo>
                      <a:cubicBezTo>
                        <a:pt x="46" y="118"/>
                        <a:pt x="49" y="115"/>
                        <a:pt x="49" y="112"/>
                      </a:cubicBezTo>
                      <a:cubicBezTo>
                        <a:pt x="49" y="6"/>
                        <a:pt x="49" y="6"/>
                        <a:pt x="49" y="6"/>
                      </a:cubicBezTo>
                      <a:cubicBezTo>
                        <a:pt x="49" y="3"/>
                        <a:pt x="46" y="0"/>
                        <a:pt x="43" y="0"/>
                      </a:cubicBezTo>
                      <a:cubicBezTo>
                        <a:pt x="6" y="0"/>
                        <a:pt x="6" y="0"/>
                        <a:pt x="6" y="0"/>
                      </a:cubicBezTo>
                      <a:cubicBezTo>
                        <a:pt x="3" y="0"/>
                        <a:pt x="0" y="3"/>
                        <a:pt x="0" y="6"/>
                      </a:cubicBezTo>
                      <a:cubicBezTo>
                        <a:pt x="0" y="112"/>
                        <a:pt x="0" y="112"/>
                        <a:pt x="0" y="112"/>
                      </a:cubicBezTo>
                      <a:cubicBezTo>
                        <a:pt x="0" y="115"/>
                        <a:pt x="3" y="118"/>
                        <a:pt x="6"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6" name="Freeform 224"/>
                <p:cNvSpPr/>
                <p:nvPr/>
              </p:nvSpPr>
              <p:spPr bwMode="auto">
                <a:xfrm>
                  <a:off x="3879222" y="1274259"/>
                  <a:ext cx="123608" cy="410944"/>
                </a:xfrm>
                <a:custGeom>
                  <a:avLst/>
                  <a:gdLst>
                    <a:gd name="T0" fmla="*/ 5 w 48"/>
                    <a:gd name="T1" fmla="*/ 160 h 160"/>
                    <a:gd name="T2" fmla="*/ 43 w 48"/>
                    <a:gd name="T3" fmla="*/ 160 h 160"/>
                    <a:gd name="T4" fmla="*/ 48 w 48"/>
                    <a:gd name="T5" fmla="*/ 154 h 160"/>
                    <a:gd name="T6" fmla="*/ 48 w 48"/>
                    <a:gd name="T7" fmla="*/ 6 h 160"/>
                    <a:gd name="T8" fmla="*/ 43 w 48"/>
                    <a:gd name="T9" fmla="*/ 0 h 160"/>
                    <a:gd name="T10" fmla="*/ 5 w 48"/>
                    <a:gd name="T11" fmla="*/ 0 h 160"/>
                    <a:gd name="T12" fmla="*/ 0 w 48"/>
                    <a:gd name="T13" fmla="*/ 6 h 160"/>
                    <a:gd name="T14" fmla="*/ 0 w 48"/>
                    <a:gd name="T15" fmla="*/ 154 h 160"/>
                    <a:gd name="T16" fmla="*/ 5 w 48"/>
                    <a:gd name="T17" fmla="*/ 16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 h="160">
                      <a:moveTo>
                        <a:pt x="5" y="160"/>
                      </a:moveTo>
                      <a:cubicBezTo>
                        <a:pt x="43" y="160"/>
                        <a:pt x="43" y="160"/>
                        <a:pt x="43" y="160"/>
                      </a:cubicBezTo>
                      <a:cubicBezTo>
                        <a:pt x="46" y="160"/>
                        <a:pt x="48" y="157"/>
                        <a:pt x="48" y="154"/>
                      </a:cubicBezTo>
                      <a:cubicBezTo>
                        <a:pt x="48" y="6"/>
                        <a:pt x="48" y="6"/>
                        <a:pt x="48" y="6"/>
                      </a:cubicBezTo>
                      <a:cubicBezTo>
                        <a:pt x="48" y="2"/>
                        <a:pt x="46" y="0"/>
                        <a:pt x="43" y="0"/>
                      </a:cubicBezTo>
                      <a:cubicBezTo>
                        <a:pt x="5" y="0"/>
                        <a:pt x="5" y="0"/>
                        <a:pt x="5" y="0"/>
                      </a:cubicBezTo>
                      <a:cubicBezTo>
                        <a:pt x="2" y="0"/>
                        <a:pt x="0" y="2"/>
                        <a:pt x="0" y="6"/>
                      </a:cubicBezTo>
                      <a:cubicBezTo>
                        <a:pt x="0" y="154"/>
                        <a:pt x="0" y="154"/>
                        <a:pt x="0" y="154"/>
                      </a:cubicBezTo>
                      <a:cubicBezTo>
                        <a:pt x="0" y="157"/>
                        <a:pt x="2" y="160"/>
                        <a:pt x="5" y="1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7" name="Freeform 225"/>
                <p:cNvSpPr/>
                <p:nvPr/>
              </p:nvSpPr>
              <p:spPr bwMode="auto">
                <a:xfrm>
                  <a:off x="4074393" y="1166915"/>
                  <a:ext cx="125777" cy="518288"/>
                </a:xfrm>
                <a:custGeom>
                  <a:avLst/>
                  <a:gdLst>
                    <a:gd name="T0" fmla="*/ 6 w 49"/>
                    <a:gd name="T1" fmla="*/ 202 h 202"/>
                    <a:gd name="T2" fmla="*/ 43 w 49"/>
                    <a:gd name="T3" fmla="*/ 202 h 202"/>
                    <a:gd name="T4" fmla="*/ 49 w 49"/>
                    <a:gd name="T5" fmla="*/ 196 h 202"/>
                    <a:gd name="T6" fmla="*/ 49 w 49"/>
                    <a:gd name="T7" fmla="*/ 5 h 202"/>
                    <a:gd name="T8" fmla="*/ 43 w 49"/>
                    <a:gd name="T9" fmla="*/ 0 h 202"/>
                    <a:gd name="T10" fmla="*/ 6 w 49"/>
                    <a:gd name="T11" fmla="*/ 0 h 202"/>
                    <a:gd name="T12" fmla="*/ 0 w 49"/>
                    <a:gd name="T13" fmla="*/ 5 h 202"/>
                    <a:gd name="T14" fmla="*/ 0 w 49"/>
                    <a:gd name="T15" fmla="*/ 196 h 202"/>
                    <a:gd name="T16" fmla="*/ 6 w 49"/>
                    <a:gd name="T17" fmla="*/ 202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02">
                      <a:moveTo>
                        <a:pt x="6" y="202"/>
                      </a:moveTo>
                      <a:cubicBezTo>
                        <a:pt x="43" y="202"/>
                        <a:pt x="43" y="202"/>
                        <a:pt x="43" y="202"/>
                      </a:cubicBezTo>
                      <a:cubicBezTo>
                        <a:pt x="46" y="202"/>
                        <a:pt x="49" y="199"/>
                        <a:pt x="49" y="196"/>
                      </a:cubicBezTo>
                      <a:cubicBezTo>
                        <a:pt x="49" y="5"/>
                        <a:pt x="49" y="5"/>
                        <a:pt x="49" y="5"/>
                      </a:cubicBezTo>
                      <a:cubicBezTo>
                        <a:pt x="49" y="2"/>
                        <a:pt x="46" y="0"/>
                        <a:pt x="43" y="0"/>
                      </a:cubicBezTo>
                      <a:cubicBezTo>
                        <a:pt x="6" y="0"/>
                        <a:pt x="6" y="0"/>
                        <a:pt x="6" y="0"/>
                      </a:cubicBezTo>
                      <a:cubicBezTo>
                        <a:pt x="3" y="0"/>
                        <a:pt x="0" y="2"/>
                        <a:pt x="0" y="5"/>
                      </a:cubicBezTo>
                      <a:cubicBezTo>
                        <a:pt x="0" y="196"/>
                        <a:pt x="0" y="196"/>
                        <a:pt x="0" y="196"/>
                      </a:cubicBezTo>
                      <a:cubicBezTo>
                        <a:pt x="0" y="199"/>
                        <a:pt x="3" y="202"/>
                        <a:pt x="6" y="2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8" name="Freeform 226"/>
                <p:cNvSpPr/>
                <p:nvPr/>
              </p:nvSpPr>
              <p:spPr bwMode="auto">
                <a:xfrm>
                  <a:off x="4271732" y="1058486"/>
                  <a:ext cx="125777" cy="626716"/>
                </a:xfrm>
                <a:custGeom>
                  <a:avLst/>
                  <a:gdLst>
                    <a:gd name="T0" fmla="*/ 6 w 49"/>
                    <a:gd name="T1" fmla="*/ 244 h 244"/>
                    <a:gd name="T2" fmla="*/ 43 w 49"/>
                    <a:gd name="T3" fmla="*/ 244 h 244"/>
                    <a:gd name="T4" fmla="*/ 49 w 49"/>
                    <a:gd name="T5" fmla="*/ 238 h 244"/>
                    <a:gd name="T6" fmla="*/ 49 w 49"/>
                    <a:gd name="T7" fmla="*/ 5 h 244"/>
                    <a:gd name="T8" fmla="*/ 43 w 49"/>
                    <a:gd name="T9" fmla="*/ 0 h 244"/>
                    <a:gd name="T10" fmla="*/ 6 w 49"/>
                    <a:gd name="T11" fmla="*/ 0 h 244"/>
                    <a:gd name="T12" fmla="*/ 0 w 49"/>
                    <a:gd name="T13" fmla="*/ 5 h 244"/>
                    <a:gd name="T14" fmla="*/ 0 w 49"/>
                    <a:gd name="T15" fmla="*/ 238 h 244"/>
                    <a:gd name="T16" fmla="*/ 6 w 49"/>
                    <a:gd name="T17"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44">
                      <a:moveTo>
                        <a:pt x="6" y="244"/>
                      </a:moveTo>
                      <a:cubicBezTo>
                        <a:pt x="43" y="244"/>
                        <a:pt x="43" y="244"/>
                        <a:pt x="43" y="244"/>
                      </a:cubicBezTo>
                      <a:cubicBezTo>
                        <a:pt x="46" y="244"/>
                        <a:pt x="49" y="241"/>
                        <a:pt x="49" y="238"/>
                      </a:cubicBezTo>
                      <a:cubicBezTo>
                        <a:pt x="49" y="5"/>
                        <a:pt x="49" y="5"/>
                        <a:pt x="49" y="5"/>
                      </a:cubicBezTo>
                      <a:cubicBezTo>
                        <a:pt x="49" y="2"/>
                        <a:pt x="46" y="0"/>
                        <a:pt x="43" y="0"/>
                      </a:cubicBezTo>
                      <a:cubicBezTo>
                        <a:pt x="6" y="0"/>
                        <a:pt x="6" y="0"/>
                        <a:pt x="6" y="0"/>
                      </a:cubicBezTo>
                      <a:cubicBezTo>
                        <a:pt x="3" y="0"/>
                        <a:pt x="0" y="2"/>
                        <a:pt x="0" y="5"/>
                      </a:cubicBezTo>
                      <a:cubicBezTo>
                        <a:pt x="0" y="238"/>
                        <a:pt x="0" y="238"/>
                        <a:pt x="0" y="238"/>
                      </a:cubicBezTo>
                      <a:cubicBezTo>
                        <a:pt x="0" y="241"/>
                        <a:pt x="3" y="244"/>
                        <a:pt x="6" y="2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49" name="组合 448"/>
              <p:cNvGrpSpPr/>
              <p:nvPr/>
            </p:nvGrpSpPr>
            <p:grpSpPr>
              <a:xfrm>
                <a:off x="10240844" y="3302449"/>
                <a:ext cx="300352" cy="257548"/>
                <a:chOff x="3546346" y="2339026"/>
                <a:chExt cx="897787" cy="769842"/>
              </a:xfrm>
              <a:solidFill>
                <a:schemeClr val="accent3"/>
              </a:solidFill>
            </p:grpSpPr>
            <p:sp>
              <p:nvSpPr>
                <p:cNvPr id="450" name="Rectangle 227"/>
                <p:cNvSpPr>
                  <a:spLocks noChangeArrowheads="1"/>
                </p:cNvSpPr>
                <p:nvPr/>
              </p:nvSpPr>
              <p:spPr bwMode="auto">
                <a:xfrm>
                  <a:off x="3561526" y="3077423"/>
                  <a:ext cx="882607" cy="3144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1" name="Freeform 228"/>
                <p:cNvSpPr/>
                <p:nvPr/>
              </p:nvSpPr>
              <p:spPr bwMode="auto">
                <a:xfrm>
                  <a:off x="3617909" y="2844302"/>
                  <a:ext cx="125777" cy="210351"/>
                </a:xfrm>
                <a:custGeom>
                  <a:avLst/>
                  <a:gdLst>
                    <a:gd name="T0" fmla="*/ 6 w 49"/>
                    <a:gd name="T1" fmla="*/ 82 h 82"/>
                    <a:gd name="T2" fmla="*/ 43 w 49"/>
                    <a:gd name="T3" fmla="*/ 82 h 82"/>
                    <a:gd name="T4" fmla="*/ 49 w 49"/>
                    <a:gd name="T5" fmla="*/ 76 h 82"/>
                    <a:gd name="T6" fmla="*/ 49 w 49"/>
                    <a:gd name="T7" fmla="*/ 0 h 82"/>
                    <a:gd name="T8" fmla="*/ 0 w 49"/>
                    <a:gd name="T9" fmla="*/ 49 h 82"/>
                    <a:gd name="T10" fmla="*/ 0 w 49"/>
                    <a:gd name="T11" fmla="*/ 76 h 82"/>
                    <a:gd name="T12" fmla="*/ 6 w 49"/>
                    <a:gd name="T13" fmla="*/ 82 h 82"/>
                  </a:gdLst>
                  <a:ahLst/>
                  <a:cxnLst>
                    <a:cxn ang="0">
                      <a:pos x="T0" y="T1"/>
                    </a:cxn>
                    <a:cxn ang="0">
                      <a:pos x="T2" y="T3"/>
                    </a:cxn>
                    <a:cxn ang="0">
                      <a:pos x="T4" y="T5"/>
                    </a:cxn>
                    <a:cxn ang="0">
                      <a:pos x="T6" y="T7"/>
                    </a:cxn>
                    <a:cxn ang="0">
                      <a:pos x="T8" y="T9"/>
                    </a:cxn>
                    <a:cxn ang="0">
                      <a:pos x="T10" y="T11"/>
                    </a:cxn>
                    <a:cxn ang="0">
                      <a:pos x="T12" y="T13"/>
                    </a:cxn>
                  </a:cxnLst>
                  <a:rect l="0" t="0" r="r" b="b"/>
                  <a:pathLst>
                    <a:path w="49" h="82">
                      <a:moveTo>
                        <a:pt x="6" y="82"/>
                      </a:moveTo>
                      <a:cubicBezTo>
                        <a:pt x="43" y="82"/>
                        <a:pt x="43" y="82"/>
                        <a:pt x="43" y="82"/>
                      </a:cubicBezTo>
                      <a:cubicBezTo>
                        <a:pt x="46" y="82"/>
                        <a:pt x="49" y="79"/>
                        <a:pt x="49" y="76"/>
                      </a:cubicBezTo>
                      <a:cubicBezTo>
                        <a:pt x="49" y="0"/>
                        <a:pt x="49" y="0"/>
                        <a:pt x="49" y="0"/>
                      </a:cubicBezTo>
                      <a:cubicBezTo>
                        <a:pt x="0" y="49"/>
                        <a:pt x="0" y="49"/>
                        <a:pt x="0" y="49"/>
                      </a:cubicBezTo>
                      <a:cubicBezTo>
                        <a:pt x="0" y="76"/>
                        <a:pt x="0" y="76"/>
                        <a:pt x="0" y="76"/>
                      </a:cubicBezTo>
                      <a:cubicBezTo>
                        <a:pt x="0" y="79"/>
                        <a:pt x="3" y="82"/>
                        <a:pt x="6" y="8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2" name="Freeform 229"/>
                <p:cNvSpPr/>
                <p:nvPr/>
              </p:nvSpPr>
              <p:spPr bwMode="auto">
                <a:xfrm>
                  <a:off x="3779467" y="2682744"/>
                  <a:ext cx="122524" cy="371910"/>
                </a:xfrm>
                <a:custGeom>
                  <a:avLst/>
                  <a:gdLst>
                    <a:gd name="T0" fmla="*/ 5 w 48"/>
                    <a:gd name="T1" fmla="*/ 145 h 145"/>
                    <a:gd name="T2" fmla="*/ 43 w 48"/>
                    <a:gd name="T3" fmla="*/ 145 h 145"/>
                    <a:gd name="T4" fmla="*/ 48 w 48"/>
                    <a:gd name="T5" fmla="*/ 139 h 145"/>
                    <a:gd name="T6" fmla="*/ 48 w 48"/>
                    <a:gd name="T7" fmla="*/ 0 h 145"/>
                    <a:gd name="T8" fmla="*/ 0 w 48"/>
                    <a:gd name="T9" fmla="*/ 49 h 145"/>
                    <a:gd name="T10" fmla="*/ 0 w 48"/>
                    <a:gd name="T11" fmla="*/ 139 h 145"/>
                    <a:gd name="T12" fmla="*/ 5 w 48"/>
                    <a:gd name="T13" fmla="*/ 145 h 145"/>
                  </a:gdLst>
                  <a:ahLst/>
                  <a:cxnLst>
                    <a:cxn ang="0">
                      <a:pos x="T0" y="T1"/>
                    </a:cxn>
                    <a:cxn ang="0">
                      <a:pos x="T2" y="T3"/>
                    </a:cxn>
                    <a:cxn ang="0">
                      <a:pos x="T4" y="T5"/>
                    </a:cxn>
                    <a:cxn ang="0">
                      <a:pos x="T6" y="T7"/>
                    </a:cxn>
                    <a:cxn ang="0">
                      <a:pos x="T8" y="T9"/>
                    </a:cxn>
                    <a:cxn ang="0">
                      <a:pos x="T10" y="T11"/>
                    </a:cxn>
                    <a:cxn ang="0">
                      <a:pos x="T12" y="T13"/>
                    </a:cxn>
                  </a:cxnLst>
                  <a:rect l="0" t="0" r="r" b="b"/>
                  <a:pathLst>
                    <a:path w="48" h="145">
                      <a:moveTo>
                        <a:pt x="5" y="145"/>
                      </a:moveTo>
                      <a:cubicBezTo>
                        <a:pt x="43" y="145"/>
                        <a:pt x="43" y="145"/>
                        <a:pt x="43" y="145"/>
                      </a:cubicBezTo>
                      <a:cubicBezTo>
                        <a:pt x="46" y="145"/>
                        <a:pt x="48" y="142"/>
                        <a:pt x="48" y="139"/>
                      </a:cubicBezTo>
                      <a:cubicBezTo>
                        <a:pt x="48" y="0"/>
                        <a:pt x="48" y="0"/>
                        <a:pt x="48" y="0"/>
                      </a:cubicBezTo>
                      <a:cubicBezTo>
                        <a:pt x="0" y="49"/>
                        <a:pt x="0" y="49"/>
                        <a:pt x="0" y="49"/>
                      </a:cubicBezTo>
                      <a:cubicBezTo>
                        <a:pt x="0" y="139"/>
                        <a:pt x="0" y="139"/>
                        <a:pt x="0" y="139"/>
                      </a:cubicBezTo>
                      <a:cubicBezTo>
                        <a:pt x="0" y="142"/>
                        <a:pt x="2" y="145"/>
                        <a:pt x="5" y="1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3" name="Freeform 230"/>
                <p:cNvSpPr/>
                <p:nvPr/>
              </p:nvSpPr>
              <p:spPr bwMode="auto">
                <a:xfrm>
                  <a:off x="3938857" y="2713104"/>
                  <a:ext cx="124693" cy="341550"/>
                </a:xfrm>
                <a:custGeom>
                  <a:avLst/>
                  <a:gdLst>
                    <a:gd name="T0" fmla="*/ 22 w 49"/>
                    <a:gd name="T1" fmla="*/ 22 h 133"/>
                    <a:gd name="T2" fmla="*/ 0 w 49"/>
                    <a:gd name="T3" fmla="*/ 0 h 133"/>
                    <a:gd name="T4" fmla="*/ 0 w 49"/>
                    <a:gd name="T5" fmla="*/ 127 h 133"/>
                    <a:gd name="T6" fmla="*/ 6 w 49"/>
                    <a:gd name="T7" fmla="*/ 133 h 133"/>
                    <a:gd name="T8" fmla="*/ 43 w 49"/>
                    <a:gd name="T9" fmla="*/ 133 h 133"/>
                    <a:gd name="T10" fmla="*/ 49 w 49"/>
                    <a:gd name="T11" fmla="*/ 127 h 133"/>
                    <a:gd name="T12" fmla="*/ 49 w 49"/>
                    <a:gd name="T13" fmla="*/ 26 h 133"/>
                    <a:gd name="T14" fmla="*/ 38 w 49"/>
                    <a:gd name="T15" fmla="*/ 29 h 133"/>
                    <a:gd name="T16" fmla="*/ 22 w 49"/>
                    <a:gd name="T17" fmla="*/ 22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33">
                      <a:moveTo>
                        <a:pt x="22" y="22"/>
                      </a:moveTo>
                      <a:cubicBezTo>
                        <a:pt x="0" y="0"/>
                        <a:pt x="0" y="0"/>
                        <a:pt x="0" y="0"/>
                      </a:cubicBezTo>
                      <a:cubicBezTo>
                        <a:pt x="0" y="127"/>
                        <a:pt x="0" y="127"/>
                        <a:pt x="0" y="127"/>
                      </a:cubicBezTo>
                      <a:cubicBezTo>
                        <a:pt x="0" y="130"/>
                        <a:pt x="3" y="133"/>
                        <a:pt x="6" y="133"/>
                      </a:cubicBezTo>
                      <a:cubicBezTo>
                        <a:pt x="43" y="133"/>
                        <a:pt x="43" y="133"/>
                        <a:pt x="43" y="133"/>
                      </a:cubicBezTo>
                      <a:cubicBezTo>
                        <a:pt x="46" y="133"/>
                        <a:pt x="49" y="130"/>
                        <a:pt x="49" y="127"/>
                      </a:cubicBezTo>
                      <a:cubicBezTo>
                        <a:pt x="49" y="26"/>
                        <a:pt x="49" y="26"/>
                        <a:pt x="49" y="26"/>
                      </a:cubicBezTo>
                      <a:cubicBezTo>
                        <a:pt x="46" y="28"/>
                        <a:pt x="42" y="29"/>
                        <a:pt x="38" y="29"/>
                      </a:cubicBezTo>
                      <a:cubicBezTo>
                        <a:pt x="32" y="29"/>
                        <a:pt x="27" y="26"/>
                        <a:pt x="2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4" name="Freeform 231"/>
                <p:cNvSpPr/>
                <p:nvPr/>
              </p:nvSpPr>
              <p:spPr bwMode="auto">
                <a:xfrm>
                  <a:off x="4100415" y="2624193"/>
                  <a:ext cx="122524" cy="430461"/>
                </a:xfrm>
                <a:custGeom>
                  <a:avLst/>
                  <a:gdLst>
                    <a:gd name="T0" fmla="*/ 5 w 48"/>
                    <a:gd name="T1" fmla="*/ 168 h 168"/>
                    <a:gd name="T2" fmla="*/ 43 w 48"/>
                    <a:gd name="T3" fmla="*/ 168 h 168"/>
                    <a:gd name="T4" fmla="*/ 48 w 48"/>
                    <a:gd name="T5" fmla="*/ 162 h 168"/>
                    <a:gd name="T6" fmla="*/ 48 w 48"/>
                    <a:gd name="T7" fmla="*/ 0 h 168"/>
                    <a:gd name="T8" fmla="*/ 0 w 48"/>
                    <a:gd name="T9" fmla="*/ 48 h 168"/>
                    <a:gd name="T10" fmla="*/ 0 w 48"/>
                    <a:gd name="T11" fmla="*/ 162 h 168"/>
                    <a:gd name="T12" fmla="*/ 5 w 48"/>
                    <a:gd name="T13" fmla="*/ 168 h 168"/>
                  </a:gdLst>
                  <a:ahLst/>
                  <a:cxnLst>
                    <a:cxn ang="0">
                      <a:pos x="T0" y="T1"/>
                    </a:cxn>
                    <a:cxn ang="0">
                      <a:pos x="T2" y="T3"/>
                    </a:cxn>
                    <a:cxn ang="0">
                      <a:pos x="T4" y="T5"/>
                    </a:cxn>
                    <a:cxn ang="0">
                      <a:pos x="T6" y="T7"/>
                    </a:cxn>
                    <a:cxn ang="0">
                      <a:pos x="T8" y="T9"/>
                    </a:cxn>
                    <a:cxn ang="0">
                      <a:pos x="T10" y="T11"/>
                    </a:cxn>
                    <a:cxn ang="0">
                      <a:pos x="T12" y="T13"/>
                    </a:cxn>
                  </a:cxnLst>
                  <a:rect l="0" t="0" r="r" b="b"/>
                  <a:pathLst>
                    <a:path w="48" h="168">
                      <a:moveTo>
                        <a:pt x="5" y="168"/>
                      </a:moveTo>
                      <a:cubicBezTo>
                        <a:pt x="43" y="168"/>
                        <a:pt x="43" y="168"/>
                        <a:pt x="43" y="168"/>
                      </a:cubicBezTo>
                      <a:cubicBezTo>
                        <a:pt x="46" y="168"/>
                        <a:pt x="48" y="165"/>
                        <a:pt x="48" y="162"/>
                      </a:cubicBezTo>
                      <a:cubicBezTo>
                        <a:pt x="48" y="0"/>
                        <a:pt x="48" y="0"/>
                        <a:pt x="48" y="0"/>
                      </a:cubicBezTo>
                      <a:cubicBezTo>
                        <a:pt x="0" y="48"/>
                        <a:pt x="0" y="48"/>
                        <a:pt x="0" y="48"/>
                      </a:cubicBezTo>
                      <a:cubicBezTo>
                        <a:pt x="0" y="162"/>
                        <a:pt x="0" y="162"/>
                        <a:pt x="0" y="162"/>
                      </a:cubicBezTo>
                      <a:cubicBezTo>
                        <a:pt x="0" y="165"/>
                        <a:pt x="2" y="168"/>
                        <a:pt x="5" y="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5" name="Freeform 232"/>
                <p:cNvSpPr/>
                <p:nvPr/>
              </p:nvSpPr>
              <p:spPr bwMode="auto">
                <a:xfrm>
                  <a:off x="4258721" y="2513596"/>
                  <a:ext cx="125777" cy="541058"/>
                </a:xfrm>
                <a:custGeom>
                  <a:avLst/>
                  <a:gdLst>
                    <a:gd name="T0" fmla="*/ 29 w 49"/>
                    <a:gd name="T1" fmla="*/ 0 h 211"/>
                    <a:gd name="T2" fmla="*/ 0 w 49"/>
                    <a:gd name="T3" fmla="*/ 29 h 211"/>
                    <a:gd name="T4" fmla="*/ 0 w 49"/>
                    <a:gd name="T5" fmla="*/ 205 h 211"/>
                    <a:gd name="T6" fmla="*/ 6 w 49"/>
                    <a:gd name="T7" fmla="*/ 211 h 211"/>
                    <a:gd name="T8" fmla="*/ 43 w 49"/>
                    <a:gd name="T9" fmla="*/ 211 h 211"/>
                    <a:gd name="T10" fmla="*/ 49 w 49"/>
                    <a:gd name="T11" fmla="*/ 205 h 211"/>
                    <a:gd name="T12" fmla="*/ 49 w 49"/>
                    <a:gd name="T13" fmla="*/ 22 h 211"/>
                    <a:gd name="T14" fmla="*/ 29 w 49"/>
                    <a:gd name="T15" fmla="*/ 0 h 2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211">
                      <a:moveTo>
                        <a:pt x="29" y="0"/>
                      </a:moveTo>
                      <a:cubicBezTo>
                        <a:pt x="0" y="29"/>
                        <a:pt x="0" y="29"/>
                        <a:pt x="0" y="29"/>
                      </a:cubicBezTo>
                      <a:cubicBezTo>
                        <a:pt x="0" y="205"/>
                        <a:pt x="0" y="205"/>
                        <a:pt x="0" y="205"/>
                      </a:cubicBezTo>
                      <a:cubicBezTo>
                        <a:pt x="0" y="208"/>
                        <a:pt x="3" y="211"/>
                        <a:pt x="6" y="211"/>
                      </a:cubicBezTo>
                      <a:cubicBezTo>
                        <a:pt x="43" y="211"/>
                        <a:pt x="43" y="211"/>
                        <a:pt x="43" y="211"/>
                      </a:cubicBezTo>
                      <a:cubicBezTo>
                        <a:pt x="46" y="211"/>
                        <a:pt x="49" y="208"/>
                        <a:pt x="49" y="205"/>
                      </a:cubicBezTo>
                      <a:cubicBezTo>
                        <a:pt x="49" y="22"/>
                        <a:pt x="49" y="22"/>
                        <a:pt x="49" y="22"/>
                      </a:cubicBezTo>
                      <a:cubicBezTo>
                        <a:pt x="38" y="21"/>
                        <a:pt x="29" y="12"/>
                        <a:pt x="2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6" name="Freeform 233"/>
                <p:cNvSpPr/>
                <p:nvPr/>
              </p:nvSpPr>
              <p:spPr bwMode="auto">
                <a:xfrm>
                  <a:off x="3546346" y="2339026"/>
                  <a:ext cx="871764" cy="610452"/>
                </a:xfrm>
                <a:custGeom>
                  <a:avLst/>
                  <a:gdLst>
                    <a:gd name="T0" fmla="*/ 20 w 340"/>
                    <a:gd name="T1" fmla="*/ 234 h 238"/>
                    <a:gd name="T2" fmla="*/ 140 w 340"/>
                    <a:gd name="T3" fmla="*/ 113 h 238"/>
                    <a:gd name="T4" fmla="*/ 183 w 340"/>
                    <a:gd name="T5" fmla="*/ 156 h 238"/>
                    <a:gd name="T6" fmla="*/ 199 w 340"/>
                    <a:gd name="T7" fmla="*/ 156 h 238"/>
                    <a:gd name="T8" fmla="*/ 318 w 340"/>
                    <a:gd name="T9" fmla="*/ 37 h 238"/>
                    <a:gd name="T10" fmla="*/ 318 w 340"/>
                    <a:gd name="T11" fmla="*/ 64 h 238"/>
                    <a:gd name="T12" fmla="*/ 329 w 340"/>
                    <a:gd name="T13" fmla="*/ 75 h 238"/>
                    <a:gd name="T14" fmla="*/ 340 w 340"/>
                    <a:gd name="T15" fmla="*/ 64 h 238"/>
                    <a:gd name="T16" fmla="*/ 340 w 340"/>
                    <a:gd name="T17" fmla="*/ 11 h 238"/>
                    <a:gd name="T18" fmla="*/ 337 w 340"/>
                    <a:gd name="T19" fmla="*/ 3 h 238"/>
                    <a:gd name="T20" fmla="*/ 329 w 340"/>
                    <a:gd name="T21" fmla="*/ 0 h 238"/>
                    <a:gd name="T22" fmla="*/ 276 w 340"/>
                    <a:gd name="T23" fmla="*/ 0 h 238"/>
                    <a:gd name="T24" fmla="*/ 265 w 340"/>
                    <a:gd name="T25" fmla="*/ 11 h 238"/>
                    <a:gd name="T26" fmla="*/ 276 w 340"/>
                    <a:gd name="T27" fmla="*/ 22 h 238"/>
                    <a:gd name="T28" fmla="*/ 302 w 340"/>
                    <a:gd name="T29" fmla="*/ 22 h 238"/>
                    <a:gd name="T30" fmla="*/ 191 w 340"/>
                    <a:gd name="T31" fmla="*/ 133 h 238"/>
                    <a:gd name="T32" fmla="*/ 148 w 340"/>
                    <a:gd name="T33" fmla="*/ 90 h 238"/>
                    <a:gd name="T34" fmla="*/ 133 w 340"/>
                    <a:gd name="T35" fmla="*/ 90 h 238"/>
                    <a:gd name="T36" fmla="*/ 4 w 340"/>
                    <a:gd name="T37" fmla="*/ 219 h 238"/>
                    <a:gd name="T38" fmla="*/ 4 w 340"/>
                    <a:gd name="T39" fmla="*/ 234 h 238"/>
                    <a:gd name="T40" fmla="*/ 20 w 340"/>
                    <a:gd name="T41" fmla="*/ 234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0" h="238">
                      <a:moveTo>
                        <a:pt x="20" y="234"/>
                      </a:moveTo>
                      <a:cubicBezTo>
                        <a:pt x="140" y="113"/>
                        <a:pt x="140" y="113"/>
                        <a:pt x="140" y="113"/>
                      </a:cubicBezTo>
                      <a:cubicBezTo>
                        <a:pt x="183" y="156"/>
                        <a:pt x="183" y="156"/>
                        <a:pt x="183" y="156"/>
                      </a:cubicBezTo>
                      <a:cubicBezTo>
                        <a:pt x="188" y="160"/>
                        <a:pt x="195" y="160"/>
                        <a:pt x="199" y="156"/>
                      </a:cubicBezTo>
                      <a:cubicBezTo>
                        <a:pt x="318" y="37"/>
                        <a:pt x="318" y="37"/>
                        <a:pt x="318" y="37"/>
                      </a:cubicBezTo>
                      <a:cubicBezTo>
                        <a:pt x="318" y="64"/>
                        <a:pt x="318" y="64"/>
                        <a:pt x="318" y="64"/>
                      </a:cubicBezTo>
                      <a:cubicBezTo>
                        <a:pt x="318" y="70"/>
                        <a:pt x="323" y="75"/>
                        <a:pt x="329" y="75"/>
                      </a:cubicBezTo>
                      <a:cubicBezTo>
                        <a:pt x="335" y="75"/>
                        <a:pt x="340" y="70"/>
                        <a:pt x="340" y="64"/>
                      </a:cubicBezTo>
                      <a:cubicBezTo>
                        <a:pt x="340" y="11"/>
                        <a:pt x="340" y="11"/>
                        <a:pt x="340" y="11"/>
                      </a:cubicBezTo>
                      <a:cubicBezTo>
                        <a:pt x="340" y="8"/>
                        <a:pt x="339" y="5"/>
                        <a:pt x="337" y="3"/>
                      </a:cubicBezTo>
                      <a:cubicBezTo>
                        <a:pt x="335" y="1"/>
                        <a:pt x="332" y="0"/>
                        <a:pt x="329" y="0"/>
                      </a:cubicBezTo>
                      <a:cubicBezTo>
                        <a:pt x="276" y="0"/>
                        <a:pt x="276" y="0"/>
                        <a:pt x="276" y="0"/>
                      </a:cubicBezTo>
                      <a:cubicBezTo>
                        <a:pt x="270" y="0"/>
                        <a:pt x="265" y="4"/>
                        <a:pt x="265" y="11"/>
                      </a:cubicBezTo>
                      <a:cubicBezTo>
                        <a:pt x="265" y="17"/>
                        <a:pt x="270" y="22"/>
                        <a:pt x="276" y="22"/>
                      </a:cubicBezTo>
                      <a:cubicBezTo>
                        <a:pt x="302" y="22"/>
                        <a:pt x="302" y="22"/>
                        <a:pt x="302" y="22"/>
                      </a:cubicBezTo>
                      <a:cubicBezTo>
                        <a:pt x="191" y="133"/>
                        <a:pt x="191" y="133"/>
                        <a:pt x="191" y="133"/>
                      </a:cubicBezTo>
                      <a:cubicBezTo>
                        <a:pt x="148" y="90"/>
                        <a:pt x="148" y="90"/>
                        <a:pt x="148" y="90"/>
                      </a:cubicBezTo>
                      <a:cubicBezTo>
                        <a:pt x="144" y="86"/>
                        <a:pt x="137" y="86"/>
                        <a:pt x="133" y="90"/>
                      </a:cubicBezTo>
                      <a:cubicBezTo>
                        <a:pt x="4" y="219"/>
                        <a:pt x="4" y="219"/>
                        <a:pt x="4" y="219"/>
                      </a:cubicBezTo>
                      <a:cubicBezTo>
                        <a:pt x="0" y="223"/>
                        <a:pt x="0" y="230"/>
                        <a:pt x="4" y="234"/>
                      </a:cubicBezTo>
                      <a:cubicBezTo>
                        <a:pt x="8" y="238"/>
                        <a:pt x="15" y="238"/>
                        <a:pt x="20" y="2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grpSp>
          <p:nvGrpSpPr>
            <p:cNvPr id="457" name="组合 456"/>
            <p:cNvGrpSpPr/>
            <p:nvPr/>
          </p:nvGrpSpPr>
          <p:grpSpPr>
            <a:xfrm>
              <a:off x="5781112" y="-1560044"/>
              <a:ext cx="231462" cy="229714"/>
              <a:chOff x="7078908" y="5461438"/>
              <a:chExt cx="430461" cy="427208"/>
            </a:xfrm>
            <a:solidFill>
              <a:schemeClr val="bg1">
                <a:lumMod val="50000"/>
              </a:schemeClr>
            </a:solidFill>
          </p:grpSpPr>
          <p:sp>
            <p:nvSpPr>
              <p:cNvPr id="458" name="Freeform 236"/>
              <p:cNvSpPr/>
              <p:nvPr/>
            </p:nvSpPr>
            <p:spPr bwMode="auto">
              <a:xfrm>
                <a:off x="7078908" y="5461438"/>
                <a:ext cx="418534" cy="417450"/>
              </a:xfrm>
              <a:custGeom>
                <a:avLst/>
                <a:gdLst>
                  <a:gd name="T0" fmla="*/ 84 w 163"/>
                  <a:gd name="T1" fmla="*/ 129 h 163"/>
                  <a:gd name="T2" fmla="*/ 46 w 163"/>
                  <a:gd name="T3" fmla="*/ 50 h 163"/>
                  <a:gd name="T4" fmla="*/ 81 w 163"/>
                  <a:gd name="T5" fmla="*/ 34 h 163"/>
                  <a:gd name="T6" fmla="*/ 127 w 163"/>
                  <a:gd name="T7" fmla="*/ 89 h 163"/>
                  <a:gd name="T8" fmla="*/ 147 w 163"/>
                  <a:gd name="T9" fmla="*/ 94 h 163"/>
                  <a:gd name="T10" fmla="*/ 162 w 163"/>
                  <a:gd name="T11" fmla="*/ 86 h 163"/>
                  <a:gd name="T12" fmla="*/ 162 w 163"/>
                  <a:gd name="T13" fmla="*/ 70 h 163"/>
                  <a:gd name="T14" fmla="*/ 144 w 163"/>
                  <a:gd name="T15" fmla="*/ 59 h 163"/>
                  <a:gd name="T16" fmla="*/ 154 w 163"/>
                  <a:gd name="T17" fmla="*/ 45 h 163"/>
                  <a:gd name="T18" fmla="*/ 145 w 163"/>
                  <a:gd name="T19" fmla="*/ 32 h 163"/>
                  <a:gd name="T20" fmla="*/ 125 w 163"/>
                  <a:gd name="T21" fmla="*/ 30 h 163"/>
                  <a:gd name="T22" fmla="*/ 126 w 163"/>
                  <a:gd name="T23" fmla="*/ 13 h 163"/>
                  <a:gd name="T24" fmla="*/ 112 w 163"/>
                  <a:gd name="T25" fmla="*/ 6 h 163"/>
                  <a:gd name="T26" fmla="*/ 93 w 163"/>
                  <a:gd name="T27" fmla="*/ 15 h 163"/>
                  <a:gd name="T28" fmla="*/ 86 w 163"/>
                  <a:gd name="T29" fmla="*/ 0 h 163"/>
                  <a:gd name="T30" fmla="*/ 70 w 163"/>
                  <a:gd name="T31" fmla="*/ 1 h 163"/>
                  <a:gd name="T32" fmla="*/ 58 w 163"/>
                  <a:gd name="T33" fmla="*/ 18 h 163"/>
                  <a:gd name="T34" fmla="*/ 44 w 163"/>
                  <a:gd name="T35" fmla="*/ 9 h 163"/>
                  <a:gd name="T36" fmla="*/ 31 w 163"/>
                  <a:gd name="T37" fmla="*/ 17 h 163"/>
                  <a:gd name="T38" fmla="*/ 31 w 163"/>
                  <a:gd name="T39" fmla="*/ 36 h 163"/>
                  <a:gd name="T40" fmla="*/ 15 w 163"/>
                  <a:gd name="T41" fmla="*/ 33 h 163"/>
                  <a:gd name="T42" fmla="*/ 8 w 163"/>
                  <a:gd name="T43" fmla="*/ 47 h 163"/>
                  <a:gd name="T44" fmla="*/ 18 w 163"/>
                  <a:gd name="T45" fmla="*/ 59 h 163"/>
                  <a:gd name="T46" fmla="*/ 0 w 163"/>
                  <a:gd name="T47" fmla="*/ 73 h 163"/>
                  <a:gd name="T48" fmla="*/ 0 w 163"/>
                  <a:gd name="T49" fmla="*/ 88 h 163"/>
                  <a:gd name="T50" fmla="*/ 15 w 163"/>
                  <a:gd name="T51" fmla="*/ 94 h 163"/>
                  <a:gd name="T52" fmla="*/ 6 w 163"/>
                  <a:gd name="T53" fmla="*/ 114 h 163"/>
                  <a:gd name="T54" fmla="*/ 15 w 163"/>
                  <a:gd name="T55" fmla="*/ 128 h 163"/>
                  <a:gd name="T56" fmla="*/ 30 w 163"/>
                  <a:gd name="T57" fmla="*/ 125 h 163"/>
                  <a:gd name="T58" fmla="*/ 33 w 163"/>
                  <a:gd name="T59" fmla="*/ 148 h 163"/>
                  <a:gd name="T60" fmla="*/ 47 w 163"/>
                  <a:gd name="T61" fmla="*/ 155 h 163"/>
                  <a:gd name="T62" fmla="*/ 59 w 163"/>
                  <a:gd name="T63" fmla="*/ 145 h 163"/>
                  <a:gd name="T64" fmla="*/ 72 w 163"/>
                  <a:gd name="T65" fmla="*/ 163 h 163"/>
                  <a:gd name="T66" fmla="*/ 88 w 163"/>
                  <a:gd name="T67" fmla="*/ 162 h 163"/>
                  <a:gd name="T68" fmla="*/ 94 w 163"/>
                  <a:gd name="T69" fmla="*/ 148 h 163"/>
                  <a:gd name="T70" fmla="*/ 89 w 163"/>
                  <a:gd name="T71" fmla="*/ 128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63" h="163">
                    <a:moveTo>
                      <a:pt x="89" y="128"/>
                    </a:moveTo>
                    <a:cubicBezTo>
                      <a:pt x="88" y="128"/>
                      <a:pt x="86" y="129"/>
                      <a:pt x="84" y="129"/>
                    </a:cubicBezTo>
                    <a:cubicBezTo>
                      <a:pt x="58" y="130"/>
                      <a:pt x="36" y="110"/>
                      <a:pt x="35" y="84"/>
                    </a:cubicBezTo>
                    <a:cubicBezTo>
                      <a:pt x="34" y="71"/>
                      <a:pt x="38" y="59"/>
                      <a:pt x="46" y="50"/>
                    </a:cubicBezTo>
                    <a:cubicBezTo>
                      <a:pt x="55" y="40"/>
                      <a:pt x="66" y="35"/>
                      <a:pt x="79" y="34"/>
                    </a:cubicBezTo>
                    <a:cubicBezTo>
                      <a:pt x="79" y="34"/>
                      <a:pt x="80" y="34"/>
                      <a:pt x="81" y="34"/>
                    </a:cubicBezTo>
                    <a:cubicBezTo>
                      <a:pt x="106" y="34"/>
                      <a:pt x="127" y="54"/>
                      <a:pt x="128" y="79"/>
                    </a:cubicBezTo>
                    <a:cubicBezTo>
                      <a:pt x="128" y="82"/>
                      <a:pt x="128" y="85"/>
                      <a:pt x="127" y="89"/>
                    </a:cubicBezTo>
                    <a:cubicBezTo>
                      <a:pt x="144" y="105"/>
                      <a:pt x="144" y="105"/>
                      <a:pt x="144" y="105"/>
                    </a:cubicBezTo>
                    <a:cubicBezTo>
                      <a:pt x="145" y="101"/>
                      <a:pt x="146" y="97"/>
                      <a:pt x="147" y="94"/>
                    </a:cubicBezTo>
                    <a:cubicBezTo>
                      <a:pt x="163" y="90"/>
                      <a:pt x="163" y="90"/>
                      <a:pt x="163" y="90"/>
                    </a:cubicBezTo>
                    <a:cubicBezTo>
                      <a:pt x="162" y="86"/>
                      <a:pt x="162" y="86"/>
                      <a:pt x="162" y="86"/>
                    </a:cubicBezTo>
                    <a:cubicBezTo>
                      <a:pt x="162" y="75"/>
                      <a:pt x="162" y="75"/>
                      <a:pt x="162" y="75"/>
                    </a:cubicBezTo>
                    <a:cubicBezTo>
                      <a:pt x="162" y="70"/>
                      <a:pt x="162" y="70"/>
                      <a:pt x="162" y="70"/>
                    </a:cubicBezTo>
                    <a:cubicBezTo>
                      <a:pt x="147" y="69"/>
                      <a:pt x="147" y="69"/>
                      <a:pt x="147" y="69"/>
                    </a:cubicBezTo>
                    <a:cubicBezTo>
                      <a:pt x="146" y="66"/>
                      <a:pt x="145" y="62"/>
                      <a:pt x="144" y="59"/>
                    </a:cubicBezTo>
                    <a:cubicBezTo>
                      <a:pt x="156" y="48"/>
                      <a:pt x="156" y="48"/>
                      <a:pt x="156" y="48"/>
                    </a:cubicBezTo>
                    <a:cubicBezTo>
                      <a:pt x="154" y="45"/>
                      <a:pt x="154" y="45"/>
                      <a:pt x="154" y="45"/>
                    </a:cubicBezTo>
                    <a:cubicBezTo>
                      <a:pt x="148" y="35"/>
                      <a:pt x="148" y="35"/>
                      <a:pt x="148" y="35"/>
                    </a:cubicBezTo>
                    <a:cubicBezTo>
                      <a:pt x="145" y="32"/>
                      <a:pt x="145" y="32"/>
                      <a:pt x="145" y="32"/>
                    </a:cubicBezTo>
                    <a:cubicBezTo>
                      <a:pt x="132" y="38"/>
                      <a:pt x="132" y="38"/>
                      <a:pt x="132" y="38"/>
                    </a:cubicBezTo>
                    <a:cubicBezTo>
                      <a:pt x="130" y="35"/>
                      <a:pt x="127" y="32"/>
                      <a:pt x="125" y="30"/>
                    </a:cubicBezTo>
                    <a:cubicBezTo>
                      <a:pt x="130" y="15"/>
                      <a:pt x="130" y="15"/>
                      <a:pt x="130" y="15"/>
                    </a:cubicBezTo>
                    <a:cubicBezTo>
                      <a:pt x="126" y="13"/>
                      <a:pt x="126" y="13"/>
                      <a:pt x="126" y="13"/>
                    </a:cubicBezTo>
                    <a:cubicBezTo>
                      <a:pt x="116" y="8"/>
                      <a:pt x="116" y="8"/>
                      <a:pt x="116" y="8"/>
                    </a:cubicBezTo>
                    <a:cubicBezTo>
                      <a:pt x="112" y="6"/>
                      <a:pt x="112" y="6"/>
                      <a:pt x="112" y="6"/>
                    </a:cubicBezTo>
                    <a:cubicBezTo>
                      <a:pt x="104" y="18"/>
                      <a:pt x="104" y="18"/>
                      <a:pt x="104" y="18"/>
                    </a:cubicBezTo>
                    <a:cubicBezTo>
                      <a:pt x="100" y="17"/>
                      <a:pt x="97" y="16"/>
                      <a:pt x="93" y="15"/>
                    </a:cubicBezTo>
                    <a:cubicBezTo>
                      <a:pt x="90" y="0"/>
                      <a:pt x="90" y="0"/>
                      <a:pt x="90" y="0"/>
                    </a:cubicBezTo>
                    <a:cubicBezTo>
                      <a:pt x="86" y="0"/>
                      <a:pt x="86" y="0"/>
                      <a:pt x="86" y="0"/>
                    </a:cubicBezTo>
                    <a:cubicBezTo>
                      <a:pt x="75" y="1"/>
                      <a:pt x="75" y="1"/>
                      <a:pt x="75" y="1"/>
                    </a:cubicBezTo>
                    <a:cubicBezTo>
                      <a:pt x="70" y="1"/>
                      <a:pt x="70" y="1"/>
                      <a:pt x="70" y="1"/>
                    </a:cubicBezTo>
                    <a:cubicBezTo>
                      <a:pt x="69" y="15"/>
                      <a:pt x="69" y="15"/>
                      <a:pt x="69" y="15"/>
                    </a:cubicBezTo>
                    <a:cubicBezTo>
                      <a:pt x="65" y="16"/>
                      <a:pt x="62" y="17"/>
                      <a:pt x="58" y="18"/>
                    </a:cubicBezTo>
                    <a:cubicBezTo>
                      <a:pt x="48" y="6"/>
                      <a:pt x="48" y="6"/>
                      <a:pt x="48" y="6"/>
                    </a:cubicBezTo>
                    <a:cubicBezTo>
                      <a:pt x="44" y="9"/>
                      <a:pt x="44" y="9"/>
                      <a:pt x="44" y="9"/>
                    </a:cubicBezTo>
                    <a:cubicBezTo>
                      <a:pt x="35" y="15"/>
                      <a:pt x="35" y="15"/>
                      <a:pt x="35" y="15"/>
                    </a:cubicBezTo>
                    <a:cubicBezTo>
                      <a:pt x="31" y="17"/>
                      <a:pt x="31" y="17"/>
                      <a:pt x="31" y="17"/>
                    </a:cubicBezTo>
                    <a:cubicBezTo>
                      <a:pt x="37" y="30"/>
                      <a:pt x="37" y="30"/>
                      <a:pt x="37" y="30"/>
                    </a:cubicBezTo>
                    <a:cubicBezTo>
                      <a:pt x="35" y="32"/>
                      <a:pt x="33" y="34"/>
                      <a:pt x="31" y="36"/>
                    </a:cubicBezTo>
                    <a:cubicBezTo>
                      <a:pt x="31" y="37"/>
                      <a:pt x="30" y="37"/>
                      <a:pt x="30" y="38"/>
                    </a:cubicBezTo>
                    <a:cubicBezTo>
                      <a:pt x="15" y="33"/>
                      <a:pt x="15" y="33"/>
                      <a:pt x="15" y="33"/>
                    </a:cubicBezTo>
                    <a:cubicBezTo>
                      <a:pt x="13" y="37"/>
                      <a:pt x="13" y="37"/>
                      <a:pt x="13" y="37"/>
                    </a:cubicBezTo>
                    <a:cubicBezTo>
                      <a:pt x="8" y="47"/>
                      <a:pt x="8" y="47"/>
                      <a:pt x="8" y="47"/>
                    </a:cubicBezTo>
                    <a:cubicBezTo>
                      <a:pt x="6" y="51"/>
                      <a:pt x="6" y="51"/>
                      <a:pt x="6" y="51"/>
                    </a:cubicBezTo>
                    <a:cubicBezTo>
                      <a:pt x="18" y="59"/>
                      <a:pt x="18" y="59"/>
                      <a:pt x="18" y="59"/>
                    </a:cubicBezTo>
                    <a:cubicBezTo>
                      <a:pt x="17" y="63"/>
                      <a:pt x="16" y="66"/>
                      <a:pt x="15" y="69"/>
                    </a:cubicBezTo>
                    <a:cubicBezTo>
                      <a:pt x="0" y="73"/>
                      <a:pt x="0" y="73"/>
                      <a:pt x="0" y="73"/>
                    </a:cubicBezTo>
                    <a:cubicBezTo>
                      <a:pt x="0" y="77"/>
                      <a:pt x="0" y="77"/>
                      <a:pt x="0" y="77"/>
                    </a:cubicBezTo>
                    <a:cubicBezTo>
                      <a:pt x="0" y="88"/>
                      <a:pt x="0" y="88"/>
                      <a:pt x="0" y="88"/>
                    </a:cubicBezTo>
                    <a:cubicBezTo>
                      <a:pt x="1" y="92"/>
                      <a:pt x="1" y="92"/>
                      <a:pt x="1" y="92"/>
                    </a:cubicBezTo>
                    <a:cubicBezTo>
                      <a:pt x="15" y="94"/>
                      <a:pt x="15" y="94"/>
                      <a:pt x="15" y="94"/>
                    </a:cubicBezTo>
                    <a:cubicBezTo>
                      <a:pt x="16" y="97"/>
                      <a:pt x="17" y="101"/>
                      <a:pt x="18" y="104"/>
                    </a:cubicBezTo>
                    <a:cubicBezTo>
                      <a:pt x="6" y="114"/>
                      <a:pt x="6" y="114"/>
                      <a:pt x="6" y="114"/>
                    </a:cubicBezTo>
                    <a:cubicBezTo>
                      <a:pt x="9" y="118"/>
                      <a:pt x="9" y="118"/>
                      <a:pt x="9" y="118"/>
                    </a:cubicBezTo>
                    <a:cubicBezTo>
                      <a:pt x="15" y="128"/>
                      <a:pt x="15" y="128"/>
                      <a:pt x="15" y="128"/>
                    </a:cubicBezTo>
                    <a:cubicBezTo>
                      <a:pt x="17" y="131"/>
                      <a:pt x="17" y="131"/>
                      <a:pt x="17" y="131"/>
                    </a:cubicBezTo>
                    <a:cubicBezTo>
                      <a:pt x="30" y="125"/>
                      <a:pt x="30" y="125"/>
                      <a:pt x="30" y="125"/>
                    </a:cubicBezTo>
                    <a:cubicBezTo>
                      <a:pt x="33" y="128"/>
                      <a:pt x="35" y="130"/>
                      <a:pt x="38" y="133"/>
                    </a:cubicBezTo>
                    <a:cubicBezTo>
                      <a:pt x="33" y="148"/>
                      <a:pt x="33" y="148"/>
                      <a:pt x="33" y="148"/>
                    </a:cubicBezTo>
                    <a:cubicBezTo>
                      <a:pt x="37" y="150"/>
                      <a:pt x="37" y="150"/>
                      <a:pt x="37" y="150"/>
                    </a:cubicBezTo>
                    <a:cubicBezTo>
                      <a:pt x="47" y="155"/>
                      <a:pt x="47" y="155"/>
                      <a:pt x="47" y="155"/>
                    </a:cubicBezTo>
                    <a:cubicBezTo>
                      <a:pt x="51" y="157"/>
                      <a:pt x="51" y="157"/>
                      <a:pt x="51" y="157"/>
                    </a:cubicBezTo>
                    <a:cubicBezTo>
                      <a:pt x="59" y="145"/>
                      <a:pt x="59" y="145"/>
                      <a:pt x="59" y="145"/>
                    </a:cubicBezTo>
                    <a:cubicBezTo>
                      <a:pt x="62" y="146"/>
                      <a:pt x="66" y="147"/>
                      <a:pt x="69" y="148"/>
                    </a:cubicBezTo>
                    <a:cubicBezTo>
                      <a:pt x="72" y="163"/>
                      <a:pt x="72" y="163"/>
                      <a:pt x="72" y="163"/>
                    </a:cubicBezTo>
                    <a:cubicBezTo>
                      <a:pt x="77" y="163"/>
                      <a:pt x="77" y="163"/>
                      <a:pt x="77" y="163"/>
                    </a:cubicBezTo>
                    <a:cubicBezTo>
                      <a:pt x="88" y="162"/>
                      <a:pt x="88" y="162"/>
                      <a:pt x="88" y="162"/>
                    </a:cubicBezTo>
                    <a:cubicBezTo>
                      <a:pt x="92" y="162"/>
                      <a:pt x="92" y="162"/>
                      <a:pt x="92" y="162"/>
                    </a:cubicBezTo>
                    <a:cubicBezTo>
                      <a:pt x="94" y="148"/>
                      <a:pt x="94" y="148"/>
                      <a:pt x="94" y="148"/>
                    </a:cubicBezTo>
                    <a:cubicBezTo>
                      <a:pt x="98" y="147"/>
                      <a:pt x="102" y="146"/>
                      <a:pt x="105" y="144"/>
                    </a:cubicBezTo>
                    <a:lnTo>
                      <a:pt x="89" y="12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9" name="Freeform 237"/>
              <p:cNvSpPr/>
              <p:nvPr/>
            </p:nvSpPr>
            <p:spPr bwMode="auto">
              <a:xfrm>
                <a:off x="7197095" y="5576372"/>
                <a:ext cx="312274" cy="312274"/>
              </a:xfrm>
              <a:custGeom>
                <a:avLst/>
                <a:gdLst>
                  <a:gd name="T0" fmla="*/ 122 w 122"/>
                  <a:gd name="T1" fmla="*/ 101 h 122"/>
                  <a:gd name="T2" fmla="*/ 119 w 122"/>
                  <a:gd name="T3" fmla="*/ 94 h 122"/>
                  <a:gd name="T4" fmla="*/ 67 w 122"/>
                  <a:gd name="T5" fmla="*/ 43 h 122"/>
                  <a:gd name="T6" fmla="*/ 58 w 122"/>
                  <a:gd name="T7" fmla="*/ 12 h 122"/>
                  <a:gd name="T8" fmla="*/ 23 w 122"/>
                  <a:gd name="T9" fmla="*/ 5 h 122"/>
                  <a:gd name="T10" fmla="*/ 41 w 122"/>
                  <a:gd name="T11" fmla="*/ 23 h 122"/>
                  <a:gd name="T12" fmla="*/ 41 w 122"/>
                  <a:gd name="T13" fmla="*/ 29 h 122"/>
                  <a:gd name="T14" fmla="*/ 29 w 122"/>
                  <a:gd name="T15" fmla="*/ 41 h 122"/>
                  <a:gd name="T16" fmla="*/ 23 w 122"/>
                  <a:gd name="T17" fmla="*/ 41 h 122"/>
                  <a:gd name="T18" fmla="*/ 5 w 122"/>
                  <a:gd name="T19" fmla="*/ 23 h 122"/>
                  <a:gd name="T20" fmla="*/ 12 w 122"/>
                  <a:gd name="T21" fmla="*/ 58 h 122"/>
                  <a:gd name="T22" fmla="*/ 43 w 122"/>
                  <a:gd name="T23" fmla="*/ 67 h 122"/>
                  <a:gd name="T24" fmla="*/ 94 w 122"/>
                  <a:gd name="T25" fmla="*/ 119 h 122"/>
                  <a:gd name="T26" fmla="*/ 101 w 122"/>
                  <a:gd name="T27" fmla="*/ 122 h 122"/>
                  <a:gd name="T28" fmla="*/ 122 w 122"/>
                  <a:gd name="T29" fmla="*/ 101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2" h="122">
                    <a:moveTo>
                      <a:pt x="122" y="101"/>
                    </a:moveTo>
                    <a:cubicBezTo>
                      <a:pt x="122" y="99"/>
                      <a:pt x="121" y="95"/>
                      <a:pt x="119" y="94"/>
                    </a:cubicBezTo>
                    <a:cubicBezTo>
                      <a:pt x="102" y="77"/>
                      <a:pt x="84" y="60"/>
                      <a:pt x="67" y="43"/>
                    </a:cubicBezTo>
                    <a:cubicBezTo>
                      <a:pt x="69" y="32"/>
                      <a:pt x="66" y="21"/>
                      <a:pt x="58" y="12"/>
                    </a:cubicBezTo>
                    <a:cubicBezTo>
                      <a:pt x="49" y="3"/>
                      <a:pt x="35" y="0"/>
                      <a:pt x="23" y="5"/>
                    </a:cubicBezTo>
                    <a:cubicBezTo>
                      <a:pt x="41" y="23"/>
                      <a:pt x="41" y="23"/>
                      <a:pt x="41" y="23"/>
                    </a:cubicBezTo>
                    <a:cubicBezTo>
                      <a:pt x="42" y="25"/>
                      <a:pt x="42" y="27"/>
                      <a:pt x="41" y="29"/>
                    </a:cubicBezTo>
                    <a:cubicBezTo>
                      <a:pt x="29" y="41"/>
                      <a:pt x="29" y="41"/>
                      <a:pt x="29" y="41"/>
                    </a:cubicBezTo>
                    <a:cubicBezTo>
                      <a:pt x="27" y="43"/>
                      <a:pt x="25" y="43"/>
                      <a:pt x="23" y="41"/>
                    </a:cubicBezTo>
                    <a:cubicBezTo>
                      <a:pt x="5" y="23"/>
                      <a:pt x="5" y="23"/>
                      <a:pt x="5" y="23"/>
                    </a:cubicBezTo>
                    <a:cubicBezTo>
                      <a:pt x="0" y="35"/>
                      <a:pt x="3" y="49"/>
                      <a:pt x="12" y="58"/>
                    </a:cubicBezTo>
                    <a:cubicBezTo>
                      <a:pt x="20" y="66"/>
                      <a:pt x="32" y="69"/>
                      <a:pt x="43" y="67"/>
                    </a:cubicBezTo>
                    <a:cubicBezTo>
                      <a:pt x="60" y="84"/>
                      <a:pt x="77" y="102"/>
                      <a:pt x="94" y="119"/>
                    </a:cubicBezTo>
                    <a:cubicBezTo>
                      <a:pt x="95" y="121"/>
                      <a:pt x="98" y="122"/>
                      <a:pt x="101" y="122"/>
                    </a:cubicBezTo>
                    <a:cubicBezTo>
                      <a:pt x="111" y="120"/>
                      <a:pt x="120" y="112"/>
                      <a:pt x="122" y="1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60" name="组合 459"/>
            <p:cNvGrpSpPr/>
            <p:nvPr/>
          </p:nvGrpSpPr>
          <p:grpSpPr>
            <a:xfrm>
              <a:off x="4774057" y="-1006987"/>
              <a:ext cx="260614" cy="299094"/>
              <a:chOff x="2733098" y="4187405"/>
              <a:chExt cx="484675" cy="556238"/>
            </a:xfrm>
            <a:solidFill>
              <a:schemeClr val="bg1">
                <a:lumMod val="50000"/>
              </a:schemeClr>
            </a:solidFill>
          </p:grpSpPr>
          <p:sp>
            <p:nvSpPr>
              <p:cNvPr id="461" name="Oval 302"/>
              <p:cNvSpPr>
                <a:spLocks noChangeArrowheads="1"/>
              </p:cNvSpPr>
              <p:nvPr/>
            </p:nvSpPr>
            <p:spPr bwMode="auto">
              <a:xfrm>
                <a:off x="2849117" y="4187405"/>
                <a:ext cx="84574" cy="107344"/>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2" name="Freeform 303"/>
              <p:cNvSpPr>
                <a:spLocks noEditPoints="1"/>
              </p:cNvSpPr>
              <p:nvPr/>
            </p:nvSpPr>
            <p:spPr bwMode="auto">
              <a:xfrm>
                <a:off x="2733098" y="4304508"/>
                <a:ext cx="310105" cy="439135"/>
              </a:xfrm>
              <a:custGeom>
                <a:avLst/>
                <a:gdLst>
                  <a:gd name="T0" fmla="*/ 121 w 121"/>
                  <a:gd name="T1" fmla="*/ 26 h 171"/>
                  <a:gd name="T2" fmla="*/ 120 w 121"/>
                  <a:gd name="T3" fmla="*/ 26 h 171"/>
                  <a:gd name="T4" fmla="*/ 114 w 121"/>
                  <a:gd name="T5" fmla="*/ 21 h 171"/>
                  <a:gd name="T6" fmla="*/ 90 w 121"/>
                  <a:gd name="T7" fmla="*/ 3 h 171"/>
                  <a:gd name="T8" fmla="*/ 84 w 121"/>
                  <a:gd name="T9" fmla="*/ 1 h 171"/>
                  <a:gd name="T10" fmla="*/ 76 w 121"/>
                  <a:gd name="T11" fmla="*/ 1 h 171"/>
                  <a:gd name="T12" fmla="*/ 74 w 121"/>
                  <a:gd name="T13" fmla="*/ 11 h 171"/>
                  <a:gd name="T14" fmla="*/ 67 w 121"/>
                  <a:gd name="T15" fmla="*/ 42 h 171"/>
                  <a:gd name="T16" fmla="*/ 67 w 121"/>
                  <a:gd name="T17" fmla="*/ 7 h 171"/>
                  <a:gd name="T18" fmla="*/ 58 w 121"/>
                  <a:gd name="T19" fmla="*/ 0 h 171"/>
                  <a:gd name="T20" fmla="*/ 58 w 121"/>
                  <a:gd name="T21" fmla="*/ 9 h 171"/>
                  <a:gd name="T22" fmla="*/ 45 w 121"/>
                  <a:gd name="T23" fmla="*/ 18 h 171"/>
                  <a:gd name="T24" fmla="*/ 40 w 121"/>
                  <a:gd name="T25" fmla="*/ 7 h 171"/>
                  <a:gd name="T26" fmla="*/ 47 w 121"/>
                  <a:gd name="T27" fmla="*/ 0 h 171"/>
                  <a:gd name="T28" fmla="*/ 38 w 121"/>
                  <a:gd name="T29" fmla="*/ 1 h 171"/>
                  <a:gd name="T30" fmla="*/ 3 w 121"/>
                  <a:gd name="T31" fmla="*/ 35 h 171"/>
                  <a:gd name="T32" fmla="*/ 3 w 121"/>
                  <a:gd name="T33" fmla="*/ 36 h 171"/>
                  <a:gd name="T34" fmla="*/ 1 w 121"/>
                  <a:gd name="T35" fmla="*/ 48 h 171"/>
                  <a:gd name="T36" fmla="*/ 2 w 121"/>
                  <a:gd name="T37" fmla="*/ 48 h 171"/>
                  <a:gd name="T38" fmla="*/ 2 w 121"/>
                  <a:gd name="T39" fmla="*/ 50 h 171"/>
                  <a:gd name="T40" fmla="*/ 6 w 121"/>
                  <a:gd name="T41" fmla="*/ 57 h 171"/>
                  <a:gd name="T42" fmla="*/ 20 w 121"/>
                  <a:gd name="T43" fmla="*/ 85 h 171"/>
                  <a:gd name="T44" fmla="*/ 33 w 121"/>
                  <a:gd name="T45" fmla="*/ 90 h 171"/>
                  <a:gd name="T46" fmla="*/ 35 w 121"/>
                  <a:gd name="T47" fmla="*/ 90 h 171"/>
                  <a:gd name="T48" fmla="*/ 60 w 121"/>
                  <a:gd name="T49" fmla="*/ 171 h 171"/>
                  <a:gd name="T50" fmla="*/ 56 w 121"/>
                  <a:gd name="T51" fmla="*/ 110 h 171"/>
                  <a:gd name="T52" fmla="*/ 89 w 121"/>
                  <a:gd name="T53" fmla="*/ 33 h 171"/>
                  <a:gd name="T54" fmla="*/ 93 w 121"/>
                  <a:gd name="T55" fmla="*/ 31 h 171"/>
                  <a:gd name="T56" fmla="*/ 75 w 121"/>
                  <a:gd name="T57" fmla="*/ 45 h 171"/>
                  <a:gd name="T58" fmla="*/ 89 w 121"/>
                  <a:gd name="T59" fmla="*/ 33 h 171"/>
                  <a:gd name="T60" fmla="*/ 30 w 121"/>
                  <a:gd name="T61" fmla="*/ 55 h 171"/>
                  <a:gd name="T62" fmla="*/ 24 w 121"/>
                  <a:gd name="T63" fmla="*/ 44 h 171"/>
                  <a:gd name="T64" fmla="*/ 33 w 121"/>
                  <a:gd name="T65" fmla="*/ 60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1" h="171">
                    <a:moveTo>
                      <a:pt x="120" y="42"/>
                    </a:moveTo>
                    <a:cubicBezTo>
                      <a:pt x="120" y="35"/>
                      <a:pt x="121" y="24"/>
                      <a:pt x="121" y="26"/>
                    </a:cubicBezTo>
                    <a:cubicBezTo>
                      <a:pt x="121" y="26"/>
                      <a:pt x="121" y="26"/>
                      <a:pt x="121" y="26"/>
                    </a:cubicBezTo>
                    <a:cubicBezTo>
                      <a:pt x="120" y="26"/>
                      <a:pt x="120" y="26"/>
                      <a:pt x="120" y="26"/>
                    </a:cubicBezTo>
                    <a:cubicBezTo>
                      <a:pt x="118" y="24"/>
                      <a:pt x="118" y="24"/>
                      <a:pt x="118" y="24"/>
                    </a:cubicBezTo>
                    <a:cubicBezTo>
                      <a:pt x="114" y="21"/>
                      <a:pt x="114" y="21"/>
                      <a:pt x="114" y="21"/>
                    </a:cubicBezTo>
                    <a:cubicBezTo>
                      <a:pt x="106" y="15"/>
                      <a:pt x="106" y="15"/>
                      <a:pt x="106" y="15"/>
                    </a:cubicBezTo>
                    <a:cubicBezTo>
                      <a:pt x="90" y="3"/>
                      <a:pt x="90" y="3"/>
                      <a:pt x="90" y="3"/>
                    </a:cubicBezTo>
                    <a:cubicBezTo>
                      <a:pt x="88" y="2"/>
                      <a:pt x="86" y="1"/>
                      <a:pt x="84" y="1"/>
                    </a:cubicBezTo>
                    <a:cubicBezTo>
                      <a:pt x="84" y="1"/>
                      <a:pt x="84" y="1"/>
                      <a:pt x="84" y="1"/>
                    </a:cubicBezTo>
                    <a:cubicBezTo>
                      <a:pt x="81" y="1"/>
                      <a:pt x="78" y="1"/>
                      <a:pt x="76" y="0"/>
                    </a:cubicBezTo>
                    <a:cubicBezTo>
                      <a:pt x="76" y="1"/>
                      <a:pt x="76" y="1"/>
                      <a:pt x="76" y="1"/>
                    </a:cubicBezTo>
                    <a:cubicBezTo>
                      <a:pt x="83" y="7"/>
                      <a:pt x="83" y="7"/>
                      <a:pt x="83" y="7"/>
                    </a:cubicBezTo>
                    <a:cubicBezTo>
                      <a:pt x="74" y="11"/>
                      <a:pt x="74" y="11"/>
                      <a:pt x="74" y="11"/>
                    </a:cubicBezTo>
                    <a:cubicBezTo>
                      <a:pt x="78" y="18"/>
                      <a:pt x="78" y="18"/>
                      <a:pt x="78" y="18"/>
                    </a:cubicBezTo>
                    <a:cubicBezTo>
                      <a:pt x="67" y="42"/>
                      <a:pt x="67" y="42"/>
                      <a:pt x="67" y="42"/>
                    </a:cubicBezTo>
                    <a:cubicBezTo>
                      <a:pt x="65" y="9"/>
                      <a:pt x="65" y="9"/>
                      <a:pt x="65" y="9"/>
                    </a:cubicBezTo>
                    <a:cubicBezTo>
                      <a:pt x="67" y="7"/>
                      <a:pt x="67" y="7"/>
                      <a:pt x="67" y="7"/>
                    </a:cubicBezTo>
                    <a:cubicBezTo>
                      <a:pt x="65" y="0"/>
                      <a:pt x="65" y="0"/>
                      <a:pt x="65" y="0"/>
                    </a:cubicBezTo>
                    <a:cubicBezTo>
                      <a:pt x="58" y="0"/>
                      <a:pt x="58" y="0"/>
                      <a:pt x="58" y="0"/>
                    </a:cubicBezTo>
                    <a:cubicBezTo>
                      <a:pt x="56" y="7"/>
                      <a:pt x="56" y="7"/>
                      <a:pt x="56" y="7"/>
                    </a:cubicBezTo>
                    <a:cubicBezTo>
                      <a:pt x="58" y="9"/>
                      <a:pt x="58" y="9"/>
                      <a:pt x="58" y="9"/>
                    </a:cubicBezTo>
                    <a:cubicBezTo>
                      <a:pt x="56" y="42"/>
                      <a:pt x="56" y="42"/>
                      <a:pt x="56" y="42"/>
                    </a:cubicBezTo>
                    <a:cubicBezTo>
                      <a:pt x="45" y="18"/>
                      <a:pt x="45" y="18"/>
                      <a:pt x="45" y="18"/>
                    </a:cubicBezTo>
                    <a:cubicBezTo>
                      <a:pt x="49" y="11"/>
                      <a:pt x="49" y="11"/>
                      <a:pt x="49" y="11"/>
                    </a:cubicBezTo>
                    <a:cubicBezTo>
                      <a:pt x="40" y="7"/>
                      <a:pt x="40" y="7"/>
                      <a:pt x="40" y="7"/>
                    </a:cubicBezTo>
                    <a:cubicBezTo>
                      <a:pt x="47" y="1"/>
                      <a:pt x="47" y="1"/>
                      <a:pt x="47" y="1"/>
                    </a:cubicBezTo>
                    <a:cubicBezTo>
                      <a:pt x="47" y="0"/>
                      <a:pt x="47" y="0"/>
                      <a:pt x="47" y="0"/>
                    </a:cubicBezTo>
                    <a:cubicBezTo>
                      <a:pt x="45" y="1"/>
                      <a:pt x="42" y="1"/>
                      <a:pt x="39" y="1"/>
                    </a:cubicBezTo>
                    <a:cubicBezTo>
                      <a:pt x="39" y="1"/>
                      <a:pt x="39" y="1"/>
                      <a:pt x="38" y="1"/>
                    </a:cubicBezTo>
                    <a:cubicBezTo>
                      <a:pt x="36" y="2"/>
                      <a:pt x="33" y="3"/>
                      <a:pt x="31" y="5"/>
                    </a:cubicBezTo>
                    <a:cubicBezTo>
                      <a:pt x="3" y="35"/>
                      <a:pt x="3" y="35"/>
                      <a:pt x="3" y="35"/>
                    </a:cubicBezTo>
                    <a:cubicBezTo>
                      <a:pt x="3" y="36"/>
                      <a:pt x="3" y="36"/>
                      <a:pt x="3" y="36"/>
                    </a:cubicBezTo>
                    <a:cubicBezTo>
                      <a:pt x="3" y="36"/>
                      <a:pt x="3" y="36"/>
                      <a:pt x="3" y="36"/>
                    </a:cubicBezTo>
                    <a:cubicBezTo>
                      <a:pt x="0" y="60"/>
                      <a:pt x="2" y="42"/>
                      <a:pt x="1" y="48"/>
                    </a:cubicBezTo>
                    <a:cubicBezTo>
                      <a:pt x="1" y="48"/>
                      <a:pt x="1" y="48"/>
                      <a:pt x="1" y="48"/>
                    </a:cubicBezTo>
                    <a:cubicBezTo>
                      <a:pt x="1" y="48"/>
                      <a:pt x="1" y="48"/>
                      <a:pt x="1" y="48"/>
                    </a:cubicBezTo>
                    <a:cubicBezTo>
                      <a:pt x="2" y="48"/>
                      <a:pt x="2" y="48"/>
                      <a:pt x="2" y="48"/>
                    </a:cubicBezTo>
                    <a:cubicBezTo>
                      <a:pt x="2" y="49"/>
                      <a:pt x="2" y="49"/>
                      <a:pt x="2" y="49"/>
                    </a:cubicBezTo>
                    <a:cubicBezTo>
                      <a:pt x="2" y="50"/>
                      <a:pt x="2" y="50"/>
                      <a:pt x="2" y="50"/>
                    </a:cubicBezTo>
                    <a:cubicBezTo>
                      <a:pt x="4" y="52"/>
                      <a:pt x="4" y="52"/>
                      <a:pt x="4" y="52"/>
                    </a:cubicBezTo>
                    <a:cubicBezTo>
                      <a:pt x="6" y="57"/>
                      <a:pt x="6" y="57"/>
                      <a:pt x="6" y="57"/>
                    </a:cubicBezTo>
                    <a:cubicBezTo>
                      <a:pt x="11" y="66"/>
                      <a:pt x="11" y="66"/>
                      <a:pt x="11" y="66"/>
                    </a:cubicBezTo>
                    <a:cubicBezTo>
                      <a:pt x="20" y="85"/>
                      <a:pt x="20" y="85"/>
                      <a:pt x="20" y="85"/>
                    </a:cubicBezTo>
                    <a:cubicBezTo>
                      <a:pt x="24" y="82"/>
                      <a:pt x="29" y="80"/>
                      <a:pt x="33" y="78"/>
                    </a:cubicBezTo>
                    <a:cubicBezTo>
                      <a:pt x="33" y="82"/>
                      <a:pt x="33" y="86"/>
                      <a:pt x="33" y="90"/>
                    </a:cubicBezTo>
                    <a:cubicBezTo>
                      <a:pt x="33" y="90"/>
                      <a:pt x="33" y="90"/>
                      <a:pt x="33" y="90"/>
                    </a:cubicBezTo>
                    <a:cubicBezTo>
                      <a:pt x="33" y="90"/>
                      <a:pt x="34" y="90"/>
                      <a:pt x="35" y="90"/>
                    </a:cubicBezTo>
                    <a:cubicBezTo>
                      <a:pt x="37" y="171"/>
                      <a:pt x="37" y="171"/>
                      <a:pt x="37" y="171"/>
                    </a:cubicBezTo>
                    <a:cubicBezTo>
                      <a:pt x="60" y="171"/>
                      <a:pt x="60" y="171"/>
                      <a:pt x="60" y="171"/>
                    </a:cubicBezTo>
                    <a:cubicBezTo>
                      <a:pt x="61" y="161"/>
                      <a:pt x="61" y="148"/>
                      <a:pt x="61" y="134"/>
                    </a:cubicBezTo>
                    <a:cubicBezTo>
                      <a:pt x="58" y="127"/>
                      <a:pt x="56" y="118"/>
                      <a:pt x="56" y="110"/>
                    </a:cubicBezTo>
                    <a:cubicBezTo>
                      <a:pt x="56" y="74"/>
                      <a:pt x="84" y="44"/>
                      <a:pt x="120" y="42"/>
                    </a:cubicBezTo>
                    <a:close/>
                    <a:moveTo>
                      <a:pt x="89" y="33"/>
                    </a:moveTo>
                    <a:cubicBezTo>
                      <a:pt x="89" y="31"/>
                      <a:pt x="89" y="29"/>
                      <a:pt x="89" y="27"/>
                    </a:cubicBezTo>
                    <a:cubicBezTo>
                      <a:pt x="93" y="31"/>
                      <a:pt x="93" y="31"/>
                      <a:pt x="93" y="31"/>
                    </a:cubicBezTo>
                    <a:cubicBezTo>
                      <a:pt x="96" y="33"/>
                      <a:pt x="96" y="33"/>
                      <a:pt x="96" y="33"/>
                    </a:cubicBezTo>
                    <a:cubicBezTo>
                      <a:pt x="75" y="45"/>
                      <a:pt x="75" y="45"/>
                      <a:pt x="75" y="45"/>
                    </a:cubicBezTo>
                    <a:cubicBezTo>
                      <a:pt x="74" y="42"/>
                      <a:pt x="74" y="42"/>
                      <a:pt x="74" y="42"/>
                    </a:cubicBezTo>
                    <a:lnTo>
                      <a:pt x="89" y="33"/>
                    </a:lnTo>
                    <a:close/>
                    <a:moveTo>
                      <a:pt x="33" y="60"/>
                    </a:moveTo>
                    <a:cubicBezTo>
                      <a:pt x="30" y="55"/>
                      <a:pt x="30" y="55"/>
                      <a:pt x="30" y="55"/>
                    </a:cubicBezTo>
                    <a:cubicBezTo>
                      <a:pt x="25" y="46"/>
                      <a:pt x="25" y="46"/>
                      <a:pt x="25" y="46"/>
                    </a:cubicBezTo>
                    <a:cubicBezTo>
                      <a:pt x="24" y="44"/>
                      <a:pt x="24" y="44"/>
                      <a:pt x="24" y="44"/>
                    </a:cubicBezTo>
                    <a:cubicBezTo>
                      <a:pt x="34" y="31"/>
                      <a:pt x="34" y="31"/>
                      <a:pt x="34" y="31"/>
                    </a:cubicBezTo>
                    <a:cubicBezTo>
                      <a:pt x="34" y="41"/>
                      <a:pt x="33" y="50"/>
                      <a:pt x="33" y="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3" name="Freeform 304"/>
              <p:cNvSpPr/>
              <p:nvPr/>
            </p:nvSpPr>
            <p:spPr bwMode="auto">
              <a:xfrm>
                <a:off x="2897909" y="4668827"/>
                <a:ext cx="60720" cy="74816"/>
              </a:xfrm>
              <a:custGeom>
                <a:avLst/>
                <a:gdLst>
                  <a:gd name="T0" fmla="*/ 0 w 24"/>
                  <a:gd name="T1" fmla="*/ 0 h 29"/>
                  <a:gd name="T2" fmla="*/ 1 w 24"/>
                  <a:gd name="T3" fmla="*/ 29 h 29"/>
                  <a:gd name="T4" fmla="*/ 24 w 24"/>
                  <a:gd name="T5" fmla="*/ 29 h 29"/>
                  <a:gd name="T6" fmla="*/ 24 w 24"/>
                  <a:gd name="T7" fmla="*/ 26 h 29"/>
                  <a:gd name="T8" fmla="*/ 0 w 24"/>
                  <a:gd name="T9" fmla="*/ 0 h 29"/>
                </a:gdLst>
                <a:ahLst/>
                <a:cxnLst>
                  <a:cxn ang="0">
                    <a:pos x="T0" y="T1"/>
                  </a:cxn>
                  <a:cxn ang="0">
                    <a:pos x="T2" y="T3"/>
                  </a:cxn>
                  <a:cxn ang="0">
                    <a:pos x="T4" y="T5"/>
                  </a:cxn>
                  <a:cxn ang="0">
                    <a:pos x="T6" y="T7"/>
                  </a:cxn>
                  <a:cxn ang="0">
                    <a:pos x="T8" y="T9"/>
                  </a:cxn>
                </a:cxnLst>
                <a:rect l="0" t="0" r="r" b="b"/>
                <a:pathLst>
                  <a:path w="24" h="29">
                    <a:moveTo>
                      <a:pt x="0" y="0"/>
                    </a:moveTo>
                    <a:cubicBezTo>
                      <a:pt x="1" y="29"/>
                      <a:pt x="1" y="29"/>
                      <a:pt x="1" y="29"/>
                    </a:cubicBezTo>
                    <a:cubicBezTo>
                      <a:pt x="24" y="29"/>
                      <a:pt x="24" y="29"/>
                      <a:pt x="24" y="29"/>
                    </a:cubicBezTo>
                    <a:cubicBezTo>
                      <a:pt x="24" y="28"/>
                      <a:pt x="24" y="27"/>
                      <a:pt x="24" y="26"/>
                    </a:cubicBezTo>
                    <a:cubicBezTo>
                      <a:pt x="14" y="19"/>
                      <a:pt x="6" y="1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4" name="Freeform 305"/>
              <p:cNvSpPr/>
              <p:nvPr/>
            </p:nvSpPr>
            <p:spPr bwMode="auto">
              <a:xfrm>
                <a:off x="3035614" y="4422694"/>
                <a:ext cx="54214" cy="41203"/>
              </a:xfrm>
              <a:custGeom>
                <a:avLst/>
                <a:gdLst>
                  <a:gd name="T0" fmla="*/ 43 w 50"/>
                  <a:gd name="T1" fmla="*/ 0 h 38"/>
                  <a:gd name="T2" fmla="*/ 36 w 50"/>
                  <a:gd name="T3" fmla="*/ 0 h 38"/>
                  <a:gd name="T4" fmla="*/ 14 w 50"/>
                  <a:gd name="T5" fmla="*/ 0 h 38"/>
                  <a:gd name="T6" fmla="*/ 7 w 50"/>
                  <a:gd name="T7" fmla="*/ 0 h 38"/>
                  <a:gd name="T8" fmla="*/ 0 w 50"/>
                  <a:gd name="T9" fmla="*/ 38 h 38"/>
                  <a:gd name="T10" fmla="*/ 14 w 50"/>
                  <a:gd name="T11" fmla="*/ 38 h 38"/>
                  <a:gd name="T12" fmla="*/ 36 w 50"/>
                  <a:gd name="T13" fmla="*/ 38 h 38"/>
                  <a:gd name="T14" fmla="*/ 50 w 50"/>
                  <a:gd name="T15" fmla="*/ 38 h 38"/>
                  <a:gd name="T16" fmla="*/ 43 w 50"/>
                  <a:gd name="T17"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38">
                    <a:moveTo>
                      <a:pt x="43" y="0"/>
                    </a:moveTo>
                    <a:lnTo>
                      <a:pt x="36" y="0"/>
                    </a:lnTo>
                    <a:lnTo>
                      <a:pt x="14" y="0"/>
                    </a:lnTo>
                    <a:lnTo>
                      <a:pt x="7" y="0"/>
                    </a:lnTo>
                    <a:lnTo>
                      <a:pt x="0" y="38"/>
                    </a:lnTo>
                    <a:lnTo>
                      <a:pt x="14" y="38"/>
                    </a:lnTo>
                    <a:lnTo>
                      <a:pt x="36" y="38"/>
                    </a:lnTo>
                    <a:lnTo>
                      <a:pt x="50" y="38"/>
                    </a:lnTo>
                    <a:lnTo>
                      <a:pt x="4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5" name="Freeform 306"/>
              <p:cNvSpPr/>
              <p:nvPr/>
            </p:nvSpPr>
            <p:spPr bwMode="auto">
              <a:xfrm>
                <a:off x="2964051" y="4430285"/>
                <a:ext cx="61805" cy="59636"/>
              </a:xfrm>
              <a:custGeom>
                <a:avLst/>
                <a:gdLst>
                  <a:gd name="T0" fmla="*/ 33 w 57"/>
                  <a:gd name="T1" fmla="*/ 0 h 55"/>
                  <a:gd name="T2" fmla="*/ 26 w 57"/>
                  <a:gd name="T3" fmla="*/ 5 h 55"/>
                  <a:gd name="T4" fmla="*/ 7 w 57"/>
                  <a:gd name="T5" fmla="*/ 14 h 55"/>
                  <a:gd name="T6" fmla="*/ 0 w 57"/>
                  <a:gd name="T7" fmla="*/ 19 h 55"/>
                  <a:gd name="T8" fmla="*/ 14 w 57"/>
                  <a:gd name="T9" fmla="*/ 55 h 55"/>
                  <a:gd name="T10" fmla="*/ 28 w 57"/>
                  <a:gd name="T11" fmla="*/ 47 h 55"/>
                  <a:gd name="T12" fmla="*/ 45 w 57"/>
                  <a:gd name="T13" fmla="*/ 38 h 55"/>
                  <a:gd name="T14" fmla="*/ 57 w 57"/>
                  <a:gd name="T15" fmla="*/ 31 h 55"/>
                  <a:gd name="T16" fmla="*/ 33 w 57"/>
                  <a:gd name="T17" fmla="*/ 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5">
                    <a:moveTo>
                      <a:pt x="33" y="0"/>
                    </a:moveTo>
                    <a:lnTo>
                      <a:pt x="26" y="5"/>
                    </a:lnTo>
                    <a:lnTo>
                      <a:pt x="7" y="14"/>
                    </a:lnTo>
                    <a:lnTo>
                      <a:pt x="0" y="19"/>
                    </a:lnTo>
                    <a:lnTo>
                      <a:pt x="14" y="55"/>
                    </a:lnTo>
                    <a:lnTo>
                      <a:pt x="28" y="47"/>
                    </a:lnTo>
                    <a:lnTo>
                      <a:pt x="45" y="38"/>
                    </a:lnTo>
                    <a:lnTo>
                      <a:pt x="57" y="31"/>
                    </a:lnTo>
                    <a:lnTo>
                      <a:pt x="3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6" name="Freeform 307"/>
              <p:cNvSpPr/>
              <p:nvPr/>
            </p:nvSpPr>
            <p:spPr bwMode="auto">
              <a:xfrm>
                <a:off x="2909837" y="4479077"/>
                <a:ext cx="61805" cy="61805"/>
              </a:xfrm>
              <a:custGeom>
                <a:avLst/>
                <a:gdLst>
                  <a:gd name="T0" fmla="*/ 19 w 57"/>
                  <a:gd name="T1" fmla="*/ 0 h 57"/>
                  <a:gd name="T2" fmla="*/ 15 w 57"/>
                  <a:gd name="T3" fmla="*/ 7 h 57"/>
                  <a:gd name="T4" fmla="*/ 5 w 57"/>
                  <a:gd name="T5" fmla="*/ 26 h 57"/>
                  <a:gd name="T6" fmla="*/ 0 w 57"/>
                  <a:gd name="T7" fmla="*/ 33 h 57"/>
                  <a:gd name="T8" fmla="*/ 31 w 57"/>
                  <a:gd name="T9" fmla="*/ 57 h 57"/>
                  <a:gd name="T10" fmla="*/ 38 w 57"/>
                  <a:gd name="T11" fmla="*/ 45 h 57"/>
                  <a:gd name="T12" fmla="*/ 50 w 57"/>
                  <a:gd name="T13" fmla="*/ 26 h 57"/>
                  <a:gd name="T14" fmla="*/ 57 w 57"/>
                  <a:gd name="T15" fmla="*/ 14 h 57"/>
                  <a:gd name="T16" fmla="*/ 19 w 57"/>
                  <a:gd name="T17"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7">
                    <a:moveTo>
                      <a:pt x="19" y="0"/>
                    </a:moveTo>
                    <a:lnTo>
                      <a:pt x="15" y="7"/>
                    </a:lnTo>
                    <a:lnTo>
                      <a:pt x="5" y="26"/>
                    </a:lnTo>
                    <a:lnTo>
                      <a:pt x="0" y="33"/>
                    </a:lnTo>
                    <a:lnTo>
                      <a:pt x="31" y="57"/>
                    </a:lnTo>
                    <a:lnTo>
                      <a:pt x="38" y="45"/>
                    </a:lnTo>
                    <a:lnTo>
                      <a:pt x="50" y="26"/>
                    </a:lnTo>
                    <a:lnTo>
                      <a:pt x="57" y="14"/>
                    </a:lnTo>
                    <a:lnTo>
                      <a:pt x="1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7" name="Freeform 308"/>
              <p:cNvSpPr/>
              <p:nvPr/>
            </p:nvSpPr>
            <p:spPr bwMode="auto">
              <a:xfrm>
                <a:off x="2897909" y="4550640"/>
                <a:ext cx="40119" cy="52046"/>
              </a:xfrm>
              <a:custGeom>
                <a:avLst/>
                <a:gdLst>
                  <a:gd name="T0" fmla="*/ 0 w 37"/>
                  <a:gd name="T1" fmla="*/ 5 h 48"/>
                  <a:gd name="T2" fmla="*/ 0 w 37"/>
                  <a:gd name="T3" fmla="*/ 14 h 48"/>
                  <a:gd name="T4" fmla="*/ 0 w 37"/>
                  <a:gd name="T5" fmla="*/ 33 h 48"/>
                  <a:gd name="T6" fmla="*/ 0 w 37"/>
                  <a:gd name="T7" fmla="*/ 43 h 48"/>
                  <a:gd name="T8" fmla="*/ 37 w 37"/>
                  <a:gd name="T9" fmla="*/ 48 h 48"/>
                  <a:gd name="T10" fmla="*/ 37 w 37"/>
                  <a:gd name="T11" fmla="*/ 33 h 48"/>
                  <a:gd name="T12" fmla="*/ 37 w 37"/>
                  <a:gd name="T13" fmla="*/ 14 h 48"/>
                  <a:gd name="T14" fmla="*/ 37 w 37"/>
                  <a:gd name="T15" fmla="*/ 0 h 48"/>
                  <a:gd name="T16" fmla="*/ 0 w 37"/>
                  <a:gd name="T1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8">
                    <a:moveTo>
                      <a:pt x="0" y="5"/>
                    </a:moveTo>
                    <a:lnTo>
                      <a:pt x="0" y="14"/>
                    </a:lnTo>
                    <a:lnTo>
                      <a:pt x="0" y="33"/>
                    </a:lnTo>
                    <a:lnTo>
                      <a:pt x="0" y="43"/>
                    </a:lnTo>
                    <a:lnTo>
                      <a:pt x="37" y="48"/>
                    </a:lnTo>
                    <a:lnTo>
                      <a:pt x="37" y="33"/>
                    </a:lnTo>
                    <a:lnTo>
                      <a:pt x="37" y="14"/>
                    </a:lnTo>
                    <a:lnTo>
                      <a:pt x="37" y="0"/>
                    </a:lnTo>
                    <a:lnTo>
                      <a:pt x="0"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8" name="Freeform 309"/>
              <p:cNvSpPr/>
              <p:nvPr/>
            </p:nvSpPr>
            <p:spPr bwMode="auto">
              <a:xfrm>
                <a:off x="2905500" y="4612444"/>
                <a:ext cx="58551" cy="61805"/>
              </a:xfrm>
              <a:custGeom>
                <a:avLst/>
                <a:gdLst>
                  <a:gd name="T0" fmla="*/ 0 w 54"/>
                  <a:gd name="T1" fmla="*/ 26 h 57"/>
                  <a:gd name="T2" fmla="*/ 4 w 54"/>
                  <a:gd name="T3" fmla="*/ 33 h 57"/>
                  <a:gd name="T4" fmla="*/ 14 w 54"/>
                  <a:gd name="T5" fmla="*/ 50 h 57"/>
                  <a:gd name="T6" fmla="*/ 19 w 54"/>
                  <a:gd name="T7" fmla="*/ 57 h 57"/>
                  <a:gd name="T8" fmla="*/ 54 w 54"/>
                  <a:gd name="T9" fmla="*/ 43 h 57"/>
                  <a:gd name="T10" fmla="*/ 47 w 54"/>
                  <a:gd name="T11" fmla="*/ 31 h 57"/>
                  <a:gd name="T12" fmla="*/ 37 w 54"/>
                  <a:gd name="T13" fmla="*/ 14 h 57"/>
                  <a:gd name="T14" fmla="*/ 30 w 54"/>
                  <a:gd name="T15" fmla="*/ 0 h 57"/>
                  <a:gd name="T16" fmla="*/ 0 w 54"/>
                  <a:gd name="T17" fmla="*/ 26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57">
                    <a:moveTo>
                      <a:pt x="0" y="26"/>
                    </a:moveTo>
                    <a:lnTo>
                      <a:pt x="4" y="33"/>
                    </a:lnTo>
                    <a:lnTo>
                      <a:pt x="14" y="50"/>
                    </a:lnTo>
                    <a:lnTo>
                      <a:pt x="19" y="57"/>
                    </a:lnTo>
                    <a:lnTo>
                      <a:pt x="54" y="43"/>
                    </a:lnTo>
                    <a:lnTo>
                      <a:pt x="47" y="31"/>
                    </a:lnTo>
                    <a:lnTo>
                      <a:pt x="37" y="14"/>
                    </a:lnTo>
                    <a:lnTo>
                      <a:pt x="30" y="0"/>
                    </a:lnTo>
                    <a:lnTo>
                      <a:pt x="0" y="2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9" name="Freeform 310"/>
              <p:cNvSpPr/>
              <p:nvPr/>
            </p:nvSpPr>
            <p:spPr bwMode="auto">
              <a:xfrm>
                <a:off x="2954292" y="4668827"/>
                <a:ext cx="60720" cy="58551"/>
              </a:xfrm>
              <a:custGeom>
                <a:avLst/>
                <a:gdLst>
                  <a:gd name="T0" fmla="*/ 0 w 56"/>
                  <a:gd name="T1" fmla="*/ 35 h 54"/>
                  <a:gd name="T2" fmla="*/ 7 w 56"/>
                  <a:gd name="T3" fmla="*/ 40 h 54"/>
                  <a:gd name="T4" fmla="*/ 26 w 56"/>
                  <a:gd name="T5" fmla="*/ 50 h 54"/>
                  <a:gd name="T6" fmla="*/ 30 w 56"/>
                  <a:gd name="T7" fmla="*/ 54 h 54"/>
                  <a:gd name="T8" fmla="*/ 56 w 56"/>
                  <a:gd name="T9" fmla="*/ 24 h 54"/>
                  <a:gd name="T10" fmla="*/ 45 w 56"/>
                  <a:gd name="T11" fmla="*/ 17 h 54"/>
                  <a:gd name="T12" fmla="*/ 26 w 56"/>
                  <a:gd name="T13" fmla="*/ 7 h 54"/>
                  <a:gd name="T14" fmla="*/ 14 w 56"/>
                  <a:gd name="T15" fmla="*/ 0 h 54"/>
                  <a:gd name="T16" fmla="*/ 0 w 56"/>
                  <a:gd name="T17" fmla="*/ 35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4">
                    <a:moveTo>
                      <a:pt x="0" y="35"/>
                    </a:moveTo>
                    <a:lnTo>
                      <a:pt x="7" y="40"/>
                    </a:lnTo>
                    <a:lnTo>
                      <a:pt x="26" y="50"/>
                    </a:lnTo>
                    <a:lnTo>
                      <a:pt x="30" y="54"/>
                    </a:lnTo>
                    <a:lnTo>
                      <a:pt x="56" y="24"/>
                    </a:lnTo>
                    <a:lnTo>
                      <a:pt x="45" y="17"/>
                    </a:lnTo>
                    <a:lnTo>
                      <a:pt x="26" y="7"/>
                    </a:lnTo>
                    <a:lnTo>
                      <a:pt x="14" y="0"/>
                    </a:lnTo>
                    <a:lnTo>
                      <a:pt x="0" y="3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0" name="Freeform 311"/>
              <p:cNvSpPr/>
              <p:nvPr/>
            </p:nvSpPr>
            <p:spPr bwMode="auto">
              <a:xfrm>
                <a:off x="3022602" y="4699187"/>
                <a:ext cx="54214" cy="44456"/>
              </a:xfrm>
              <a:custGeom>
                <a:avLst/>
                <a:gdLst>
                  <a:gd name="T0" fmla="*/ 8 w 50"/>
                  <a:gd name="T1" fmla="*/ 41 h 41"/>
                  <a:gd name="T2" fmla="*/ 15 w 50"/>
                  <a:gd name="T3" fmla="*/ 41 h 41"/>
                  <a:gd name="T4" fmla="*/ 36 w 50"/>
                  <a:gd name="T5" fmla="*/ 41 h 41"/>
                  <a:gd name="T6" fmla="*/ 43 w 50"/>
                  <a:gd name="T7" fmla="*/ 41 h 41"/>
                  <a:gd name="T8" fmla="*/ 50 w 50"/>
                  <a:gd name="T9" fmla="*/ 0 h 41"/>
                  <a:gd name="T10" fmla="*/ 36 w 50"/>
                  <a:gd name="T11" fmla="*/ 0 h 41"/>
                  <a:gd name="T12" fmla="*/ 15 w 50"/>
                  <a:gd name="T13" fmla="*/ 0 h 41"/>
                  <a:gd name="T14" fmla="*/ 0 w 50"/>
                  <a:gd name="T15" fmla="*/ 0 h 41"/>
                  <a:gd name="T16" fmla="*/ 8 w 50"/>
                  <a:gd name="T17" fmla="*/ 4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41">
                    <a:moveTo>
                      <a:pt x="8" y="41"/>
                    </a:moveTo>
                    <a:lnTo>
                      <a:pt x="15" y="41"/>
                    </a:lnTo>
                    <a:lnTo>
                      <a:pt x="36" y="41"/>
                    </a:lnTo>
                    <a:lnTo>
                      <a:pt x="43" y="41"/>
                    </a:lnTo>
                    <a:lnTo>
                      <a:pt x="50" y="0"/>
                    </a:lnTo>
                    <a:lnTo>
                      <a:pt x="36" y="0"/>
                    </a:lnTo>
                    <a:lnTo>
                      <a:pt x="15" y="0"/>
                    </a:lnTo>
                    <a:lnTo>
                      <a:pt x="0" y="0"/>
                    </a:lnTo>
                    <a:lnTo>
                      <a:pt x="8" y="4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1" name="Freeform 312"/>
              <p:cNvSpPr/>
              <p:nvPr/>
            </p:nvSpPr>
            <p:spPr bwMode="auto">
              <a:xfrm>
                <a:off x="3087659" y="4674248"/>
                <a:ext cx="60720" cy="58551"/>
              </a:xfrm>
              <a:custGeom>
                <a:avLst/>
                <a:gdLst>
                  <a:gd name="T0" fmla="*/ 26 w 56"/>
                  <a:gd name="T1" fmla="*/ 54 h 54"/>
                  <a:gd name="T2" fmla="*/ 30 w 56"/>
                  <a:gd name="T3" fmla="*/ 52 h 54"/>
                  <a:gd name="T4" fmla="*/ 49 w 56"/>
                  <a:gd name="T5" fmla="*/ 40 h 54"/>
                  <a:gd name="T6" fmla="*/ 56 w 56"/>
                  <a:gd name="T7" fmla="*/ 38 h 54"/>
                  <a:gd name="T8" fmla="*/ 42 w 56"/>
                  <a:gd name="T9" fmla="*/ 0 h 54"/>
                  <a:gd name="T10" fmla="*/ 30 w 56"/>
                  <a:gd name="T11" fmla="*/ 7 h 54"/>
                  <a:gd name="T12" fmla="*/ 11 w 56"/>
                  <a:gd name="T13" fmla="*/ 19 h 54"/>
                  <a:gd name="T14" fmla="*/ 0 w 56"/>
                  <a:gd name="T15" fmla="*/ 26 h 54"/>
                  <a:gd name="T16" fmla="*/ 26 w 56"/>
                  <a:gd name="T17"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4">
                    <a:moveTo>
                      <a:pt x="26" y="54"/>
                    </a:moveTo>
                    <a:lnTo>
                      <a:pt x="30" y="52"/>
                    </a:lnTo>
                    <a:lnTo>
                      <a:pt x="49" y="40"/>
                    </a:lnTo>
                    <a:lnTo>
                      <a:pt x="56" y="38"/>
                    </a:lnTo>
                    <a:lnTo>
                      <a:pt x="42" y="0"/>
                    </a:lnTo>
                    <a:lnTo>
                      <a:pt x="30" y="7"/>
                    </a:lnTo>
                    <a:lnTo>
                      <a:pt x="11" y="19"/>
                    </a:lnTo>
                    <a:lnTo>
                      <a:pt x="0" y="26"/>
                    </a:lnTo>
                    <a:lnTo>
                      <a:pt x="26" y="5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2" name="Freeform 313"/>
              <p:cNvSpPr/>
              <p:nvPr/>
            </p:nvSpPr>
            <p:spPr bwMode="auto">
              <a:xfrm>
                <a:off x="3144042" y="4625456"/>
                <a:ext cx="58551" cy="58551"/>
              </a:xfrm>
              <a:custGeom>
                <a:avLst/>
                <a:gdLst>
                  <a:gd name="T0" fmla="*/ 35 w 54"/>
                  <a:gd name="T1" fmla="*/ 54 h 54"/>
                  <a:gd name="T2" fmla="*/ 40 w 54"/>
                  <a:gd name="T3" fmla="*/ 47 h 54"/>
                  <a:gd name="T4" fmla="*/ 49 w 54"/>
                  <a:gd name="T5" fmla="*/ 31 h 54"/>
                  <a:gd name="T6" fmla="*/ 54 w 54"/>
                  <a:gd name="T7" fmla="*/ 23 h 54"/>
                  <a:gd name="T8" fmla="*/ 23 w 54"/>
                  <a:gd name="T9" fmla="*/ 0 h 54"/>
                  <a:gd name="T10" fmla="*/ 16 w 54"/>
                  <a:gd name="T11" fmla="*/ 12 h 54"/>
                  <a:gd name="T12" fmla="*/ 7 w 54"/>
                  <a:gd name="T13" fmla="*/ 28 h 54"/>
                  <a:gd name="T14" fmla="*/ 0 w 54"/>
                  <a:gd name="T15" fmla="*/ 40 h 54"/>
                  <a:gd name="T16" fmla="*/ 35 w 54"/>
                  <a:gd name="T17"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54">
                    <a:moveTo>
                      <a:pt x="35" y="54"/>
                    </a:moveTo>
                    <a:lnTo>
                      <a:pt x="40" y="47"/>
                    </a:lnTo>
                    <a:lnTo>
                      <a:pt x="49" y="31"/>
                    </a:lnTo>
                    <a:lnTo>
                      <a:pt x="54" y="23"/>
                    </a:lnTo>
                    <a:lnTo>
                      <a:pt x="23" y="0"/>
                    </a:lnTo>
                    <a:lnTo>
                      <a:pt x="16" y="12"/>
                    </a:lnTo>
                    <a:lnTo>
                      <a:pt x="7" y="28"/>
                    </a:lnTo>
                    <a:lnTo>
                      <a:pt x="0" y="40"/>
                    </a:lnTo>
                    <a:lnTo>
                      <a:pt x="35" y="5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3" name="Freeform 314"/>
              <p:cNvSpPr/>
              <p:nvPr/>
            </p:nvSpPr>
            <p:spPr bwMode="auto">
              <a:xfrm>
                <a:off x="3174402" y="4563651"/>
                <a:ext cx="43371" cy="50962"/>
              </a:xfrm>
              <a:custGeom>
                <a:avLst/>
                <a:gdLst>
                  <a:gd name="T0" fmla="*/ 40 w 40"/>
                  <a:gd name="T1" fmla="*/ 43 h 47"/>
                  <a:gd name="T2" fmla="*/ 40 w 40"/>
                  <a:gd name="T3" fmla="*/ 33 h 47"/>
                  <a:gd name="T4" fmla="*/ 40 w 40"/>
                  <a:gd name="T5" fmla="*/ 14 h 47"/>
                  <a:gd name="T6" fmla="*/ 40 w 40"/>
                  <a:gd name="T7" fmla="*/ 5 h 47"/>
                  <a:gd name="T8" fmla="*/ 0 w 40"/>
                  <a:gd name="T9" fmla="*/ 0 h 47"/>
                  <a:gd name="T10" fmla="*/ 0 w 40"/>
                  <a:gd name="T11" fmla="*/ 14 h 47"/>
                  <a:gd name="T12" fmla="*/ 0 w 40"/>
                  <a:gd name="T13" fmla="*/ 33 h 47"/>
                  <a:gd name="T14" fmla="*/ 0 w 40"/>
                  <a:gd name="T15" fmla="*/ 47 h 47"/>
                  <a:gd name="T16" fmla="*/ 40 w 40"/>
                  <a:gd name="T17" fmla="*/ 43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47">
                    <a:moveTo>
                      <a:pt x="40" y="43"/>
                    </a:moveTo>
                    <a:lnTo>
                      <a:pt x="40" y="33"/>
                    </a:lnTo>
                    <a:lnTo>
                      <a:pt x="40" y="14"/>
                    </a:lnTo>
                    <a:lnTo>
                      <a:pt x="40" y="5"/>
                    </a:lnTo>
                    <a:lnTo>
                      <a:pt x="0" y="0"/>
                    </a:lnTo>
                    <a:lnTo>
                      <a:pt x="0" y="14"/>
                    </a:lnTo>
                    <a:lnTo>
                      <a:pt x="0" y="33"/>
                    </a:lnTo>
                    <a:lnTo>
                      <a:pt x="0" y="47"/>
                    </a:lnTo>
                    <a:lnTo>
                      <a:pt x="40" y="4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4" name="Freeform 315"/>
              <p:cNvSpPr/>
              <p:nvPr/>
            </p:nvSpPr>
            <p:spPr bwMode="auto">
              <a:xfrm>
                <a:off x="3148379" y="4492088"/>
                <a:ext cx="59636" cy="58551"/>
              </a:xfrm>
              <a:custGeom>
                <a:avLst/>
                <a:gdLst>
                  <a:gd name="T0" fmla="*/ 55 w 55"/>
                  <a:gd name="T1" fmla="*/ 31 h 54"/>
                  <a:gd name="T2" fmla="*/ 52 w 55"/>
                  <a:gd name="T3" fmla="*/ 24 h 54"/>
                  <a:gd name="T4" fmla="*/ 40 w 55"/>
                  <a:gd name="T5" fmla="*/ 7 h 54"/>
                  <a:gd name="T6" fmla="*/ 38 w 55"/>
                  <a:gd name="T7" fmla="*/ 0 h 54"/>
                  <a:gd name="T8" fmla="*/ 0 w 55"/>
                  <a:gd name="T9" fmla="*/ 14 h 54"/>
                  <a:gd name="T10" fmla="*/ 7 w 55"/>
                  <a:gd name="T11" fmla="*/ 26 h 54"/>
                  <a:gd name="T12" fmla="*/ 17 w 55"/>
                  <a:gd name="T13" fmla="*/ 42 h 54"/>
                  <a:gd name="T14" fmla="*/ 24 w 55"/>
                  <a:gd name="T15" fmla="*/ 54 h 54"/>
                  <a:gd name="T16" fmla="*/ 55 w 55"/>
                  <a:gd name="T17" fmla="*/ 31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5" h="54">
                    <a:moveTo>
                      <a:pt x="55" y="31"/>
                    </a:moveTo>
                    <a:lnTo>
                      <a:pt x="52" y="24"/>
                    </a:lnTo>
                    <a:lnTo>
                      <a:pt x="40" y="7"/>
                    </a:lnTo>
                    <a:lnTo>
                      <a:pt x="38" y="0"/>
                    </a:lnTo>
                    <a:lnTo>
                      <a:pt x="0" y="14"/>
                    </a:lnTo>
                    <a:lnTo>
                      <a:pt x="7" y="26"/>
                    </a:lnTo>
                    <a:lnTo>
                      <a:pt x="17" y="42"/>
                    </a:lnTo>
                    <a:lnTo>
                      <a:pt x="24" y="54"/>
                    </a:lnTo>
                    <a:lnTo>
                      <a:pt x="55" y="3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5" name="Freeform 316"/>
              <p:cNvSpPr/>
              <p:nvPr/>
            </p:nvSpPr>
            <p:spPr bwMode="auto">
              <a:xfrm>
                <a:off x="3097418" y="4437874"/>
                <a:ext cx="61805" cy="59636"/>
              </a:xfrm>
              <a:custGeom>
                <a:avLst/>
                <a:gdLst>
                  <a:gd name="T0" fmla="*/ 57 w 57"/>
                  <a:gd name="T1" fmla="*/ 17 h 55"/>
                  <a:gd name="T2" fmla="*/ 50 w 57"/>
                  <a:gd name="T3" fmla="*/ 14 h 55"/>
                  <a:gd name="T4" fmla="*/ 33 w 57"/>
                  <a:gd name="T5" fmla="*/ 3 h 55"/>
                  <a:gd name="T6" fmla="*/ 26 w 57"/>
                  <a:gd name="T7" fmla="*/ 0 h 55"/>
                  <a:gd name="T8" fmla="*/ 0 w 57"/>
                  <a:gd name="T9" fmla="*/ 31 h 55"/>
                  <a:gd name="T10" fmla="*/ 14 w 57"/>
                  <a:gd name="T11" fmla="*/ 38 h 55"/>
                  <a:gd name="T12" fmla="*/ 31 w 57"/>
                  <a:gd name="T13" fmla="*/ 48 h 55"/>
                  <a:gd name="T14" fmla="*/ 43 w 57"/>
                  <a:gd name="T15" fmla="*/ 55 h 55"/>
                  <a:gd name="T16" fmla="*/ 57 w 57"/>
                  <a:gd name="T17" fmla="*/ 17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5">
                    <a:moveTo>
                      <a:pt x="57" y="17"/>
                    </a:moveTo>
                    <a:lnTo>
                      <a:pt x="50" y="14"/>
                    </a:lnTo>
                    <a:lnTo>
                      <a:pt x="33" y="3"/>
                    </a:lnTo>
                    <a:lnTo>
                      <a:pt x="26" y="0"/>
                    </a:lnTo>
                    <a:lnTo>
                      <a:pt x="0" y="31"/>
                    </a:lnTo>
                    <a:lnTo>
                      <a:pt x="14" y="38"/>
                    </a:lnTo>
                    <a:lnTo>
                      <a:pt x="31" y="48"/>
                    </a:lnTo>
                    <a:lnTo>
                      <a:pt x="43" y="55"/>
                    </a:lnTo>
                    <a:lnTo>
                      <a:pt x="57" y="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6" name="Freeform 317"/>
              <p:cNvSpPr>
                <a:spLocks noEditPoints="1"/>
              </p:cNvSpPr>
              <p:nvPr/>
            </p:nvSpPr>
            <p:spPr bwMode="auto">
              <a:xfrm>
                <a:off x="2926101" y="4448717"/>
                <a:ext cx="263481" cy="266734"/>
              </a:xfrm>
              <a:custGeom>
                <a:avLst/>
                <a:gdLst>
                  <a:gd name="T0" fmla="*/ 51 w 103"/>
                  <a:gd name="T1" fmla="*/ 104 h 104"/>
                  <a:gd name="T2" fmla="*/ 0 w 103"/>
                  <a:gd name="T3" fmla="*/ 52 h 104"/>
                  <a:gd name="T4" fmla="*/ 51 w 103"/>
                  <a:gd name="T5" fmla="*/ 0 h 104"/>
                  <a:gd name="T6" fmla="*/ 103 w 103"/>
                  <a:gd name="T7" fmla="*/ 52 h 104"/>
                  <a:gd name="T8" fmla="*/ 51 w 103"/>
                  <a:gd name="T9" fmla="*/ 104 h 104"/>
                  <a:gd name="T10" fmla="*/ 51 w 103"/>
                  <a:gd name="T11" fmla="*/ 16 h 104"/>
                  <a:gd name="T12" fmla="*/ 15 w 103"/>
                  <a:gd name="T13" fmla="*/ 52 h 104"/>
                  <a:gd name="T14" fmla="*/ 51 w 103"/>
                  <a:gd name="T15" fmla="*/ 89 h 104"/>
                  <a:gd name="T16" fmla="*/ 87 w 103"/>
                  <a:gd name="T17" fmla="*/ 52 h 104"/>
                  <a:gd name="T18" fmla="*/ 51 w 103"/>
                  <a:gd name="T19" fmla="*/ 16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3" h="104">
                    <a:moveTo>
                      <a:pt x="51" y="104"/>
                    </a:moveTo>
                    <a:cubicBezTo>
                      <a:pt x="23" y="104"/>
                      <a:pt x="0" y="81"/>
                      <a:pt x="0" y="52"/>
                    </a:cubicBezTo>
                    <a:cubicBezTo>
                      <a:pt x="0" y="24"/>
                      <a:pt x="23" y="0"/>
                      <a:pt x="51" y="0"/>
                    </a:cubicBezTo>
                    <a:cubicBezTo>
                      <a:pt x="80" y="0"/>
                      <a:pt x="103" y="24"/>
                      <a:pt x="103" y="52"/>
                    </a:cubicBezTo>
                    <a:cubicBezTo>
                      <a:pt x="103" y="81"/>
                      <a:pt x="80" y="104"/>
                      <a:pt x="51" y="104"/>
                    </a:cubicBezTo>
                    <a:close/>
                    <a:moveTo>
                      <a:pt x="51" y="16"/>
                    </a:moveTo>
                    <a:cubicBezTo>
                      <a:pt x="31" y="16"/>
                      <a:pt x="15" y="32"/>
                      <a:pt x="15" y="52"/>
                    </a:cubicBezTo>
                    <a:cubicBezTo>
                      <a:pt x="15" y="73"/>
                      <a:pt x="31" y="89"/>
                      <a:pt x="51" y="89"/>
                    </a:cubicBezTo>
                    <a:cubicBezTo>
                      <a:pt x="71" y="89"/>
                      <a:pt x="87" y="73"/>
                      <a:pt x="87" y="52"/>
                    </a:cubicBezTo>
                    <a:cubicBezTo>
                      <a:pt x="87" y="32"/>
                      <a:pt x="71" y="16"/>
                      <a:pt x="51"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7" name="Oval 318"/>
              <p:cNvSpPr>
                <a:spLocks noChangeArrowheads="1"/>
              </p:cNvSpPr>
              <p:nvPr/>
            </p:nvSpPr>
            <p:spPr bwMode="auto">
              <a:xfrm>
                <a:off x="2999832" y="4525702"/>
                <a:ext cx="112766" cy="11276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78" name="组合 477"/>
            <p:cNvGrpSpPr/>
            <p:nvPr/>
          </p:nvGrpSpPr>
          <p:grpSpPr>
            <a:xfrm>
              <a:off x="5756305" y="-399250"/>
              <a:ext cx="269253" cy="231621"/>
              <a:chOff x="3787022" y="1797643"/>
              <a:chExt cx="550817" cy="473832"/>
            </a:xfrm>
          </p:grpSpPr>
          <p:sp>
            <p:nvSpPr>
              <p:cNvPr id="479" name="Oval 217"/>
              <p:cNvSpPr>
                <a:spLocks noChangeArrowheads="1"/>
              </p:cNvSpPr>
              <p:nvPr/>
            </p:nvSpPr>
            <p:spPr bwMode="auto">
              <a:xfrm>
                <a:off x="4007132" y="1931010"/>
                <a:ext cx="108428" cy="135536"/>
              </a:xfrm>
              <a:prstGeom prst="ellipse">
                <a:avLst/>
              </a:pr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0" name="Freeform 218"/>
              <p:cNvSpPr/>
              <p:nvPr/>
            </p:nvSpPr>
            <p:spPr bwMode="auto">
              <a:xfrm>
                <a:off x="4079779" y="2081725"/>
                <a:ext cx="96502" cy="133367"/>
              </a:xfrm>
              <a:custGeom>
                <a:avLst/>
                <a:gdLst>
                  <a:gd name="T0" fmla="*/ 36 w 38"/>
                  <a:gd name="T1" fmla="*/ 12 h 52"/>
                  <a:gd name="T2" fmla="*/ 24 w 38"/>
                  <a:gd name="T3" fmla="*/ 1 h 52"/>
                  <a:gd name="T4" fmla="*/ 12 w 38"/>
                  <a:gd name="T5" fmla="*/ 1 h 52"/>
                  <a:gd name="T6" fmla="*/ 20 w 38"/>
                  <a:gd name="T7" fmla="*/ 7 h 52"/>
                  <a:gd name="T8" fmla="*/ 9 w 38"/>
                  <a:gd name="T9" fmla="*/ 13 h 52"/>
                  <a:gd name="T10" fmla="*/ 14 w 38"/>
                  <a:gd name="T11" fmla="*/ 21 h 52"/>
                  <a:gd name="T12" fmla="*/ 0 w 38"/>
                  <a:gd name="T13" fmla="*/ 52 h 52"/>
                  <a:gd name="T14" fmla="*/ 0 w 38"/>
                  <a:gd name="T15" fmla="*/ 52 h 52"/>
                  <a:gd name="T16" fmla="*/ 38 w 38"/>
                  <a:gd name="T17" fmla="*/ 37 h 52"/>
                  <a:gd name="T18" fmla="*/ 36 w 38"/>
                  <a:gd name="T19" fmla="*/ 1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 h="52">
                    <a:moveTo>
                      <a:pt x="36" y="12"/>
                    </a:moveTo>
                    <a:cubicBezTo>
                      <a:pt x="36" y="5"/>
                      <a:pt x="30" y="0"/>
                      <a:pt x="24" y="1"/>
                    </a:cubicBezTo>
                    <a:cubicBezTo>
                      <a:pt x="24" y="1"/>
                      <a:pt x="19" y="1"/>
                      <a:pt x="12" y="1"/>
                    </a:cubicBezTo>
                    <a:cubicBezTo>
                      <a:pt x="20" y="7"/>
                      <a:pt x="20" y="7"/>
                      <a:pt x="20" y="7"/>
                    </a:cubicBezTo>
                    <a:cubicBezTo>
                      <a:pt x="9" y="13"/>
                      <a:pt x="9" y="13"/>
                      <a:pt x="9" y="13"/>
                    </a:cubicBezTo>
                    <a:cubicBezTo>
                      <a:pt x="14" y="21"/>
                      <a:pt x="14" y="21"/>
                      <a:pt x="14" y="21"/>
                    </a:cubicBezTo>
                    <a:cubicBezTo>
                      <a:pt x="0" y="52"/>
                      <a:pt x="0" y="52"/>
                      <a:pt x="0" y="52"/>
                    </a:cubicBezTo>
                    <a:cubicBezTo>
                      <a:pt x="0" y="52"/>
                      <a:pt x="0" y="52"/>
                      <a:pt x="0" y="52"/>
                    </a:cubicBezTo>
                    <a:cubicBezTo>
                      <a:pt x="15" y="51"/>
                      <a:pt x="28" y="45"/>
                      <a:pt x="38" y="37"/>
                    </a:cubicBezTo>
                    <a:lnTo>
                      <a:pt x="36" y="12"/>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1" name="Freeform 219"/>
              <p:cNvSpPr/>
              <p:nvPr/>
            </p:nvSpPr>
            <p:spPr bwMode="auto">
              <a:xfrm>
                <a:off x="3948581" y="2081725"/>
                <a:ext cx="95417" cy="133367"/>
              </a:xfrm>
              <a:custGeom>
                <a:avLst/>
                <a:gdLst>
                  <a:gd name="T0" fmla="*/ 23 w 37"/>
                  <a:gd name="T1" fmla="*/ 21 h 52"/>
                  <a:gd name="T2" fmla="*/ 28 w 37"/>
                  <a:gd name="T3" fmla="*/ 13 h 52"/>
                  <a:gd name="T4" fmla="*/ 17 w 37"/>
                  <a:gd name="T5" fmla="*/ 7 h 52"/>
                  <a:gd name="T6" fmla="*/ 25 w 37"/>
                  <a:gd name="T7" fmla="*/ 0 h 52"/>
                  <a:gd name="T8" fmla="*/ 15 w 37"/>
                  <a:gd name="T9" fmla="*/ 1 h 52"/>
                  <a:gd name="T10" fmla="*/ 15 w 37"/>
                  <a:gd name="T11" fmla="*/ 1 h 52"/>
                  <a:gd name="T12" fmla="*/ 2 w 37"/>
                  <a:gd name="T13" fmla="*/ 12 h 52"/>
                  <a:gd name="T14" fmla="*/ 0 w 37"/>
                  <a:gd name="T15" fmla="*/ 37 h 52"/>
                  <a:gd name="T16" fmla="*/ 37 w 37"/>
                  <a:gd name="T17" fmla="*/ 52 h 52"/>
                  <a:gd name="T18" fmla="*/ 37 w 37"/>
                  <a:gd name="T19" fmla="*/ 52 h 52"/>
                  <a:gd name="T20" fmla="*/ 23 w 37"/>
                  <a:gd name="T21" fmla="*/ 21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 h="52">
                    <a:moveTo>
                      <a:pt x="23" y="21"/>
                    </a:moveTo>
                    <a:cubicBezTo>
                      <a:pt x="28" y="13"/>
                      <a:pt x="28" y="13"/>
                      <a:pt x="28" y="13"/>
                    </a:cubicBezTo>
                    <a:cubicBezTo>
                      <a:pt x="17" y="7"/>
                      <a:pt x="17" y="7"/>
                      <a:pt x="17" y="7"/>
                    </a:cubicBezTo>
                    <a:cubicBezTo>
                      <a:pt x="25" y="0"/>
                      <a:pt x="25" y="0"/>
                      <a:pt x="25" y="0"/>
                    </a:cubicBezTo>
                    <a:cubicBezTo>
                      <a:pt x="19" y="0"/>
                      <a:pt x="15" y="0"/>
                      <a:pt x="15" y="1"/>
                    </a:cubicBezTo>
                    <a:cubicBezTo>
                      <a:pt x="15" y="1"/>
                      <a:pt x="15" y="1"/>
                      <a:pt x="15" y="1"/>
                    </a:cubicBezTo>
                    <a:cubicBezTo>
                      <a:pt x="8" y="0"/>
                      <a:pt x="3" y="5"/>
                      <a:pt x="2" y="12"/>
                    </a:cubicBezTo>
                    <a:cubicBezTo>
                      <a:pt x="0" y="37"/>
                      <a:pt x="0" y="37"/>
                      <a:pt x="0" y="37"/>
                    </a:cubicBezTo>
                    <a:cubicBezTo>
                      <a:pt x="10" y="46"/>
                      <a:pt x="23" y="51"/>
                      <a:pt x="37" y="52"/>
                    </a:cubicBezTo>
                    <a:cubicBezTo>
                      <a:pt x="37" y="52"/>
                      <a:pt x="37" y="52"/>
                      <a:pt x="37" y="52"/>
                    </a:cubicBezTo>
                    <a:lnTo>
                      <a:pt x="23" y="21"/>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2" name="Freeform 220"/>
              <p:cNvSpPr/>
              <p:nvPr/>
            </p:nvSpPr>
            <p:spPr bwMode="auto">
              <a:xfrm>
                <a:off x="4043998" y="2081725"/>
                <a:ext cx="35782" cy="28191"/>
              </a:xfrm>
              <a:custGeom>
                <a:avLst/>
                <a:gdLst>
                  <a:gd name="T0" fmla="*/ 28 w 33"/>
                  <a:gd name="T1" fmla="*/ 26 h 26"/>
                  <a:gd name="T2" fmla="*/ 28 w 33"/>
                  <a:gd name="T3" fmla="*/ 26 h 26"/>
                  <a:gd name="T4" fmla="*/ 33 w 33"/>
                  <a:gd name="T5" fmla="*/ 24 h 26"/>
                  <a:gd name="T6" fmla="*/ 28 w 33"/>
                  <a:gd name="T7" fmla="*/ 0 h 26"/>
                  <a:gd name="T8" fmla="*/ 7 w 33"/>
                  <a:gd name="T9" fmla="*/ 0 h 26"/>
                  <a:gd name="T10" fmla="*/ 0 w 33"/>
                  <a:gd name="T11" fmla="*/ 24 h 26"/>
                  <a:gd name="T12" fmla="*/ 4 w 33"/>
                  <a:gd name="T13" fmla="*/ 26 h 26"/>
                  <a:gd name="T14" fmla="*/ 4 w 33"/>
                  <a:gd name="T15" fmla="*/ 26 h 26"/>
                  <a:gd name="T16" fmla="*/ 28 w 33"/>
                  <a:gd name="T17" fmla="*/ 2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 h="26">
                    <a:moveTo>
                      <a:pt x="28" y="26"/>
                    </a:moveTo>
                    <a:lnTo>
                      <a:pt x="28" y="26"/>
                    </a:lnTo>
                    <a:lnTo>
                      <a:pt x="33" y="24"/>
                    </a:lnTo>
                    <a:lnTo>
                      <a:pt x="28" y="0"/>
                    </a:lnTo>
                    <a:lnTo>
                      <a:pt x="7" y="0"/>
                    </a:lnTo>
                    <a:lnTo>
                      <a:pt x="0" y="24"/>
                    </a:lnTo>
                    <a:lnTo>
                      <a:pt x="4" y="26"/>
                    </a:lnTo>
                    <a:lnTo>
                      <a:pt x="4" y="26"/>
                    </a:lnTo>
                    <a:lnTo>
                      <a:pt x="28" y="26"/>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3" name="Freeform 221"/>
              <p:cNvSpPr/>
              <p:nvPr/>
            </p:nvSpPr>
            <p:spPr bwMode="auto">
              <a:xfrm>
                <a:off x="4043998" y="2109916"/>
                <a:ext cx="35782" cy="108428"/>
              </a:xfrm>
              <a:custGeom>
                <a:avLst/>
                <a:gdLst>
                  <a:gd name="T0" fmla="*/ 12 w 14"/>
                  <a:gd name="T1" fmla="*/ 0 h 42"/>
                  <a:gd name="T2" fmla="*/ 12 w 14"/>
                  <a:gd name="T3" fmla="*/ 0 h 42"/>
                  <a:gd name="T4" fmla="*/ 2 w 14"/>
                  <a:gd name="T5" fmla="*/ 0 h 42"/>
                  <a:gd name="T6" fmla="*/ 2 w 14"/>
                  <a:gd name="T7" fmla="*/ 0 h 42"/>
                  <a:gd name="T8" fmla="*/ 0 w 14"/>
                  <a:gd name="T9" fmla="*/ 41 h 42"/>
                  <a:gd name="T10" fmla="*/ 0 w 14"/>
                  <a:gd name="T11" fmla="*/ 41 h 42"/>
                  <a:gd name="T12" fmla="*/ 7 w 14"/>
                  <a:gd name="T13" fmla="*/ 42 h 42"/>
                  <a:gd name="T14" fmla="*/ 14 w 14"/>
                  <a:gd name="T15" fmla="*/ 41 h 42"/>
                  <a:gd name="T16" fmla="*/ 14 w 14"/>
                  <a:gd name="T17" fmla="*/ 41 h 42"/>
                  <a:gd name="T18" fmla="*/ 12 w 14"/>
                  <a:gd name="T19"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 h="42">
                    <a:moveTo>
                      <a:pt x="12" y="0"/>
                    </a:moveTo>
                    <a:cubicBezTo>
                      <a:pt x="12" y="0"/>
                      <a:pt x="12" y="0"/>
                      <a:pt x="12" y="0"/>
                    </a:cubicBezTo>
                    <a:cubicBezTo>
                      <a:pt x="2" y="0"/>
                      <a:pt x="2" y="0"/>
                      <a:pt x="2" y="0"/>
                    </a:cubicBezTo>
                    <a:cubicBezTo>
                      <a:pt x="2" y="0"/>
                      <a:pt x="2" y="0"/>
                      <a:pt x="2" y="0"/>
                    </a:cubicBezTo>
                    <a:cubicBezTo>
                      <a:pt x="0" y="41"/>
                      <a:pt x="0" y="41"/>
                      <a:pt x="0" y="41"/>
                    </a:cubicBezTo>
                    <a:cubicBezTo>
                      <a:pt x="0" y="41"/>
                      <a:pt x="0" y="41"/>
                      <a:pt x="0" y="41"/>
                    </a:cubicBezTo>
                    <a:cubicBezTo>
                      <a:pt x="3" y="42"/>
                      <a:pt x="5" y="42"/>
                      <a:pt x="7" y="42"/>
                    </a:cubicBezTo>
                    <a:cubicBezTo>
                      <a:pt x="10" y="42"/>
                      <a:pt x="12" y="42"/>
                      <a:pt x="14" y="41"/>
                    </a:cubicBezTo>
                    <a:cubicBezTo>
                      <a:pt x="14" y="41"/>
                      <a:pt x="14" y="41"/>
                      <a:pt x="14" y="41"/>
                    </a:cubicBezTo>
                    <a:lnTo>
                      <a:pt x="12" y="0"/>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4" name="Freeform 222"/>
              <p:cNvSpPr/>
              <p:nvPr/>
            </p:nvSpPr>
            <p:spPr bwMode="auto">
              <a:xfrm>
                <a:off x="3826056" y="2032933"/>
                <a:ext cx="460821" cy="238542"/>
              </a:xfrm>
              <a:custGeom>
                <a:avLst/>
                <a:gdLst>
                  <a:gd name="T0" fmla="*/ 92 w 180"/>
                  <a:gd name="T1" fmla="*/ 93 h 93"/>
                  <a:gd name="T2" fmla="*/ 0 w 180"/>
                  <a:gd name="T3" fmla="*/ 0 h 93"/>
                  <a:gd name="T4" fmla="*/ 23 w 180"/>
                  <a:gd name="T5" fmla="*/ 0 h 93"/>
                  <a:gd name="T6" fmla="*/ 92 w 180"/>
                  <a:gd name="T7" fmla="*/ 70 h 93"/>
                  <a:gd name="T8" fmla="*/ 158 w 180"/>
                  <a:gd name="T9" fmla="*/ 22 h 93"/>
                  <a:gd name="T10" fmla="*/ 180 w 180"/>
                  <a:gd name="T11" fmla="*/ 30 h 93"/>
                  <a:gd name="T12" fmla="*/ 92 w 180"/>
                  <a:gd name="T13" fmla="*/ 93 h 93"/>
                </a:gdLst>
                <a:ahLst/>
                <a:cxnLst>
                  <a:cxn ang="0">
                    <a:pos x="T0" y="T1"/>
                  </a:cxn>
                  <a:cxn ang="0">
                    <a:pos x="T2" y="T3"/>
                  </a:cxn>
                  <a:cxn ang="0">
                    <a:pos x="T4" y="T5"/>
                  </a:cxn>
                  <a:cxn ang="0">
                    <a:pos x="T6" y="T7"/>
                  </a:cxn>
                  <a:cxn ang="0">
                    <a:pos x="T8" y="T9"/>
                  </a:cxn>
                  <a:cxn ang="0">
                    <a:pos x="T10" y="T11"/>
                  </a:cxn>
                  <a:cxn ang="0">
                    <a:pos x="T12" y="T13"/>
                  </a:cxn>
                </a:cxnLst>
                <a:rect l="0" t="0" r="r" b="b"/>
                <a:pathLst>
                  <a:path w="180" h="93">
                    <a:moveTo>
                      <a:pt x="92" y="93"/>
                    </a:moveTo>
                    <a:cubicBezTo>
                      <a:pt x="41" y="93"/>
                      <a:pt x="0" y="51"/>
                      <a:pt x="0" y="0"/>
                    </a:cubicBezTo>
                    <a:cubicBezTo>
                      <a:pt x="23" y="0"/>
                      <a:pt x="23" y="0"/>
                      <a:pt x="23" y="0"/>
                    </a:cubicBezTo>
                    <a:cubicBezTo>
                      <a:pt x="23" y="39"/>
                      <a:pt x="54" y="70"/>
                      <a:pt x="92" y="70"/>
                    </a:cubicBezTo>
                    <a:cubicBezTo>
                      <a:pt x="122" y="70"/>
                      <a:pt x="149" y="51"/>
                      <a:pt x="158" y="22"/>
                    </a:cubicBezTo>
                    <a:cubicBezTo>
                      <a:pt x="180" y="30"/>
                      <a:pt x="180" y="30"/>
                      <a:pt x="180" y="30"/>
                    </a:cubicBezTo>
                    <a:cubicBezTo>
                      <a:pt x="168" y="67"/>
                      <a:pt x="132" y="93"/>
                      <a:pt x="92" y="93"/>
                    </a:cubicBez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5" name="Freeform 223"/>
              <p:cNvSpPr/>
              <p:nvPr/>
            </p:nvSpPr>
            <p:spPr bwMode="auto">
              <a:xfrm>
                <a:off x="3787022" y="1979802"/>
                <a:ext cx="133367" cy="66142"/>
              </a:xfrm>
              <a:custGeom>
                <a:avLst/>
                <a:gdLst>
                  <a:gd name="T0" fmla="*/ 123 w 123"/>
                  <a:gd name="T1" fmla="*/ 61 h 61"/>
                  <a:gd name="T2" fmla="*/ 62 w 123"/>
                  <a:gd name="T3" fmla="*/ 0 h 61"/>
                  <a:gd name="T4" fmla="*/ 0 w 123"/>
                  <a:gd name="T5" fmla="*/ 61 h 61"/>
                  <a:gd name="T6" fmla="*/ 123 w 123"/>
                  <a:gd name="T7" fmla="*/ 61 h 61"/>
                </a:gdLst>
                <a:ahLst/>
                <a:cxnLst>
                  <a:cxn ang="0">
                    <a:pos x="T0" y="T1"/>
                  </a:cxn>
                  <a:cxn ang="0">
                    <a:pos x="T2" y="T3"/>
                  </a:cxn>
                  <a:cxn ang="0">
                    <a:pos x="T4" y="T5"/>
                  </a:cxn>
                  <a:cxn ang="0">
                    <a:pos x="T6" y="T7"/>
                  </a:cxn>
                </a:cxnLst>
                <a:rect l="0" t="0" r="r" b="b"/>
                <a:pathLst>
                  <a:path w="123" h="61">
                    <a:moveTo>
                      <a:pt x="123" y="61"/>
                    </a:moveTo>
                    <a:lnTo>
                      <a:pt x="62" y="0"/>
                    </a:lnTo>
                    <a:lnTo>
                      <a:pt x="0" y="61"/>
                    </a:lnTo>
                    <a:lnTo>
                      <a:pt x="123" y="61"/>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6" name="Freeform 224"/>
              <p:cNvSpPr/>
              <p:nvPr/>
            </p:nvSpPr>
            <p:spPr bwMode="auto">
              <a:xfrm>
                <a:off x="3837984" y="1797643"/>
                <a:ext cx="461905" cy="235290"/>
              </a:xfrm>
              <a:custGeom>
                <a:avLst/>
                <a:gdLst>
                  <a:gd name="T0" fmla="*/ 180 w 180"/>
                  <a:gd name="T1" fmla="*/ 92 h 92"/>
                  <a:gd name="T2" fmla="*/ 157 w 180"/>
                  <a:gd name="T3" fmla="*/ 92 h 92"/>
                  <a:gd name="T4" fmla="*/ 88 w 180"/>
                  <a:gd name="T5" fmla="*/ 23 h 92"/>
                  <a:gd name="T6" fmla="*/ 21 w 180"/>
                  <a:gd name="T7" fmla="*/ 70 h 92"/>
                  <a:gd name="T8" fmla="*/ 0 w 180"/>
                  <a:gd name="T9" fmla="*/ 63 h 92"/>
                  <a:gd name="T10" fmla="*/ 88 w 180"/>
                  <a:gd name="T11" fmla="*/ 0 h 92"/>
                  <a:gd name="T12" fmla="*/ 180 w 180"/>
                  <a:gd name="T13" fmla="*/ 92 h 92"/>
                </a:gdLst>
                <a:ahLst/>
                <a:cxnLst>
                  <a:cxn ang="0">
                    <a:pos x="T0" y="T1"/>
                  </a:cxn>
                  <a:cxn ang="0">
                    <a:pos x="T2" y="T3"/>
                  </a:cxn>
                  <a:cxn ang="0">
                    <a:pos x="T4" y="T5"/>
                  </a:cxn>
                  <a:cxn ang="0">
                    <a:pos x="T6" y="T7"/>
                  </a:cxn>
                  <a:cxn ang="0">
                    <a:pos x="T8" y="T9"/>
                  </a:cxn>
                  <a:cxn ang="0">
                    <a:pos x="T10" y="T11"/>
                  </a:cxn>
                  <a:cxn ang="0">
                    <a:pos x="T12" y="T13"/>
                  </a:cxn>
                </a:cxnLst>
                <a:rect l="0" t="0" r="r" b="b"/>
                <a:pathLst>
                  <a:path w="180" h="92">
                    <a:moveTo>
                      <a:pt x="180" y="92"/>
                    </a:moveTo>
                    <a:cubicBezTo>
                      <a:pt x="157" y="92"/>
                      <a:pt x="157" y="92"/>
                      <a:pt x="157" y="92"/>
                    </a:cubicBezTo>
                    <a:cubicBezTo>
                      <a:pt x="157" y="54"/>
                      <a:pt x="126" y="23"/>
                      <a:pt x="88" y="23"/>
                    </a:cubicBezTo>
                    <a:cubicBezTo>
                      <a:pt x="57" y="23"/>
                      <a:pt x="31" y="42"/>
                      <a:pt x="21" y="70"/>
                    </a:cubicBezTo>
                    <a:cubicBezTo>
                      <a:pt x="0" y="63"/>
                      <a:pt x="0" y="63"/>
                      <a:pt x="0" y="63"/>
                    </a:cubicBezTo>
                    <a:cubicBezTo>
                      <a:pt x="12" y="25"/>
                      <a:pt x="48" y="0"/>
                      <a:pt x="88" y="0"/>
                    </a:cubicBezTo>
                    <a:cubicBezTo>
                      <a:pt x="139" y="0"/>
                      <a:pt x="180" y="41"/>
                      <a:pt x="180" y="92"/>
                    </a:cubicBez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7" name="Freeform 225"/>
              <p:cNvSpPr/>
              <p:nvPr/>
            </p:nvSpPr>
            <p:spPr bwMode="auto">
              <a:xfrm>
                <a:off x="4202303" y="2021005"/>
                <a:ext cx="135536" cy="68310"/>
              </a:xfrm>
              <a:custGeom>
                <a:avLst/>
                <a:gdLst>
                  <a:gd name="T0" fmla="*/ 0 w 125"/>
                  <a:gd name="T1" fmla="*/ 0 h 63"/>
                  <a:gd name="T2" fmla="*/ 64 w 125"/>
                  <a:gd name="T3" fmla="*/ 63 h 63"/>
                  <a:gd name="T4" fmla="*/ 125 w 125"/>
                  <a:gd name="T5" fmla="*/ 0 h 63"/>
                  <a:gd name="T6" fmla="*/ 0 w 125"/>
                  <a:gd name="T7" fmla="*/ 0 h 63"/>
                </a:gdLst>
                <a:ahLst/>
                <a:cxnLst>
                  <a:cxn ang="0">
                    <a:pos x="T0" y="T1"/>
                  </a:cxn>
                  <a:cxn ang="0">
                    <a:pos x="T2" y="T3"/>
                  </a:cxn>
                  <a:cxn ang="0">
                    <a:pos x="T4" y="T5"/>
                  </a:cxn>
                  <a:cxn ang="0">
                    <a:pos x="T6" y="T7"/>
                  </a:cxn>
                </a:cxnLst>
                <a:rect l="0" t="0" r="r" b="b"/>
                <a:pathLst>
                  <a:path w="125" h="63">
                    <a:moveTo>
                      <a:pt x="0" y="0"/>
                    </a:moveTo>
                    <a:lnTo>
                      <a:pt x="64" y="63"/>
                    </a:lnTo>
                    <a:lnTo>
                      <a:pt x="125" y="0"/>
                    </a:lnTo>
                    <a:lnTo>
                      <a:pt x="0" y="0"/>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70" name="组合 69">
              <a:extLst>
                <a:ext uri="{FF2B5EF4-FFF2-40B4-BE49-F238E27FC236}">
                  <a16:creationId xmlns:a16="http://schemas.microsoft.com/office/drawing/2014/main" id="{764F48E9-8124-4EC5-AED7-4631C3BC53E1}"/>
                </a:ext>
              </a:extLst>
            </p:cNvPr>
            <p:cNvGrpSpPr/>
            <p:nvPr/>
          </p:nvGrpSpPr>
          <p:grpSpPr>
            <a:xfrm>
              <a:off x="4007768" y="-3615780"/>
              <a:ext cx="3939158" cy="5332075"/>
              <a:chOff x="6798609" y="-251869"/>
              <a:chExt cx="5253578" cy="7111285"/>
            </a:xfrm>
          </p:grpSpPr>
          <p:sp>
            <p:nvSpPr>
              <p:cNvPr id="71" name="Freeform 5">
                <a:extLst>
                  <a:ext uri="{FF2B5EF4-FFF2-40B4-BE49-F238E27FC236}">
                    <a16:creationId xmlns:a16="http://schemas.microsoft.com/office/drawing/2014/main" id="{3D6F0BFB-CAF6-4DEA-8566-72D967064318}"/>
                  </a:ext>
                </a:extLst>
              </p:cNvPr>
              <p:cNvSpPr/>
              <p:nvPr/>
            </p:nvSpPr>
            <p:spPr bwMode="auto">
              <a:xfrm rot="10800000">
                <a:off x="7731152" y="1751506"/>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72" name="Freeform 5">
                <a:extLst>
                  <a:ext uri="{FF2B5EF4-FFF2-40B4-BE49-F238E27FC236}">
                    <a16:creationId xmlns:a16="http://schemas.microsoft.com/office/drawing/2014/main" id="{F2AE030B-5667-435C-8BBF-7E48C439BA87}"/>
                  </a:ext>
                </a:extLst>
              </p:cNvPr>
              <p:cNvSpPr/>
              <p:nvPr/>
            </p:nvSpPr>
            <p:spPr bwMode="auto">
              <a:xfrm rot="10800000">
                <a:off x="7731152" y="4269844"/>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73" name="Freeform 5">
                <a:extLst>
                  <a:ext uri="{FF2B5EF4-FFF2-40B4-BE49-F238E27FC236}">
                    <a16:creationId xmlns:a16="http://schemas.microsoft.com/office/drawing/2014/main" id="{828350D6-B416-44D0-8ABA-20F1FCA9168E}"/>
                  </a:ext>
                </a:extLst>
              </p:cNvPr>
              <p:cNvSpPr/>
              <p:nvPr/>
            </p:nvSpPr>
            <p:spPr bwMode="auto">
              <a:xfrm rot="10800000">
                <a:off x="9919526" y="3012713"/>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3"/>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cxnSp>
            <p:nvCxnSpPr>
              <p:cNvPr id="74" name="直接连接符 73">
                <a:extLst>
                  <a:ext uri="{FF2B5EF4-FFF2-40B4-BE49-F238E27FC236}">
                    <a16:creationId xmlns:a16="http://schemas.microsoft.com/office/drawing/2014/main" id="{26E7FDF5-8D5D-48BC-82CB-6360080D8520}"/>
                  </a:ext>
                </a:extLst>
              </p:cNvPr>
              <p:cNvCxnSpPr/>
              <p:nvPr/>
            </p:nvCxnSpPr>
            <p:spPr>
              <a:xfrm>
                <a:off x="10863943" y="3431223"/>
                <a:ext cx="118824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69B30286-D4EF-45D0-B91F-2A470B7805A8}"/>
                  </a:ext>
                </a:extLst>
              </p:cNvPr>
              <p:cNvCxnSpPr/>
              <p:nvPr/>
            </p:nvCxnSpPr>
            <p:spPr>
              <a:xfrm flipV="1">
                <a:off x="6955437" y="5111885"/>
                <a:ext cx="1008937" cy="1747531"/>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9BD49E39-8CF8-4826-A9F9-C91759763FD2}"/>
                  </a:ext>
                </a:extLst>
              </p:cNvPr>
              <p:cNvCxnSpPr/>
              <p:nvPr/>
            </p:nvCxnSpPr>
            <p:spPr>
              <a:xfrm>
                <a:off x="6798609" y="-251869"/>
                <a:ext cx="1165761" cy="2019159"/>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77" name="组合 76">
                <a:extLst>
                  <a:ext uri="{FF2B5EF4-FFF2-40B4-BE49-F238E27FC236}">
                    <a16:creationId xmlns:a16="http://schemas.microsoft.com/office/drawing/2014/main" id="{FE4C8BE3-E42F-4583-B9DE-98CDC77B2F19}"/>
                  </a:ext>
                </a:extLst>
              </p:cNvPr>
              <p:cNvGrpSpPr/>
              <p:nvPr/>
            </p:nvGrpSpPr>
            <p:grpSpPr>
              <a:xfrm>
                <a:off x="8059703" y="2042916"/>
                <a:ext cx="303617" cy="258274"/>
                <a:chOff x="6339462" y="3747511"/>
                <a:chExt cx="907547" cy="772010"/>
              </a:xfrm>
              <a:solidFill>
                <a:schemeClr val="accent1"/>
              </a:solidFill>
            </p:grpSpPr>
            <p:sp>
              <p:nvSpPr>
                <p:cNvPr id="92" name="Rectangle 130">
                  <a:extLst>
                    <a:ext uri="{FF2B5EF4-FFF2-40B4-BE49-F238E27FC236}">
                      <a16:creationId xmlns:a16="http://schemas.microsoft.com/office/drawing/2014/main" id="{F36D7D66-2920-45A7-9E88-BE4F293C4361}"/>
                    </a:ext>
                  </a:extLst>
                </p:cNvPr>
                <p:cNvSpPr>
                  <a:spLocks noChangeArrowheads="1"/>
                </p:cNvSpPr>
                <p:nvPr/>
              </p:nvSpPr>
              <p:spPr bwMode="auto">
                <a:xfrm>
                  <a:off x="6339462" y="4489161"/>
                  <a:ext cx="881523" cy="3036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3" name="Freeform 131">
                  <a:extLst>
                    <a:ext uri="{FF2B5EF4-FFF2-40B4-BE49-F238E27FC236}">
                      <a16:creationId xmlns:a16="http://schemas.microsoft.com/office/drawing/2014/main" id="{76B146A0-6971-4F3A-8D4F-22024F8375F4}"/>
                    </a:ext>
                  </a:extLst>
                </p:cNvPr>
                <p:cNvSpPr/>
                <p:nvPr/>
              </p:nvSpPr>
              <p:spPr bwMode="auto">
                <a:xfrm>
                  <a:off x="6398014" y="4350373"/>
                  <a:ext cx="123608" cy="114934"/>
                </a:xfrm>
                <a:custGeom>
                  <a:avLst/>
                  <a:gdLst>
                    <a:gd name="T0" fmla="*/ 43 w 48"/>
                    <a:gd name="T1" fmla="*/ 45 h 45"/>
                    <a:gd name="T2" fmla="*/ 48 w 48"/>
                    <a:gd name="T3" fmla="*/ 39 h 45"/>
                    <a:gd name="T4" fmla="*/ 48 w 48"/>
                    <a:gd name="T5" fmla="*/ 0 h 45"/>
                    <a:gd name="T6" fmla="*/ 0 w 48"/>
                    <a:gd name="T7" fmla="*/ 8 h 45"/>
                    <a:gd name="T8" fmla="*/ 0 w 48"/>
                    <a:gd name="T9" fmla="*/ 39 h 45"/>
                    <a:gd name="T10" fmla="*/ 6 w 48"/>
                    <a:gd name="T11" fmla="*/ 45 h 45"/>
                    <a:gd name="T12" fmla="*/ 43 w 48"/>
                    <a:gd name="T13" fmla="*/ 45 h 45"/>
                  </a:gdLst>
                  <a:ahLst/>
                  <a:cxnLst>
                    <a:cxn ang="0">
                      <a:pos x="T0" y="T1"/>
                    </a:cxn>
                    <a:cxn ang="0">
                      <a:pos x="T2" y="T3"/>
                    </a:cxn>
                    <a:cxn ang="0">
                      <a:pos x="T4" y="T5"/>
                    </a:cxn>
                    <a:cxn ang="0">
                      <a:pos x="T6" y="T7"/>
                    </a:cxn>
                    <a:cxn ang="0">
                      <a:pos x="T8" y="T9"/>
                    </a:cxn>
                    <a:cxn ang="0">
                      <a:pos x="T10" y="T11"/>
                    </a:cxn>
                    <a:cxn ang="0">
                      <a:pos x="T12" y="T13"/>
                    </a:cxn>
                  </a:cxnLst>
                  <a:rect l="0" t="0" r="r" b="b"/>
                  <a:pathLst>
                    <a:path w="48" h="45">
                      <a:moveTo>
                        <a:pt x="43" y="45"/>
                      </a:moveTo>
                      <a:cubicBezTo>
                        <a:pt x="46" y="45"/>
                        <a:pt x="48" y="42"/>
                        <a:pt x="48" y="39"/>
                      </a:cubicBezTo>
                      <a:cubicBezTo>
                        <a:pt x="48" y="0"/>
                        <a:pt x="48" y="0"/>
                        <a:pt x="48" y="0"/>
                      </a:cubicBezTo>
                      <a:cubicBezTo>
                        <a:pt x="29" y="5"/>
                        <a:pt x="12" y="7"/>
                        <a:pt x="0" y="8"/>
                      </a:cubicBezTo>
                      <a:cubicBezTo>
                        <a:pt x="0" y="39"/>
                        <a:pt x="0" y="39"/>
                        <a:pt x="0" y="39"/>
                      </a:cubicBezTo>
                      <a:cubicBezTo>
                        <a:pt x="0" y="42"/>
                        <a:pt x="3" y="45"/>
                        <a:pt x="6" y="45"/>
                      </a:cubicBezTo>
                      <a:lnTo>
                        <a:pt x="43" y="4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4" name="Freeform 132">
                  <a:extLst>
                    <a:ext uri="{FF2B5EF4-FFF2-40B4-BE49-F238E27FC236}">
                      <a16:creationId xmlns:a16="http://schemas.microsoft.com/office/drawing/2014/main" id="{4564F2DC-2599-4736-9140-A121B2AF05F0}"/>
                    </a:ext>
                  </a:extLst>
                </p:cNvPr>
                <p:cNvSpPr/>
                <p:nvPr/>
              </p:nvSpPr>
              <p:spPr bwMode="auto">
                <a:xfrm>
                  <a:off x="6557403" y="4299411"/>
                  <a:ext cx="122524" cy="165896"/>
                </a:xfrm>
                <a:custGeom>
                  <a:avLst/>
                  <a:gdLst>
                    <a:gd name="T0" fmla="*/ 43 w 48"/>
                    <a:gd name="T1" fmla="*/ 65 h 65"/>
                    <a:gd name="T2" fmla="*/ 48 w 48"/>
                    <a:gd name="T3" fmla="*/ 59 h 65"/>
                    <a:gd name="T4" fmla="*/ 48 w 48"/>
                    <a:gd name="T5" fmla="*/ 0 h 65"/>
                    <a:gd name="T6" fmla="*/ 44 w 48"/>
                    <a:gd name="T7" fmla="*/ 2 h 65"/>
                    <a:gd name="T8" fmla="*/ 0 w 48"/>
                    <a:gd name="T9" fmla="*/ 16 h 65"/>
                    <a:gd name="T10" fmla="*/ 0 w 48"/>
                    <a:gd name="T11" fmla="*/ 59 h 65"/>
                    <a:gd name="T12" fmla="*/ 6 w 48"/>
                    <a:gd name="T13" fmla="*/ 65 h 65"/>
                    <a:gd name="T14" fmla="*/ 43 w 48"/>
                    <a:gd name="T15" fmla="*/ 65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65">
                      <a:moveTo>
                        <a:pt x="43" y="65"/>
                      </a:moveTo>
                      <a:cubicBezTo>
                        <a:pt x="46" y="65"/>
                        <a:pt x="48" y="62"/>
                        <a:pt x="48" y="59"/>
                      </a:cubicBezTo>
                      <a:cubicBezTo>
                        <a:pt x="48" y="0"/>
                        <a:pt x="48" y="0"/>
                        <a:pt x="48" y="0"/>
                      </a:cubicBezTo>
                      <a:cubicBezTo>
                        <a:pt x="47" y="1"/>
                        <a:pt x="46" y="1"/>
                        <a:pt x="44" y="2"/>
                      </a:cubicBezTo>
                      <a:cubicBezTo>
                        <a:pt x="29" y="8"/>
                        <a:pt x="14" y="13"/>
                        <a:pt x="0" y="16"/>
                      </a:cubicBezTo>
                      <a:cubicBezTo>
                        <a:pt x="0" y="59"/>
                        <a:pt x="0" y="59"/>
                        <a:pt x="0" y="59"/>
                      </a:cubicBezTo>
                      <a:cubicBezTo>
                        <a:pt x="0" y="62"/>
                        <a:pt x="3" y="65"/>
                        <a:pt x="6" y="65"/>
                      </a:cubicBezTo>
                      <a:lnTo>
                        <a:pt x="43" y="6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5" name="Freeform 133">
                  <a:extLst>
                    <a:ext uri="{FF2B5EF4-FFF2-40B4-BE49-F238E27FC236}">
                      <a16:creationId xmlns:a16="http://schemas.microsoft.com/office/drawing/2014/main" id="{A3ACF883-5DA0-43B3-B6E1-E50365E0CE48}"/>
                    </a:ext>
                  </a:extLst>
                </p:cNvPr>
                <p:cNvSpPr/>
                <p:nvPr/>
              </p:nvSpPr>
              <p:spPr bwMode="auto">
                <a:xfrm>
                  <a:off x="6715709" y="4219174"/>
                  <a:ext cx="123608" cy="246133"/>
                </a:xfrm>
                <a:custGeom>
                  <a:avLst/>
                  <a:gdLst>
                    <a:gd name="T0" fmla="*/ 43 w 48"/>
                    <a:gd name="T1" fmla="*/ 96 h 96"/>
                    <a:gd name="T2" fmla="*/ 48 w 48"/>
                    <a:gd name="T3" fmla="*/ 90 h 96"/>
                    <a:gd name="T4" fmla="*/ 48 w 48"/>
                    <a:gd name="T5" fmla="*/ 0 h 96"/>
                    <a:gd name="T6" fmla="*/ 0 w 48"/>
                    <a:gd name="T7" fmla="*/ 25 h 96"/>
                    <a:gd name="T8" fmla="*/ 0 w 48"/>
                    <a:gd name="T9" fmla="*/ 90 h 96"/>
                    <a:gd name="T10" fmla="*/ 6 w 48"/>
                    <a:gd name="T11" fmla="*/ 96 h 96"/>
                    <a:gd name="T12" fmla="*/ 43 w 48"/>
                    <a:gd name="T13" fmla="*/ 96 h 96"/>
                  </a:gdLst>
                  <a:ahLst/>
                  <a:cxnLst>
                    <a:cxn ang="0">
                      <a:pos x="T0" y="T1"/>
                    </a:cxn>
                    <a:cxn ang="0">
                      <a:pos x="T2" y="T3"/>
                    </a:cxn>
                    <a:cxn ang="0">
                      <a:pos x="T4" y="T5"/>
                    </a:cxn>
                    <a:cxn ang="0">
                      <a:pos x="T6" y="T7"/>
                    </a:cxn>
                    <a:cxn ang="0">
                      <a:pos x="T8" y="T9"/>
                    </a:cxn>
                    <a:cxn ang="0">
                      <a:pos x="T10" y="T11"/>
                    </a:cxn>
                    <a:cxn ang="0">
                      <a:pos x="T12" y="T13"/>
                    </a:cxn>
                  </a:cxnLst>
                  <a:rect l="0" t="0" r="r" b="b"/>
                  <a:pathLst>
                    <a:path w="48" h="96">
                      <a:moveTo>
                        <a:pt x="43" y="96"/>
                      </a:moveTo>
                      <a:cubicBezTo>
                        <a:pt x="46" y="96"/>
                        <a:pt x="48" y="93"/>
                        <a:pt x="48" y="90"/>
                      </a:cubicBezTo>
                      <a:cubicBezTo>
                        <a:pt x="48" y="0"/>
                        <a:pt x="48" y="0"/>
                        <a:pt x="48" y="0"/>
                      </a:cubicBezTo>
                      <a:cubicBezTo>
                        <a:pt x="33" y="10"/>
                        <a:pt x="17" y="18"/>
                        <a:pt x="0" y="25"/>
                      </a:cubicBezTo>
                      <a:cubicBezTo>
                        <a:pt x="0" y="90"/>
                        <a:pt x="0" y="90"/>
                        <a:pt x="0" y="90"/>
                      </a:cubicBezTo>
                      <a:cubicBezTo>
                        <a:pt x="0" y="93"/>
                        <a:pt x="3" y="96"/>
                        <a:pt x="6" y="96"/>
                      </a:cubicBezTo>
                      <a:lnTo>
                        <a:pt x="43" y="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6" name="Freeform 134">
                  <a:extLst>
                    <a:ext uri="{FF2B5EF4-FFF2-40B4-BE49-F238E27FC236}">
                      <a16:creationId xmlns:a16="http://schemas.microsoft.com/office/drawing/2014/main" id="{F8809223-A0CB-4DB2-BD85-3ABC213AD486}"/>
                    </a:ext>
                  </a:extLst>
                </p:cNvPr>
                <p:cNvSpPr/>
                <p:nvPr/>
              </p:nvSpPr>
              <p:spPr bwMode="auto">
                <a:xfrm>
                  <a:off x="6875099" y="4100987"/>
                  <a:ext cx="123608" cy="364319"/>
                </a:xfrm>
                <a:custGeom>
                  <a:avLst/>
                  <a:gdLst>
                    <a:gd name="T0" fmla="*/ 43 w 48"/>
                    <a:gd name="T1" fmla="*/ 142 h 142"/>
                    <a:gd name="T2" fmla="*/ 48 w 48"/>
                    <a:gd name="T3" fmla="*/ 136 h 142"/>
                    <a:gd name="T4" fmla="*/ 48 w 48"/>
                    <a:gd name="T5" fmla="*/ 0 h 142"/>
                    <a:gd name="T6" fmla="*/ 32 w 48"/>
                    <a:gd name="T7" fmla="*/ 14 h 142"/>
                    <a:gd name="T8" fmla="*/ 0 w 48"/>
                    <a:gd name="T9" fmla="*/ 37 h 142"/>
                    <a:gd name="T10" fmla="*/ 0 w 48"/>
                    <a:gd name="T11" fmla="*/ 136 h 142"/>
                    <a:gd name="T12" fmla="*/ 6 w 48"/>
                    <a:gd name="T13" fmla="*/ 142 h 142"/>
                    <a:gd name="T14" fmla="*/ 43 w 48"/>
                    <a:gd name="T15" fmla="*/ 142 h 1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42">
                      <a:moveTo>
                        <a:pt x="43" y="142"/>
                      </a:moveTo>
                      <a:cubicBezTo>
                        <a:pt x="46" y="142"/>
                        <a:pt x="48" y="139"/>
                        <a:pt x="48" y="136"/>
                      </a:cubicBezTo>
                      <a:cubicBezTo>
                        <a:pt x="48" y="0"/>
                        <a:pt x="48" y="0"/>
                        <a:pt x="48" y="0"/>
                      </a:cubicBezTo>
                      <a:cubicBezTo>
                        <a:pt x="43" y="5"/>
                        <a:pt x="37" y="10"/>
                        <a:pt x="32" y="14"/>
                      </a:cubicBezTo>
                      <a:cubicBezTo>
                        <a:pt x="21" y="23"/>
                        <a:pt x="11" y="30"/>
                        <a:pt x="0" y="37"/>
                      </a:cubicBezTo>
                      <a:cubicBezTo>
                        <a:pt x="0" y="136"/>
                        <a:pt x="0" y="136"/>
                        <a:pt x="0" y="136"/>
                      </a:cubicBezTo>
                      <a:cubicBezTo>
                        <a:pt x="0" y="139"/>
                        <a:pt x="3" y="142"/>
                        <a:pt x="6" y="142"/>
                      </a:cubicBezTo>
                      <a:lnTo>
                        <a:pt x="43" y="14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7" name="Freeform 135">
                  <a:extLst>
                    <a:ext uri="{FF2B5EF4-FFF2-40B4-BE49-F238E27FC236}">
                      <a16:creationId xmlns:a16="http://schemas.microsoft.com/office/drawing/2014/main" id="{51CC99D3-60E9-432A-88A8-7B410FAE9D85}"/>
                    </a:ext>
                  </a:extLst>
                </p:cNvPr>
                <p:cNvSpPr/>
                <p:nvPr/>
              </p:nvSpPr>
              <p:spPr bwMode="auto">
                <a:xfrm>
                  <a:off x="7034488" y="3927502"/>
                  <a:ext cx="122524" cy="537805"/>
                </a:xfrm>
                <a:custGeom>
                  <a:avLst/>
                  <a:gdLst>
                    <a:gd name="T0" fmla="*/ 43 w 48"/>
                    <a:gd name="T1" fmla="*/ 210 h 210"/>
                    <a:gd name="T2" fmla="*/ 48 w 48"/>
                    <a:gd name="T3" fmla="*/ 204 h 210"/>
                    <a:gd name="T4" fmla="*/ 48 w 48"/>
                    <a:gd name="T5" fmla="*/ 0 h 210"/>
                    <a:gd name="T6" fmla="*/ 0 w 48"/>
                    <a:gd name="T7" fmla="*/ 56 h 210"/>
                    <a:gd name="T8" fmla="*/ 0 w 48"/>
                    <a:gd name="T9" fmla="*/ 204 h 210"/>
                    <a:gd name="T10" fmla="*/ 6 w 48"/>
                    <a:gd name="T11" fmla="*/ 210 h 210"/>
                    <a:gd name="T12" fmla="*/ 43 w 48"/>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48" h="210">
                      <a:moveTo>
                        <a:pt x="43" y="210"/>
                      </a:moveTo>
                      <a:cubicBezTo>
                        <a:pt x="46" y="210"/>
                        <a:pt x="48" y="207"/>
                        <a:pt x="48" y="204"/>
                      </a:cubicBezTo>
                      <a:cubicBezTo>
                        <a:pt x="48" y="0"/>
                        <a:pt x="48" y="0"/>
                        <a:pt x="48" y="0"/>
                      </a:cubicBezTo>
                      <a:cubicBezTo>
                        <a:pt x="33" y="20"/>
                        <a:pt x="17" y="39"/>
                        <a:pt x="0" y="56"/>
                      </a:cubicBezTo>
                      <a:cubicBezTo>
                        <a:pt x="0" y="204"/>
                        <a:pt x="0" y="204"/>
                        <a:pt x="0" y="204"/>
                      </a:cubicBezTo>
                      <a:cubicBezTo>
                        <a:pt x="0" y="207"/>
                        <a:pt x="3" y="210"/>
                        <a:pt x="6" y="210"/>
                      </a:cubicBezTo>
                      <a:lnTo>
                        <a:pt x="43" y="21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8" name="Freeform 136">
                  <a:extLst>
                    <a:ext uri="{FF2B5EF4-FFF2-40B4-BE49-F238E27FC236}">
                      <a16:creationId xmlns:a16="http://schemas.microsoft.com/office/drawing/2014/main" id="{37C39D3B-4793-49D6-A99D-396057A4AC35}"/>
                    </a:ext>
                  </a:extLst>
                </p:cNvPr>
                <p:cNvSpPr/>
                <p:nvPr/>
              </p:nvSpPr>
              <p:spPr bwMode="auto">
                <a:xfrm>
                  <a:off x="6343800" y="3747511"/>
                  <a:ext cx="903209" cy="587682"/>
                </a:xfrm>
                <a:custGeom>
                  <a:avLst/>
                  <a:gdLst>
                    <a:gd name="T0" fmla="*/ 350 w 352"/>
                    <a:gd name="T1" fmla="*/ 58 h 229"/>
                    <a:gd name="T2" fmla="*/ 335 w 352"/>
                    <a:gd name="T3" fmla="*/ 8 h 229"/>
                    <a:gd name="T4" fmla="*/ 322 w 352"/>
                    <a:gd name="T5" fmla="*/ 2 h 229"/>
                    <a:gd name="T6" fmla="*/ 273 w 352"/>
                    <a:gd name="T7" fmla="*/ 17 h 229"/>
                    <a:gd name="T8" fmla="*/ 266 w 352"/>
                    <a:gd name="T9" fmla="*/ 30 h 229"/>
                    <a:gd name="T10" fmla="*/ 279 w 352"/>
                    <a:gd name="T11" fmla="*/ 36 h 229"/>
                    <a:gd name="T12" fmla="*/ 304 w 352"/>
                    <a:gd name="T13" fmla="*/ 29 h 229"/>
                    <a:gd name="T14" fmla="*/ 219 w 352"/>
                    <a:gd name="T15" fmla="*/ 121 h 229"/>
                    <a:gd name="T16" fmla="*/ 71 w 352"/>
                    <a:gd name="T17" fmla="*/ 194 h 229"/>
                    <a:gd name="T18" fmla="*/ 0 w 352"/>
                    <a:gd name="T19" fmla="*/ 205 h 229"/>
                    <a:gd name="T20" fmla="*/ 0 w 352"/>
                    <a:gd name="T21" fmla="*/ 205 h 229"/>
                    <a:gd name="T22" fmla="*/ 0 w 352"/>
                    <a:gd name="T23" fmla="*/ 229 h 229"/>
                    <a:gd name="T24" fmla="*/ 0 w 352"/>
                    <a:gd name="T25" fmla="*/ 229 h 229"/>
                    <a:gd name="T26" fmla="*/ 125 w 352"/>
                    <a:gd name="T27" fmla="*/ 202 h 229"/>
                    <a:gd name="T28" fmla="*/ 234 w 352"/>
                    <a:gd name="T29" fmla="*/ 139 h 229"/>
                    <a:gd name="T30" fmla="*/ 324 w 352"/>
                    <a:gd name="T31" fmla="*/ 41 h 229"/>
                    <a:gd name="T32" fmla="*/ 331 w 352"/>
                    <a:gd name="T33" fmla="*/ 64 h 229"/>
                    <a:gd name="T34" fmla="*/ 344 w 352"/>
                    <a:gd name="T35" fmla="*/ 70 h 229"/>
                    <a:gd name="T36" fmla="*/ 350 w 352"/>
                    <a:gd name="T37" fmla="*/ 58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229">
                      <a:moveTo>
                        <a:pt x="350" y="58"/>
                      </a:moveTo>
                      <a:cubicBezTo>
                        <a:pt x="335" y="8"/>
                        <a:pt x="335" y="8"/>
                        <a:pt x="335" y="8"/>
                      </a:cubicBezTo>
                      <a:cubicBezTo>
                        <a:pt x="333" y="3"/>
                        <a:pt x="327" y="0"/>
                        <a:pt x="322" y="2"/>
                      </a:cubicBezTo>
                      <a:cubicBezTo>
                        <a:pt x="273" y="17"/>
                        <a:pt x="273" y="17"/>
                        <a:pt x="273" y="17"/>
                      </a:cubicBezTo>
                      <a:cubicBezTo>
                        <a:pt x="268" y="19"/>
                        <a:pt x="265" y="25"/>
                        <a:pt x="266" y="30"/>
                      </a:cubicBezTo>
                      <a:cubicBezTo>
                        <a:pt x="268" y="35"/>
                        <a:pt x="274" y="38"/>
                        <a:pt x="279" y="36"/>
                      </a:cubicBezTo>
                      <a:cubicBezTo>
                        <a:pt x="304" y="29"/>
                        <a:pt x="304" y="29"/>
                        <a:pt x="304" y="29"/>
                      </a:cubicBezTo>
                      <a:cubicBezTo>
                        <a:pt x="278" y="67"/>
                        <a:pt x="249" y="97"/>
                        <a:pt x="219" y="121"/>
                      </a:cubicBezTo>
                      <a:cubicBezTo>
                        <a:pt x="166" y="163"/>
                        <a:pt x="112" y="184"/>
                        <a:pt x="71" y="194"/>
                      </a:cubicBezTo>
                      <a:cubicBezTo>
                        <a:pt x="29" y="205"/>
                        <a:pt x="1" y="205"/>
                        <a:pt x="0" y="205"/>
                      </a:cubicBezTo>
                      <a:cubicBezTo>
                        <a:pt x="0" y="205"/>
                        <a:pt x="0" y="205"/>
                        <a:pt x="0" y="205"/>
                      </a:cubicBezTo>
                      <a:cubicBezTo>
                        <a:pt x="0" y="229"/>
                        <a:pt x="0" y="229"/>
                        <a:pt x="0" y="229"/>
                      </a:cubicBezTo>
                      <a:cubicBezTo>
                        <a:pt x="0" y="229"/>
                        <a:pt x="0" y="229"/>
                        <a:pt x="0" y="229"/>
                      </a:cubicBezTo>
                      <a:cubicBezTo>
                        <a:pt x="3" y="229"/>
                        <a:pt x="56" y="229"/>
                        <a:pt x="125" y="202"/>
                      </a:cubicBezTo>
                      <a:cubicBezTo>
                        <a:pt x="159" y="189"/>
                        <a:pt x="197" y="169"/>
                        <a:pt x="234" y="139"/>
                      </a:cubicBezTo>
                      <a:cubicBezTo>
                        <a:pt x="265" y="114"/>
                        <a:pt x="296" y="82"/>
                        <a:pt x="324" y="41"/>
                      </a:cubicBezTo>
                      <a:cubicBezTo>
                        <a:pt x="331" y="64"/>
                        <a:pt x="331" y="64"/>
                        <a:pt x="331" y="64"/>
                      </a:cubicBezTo>
                      <a:cubicBezTo>
                        <a:pt x="333" y="69"/>
                        <a:pt x="339" y="72"/>
                        <a:pt x="344" y="70"/>
                      </a:cubicBezTo>
                      <a:cubicBezTo>
                        <a:pt x="349" y="69"/>
                        <a:pt x="352" y="63"/>
                        <a:pt x="350"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9" name="Freeform 137">
                  <a:extLst>
                    <a:ext uri="{FF2B5EF4-FFF2-40B4-BE49-F238E27FC236}">
                      <a16:creationId xmlns:a16="http://schemas.microsoft.com/office/drawing/2014/main" id="{11249225-1C33-4D93-9662-DE4464179C82}"/>
                    </a:ext>
                  </a:extLst>
                </p:cNvPr>
                <p:cNvSpPr/>
                <p:nvPr/>
              </p:nvSpPr>
              <p:spPr bwMode="auto">
                <a:xfrm>
                  <a:off x="6375243" y="3837506"/>
                  <a:ext cx="217941" cy="353477"/>
                </a:xfrm>
                <a:custGeom>
                  <a:avLst/>
                  <a:gdLst>
                    <a:gd name="T0" fmla="*/ 57 w 85"/>
                    <a:gd name="T1" fmla="*/ 104 h 138"/>
                    <a:gd name="T2" fmla="*/ 45 w 85"/>
                    <a:gd name="T3" fmla="*/ 108 h 138"/>
                    <a:gd name="T4" fmla="*/ 30 w 85"/>
                    <a:gd name="T5" fmla="*/ 105 h 138"/>
                    <a:gd name="T6" fmla="*/ 20 w 85"/>
                    <a:gd name="T7" fmla="*/ 100 h 138"/>
                    <a:gd name="T8" fmla="*/ 19 w 85"/>
                    <a:gd name="T9" fmla="*/ 98 h 138"/>
                    <a:gd name="T10" fmla="*/ 19 w 85"/>
                    <a:gd name="T11" fmla="*/ 98 h 138"/>
                    <a:gd name="T12" fmla="*/ 19 w 85"/>
                    <a:gd name="T13" fmla="*/ 98 h 138"/>
                    <a:gd name="T14" fmla="*/ 19 w 85"/>
                    <a:gd name="T15" fmla="*/ 97 h 138"/>
                    <a:gd name="T16" fmla="*/ 13 w 85"/>
                    <a:gd name="T17" fmla="*/ 94 h 138"/>
                    <a:gd name="T18" fmla="*/ 3 w 85"/>
                    <a:gd name="T19" fmla="*/ 101 h 138"/>
                    <a:gd name="T20" fmla="*/ 3 w 85"/>
                    <a:gd name="T21" fmla="*/ 109 h 138"/>
                    <a:gd name="T22" fmla="*/ 33 w 85"/>
                    <a:gd name="T23" fmla="*/ 125 h 138"/>
                    <a:gd name="T24" fmla="*/ 33 w 85"/>
                    <a:gd name="T25" fmla="*/ 135 h 138"/>
                    <a:gd name="T26" fmla="*/ 36 w 85"/>
                    <a:gd name="T27" fmla="*/ 138 h 138"/>
                    <a:gd name="T28" fmla="*/ 46 w 85"/>
                    <a:gd name="T29" fmla="*/ 138 h 138"/>
                    <a:gd name="T30" fmla="*/ 49 w 85"/>
                    <a:gd name="T31" fmla="*/ 135 h 138"/>
                    <a:gd name="T32" fmla="*/ 49 w 85"/>
                    <a:gd name="T33" fmla="*/ 126 h 138"/>
                    <a:gd name="T34" fmla="*/ 72 w 85"/>
                    <a:gd name="T35" fmla="*/ 118 h 138"/>
                    <a:gd name="T36" fmla="*/ 81 w 85"/>
                    <a:gd name="T37" fmla="*/ 86 h 138"/>
                    <a:gd name="T38" fmla="*/ 49 w 85"/>
                    <a:gd name="T39" fmla="*/ 62 h 138"/>
                    <a:gd name="T40" fmla="*/ 47 w 85"/>
                    <a:gd name="T41" fmla="*/ 61 h 138"/>
                    <a:gd name="T42" fmla="*/ 35 w 85"/>
                    <a:gd name="T43" fmla="*/ 56 h 138"/>
                    <a:gd name="T44" fmla="*/ 34 w 85"/>
                    <a:gd name="T45" fmla="*/ 56 h 138"/>
                    <a:gd name="T46" fmla="*/ 25 w 85"/>
                    <a:gd name="T47" fmla="*/ 49 h 138"/>
                    <a:gd name="T48" fmla="*/ 27 w 85"/>
                    <a:gd name="T49" fmla="*/ 36 h 138"/>
                    <a:gd name="T50" fmla="*/ 41 w 85"/>
                    <a:gd name="T51" fmla="*/ 31 h 138"/>
                    <a:gd name="T52" fmla="*/ 51 w 85"/>
                    <a:gd name="T53" fmla="*/ 32 h 138"/>
                    <a:gd name="T54" fmla="*/ 61 w 85"/>
                    <a:gd name="T55" fmla="*/ 39 h 138"/>
                    <a:gd name="T56" fmla="*/ 62 w 85"/>
                    <a:gd name="T57" fmla="*/ 40 h 138"/>
                    <a:gd name="T58" fmla="*/ 62 w 85"/>
                    <a:gd name="T59" fmla="*/ 40 h 138"/>
                    <a:gd name="T60" fmla="*/ 62 w 85"/>
                    <a:gd name="T61" fmla="*/ 41 h 138"/>
                    <a:gd name="T62" fmla="*/ 68 w 85"/>
                    <a:gd name="T63" fmla="*/ 44 h 138"/>
                    <a:gd name="T64" fmla="*/ 78 w 85"/>
                    <a:gd name="T65" fmla="*/ 38 h 138"/>
                    <a:gd name="T66" fmla="*/ 78 w 85"/>
                    <a:gd name="T67" fmla="*/ 29 h 138"/>
                    <a:gd name="T68" fmla="*/ 56 w 85"/>
                    <a:gd name="T69" fmla="*/ 14 h 138"/>
                    <a:gd name="T70" fmla="*/ 49 w 85"/>
                    <a:gd name="T71" fmla="*/ 13 h 138"/>
                    <a:gd name="T72" fmla="*/ 49 w 85"/>
                    <a:gd name="T73" fmla="*/ 3 h 138"/>
                    <a:gd name="T74" fmla="*/ 46 w 85"/>
                    <a:gd name="T75" fmla="*/ 0 h 138"/>
                    <a:gd name="T76" fmla="*/ 36 w 85"/>
                    <a:gd name="T77" fmla="*/ 0 h 138"/>
                    <a:gd name="T78" fmla="*/ 33 w 85"/>
                    <a:gd name="T79" fmla="*/ 3 h 138"/>
                    <a:gd name="T80" fmla="*/ 33 w 85"/>
                    <a:gd name="T81" fmla="*/ 13 h 138"/>
                    <a:gd name="T82" fmla="*/ 12 w 85"/>
                    <a:gd name="T83" fmla="*/ 24 h 138"/>
                    <a:gd name="T84" fmla="*/ 5 w 85"/>
                    <a:gd name="T85" fmla="*/ 56 h 138"/>
                    <a:gd name="T86" fmla="*/ 17 w 85"/>
                    <a:gd name="T87" fmla="*/ 68 h 138"/>
                    <a:gd name="T88" fmla="*/ 47 w 85"/>
                    <a:gd name="T89" fmla="*/ 83 h 138"/>
                    <a:gd name="T90" fmla="*/ 51 w 85"/>
                    <a:gd name="T91" fmla="*/ 85 h 138"/>
                    <a:gd name="T92" fmla="*/ 59 w 85"/>
                    <a:gd name="T93" fmla="*/ 92 h 138"/>
                    <a:gd name="T94" fmla="*/ 57 w 85"/>
                    <a:gd name="T95" fmla="*/ 10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5" h="138">
                      <a:moveTo>
                        <a:pt x="57" y="104"/>
                      </a:moveTo>
                      <a:cubicBezTo>
                        <a:pt x="54" y="107"/>
                        <a:pt x="50" y="108"/>
                        <a:pt x="45" y="108"/>
                      </a:cubicBezTo>
                      <a:cubicBezTo>
                        <a:pt x="40" y="108"/>
                        <a:pt x="35" y="107"/>
                        <a:pt x="30" y="105"/>
                      </a:cubicBezTo>
                      <a:cubicBezTo>
                        <a:pt x="27" y="104"/>
                        <a:pt x="23" y="102"/>
                        <a:pt x="20" y="100"/>
                      </a:cubicBezTo>
                      <a:cubicBezTo>
                        <a:pt x="20" y="99"/>
                        <a:pt x="20" y="99"/>
                        <a:pt x="19" y="98"/>
                      </a:cubicBezTo>
                      <a:cubicBezTo>
                        <a:pt x="19" y="98"/>
                        <a:pt x="19" y="98"/>
                        <a:pt x="19" y="98"/>
                      </a:cubicBezTo>
                      <a:cubicBezTo>
                        <a:pt x="19" y="98"/>
                        <a:pt x="19" y="98"/>
                        <a:pt x="19" y="98"/>
                      </a:cubicBezTo>
                      <a:cubicBezTo>
                        <a:pt x="19" y="97"/>
                        <a:pt x="19" y="97"/>
                        <a:pt x="19" y="97"/>
                      </a:cubicBezTo>
                      <a:cubicBezTo>
                        <a:pt x="17" y="95"/>
                        <a:pt x="15" y="94"/>
                        <a:pt x="13" y="94"/>
                      </a:cubicBezTo>
                      <a:cubicBezTo>
                        <a:pt x="9" y="94"/>
                        <a:pt x="5" y="97"/>
                        <a:pt x="3" y="101"/>
                      </a:cubicBezTo>
                      <a:cubicBezTo>
                        <a:pt x="1" y="104"/>
                        <a:pt x="1" y="107"/>
                        <a:pt x="3" y="109"/>
                      </a:cubicBezTo>
                      <a:cubicBezTo>
                        <a:pt x="8" y="118"/>
                        <a:pt x="21" y="123"/>
                        <a:pt x="33" y="125"/>
                      </a:cubicBezTo>
                      <a:cubicBezTo>
                        <a:pt x="33" y="135"/>
                        <a:pt x="33" y="135"/>
                        <a:pt x="33" y="135"/>
                      </a:cubicBezTo>
                      <a:cubicBezTo>
                        <a:pt x="33" y="137"/>
                        <a:pt x="35" y="138"/>
                        <a:pt x="36" y="138"/>
                      </a:cubicBezTo>
                      <a:cubicBezTo>
                        <a:pt x="46" y="138"/>
                        <a:pt x="46" y="138"/>
                        <a:pt x="46" y="138"/>
                      </a:cubicBezTo>
                      <a:cubicBezTo>
                        <a:pt x="47" y="138"/>
                        <a:pt x="49" y="137"/>
                        <a:pt x="49" y="135"/>
                      </a:cubicBezTo>
                      <a:cubicBezTo>
                        <a:pt x="49" y="126"/>
                        <a:pt x="49" y="126"/>
                        <a:pt x="49" y="126"/>
                      </a:cubicBezTo>
                      <a:cubicBezTo>
                        <a:pt x="59" y="125"/>
                        <a:pt x="67" y="122"/>
                        <a:pt x="72" y="118"/>
                      </a:cubicBezTo>
                      <a:cubicBezTo>
                        <a:pt x="81" y="109"/>
                        <a:pt x="85" y="97"/>
                        <a:pt x="81" y="86"/>
                      </a:cubicBezTo>
                      <a:cubicBezTo>
                        <a:pt x="77" y="74"/>
                        <a:pt x="61" y="67"/>
                        <a:pt x="49" y="62"/>
                      </a:cubicBezTo>
                      <a:cubicBezTo>
                        <a:pt x="47" y="61"/>
                        <a:pt x="47" y="61"/>
                        <a:pt x="47" y="61"/>
                      </a:cubicBezTo>
                      <a:cubicBezTo>
                        <a:pt x="43" y="59"/>
                        <a:pt x="37" y="57"/>
                        <a:pt x="35" y="56"/>
                      </a:cubicBezTo>
                      <a:cubicBezTo>
                        <a:pt x="34" y="56"/>
                        <a:pt x="34" y="56"/>
                        <a:pt x="34" y="56"/>
                      </a:cubicBezTo>
                      <a:cubicBezTo>
                        <a:pt x="30" y="54"/>
                        <a:pt x="27" y="52"/>
                        <a:pt x="25" y="49"/>
                      </a:cubicBezTo>
                      <a:cubicBezTo>
                        <a:pt x="23" y="45"/>
                        <a:pt x="23" y="39"/>
                        <a:pt x="27" y="36"/>
                      </a:cubicBezTo>
                      <a:cubicBezTo>
                        <a:pt x="32" y="32"/>
                        <a:pt x="37" y="31"/>
                        <a:pt x="41" y="31"/>
                      </a:cubicBezTo>
                      <a:cubicBezTo>
                        <a:pt x="44" y="31"/>
                        <a:pt x="48" y="31"/>
                        <a:pt x="51" y="32"/>
                      </a:cubicBezTo>
                      <a:cubicBezTo>
                        <a:pt x="54" y="33"/>
                        <a:pt x="58" y="36"/>
                        <a:pt x="61" y="39"/>
                      </a:cubicBezTo>
                      <a:cubicBezTo>
                        <a:pt x="61" y="39"/>
                        <a:pt x="61" y="39"/>
                        <a:pt x="62" y="40"/>
                      </a:cubicBezTo>
                      <a:cubicBezTo>
                        <a:pt x="62" y="40"/>
                        <a:pt x="62" y="40"/>
                        <a:pt x="62" y="40"/>
                      </a:cubicBezTo>
                      <a:cubicBezTo>
                        <a:pt x="62" y="41"/>
                        <a:pt x="62" y="41"/>
                        <a:pt x="62" y="41"/>
                      </a:cubicBezTo>
                      <a:cubicBezTo>
                        <a:pt x="64" y="43"/>
                        <a:pt x="66" y="44"/>
                        <a:pt x="68" y="44"/>
                      </a:cubicBezTo>
                      <a:cubicBezTo>
                        <a:pt x="72" y="44"/>
                        <a:pt x="76" y="41"/>
                        <a:pt x="78" y="38"/>
                      </a:cubicBezTo>
                      <a:cubicBezTo>
                        <a:pt x="80" y="35"/>
                        <a:pt x="80" y="32"/>
                        <a:pt x="78" y="29"/>
                      </a:cubicBezTo>
                      <a:cubicBezTo>
                        <a:pt x="74" y="22"/>
                        <a:pt x="64" y="17"/>
                        <a:pt x="56" y="14"/>
                      </a:cubicBezTo>
                      <a:cubicBezTo>
                        <a:pt x="54" y="14"/>
                        <a:pt x="51" y="13"/>
                        <a:pt x="49" y="13"/>
                      </a:cubicBezTo>
                      <a:cubicBezTo>
                        <a:pt x="49" y="3"/>
                        <a:pt x="49" y="3"/>
                        <a:pt x="49" y="3"/>
                      </a:cubicBezTo>
                      <a:cubicBezTo>
                        <a:pt x="49" y="1"/>
                        <a:pt x="47" y="0"/>
                        <a:pt x="46" y="0"/>
                      </a:cubicBezTo>
                      <a:cubicBezTo>
                        <a:pt x="36" y="0"/>
                        <a:pt x="36" y="0"/>
                        <a:pt x="36" y="0"/>
                      </a:cubicBezTo>
                      <a:cubicBezTo>
                        <a:pt x="35" y="0"/>
                        <a:pt x="33" y="1"/>
                        <a:pt x="33" y="3"/>
                      </a:cubicBezTo>
                      <a:cubicBezTo>
                        <a:pt x="33" y="13"/>
                        <a:pt x="33" y="13"/>
                        <a:pt x="33" y="13"/>
                      </a:cubicBezTo>
                      <a:cubicBezTo>
                        <a:pt x="25" y="15"/>
                        <a:pt x="17" y="18"/>
                        <a:pt x="12" y="24"/>
                      </a:cubicBezTo>
                      <a:cubicBezTo>
                        <a:pt x="3" y="32"/>
                        <a:pt x="0" y="45"/>
                        <a:pt x="5" y="56"/>
                      </a:cubicBezTo>
                      <a:cubicBezTo>
                        <a:pt x="8" y="62"/>
                        <a:pt x="12" y="66"/>
                        <a:pt x="17" y="68"/>
                      </a:cubicBezTo>
                      <a:cubicBezTo>
                        <a:pt x="20" y="70"/>
                        <a:pt x="38" y="79"/>
                        <a:pt x="47" y="83"/>
                      </a:cubicBezTo>
                      <a:cubicBezTo>
                        <a:pt x="51" y="85"/>
                        <a:pt x="51" y="85"/>
                        <a:pt x="51" y="85"/>
                      </a:cubicBezTo>
                      <a:cubicBezTo>
                        <a:pt x="55" y="87"/>
                        <a:pt x="58" y="89"/>
                        <a:pt x="59" y="92"/>
                      </a:cubicBezTo>
                      <a:cubicBezTo>
                        <a:pt x="61" y="96"/>
                        <a:pt x="60" y="102"/>
                        <a:pt x="57"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78" name="组合 77">
                <a:extLst>
                  <a:ext uri="{FF2B5EF4-FFF2-40B4-BE49-F238E27FC236}">
                    <a16:creationId xmlns:a16="http://schemas.microsoft.com/office/drawing/2014/main" id="{463E8E8F-F6EB-49B2-BAB4-3A5B3EF9CB55}"/>
                  </a:ext>
                </a:extLst>
              </p:cNvPr>
              <p:cNvGrpSpPr/>
              <p:nvPr/>
            </p:nvGrpSpPr>
            <p:grpSpPr>
              <a:xfrm>
                <a:off x="8062201" y="4560896"/>
                <a:ext cx="300352" cy="258999"/>
                <a:chOff x="3548515" y="964154"/>
                <a:chExt cx="897787" cy="774179"/>
              </a:xfrm>
              <a:solidFill>
                <a:schemeClr val="accent2"/>
              </a:solidFill>
            </p:grpSpPr>
            <p:sp>
              <p:nvSpPr>
                <p:cNvPr id="87" name="Freeform 222">
                  <a:extLst>
                    <a:ext uri="{FF2B5EF4-FFF2-40B4-BE49-F238E27FC236}">
                      <a16:creationId xmlns:a16="http://schemas.microsoft.com/office/drawing/2014/main" id="{FDF2CC09-92E5-41DD-90C6-FCAB80DBA5E9}"/>
                    </a:ext>
                  </a:extLst>
                </p:cNvPr>
                <p:cNvSpPr/>
                <p:nvPr/>
              </p:nvSpPr>
              <p:spPr bwMode="auto">
                <a:xfrm>
                  <a:off x="3548515" y="964154"/>
                  <a:ext cx="897787" cy="774179"/>
                </a:xfrm>
                <a:custGeom>
                  <a:avLst/>
                  <a:gdLst>
                    <a:gd name="T0" fmla="*/ 28 w 828"/>
                    <a:gd name="T1" fmla="*/ 686 h 714"/>
                    <a:gd name="T2" fmla="*/ 28 w 828"/>
                    <a:gd name="T3" fmla="*/ 605 h 714"/>
                    <a:gd name="T4" fmla="*/ 66 w 828"/>
                    <a:gd name="T5" fmla="*/ 605 h 714"/>
                    <a:gd name="T6" fmla="*/ 66 w 828"/>
                    <a:gd name="T7" fmla="*/ 577 h 714"/>
                    <a:gd name="T8" fmla="*/ 28 w 828"/>
                    <a:gd name="T9" fmla="*/ 577 h 714"/>
                    <a:gd name="T10" fmla="*/ 28 w 828"/>
                    <a:gd name="T11" fmla="*/ 435 h 714"/>
                    <a:gd name="T12" fmla="*/ 66 w 828"/>
                    <a:gd name="T13" fmla="*/ 435 h 714"/>
                    <a:gd name="T14" fmla="*/ 66 w 828"/>
                    <a:gd name="T15" fmla="*/ 407 h 714"/>
                    <a:gd name="T16" fmla="*/ 28 w 828"/>
                    <a:gd name="T17" fmla="*/ 407 h 714"/>
                    <a:gd name="T18" fmla="*/ 28 w 828"/>
                    <a:gd name="T19" fmla="*/ 265 h 714"/>
                    <a:gd name="T20" fmla="*/ 66 w 828"/>
                    <a:gd name="T21" fmla="*/ 265 h 714"/>
                    <a:gd name="T22" fmla="*/ 66 w 828"/>
                    <a:gd name="T23" fmla="*/ 236 h 714"/>
                    <a:gd name="T24" fmla="*/ 28 w 828"/>
                    <a:gd name="T25" fmla="*/ 236 h 714"/>
                    <a:gd name="T26" fmla="*/ 28 w 828"/>
                    <a:gd name="T27" fmla="*/ 94 h 714"/>
                    <a:gd name="T28" fmla="*/ 66 w 828"/>
                    <a:gd name="T29" fmla="*/ 94 h 714"/>
                    <a:gd name="T30" fmla="*/ 66 w 828"/>
                    <a:gd name="T31" fmla="*/ 66 h 714"/>
                    <a:gd name="T32" fmla="*/ 28 w 828"/>
                    <a:gd name="T33" fmla="*/ 66 h 714"/>
                    <a:gd name="T34" fmla="*/ 28 w 828"/>
                    <a:gd name="T35" fmla="*/ 0 h 714"/>
                    <a:gd name="T36" fmla="*/ 0 w 828"/>
                    <a:gd name="T37" fmla="*/ 0 h 714"/>
                    <a:gd name="T38" fmla="*/ 0 w 828"/>
                    <a:gd name="T39" fmla="*/ 714 h 714"/>
                    <a:gd name="T40" fmla="*/ 828 w 828"/>
                    <a:gd name="T41" fmla="*/ 714 h 714"/>
                    <a:gd name="T42" fmla="*/ 828 w 828"/>
                    <a:gd name="T43" fmla="*/ 686 h 714"/>
                    <a:gd name="T44" fmla="*/ 28 w 828"/>
                    <a:gd name="T45" fmla="*/ 686 h 7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28" h="714">
                      <a:moveTo>
                        <a:pt x="28" y="686"/>
                      </a:moveTo>
                      <a:lnTo>
                        <a:pt x="28" y="605"/>
                      </a:lnTo>
                      <a:lnTo>
                        <a:pt x="66" y="605"/>
                      </a:lnTo>
                      <a:lnTo>
                        <a:pt x="66" y="577"/>
                      </a:lnTo>
                      <a:lnTo>
                        <a:pt x="28" y="577"/>
                      </a:lnTo>
                      <a:lnTo>
                        <a:pt x="28" y="435"/>
                      </a:lnTo>
                      <a:lnTo>
                        <a:pt x="66" y="435"/>
                      </a:lnTo>
                      <a:lnTo>
                        <a:pt x="66" y="407"/>
                      </a:lnTo>
                      <a:lnTo>
                        <a:pt x="28" y="407"/>
                      </a:lnTo>
                      <a:lnTo>
                        <a:pt x="28" y="265"/>
                      </a:lnTo>
                      <a:lnTo>
                        <a:pt x="66" y="265"/>
                      </a:lnTo>
                      <a:lnTo>
                        <a:pt x="66" y="236"/>
                      </a:lnTo>
                      <a:lnTo>
                        <a:pt x="28" y="236"/>
                      </a:lnTo>
                      <a:lnTo>
                        <a:pt x="28" y="94"/>
                      </a:lnTo>
                      <a:lnTo>
                        <a:pt x="66" y="94"/>
                      </a:lnTo>
                      <a:lnTo>
                        <a:pt x="66" y="66"/>
                      </a:lnTo>
                      <a:lnTo>
                        <a:pt x="28" y="66"/>
                      </a:lnTo>
                      <a:lnTo>
                        <a:pt x="28" y="0"/>
                      </a:lnTo>
                      <a:lnTo>
                        <a:pt x="0" y="0"/>
                      </a:lnTo>
                      <a:lnTo>
                        <a:pt x="0" y="714"/>
                      </a:lnTo>
                      <a:lnTo>
                        <a:pt x="828" y="714"/>
                      </a:lnTo>
                      <a:lnTo>
                        <a:pt x="828" y="686"/>
                      </a:lnTo>
                      <a:lnTo>
                        <a:pt x="28" y="68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8" name="Freeform 223">
                  <a:extLst>
                    <a:ext uri="{FF2B5EF4-FFF2-40B4-BE49-F238E27FC236}">
                      <a16:creationId xmlns:a16="http://schemas.microsoft.com/office/drawing/2014/main" id="{BDE85F74-05F8-4A5F-9004-E798E5985E47}"/>
                    </a:ext>
                  </a:extLst>
                </p:cNvPr>
                <p:cNvSpPr/>
                <p:nvPr/>
              </p:nvSpPr>
              <p:spPr bwMode="auto">
                <a:xfrm>
                  <a:off x="3681882" y="1381603"/>
                  <a:ext cx="125777" cy="303599"/>
                </a:xfrm>
                <a:custGeom>
                  <a:avLst/>
                  <a:gdLst>
                    <a:gd name="T0" fmla="*/ 6 w 49"/>
                    <a:gd name="T1" fmla="*/ 118 h 118"/>
                    <a:gd name="T2" fmla="*/ 43 w 49"/>
                    <a:gd name="T3" fmla="*/ 118 h 118"/>
                    <a:gd name="T4" fmla="*/ 49 w 49"/>
                    <a:gd name="T5" fmla="*/ 112 h 118"/>
                    <a:gd name="T6" fmla="*/ 49 w 49"/>
                    <a:gd name="T7" fmla="*/ 6 h 118"/>
                    <a:gd name="T8" fmla="*/ 43 w 49"/>
                    <a:gd name="T9" fmla="*/ 0 h 118"/>
                    <a:gd name="T10" fmla="*/ 6 w 49"/>
                    <a:gd name="T11" fmla="*/ 0 h 118"/>
                    <a:gd name="T12" fmla="*/ 0 w 49"/>
                    <a:gd name="T13" fmla="*/ 6 h 118"/>
                    <a:gd name="T14" fmla="*/ 0 w 49"/>
                    <a:gd name="T15" fmla="*/ 112 h 118"/>
                    <a:gd name="T16" fmla="*/ 6 w 49"/>
                    <a:gd name="T17" fmla="*/ 11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18">
                      <a:moveTo>
                        <a:pt x="6" y="118"/>
                      </a:moveTo>
                      <a:cubicBezTo>
                        <a:pt x="43" y="118"/>
                        <a:pt x="43" y="118"/>
                        <a:pt x="43" y="118"/>
                      </a:cubicBezTo>
                      <a:cubicBezTo>
                        <a:pt x="46" y="118"/>
                        <a:pt x="49" y="115"/>
                        <a:pt x="49" y="112"/>
                      </a:cubicBezTo>
                      <a:cubicBezTo>
                        <a:pt x="49" y="6"/>
                        <a:pt x="49" y="6"/>
                        <a:pt x="49" y="6"/>
                      </a:cubicBezTo>
                      <a:cubicBezTo>
                        <a:pt x="49" y="3"/>
                        <a:pt x="46" y="0"/>
                        <a:pt x="43" y="0"/>
                      </a:cubicBezTo>
                      <a:cubicBezTo>
                        <a:pt x="6" y="0"/>
                        <a:pt x="6" y="0"/>
                        <a:pt x="6" y="0"/>
                      </a:cubicBezTo>
                      <a:cubicBezTo>
                        <a:pt x="3" y="0"/>
                        <a:pt x="0" y="3"/>
                        <a:pt x="0" y="6"/>
                      </a:cubicBezTo>
                      <a:cubicBezTo>
                        <a:pt x="0" y="112"/>
                        <a:pt x="0" y="112"/>
                        <a:pt x="0" y="112"/>
                      </a:cubicBezTo>
                      <a:cubicBezTo>
                        <a:pt x="0" y="115"/>
                        <a:pt x="3" y="118"/>
                        <a:pt x="6"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9" name="Freeform 224">
                  <a:extLst>
                    <a:ext uri="{FF2B5EF4-FFF2-40B4-BE49-F238E27FC236}">
                      <a16:creationId xmlns:a16="http://schemas.microsoft.com/office/drawing/2014/main" id="{BB00FD37-96D4-4F30-9BC4-811433821B3D}"/>
                    </a:ext>
                  </a:extLst>
                </p:cNvPr>
                <p:cNvSpPr/>
                <p:nvPr/>
              </p:nvSpPr>
              <p:spPr bwMode="auto">
                <a:xfrm>
                  <a:off x="3879222" y="1274259"/>
                  <a:ext cx="123608" cy="410944"/>
                </a:xfrm>
                <a:custGeom>
                  <a:avLst/>
                  <a:gdLst>
                    <a:gd name="T0" fmla="*/ 5 w 48"/>
                    <a:gd name="T1" fmla="*/ 160 h 160"/>
                    <a:gd name="T2" fmla="*/ 43 w 48"/>
                    <a:gd name="T3" fmla="*/ 160 h 160"/>
                    <a:gd name="T4" fmla="*/ 48 w 48"/>
                    <a:gd name="T5" fmla="*/ 154 h 160"/>
                    <a:gd name="T6" fmla="*/ 48 w 48"/>
                    <a:gd name="T7" fmla="*/ 6 h 160"/>
                    <a:gd name="T8" fmla="*/ 43 w 48"/>
                    <a:gd name="T9" fmla="*/ 0 h 160"/>
                    <a:gd name="T10" fmla="*/ 5 w 48"/>
                    <a:gd name="T11" fmla="*/ 0 h 160"/>
                    <a:gd name="T12" fmla="*/ 0 w 48"/>
                    <a:gd name="T13" fmla="*/ 6 h 160"/>
                    <a:gd name="T14" fmla="*/ 0 w 48"/>
                    <a:gd name="T15" fmla="*/ 154 h 160"/>
                    <a:gd name="T16" fmla="*/ 5 w 48"/>
                    <a:gd name="T17" fmla="*/ 16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 h="160">
                      <a:moveTo>
                        <a:pt x="5" y="160"/>
                      </a:moveTo>
                      <a:cubicBezTo>
                        <a:pt x="43" y="160"/>
                        <a:pt x="43" y="160"/>
                        <a:pt x="43" y="160"/>
                      </a:cubicBezTo>
                      <a:cubicBezTo>
                        <a:pt x="46" y="160"/>
                        <a:pt x="48" y="157"/>
                        <a:pt x="48" y="154"/>
                      </a:cubicBezTo>
                      <a:cubicBezTo>
                        <a:pt x="48" y="6"/>
                        <a:pt x="48" y="6"/>
                        <a:pt x="48" y="6"/>
                      </a:cubicBezTo>
                      <a:cubicBezTo>
                        <a:pt x="48" y="2"/>
                        <a:pt x="46" y="0"/>
                        <a:pt x="43" y="0"/>
                      </a:cubicBezTo>
                      <a:cubicBezTo>
                        <a:pt x="5" y="0"/>
                        <a:pt x="5" y="0"/>
                        <a:pt x="5" y="0"/>
                      </a:cubicBezTo>
                      <a:cubicBezTo>
                        <a:pt x="2" y="0"/>
                        <a:pt x="0" y="2"/>
                        <a:pt x="0" y="6"/>
                      </a:cubicBezTo>
                      <a:cubicBezTo>
                        <a:pt x="0" y="154"/>
                        <a:pt x="0" y="154"/>
                        <a:pt x="0" y="154"/>
                      </a:cubicBezTo>
                      <a:cubicBezTo>
                        <a:pt x="0" y="157"/>
                        <a:pt x="2" y="160"/>
                        <a:pt x="5" y="1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0" name="Freeform 225">
                  <a:extLst>
                    <a:ext uri="{FF2B5EF4-FFF2-40B4-BE49-F238E27FC236}">
                      <a16:creationId xmlns:a16="http://schemas.microsoft.com/office/drawing/2014/main" id="{4ABF2568-3AC0-4737-A2FF-8A0909F5DD1E}"/>
                    </a:ext>
                  </a:extLst>
                </p:cNvPr>
                <p:cNvSpPr/>
                <p:nvPr/>
              </p:nvSpPr>
              <p:spPr bwMode="auto">
                <a:xfrm>
                  <a:off x="4074393" y="1166915"/>
                  <a:ext cx="125777" cy="518288"/>
                </a:xfrm>
                <a:custGeom>
                  <a:avLst/>
                  <a:gdLst>
                    <a:gd name="T0" fmla="*/ 6 w 49"/>
                    <a:gd name="T1" fmla="*/ 202 h 202"/>
                    <a:gd name="T2" fmla="*/ 43 w 49"/>
                    <a:gd name="T3" fmla="*/ 202 h 202"/>
                    <a:gd name="T4" fmla="*/ 49 w 49"/>
                    <a:gd name="T5" fmla="*/ 196 h 202"/>
                    <a:gd name="T6" fmla="*/ 49 w 49"/>
                    <a:gd name="T7" fmla="*/ 5 h 202"/>
                    <a:gd name="T8" fmla="*/ 43 w 49"/>
                    <a:gd name="T9" fmla="*/ 0 h 202"/>
                    <a:gd name="T10" fmla="*/ 6 w 49"/>
                    <a:gd name="T11" fmla="*/ 0 h 202"/>
                    <a:gd name="T12" fmla="*/ 0 w 49"/>
                    <a:gd name="T13" fmla="*/ 5 h 202"/>
                    <a:gd name="T14" fmla="*/ 0 w 49"/>
                    <a:gd name="T15" fmla="*/ 196 h 202"/>
                    <a:gd name="T16" fmla="*/ 6 w 49"/>
                    <a:gd name="T17" fmla="*/ 202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02">
                      <a:moveTo>
                        <a:pt x="6" y="202"/>
                      </a:moveTo>
                      <a:cubicBezTo>
                        <a:pt x="43" y="202"/>
                        <a:pt x="43" y="202"/>
                        <a:pt x="43" y="202"/>
                      </a:cubicBezTo>
                      <a:cubicBezTo>
                        <a:pt x="46" y="202"/>
                        <a:pt x="49" y="199"/>
                        <a:pt x="49" y="196"/>
                      </a:cubicBezTo>
                      <a:cubicBezTo>
                        <a:pt x="49" y="5"/>
                        <a:pt x="49" y="5"/>
                        <a:pt x="49" y="5"/>
                      </a:cubicBezTo>
                      <a:cubicBezTo>
                        <a:pt x="49" y="2"/>
                        <a:pt x="46" y="0"/>
                        <a:pt x="43" y="0"/>
                      </a:cubicBezTo>
                      <a:cubicBezTo>
                        <a:pt x="6" y="0"/>
                        <a:pt x="6" y="0"/>
                        <a:pt x="6" y="0"/>
                      </a:cubicBezTo>
                      <a:cubicBezTo>
                        <a:pt x="3" y="0"/>
                        <a:pt x="0" y="2"/>
                        <a:pt x="0" y="5"/>
                      </a:cubicBezTo>
                      <a:cubicBezTo>
                        <a:pt x="0" y="196"/>
                        <a:pt x="0" y="196"/>
                        <a:pt x="0" y="196"/>
                      </a:cubicBezTo>
                      <a:cubicBezTo>
                        <a:pt x="0" y="199"/>
                        <a:pt x="3" y="202"/>
                        <a:pt x="6" y="2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1" name="Freeform 226">
                  <a:extLst>
                    <a:ext uri="{FF2B5EF4-FFF2-40B4-BE49-F238E27FC236}">
                      <a16:creationId xmlns:a16="http://schemas.microsoft.com/office/drawing/2014/main" id="{2BF2CD50-8510-4AE9-A6A1-417ABFE6EF31}"/>
                    </a:ext>
                  </a:extLst>
                </p:cNvPr>
                <p:cNvSpPr/>
                <p:nvPr/>
              </p:nvSpPr>
              <p:spPr bwMode="auto">
                <a:xfrm>
                  <a:off x="4271732" y="1058486"/>
                  <a:ext cx="125777" cy="626716"/>
                </a:xfrm>
                <a:custGeom>
                  <a:avLst/>
                  <a:gdLst>
                    <a:gd name="T0" fmla="*/ 6 w 49"/>
                    <a:gd name="T1" fmla="*/ 244 h 244"/>
                    <a:gd name="T2" fmla="*/ 43 w 49"/>
                    <a:gd name="T3" fmla="*/ 244 h 244"/>
                    <a:gd name="T4" fmla="*/ 49 w 49"/>
                    <a:gd name="T5" fmla="*/ 238 h 244"/>
                    <a:gd name="T6" fmla="*/ 49 w 49"/>
                    <a:gd name="T7" fmla="*/ 5 h 244"/>
                    <a:gd name="T8" fmla="*/ 43 w 49"/>
                    <a:gd name="T9" fmla="*/ 0 h 244"/>
                    <a:gd name="T10" fmla="*/ 6 w 49"/>
                    <a:gd name="T11" fmla="*/ 0 h 244"/>
                    <a:gd name="T12" fmla="*/ 0 w 49"/>
                    <a:gd name="T13" fmla="*/ 5 h 244"/>
                    <a:gd name="T14" fmla="*/ 0 w 49"/>
                    <a:gd name="T15" fmla="*/ 238 h 244"/>
                    <a:gd name="T16" fmla="*/ 6 w 49"/>
                    <a:gd name="T17"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44">
                      <a:moveTo>
                        <a:pt x="6" y="244"/>
                      </a:moveTo>
                      <a:cubicBezTo>
                        <a:pt x="43" y="244"/>
                        <a:pt x="43" y="244"/>
                        <a:pt x="43" y="244"/>
                      </a:cubicBezTo>
                      <a:cubicBezTo>
                        <a:pt x="46" y="244"/>
                        <a:pt x="49" y="241"/>
                        <a:pt x="49" y="238"/>
                      </a:cubicBezTo>
                      <a:cubicBezTo>
                        <a:pt x="49" y="5"/>
                        <a:pt x="49" y="5"/>
                        <a:pt x="49" y="5"/>
                      </a:cubicBezTo>
                      <a:cubicBezTo>
                        <a:pt x="49" y="2"/>
                        <a:pt x="46" y="0"/>
                        <a:pt x="43" y="0"/>
                      </a:cubicBezTo>
                      <a:cubicBezTo>
                        <a:pt x="6" y="0"/>
                        <a:pt x="6" y="0"/>
                        <a:pt x="6" y="0"/>
                      </a:cubicBezTo>
                      <a:cubicBezTo>
                        <a:pt x="3" y="0"/>
                        <a:pt x="0" y="2"/>
                        <a:pt x="0" y="5"/>
                      </a:cubicBezTo>
                      <a:cubicBezTo>
                        <a:pt x="0" y="238"/>
                        <a:pt x="0" y="238"/>
                        <a:pt x="0" y="238"/>
                      </a:cubicBezTo>
                      <a:cubicBezTo>
                        <a:pt x="0" y="241"/>
                        <a:pt x="3" y="244"/>
                        <a:pt x="6" y="2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79" name="组合 78">
                <a:extLst>
                  <a:ext uri="{FF2B5EF4-FFF2-40B4-BE49-F238E27FC236}">
                    <a16:creationId xmlns:a16="http://schemas.microsoft.com/office/drawing/2014/main" id="{096047AD-208F-49B4-A931-EC2B14126379}"/>
                  </a:ext>
                </a:extLst>
              </p:cNvPr>
              <p:cNvGrpSpPr/>
              <p:nvPr/>
            </p:nvGrpSpPr>
            <p:grpSpPr>
              <a:xfrm>
                <a:off x="10240844" y="3302449"/>
                <a:ext cx="300352" cy="257548"/>
                <a:chOff x="3546346" y="2339026"/>
                <a:chExt cx="897787" cy="769842"/>
              </a:xfrm>
              <a:solidFill>
                <a:schemeClr val="accent3"/>
              </a:solidFill>
            </p:grpSpPr>
            <p:sp>
              <p:nvSpPr>
                <p:cNvPr id="80" name="Rectangle 227">
                  <a:extLst>
                    <a:ext uri="{FF2B5EF4-FFF2-40B4-BE49-F238E27FC236}">
                      <a16:creationId xmlns:a16="http://schemas.microsoft.com/office/drawing/2014/main" id="{2C90B86F-3D1F-46CC-A273-74D2A5B8B038}"/>
                    </a:ext>
                  </a:extLst>
                </p:cNvPr>
                <p:cNvSpPr>
                  <a:spLocks noChangeArrowheads="1"/>
                </p:cNvSpPr>
                <p:nvPr/>
              </p:nvSpPr>
              <p:spPr bwMode="auto">
                <a:xfrm>
                  <a:off x="3561526" y="3077423"/>
                  <a:ext cx="882607" cy="3144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1" name="Freeform 228">
                  <a:extLst>
                    <a:ext uri="{FF2B5EF4-FFF2-40B4-BE49-F238E27FC236}">
                      <a16:creationId xmlns:a16="http://schemas.microsoft.com/office/drawing/2014/main" id="{39ADDB32-7C47-4D9E-9C73-864338C1E689}"/>
                    </a:ext>
                  </a:extLst>
                </p:cNvPr>
                <p:cNvSpPr/>
                <p:nvPr/>
              </p:nvSpPr>
              <p:spPr bwMode="auto">
                <a:xfrm>
                  <a:off x="3617909" y="2844302"/>
                  <a:ext cx="125777" cy="210351"/>
                </a:xfrm>
                <a:custGeom>
                  <a:avLst/>
                  <a:gdLst>
                    <a:gd name="T0" fmla="*/ 6 w 49"/>
                    <a:gd name="T1" fmla="*/ 82 h 82"/>
                    <a:gd name="T2" fmla="*/ 43 w 49"/>
                    <a:gd name="T3" fmla="*/ 82 h 82"/>
                    <a:gd name="T4" fmla="*/ 49 w 49"/>
                    <a:gd name="T5" fmla="*/ 76 h 82"/>
                    <a:gd name="T6" fmla="*/ 49 w 49"/>
                    <a:gd name="T7" fmla="*/ 0 h 82"/>
                    <a:gd name="T8" fmla="*/ 0 w 49"/>
                    <a:gd name="T9" fmla="*/ 49 h 82"/>
                    <a:gd name="T10" fmla="*/ 0 w 49"/>
                    <a:gd name="T11" fmla="*/ 76 h 82"/>
                    <a:gd name="T12" fmla="*/ 6 w 49"/>
                    <a:gd name="T13" fmla="*/ 82 h 82"/>
                  </a:gdLst>
                  <a:ahLst/>
                  <a:cxnLst>
                    <a:cxn ang="0">
                      <a:pos x="T0" y="T1"/>
                    </a:cxn>
                    <a:cxn ang="0">
                      <a:pos x="T2" y="T3"/>
                    </a:cxn>
                    <a:cxn ang="0">
                      <a:pos x="T4" y="T5"/>
                    </a:cxn>
                    <a:cxn ang="0">
                      <a:pos x="T6" y="T7"/>
                    </a:cxn>
                    <a:cxn ang="0">
                      <a:pos x="T8" y="T9"/>
                    </a:cxn>
                    <a:cxn ang="0">
                      <a:pos x="T10" y="T11"/>
                    </a:cxn>
                    <a:cxn ang="0">
                      <a:pos x="T12" y="T13"/>
                    </a:cxn>
                  </a:cxnLst>
                  <a:rect l="0" t="0" r="r" b="b"/>
                  <a:pathLst>
                    <a:path w="49" h="82">
                      <a:moveTo>
                        <a:pt x="6" y="82"/>
                      </a:moveTo>
                      <a:cubicBezTo>
                        <a:pt x="43" y="82"/>
                        <a:pt x="43" y="82"/>
                        <a:pt x="43" y="82"/>
                      </a:cubicBezTo>
                      <a:cubicBezTo>
                        <a:pt x="46" y="82"/>
                        <a:pt x="49" y="79"/>
                        <a:pt x="49" y="76"/>
                      </a:cubicBezTo>
                      <a:cubicBezTo>
                        <a:pt x="49" y="0"/>
                        <a:pt x="49" y="0"/>
                        <a:pt x="49" y="0"/>
                      </a:cubicBezTo>
                      <a:cubicBezTo>
                        <a:pt x="0" y="49"/>
                        <a:pt x="0" y="49"/>
                        <a:pt x="0" y="49"/>
                      </a:cubicBezTo>
                      <a:cubicBezTo>
                        <a:pt x="0" y="76"/>
                        <a:pt x="0" y="76"/>
                        <a:pt x="0" y="76"/>
                      </a:cubicBezTo>
                      <a:cubicBezTo>
                        <a:pt x="0" y="79"/>
                        <a:pt x="3" y="82"/>
                        <a:pt x="6" y="8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2" name="Freeform 229">
                  <a:extLst>
                    <a:ext uri="{FF2B5EF4-FFF2-40B4-BE49-F238E27FC236}">
                      <a16:creationId xmlns:a16="http://schemas.microsoft.com/office/drawing/2014/main" id="{9B30A394-0855-4DD0-97C8-B858390B9A04}"/>
                    </a:ext>
                  </a:extLst>
                </p:cNvPr>
                <p:cNvSpPr/>
                <p:nvPr/>
              </p:nvSpPr>
              <p:spPr bwMode="auto">
                <a:xfrm>
                  <a:off x="3779467" y="2682744"/>
                  <a:ext cx="122524" cy="371910"/>
                </a:xfrm>
                <a:custGeom>
                  <a:avLst/>
                  <a:gdLst>
                    <a:gd name="T0" fmla="*/ 5 w 48"/>
                    <a:gd name="T1" fmla="*/ 145 h 145"/>
                    <a:gd name="T2" fmla="*/ 43 w 48"/>
                    <a:gd name="T3" fmla="*/ 145 h 145"/>
                    <a:gd name="T4" fmla="*/ 48 w 48"/>
                    <a:gd name="T5" fmla="*/ 139 h 145"/>
                    <a:gd name="T6" fmla="*/ 48 w 48"/>
                    <a:gd name="T7" fmla="*/ 0 h 145"/>
                    <a:gd name="T8" fmla="*/ 0 w 48"/>
                    <a:gd name="T9" fmla="*/ 49 h 145"/>
                    <a:gd name="T10" fmla="*/ 0 w 48"/>
                    <a:gd name="T11" fmla="*/ 139 h 145"/>
                    <a:gd name="T12" fmla="*/ 5 w 48"/>
                    <a:gd name="T13" fmla="*/ 145 h 145"/>
                  </a:gdLst>
                  <a:ahLst/>
                  <a:cxnLst>
                    <a:cxn ang="0">
                      <a:pos x="T0" y="T1"/>
                    </a:cxn>
                    <a:cxn ang="0">
                      <a:pos x="T2" y="T3"/>
                    </a:cxn>
                    <a:cxn ang="0">
                      <a:pos x="T4" y="T5"/>
                    </a:cxn>
                    <a:cxn ang="0">
                      <a:pos x="T6" y="T7"/>
                    </a:cxn>
                    <a:cxn ang="0">
                      <a:pos x="T8" y="T9"/>
                    </a:cxn>
                    <a:cxn ang="0">
                      <a:pos x="T10" y="T11"/>
                    </a:cxn>
                    <a:cxn ang="0">
                      <a:pos x="T12" y="T13"/>
                    </a:cxn>
                  </a:cxnLst>
                  <a:rect l="0" t="0" r="r" b="b"/>
                  <a:pathLst>
                    <a:path w="48" h="145">
                      <a:moveTo>
                        <a:pt x="5" y="145"/>
                      </a:moveTo>
                      <a:cubicBezTo>
                        <a:pt x="43" y="145"/>
                        <a:pt x="43" y="145"/>
                        <a:pt x="43" y="145"/>
                      </a:cubicBezTo>
                      <a:cubicBezTo>
                        <a:pt x="46" y="145"/>
                        <a:pt x="48" y="142"/>
                        <a:pt x="48" y="139"/>
                      </a:cubicBezTo>
                      <a:cubicBezTo>
                        <a:pt x="48" y="0"/>
                        <a:pt x="48" y="0"/>
                        <a:pt x="48" y="0"/>
                      </a:cubicBezTo>
                      <a:cubicBezTo>
                        <a:pt x="0" y="49"/>
                        <a:pt x="0" y="49"/>
                        <a:pt x="0" y="49"/>
                      </a:cubicBezTo>
                      <a:cubicBezTo>
                        <a:pt x="0" y="139"/>
                        <a:pt x="0" y="139"/>
                        <a:pt x="0" y="139"/>
                      </a:cubicBezTo>
                      <a:cubicBezTo>
                        <a:pt x="0" y="142"/>
                        <a:pt x="2" y="145"/>
                        <a:pt x="5" y="1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3" name="Freeform 230">
                  <a:extLst>
                    <a:ext uri="{FF2B5EF4-FFF2-40B4-BE49-F238E27FC236}">
                      <a16:creationId xmlns:a16="http://schemas.microsoft.com/office/drawing/2014/main" id="{C7341948-7774-416E-AD10-7BD12E82650C}"/>
                    </a:ext>
                  </a:extLst>
                </p:cNvPr>
                <p:cNvSpPr/>
                <p:nvPr/>
              </p:nvSpPr>
              <p:spPr bwMode="auto">
                <a:xfrm>
                  <a:off x="3938857" y="2713104"/>
                  <a:ext cx="124693" cy="341550"/>
                </a:xfrm>
                <a:custGeom>
                  <a:avLst/>
                  <a:gdLst>
                    <a:gd name="T0" fmla="*/ 22 w 49"/>
                    <a:gd name="T1" fmla="*/ 22 h 133"/>
                    <a:gd name="T2" fmla="*/ 0 w 49"/>
                    <a:gd name="T3" fmla="*/ 0 h 133"/>
                    <a:gd name="T4" fmla="*/ 0 w 49"/>
                    <a:gd name="T5" fmla="*/ 127 h 133"/>
                    <a:gd name="T6" fmla="*/ 6 w 49"/>
                    <a:gd name="T7" fmla="*/ 133 h 133"/>
                    <a:gd name="T8" fmla="*/ 43 w 49"/>
                    <a:gd name="T9" fmla="*/ 133 h 133"/>
                    <a:gd name="T10" fmla="*/ 49 w 49"/>
                    <a:gd name="T11" fmla="*/ 127 h 133"/>
                    <a:gd name="T12" fmla="*/ 49 w 49"/>
                    <a:gd name="T13" fmla="*/ 26 h 133"/>
                    <a:gd name="T14" fmla="*/ 38 w 49"/>
                    <a:gd name="T15" fmla="*/ 29 h 133"/>
                    <a:gd name="T16" fmla="*/ 22 w 49"/>
                    <a:gd name="T17" fmla="*/ 22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33">
                      <a:moveTo>
                        <a:pt x="22" y="22"/>
                      </a:moveTo>
                      <a:cubicBezTo>
                        <a:pt x="0" y="0"/>
                        <a:pt x="0" y="0"/>
                        <a:pt x="0" y="0"/>
                      </a:cubicBezTo>
                      <a:cubicBezTo>
                        <a:pt x="0" y="127"/>
                        <a:pt x="0" y="127"/>
                        <a:pt x="0" y="127"/>
                      </a:cubicBezTo>
                      <a:cubicBezTo>
                        <a:pt x="0" y="130"/>
                        <a:pt x="3" y="133"/>
                        <a:pt x="6" y="133"/>
                      </a:cubicBezTo>
                      <a:cubicBezTo>
                        <a:pt x="43" y="133"/>
                        <a:pt x="43" y="133"/>
                        <a:pt x="43" y="133"/>
                      </a:cubicBezTo>
                      <a:cubicBezTo>
                        <a:pt x="46" y="133"/>
                        <a:pt x="49" y="130"/>
                        <a:pt x="49" y="127"/>
                      </a:cubicBezTo>
                      <a:cubicBezTo>
                        <a:pt x="49" y="26"/>
                        <a:pt x="49" y="26"/>
                        <a:pt x="49" y="26"/>
                      </a:cubicBezTo>
                      <a:cubicBezTo>
                        <a:pt x="46" y="28"/>
                        <a:pt x="42" y="29"/>
                        <a:pt x="38" y="29"/>
                      </a:cubicBezTo>
                      <a:cubicBezTo>
                        <a:pt x="32" y="29"/>
                        <a:pt x="27" y="26"/>
                        <a:pt x="2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4" name="Freeform 231">
                  <a:extLst>
                    <a:ext uri="{FF2B5EF4-FFF2-40B4-BE49-F238E27FC236}">
                      <a16:creationId xmlns:a16="http://schemas.microsoft.com/office/drawing/2014/main" id="{178F46E3-4F1D-4608-B82F-6B88648DF19E}"/>
                    </a:ext>
                  </a:extLst>
                </p:cNvPr>
                <p:cNvSpPr/>
                <p:nvPr/>
              </p:nvSpPr>
              <p:spPr bwMode="auto">
                <a:xfrm>
                  <a:off x="4100415" y="2624193"/>
                  <a:ext cx="122524" cy="430461"/>
                </a:xfrm>
                <a:custGeom>
                  <a:avLst/>
                  <a:gdLst>
                    <a:gd name="T0" fmla="*/ 5 w 48"/>
                    <a:gd name="T1" fmla="*/ 168 h 168"/>
                    <a:gd name="T2" fmla="*/ 43 w 48"/>
                    <a:gd name="T3" fmla="*/ 168 h 168"/>
                    <a:gd name="T4" fmla="*/ 48 w 48"/>
                    <a:gd name="T5" fmla="*/ 162 h 168"/>
                    <a:gd name="T6" fmla="*/ 48 w 48"/>
                    <a:gd name="T7" fmla="*/ 0 h 168"/>
                    <a:gd name="T8" fmla="*/ 0 w 48"/>
                    <a:gd name="T9" fmla="*/ 48 h 168"/>
                    <a:gd name="T10" fmla="*/ 0 w 48"/>
                    <a:gd name="T11" fmla="*/ 162 h 168"/>
                    <a:gd name="T12" fmla="*/ 5 w 48"/>
                    <a:gd name="T13" fmla="*/ 168 h 168"/>
                  </a:gdLst>
                  <a:ahLst/>
                  <a:cxnLst>
                    <a:cxn ang="0">
                      <a:pos x="T0" y="T1"/>
                    </a:cxn>
                    <a:cxn ang="0">
                      <a:pos x="T2" y="T3"/>
                    </a:cxn>
                    <a:cxn ang="0">
                      <a:pos x="T4" y="T5"/>
                    </a:cxn>
                    <a:cxn ang="0">
                      <a:pos x="T6" y="T7"/>
                    </a:cxn>
                    <a:cxn ang="0">
                      <a:pos x="T8" y="T9"/>
                    </a:cxn>
                    <a:cxn ang="0">
                      <a:pos x="T10" y="T11"/>
                    </a:cxn>
                    <a:cxn ang="0">
                      <a:pos x="T12" y="T13"/>
                    </a:cxn>
                  </a:cxnLst>
                  <a:rect l="0" t="0" r="r" b="b"/>
                  <a:pathLst>
                    <a:path w="48" h="168">
                      <a:moveTo>
                        <a:pt x="5" y="168"/>
                      </a:moveTo>
                      <a:cubicBezTo>
                        <a:pt x="43" y="168"/>
                        <a:pt x="43" y="168"/>
                        <a:pt x="43" y="168"/>
                      </a:cubicBezTo>
                      <a:cubicBezTo>
                        <a:pt x="46" y="168"/>
                        <a:pt x="48" y="165"/>
                        <a:pt x="48" y="162"/>
                      </a:cubicBezTo>
                      <a:cubicBezTo>
                        <a:pt x="48" y="0"/>
                        <a:pt x="48" y="0"/>
                        <a:pt x="48" y="0"/>
                      </a:cubicBezTo>
                      <a:cubicBezTo>
                        <a:pt x="0" y="48"/>
                        <a:pt x="0" y="48"/>
                        <a:pt x="0" y="48"/>
                      </a:cubicBezTo>
                      <a:cubicBezTo>
                        <a:pt x="0" y="162"/>
                        <a:pt x="0" y="162"/>
                        <a:pt x="0" y="162"/>
                      </a:cubicBezTo>
                      <a:cubicBezTo>
                        <a:pt x="0" y="165"/>
                        <a:pt x="2" y="168"/>
                        <a:pt x="5" y="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5" name="Freeform 232">
                  <a:extLst>
                    <a:ext uri="{FF2B5EF4-FFF2-40B4-BE49-F238E27FC236}">
                      <a16:creationId xmlns:a16="http://schemas.microsoft.com/office/drawing/2014/main" id="{23AAC843-4545-4EA0-9CF5-874ACF043084}"/>
                    </a:ext>
                  </a:extLst>
                </p:cNvPr>
                <p:cNvSpPr/>
                <p:nvPr/>
              </p:nvSpPr>
              <p:spPr bwMode="auto">
                <a:xfrm>
                  <a:off x="4258721" y="2513596"/>
                  <a:ext cx="125777" cy="541058"/>
                </a:xfrm>
                <a:custGeom>
                  <a:avLst/>
                  <a:gdLst>
                    <a:gd name="T0" fmla="*/ 29 w 49"/>
                    <a:gd name="T1" fmla="*/ 0 h 211"/>
                    <a:gd name="T2" fmla="*/ 0 w 49"/>
                    <a:gd name="T3" fmla="*/ 29 h 211"/>
                    <a:gd name="T4" fmla="*/ 0 w 49"/>
                    <a:gd name="T5" fmla="*/ 205 h 211"/>
                    <a:gd name="T6" fmla="*/ 6 w 49"/>
                    <a:gd name="T7" fmla="*/ 211 h 211"/>
                    <a:gd name="T8" fmla="*/ 43 w 49"/>
                    <a:gd name="T9" fmla="*/ 211 h 211"/>
                    <a:gd name="T10" fmla="*/ 49 w 49"/>
                    <a:gd name="T11" fmla="*/ 205 h 211"/>
                    <a:gd name="T12" fmla="*/ 49 w 49"/>
                    <a:gd name="T13" fmla="*/ 22 h 211"/>
                    <a:gd name="T14" fmla="*/ 29 w 49"/>
                    <a:gd name="T15" fmla="*/ 0 h 2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211">
                      <a:moveTo>
                        <a:pt x="29" y="0"/>
                      </a:moveTo>
                      <a:cubicBezTo>
                        <a:pt x="0" y="29"/>
                        <a:pt x="0" y="29"/>
                        <a:pt x="0" y="29"/>
                      </a:cubicBezTo>
                      <a:cubicBezTo>
                        <a:pt x="0" y="205"/>
                        <a:pt x="0" y="205"/>
                        <a:pt x="0" y="205"/>
                      </a:cubicBezTo>
                      <a:cubicBezTo>
                        <a:pt x="0" y="208"/>
                        <a:pt x="3" y="211"/>
                        <a:pt x="6" y="211"/>
                      </a:cubicBezTo>
                      <a:cubicBezTo>
                        <a:pt x="43" y="211"/>
                        <a:pt x="43" y="211"/>
                        <a:pt x="43" y="211"/>
                      </a:cubicBezTo>
                      <a:cubicBezTo>
                        <a:pt x="46" y="211"/>
                        <a:pt x="49" y="208"/>
                        <a:pt x="49" y="205"/>
                      </a:cubicBezTo>
                      <a:cubicBezTo>
                        <a:pt x="49" y="22"/>
                        <a:pt x="49" y="22"/>
                        <a:pt x="49" y="22"/>
                      </a:cubicBezTo>
                      <a:cubicBezTo>
                        <a:pt x="38" y="21"/>
                        <a:pt x="29" y="12"/>
                        <a:pt x="2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6" name="Freeform 233">
                  <a:extLst>
                    <a:ext uri="{FF2B5EF4-FFF2-40B4-BE49-F238E27FC236}">
                      <a16:creationId xmlns:a16="http://schemas.microsoft.com/office/drawing/2014/main" id="{D7763F08-C5FD-4348-AA44-A4B29C75B18A}"/>
                    </a:ext>
                  </a:extLst>
                </p:cNvPr>
                <p:cNvSpPr/>
                <p:nvPr/>
              </p:nvSpPr>
              <p:spPr bwMode="auto">
                <a:xfrm>
                  <a:off x="3546346" y="2339026"/>
                  <a:ext cx="871764" cy="610452"/>
                </a:xfrm>
                <a:custGeom>
                  <a:avLst/>
                  <a:gdLst>
                    <a:gd name="T0" fmla="*/ 20 w 340"/>
                    <a:gd name="T1" fmla="*/ 234 h 238"/>
                    <a:gd name="T2" fmla="*/ 140 w 340"/>
                    <a:gd name="T3" fmla="*/ 113 h 238"/>
                    <a:gd name="T4" fmla="*/ 183 w 340"/>
                    <a:gd name="T5" fmla="*/ 156 h 238"/>
                    <a:gd name="T6" fmla="*/ 199 w 340"/>
                    <a:gd name="T7" fmla="*/ 156 h 238"/>
                    <a:gd name="T8" fmla="*/ 318 w 340"/>
                    <a:gd name="T9" fmla="*/ 37 h 238"/>
                    <a:gd name="T10" fmla="*/ 318 w 340"/>
                    <a:gd name="T11" fmla="*/ 64 h 238"/>
                    <a:gd name="T12" fmla="*/ 329 w 340"/>
                    <a:gd name="T13" fmla="*/ 75 h 238"/>
                    <a:gd name="T14" fmla="*/ 340 w 340"/>
                    <a:gd name="T15" fmla="*/ 64 h 238"/>
                    <a:gd name="T16" fmla="*/ 340 w 340"/>
                    <a:gd name="T17" fmla="*/ 11 h 238"/>
                    <a:gd name="T18" fmla="*/ 337 w 340"/>
                    <a:gd name="T19" fmla="*/ 3 h 238"/>
                    <a:gd name="T20" fmla="*/ 329 w 340"/>
                    <a:gd name="T21" fmla="*/ 0 h 238"/>
                    <a:gd name="T22" fmla="*/ 276 w 340"/>
                    <a:gd name="T23" fmla="*/ 0 h 238"/>
                    <a:gd name="T24" fmla="*/ 265 w 340"/>
                    <a:gd name="T25" fmla="*/ 11 h 238"/>
                    <a:gd name="T26" fmla="*/ 276 w 340"/>
                    <a:gd name="T27" fmla="*/ 22 h 238"/>
                    <a:gd name="T28" fmla="*/ 302 w 340"/>
                    <a:gd name="T29" fmla="*/ 22 h 238"/>
                    <a:gd name="T30" fmla="*/ 191 w 340"/>
                    <a:gd name="T31" fmla="*/ 133 h 238"/>
                    <a:gd name="T32" fmla="*/ 148 w 340"/>
                    <a:gd name="T33" fmla="*/ 90 h 238"/>
                    <a:gd name="T34" fmla="*/ 133 w 340"/>
                    <a:gd name="T35" fmla="*/ 90 h 238"/>
                    <a:gd name="T36" fmla="*/ 4 w 340"/>
                    <a:gd name="T37" fmla="*/ 219 h 238"/>
                    <a:gd name="T38" fmla="*/ 4 w 340"/>
                    <a:gd name="T39" fmla="*/ 234 h 238"/>
                    <a:gd name="T40" fmla="*/ 20 w 340"/>
                    <a:gd name="T41" fmla="*/ 234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0" h="238">
                      <a:moveTo>
                        <a:pt x="20" y="234"/>
                      </a:moveTo>
                      <a:cubicBezTo>
                        <a:pt x="140" y="113"/>
                        <a:pt x="140" y="113"/>
                        <a:pt x="140" y="113"/>
                      </a:cubicBezTo>
                      <a:cubicBezTo>
                        <a:pt x="183" y="156"/>
                        <a:pt x="183" y="156"/>
                        <a:pt x="183" y="156"/>
                      </a:cubicBezTo>
                      <a:cubicBezTo>
                        <a:pt x="188" y="160"/>
                        <a:pt x="195" y="160"/>
                        <a:pt x="199" y="156"/>
                      </a:cubicBezTo>
                      <a:cubicBezTo>
                        <a:pt x="318" y="37"/>
                        <a:pt x="318" y="37"/>
                        <a:pt x="318" y="37"/>
                      </a:cubicBezTo>
                      <a:cubicBezTo>
                        <a:pt x="318" y="64"/>
                        <a:pt x="318" y="64"/>
                        <a:pt x="318" y="64"/>
                      </a:cubicBezTo>
                      <a:cubicBezTo>
                        <a:pt x="318" y="70"/>
                        <a:pt x="323" y="75"/>
                        <a:pt x="329" y="75"/>
                      </a:cubicBezTo>
                      <a:cubicBezTo>
                        <a:pt x="335" y="75"/>
                        <a:pt x="340" y="70"/>
                        <a:pt x="340" y="64"/>
                      </a:cubicBezTo>
                      <a:cubicBezTo>
                        <a:pt x="340" y="11"/>
                        <a:pt x="340" y="11"/>
                        <a:pt x="340" y="11"/>
                      </a:cubicBezTo>
                      <a:cubicBezTo>
                        <a:pt x="340" y="8"/>
                        <a:pt x="339" y="5"/>
                        <a:pt x="337" y="3"/>
                      </a:cubicBezTo>
                      <a:cubicBezTo>
                        <a:pt x="335" y="1"/>
                        <a:pt x="332" y="0"/>
                        <a:pt x="329" y="0"/>
                      </a:cubicBezTo>
                      <a:cubicBezTo>
                        <a:pt x="276" y="0"/>
                        <a:pt x="276" y="0"/>
                        <a:pt x="276" y="0"/>
                      </a:cubicBezTo>
                      <a:cubicBezTo>
                        <a:pt x="270" y="0"/>
                        <a:pt x="265" y="4"/>
                        <a:pt x="265" y="11"/>
                      </a:cubicBezTo>
                      <a:cubicBezTo>
                        <a:pt x="265" y="17"/>
                        <a:pt x="270" y="22"/>
                        <a:pt x="276" y="22"/>
                      </a:cubicBezTo>
                      <a:cubicBezTo>
                        <a:pt x="302" y="22"/>
                        <a:pt x="302" y="22"/>
                        <a:pt x="302" y="22"/>
                      </a:cubicBezTo>
                      <a:cubicBezTo>
                        <a:pt x="191" y="133"/>
                        <a:pt x="191" y="133"/>
                        <a:pt x="191" y="133"/>
                      </a:cubicBezTo>
                      <a:cubicBezTo>
                        <a:pt x="148" y="90"/>
                        <a:pt x="148" y="90"/>
                        <a:pt x="148" y="90"/>
                      </a:cubicBezTo>
                      <a:cubicBezTo>
                        <a:pt x="144" y="86"/>
                        <a:pt x="137" y="86"/>
                        <a:pt x="133" y="90"/>
                      </a:cubicBezTo>
                      <a:cubicBezTo>
                        <a:pt x="4" y="219"/>
                        <a:pt x="4" y="219"/>
                        <a:pt x="4" y="219"/>
                      </a:cubicBezTo>
                      <a:cubicBezTo>
                        <a:pt x="0" y="223"/>
                        <a:pt x="0" y="230"/>
                        <a:pt x="4" y="234"/>
                      </a:cubicBezTo>
                      <a:cubicBezTo>
                        <a:pt x="8" y="238"/>
                        <a:pt x="15" y="238"/>
                        <a:pt x="20" y="2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grpSp>
      <p:sp>
        <p:nvSpPr>
          <p:cNvPr id="18" name="文本占位符 17">
            <a:extLst>
              <a:ext uri="{FF2B5EF4-FFF2-40B4-BE49-F238E27FC236}">
                <a16:creationId xmlns:a16="http://schemas.microsoft.com/office/drawing/2014/main" id="{EC5435B3-EB5C-27EC-C1BC-72B5DE1023D0}"/>
              </a:ext>
            </a:extLst>
          </p:cNvPr>
          <p:cNvSpPr>
            <a:spLocks noGrp="1"/>
          </p:cNvSpPr>
          <p:nvPr>
            <p:ph type="body" sz="quarter" idx="10"/>
          </p:nvPr>
        </p:nvSpPr>
        <p:spPr>
          <a:xfrm>
            <a:off x="7175500" y="4724400"/>
            <a:ext cx="4991100" cy="649288"/>
          </a:xfrm>
          <a:prstGeom prst="rect">
            <a:avLst/>
          </a:prstGeom>
        </p:spPr>
        <p:txBody>
          <a:bodyPr anchor="ctr"/>
          <a:lstStyle>
            <a:lvl1pPr algn="r">
              <a:buNone/>
              <a:defRPr sz="2400">
                <a:solidFill>
                  <a:schemeClr val="bg1"/>
                </a:solidFill>
              </a:defRPr>
            </a:lvl1pPr>
          </a:lstStyle>
          <a:p>
            <a:pPr lvl="0"/>
            <a:r>
              <a:rPr lang="zh-CN" altLang="en-US"/>
              <a:t>单击此处编辑母版文本样式</a:t>
            </a:r>
          </a:p>
        </p:txBody>
      </p:sp>
    </p:spTree>
    <p:extLst>
      <p:ext uri="{BB962C8B-B14F-4D97-AF65-F5344CB8AC3E}">
        <p14:creationId xmlns:p14="http://schemas.microsoft.com/office/powerpoint/2010/main" val="86775297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4_标题和内容">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7D214396-41BD-2598-313E-E366C15F8129}"/>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任意多边形 18">
            <a:extLst>
              <a:ext uri="{FF2B5EF4-FFF2-40B4-BE49-F238E27FC236}">
                <a16:creationId xmlns:a16="http://schemas.microsoft.com/office/drawing/2014/main" id="{09E4AC6E-482F-86A2-0D69-6B43FE3DFD2F}"/>
              </a:ext>
            </a:extLst>
          </p:cNvPr>
          <p:cNvSpPr/>
          <p:nvPr/>
        </p:nvSpPr>
        <p:spPr>
          <a:xfrm>
            <a:off x="0" y="0"/>
            <a:ext cx="1179076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9" name="组合 8">
            <a:extLst>
              <a:ext uri="{FF2B5EF4-FFF2-40B4-BE49-F238E27FC236}">
                <a16:creationId xmlns:a16="http://schemas.microsoft.com/office/drawing/2014/main" id="{556EBDE9-6B8D-6829-D484-6839FD8CFEF4}"/>
              </a:ext>
            </a:extLst>
          </p:cNvPr>
          <p:cNvGrpSpPr/>
          <p:nvPr/>
        </p:nvGrpSpPr>
        <p:grpSpPr>
          <a:xfrm>
            <a:off x="71844" y="60398"/>
            <a:ext cx="593817" cy="593817"/>
            <a:chOff x="1131485" y="2234042"/>
            <a:chExt cx="1607262" cy="1607262"/>
          </a:xfrm>
        </p:grpSpPr>
        <p:sp>
          <p:nvSpPr>
            <p:cNvPr id="10" name="椭圆 9">
              <a:extLst>
                <a:ext uri="{FF2B5EF4-FFF2-40B4-BE49-F238E27FC236}">
                  <a16:creationId xmlns:a16="http://schemas.microsoft.com/office/drawing/2014/main" id="{6C82D658-D6B8-3186-ABBD-2B42C4EE5CC5}"/>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1" name="椭圆 10">
              <a:extLst>
                <a:ext uri="{FF2B5EF4-FFF2-40B4-BE49-F238E27FC236}">
                  <a16:creationId xmlns:a16="http://schemas.microsoft.com/office/drawing/2014/main" id="{F6CC8D87-9602-F56C-FB81-208E6D6CC83A}"/>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KSO_Shape">
              <a:extLst>
                <a:ext uri="{FF2B5EF4-FFF2-40B4-BE49-F238E27FC236}">
                  <a16:creationId xmlns:a16="http://schemas.microsoft.com/office/drawing/2014/main" id="{6B1787EF-9C2E-F2F1-782A-25B0D698BAC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24" name="文本占位符 33">
            <a:extLst>
              <a:ext uri="{FF2B5EF4-FFF2-40B4-BE49-F238E27FC236}">
                <a16:creationId xmlns:a16="http://schemas.microsoft.com/office/drawing/2014/main" id="{48A005F6-C87D-D98A-AECC-DE82D174EB34}"/>
              </a:ext>
            </a:extLst>
          </p:cNvPr>
          <p:cNvSpPr>
            <a:spLocks noGrp="1"/>
          </p:cNvSpPr>
          <p:nvPr>
            <p:ph type="body" sz="quarter" idx="18" hasCustomPrompt="1"/>
          </p:nvPr>
        </p:nvSpPr>
        <p:spPr>
          <a:xfrm>
            <a:off x="850256" y="100867"/>
            <a:ext cx="10358312"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
        <p:nvSpPr>
          <p:cNvPr id="26" name="内容占位符 25">
            <a:extLst>
              <a:ext uri="{FF2B5EF4-FFF2-40B4-BE49-F238E27FC236}">
                <a16:creationId xmlns:a16="http://schemas.microsoft.com/office/drawing/2014/main" id="{583369E4-FD6D-200A-DA5A-18FE52D4B805}"/>
              </a:ext>
            </a:extLst>
          </p:cNvPr>
          <p:cNvSpPr>
            <a:spLocks noGrp="1"/>
          </p:cNvSpPr>
          <p:nvPr>
            <p:ph sz="quarter" idx="19"/>
          </p:nvPr>
        </p:nvSpPr>
        <p:spPr>
          <a:xfrm>
            <a:off x="536575" y="836613"/>
            <a:ext cx="11176000" cy="5761037"/>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275560680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标题和内容">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7D214396-41BD-2598-313E-E366C15F8129}"/>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任意多边形 18">
            <a:extLst>
              <a:ext uri="{FF2B5EF4-FFF2-40B4-BE49-F238E27FC236}">
                <a16:creationId xmlns:a16="http://schemas.microsoft.com/office/drawing/2014/main" id="{09E4AC6E-482F-86A2-0D69-6B43FE3DFD2F}"/>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9" name="组合 8">
            <a:extLst>
              <a:ext uri="{FF2B5EF4-FFF2-40B4-BE49-F238E27FC236}">
                <a16:creationId xmlns:a16="http://schemas.microsoft.com/office/drawing/2014/main" id="{556EBDE9-6B8D-6829-D484-6839FD8CFEF4}"/>
              </a:ext>
            </a:extLst>
          </p:cNvPr>
          <p:cNvGrpSpPr/>
          <p:nvPr/>
        </p:nvGrpSpPr>
        <p:grpSpPr>
          <a:xfrm>
            <a:off x="71844" y="60398"/>
            <a:ext cx="593817" cy="593817"/>
            <a:chOff x="1131485" y="2234042"/>
            <a:chExt cx="1607262" cy="1607262"/>
          </a:xfrm>
        </p:grpSpPr>
        <p:sp>
          <p:nvSpPr>
            <p:cNvPr id="10" name="椭圆 9">
              <a:extLst>
                <a:ext uri="{FF2B5EF4-FFF2-40B4-BE49-F238E27FC236}">
                  <a16:creationId xmlns:a16="http://schemas.microsoft.com/office/drawing/2014/main" id="{6C82D658-D6B8-3186-ABBD-2B42C4EE5CC5}"/>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1" name="椭圆 10">
              <a:extLst>
                <a:ext uri="{FF2B5EF4-FFF2-40B4-BE49-F238E27FC236}">
                  <a16:creationId xmlns:a16="http://schemas.microsoft.com/office/drawing/2014/main" id="{F6CC8D87-9602-F56C-FB81-208E6D6CC83A}"/>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KSO_Shape">
              <a:extLst>
                <a:ext uri="{FF2B5EF4-FFF2-40B4-BE49-F238E27FC236}">
                  <a16:creationId xmlns:a16="http://schemas.microsoft.com/office/drawing/2014/main" id="{6B1787EF-9C2E-F2F1-782A-25B0D698BAC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grpSp>
        <p:nvGrpSpPr>
          <p:cNvPr id="16" name="组合 15">
            <a:extLst>
              <a:ext uri="{FF2B5EF4-FFF2-40B4-BE49-F238E27FC236}">
                <a16:creationId xmlns:a16="http://schemas.microsoft.com/office/drawing/2014/main" id="{60FE3752-5275-5C12-482A-5A67E8B0FA4D}"/>
              </a:ext>
            </a:extLst>
          </p:cNvPr>
          <p:cNvGrpSpPr/>
          <p:nvPr/>
        </p:nvGrpSpPr>
        <p:grpSpPr>
          <a:xfrm>
            <a:off x="3388519" y="1894908"/>
            <a:ext cx="4392613" cy="3910012"/>
            <a:chOff x="0" y="0"/>
            <a:chExt cx="3264319" cy="2905377"/>
          </a:xfrm>
        </p:grpSpPr>
        <p:sp>
          <p:nvSpPr>
            <p:cNvPr id="17" name="Oval 274">
              <a:extLst>
                <a:ext uri="{FF2B5EF4-FFF2-40B4-BE49-F238E27FC236}">
                  <a16:creationId xmlns:a16="http://schemas.microsoft.com/office/drawing/2014/main" id="{DF8E0F90-5AC7-91E3-AF6F-93E0D276E712}"/>
                </a:ext>
              </a:extLst>
            </p:cNvPr>
            <p:cNvSpPr/>
            <p:nvPr/>
          </p:nvSpPr>
          <p:spPr>
            <a:xfrm>
              <a:off x="0" y="95883"/>
              <a:ext cx="1653905" cy="1654300"/>
            </a:xfrm>
            <a:prstGeom prst="ellipse">
              <a:avLst/>
            </a:prstGeom>
            <a:solidFill>
              <a:schemeClr val="accent3"/>
            </a:solidFill>
            <a:ln w="9525">
              <a:noFill/>
            </a:ln>
          </p:spPr>
          <p:txBody>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dirty="0">
                <a:cs typeface="+mn-ea"/>
                <a:sym typeface="+mn-lt"/>
              </a:endParaRPr>
            </a:p>
          </p:txBody>
        </p:sp>
        <p:sp>
          <p:nvSpPr>
            <p:cNvPr id="18" name="Oval 276">
              <a:extLst>
                <a:ext uri="{FF2B5EF4-FFF2-40B4-BE49-F238E27FC236}">
                  <a16:creationId xmlns:a16="http://schemas.microsoft.com/office/drawing/2014/main" id="{29E6018D-5446-1513-216E-29FBDB74CCFF}"/>
                </a:ext>
              </a:extLst>
            </p:cNvPr>
            <p:cNvSpPr/>
            <p:nvPr/>
          </p:nvSpPr>
          <p:spPr>
            <a:xfrm>
              <a:off x="1247771" y="0"/>
              <a:ext cx="2016548" cy="2016000"/>
            </a:xfrm>
            <a:prstGeom prst="ellipse">
              <a:avLst/>
            </a:prstGeom>
            <a:solidFill>
              <a:schemeClr val="accent1"/>
            </a:solidFill>
            <a:ln w="9525">
              <a:noFill/>
            </a:ln>
          </p:spPr>
          <p:txBody>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dirty="0">
                <a:solidFill>
                  <a:srgbClr val="F8F8F8"/>
                </a:solidFill>
                <a:cs typeface="+mn-ea"/>
                <a:sym typeface="+mn-lt"/>
              </a:endParaRPr>
            </a:p>
          </p:txBody>
        </p:sp>
        <p:sp>
          <p:nvSpPr>
            <p:cNvPr id="19" name="Oval 277">
              <a:extLst>
                <a:ext uri="{FF2B5EF4-FFF2-40B4-BE49-F238E27FC236}">
                  <a16:creationId xmlns:a16="http://schemas.microsoft.com/office/drawing/2014/main" id="{108AACB0-D719-89D8-500E-A812FE6AC53D}"/>
                </a:ext>
              </a:extLst>
            </p:cNvPr>
            <p:cNvSpPr/>
            <p:nvPr/>
          </p:nvSpPr>
          <p:spPr>
            <a:xfrm>
              <a:off x="550635" y="1211962"/>
              <a:ext cx="1694223" cy="1693415"/>
            </a:xfrm>
            <a:prstGeom prst="ellipse">
              <a:avLst/>
            </a:prstGeom>
            <a:solidFill>
              <a:schemeClr val="accent5"/>
            </a:solidFill>
            <a:ln w="9525">
              <a:noFill/>
            </a:ln>
          </p:spPr>
          <p:txBody>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dirty="0">
                <a:cs typeface="+mn-ea"/>
                <a:sym typeface="+mn-lt"/>
              </a:endParaRPr>
            </a:p>
          </p:txBody>
        </p:sp>
        <p:sp>
          <p:nvSpPr>
            <p:cNvPr id="20" name="矩形 19">
              <a:extLst>
                <a:ext uri="{FF2B5EF4-FFF2-40B4-BE49-F238E27FC236}">
                  <a16:creationId xmlns:a16="http://schemas.microsoft.com/office/drawing/2014/main" id="{3BC1C92F-D9A8-83B6-C285-4D7E93740B79}"/>
                </a:ext>
              </a:extLst>
            </p:cNvPr>
            <p:cNvSpPr/>
            <p:nvPr/>
          </p:nvSpPr>
          <p:spPr>
            <a:xfrm>
              <a:off x="550636" y="1824239"/>
              <a:ext cx="1648800" cy="297345"/>
            </a:xfrm>
            <a:prstGeom prst="rect">
              <a:avLst/>
            </a:prstGeom>
            <a:noFill/>
            <a:ln w="9525">
              <a:noFill/>
              <a:miter/>
            </a:ln>
          </p:spPr>
          <p:txBody>
            <a:bodyPr>
              <a:spAutoFit/>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algn="ctr" eaLnBrk="1" hangingPunct="1"/>
              <a:endParaRPr lang="zh-CN" altLang="en-US" sz="2000" b="1" dirty="0">
                <a:solidFill>
                  <a:srgbClr val="F8F8F8"/>
                </a:solidFill>
                <a:cs typeface="+mn-ea"/>
                <a:sym typeface="+mn-lt"/>
              </a:endParaRPr>
            </a:p>
          </p:txBody>
        </p:sp>
        <p:sp>
          <p:nvSpPr>
            <p:cNvPr id="21" name="矩形 20">
              <a:extLst>
                <a:ext uri="{FF2B5EF4-FFF2-40B4-BE49-F238E27FC236}">
                  <a16:creationId xmlns:a16="http://schemas.microsoft.com/office/drawing/2014/main" id="{9E8FB666-AAA1-D847-AF80-404C44DD215F}"/>
                </a:ext>
              </a:extLst>
            </p:cNvPr>
            <p:cNvSpPr/>
            <p:nvPr/>
          </p:nvSpPr>
          <p:spPr>
            <a:xfrm>
              <a:off x="106421" y="679355"/>
              <a:ext cx="1495887" cy="274473"/>
            </a:xfrm>
            <a:prstGeom prst="rect">
              <a:avLst/>
            </a:prstGeom>
            <a:noFill/>
            <a:ln w="9525">
              <a:noFill/>
              <a:miter/>
            </a:ln>
          </p:spPr>
          <p:txBody>
            <a:bodyPr>
              <a:spAutoFit/>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b="1" dirty="0">
                <a:solidFill>
                  <a:srgbClr val="F8F8F8"/>
                </a:solidFill>
                <a:cs typeface="+mn-ea"/>
                <a:sym typeface="+mn-lt"/>
              </a:endParaRPr>
            </a:p>
          </p:txBody>
        </p:sp>
      </p:grpSp>
      <p:sp>
        <p:nvSpPr>
          <p:cNvPr id="26" name="文本占位符 25">
            <a:extLst>
              <a:ext uri="{FF2B5EF4-FFF2-40B4-BE49-F238E27FC236}">
                <a16:creationId xmlns:a16="http://schemas.microsoft.com/office/drawing/2014/main" id="{F4237448-4CAC-521F-A268-2EE40158E43F}"/>
              </a:ext>
            </a:extLst>
          </p:cNvPr>
          <p:cNvSpPr>
            <a:spLocks noGrp="1"/>
          </p:cNvSpPr>
          <p:nvPr>
            <p:ph type="body" sz="quarter" idx="12" hasCustomPrompt="1"/>
          </p:nvPr>
        </p:nvSpPr>
        <p:spPr>
          <a:xfrm>
            <a:off x="5614087" y="2886558"/>
            <a:ext cx="1727200" cy="407988"/>
          </a:xfrm>
          <a:prstGeom prst="rect">
            <a:avLst/>
          </a:prstGeom>
        </p:spPr>
        <p:txBody>
          <a:bodyPr/>
          <a:lstStyle>
            <a:lvl1pPr>
              <a:buNone/>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8F8F8"/>
                </a:solidFill>
                <a:effectLst/>
                <a:uLnTx/>
                <a:uFillTx/>
                <a:latin typeface="Arial"/>
                <a:ea typeface="微软雅黑"/>
                <a:cs typeface="+mn-ea"/>
                <a:sym typeface="+mn-lt"/>
              </a:rPr>
              <a:t>③ 您的标题</a:t>
            </a:r>
            <a:endParaRPr lang="zh-CN" altLang="en-US"/>
          </a:p>
        </p:txBody>
      </p:sp>
      <p:sp>
        <p:nvSpPr>
          <p:cNvPr id="27" name="文本占位符 25">
            <a:extLst>
              <a:ext uri="{FF2B5EF4-FFF2-40B4-BE49-F238E27FC236}">
                <a16:creationId xmlns:a16="http://schemas.microsoft.com/office/drawing/2014/main" id="{D07E998E-7B9D-E738-BEDA-C78B0619B4E9}"/>
              </a:ext>
            </a:extLst>
          </p:cNvPr>
          <p:cNvSpPr>
            <a:spLocks noGrp="1"/>
          </p:cNvSpPr>
          <p:nvPr>
            <p:ph type="body" sz="quarter" idx="13" hasCustomPrompt="1"/>
          </p:nvPr>
        </p:nvSpPr>
        <p:spPr>
          <a:xfrm>
            <a:off x="3415372" y="2974562"/>
            <a:ext cx="1727200" cy="407988"/>
          </a:xfrm>
          <a:prstGeom prst="rect">
            <a:avLst/>
          </a:prstGeom>
        </p:spPr>
        <p:txBody>
          <a:bodyPr/>
          <a:lstStyle>
            <a:lvl1pPr>
              <a:buNone/>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8F8F8"/>
                </a:solidFill>
                <a:effectLst/>
                <a:uLnTx/>
                <a:uFillTx/>
                <a:latin typeface="Arial"/>
                <a:ea typeface="微软雅黑"/>
                <a:cs typeface="+mn-ea"/>
                <a:sym typeface="+mn-lt"/>
              </a:rPr>
              <a:t>① 您的标题</a:t>
            </a:r>
            <a:endParaRPr lang="zh-CN" altLang="en-US"/>
          </a:p>
        </p:txBody>
      </p:sp>
      <p:sp>
        <p:nvSpPr>
          <p:cNvPr id="28" name="文本占位符 25">
            <a:extLst>
              <a:ext uri="{FF2B5EF4-FFF2-40B4-BE49-F238E27FC236}">
                <a16:creationId xmlns:a16="http://schemas.microsoft.com/office/drawing/2014/main" id="{034B57DF-1D1B-D6BC-6DBC-871BD3945D25}"/>
              </a:ext>
            </a:extLst>
          </p:cNvPr>
          <p:cNvSpPr>
            <a:spLocks noGrp="1"/>
          </p:cNvSpPr>
          <p:nvPr>
            <p:ph type="body" sz="quarter" idx="14" hasCustomPrompt="1"/>
          </p:nvPr>
        </p:nvSpPr>
        <p:spPr>
          <a:xfrm>
            <a:off x="4405789" y="4470794"/>
            <a:ext cx="1727200" cy="407988"/>
          </a:xfrm>
          <a:prstGeom prst="rect">
            <a:avLst/>
          </a:prstGeom>
        </p:spPr>
        <p:txBody>
          <a:bodyPr/>
          <a:lstStyle>
            <a:lvl1pPr>
              <a:buNone/>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8F8F8"/>
                </a:solidFill>
                <a:effectLst/>
                <a:uLnTx/>
                <a:uFillTx/>
                <a:latin typeface="Arial"/>
                <a:ea typeface="微软雅黑"/>
                <a:cs typeface="+mn-ea"/>
                <a:sym typeface="+mn-lt"/>
              </a:rPr>
              <a:t>② 您的标题</a:t>
            </a:r>
            <a:endParaRPr lang="zh-CN" altLang="en-US"/>
          </a:p>
        </p:txBody>
      </p:sp>
      <p:sp>
        <p:nvSpPr>
          <p:cNvPr id="30" name="文本占位符 29">
            <a:extLst>
              <a:ext uri="{FF2B5EF4-FFF2-40B4-BE49-F238E27FC236}">
                <a16:creationId xmlns:a16="http://schemas.microsoft.com/office/drawing/2014/main" id="{14CEC64B-E495-1482-A7B2-CD508765BB77}"/>
              </a:ext>
            </a:extLst>
          </p:cNvPr>
          <p:cNvSpPr>
            <a:spLocks noGrp="1"/>
          </p:cNvSpPr>
          <p:nvPr>
            <p:ph type="body" sz="quarter" idx="15" hasCustomPrompt="1"/>
          </p:nvPr>
        </p:nvSpPr>
        <p:spPr>
          <a:xfrm>
            <a:off x="839789" y="2636839"/>
            <a:ext cx="2375792" cy="1584250"/>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75000"/>
                    <a:lumOff val="25000"/>
                  </a:srgbClr>
                </a:solidFill>
                <a:effectLst/>
                <a:uLnTx/>
                <a:uFillTx/>
                <a:latin typeface="Arial"/>
                <a:ea typeface="微软雅黑"/>
                <a:cs typeface="+mn-ea"/>
                <a:sym typeface="+mn-lt"/>
              </a:rPr>
              <a:t>这里输入文字这里输入文字这里输入文字这里输入文字这里输入文字</a:t>
            </a:r>
          </a:p>
          <a:p>
            <a:pPr lvl="0"/>
            <a:endParaRPr lang="zh-CN" altLang="en-US"/>
          </a:p>
        </p:txBody>
      </p:sp>
      <p:sp>
        <p:nvSpPr>
          <p:cNvPr id="31" name="文本占位符 29">
            <a:extLst>
              <a:ext uri="{FF2B5EF4-FFF2-40B4-BE49-F238E27FC236}">
                <a16:creationId xmlns:a16="http://schemas.microsoft.com/office/drawing/2014/main" id="{ECAFF70C-AE9D-E423-D41C-5B321990E591}"/>
              </a:ext>
            </a:extLst>
          </p:cNvPr>
          <p:cNvSpPr>
            <a:spLocks noGrp="1"/>
          </p:cNvSpPr>
          <p:nvPr>
            <p:ph type="body" sz="quarter" idx="16" hasCustomPrompt="1"/>
          </p:nvPr>
        </p:nvSpPr>
        <p:spPr>
          <a:xfrm>
            <a:off x="7009964" y="4605442"/>
            <a:ext cx="4414628" cy="1559862"/>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75000"/>
                    <a:lumOff val="25000"/>
                  </a:srgbClr>
                </a:solidFill>
                <a:effectLst/>
                <a:uLnTx/>
                <a:uFillTx/>
                <a:latin typeface="Arial"/>
                <a:ea typeface="微软雅黑"/>
                <a:cs typeface="+mn-ea"/>
                <a:sym typeface="+mn-lt"/>
              </a:rPr>
              <a:t>这里输入文字这里输入文字这里输入文字这里输入文字这里输入文字</a:t>
            </a:r>
          </a:p>
          <a:p>
            <a:pPr lvl="0"/>
            <a:endParaRPr lang="zh-CN" altLang="en-US"/>
          </a:p>
        </p:txBody>
      </p:sp>
      <p:sp>
        <p:nvSpPr>
          <p:cNvPr id="32" name="文本占位符 29">
            <a:extLst>
              <a:ext uri="{FF2B5EF4-FFF2-40B4-BE49-F238E27FC236}">
                <a16:creationId xmlns:a16="http://schemas.microsoft.com/office/drawing/2014/main" id="{8382CFE8-7725-9B80-FC4C-06756C161475}"/>
              </a:ext>
            </a:extLst>
          </p:cNvPr>
          <p:cNvSpPr>
            <a:spLocks noGrp="1"/>
          </p:cNvSpPr>
          <p:nvPr>
            <p:ph type="body" sz="quarter" idx="17" hasCustomPrompt="1"/>
          </p:nvPr>
        </p:nvSpPr>
        <p:spPr>
          <a:xfrm>
            <a:off x="7945150" y="1916833"/>
            <a:ext cx="3623457" cy="1800200"/>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75000"/>
                    <a:lumOff val="25000"/>
                  </a:srgbClr>
                </a:solidFill>
                <a:effectLst/>
                <a:uLnTx/>
                <a:uFillTx/>
                <a:latin typeface="Arial"/>
                <a:ea typeface="微软雅黑"/>
                <a:cs typeface="+mn-ea"/>
                <a:sym typeface="+mn-lt"/>
              </a:rPr>
              <a:t>这里输入文字这里输入文字这里输入文字这里输入文字这里输入文字</a:t>
            </a:r>
          </a:p>
          <a:p>
            <a:pPr lvl="0"/>
            <a:endParaRPr lang="zh-CN" altLang="en-US"/>
          </a:p>
        </p:txBody>
      </p:sp>
      <p:sp>
        <p:nvSpPr>
          <p:cNvPr id="34" name="文本占位符 33">
            <a:extLst>
              <a:ext uri="{FF2B5EF4-FFF2-40B4-BE49-F238E27FC236}">
                <a16:creationId xmlns:a16="http://schemas.microsoft.com/office/drawing/2014/main" id="{34310E94-E74A-031B-CB1C-FDDDF0F6EAED}"/>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264267810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p:cSld name="标题和竖排文字">
    <p:spTree>
      <p:nvGrpSpPr>
        <p:cNvPr id="1" name=""/>
        <p:cNvGrpSpPr/>
        <p:nvPr/>
      </p:nvGrpSpPr>
      <p:grpSpPr>
        <a:xfrm>
          <a:off x="0" y="0"/>
          <a:ext cx="0" cy="0"/>
          <a:chOff x="0" y="0"/>
          <a:chExt cx="0" cy="0"/>
        </a:xfrm>
      </p:grpSpPr>
      <p:sp>
        <p:nvSpPr>
          <p:cNvPr id="14" name="Freeform 2">
            <a:extLst>
              <a:ext uri="{FF2B5EF4-FFF2-40B4-BE49-F238E27FC236}">
                <a16:creationId xmlns:a16="http://schemas.microsoft.com/office/drawing/2014/main" id="{E5BE2212-B4E2-E20D-A88E-750A322ECD30}"/>
              </a:ext>
            </a:extLst>
          </p:cNvPr>
          <p:cNvSpPr/>
          <p:nvPr/>
        </p:nvSpPr>
        <p:spPr bwMode="gray">
          <a:xfrm rot="3046289" flipH="1">
            <a:off x="4219574" y="930235"/>
            <a:ext cx="1978025" cy="3159125"/>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2"/>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dirty="0">
              <a:ln>
                <a:noFill/>
              </a:ln>
              <a:solidFill>
                <a:sysClr val="window" lastClr="FFFFFF"/>
              </a:solidFill>
              <a:effectLst/>
              <a:uLnTx/>
              <a:uFillTx/>
              <a:latin typeface="Calibri"/>
              <a:ea typeface="微软雅黑" pitchFamily="34" charset="-122"/>
              <a:cs typeface="+mn-cs"/>
            </a:endParaRPr>
          </a:p>
        </p:txBody>
      </p:sp>
      <p:sp>
        <p:nvSpPr>
          <p:cNvPr id="15" name="Freeform 3">
            <a:extLst>
              <a:ext uri="{FF2B5EF4-FFF2-40B4-BE49-F238E27FC236}">
                <a16:creationId xmlns:a16="http://schemas.microsoft.com/office/drawing/2014/main" id="{759227D0-73FF-E900-4649-45E8C6549FFA}"/>
              </a:ext>
            </a:extLst>
          </p:cNvPr>
          <p:cNvSpPr/>
          <p:nvPr/>
        </p:nvSpPr>
        <p:spPr bwMode="ltGray">
          <a:xfrm rot="3171804" flipH="1">
            <a:off x="1681161" y="3141623"/>
            <a:ext cx="1952625" cy="3117850"/>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4"/>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a:ln>
                <a:noFill/>
              </a:ln>
              <a:solidFill>
                <a:sysClr val="window" lastClr="FFFFFF"/>
              </a:solidFill>
              <a:effectLst/>
              <a:uLnTx/>
              <a:uFillTx/>
              <a:latin typeface="Calibri"/>
              <a:ea typeface="微软雅黑" pitchFamily="34" charset="-122"/>
              <a:cs typeface="+mn-cs"/>
            </a:endParaRPr>
          </a:p>
        </p:txBody>
      </p:sp>
      <p:sp>
        <p:nvSpPr>
          <p:cNvPr id="16" name="Freeform 4">
            <a:extLst>
              <a:ext uri="{FF2B5EF4-FFF2-40B4-BE49-F238E27FC236}">
                <a16:creationId xmlns:a16="http://schemas.microsoft.com/office/drawing/2014/main" id="{4338A1C4-E78F-383C-6B6A-AB06CDE936C8}"/>
              </a:ext>
            </a:extLst>
          </p:cNvPr>
          <p:cNvSpPr/>
          <p:nvPr/>
        </p:nvSpPr>
        <p:spPr bwMode="gray">
          <a:xfrm rot="-46326947">
            <a:off x="4219574" y="3146385"/>
            <a:ext cx="1978025" cy="3159125"/>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5"/>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a:ln>
                <a:noFill/>
              </a:ln>
              <a:solidFill>
                <a:sysClr val="window" lastClr="FFFFFF"/>
              </a:solidFill>
              <a:effectLst/>
              <a:uLnTx/>
              <a:uFillTx/>
              <a:latin typeface="Calibri"/>
              <a:ea typeface="微软雅黑" pitchFamily="34" charset="-122"/>
              <a:cs typeface="+mn-cs"/>
            </a:endParaRPr>
          </a:p>
        </p:txBody>
      </p:sp>
      <p:sp>
        <p:nvSpPr>
          <p:cNvPr id="17" name="Freeform 5">
            <a:extLst>
              <a:ext uri="{FF2B5EF4-FFF2-40B4-BE49-F238E27FC236}">
                <a16:creationId xmlns:a16="http://schemas.microsoft.com/office/drawing/2014/main" id="{F16ECBC8-1AB6-33EB-AA2E-F3742F5D3029}"/>
              </a:ext>
            </a:extLst>
          </p:cNvPr>
          <p:cNvSpPr/>
          <p:nvPr/>
        </p:nvSpPr>
        <p:spPr bwMode="ltGray">
          <a:xfrm rot="-46246289">
            <a:off x="1685924" y="928648"/>
            <a:ext cx="1978025" cy="3159125"/>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1"/>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a:ln>
                <a:noFill/>
              </a:ln>
              <a:solidFill>
                <a:sysClr val="window" lastClr="FFFFFF"/>
              </a:solidFill>
              <a:effectLst/>
              <a:uLnTx/>
              <a:uFillTx/>
              <a:latin typeface="Calibri"/>
              <a:ea typeface="微软雅黑" pitchFamily="34" charset="-122"/>
              <a:cs typeface="+mn-cs"/>
            </a:endParaRPr>
          </a:p>
        </p:txBody>
      </p:sp>
      <p:sp>
        <p:nvSpPr>
          <p:cNvPr id="18" name="Oval 7">
            <a:extLst>
              <a:ext uri="{FF2B5EF4-FFF2-40B4-BE49-F238E27FC236}">
                <a16:creationId xmlns:a16="http://schemas.microsoft.com/office/drawing/2014/main" id="{399073B3-EFE2-6D3A-29A1-D7EFC5D8CC84}"/>
              </a:ext>
            </a:extLst>
          </p:cNvPr>
          <p:cNvSpPr>
            <a:spLocks noChangeArrowheads="1"/>
          </p:cNvSpPr>
          <p:nvPr/>
        </p:nvSpPr>
        <p:spPr bwMode="gray">
          <a:xfrm>
            <a:off x="3101974" y="2800310"/>
            <a:ext cx="1647825" cy="1647825"/>
          </a:xfrm>
          <a:prstGeom prst="ellipse">
            <a:avLst/>
          </a:prstGeom>
          <a:solidFill>
            <a:sysClr val="window" lastClr="FFFFFF">
              <a:alpha val="50195"/>
            </a:sys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3" name="Content Placeholder 2">
            <a:extLst>
              <a:ext uri="{FF2B5EF4-FFF2-40B4-BE49-F238E27FC236}">
                <a16:creationId xmlns:a16="http://schemas.microsoft.com/office/drawing/2014/main" id="{52464A7E-1A57-B2CC-B4EA-0353D38A8D0C}"/>
              </a:ext>
            </a:extLst>
          </p:cNvPr>
          <p:cNvSpPr txBox="1"/>
          <p:nvPr/>
        </p:nvSpPr>
        <p:spPr>
          <a:xfrm>
            <a:off x="7991400" y="2467471"/>
            <a:ext cx="3340876" cy="79253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nSpc>
                <a:spcPct val="150000"/>
              </a:lnSpc>
              <a:buNone/>
              <a:defRPr/>
            </a:pPr>
            <a:endParaRPr lang="en-US" altLang="zh-CN" sz="1200" dirty="0">
              <a:solidFill>
                <a:sysClr val="window" lastClr="FFFFFF">
                  <a:lumMod val="65000"/>
                </a:sysClr>
              </a:solidFill>
              <a:cs typeface="+mn-ea"/>
              <a:sym typeface="+mn-lt"/>
            </a:endParaRPr>
          </a:p>
        </p:txBody>
      </p:sp>
      <p:cxnSp>
        <p:nvCxnSpPr>
          <p:cNvPr id="29" name="直接连接符 28">
            <a:extLst>
              <a:ext uri="{FF2B5EF4-FFF2-40B4-BE49-F238E27FC236}">
                <a16:creationId xmlns:a16="http://schemas.microsoft.com/office/drawing/2014/main" id="{A847F930-1BB1-811B-BDAB-35DBE8E6BD14}"/>
              </a:ext>
            </a:extLst>
          </p:cNvPr>
          <p:cNvCxnSpPr/>
          <p:nvPr/>
        </p:nvCxnSpPr>
        <p:spPr>
          <a:xfrm>
            <a:off x="7794171" y="1917933"/>
            <a:ext cx="439782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325E58A4-260B-06DA-E48F-B6807CE08DF6}"/>
              </a:ext>
            </a:extLst>
          </p:cNvPr>
          <p:cNvCxnSpPr/>
          <p:nvPr/>
        </p:nvCxnSpPr>
        <p:spPr>
          <a:xfrm>
            <a:off x="7794171" y="5561460"/>
            <a:ext cx="4397829" cy="0"/>
          </a:xfrm>
          <a:prstGeom prst="line">
            <a:avLst/>
          </a:prstGeom>
        </p:spPr>
        <p:style>
          <a:lnRef idx="1">
            <a:schemeClr val="accent1"/>
          </a:lnRef>
          <a:fillRef idx="0">
            <a:schemeClr val="accent1"/>
          </a:fillRef>
          <a:effectRef idx="0">
            <a:schemeClr val="accent1"/>
          </a:effectRef>
          <a:fontRef idx="minor">
            <a:schemeClr val="tx1"/>
          </a:fontRef>
        </p:style>
      </p:cxnSp>
      <p:sp>
        <p:nvSpPr>
          <p:cNvPr id="33" name="文本占位符 32">
            <a:extLst>
              <a:ext uri="{FF2B5EF4-FFF2-40B4-BE49-F238E27FC236}">
                <a16:creationId xmlns:a16="http://schemas.microsoft.com/office/drawing/2014/main" id="{E5C8F0BE-FA05-7FDE-F9F5-9FB02CD67ACB}"/>
              </a:ext>
            </a:extLst>
          </p:cNvPr>
          <p:cNvSpPr>
            <a:spLocks noGrp="1"/>
          </p:cNvSpPr>
          <p:nvPr>
            <p:ph type="body" sz="quarter" idx="19" hasCustomPrompt="1"/>
          </p:nvPr>
        </p:nvSpPr>
        <p:spPr>
          <a:xfrm>
            <a:off x="7982179" y="2081272"/>
            <a:ext cx="2884488" cy="688975"/>
          </a:xfrm>
          <a:prstGeom prst="rect">
            <a:avLst/>
          </a:prstGeom>
        </p:spPr>
        <p:txBody>
          <a:bodyPr anchor="ctr"/>
          <a:lstStyle>
            <a:lvl1pPr>
              <a:buNone/>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2400" b="1" i="0" u="none" strike="noStrike" kern="1200" cap="none" spc="0" normalizeH="0" baseline="0" noProof="0">
                <a:ln>
                  <a:noFill/>
                </a:ln>
                <a:solidFill>
                  <a:srgbClr val="5C5C5C">
                    <a:lumMod val="65000"/>
                    <a:lumOff val="35000"/>
                  </a:srgbClr>
                </a:solidFill>
                <a:effectLst/>
                <a:uLnTx/>
                <a:uFillTx/>
                <a:latin typeface="Arial"/>
                <a:ea typeface="微软雅黑"/>
                <a:cs typeface="+mn-ea"/>
                <a:sym typeface="+mn-lt"/>
              </a:rPr>
              <a:t>添加文字标题</a:t>
            </a:r>
            <a:endParaRPr lang="zh-CN" altLang="en-US"/>
          </a:p>
        </p:txBody>
      </p:sp>
      <p:sp>
        <p:nvSpPr>
          <p:cNvPr id="35" name="文本占位符 34">
            <a:extLst>
              <a:ext uri="{FF2B5EF4-FFF2-40B4-BE49-F238E27FC236}">
                <a16:creationId xmlns:a16="http://schemas.microsoft.com/office/drawing/2014/main" id="{A376DBBC-D3D5-F754-EDFB-D1DDFB1DCADD}"/>
              </a:ext>
            </a:extLst>
          </p:cNvPr>
          <p:cNvSpPr>
            <a:spLocks noGrp="1"/>
          </p:cNvSpPr>
          <p:nvPr>
            <p:ph type="body" sz="quarter" idx="20" hasCustomPrompt="1"/>
          </p:nvPr>
        </p:nvSpPr>
        <p:spPr>
          <a:xfrm>
            <a:off x="7965616" y="2884915"/>
            <a:ext cx="3366660" cy="792529"/>
          </a:xfrm>
          <a:prstGeom prst="rect">
            <a:avLst/>
          </a:prstGeom>
        </p:spPr>
        <p:txBody>
          <a:bodyPr anchor="ct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ysClr val="window" lastClr="FFFFFF">
                    <a:lumMod val="65000"/>
                  </a:sysClr>
                </a:solidFill>
                <a:effectLst/>
                <a:uLnTx/>
                <a:uFillTx/>
                <a:latin typeface="Arial"/>
                <a:ea typeface="微软雅黑"/>
                <a:cs typeface="+mn-ea"/>
                <a:sym typeface="+mn-lt"/>
              </a:rPr>
              <a:t>请在这里添加文字内容请在这里添加文字内容请在这里添加文字内容请在这里添加文字内容</a:t>
            </a:r>
            <a:endParaRPr lang="zh-CN" altLang="en-US"/>
          </a:p>
        </p:txBody>
      </p:sp>
      <p:sp>
        <p:nvSpPr>
          <p:cNvPr id="36" name="文本占位符 32">
            <a:extLst>
              <a:ext uri="{FF2B5EF4-FFF2-40B4-BE49-F238E27FC236}">
                <a16:creationId xmlns:a16="http://schemas.microsoft.com/office/drawing/2014/main" id="{C3B9B79D-6E0C-BDA0-26CB-E1C646CC6E65}"/>
              </a:ext>
            </a:extLst>
          </p:cNvPr>
          <p:cNvSpPr>
            <a:spLocks noGrp="1"/>
          </p:cNvSpPr>
          <p:nvPr>
            <p:ph type="body" sz="quarter" idx="21" hasCustomPrompt="1"/>
          </p:nvPr>
        </p:nvSpPr>
        <p:spPr>
          <a:xfrm>
            <a:off x="7982179" y="3840782"/>
            <a:ext cx="2884488" cy="688975"/>
          </a:xfrm>
          <a:prstGeom prst="rect">
            <a:avLst/>
          </a:prstGeom>
        </p:spPr>
        <p:txBody>
          <a:bodyPr anchor="ctr"/>
          <a:lstStyle>
            <a:lvl1pPr>
              <a:buNone/>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2400" b="1" i="0" u="none" strike="noStrike" kern="1200" cap="none" spc="0" normalizeH="0" baseline="0" noProof="0">
                <a:ln>
                  <a:noFill/>
                </a:ln>
                <a:solidFill>
                  <a:srgbClr val="5C5C5C">
                    <a:lumMod val="65000"/>
                    <a:lumOff val="35000"/>
                  </a:srgbClr>
                </a:solidFill>
                <a:effectLst/>
                <a:uLnTx/>
                <a:uFillTx/>
                <a:latin typeface="Arial"/>
                <a:ea typeface="微软雅黑"/>
                <a:cs typeface="+mn-ea"/>
                <a:sym typeface="+mn-lt"/>
              </a:rPr>
              <a:t>添加文字标题</a:t>
            </a:r>
            <a:endParaRPr lang="zh-CN" altLang="en-US"/>
          </a:p>
        </p:txBody>
      </p:sp>
      <p:sp>
        <p:nvSpPr>
          <p:cNvPr id="37" name="文本占位符 34">
            <a:extLst>
              <a:ext uri="{FF2B5EF4-FFF2-40B4-BE49-F238E27FC236}">
                <a16:creationId xmlns:a16="http://schemas.microsoft.com/office/drawing/2014/main" id="{97409247-52AF-5DDB-D9B8-8252CB0A9310}"/>
              </a:ext>
            </a:extLst>
          </p:cNvPr>
          <p:cNvSpPr>
            <a:spLocks noGrp="1"/>
          </p:cNvSpPr>
          <p:nvPr>
            <p:ph type="body" sz="quarter" idx="22" hasCustomPrompt="1"/>
          </p:nvPr>
        </p:nvSpPr>
        <p:spPr>
          <a:xfrm>
            <a:off x="7965616" y="4644425"/>
            <a:ext cx="3366660" cy="792529"/>
          </a:xfrm>
          <a:prstGeom prst="rect">
            <a:avLst/>
          </a:prstGeom>
        </p:spPr>
        <p:txBody>
          <a:bodyPr anchor="ct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ysClr val="window" lastClr="FFFFFF">
                    <a:lumMod val="65000"/>
                  </a:sysClr>
                </a:solidFill>
                <a:effectLst/>
                <a:uLnTx/>
                <a:uFillTx/>
                <a:latin typeface="Arial"/>
                <a:ea typeface="微软雅黑"/>
                <a:cs typeface="+mn-ea"/>
                <a:sym typeface="+mn-lt"/>
              </a:rPr>
              <a:t>请在这里添加文字内容请在这里添加文字内容请在这里添加文字内容请在这里添加文字内容</a:t>
            </a:r>
            <a:endParaRPr lang="zh-CN" altLang="en-US"/>
          </a:p>
        </p:txBody>
      </p:sp>
      <p:sp>
        <p:nvSpPr>
          <p:cNvPr id="2" name="任意多边形 19">
            <a:extLst>
              <a:ext uri="{FF2B5EF4-FFF2-40B4-BE49-F238E27FC236}">
                <a16:creationId xmlns:a16="http://schemas.microsoft.com/office/drawing/2014/main" id="{055FE2DC-8CCB-5AF2-7B9F-27818F7C8F3A}"/>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18">
            <a:extLst>
              <a:ext uri="{FF2B5EF4-FFF2-40B4-BE49-F238E27FC236}">
                <a16:creationId xmlns:a16="http://schemas.microsoft.com/office/drawing/2014/main" id="{728F4EE2-BF8B-7FEC-73AB-85F22C948A76}"/>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组合 3">
            <a:extLst>
              <a:ext uri="{FF2B5EF4-FFF2-40B4-BE49-F238E27FC236}">
                <a16:creationId xmlns:a16="http://schemas.microsoft.com/office/drawing/2014/main" id="{1F408DB3-F77D-30B5-FC05-AD2CEBAAF0FF}"/>
              </a:ext>
            </a:extLst>
          </p:cNvPr>
          <p:cNvGrpSpPr/>
          <p:nvPr/>
        </p:nvGrpSpPr>
        <p:grpSpPr>
          <a:xfrm>
            <a:off x="71844" y="60398"/>
            <a:ext cx="593817" cy="593817"/>
            <a:chOff x="1131485" y="2234042"/>
            <a:chExt cx="1607262" cy="1607262"/>
          </a:xfrm>
        </p:grpSpPr>
        <p:sp>
          <p:nvSpPr>
            <p:cNvPr id="5" name="椭圆 4">
              <a:extLst>
                <a:ext uri="{FF2B5EF4-FFF2-40B4-BE49-F238E27FC236}">
                  <a16:creationId xmlns:a16="http://schemas.microsoft.com/office/drawing/2014/main" id="{50245ABA-1CD5-1912-DAA1-B46404B42F0B}"/>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 name="椭圆 5">
              <a:extLst>
                <a:ext uri="{FF2B5EF4-FFF2-40B4-BE49-F238E27FC236}">
                  <a16:creationId xmlns:a16="http://schemas.microsoft.com/office/drawing/2014/main" id="{3DD970EB-F228-E952-35AC-3233DAE0FAFA}"/>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9" name="KSO_Shape">
              <a:extLst>
                <a:ext uri="{FF2B5EF4-FFF2-40B4-BE49-F238E27FC236}">
                  <a16:creationId xmlns:a16="http://schemas.microsoft.com/office/drawing/2014/main" id="{1AC05127-E591-942C-5FA1-C61C6B44279A}"/>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9" name="文本占位符 33">
            <a:extLst>
              <a:ext uri="{FF2B5EF4-FFF2-40B4-BE49-F238E27FC236}">
                <a16:creationId xmlns:a16="http://schemas.microsoft.com/office/drawing/2014/main" id="{7C17CB12-44D2-53A7-0E81-329299EC5D2A}"/>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17205824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3_标题和内容">
    <p:spTree>
      <p:nvGrpSpPr>
        <p:cNvPr id="1" name=""/>
        <p:cNvGrpSpPr/>
        <p:nvPr/>
      </p:nvGrpSpPr>
      <p:grpSpPr>
        <a:xfrm>
          <a:off x="0" y="0"/>
          <a:ext cx="0" cy="0"/>
          <a:chOff x="0" y="0"/>
          <a:chExt cx="0" cy="0"/>
        </a:xfrm>
      </p:grpSpPr>
      <p:sp>
        <p:nvSpPr>
          <p:cNvPr id="3" name="任意多边形 19">
            <a:extLst>
              <a:ext uri="{FF2B5EF4-FFF2-40B4-BE49-F238E27FC236}">
                <a16:creationId xmlns:a16="http://schemas.microsoft.com/office/drawing/2014/main" id="{30726538-1950-DA1B-6C70-74D79515D324}"/>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 name="任意多边形 18">
            <a:extLst>
              <a:ext uri="{FF2B5EF4-FFF2-40B4-BE49-F238E27FC236}">
                <a16:creationId xmlns:a16="http://schemas.microsoft.com/office/drawing/2014/main" id="{DF9A4799-8616-3FAC-1ABD-067FC0EF76DE}"/>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5" name="组合 4">
            <a:extLst>
              <a:ext uri="{FF2B5EF4-FFF2-40B4-BE49-F238E27FC236}">
                <a16:creationId xmlns:a16="http://schemas.microsoft.com/office/drawing/2014/main" id="{C815365D-E595-A1AC-93B2-0E8137C344E6}"/>
              </a:ext>
            </a:extLst>
          </p:cNvPr>
          <p:cNvGrpSpPr/>
          <p:nvPr/>
        </p:nvGrpSpPr>
        <p:grpSpPr>
          <a:xfrm>
            <a:off x="71844" y="60398"/>
            <a:ext cx="593817" cy="593817"/>
            <a:chOff x="1131485" y="2234042"/>
            <a:chExt cx="1607262" cy="1607262"/>
          </a:xfrm>
        </p:grpSpPr>
        <p:sp>
          <p:nvSpPr>
            <p:cNvPr id="6" name="椭圆 5">
              <a:extLst>
                <a:ext uri="{FF2B5EF4-FFF2-40B4-BE49-F238E27FC236}">
                  <a16:creationId xmlns:a16="http://schemas.microsoft.com/office/drawing/2014/main" id="{2672BBA0-146D-D873-BF57-D84F903390BB}"/>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椭圆 7">
              <a:extLst>
                <a:ext uri="{FF2B5EF4-FFF2-40B4-BE49-F238E27FC236}">
                  <a16:creationId xmlns:a16="http://schemas.microsoft.com/office/drawing/2014/main" id="{5C850287-10EC-8116-6F42-7B2950F735A7}"/>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4" name="KSO_Shape">
              <a:extLst>
                <a:ext uri="{FF2B5EF4-FFF2-40B4-BE49-F238E27FC236}">
                  <a16:creationId xmlns:a16="http://schemas.microsoft.com/office/drawing/2014/main" id="{7511D483-2AA7-FDA3-5858-2AAFA77DAE39}"/>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5" name="文本占位符 33">
            <a:extLst>
              <a:ext uri="{FF2B5EF4-FFF2-40B4-BE49-F238E27FC236}">
                <a16:creationId xmlns:a16="http://schemas.microsoft.com/office/drawing/2014/main" id="{5B421191-774C-DBCE-0C86-1D01A8FB8ED7}"/>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334171220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2_标题和内容">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BD4109D-D9F4-AEA9-753B-1A0FCF8694D0}"/>
              </a:ext>
            </a:extLst>
          </p:cNvPr>
          <p:cNvSpPr/>
          <p:nvPr/>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平行四边形 2">
            <a:extLst>
              <a:ext uri="{FF2B5EF4-FFF2-40B4-BE49-F238E27FC236}">
                <a16:creationId xmlns:a16="http://schemas.microsoft.com/office/drawing/2014/main" id="{E478E1EC-3572-AF6B-42A7-03350BA7369E}"/>
              </a:ext>
            </a:extLst>
          </p:cNvPr>
          <p:cNvSpPr/>
          <p:nvPr/>
        </p:nvSpPr>
        <p:spPr>
          <a:xfrm>
            <a:off x="1176337" y="0"/>
            <a:ext cx="10196513" cy="6858000"/>
          </a:xfrm>
          <a:prstGeom prst="parallelogram">
            <a:avLst>
              <a:gd name="adj" fmla="val 52222"/>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圆角矩形 12">
            <a:extLst>
              <a:ext uri="{FF2B5EF4-FFF2-40B4-BE49-F238E27FC236}">
                <a16:creationId xmlns:a16="http://schemas.microsoft.com/office/drawing/2014/main" id="{0030B76D-7DD4-B78A-CD71-39BE8AC45B33}"/>
              </a:ext>
            </a:extLst>
          </p:cNvPr>
          <p:cNvSpPr/>
          <p:nvPr/>
        </p:nvSpPr>
        <p:spPr>
          <a:xfrm rot="12648828">
            <a:off x="3867583" y="3594155"/>
            <a:ext cx="357278"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圆角矩形 13">
            <a:extLst>
              <a:ext uri="{FF2B5EF4-FFF2-40B4-BE49-F238E27FC236}">
                <a16:creationId xmlns:a16="http://schemas.microsoft.com/office/drawing/2014/main" id="{0A4A0C0F-6F92-A512-F75C-F9479EA1FE67}"/>
              </a:ext>
            </a:extLst>
          </p:cNvPr>
          <p:cNvSpPr/>
          <p:nvPr/>
        </p:nvSpPr>
        <p:spPr>
          <a:xfrm rot="12653304">
            <a:off x="9943872" y="-415455"/>
            <a:ext cx="94887"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圆角矩形 14">
            <a:extLst>
              <a:ext uri="{FF2B5EF4-FFF2-40B4-BE49-F238E27FC236}">
                <a16:creationId xmlns:a16="http://schemas.microsoft.com/office/drawing/2014/main" id="{8AE79F6B-FE29-C4D7-6E82-26D617D91703}"/>
              </a:ext>
            </a:extLst>
          </p:cNvPr>
          <p:cNvSpPr/>
          <p:nvPr/>
        </p:nvSpPr>
        <p:spPr>
          <a:xfrm rot="12752664">
            <a:off x="909580" y="3590694"/>
            <a:ext cx="357278"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圆角矩形 15">
            <a:extLst>
              <a:ext uri="{FF2B5EF4-FFF2-40B4-BE49-F238E27FC236}">
                <a16:creationId xmlns:a16="http://schemas.microsoft.com/office/drawing/2014/main" id="{3B131B26-7B3C-3B02-8422-C3B5C812133D}"/>
              </a:ext>
            </a:extLst>
          </p:cNvPr>
          <p:cNvSpPr/>
          <p:nvPr/>
        </p:nvSpPr>
        <p:spPr>
          <a:xfrm rot="12651570">
            <a:off x="1942446" y="257056"/>
            <a:ext cx="84570"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圆角矩形 1">
            <a:extLst>
              <a:ext uri="{FF2B5EF4-FFF2-40B4-BE49-F238E27FC236}">
                <a16:creationId xmlns:a16="http://schemas.microsoft.com/office/drawing/2014/main" id="{DAB64CF7-41BF-FDF3-0763-8237FB8B51F6}"/>
              </a:ext>
            </a:extLst>
          </p:cNvPr>
          <p:cNvSpPr/>
          <p:nvPr/>
        </p:nvSpPr>
        <p:spPr>
          <a:xfrm>
            <a:off x="1524000" y="1161143"/>
            <a:ext cx="9486900" cy="4822893"/>
          </a:xfrm>
          <a:prstGeom prst="roundRect">
            <a:avLst>
              <a:gd name="adj" fmla="val 0"/>
            </a:avLst>
          </a:prstGeom>
          <a:solidFill>
            <a:schemeClr val="bg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文本占位符 34">
            <a:extLst>
              <a:ext uri="{FF2B5EF4-FFF2-40B4-BE49-F238E27FC236}">
                <a16:creationId xmlns:a16="http://schemas.microsoft.com/office/drawing/2014/main" id="{D8EA7DCB-0735-CB36-C3DE-B33A0ED6B057}"/>
              </a:ext>
            </a:extLst>
          </p:cNvPr>
          <p:cNvSpPr>
            <a:spLocks noGrp="1"/>
          </p:cNvSpPr>
          <p:nvPr>
            <p:ph type="body" sz="quarter" idx="10"/>
          </p:nvPr>
        </p:nvSpPr>
        <p:spPr>
          <a:xfrm>
            <a:off x="2176438" y="2329996"/>
            <a:ext cx="8421688" cy="3380694"/>
          </a:xfrm>
          <a:prstGeom prst="rect">
            <a:avLst/>
          </a:prstGeom>
        </p:spPr>
        <p:txBody>
          <a:bodyPr>
            <a:normAutofit/>
          </a:bodyPr>
          <a:lstStyle>
            <a:lvl1pPr>
              <a:defRPr lang="zh-CN" altLang="en-US" sz="2800" b="0" kern="1200" smtClean="0">
                <a:solidFill>
                  <a:schemeClr val="accent1"/>
                </a:solidFill>
                <a:latin typeface="+mn-lt"/>
                <a:ea typeface="+mn-ea"/>
                <a:cs typeface="+mn-cs"/>
              </a:defRPr>
            </a:lvl1pPr>
            <a:lvl2pPr>
              <a:defRPr lang="zh-CN" altLang="en-US" sz="2800" b="0" kern="1200" smtClean="0">
                <a:solidFill>
                  <a:schemeClr val="accent1"/>
                </a:solidFill>
                <a:latin typeface="+mn-lt"/>
                <a:ea typeface="+mn-ea"/>
                <a:cs typeface="+mn-cs"/>
              </a:defRPr>
            </a:lvl2pPr>
            <a:lvl3pPr>
              <a:defRPr lang="zh-CN" altLang="en-US" sz="2800" b="0" kern="1200">
                <a:solidFill>
                  <a:schemeClr val="accent1"/>
                </a:solidFill>
                <a:latin typeface="+mn-lt"/>
                <a:ea typeface="+mn-ea"/>
                <a:cs typeface="+mn-cs"/>
              </a:defRPr>
            </a:lvl3pPr>
          </a:lstStyle>
          <a:p>
            <a:pPr lvl="0"/>
            <a:r>
              <a:rPr lang="zh-CN" altLang="en-US"/>
              <a:t>单击此处编辑母版文本样式</a:t>
            </a:r>
          </a:p>
          <a:p>
            <a:pPr lvl="1"/>
            <a:r>
              <a:rPr lang="zh-CN" altLang="en-US"/>
              <a:t>二级</a:t>
            </a:r>
          </a:p>
          <a:p>
            <a:pPr lvl="2"/>
            <a:r>
              <a:rPr lang="zh-CN" altLang="en-US"/>
              <a:t>三级</a:t>
            </a:r>
          </a:p>
        </p:txBody>
      </p:sp>
      <p:sp>
        <p:nvSpPr>
          <p:cNvPr id="42" name="文本占位符 41">
            <a:extLst>
              <a:ext uri="{FF2B5EF4-FFF2-40B4-BE49-F238E27FC236}">
                <a16:creationId xmlns:a16="http://schemas.microsoft.com/office/drawing/2014/main" id="{D383F290-6A8F-2919-0DB9-D512BEA6393B}"/>
              </a:ext>
            </a:extLst>
          </p:cNvPr>
          <p:cNvSpPr>
            <a:spLocks noGrp="1"/>
          </p:cNvSpPr>
          <p:nvPr>
            <p:ph type="body" sz="quarter" idx="12"/>
          </p:nvPr>
        </p:nvSpPr>
        <p:spPr>
          <a:xfrm>
            <a:off x="2164098" y="1340768"/>
            <a:ext cx="8421688" cy="864097"/>
          </a:xfrm>
          <a:prstGeom prst="rect">
            <a:avLst/>
          </a:prstGeom>
        </p:spPr>
        <p:txBody>
          <a:bodyPr anchor="ctr"/>
          <a:lstStyle>
            <a:lvl1pPr algn="ctr">
              <a:buNone/>
              <a:defRPr lang="zh-CN" altLang="en-US" sz="4400" b="1" kern="1200">
                <a:solidFill>
                  <a:schemeClr val="accent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单击此处编辑母版文本样式</a:t>
            </a:r>
          </a:p>
        </p:txBody>
      </p:sp>
    </p:spTree>
    <p:extLst>
      <p:ext uri="{BB962C8B-B14F-4D97-AF65-F5344CB8AC3E}">
        <p14:creationId xmlns:p14="http://schemas.microsoft.com/office/powerpoint/2010/main" val="265721684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1_标题和内容">
    <p:bg>
      <p:bgRef idx="1002">
        <a:schemeClr val="bg1"/>
      </p:bgRef>
    </p:bg>
    <p:spTree>
      <p:nvGrpSpPr>
        <p:cNvPr id="1" name=""/>
        <p:cNvGrpSpPr/>
        <p:nvPr/>
      </p:nvGrpSpPr>
      <p:grpSpPr>
        <a:xfrm>
          <a:off x="0" y="0"/>
          <a:ext cx="0" cy="0"/>
          <a:chOff x="0" y="0"/>
          <a:chExt cx="0" cy="0"/>
        </a:xfrm>
      </p:grpSpPr>
      <p:sp>
        <p:nvSpPr>
          <p:cNvPr id="14" name="六边形 13">
            <a:extLst>
              <a:ext uri="{FF2B5EF4-FFF2-40B4-BE49-F238E27FC236}">
                <a16:creationId xmlns:a16="http://schemas.microsoft.com/office/drawing/2014/main" id="{AD77C92C-30F0-3E8E-5585-086BBEB8303A}"/>
              </a:ext>
            </a:extLst>
          </p:cNvPr>
          <p:cNvSpPr/>
          <p:nvPr/>
        </p:nvSpPr>
        <p:spPr>
          <a:xfrm>
            <a:off x="2561431" y="2565967"/>
            <a:ext cx="2048068" cy="1765300"/>
          </a:xfrm>
          <a:prstGeom prst="hexagon">
            <a:avLst>
              <a:gd name="adj" fmla="val 24999"/>
              <a:gd name="vf" fmla="val 115470"/>
            </a:avLst>
          </a:prstGeom>
          <a:solidFill>
            <a:schemeClr val="accent1"/>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5" name="六边形 14">
            <a:extLst>
              <a:ext uri="{FF2B5EF4-FFF2-40B4-BE49-F238E27FC236}">
                <a16:creationId xmlns:a16="http://schemas.microsoft.com/office/drawing/2014/main" id="{6DC8B096-D421-A26A-CC44-D94B23778E38}"/>
              </a:ext>
            </a:extLst>
          </p:cNvPr>
          <p:cNvSpPr/>
          <p:nvPr/>
        </p:nvSpPr>
        <p:spPr>
          <a:xfrm>
            <a:off x="4235121" y="3448617"/>
            <a:ext cx="2048068" cy="1765300"/>
          </a:xfrm>
          <a:prstGeom prst="hexagon">
            <a:avLst>
              <a:gd name="adj" fmla="val 24999"/>
              <a:gd name="vf" fmla="val 115470"/>
            </a:avLst>
          </a:prstGeom>
          <a:solidFill>
            <a:schemeClr val="accent2"/>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6" name="六边形 15">
            <a:extLst>
              <a:ext uri="{FF2B5EF4-FFF2-40B4-BE49-F238E27FC236}">
                <a16:creationId xmlns:a16="http://schemas.microsoft.com/office/drawing/2014/main" id="{F8E4BF9B-74F3-7E38-0D85-B0D3E3AB3D27}"/>
              </a:ext>
            </a:extLst>
          </p:cNvPr>
          <p:cNvSpPr/>
          <p:nvPr/>
        </p:nvSpPr>
        <p:spPr>
          <a:xfrm>
            <a:off x="5908811" y="2565967"/>
            <a:ext cx="2048068" cy="1765300"/>
          </a:xfrm>
          <a:prstGeom prst="hexagon">
            <a:avLst>
              <a:gd name="adj" fmla="val 24999"/>
              <a:gd name="vf" fmla="val 115470"/>
            </a:avLst>
          </a:prstGeom>
          <a:solidFill>
            <a:schemeClr val="accent3"/>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7" name="六边形 16">
            <a:extLst>
              <a:ext uri="{FF2B5EF4-FFF2-40B4-BE49-F238E27FC236}">
                <a16:creationId xmlns:a16="http://schemas.microsoft.com/office/drawing/2014/main" id="{247997AE-B98D-D4F5-5D12-B4196FC53D37}"/>
              </a:ext>
            </a:extLst>
          </p:cNvPr>
          <p:cNvSpPr/>
          <p:nvPr/>
        </p:nvSpPr>
        <p:spPr>
          <a:xfrm>
            <a:off x="7582501" y="3448617"/>
            <a:ext cx="2048068" cy="1765300"/>
          </a:xfrm>
          <a:prstGeom prst="hexagon">
            <a:avLst>
              <a:gd name="adj" fmla="val 24999"/>
              <a:gd name="vf" fmla="val 115470"/>
            </a:avLst>
          </a:prstGeom>
          <a:solidFill>
            <a:schemeClr val="accent5"/>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8" name="六边形 17">
            <a:extLst>
              <a:ext uri="{FF2B5EF4-FFF2-40B4-BE49-F238E27FC236}">
                <a16:creationId xmlns:a16="http://schemas.microsoft.com/office/drawing/2014/main" id="{B35DB72E-73A8-1B7C-D4EE-42D6FBCE98E5}"/>
              </a:ext>
            </a:extLst>
          </p:cNvPr>
          <p:cNvSpPr/>
          <p:nvPr/>
        </p:nvSpPr>
        <p:spPr>
          <a:xfrm>
            <a:off x="888206" y="3448617"/>
            <a:ext cx="2047875" cy="1765300"/>
          </a:xfrm>
          <a:prstGeom prst="hexagon">
            <a:avLst>
              <a:gd name="adj" fmla="val 24994"/>
              <a:gd name="vf" fmla="val 115470"/>
            </a:avLst>
          </a:prstGeom>
          <a:noFill/>
          <a:ln w="12700" cap="flat" cmpd="sng">
            <a:solidFill>
              <a:schemeClr val="accent1"/>
            </a:solidFill>
            <a:prstDash val="solid"/>
            <a:bevel/>
            <a:headEnd type="none" w="med" len="med"/>
            <a:tailEnd type="none" w="med" len="med"/>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9" name="六边形 18">
            <a:extLst>
              <a:ext uri="{FF2B5EF4-FFF2-40B4-BE49-F238E27FC236}">
                <a16:creationId xmlns:a16="http://schemas.microsoft.com/office/drawing/2014/main" id="{E132C582-4819-1296-3DF7-1A4DB6AB64BB}"/>
              </a:ext>
            </a:extLst>
          </p:cNvPr>
          <p:cNvSpPr/>
          <p:nvPr/>
        </p:nvSpPr>
        <p:spPr>
          <a:xfrm>
            <a:off x="9255918" y="2591367"/>
            <a:ext cx="2047875" cy="1765300"/>
          </a:xfrm>
          <a:prstGeom prst="hexagon">
            <a:avLst>
              <a:gd name="adj" fmla="val 24994"/>
              <a:gd name="vf" fmla="val 115470"/>
            </a:avLst>
          </a:prstGeom>
          <a:noFill/>
          <a:ln w="12700" cap="flat" cmpd="sng">
            <a:solidFill>
              <a:schemeClr val="accent4"/>
            </a:solidFill>
            <a:prstDash val="solid"/>
            <a:bevel/>
            <a:headEnd type="none" w="med" len="med"/>
            <a:tailEnd type="none" w="med" len="med"/>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21" name="Freeform 2345">
            <a:extLst>
              <a:ext uri="{FF2B5EF4-FFF2-40B4-BE49-F238E27FC236}">
                <a16:creationId xmlns:a16="http://schemas.microsoft.com/office/drawing/2014/main" id="{C90D0ADA-4BCD-E775-7AD0-F2C80A1F813B}"/>
              </a:ext>
            </a:extLst>
          </p:cNvPr>
          <p:cNvSpPr>
            <a:spLocks noEditPoints="1"/>
          </p:cNvSpPr>
          <p:nvPr/>
        </p:nvSpPr>
        <p:spPr>
          <a:xfrm>
            <a:off x="1626393" y="3872480"/>
            <a:ext cx="585788" cy="1084262"/>
          </a:xfrm>
          <a:custGeom>
            <a:avLst/>
            <a:gdLst>
              <a:gd name="txL" fmla="*/ 0 w 86"/>
              <a:gd name="txT" fmla="*/ 0 h 164"/>
              <a:gd name="txR" fmla="*/ 86 w 86"/>
              <a:gd name="txB" fmla="*/ 164 h 164"/>
            </a:gdLst>
            <a:ahLst/>
            <a:cxnLst>
              <a:cxn ang="0">
                <a:pos x="1995044075" y="0"/>
              </a:cxn>
              <a:cxn ang="0">
                <a:pos x="1345493733" y="480810695"/>
              </a:cxn>
              <a:cxn ang="0">
                <a:pos x="556757437" y="568232624"/>
              </a:cxn>
              <a:cxn ang="0">
                <a:pos x="463964530" y="1311302496"/>
              </a:cxn>
              <a:cxn ang="0">
                <a:pos x="0" y="1923242779"/>
              </a:cxn>
              <a:cxn ang="0">
                <a:pos x="463964530" y="2147483646"/>
              </a:cxn>
              <a:cxn ang="0">
                <a:pos x="556757437" y="2147483646"/>
              </a:cxn>
              <a:cxn ang="0">
                <a:pos x="1345493733" y="2147483646"/>
              </a:cxn>
              <a:cxn ang="0">
                <a:pos x="1995044075" y="2147483646"/>
              </a:cxn>
              <a:cxn ang="0">
                <a:pos x="2147483646" y="2147483646"/>
              </a:cxn>
              <a:cxn ang="0">
                <a:pos x="2147483646" y="2147483646"/>
              </a:cxn>
              <a:cxn ang="0">
                <a:pos x="2147483646" y="2147483646"/>
              </a:cxn>
              <a:cxn ang="0">
                <a:pos x="2147483646" y="1923242779"/>
              </a:cxn>
              <a:cxn ang="0">
                <a:pos x="2147483646" y="1311302496"/>
              </a:cxn>
              <a:cxn ang="0">
                <a:pos x="2147483646" y="568232624"/>
              </a:cxn>
              <a:cxn ang="0">
                <a:pos x="2147483646" y="480810695"/>
              </a:cxn>
              <a:cxn ang="0">
                <a:pos x="1995044075" y="0"/>
              </a:cxn>
              <a:cxn ang="0">
                <a:pos x="1995044075" y="1049036708"/>
              </a:cxn>
              <a:cxn ang="0">
                <a:pos x="2147483646" y="1923242779"/>
              </a:cxn>
              <a:cxn ang="0">
                <a:pos x="1995044075" y="2147483646"/>
              </a:cxn>
              <a:cxn ang="0">
                <a:pos x="1113514873" y="1923242779"/>
              </a:cxn>
              <a:cxn ang="0">
                <a:pos x="1995044075" y="1049036708"/>
              </a:cxn>
              <a:cxn ang="0">
                <a:pos x="1345493733" y="2147483646"/>
              </a:cxn>
              <a:cxn ang="0">
                <a:pos x="881529202" y="2147483646"/>
              </a:cxn>
              <a:cxn ang="0">
                <a:pos x="881529202" y="2147483646"/>
              </a:cxn>
              <a:cxn ang="0">
                <a:pos x="2147483646" y="2147483646"/>
              </a:cxn>
              <a:cxn ang="0">
                <a:pos x="2147483646" y="2147483646"/>
              </a:cxn>
              <a:cxn ang="0">
                <a:pos x="2147483646" y="2147483646"/>
              </a:cxn>
              <a:cxn ang="0">
                <a:pos x="1995044075" y="2147483646"/>
              </a:cxn>
              <a:cxn ang="0">
                <a:pos x="1345493733" y="2147483646"/>
              </a:cxn>
            </a:cxnLst>
            <a:rect l="txL" t="txT" r="txR" b="txB"/>
            <a:pathLst>
              <a:path w="86" h="164">
                <a:moveTo>
                  <a:pt x="43" y="0"/>
                </a:moveTo>
                <a:cubicBezTo>
                  <a:pt x="37" y="0"/>
                  <a:pt x="31" y="5"/>
                  <a:pt x="29" y="11"/>
                </a:cubicBezTo>
                <a:cubicBezTo>
                  <a:pt x="24" y="8"/>
                  <a:pt x="17" y="8"/>
                  <a:pt x="12" y="13"/>
                </a:cubicBezTo>
                <a:cubicBezTo>
                  <a:pt x="8" y="18"/>
                  <a:pt x="7" y="25"/>
                  <a:pt x="10" y="30"/>
                </a:cubicBezTo>
                <a:cubicBezTo>
                  <a:pt x="4" y="32"/>
                  <a:pt x="0" y="37"/>
                  <a:pt x="0" y="44"/>
                </a:cubicBezTo>
                <a:cubicBezTo>
                  <a:pt x="0" y="50"/>
                  <a:pt x="4" y="55"/>
                  <a:pt x="10" y="57"/>
                </a:cubicBezTo>
                <a:cubicBezTo>
                  <a:pt x="7" y="63"/>
                  <a:pt x="8" y="70"/>
                  <a:pt x="12" y="74"/>
                </a:cubicBezTo>
                <a:cubicBezTo>
                  <a:pt x="17" y="79"/>
                  <a:pt x="24" y="80"/>
                  <a:pt x="29" y="77"/>
                </a:cubicBezTo>
                <a:cubicBezTo>
                  <a:pt x="31" y="82"/>
                  <a:pt x="37" y="87"/>
                  <a:pt x="43" y="87"/>
                </a:cubicBezTo>
                <a:cubicBezTo>
                  <a:pt x="49" y="87"/>
                  <a:pt x="55" y="82"/>
                  <a:pt x="57" y="77"/>
                </a:cubicBezTo>
                <a:cubicBezTo>
                  <a:pt x="62" y="80"/>
                  <a:pt x="69" y="79"/>
                  <a:pt x="74" y="74"/>
                </a:cubicBezTo>
                <a:cubicBezTo>
                  <a:pt x="78" y="70"/>
                  <a:pt x="79" y="63"/>
                  <a:pt x="76" y="57"/>
                </a:cubicBezTo>
                <a:cubicBezTo>
                  <a:pt x="82" y="55"/>
                  <a:pt x="86" y="50"/>
                  <a:pt x="86" y="44"/>
                </a:cubicBezTo>
                <a:cubicBezTo>
                  <a:pt x="86" y="37"/>
                  <a:pt x="82" y="32"/>
                  <a:pt x="76" y="30"/>
                </a:cubicBezTo>
                <a:cubicBezTo>
                  <a:pt x="79" y="25"/>
                  <a:pt x="78" y="18"/>
                  <a:pt x="74" y="13"/>
                </a:cubicBezTo>
                <a:cubicBezTo>
                  <a:pt x="69" y="8"/>
                  <a:pt x="62" y="8"/>
                  <a:pt x="57" y="11"/>
                </a:cubicBezTo>
                <a:cubicBezTo>
                  <a:pt x="55" y="5"/>
                  <a:pt x="49" y="0"/>
                  <a:pt x="43" y="0"/>
                </a:cubicBezTo>
                <a:close/>
                <a:moveTo>
                  <a:pt x="43" y="24"/>
                </a:moveTo>
                <a:cubicBezTo>
                  <a:pt x="54" y="24"/>
                  <a:pt x="62" y="33"/>
                  <a:pt x="62" y="44"/>
                </a:cubicBezTo>
                <a:cubicBezTo>
                  <a:pt x="62" y="54"/>
                  <a:pt x="54" y="63"/>
                  <a:pt x="43" y="63"/>
                </a:cubicBezTo>
                <a:cubicBezTo>
                  <a:pt x="32" y="63"/>
                  <a:pt x="24" y="54"/>
                  <a:pt x="24" y="44"/>
                </a:cubicBezTo>
                <a:cubicBezTo>
                  <a:pt x="24" y="33"/>
                  <a:pt x="32" y="24"/>
                  <a:pt x="43" y="24"/>
                </a:cubicBezTo>
                <a:close/>
                <a:moveTo>
                  <a:pt x="29" y="91"/>
                </a:moveTo>
                <a:cubicBezTo>
                  <a:pt x="26" y="93"/>
                  <a:pt x="22" y="93"/>
                  <a:pt x="19" y="92"/>
                </a:cubicBezTo>
                <a:cubicBezTo>
                  <a:pt x="19" y="164"/>
                  <a:pt x="19" y="164"/>
                  <a:pt x="19" y="164"/>
                </a:cubicBezTo>
                <a:cubicBezTo>
                  <a:pt x="45" y="136"/>
                  <a:pt x="42" y="138"/>
                  <a:pt x="67" y="164"/>
                </a:cubicBezTo>
                <a:cubicBezTo>
                  <a:pt x="67" y="92"/>
                  <a:pt x="67" y="92"/>
                  <a:pt x="67" y="92"/>
                </a:cubicBezTo>
                <a:cubicBezTo>
                  <a:pt x="64" y="93"/>
                  <a:pt x="60" y="93"/>
                  <a:pt x="57" y="91"/>
                </a:cubicBezTo>
                <a:cubicBezTo>
                  <a:pt x="55" y="97"/>
                  <a:pt x="49" y="101"/>
                  <a:pt x="43" y="101"/>
                </a:cubicBezTo>
                <a:cubicBezTo>
                  <a:pt x="37" y="101"/>
                  <a:pt x="31" y="97"/>
                  <a:pt x="29" y="91"/>
                </a:cubicBezTo>
                <a:close/>
              </a:path>
            </a:pathLst>
          </a:custGeom>
          <a:solidFill>
            <a:schemeClr val="accent1"/>
          </a:solid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22" name="Freeform 2345">
            <a:extLst>
              <a:ext uri="{FF2B5EF4-FFF2-40B4-BE49-F238E27FC236}">
                <a16:creationId xmlns:a16="http://schemas.microsoft.com/office/drawing/2014/main" id="{FF47CEAF-5712-87B0-087E-9035FA38EE1B}"/>
              </a:ext>
            </a:extLst>
          </p:cNvPr>
          <p:cNvSpPr>
            <a:spLocks noEditPoints="1"/>
          </p:cNvSpPr>
          <p:nvPr/>
        </p:nvSpPr>
        <p:spPr>
          <a:xfrm>
            <a:off x="9970293" y="2977130"/>
            <a:ext cx="585788" cy="1084262"/>
          </a:xfrm>
          <a:custGeom>
            <a:avLst/>
            <a:gdLst>
              <a:gd name="txL" fmla="*/ 0 w 86"/>
              <a:gd name="txT" fmla="*/ 0 h 164"/>
              <a:gd name="txR" fmla="*/ 86 w 86"/>
              <a:gd name="txB" fmla="*/ 164 h 164"/>
            </a:gdLst>
            <a:ahLst/>
            <a:cxnLst>
              <a:cxn ang="0">
                <a:pos x="1995044075" y="0"/>
              </a:cxn>
              <a:cxn ang="0">
                <a:pos x="1345493733" y="480810695"/>
              </a:cxn>
              <a:cxn ang="0">
                <a:pos x="556757437" y="568232624"/>
              </a:cxn>
              <a:cxn ang="0">
                <a:pos x="463964530" y="1311302496"/>
              </a:cxn>
              <a:cxn ang="0">
                <a:pos x="0" y="1923242779"/>
              </a:cxn>
              <a:cxn ang="0">
                <a:pos x="463964530" y="2147483646"/>
              </a:cxn>
              <a:cxn ang="0">
                <a:pos x="556757437" y="2147483646"/>
              </a:cxn>
              <a:cxn ang="0">
                <a:pos x="1345493733" y="2147483646"/>
              </a:cxn>
              <a:cxn ang="0">
                <a:pos x="1995044075" y="2147483646"/>
              </a:cxn>
              <a:cxn ang="0">
                <a:pos x="2147483646" y="2147483646"/>
              </a:cxn>
              <a:cxn ang="0">
                <a:pos x="2147483646" y="2147483646"/>
              </a:cxn>
              <a:cxn ang="0">
                <a:pos x="2147483646" y="2147483646"/>
              </a:cxn>
              <a:cxn ang="0">
                <a:pos x="2147483646" y="1923242779"/>
              </a:cxn>
              <a:cxn ang="0">
                <a:pos x="2147483646" y="1311302496"/>
              </a:cxn>
              <a:cxn ang="0">
                <a:pos x="2147483646" y="568232624"/>
              </a:cxn>
              <a:cxn ang="0">
                <a:pos x="2147483646" y="480810695"/>
              </a:cxn>
              <a:cxn ang="0">
                <a:pos x="1995044075" y="0"/>
              </a:cxn>
              <a:cxn ang="0">
                <a:pos x="1995044075" y="1049036708"/>
              </a:cxn>
              <a:cxn ang="0">
                <a:pos x="2147483646" y="1923242779"/>
              </a:cxn>
              <a:cxn ang="0">
                <a:pos x="1995044075" y="2147483646"/>
              </a:cxn>
              <a:cxn ang="0">
                <a:pos x="1113514873" y="1923242779"/>
              </a:cxn>
              <a:cxn ang="0">
                <a:pos x="1995044075" y="1049036708"/>
              </a:cxn>
              <a:cxn ang="0">
                <a:pos x="1345493733" y="2147483646"/>
              </a:cxn>
              <a:cxn ang="0">
                <a:pos x="881529202" y="2147483646"/>
              </a:cxn>
              <a:cxn ang="0">
                <a:pos x="881529202" y="2147483646"/>
              </a:cxn>
              <a:cxn ang="0">
                <a:pos x="2147483646" y="2147483646"/>
              </a:cxn>
              <a:cxn ang="0">
                <a:pos x="2147483646" y="2147483646"/>
              </a:cxn>
              <a:cxn ang="0">
                <a:pos x="2147483646" y="2147483646"/>
              </a:cxn>
              <a:cxn ang="0">
                <a:pos x="1995044075" y="2147483646"/>
              </a:cxn>
              <a:cxn ang="0">
                <a:pos x="1345493733" y="2147483646"/>
              </a:cxn>
            </a:cxnLst>
            <a:rect l="txL" t="txT" r="txR" b="txB"/>
            <a:pathLst>
              <a:path w="86" h="164">
                <a:moveTo>
                  <a:pt x="43" y="0"/>
                </a:moveTo>
                <a:cubicBezTo>
                  <a:pt x="37" y="0"/>
                  <a:pt x="31" y="5"/>
                  <a:pt x="29" y="11"/>
                </a:cubicBezTo>
                <a:cubicBezTo>
                  <a:pt x="24" y="8"/>
                  <a:pt x="17" y="8"/>
                  <a:pt x="12" y="13"/>
                </a:cubicBezTo>
                <a:cubicBezTo>
                  <a:pt x="8" y="18"/>
                  <a:pt x="7" y="25"/>
                  <a:pt x="10" y="30"/>
                </a:cubicBezTo>
                <a:cubicBezTo>
                  <a:pt x="4" y="32"/>
                  <a:pt x="0" y="37"/>
                  <a:pt x="0" y="44"/>
                </a:cubicBezTo>
                <a:cubicBezTo>
                  <a:pt x="0" y="50"/>
                  <a:pt x="4" y="55"/>
                  <a:pt x="10" y="57"/>
                </a:cubicBezTo>
                <a:cubicBezTo>
                  <a:pt x="7" y="63"/>
                  <a:pt x="8" y="70"/>
                  <a:pt x="12" y="74"/>
                </a:cubicBezTo>
                <a:cubicBezTo>
                  <a:pt x="17" y="79"/>
                  <a:pt x="24" y="80"/>
                  <a:pt x="29" y="77"/>
                </a:cubicBezTo>
                <a:cubicBezTo>
                  <a:pt x="31" y="82"/>
                  <a:pt x="37" y="87"/>
                  <a:pt x="43" y="87"/>
                </a:cubicBezTo>
                <a:cubicBezTo>
                  <a:pt x="49" y="87"/>
                  <a:pt x="55" y="82"/>
                  <a:pt x="57" y="77"/>
                </a:cubicBezTo>
                <a:cubicBezTo>
                  <a:pt x="62" y="80"/>
                  <a:pt x="69" y="79"/>
                  <a:pt x="74" y="74"/>
                </a:cubicBezTo>
                <a:cubicBezTo>
                  <a:pt x="78" y="70"/>
                  <a:pt x="79" y="63"/>
                  <a:pt x="76" y="57"/>
                </a:cubicBezTo>
                <a:cubicBezTo>
                  <a:pt x="82" y="55"/>
                  <a:pt x="86" y="50"/>
                  <a:pt x="86" y="44"/>
                </a:cubicBezTo>
                <a:cubicBezTo>
                  <a:pt x="86" y="37"/>
                  <a:pt x="82" y="32"/>
                  <a:pt x="76" y="30"/>
                </a:cubicBezTo>
                <a:cubicBezTo>
                  <a:pt x="79" y="25"/>
                  <a:pt x="78" y="18"/>
                  <a:pt x="74" y="13"/>
                </a:cubicBezTo>
                <a:cubicBezTo>
                  <a:pt x="69" y="8"/>
                  <a:pt x="62" y="8"/>
                  <a:pt x="57" y="11"/>
                </a:cubicBezTo>
                <a:cubicBezTo>
                  <a:pt x="55" y="5"/>
                  <a:pt x="49" y="0"/>
                  <a:pt x="43" y="0"/>
                </a:cubicBezTo>
                <a:close/>
                <a:moveTo>
                  <a:pt x="43" y="24"/>
                </a:moveTo>
                <a:cubicBezTo>
                  <a:pt x="54" y="24"/>
                  <a:pt x="62" y="33"/>
                  <a:pt x="62" y="44"/>
                </a:cubicBezTo>
                <a:cubicBezTo>
                  <a:pt x="62" y="54"/>
                  <a:pt x="54" y="63"/>
                  <a:pt x="43" y="63"/>
                </a:cubicBezTo>
                <a:cubicBezTo>
                  <a:pt x="32" y="63"/>
                  <a:pt x="24" y="54"/>
                  <a:pt x="24" y="44"/>
                </a:cubicBezTo>
                <a:cubicBezTo>
                  <a:pt x="24" y="33"/>
                  <a:pt x="32" y="24"/>
                  <a:pt x="43" y="24"/>
                </a:cubicBezTo>
                <a:close/>
                <a:moveTo>
                  <a:pt x="29" y="91"/>
                </a:moveTo>
                <a:cubicBezTo>
                  <a:pt x="26" y="93"/>
                  <a:pt x="22" y="93"/>
                  <a:pt x="19" y="92"/>
                </a:cubicBezTo>
                <a:cubicBezTo>
                  <a:pt x="19" y="164"/>
                  <a:pt x="19" y="164"/>
                  <a:pt x="19" y="164"/>
                </a:cubicBezTo>
                <a:cubicBezTo>
                  <a:pt x="45" y="136"/>
                  <a:pt x="42" y="138"/>
                  <a:pt x="67" y="164"/>
                </a:cubicBezTo>
                <a:cubicBezTo>
                  <a:pt x="67" y="92"/>
                  <a:pt x="67" y="92"/>
                  <a:pt x="67" y="92"/>
                </a:cubicBezTo>
                <a:cubicBezTo>
                  <a:pt x="64" y="93"/>
                  <a:pt x="60" y="93"/>
                  <a:pt x="57" y="91"/>
                </a:cubicBezTo>
                <a:cubicBezTo>
                  <a:pt x="55" y="97"/>
                  <a:pt x="49" y="101"/>
                  <a:pt x="43" y="101"/>
                </a:cubicBezTo>
                <a:cubicBezTo>
                  <a:pt x="37" y="101"/>
                  <a:pt x="31" y="97"/>
                  <a:pt x="29" y="91"/>
                </a:cubicBezTo>
                <a:close/>
              </a:path>
            </a:pathLst>
          </a:custGeom>
          <a:solidFill>
            <a:schemeClr val="accent4"/>
          </a:solid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35" name="文本占位符 33">
            <a:extLst>
              <a:ext uri="{FF2B5EF4-FFF2-40B4-BE49-F238E27FC236}">
                <a16:creationId xmlns:a16="http://schemas.microsoft.com/office/drawing/2014/main" id="{5F496F79-D258-84DC-F12D-FB549C223BA3}"/>
              </a:ext>
            </a:extLst>
          </p:cNvPr>
          <p:cNvSpPr>
            <a:spLocks noGrp="1"/>
          </p:cNvSpPr>
          <p:nvPr>
            <p:ph type="body" sz="quarter" idx="19" hasCustomPrompt="1"/>
          </p:nvPr>
        </p:nvSpPr>
        <p:spPr>
          <a:xfrm>
            <a:off x="3006930" y="3167278"/>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36" name="文本占位符 33">
            <a:extLst>
              <a:ext uri="{FF2B5EF4-FFF2-40B4-BE49-F238E27FC236}">
                <a16:creationId xmlns:a16="http://schemas.microsoft.com/office/drawing/2014/main" id="{48EF5595-EF37-3DA0-EB84-23666A166ECC}"/>
              </a:ext>
            </a:extLst>
          </p:cNvPr>
          <p:cNvSpPr>
            <a:spLocks noGrp="1"/>
          </p:cNvSpPr>
          <p:nvPr>
            <p:ph type="body" sz="quarter" idx="20" hasCustomPrompt="1"/>
          </p:nvPr>
        </p:nvSpPr>
        <p:spPr>
          <a:xfrm>
            <a:off x="4741722" y="4068899"/>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37" name="文本占位符 33">
            <a:extLst>
              <a:ext uri="{FF2B5EF4-FFF2-40B4-BE49-F238E27FC236}">
                <a16:creationId xmlns:a16="http://schemas.microsoft.com/office/drawing/2014/main" id="{CA7E7BD0-AD52-2585-B083-5712EBBCBE28}"/>
              </a:ext>
            </a:extLst>
          </p:cNvPr>
          <p:cNvSpPr>
            <a:spLocks noGrp="1"/>
          </p:cNvSpPr>
          <p:nvPr>
            <p:ph type="body" sz="quarter" idx="21" hasCustomPrompt="1"/>
          </p:nvPr>
        </p:nvSpPr>
        <p:spPr>
          <a:xfrm>
            <a:off x="6355104" y="3212522"/>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38" name="文本占位符 33">
            <a:extLst>
              <a:ext uri="{FF2B5EF4-FFF2-40B4-BE49-F238E27FC236}">
                <a16:creationId xmlns:a16="http://schemas.microsoft.com/office/drawing/2014/main" id="{340EA819-7B4C-5A1C-45A5-96EF3DFE08DF}"/>
              </a:ext>
            </a:extLst>
          </p:cNvPr>
          <p:cNvSpPr>
            <a:spLocks noGrp="1"/>
          </p:cNvSpPr>
          <p:nvPr>
            <p:ph type="body" sz="quarter" idx="22" hasCustomPrompt="1"/>
          </p:nvPr>
        </p:nvSpPr>
        <p:spPr>
          <a:xfrm>
            <a:off x="7984668" y="4128710"/>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40" name="文本占位符 39">
            <a:extLst>
              <a:ext uri="{FF2B5EF4-FFF2-40B4-BE49-F238E27FC236}">
                <a16:creationId xmlns:a16="http://schemas.microsoft.com/office/drawing/2014/main" id="{E44E5B8B-1FBB-A365-A6A2-C63C459CB320}"/>
              </a:ext>
            </a:extLst>
          </p:cNvPr>
          <p:cNvSpPr>
            <a:spLocks noGrp="1"/>
          </p:cNvSpPr>
          <p:nvPr>
            <p:ph type="body" sz="quarter" idx="23" hasCustomPrompt="1"/>
          </p:nvPr>
        </p:nvSpPr>
        <p:spPr>
          <a:xfrm>
            <a:off x="2886075" y="5321300"/>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42" name="文本占位符 41">
            <a:extLst>
              <a:ext uri="{FF2B5EF4-FFF2-40B4-BE49-F238E27FC236}">
                <a16:creationId xmlns:a16="http://schemas.microsoft.com/office/drawing/2014/main" id="{C8AC7D5F-72EE-8FF8-0FB3-CC0737EBF1AE}"/>
              </a:ext>
            </a:extLst>
          </p:cNvPr>
          <p:cNvSpPr>
            <a:spLocks noGrp="1"/>
          </p:cNvSpPr>
          <p:nvPr>
            <p:ph type="body" sz="quarter" idx="24" hasCustomPrompt="1"/>
          </p:nvPr>
        </p:nvSpPr>
        <p:spPr>
          <a:xfrm>
            <a:off x="2886074" y="5876925"/>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
        <p:nvSpPr>
          <p:cNvPr id="43" name="文本占位符 39">
            <a:extLst>
              <a:ext uri="{FF2B5EF4-FFF2-40B4-BE49-F238E27FC236}">
                <a16:creationId xmlns:a16="http://schemas.microsoft.com/office/drawing/2014/main" id="{7CCE2DB7-B2A4-A9BC-B8FE-249A1B89DF9F}"/>
              </a:ext>
            </a:extLst>
          </p:cNvPr>
          <p:cNvSpPr>
            <a:spLocks noGrp="1"/>
          </p:cNvSpPr>
          <p:nvPr>
            <p:ph type="body" sz="quarter" idx="25" hasCustomPrompt="1"/>
          </p:nvPr>
        </p:nvSpPr>
        <p:spPr>
          <a:xfrm>
            <a:off x="7804451" y="5338385"/>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44" name="文本占位符 41">
            <a:extLst>
              <a:ext uri="{FF2B5EF4-FFF2-40B4-BE49-F238E27FC236}">
                <a16:creationId xmlns:a16="http://schemas.microsoft.com/office/drawing/2014/main" id="{A72EEE5F-3B5C-CC5A-7111-AE258AA7B471}"/>
              </a:ext>
            </a:extLst>
          </p:cNvPr>
          <p:cNvSpPr>
            <a:spLocks noGrp="1"/>
          </p:cNvSpPr>
          <p:nvPr>
            <p:ph type="body" sz="quarter" idx="26" hasCustomPrompt="1"/>
          </p:nvPr>
        </p:nvSpPr>
        <p:spPr>
          <a:xfrm>
            <a:off x="7804450" y="5894010"/>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
        <p:nvSpPr>
          <p:cNvPr id="47" name="文本占位符 39">
            <a:extLst>
              <a:ext uri="{FF2B5EF4-FFF2-40B4-BE49-F238E27FC236}">
                <a16:creationId xmlns:a16="http://schemas.microsoft.com/office/drawing/2014/main" id="{6113786E-8599-9491-FF22-667875596C6F}"/>
              </a:ext>
            </a:extLst>
          </p:cNvPr>
          <p:cNvSpPr>
            <a:spLocks noGrp="1"/>
          </p:cNvSpPr>
          <p:nvPr>
            <p:ph type="body" sz="quarter" idx="27" hasCustomPrompt="1"/>
          </p:nvPr>
        </p:nvSpPr>
        <p:spPr>
          <a:xfrm>
            <a:off x="1626394" y="1001952"/>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48" name="文本占位符 41">
            <a:extLst>
              <a:ext uri="{FF2B5EF4-FFF2-40B4-BE49-F238E27FC236}">
                <a16:creationId xmlns:a16="http://schemas.microsoft.com/office/drawing/2014/main" id="{9AAB08AC-FFD3-9F4C-FECD-9ED71BB7CAB3}"/>
              </a:ext>
            </a:extLst>
          </p:cNvPr>
          <p:cNvSpPr>
            <a:spLocks noGrp="1"/>
          </p:cNvSpPr>
          <p:nvPr>
            <p:ph type="body" sz="quarter" idx="28" hasCustomPrompt="1"/>
          </p:nvPr>
        </p:nvSpPr>
        <p:spPr>
          <a:xfrm>
            <a:off x="1626393" y="1557577"/>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
        <p:nvSpPr>
          <p:cNvPr id="49" name="文本占位符 39">
            <a:extLst>
              <a:ext uri="{FF2B5EF4-FFF2-40B4-BE49-F238E27FC236}">
                <a16:creationId xmlns:a16="http://schemas.microsoft.com/office/drawing/2014/main" id="{E72B69E5-FCB4-2E72-02AF-57251A4F40C3}"/>
              </a:ext>
            </a:extLst>
          </p:cNvPr>
          <p:cNvSpPr>
            <a:spLocks noGrp="1"/>
          </p:cNvSpPr>
          <p:nvPr>
            <p:ph type="body" sz="quarter" idx="29" hasCustomPrompt="1"/>
          </p:nvPr>
        </p:nvSpPr>
        <p:spPr>
          <a:xfrm>
            <a:off x="6355105" y="1021330"/>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50" name="文本占位符 41">
            <a:extLst>
              <a:ext uri="{FF2B5EF4-FFF2-40B4-BE49-F238E27FC236}">
                <a16:creationId xmlns:a16="http://schemas.microsoft.com/office/drawing/2014/main" id="{9699A9DC-E945-1B38-08DC-6E60A04F535B}"/>
              </a:ext>
            </a:extLst>
          </p:cNvPr>
          <p:cNvSpPr>
            <a:spLocks noGrp="1"/>
          </p:cNvSpPr>
          <p:nvPr>
            <p:ph type="body" sz="quarter" idx="30" hasCustomPrompt="1"/>
          </p:nvPr>
        </p:nvSpPr>
        <p:spPr>
          <a:xfrm>
            <a:off x="6355104" y="1576955"/>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
        <p:nvSpPr>
          <p:cNvPr id="2" name="任意多边形 19">
            <a:extLst>
              <a:ext uri="{FF2B5EF4-FFF2-40B4-BE49-F238E27FC236}">
                <a16:creationId xmlns:a16="http://schemas.microsoft.com/office/drawing/2014/main" id="{6FD56522-41BD-3874-221E-2ED19EDB0A4E}"/>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18">
            <a:extLst>
              <a:ext uri="{FF2B5EF4-FFF2-40B4-BE49-F238E27FC236}">
                <a16:creationId xmlns:a16="http://schemas.microsoft.com/office/drawing/2014/main" id="{28B7943B-A0DD-9D57-0C71-A6524CA97C08}"/>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组合 3">
            <a:extLst>
              <a:ext uri="{FF2B5EF4-FFF2-40B4-BE49-F238E27FC236}">
                <a16:creationId xmlns:a16="http://schemas.microsoft.com/office/drawing/2014/main" id="{8CA5B158-C881-EE63-8FA8-D7C2525BF83B}"/>
              </a:ext>
            </a:extLst>
          </p:cNvPr>
          <p:cNvGrpSpPr/>
          <p:nvPr/>
        </p:nvGrpSpPr>
        <p:grpSpPr>
          <a:xfrm>
            <a:off x="71844" y="60398"/>
            <a:ext cx="593817" cy="593817"/>
            <a:chOff x="1131485" y="2234042"/>
            <a:chExt cx="1607262" cy="1607262"/>
          </a:xfrm>
        </p:grpSpPr>
        <p:sp>
          <p:nvSpPr>
            <p:cNvPr id="5" name="椭圆 4">
              <a:extLst>
                <a:ext uri="{FF2B5EF4-FFF2-40B4-BE49-F238E27FC236}">
                  <a16:creationId xmlns:a16="http://schemas.microsoft.com/office/drawing/2014/main" id="{870AC6E1-C221-3D22-620F-746CF1F631D1}"/>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 name="椭圆 5">
              <a:extLst>
                <a:ext uri="{FF2B5EF4-FFF2-40B4-BE49-F238E27FC236}">
                  <a16:creationId xmlns:a16="http://schemas.microsoft.com/office/drawing/2014/main" id="{D3D6D1F6-8CBF-BFD6-1D8C-98C90E89A6FF}"/>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9" name="KSO_Shape">
              <a:extLst>
                <a:ext uri="{FF2B5EF4-FFF2-40B4-BE49-F238E27FC236}">
                  <a16:creationId xmlns:a16="http://schemas.microsoft.com/office/drawing/2014/main" id="{CD480A95-09EF-BD37-599E-5609BAF84E36}"/>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20" name="文本占位符 33">
            <a:extLst>
              <a:ext uri="{FF2B5EF4-FFF2-40B4-BE49-F238E27FC236}">
                <a16:creationId xmlns:a16="http://schemas.microsoft.com/office/drawing/2014/main" id="{3238B8E2-00DD-1436-0797-465D362F608A}"/>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2536403706"/>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节标题">
    <p:spTree>
      <p:nvGrpSpPr>
        <p:cNvPr id="1" name=""/>
        <p:cNvGrpSpPr/>
        <p:nvPr/>
      </p:nvGrpSpPr>
      <p:grpSpPr>
        <a:xfrm>
          <a:off x="0" y="0"/>
          <a:ext cx="0" cy="0"/>
          <a:chOff x="0" y="0"/>
          <a:chExt cx="0" cy="0"/>
        </a:xfrm>
      </p:grpSpPr>
      <p:sp>
        <p:nvSpPr>
          <p:cNvPr id="14" name="Freeform 12">
            <a:extLst>
              <a:ext uri="{FF2B5EF4-FFF2-40B4-BE49-F238E27FC236}">
                <a16:creationId xmlns:a16="http://schemas.microsoft.com/office/drawing/2014/main" id="{FD972DCB-3451-30B0-BE68-AC067F3CBDF8}"/>
              </a:ext>
            </a:extLst>
          </p:cNvPr>
          <p:cNvSpPr/>
          <p:nvPr/>
        </p:nvSpPr>
        <p:spPr bwMode="auto">
          <a:xfrm>
            <a:off x="10134037" y="1817421"/>
            <a:ext cx="742736" cy="742736"/>
          </a:xfrm>
          <a:custGeom>
            <a:avLst/>
            <a:gdLst>
              <a:gd name="T0" fmla="*/ 11 w 90"/>
              <a:gd name="T1" fmla="*/ 65 h 90"/>
              <a:gd name="T2" fmla="*/ 26 w 90"/>
              <a:gd name="T3" fmla="*/ 11 h 90"/>
              <a:gd name="T4" fmla="*/ 79 w 90"/>
              <a:gd name="T5" fmla="*/ 26 h 90"/>
              <a:gd name="T6" fmla="*/ 65 w 90"/>
              <a:gd name="T7" fmla="*/ 80 h 90"/>
              <a:gd name="T8" fmla="*/ 11 w 90"/>
              <a:gd name="T9" fmla="*/ 65 h 90"/>
            </a:gdLst>
            <a:ahLst/>
            <a:cxnLst>
              <a:cxn ang="0">
                <a:pos x="T0" y="T1"/>
              </a:cxn>
              <a:cxn ang="0">
                <a:pos x="T2" y="T3"/>
              </a:cxn>
              <a:cxn ang="0">
                <a:pos x="T4" y="T5"/>
              </a:cxn>
              <a:cxn ang="0">
                <a:pos x="T6" y="T7"/>
              </a:cxn>
              <a:cxn ang="0">
                <a:pos x="T8" y="T9"/>
              </a:cxn>
            </a:cxnLst>
            <a:rect l="0" t="0" r="r" b="b"/>
            <a:pathLst>
              <a:path w="90" h="90">
                <a:moveTo>
                  <a:pt x="11" y="65"/>
                </a:moveTo>
                <a:cubicBezTo>
                  <a:pt x="0" y="46"/>
                  <a:pt x="7" y="22"/>
                  <a:pt x="26" y="11"/>
                </a:cubicBezTo>
                <a:cubicBezTo>
                  <a:pt x="44" y="0"/>
                  <a:pt x="68" y="7"/>
                  <a:pt x="79" y="26"/>
                </a:cubicBezTo>
                <a:cubicBezTo>
                  <a:pt x="90" y="45"/>
                  <a:pt x="84" y="69"/>
                  <a:pt x="65" y="80"/>
                </a:cubicBezTo>
                <a:cubicBezTo>
                  <a:pt x="46" y="90"/>
                  <a:pt x="22" y="84"/>
                  <a:pt x="11" y="65"/>
                </a:cubicBezTo>
              </a:path>
            </a:pathLst>
          </a:custGeom>
          <a:solidFill>
            <a:schemeClr val="accent1"/>
          </a:solidFill>
          <a:ln>
            <a:noFill/>
          </a:ln>
        </p:spPr>
        <p:txBody>
          <a:bodyPr/>
          <a:lstStyle/>
          <a:p>
            <a:endParaRPr lang="zh-CN" altLang="en-US" sz="2135">
              <a:cs typeface="+mn-ea"/>
              <a:sym typeface="+mn-lt"/>
            </a:endParaRPr>
          </a:p>
        </p:txBody>
      </p:sp>
      <p:sp>
        <p:nvSpPr>
          <p:cNvPr id="15" name="Freeform 13">
            <a:extLst>
              <a:ext uri="{FF2B5EF4-FFF2-40B4-BE49-F238E27FC236}">
                <a16:creationId xmlns:a16="http://schemas.microsoft.com/office/drawing/2014/main" id="{14D9C7EF-E304-9716-D66E-6FD4E81CB433}"/>
              </a:ext>
            </a:extLst>
          </p:cNvPr>
          <p:cNvSpPr>
            <a:spLocks noEditPoints="1"/>
          </p:cNvSpPr>
          <p:nvPr/>
        </p:nvSpPr>
        <p:spPr bwMode="auto">
          <a:xfrm>
            <a:off x="10514462" y="1941641"/>
            <a:ext cx="323491" cy="577108"/>
          </a:xfrm>
          <a:custGeom>
            <a:avLst/>
            <a:gdLst>
              <a:gd name="T0" fmla="*/ 2 w 39"/>
              <a:gd name="T1" fmla="*/ 70 h 70"/>
              <a:gd name="T2" fmla="*/ 0 w 39"/>
              <a:gd name="T3" fmla="*/ 70 h 70"/>
              <a:gd name="T4" fmla="*/ 0 w 39"/>
              <a:gd name="T5" fmla="*/ 70 h 70"/>
              <a:gd name="T6" fmla="*/ 2 w 39"/>
              <a:gd name="T7" fmla="*/ 70 h 70"/>
              <a:gd name="T8" fmla="*/ 3 w 39"/>
              <a:gd name="T9" fmla="*/ 70 h 70"/>
              <a:gd name="T10" fmla="*/ 3 w 39"/>
              <a:gd name="T11" fmla="*/ 70 h 70"/>
              <a:gd name="T12" fmla="*/ 3 w 39"/>
              <a:gd name="T13" fmla="*/ 70 h 70"/>
              <a:gd name="T14" fmla="*/ 26 w 39"/>
              <a:gd name="T15" fmla="*/ 2 h 70"/>
              <a:gd name="T16" fmla="*/ 33 w 39"/>
              <a:gd name="T17" fmla="*/ 11 h 70"/>
              <a:gd name="T18" fmla="*/ 39 w 39"/>
              <a:gd name="T19" fmla="*/ 30 h 70"/>
              <a:gd name="T20" fmla="*/ 33 w 39"/>
              <a:gd name="T21" fmla="*/ 11 h 70"/>
              <a:gd name="T22" fmla="*/ 26 w 39"/>
              <a:gd name="T23" fmla="*/ 2 h 70"/>
              <a:gd name="T24" fmla="*/ 26 w 39"/>
              <a:gd name="T25" fmla="*/ 1 h 70"/>
              <a:gd name="T26" fmla="*/ 26 w 39"/>
              <a:gd name="T27" fmla="*/ 2 h 70"/>
              <a:gd name="T28" fmla="*/ 26 w 39"/>
              <a:gd name="T29" fmla="*/ 1 h 70"/>
              <a:gd name="T30" fmla="*/ 25 w 39"/>
              <a:gd name="T31" fmla="*/ 1 h 70"/>
              <a:gd name="T32" fmla="*/ 26 w 39"/>
              <a:gd name="T33" fmla="*/ 1 h 70"/>
              <a:gd name="T34" fmla="*/ 25 w 39"/>
              <a:gd name="T35" fmla="*/ 1 h 70"/>
              <a:gd name="T36" fmla="*/ 25 w 39"/>
              <a:gd name="T37" fmla="*/ 1 h 70"/>
              <a:gd name="T38" fmla="*/ 25 w 39"/>
              <a:gd name="T39" fmla="*/ 1 h 70"/>
              <a:gd name="T40" fmla="*/ 25 w 39"/>
              <a:gd name="T41" fmla="*/ 1 h 70"/>
              <a:gd name="T42" fmla="*/ 25 w 39"/>
              <a:gd name="T43" fmla="*/ 0 h 70"/>
              <a:gd name="T44" fmla="*/ 25 w 39"/>
              <a:gd name="T45" fmla="*/ 0 h 70"/>
              <a:gd name="T46" fmla="*/ 25 w 39"/>
              <a:gd name="T47" fmla="*/ 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70">
                <a:moveTo>
                  <a:pt x="2" y="70"/>
                </a:moveTo>
                <a:cubicBezTo>
                  <a:pt x="2" y="70"/>
                  <a:pt x="1" y="70"/>
                  <a:pt x="0" y="70"/>
                </a:cubicBezTo>
                <a:cubicBezTo>
                  <a:pt x="0" y="70"/>
                  <a:pt x="0" y="70"/>
                  <a:pt x="0" y="70"/>
                </a:cubicBezTo>
                <a:cubicBezTo>
                  <a:pt x="1" y="70"/>
                  <a:pt x="2" y="70"/>
                  <a:pt x="2" y="70"/>
                </a:cubicBezTo>
                <a:moveTo>
                  <a:pt x="3" y="70"/>
                </a:moveTo>
                <a:cubicBezTo>
                  <a:pt x="3" y="70"/>
                  <a:pt x="3" y="70"/>
                  <a:pt x="3" y="70"/>
                </a:cubicBezTo>
                <a:cubicBezTo>
                  <a:pt x="3" y="70"/>
                  <a:pt x="3" y="70"/>
                  <a:pt x="3" y="70"/>
                </a:cubicBezTo>
                <a:moveTo>
                  <a:pt x="26" y="2"/>
                </a:moveTo>
                <a:cubicBezTo>
                  <a:pt x="29" y="4"/>
                  <a:pt x="31" y="7"/>
                  <a:pt x="33" y="11"/>
                </a:cubicBezTo>
                <a:cubicBezTo>
                  <a:pt x="37" y="17"/>
                  <a:pt x="38" y="24"/>
                  <a:pt x="39" y="30"/>
                </a:cubicBezTo>
                <a:cubicBezTo>
                  <a:pt x="39" y="24"/>
                  <a:pt x="37" y="17"/>
                  <a:pt x="33" y="11"/>
                </a:cubicBezTo>
                <a:cubicBezTo>
                  <a:pt x="31" y="7"/>
                  <a:pt x="29" y="4"/>
                  <a:pt x="26" y="2"/>
                </a:cubicBezTo>
                <a:moveTo>
                  <a:pt x="26" y="1"/>
                </a:moveTo>
                <a:cubicBezTo>
                  <a:pt x="26" y="2"/>
                  <a:pt x="26" y="2"/>
                  <a:pt x="26" y="2"/>
                </a:cubicBezTo>
                <a:cubicBezTo>
                  <a:pt x="26" y="2"/>
                  <a:pt x="26" y="2"/>
                  <a:pt x="26" y="1"/>
                </a:cubicBezTo>
                <a:moveTo>
                  <a:pt x="25" y="1"/>
                </a:moveTo>
                <a:cubicBezTo>
                  <a:pt x="26" y="1"/>
                  <a:pt x="26" y="1"/>
                  <a:pt x="26" y="1"/>
                </a:cubicBezTo>
                <a:cubicBezTo>
                  <a:pt x="26" y="1"/>
                  <a:pt x="26" y="1"/>
                  <a:pt x="25" y="1"/>
                </a:cubicBezTo>
                <a:moveTo>
                  <a:pt x="25" y="1"/>
                </a:moveTo>
                <a:cubicBezTo>
                  <a:pt x="25" y="1"/>
                  <a:pt x="25" y="1"/>
                  <a:pt x="25" y="1"/>
                </a:cubicBezTo>
                <a:cubicBezTo>
                  <a:pt x="25" y="1"/>
                  <a:pt x="25" y="1"/>
                  <a:pt x="25" y="1"/>
                </a:cubicBezTo>
                <a:moveTo>
                  <a:pt x="25" y="0"/>
                </a:moveTo>
                <a:cubicBezTo>
                  <a:pt x="25" y="0"/>
                  <a:pt x="25" y="0"/>
                  <a:pt x="25" y="0"/>
                </a:cubicBezTo>
                <a:cubicBezTo>
                  <a:pt x="25" y="0"/>
                  <a:pt x="25" y="0"/>
                  <a:pt x="25"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6" name="Freeform 15">
            <a:extLst>
              <a:ext uri="{FF2B5EF4-FFF2-40B4-BE49-F238E27FC236}">
                <a16:creationId xmlns:a16="http://schemas.microsoft.com/office/drawing/2014/main" id="{AE5C0A2D-A335-AA7F-2481-55C61196C98B}"/>
              </a:ext>
            </a:extLst>
          </p:cNvPr>
          <p:cNvSpPr>
            <a:spLocks noEditPoints="1"/>
          </p:cNvSpPr>
          <p:nvPr/>
        </p:nvSpPr>
        <p:spPr bwMode="auto">
          <a:xfrm>
            <a:off x="10333308" y="2032218"/>
            <a:ext cx="346783" cy="320903"/>
          </a:xfrm>
          <a:custGeom>
            <a:avLst/>
            <a:gdLst>
              <a:gd name="T0" fmla="*/ 121 w 134"/>
              <a:gd name="T1" fmla="*/ 118 h 124"/>
              <a:gd name="T2" fmla="*/ 70 w 134"/>
              <a:gd name="T3" fmla="*/ 16 h 124"/>
              <a:gd name="T4" fmla="*/ 76 w 134"/>
              <a:gd name="T5" fmla="*/ 0 h 124"/>
              <a:gd name="T6" fmla="*/ 73 w 134"/>
              <a:gd name="T7" fmla="*/ 0 h 124"/>
              <a:gd name="T8" fmla="*/ 67 w 134"/>
              <a:gd name="T9" fmla="*/ 12 h 124"/>
              <a:gd name="T10" fmla="*/ 67 w 134"/>
              <a:gd name="T11" fmla="*/ 12 h 124"/>
              <a:gd name="T12" fmla="*/ 67 w 134"/>
              <a:gd name="T13" fmla="*/ 12 h 124"/>
              <a:gd name="T14" fmla="*/ 67 w 134"/>
              <a:gd name="T15" fmla="*/ 9 h 124"/>
              <a:gd name="T16" fmla="*/ 61 w 134"/>
              <a:gd name="T17" fmla="*/ 0 h 124"/>
              <a:gd name="T18" fmla="*/ 57 w 134"/>
              <a:gd name="T19" fmla="*/ 0 h 124"/>
              <a:gd name="T20" fmla="*/ 64 w 134"/>
              <a:gd name="T21" fmla="*/ 16 h 124"/>
              <a:gd name="T22" fmla="*/ 13 w 134"/>
              <a:gd name="T23" fmla="*/ 118 h 124"/>
              <a:gd name="T24" fmla="*/ 0 w 134"/>
              <a:gd name="T25" fmla="*/ 118 h 124"/>
              <a:gd name="T26" fmla="*/ 0 w 134"/>
              <a:gd name="T27" fmla="*/ 124 h 124"/>
              <a:gd name="T28" fmla="*/ 134 w 134"/>
              <a:gd name="T29" fmla="*/ 124 h 124"/>
              <a:gd name="T30" fmla="*/ 134 w 134"/>
              <a:gd name="T31" fmla="*/ 118 h 124"/>
              <a:gd name="T32" fmla="*/ 121 w 134"/>
              <a:gd name="T33" fmla="*/ 118 h 124"/>
              <a:gd name="T34" fmla="*/ 51 w 134"/>
              <a:gd name="T35" fmla="*/ 118 h 124"/>
              <a:gd name="T36" fmla="*/ 67 w 134"/>
              <a:gd name="T37" fmla="*/ 86 h 124"/>
              <a:gd name="T38" fmla="*/ 67 w 134"/>
              <a:gd name="T39" fmla="*/ 83 h 124"/>
              <a:gd name="T40" fmla="*/ 86 w 134"/>
              <a:gd name="T41" fmla="*/ 118 h 124"/>
              <a:gd name="T42" fmla="*/ 51 w 134"/>
              <a:gd name="T43" fmla="*/ 118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34" h="124">
                <a:moveTo>
                  <a:pt x="121" y="118"/>
                </a:moveTo>
                <a:lnTo>
                  <a:pt x="70" y="16"/>
                </a:lnTo>
                <a:lnTo>
                  <a:pt x="76" y="0"/>
                </a:lnTo>
                <a:lnTo>
                  <a:pt x="73" y="0"/>
                </a:lnTo>
                <a:lnTo>
                  <a:pt x="67" y="12"/>
                </a:lnTo>
                <a:lnTo>
                  <a:pt x="67" y="12"/>
                </a:lnTo>
                <a:lnTo>
                  <a:pt x="67" y="12"/>
                </a:lnTo>
                <a:lnTo>
                  <a:pt x="67" y="9"/>
                </a:lnTo>
                <a:lnTo>
                  <a:pt x="61" y="0"/>
                </a:lnTo>
                <a:lnTo>
                  <a:pt x="57" y="0"/>
                </a:lnTo>
                <a:lnTo>
                  <a:pt x="64" y="16"/>
                </a:lnTo>
                <a:lnTo>
                  <a:pt x="13" y="118"/>
                </a:lnTo>
                <a:lnTo>
                  <a:pt x="0" y="118"/>
                </a:lnTo>
                <a:lnTo>
                  <a:pt x="0" y="124"/>
                </a:lnTo>
                <a:lnTo>
                  <a:pt x="134" y="124"/>
                </a:lnTo>
                <a:lnTo>
                  <a:pt x="134" y="118"/>
                </a:lnTo>
                <a:lnTo>
                  <a:pt x="121" y="118"/>
                </a:lnTo>
                <a:close/>
                <a:moveTo>
                  <a:pt x="51" y="118"/>
                </a:moveTo>
                <a:lnTo>
                  <a:pt x="67" y="86"/>
                </a:lnTo>
                <a:lnTo>
                  <a:pt x="67" y="83"/>
                </a:lnTo>
                <a:lnTo>
                  <a:pt x="86" y="118"/>
                </a:lnTo>
                <a:lnTo>
                  <a:pt x="51" y="118"/>
                </a:ln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7" name="Freeform 16">
            <a:extLst>
              <a:ext uri="{FF2B5EF4-FFF2-40B4-BE49-F238E27FC236}">
                <a16:creationId xmlns:a16="http://schemas.microsoft.com/office/drawing/2014/main" id="{AC0DA509-F106-9233-6F16-FC872020A665}"/>
              </a:ext>
            </a:extLst>
          </p:cNvPr>
          <p:cNvSpPr>
            <a:spLocks noEditPoints="1"/>
          </p:cNvSpPr>
          <p:nvPr/>
        </p:nvSpPr>
        <p:spPr bwMode="auto">
          <a:xfrm>
            <a:off x="10152153" y="1832948"/>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4 h 86"/>
              <a:gd name="T30" fmla="*/ 9 w 86"/>
              <a:gd name="T31" fmla="*/ 69 h 86"/>
              <a:gd name="T32" fmla="*/ 82 w 86"/>
              <a:gd name="T33" fmla="*/ 57 h 86"/>
              <a:gd name="T34" fmla="*/ 81 w 86"/>
              <a:gd name="T35" fmla="*/ 64 h 86"/>
              <a:gd name="T36" fmla="*/ 2 w 86"/>
              <a:gd name="T37" fmla="*/ 56 h 86"/>
              <a:gd name="T38" fmla="*/ 6 w 86"/>
              <a:gd name="T39" fmla="*/ 63 h 86"/>
              <a:gd name="T40" fmla="*/ 2 w 86"/>
              <a:gd name="T41" fmla="*/ 56 h 86"/>
              <a:gd name="T42" fmla="*/ 85 w 86"/>
              <a:gd name="T43" fmla="*/ 43 h 86"/>
              <a:gd name="T44" fmla="*/ 86 w 86"/>
              <a:gd name="T45" fmla="*/ 51 h 86"/>
              <a:gd name="T46" fmla="*/ 0 w 86"/>
              <a:gd name="T47" fmla="*/ 43 h 86"/>
              <a:gd name="T48" fmla="*/ 1 w 86"/>
              <a:gd name="T49" fmla="*/ 42 h 86"/>
              <a:gd name="T50" fmla="*/ 2 w 86"/>
              <a:gd name="T51" fmla="*/ 49 h 86"/>
              <a:gd name="T52" fmla="*/ 0 w 86"/>
              <a:gd name="T53" fmla="*/ 43 h 86"/>
              <a:gd name="T54" fmla="*/ 84 w 86"/>
              <a:gd name="T55" fmla="*/ 31 h 86"/>
              <a:gd name="T56" fmla="*/ 84 w 86"/>
              <a:gd name="T57" fmla="*/ 39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7 w 86"/>
              <a:gd name="T75" fmla="*/ 9 h 86"/>
              <a:gd name="T76" fmla="*/ 74 w 86"/>
              <a:gd name="T77" fmla="*/ 13 h 86"/>
              <a:gd name="T78" fmla="*/ 67 w 86"/>
              <a:gd name="T79" fmla="*/ 9 h 86"/>
              <a:gd name="T80" fmla="*/ 21 w 86"/>
              <a:gd name="T81" fmla="*/ 7 h 86"/>
              <a:gd name="T82" fmla="*/ 16 w 86"/>
              <a:gd name="T83" fmla="*/ 12 h 86"/>
              <a:gd name="T84" fmla="*/ 55 w 86"/>
              <a:gd name="T85" fmla="*/ 4 h 86"/>
              <a:gd name="T86" fmla="*/ 62 w 86"/>
              <a:gd name="T87" fmla="*/ 5 h 86"/>
              <a:gd name="T88" fmla="*/ 55 w 86"/>
              <a:gd name="T89" fmla="*/ 4 h 86"/>
              <a:gd name="T90" fmla="*/ 34 w 86"/>
              <a:gd name="T91" fmla="*/ 1 h 86"/>
              <a:gd name="T92" fmla="*/ 28 w 86"/>
              <a:gd name="T93" fmla="*/ 5 h 86"/>
              <a:gd name="T94" fmla="*/ 43 w 86"/>
              <a:gd name="T95" fmla="*/ 2 h 86"/>
              <a:gd name="T96" fmla="*/ 41 w 86"/>
              <a:gd name="T97" fmla="*/ 1 h 86"/>
              <a:gd name="T98" fmla="*/ 48 w 86"/>
              <a:gd name="T99" fmla="*/ 1 h 86"/>
              <a:gd name="T100" fmla="*/ 43 w 86"/>
              <a:gd name="T101" fmla="*/ 2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4"/>
                  <a:pt x="32" y="84"/>
                  <a:pt x="32" y="84"/>
                </a:cubicBezTo>
                <a:cubicBezTo>
                  <a:pt x="35" y="84"/>
                  <a:pt x="37" y="85"/>
                  <a:pt x="39" y="85"/>
                </a:cubicBezTo>
                <a:cubicBezTo>
                  <a:pt x="39" y="86"/>
                  <a:pt x="39" y="86"/>
                  <a:pt x="39" y="86"/>
                </a:cubicBezTo>
                <a:cubicBezTo>
                  <a:pt x="37" y="86"/>
                  <a:pt x="34" y="86"/>
                  <a:pt x="32" y="85"/>
                </a:cubicBezTo>
                <a:close/>
                <a:moveTo>
                  <a:pt x="59" y="82"/>
                </a:moveTo>
                <a:cubicBezTo>
                  <a:pt x="62" y="81"/>
                  <a:pt x="64" y="80"/>
                  <a:pt x="66" y="78"/>
                </a:cubicBezTo>
                <a:cubicBezTo>
                  <a:pt x="66" y="80"/>
                  <a:pt x="66" y="80"/>
                  <a:pt x="66" y="80"/>
                </a:cubicBezTo>
                <a:cubicBezTo>
                  <a:pt x="64" y="81"/>
                  <a:pt x="62" y="82"/>
                  <a:pt x="60" y="83"/>
                </a:cubicBezTo>
                <a:lnTo>
                  <a:pt x="59" y="82"/>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4" y="71"/>
                  <a:pt x="76" y="69"/>
                </a:cubicBezTo>
                <a:cubicBezTo>
                  <a:pt x="77" y="70"/>
                  <a:pt x="77" y="70"/>
                  <a:pt x="77" y="70"/>
                </a:cubicBezTo>
                <a:cubicBezTo>
                  <a:pt x="75" y="72"/>
                  <a:pt x="74" y="74"/>
                  <a:pt x="72" y="75"/>
                </a:cubicBezTo>
                <a:lnTo>
                  <a:pt x="71" y="74"/>
                </a:lnTo>
                <a:close/>
                <a:moveTo>
                  <a:pt x="9" y="69"/>
                </a:moveTo>
                <a:cubicBezTo>
                  <a:pt x="10" y="68"/>
                  <a:pt x="10" y="68"/>
                  <a:pt x="10" y="68"/>
                </a:cubicBezTo>
                <a:cubicBezTo>
                  <a:pt x="11" y="70"/>
                  <a:pt x="13" y="72"/>
                  <a:pt x="14" y="74"/>
                </a:cubicBezTo>
                <a:cubicBezTo>
                  <a:pt x="13" y="75"/>
                  <a:pt x="13" y="75"/>
                  <a:pt x="13" y="75"/>
                </a:cubicBezTo>
                <a:cubicBezTo>
                  <a:pt x="12" y="73"/>
                  <a:pt x="10" y="71"/>
                  <a:pt x="9" y="69"/>
                </a:cubicBezTo>
                <a:close/>
                <a:moveTo>
                  <a:pt x="80" y="63"/>
                </a:moveTo>
                <a:cubicBezTo>
                  <a:pt x="81" y="61"/>
                  <a:pt x="82" y="59"/>
                  <a:pt x="82" y="57"/>
                </a:cubicBezTo>
                <a:cubicBezTo>
                  <a:pt x="84" y="57"/>
                  <a:pt x="84" y="57"/>
                  <a:pt x="84" y="57"/>
                </a:cubicBezTo>
                <a:cubicBezTo>
                  <a:pt x="83" y="60"/>
                  <a:pt x="82" y="62"/>
                  <a:pt x="81" y="64"/>
                </a:cubicBezTo>
                <a:lnTo>
                  <a:pt x="80" y="63"/>
                </a:lnTo>
                <a:close/>
                <a:moveTo>
                  <a:pt x="2" y="56"/>
                </a:moveTo>
                <a:cubicBezTo>
                  <a:pt x="3" y="56"/>
                  <a:pt x="3" y="56"/>
                  <a:pt x="3" y="56"/>
                </a:cubicBezTo>
                <a:cubicBezTo>
                  <a:pt x="4" y="58"/>
                  <a:pt x="5" y="61"/>
                  <a:pt x="6" y="63"/>
                </a:cubicBezTo>
                <a:cubicBezTo>
                  <a:pt x="5" y="63"/>
                  <a:pt x="5" y="63"/>
                  <a:pt x="5" y="63"/>
                </a:cubicBezTo>
                <a:cubicBezTo>
                  <a:pt x="4" y="61"/>
                  <a:pt x="3" y="59"/>
                  <a:pt x="2" y="56"/>
                </a:cubicBezTo>
                <a:close/>
                <a:moveTo>
                  <a:pt x="84" y="50"/>
                </a:moveTo>
                <a:cubicBezTo>
                  <a:pt x="84" y="48"/>
                  <a:pt x="85" y="46"/>
                  <a:pt x="85" y="43"/>
                </a:cubicBezTo>
                <a:cubicBezTo>
                  <a:pt x="86" y="43"/>
                  <a:pt x="86" y="43"/>
                  <a:pt x="86" y="43"/>
                </a:cubicBezTo>
                <a:cubicBezTo>
                  <a:pt x="86" y="46"/>
                  <a:pt x="86" y="48"/>
                  <a:pt x="86" y="51"/>
                </a:cubicBezTo>
                <a:lnTo>
                  <a:pt x="84" y="50"/>
                </a:lnTo>
                <a:close/>
                <a:moveTo>
                  <a:pt x="0" y="43"/>
                </a:moveTo>
                <a:cubicBezTo>
                  <a:pt x="0" y="42"/>
                  <a:pt x="0" y="42"/>
                  <a:pt x="0" y="42"/>
                </a:cubicBezTo>
                <a:cubicBezTo>
                  <a:pt x="1" y="42"/>
                  <a:pt x="1" y="42"/>
                  <a:pt x="1" y="42"/>
                </a:cubicBezTo>
                <a:cubicBezTo>
                  <a:pt x="1" y="43"/>
                  <a:pt x="1" y="43"/>
                  <a:pt x="1" y="43"/>
                </a:cubicBezTo>
                <a:cubicBezTo>
                  <a:pt x="1" y="45"/>
                  <a:pt x="2" y="47"/>
                  <a:pt x="2" y="49"/>
                </a:cubicBezTo>
                <a:cubicBezTo>
                  <a:pt x="1" y="50"/>
                  <a:pt x="1" y="50"/>
                  <a:pt x="1" y="50"/>
                </a:cubicBezTo>
                <a:cubicBezTo>
                  <a:pt x="0" y="47"/>
                  <a:pt x="0" y="45"/>
                  <a:pt x="0" y="43"/>
                </a:cubicBezTo>
                <a:close/>
                <a:moveTo>
                  <a:pt x="83" y="32"/>
                </a:moveTo>
                <a:cubicBezTo>
                  <a:pt x="84" y="31"/>
                  <a:pt x="84" y="31"/>
                  <a:pt x="84" y="31"/>
                </a:cubicBezTo>
                <a:cubicBezTo>
                  <a:pt x="85" y="34"/>
                  <a:pt x="86" y="36"/>
                  <a:pt x="86" y="38"/>
                </a:cubicBezTo>
                <a:cubicBezTo>
                  <a:pt x="84" y="39"/>
                  <a:pt x="84" y="39"/>
                  <a:pt x="84" y="39"/>
                </a:cubicBezTo>
                <a:cubicBezTo>
                  <a:pt x="84" y="36"/>
                  <a:pt x="84" y="34"/>
                  <a:pt x="83" y="32"/>
                </a:cubicBezTo>
                <a:close/>
                <a:moveTo>
                  <a:pt x="1" y="35"/>
                </a:moveTo>
                <a:cubicBezTo>
                  <a:pt x="1" y="33"/>
                  <a:pt x="2" y="31"/>
                  <a:pt x="3" y="28"/>
                </a:cubicBezTo>
                <a:cubicBezTo>
                  <a:pt x="4" y="29"/>
                  <a:pt x="4" y="29"/>
                  <a:pt x="4" y="29"/>
                </a:cubicBezTo>
                <a:cubicBezTo>
                  <a:pt x="3" y="31"/>
                  <a:pt x="3" y="33"/>
                  <a:pt x="2" y="36"/>
                </a:cubicBezTo>
                <a:lnTo>
                  <a:pt x="1" y="35"/>
                </a:lnTo>
                <a:close/>
                <a:moveTo>
                  <a:pt x="77" y="19"/>
                </a:moveTo>
                <a:cubicBezTo>
                  <a:pt x="78" y="18"/>
                  <a:pt x="78" y="18"/>
                  <a:pt x="78" y="18"/>
                </a:cubicBezTo>
                <a:cubicBezTo>
                  <a:pt x="80" y="20"/>
                  <a:pt x="81" y="23"/>
                  <a:pt x="82" y="25"/>
                </a:cubicBezTo>
                <a:cubicBezTo>
                  <a:pt x="81" y="25"/>
                  <a:pt x="81" y="25"/>
                  <a:pt x="81" y="25"/>
                </a:cubicBezTo>
                <a:cubicBezTo>
                  <a:pt x="80" y="23"/>
                  <a:pt x="78" y="21"/>
                  <a:pt x="77" y="19"/>
                </a:cubicBezTo>
                <a:close/>
                <a:moveTo>
                  <a:pt x="6" y="22"/>
                </a:moveTo>
                <a:cubicBezTo>
                  <a:pt x="7" y="20"/>
                  <a:pt x="8" y="18"/>
                  <a:pt x="10" y="16"/>
                </a:cubicBezTo>
                <a:cubicBezTo>
                  <a:pt x="11" y="17"/>
                  <a:pt x="11" y="17"/>
                  <a:pt x="11" y="17"/>
                </a:cubicBezTo>
                <a:cubicBezTo>
                  <a:pt x="10" y="19"/>
                  <a:pt x="8" y="21"/>
                  <a:pt x="7" y="23"/>
                </a:cubicBezTo>
                <a:lnTo>
                  <a:pt x="6" y="22"/>
                </a:lnTo>
                <a:close/>
                <a:moveTo>
                  <a:pt x="67" y="9"/>
                </a:moveTo>
                <a:cubicBezTo>
                  <a:pt x="67" y="9"/>
                  <a:pt x="67" y="9"/>
                  <a:pt x="67" y="9"/>
                </a:cubicBezTo>
                <a:cubicBezTo>
                  <a:pt x="68" y="8"/>
                  <a:pt x="68" y="8"/>
                  <a:pt x="68" y="8"/>
                </a:cubicBezTo>
                <a:cubicBezTo>
                  <a:pt x="70" y="10"/>
                  <a:pt x="72" y="11"/>
                  <a:pt x="74" y="13"/>
                </a:cubicBezTo>
                <a:cubicBezTo>
                  <a:pt x="72" y="14"/>
                  <a:pt x="72" y="14"/>
                  <a:pt x="72" y="14"/>
                </a:cubicBezTo>
                <a:cubicBezTo>
                  <a:pt x="71" y="12"/>
                  <a:pt x="69" y="11"/>
                  <a:pt x="67" y="9"/>
                </a:cubicBezTo>
                <a:close/>
                <a:moveTo>
                  <a:pt x="15" y="11"/>
                </a:moveTo>
                <a:cubicBezTo>
                  <a:pt x="17" y="9"/>
                  <a:pt x="19" y="8"/>
                  <a:pt x="21" y="7"/>
                </a:cubicBezTo>
                <a:cubicBezTo>
                  <a:pt x="21" y="8"/>
                  <a:pt x="21" y="8"/>
                  <a:pt x="21" y="8"/>
                </a:cubicBezTo>
                <a:cubicBezTo>
                  <a:pt x="19" y="9"/>
                  <a:pt x="18" y="10"/>
                  <a:pt x="16" y="12"/>
                </a:cubicBezTo>
                <a:lnTo>
                  <a:pt x="15" y="11"/>
                </a:lnTo>
                <a:close/>
                <a:moveTo>
                  <a:pt x="55" y="4"/>
                </a:moveTo>
                <a:cubicBezTo>
                  <a:pt x="55" y="2"/>
                  <a:pt x="55" y="2"/>
                  <a:pt x="55" y="2"/>
                </a:cubicBezTo>
                <a:cubicBezTo>
                  <a:pt x="58" y="3"/>
                  <a:pt x="60" y="4"/>
                  <a:pt x="62" y="5"/>
                </a:cubicBezTo>
                <a:cubicBezTo>
                  <a:pt x="61" y="6"/>
                  <a:pt x="61" y="6"/>
                  <a:pt x="61" y="6"/>
                </a:cubicBezTo>
                <a:cubicBezTo>
                  <a:pt x="59" y="5"/>
                  <a:pt x="57" y="4"/>
                  <a:pt x="55" y="4"/>
                </a:cubicBezTo>
                <a:close/>
                <a:moveTo>
                  <a:pt x="27" y="4"/>
                </a:moveTo>
                <a:cubicBezTo>
                  <a:pt x="29" y="3"/>
                  <a:pt x="32" y="2"/>
                  <a:pt x="34" y="1"/>
                </a:cubicBezTo>
                <a:cubicBezTo>
                  <a:pt x="34" y="3"/>
                  <a:pt x="34" y="3"/>
                  <a:pt x="34" y="3"/>
                </a:cubicBezTo>
                <a:cubicBezTo>
                  <a:pt x="32" y="3"/>
                  <a:pt x="30" y="4"/>
                  <a:pt x="28" y="5"/>
                </a:cubicBezTo>
                <a:lnTo>
                  <a:pt x="27" y="4"/>
                </a:lnTo>
                <a:close/>
                <a:moveTo>
                  <a:pt x="43" y="2"/>
                </a:moveTo>
                <a:cubicBezTo>
                  <a:pt x="42" y="2"/>
                  <a:pt x="42" y="2"/>
                  <a:pt x="41" y="2"/>
                </a:cubicBezTo>
                <a:cubicBezTo>
                  <a:pt x="41" y="1"/>
                  <a:pt x="41" y="1"/>
                  <a:pt x="41" y="1"/>
                </a:cubicBezTo>
                <a:cubicBezTo>
                  <a:pt x="42" y="1"/>
                  <a:pt x="42" y="0"/>
                  <a:pt x="43" y="0"/>
                </a:cubicBezTo>
                <a:cubicBezTo>
                  <a:pt x="45" y="0"/>
                  <a:pt x="46" y="1"/>
                  <a:pt x="48" y="1"/>
                </a:cubicBezTo>
                <a:cubicBezTo>
                  <a:pt x="48" y="2"/>
                  <a:pt x="48" y="2"/>
                  <a:pt x="48" y="2"/>
                </a:cubicBezTo>
                <a:cubicBezTo>
                  <a:pt x="46" y="2"/>
                  <a:pt x="45" y="2"/>
                  <a:pt x="43" y="2"/>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8" name="Oval 22">
            <a:extLst>
              <a:ext uri="{FF2B5EF4-FFF2-40B4-BE49-F238E27FC236}">
                <a16:creationId xmlns:a16="http://schemas.microsoft.com/office/drawing/2014/main" id="{D6E2315D-B995-E732-4324-6FB19BE9A220}"/>
              </a:ext>
            </a:extLst>
          </p:cNvPr>
          <p:cNvSpPr>
            <a:spLocks noChangeArrowheads="1"/>
          </p:cNvSpPr>
          <p:nvPr/>
        </p:nvSpPr>
        <p:spPr bwMode="auto">
          <a:xfrm>
            <a:off x="10185797" y="4925525"/>
            <a:ext cx="652159" cy="652158"/>
          </a:xfrm>
          <a:prstGeom prst="ellipse">
            <a:avLst/>
          </a:prstGeom>
          <a:solidFill>
            <a:schemeClr val="accent5"/>
          </a:solidFill>
          <a:ln>
            <a:noFill/>
          </a:ln>
        </p:spPr>
        <p:txBody>
          <a:bodyPr/>
          <a:lstStyle/>
          <a:p>
            <a:endParaRPr lang="zh-CN" altLang="en-US" sz="2135">
              <a:cs typeface="+mn-ea"/>
              <a:sym typeface="+mn-lt"/>
            </a:endParaRPr>
          </a:p>
        </p:txBody>
      </p:sp>
      <p:sp>
        <p:nvSpPr>
          <p:cNvPr id="19" name="Freeform 23">
            <a:extLst>
              <a:ext uri="{FF2B5EF4-FFF2-40B4-BE49-F238E27FC236}">
                <a16:creationId xmlns:a16="http://schemas.microsoft.com/office/drawing/2014/main" id="{A68826B0-294C-C496-67DB-329C2DC9DB36}"/>
              </a:ext>
            </a:extLst>
          </p:cNvPr>
          <p:cNvSpPr>
            <a:spLocks noEditPoints="1"/>
          </p:cNvSpPr>
          <p:nvPr/>
        </p:nvSpPr>
        <p:spPr bwMode="auto">
          <a:xfrm>
            <a:off x="10514463" y="4925525"/>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20" name="组合 19">
            <a:extLst>
              <a:ext uri="{FF2B5EF4-FFF2-40B4-BE49-F238E27FC236}">
                <a16:creationId xmlns:a16="http://schemas.microsoft.com/office/drawing/2014/main" id="{6A67998E-ED80-2B28-8BDA-E297E8402244}"/>
              </a:ext>
            </a:extLst>
          </p:cNvPr>
          <p:cNvGrpSpPr/>
          <p:nvPr/>
        </p:nvGrpSpPr>
        <p:grpSpPr>
          <a:xfrm>
            <a:off x="10333309" y="5018690"/>
            <a:ext cx="346783" cy="476180"/>
            <a:chOff x="10231709" y="4917090"/>
            <a:chExt cx="346783" cy="476180"/>
          </a:xfrm>
        </p:grpSpPr>
        <p:sp>
          <p:nvSpPr>
            <p:cNvPr id="21" name="Freeform 25">
              <a:extLst>
                <a:ext uri="{FF2B5EF4-FFF2-40B4-BE49-F238E27FC236}">
                  <a16:creationId xmlns:a16="http://schemas.microsoft.com/office/drawing/2014/main" id="{245FB2D7-7E32-7A93-402D-0EFA36A934A4}"/>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2" name="Freeform 26">
              <a:extLst>
                <a:ext uri="{FF2B5EF4-FFF2-40B4-BE49-F238E27FC236}">
                  <a16:creationId xmlns:a16="http://schemas.microsoft.com/office/drawing/2014/main" id="{111618D3-8C4C-6BE8-4B05-7E0DC99A749C}"/>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3" name="Freeform 27">
              <a:extLst>
                <a:ext uri="{FF2B5EF4-FFF2-40B4-BE49-F238E27FC236}">
                  <a16:creationId xmlns:a16="http://schemas.microsoft.com/office/drawing/2014/main" id="{71D62721-2E54-9414-9B5E-210BDA9BBF8B}"/>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4" name="Freeform 28">
              <a:extLst>
                <a:ext uri="{FF2B5EF4-FFF2-40B4-BE49-F238E27FC236}">
                  <a16:creationId xmlns:a16="http://schemas.microsoft.com/office/drawing/2014/main" id="{F59103ED-45DC-6E20-1F30-49464641EB85}"/>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5" name="Freeform 29">
              <a:extLst>
                <a:ext uri="{FF2B5EF4-FFF2-40B4-BE49-F238E27FC236}">
                  <a16:creationId xmlns:a16="http://schemas.microsoft.com/office/drawing/2014/main" id="{264FF5B7-127E-F087-57DB-DB6C6F94CC01}"/>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6" name="Freeform 30">
              <a:extLst>
                <a:ext uri="{FF2B5EF4-FFF2-40B4-BE49-F238E27FC236}">
                  <a16:creationId xmlns:a16="http://schemas.microsoft.com/office/drawing/2014/main" id="{CCE37E75-1D95-C7E7-15C5-3FBD2C5493E2}"/>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7" name="Freeform 31">
              <a:extLst>
                <a:ext uri="{FF2B5EF4-FFF2-40B4-BE49-F238E27FC236}">
                  <a16:creationId xmlns:a16="http://schemas.microsoft.com/office/drawing/2014/main" id="{5A7E5110-57FA-D5D1-7A56-495D6E54D0F7}"/>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8" name="Freeform 32">
              <a:extLst>
                <a:ext uri="{FF2B5EF4-FFF2-40B4-BE49-F238E27FC236}">
                  <a16:creationId xmlns:a16="http://schemas.microsoft.com/office/drawing/2014/main" id="{53027B8E-BC45-D510-FEC5-B75704145357}"/>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9" name="Freeform 33">
              <a:extLst>
                <a:ext uri="{FF2B5EF4-FFF2-40B4-BE49-F238E27FC236}">
                  <a16:creationId xmlns:a16="http://schemas.microsoft.com/office/drawing/2014/main" id="{FFD41422-C689-D02E-5339-D1FB2350B36E}"/>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0" name="Freeform 34">
              <a:extLst>
                <a:ext uri="{FF2B5EF4-FFF2-40B4-BE49-F238E27FC236}">
                  <a16:creationId xmlns:a16="http://schemas.microsoft.com/office/drawing/2014/main" id="{3AA0A108-2CB6-04DA-2D0E-6855603C4B46}"/>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1" name="Freeform 35">
              <a:extLst>
                <a:ext uri="{FF2B5EF4-FFF2-40B4-BE49-F238E27FC236}">
                  <a16:creationId xmlns:a16="http://schemas.microsoft.com/office/drawing/2014/main" id="{03F60C13-AD75-3B73-D4D0-D4999313DFD4}"/>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2" name="Freeform 36">
              <a:extLst>
                <a:ext uri="{FF2B5EF4-FFF2-40B4-BE49-F238E27FC236}">
                  <a16:creationId xmlns:a16="http://schemas.microsoft.com/office/drawing/2014/main" id="{F01CE081-5CD5-92C4-D2E6-5D7D80ED2B5F}"/>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33" name="Freeform 37">
            <a:extLst>
              <a:ext uri="{FF2B5EF4-FFF2-40B4-BE49-F238E27FC236}">
                <a16:creationId xmlns:a16="http://schemas.microsoft.com/office/drawing/2014/main" id="{64378558-D950-9913-DC27-C741591DC235}"/>
              </a:ext>
            </a:extLst>
          </p:cNvPr>
          <p:cNvSpPr>
            <a:spLocks noEditPoints="1"/>
          </p:cNvSpPr>
          <p:nvPr/>
        </p:nvSpPr>
        <p:spPr bwMode="auto">
          <a:xfrm>
            <a:off x="10152154" y="4894470"/>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4" name="Oval 48">
            <a:extLst>
              <a:ext uri="{FF2B5EF4-FFF2-40B4-BE49-F238E27FC236}">
                <a16:creationId xmlns:a16="http://schemas.microsoft.com/office/drawing/2014/main" id="{00B09C78-A89A-76FE-55C8-168C6687245D}"/>
              </a:ext>
            </a:extLst>
          </p:cNvPr>
          <p:cNvSpPr>
            <a:spLocks noChangeArrowheads="1"/>
          </p:cNvSpPr>
          <p:nvPr/>
        </p:nvSpPr>
        <p:spPr bwMode="auto">
          <a:xfrm>
            <a:off x="10185797" y="3401234"/>
            <a:ext cx="652159" cy="652158"/>
          </a:xfrm>
          <a:prstGeom prst="ellipse">
            <a:avLst/>
          </a:prstGeom>
          <a:solidFill>
            <a:schemeClr val="accent2"/>
          </a:solidFill>
          <a:ln>
            <a:noFill/>
          </a:ln>
        </p:spPr>
        <p:txBody>
          <a:bodyPr/>
          <a:lstStyle/>
          <a:p>
            <a:endParaRPr lang="zh-CN" altLang="en-US" sz="2135">
              <a:cs typeface="+mn-ea"/>
              <a:sym typeface="+mn-lt"/>
            </a:endParaRPr>
          </a:p>
        </p:txBody>
      </p:sp>
      <p:sp>
        <p:nvSpPr>
          <p:cNvPr id="35" name="Freeform 49">
            <a:extLst>
              <a:ext uri="{FF2B5EF4-FFF2-40B4-BE49-F238E27FC236}">
                <a16:creationId xmlns:a16="http://schemas.microsoft.com/office/drawing/2014/main" id="{E9DCB71A-48A9-8827-D3F7-081BDD6497AA}"/>
              </a:ext>
            </a:extLst>
          </p:cNvPr>
          <p:cNvSpPr/>
          <p:nvPr/>
        </p:nvSpPr>
        <p:spPr bwMode="auto">
          <a:xfrm>
            <a:off x="10514463" y="4027513"/>
            <a:ext cx="116457" cy="25879"/>
          </a:xfrm>
          <a:custGeom>
            <a:avLst/>
            <a:gdLst>
              <a:gd name="T0" fmla="*/ 14 w 14"/>
              <a:gd name="T1" fmla="*/ 0 h 3"/>
              <a:gd name="T2" fmla="*/ 0 w 14"/>
              <a:gd name="T3" fmla="*/ 3 h 3"/>
              <a:gd name="T4" fmla="*/ 0 w 14"/>
              <a:gd name="T5" fmla="*/ 3 h 3"/>
              <a:gd name="T6" fmla="*/ 14 w 14"/>
              <a:gd name="T7" fmla="*/ 0 h 3"/>
            </a:gdLst>
            <a:ahLst/>
            <a:cxnLst>
              <a:cxn ang="0">
                <a:pos x="T0" y="T1"/>
              </a:cxn>
              <a:cxn ang="0">
                <a:pos x="T2" y="T3"/>
              </a:cxn>
              <a:cxn ang="0">
                <a:pos x="T4" y="T5"/>
              </a:cxn>
              <a:cxn ang="0">
                <a:pos x="T6" y="T7"/>
              </a:cxn>
            </a:cxnLst>
            <a:rect l="0" t="0" r="r" b="b"/>
            <a:pathLst>
              <a:path w="14" h="3">
                <a:moveTo>
                  <a:pt x="14" y="0"/>
                </a:moveTo>
                <a:cubicBezTo>
                  <a:pt x="10" y="2"/>
                  <a:pt x="5" y="3"/>
                  <a:pt x="0" y="3"/>
                </a:cubicBezTo>
                <a:cubicBezTo>
                  <a:pt x="0" y="3"/>
                  <a:pt x="0" y="3"/>
                  <a:pt x="0" y="3"/>
                </a:cubicBezTo>
                <a:cubicBezTo>
                  <a:pt x="5" y="3"/>
                  <a:pt x="9" y="2"/>
                  <a:pt x="14"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6" name="Freeform 51">
            <a:extLst>
              <a:ext uri="{FF2B5EF4-FFF2-40B4-BE49-F238E27FC236}">
                <a16:creationId xmlns:a16="http://schemas.microsoft.com/office/drawing/2014/main" id="{EEF36E94-DC39-0F53-0EF6-380DFCB03507}"/>
              </a:ext>
            </a:extLst>
          </p:cNvPr>
          <p:cNvSpPr/>
          <p:nvPr/>
        </p:nvSpPr>
        <p:spPr bwMode="auto">
          <a:xfrm>
            <a:off x="10284138" y="3499575"/>
            <a:ext cx="452888" cy="452888"/>
          </a:xfrm>
          <a:custGeom>
            <a:avLst/>
            <a:gdLst>
              <a:gd name="T0" fmla="*/ 48 w 55"/>
              <a:gd name="T1" fmla="*/ 26 h 55"/>
              <a:gd name="T2" fmla="*/ 48 w 55"/>
              <a:gd name="T3" fmla="*/ 23 h 55"/>
              <a:gd name="T4" fmla="*/ 44 w 55"/>
              <a:gd name="T5" fmla="*/ 23 h 55"/>
              <a:gd name="T6" fmla="*/ 44 w 55"/>
              <a:gd name="T7" fmla="*/ 24 h 55"/>
              <a:gd name="T8" fmla="*/ 40 w 55"/>
              <a:gd name="T9" fmla="*/ 22 h 55"/>
              <a:gd name="T10" fmla="*/ 40 w 55"/>
              <a:gd name="T11" fmla="*/ 19 h 55"/>
              <a:gd name="T12" fmla="*/ 36 w 55"/>
              <a:gd name="T13" fmla="*/ 19 h 55"/>
              <a:gd name="T14" fmla="*/ 36 w 55"/>
              <a:gd name="T15" fmla="*/ 20 h 55"/>
              <a:gd name="T16" fmla="*/ 30 w 55"/>
              <a:gd name="T17" fmla="*/ 17 h 55"/>
              <a:gd name="T18" fmla="*/ 30 w 55"/>
              <a:gd name="T19" fmla="*/ 6 h 55"/>
              <a:gd name="T20" fmla="*/ 27 w 55"/>
              <a:gd name="T21" fmla="*/ 0 h 55"/>
              <a:gd name="T22" fmla="*/ 27 w 55"/>
              <a:gd name="T23" fmla="*/ 0 h 55"/>
              <a:gd name="T24" fmla="*/ 27 w 55"/>
              <a:gd name="T25" fmla="*/ 0 h 55"/>
              <a:gd name="T26" fmla="*/ 24 w 55"/>
              <a:gd name="T27" fmla="*/ 6 h 55"/>
              <a:gd name="T28" fmla="*/ 24 w 55"/>
              <a:gd name="T29" fmla="*/ 17 h 55"/>
              <a:gd name="T30" fmla="*/ 18 w 55"/>
              <a:gd name="T31" fmla="*/ 20 h 55"/>
              <a:gd name="T32" fmla="*/ 18 w 55"/>
              <a:gd name="T33" fmla="*/ 19 h 55"/>
              <a:gd name="T34" fmla="*/ 15 w 55"/>
              <a:gd name="T35" fmla="*/ 19 h 55"/>
              <a:gd name="T36" fmla="*/ 15 w 55"/>
              <a:gd name="T37" fmla="*/ 22 h 55"/>
              <a:gd name="T38" fmla="*/ 10 w 55"/>
              <a:gd name="T39" fmla="*/ 24 h 55"/>
              <a:gd name="T40" fmla="*/ 10 w 55"/>
              <a:gd name="T41" fmla="*/ 23 h 55"/>
              <a:gd name="T42" fmla="*/ 6 w 55"/>
              <a:gd name="T43" fmla="*/ 23 h 55"/>
              <a:gd name="T44" fmla="*/ 6 w 55"/>
              <a:gd name="T45" fmla="*/ 26 h 55"/>
              <a:gd name="T46" fmla="*/ 0 w 55"/>
              <a:gd name="T47" fmla="*/ 30 h 55"/>
              <a:gd name="T48" fmla="*/ 0 w 55"/>
              <a:gd name="T49" fmla="*/ 33 h 55"/>
              <a:gd name="T50" fmla="*/ 16 w 55"/>
              <a:gd name="T51" fmla="*/ 28 h 55"/>
              <a:gd name="T52" fmla="*/ 24 w 55"/>
              <a:gd name="T53" fmla="*/ 28 h 55"/>
              <a:gd name="T54" fmla="*/ 24 w 55"/>
              <a:gd name="T55" fmla="*/ 30 h 55"/>
              <a:gd name="T56" fmla="*/ 26 w 55"/>
              <a:gd name="T57" fmla="*/ 45 h 55"/>
              <a:gd name="T58" fmla="*/ 17 w 55"/>
              <a:gd name="T59" fmla="*/ 51 h 55"/>
              <a:gd name="T60" fmla="*/ 17 w 55"/>
              <a:gd name="T61" fmla="*/ 54 h 55"/>
              <a:gd name="T62" fmla="*/ 27 w 55"/>
              <a:gd name="T63" fmla="*/ 50 h 55"/>
              <a:gd name="T64" fmla="*/ 27 w 55"/>
              <a:gd name="T65" fmla="*/ 55 h 55"/>
              <a:gd name="T66" fmla="*/ 28 w 55"/>
              <a:gd name="T67" fmla="*/ 55 h 55"/>
              <a:gd name="T68" fmla="*/ 28 w 55"/>
              <a:gd name="T69" fmla="*/ 50 h 55"/>
              <a:gd name="T70" fmla="*/ 37 w 55"/>
              <a:gd name="T71" fmla="*/ 53 h 55"/>
              <a:gd name="T72" fmla="*/ 37 w 55"/>
              <a:gd name="T73" fmla="*/ 51 h 55"/>
              <a:gd name="T74" fmla="*/ 29 w 55"/>
              <a:gd name="T75" fmla="*/ 45 h 55"/>
              <a:gd name="T76" fmla="*/ 30 w 55"/>
              <a:gd name="T77" fmla="*/ 30 h 55"/>
              <a:gd name="T78" fmla="*/ 30 w 55"/>
              <a:gd name="T79" fmla="*/ 28 h 55"/>
              <a:gd name="T80" fmla="*/ 38 w 55"/>
              <a:gd name="T81" fmla="*/ 28 h 55"/>
              <a:gd name="T82" fmla="*/ 55 w 55"/>
              <a:gd name="T83" fmla="*/ 33 h 55"/>
              <a:gd name="T84" fmla="*/ 55 w 55"/>
              <a:gd name="T85" fmla="*/ 30 h 55"/>
              <a:gd name="T86" fmla="*/ 48 w 55"/>
              <a:gd name="T87" fmla="*/ 26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5" h="55">
                <a:moveTo>
                  <a:pt x="48" y="26"/>
                </a:moveTo>
                <a:cubicBezTo>
                  <a:pt x="48" y="23"/>
                  <a:pt x="48" y="23"/>
                  <a:pt x="48" y="23"/>
                </a:cubicBezTo>
                <a:cubicBezTo>
                  <a:pt x="44" y="23"/>
                  <a:pt x="44" y="23"/>
                  <a:pt x="44" y="23"/>
                </a:cubicBezTo>
                <a:cubicBezTo>
                  <a:pt x="44" y="24"/>
                  <a:pt x="44" y="24"/>
                  <a:pt x="44" y="24"/>
                </a:cubicBezTo>
                <a:cubicBezTo>
                  <a:pt x="40" y="22"/>
                  <a:pt x="40" y="22"/>
                  <a:pt x="40" y="22"/>
                </a:cubicBezTo>
                <a:cubicBezTo>
                  <a:pt x="40" y="19"/>
                  <a:pt x="40" y="19"/>
                  <a:pt x="40" y="19"/>
                </a:cubicBezTo>
                <a:cubicBezTo>
                  <a:pt x="36" y="19"/>
                  <a:pt x="36" y="19"/>
                  <a:pt x="36" y="19"/>
                </a:cubicBezTo>
                <a:cubicBezTo>
                  <a:pt x="36" y="20"/>
                  <a:pt x="36" y="20"/>
                  <a:pt x="36" y="20"/>
                </a:cubicBezTo>
                <a:cubicBezTo>
                  <a:pt x="30" y="17"/>
                  <a:pt x="30" y="17"/>
                  <a:pt x="30" y="17"/>
                </a:cubicBezTo>
                <a:cubicBezTo>
                  <a:pt x="30" y="6"/>
                  <a:pt x="30" y="6"/>
                  <a:pt x="30" y="6"/>
                </a:cubicBezTo>
                <a:cubicBezTo>
                  <a:pt x="30" y="1"/>
                  <a:pt x="28" y="0"/>
                  <a:pt x="27" y="0"/>
                </a:cubicBezTo>
                <a:cubicBezTo>
                  <a:pt x="27" y="0"/>
                  <a:pt x="27" y="0"/>
                  <a:pt x="27" y="0"/>
                </a:cubicBezTo>
                <a:cubicBezTo>
                  <a:pt x="27" y="0"/>
                  <a:pt x="27" y="0"/>
                  <a:pt x="27" y="0"/>
                </a:cubicBezTo>
                <a:cubicBezTo>
                  <a:pt x="26" y="0"/>
                  <a:pt x="24" y="1"/>
                  <a:pt x="24" y="6"/>
                </a:cubicBezTo>
                <a:cubicBezTo>
                  <a:pt x="24" y="17"/>
                  <a:pt x="24" y="17"/>
                  <a:pt x="24" y="17"/>
                </a:cubicBezTo>
                <a:cubicBezTo>
                  <a:pt x="18" y="20"/>
                  <a:pt x="18" y="20"/>
                  <a:pt x="18" y="20"/>
                </a:cubicBezTo>
                <a:cubicBezTo>
                  <a:pt x="18" y="19"/>
                  <a:pt x="18" y="19"/>
                  <a:pt x="18" y="19"/>
                </a:cubicBezTo>
                <a:cubicBezTo>
                  <a:pt x="15" y="19"/>
                  <a:pt x="15" y="19"/>
                  <a:pt x="15" y="19"/>
                </a:cubicBezTo>
                <a:cubicBezTo>
                  <a:pt x="15" y="22"/>
                  <a:pt x="15" y="22"/>
                  <a:pt x="15" y="22"/>
                </a:cubicBezTo>
                <a:cubicBezTo>
                  <a:pt x="10" y="24"/>
                  <a:pt x="10" y="24"/>
                  <a:pt x="10" y="24"/>
                </a:cubicBezTo>
                <a:cubicBezTo>
                  <a:pt x="10" y="23"/>
                  <a:pt x="10" y="23"/>
                  <a:pt x="10" y="23"/>
                </a:cubicBezTo>
                <a:cubicBezTo>
                  <a:pt x="6" y="23"/>
                  <a:pt x="6" y="23"/>
                  <a:pt x="6" y="23"/>
                </a:cubicBezTo>
                <a:cubicBezTo>
                  <a:pt x="6" y="26"/>
                  <a:pt x="6" y="26"/>
                  <a:pt x="6" y="26"/>
                </a:cubicBezTo>
                <a:cubicBezTo>
                  <a:pt x="0" y="30"/>
                  <a:pt x="0" y="30"/>
                  <a:pt x="0" y="30"/>
                </a:cubicBezTo>
                <a:cubicBezTo>
                  <a:pt x="0" y="33"/>
                  <a:pt x="0" y="33"/>
                  <a:pt x="0" y="33"/>
                </a:cubicBezTo>
                <a:cubicBezTo>
                  <a:pt x="16" y="28"/>
                  <a:pt x="16" y="28"/>
                  <a:pt x="16" y="28"/>
                </a:cubicBezTo>
                <a:cubicBezTo>
                  <a:pt x="24" y="28"/>
                  <a:pt x="24" y="28"/>
                  <a:pt x="24" y="28"/>
                </a:cubicBezTo>
                <a:cubicBezTo>
                  <a:pt x="24" y="29"/>
                  <a:pt x="24" y="30"/>
                  <a:pt x="24" y="30"/>
                </a:cubicBezTo>
                <a:cubicBezTo>
                  <a:pt x="26" y="45"/>
                  <a:pt x="26" y="45"/>
                  <a:pt x="26" y="45"/>
                </a:cubicBezTo>
                <a:cubicBezTo>
                  <a:pt x="17" y="51"/>
                  <a:pt x="17" y="51"/>
                  <a:pt x="17" y="51"/>
                </a:cubicBezTo>
                <a:cubicBezTo>
                  <a:pt x="17" y="54"/>
                  <a:pt x="17" y="54"/>
                  <a:pt x="17" y="54"/>
                </a:cubicBezTo>
                <a:cubicBezTo>
                  <a:pt x="27" y="50"/>
                  <a:pt x="27" y="50"/>
                  <a:pt x="27" y="50"/>
                </a:cubicBezTo>
                <a:cubicBezTo>
                  <a:pt x="27" y="55"/>
                  <a:pt x="27" y="55"/>
                  <a:pt x="27" y="55"/>
                </a:cubicBezTo>
                <a:cubicBezTo>
                  <a:pt x="28" y="55"/>
                  <a:pt x="28" y="55"/>
                  <a:pt x="28" y="55"/>
                </a:cubicBezTo>
                <a:cubicBezTo>
                  <a:pt x="28" y="50"/>
                  <a:pt x="28" y="50"/>
                  <a:pt x="28" y="50"/>
                </a:cubicBezTo>
                <a:cubicBezTo>
                  <a:pt x="37" y="53"/>
                  <a:pt x="37" y="53"/>
                  <a:pt x="37" y="53"/>
                </a:cubicBezTo>
                <a:cubicBezTo>
                  <a:pt x="37" y="51"/>
                  <a:pt x="37" y="51"/>
                  <a:pt x="37" y="51"/>
                </a:cubicBezTo>
                <a:cubicBezTo>
                  <a:pt x="29" y="45"/>
                  <a:pt x="29" y="45"/>
                  <a:pt x="29" y="45"/>
                </a:cubicBezTo>
                <a:cubicBezTo>
                  <a:pt x="30" y="30"/>
                  <a:pt x="30" y="30"/>
                  <a:pt x="30" y="30"/>
                </a:cubicBezTo>
                <a:cubicBezTo>
                  <a:pt x="30" y="30"/>
                  <a:pt x="30" y="29"/>
                  <a:pt x="30" y="28"/>
                </a:cubicBezTo>
                <a:cubicBezTo>
                  <a:pt x="38" y="28"/>
                  <a:pt x="38" y="28"/>
                  <a:pt x="38" y="28"/>
                </a:cubicBezTo>
                <a:cubicBezTo>
                  <a:pt x="55" y="33"/>
                  <a:pt x="55" y="33"/>
                  <a:pt x="55" y="33"/>
                </a:cubicBezTo>
                <a:cubicBezTo>
                  <a:pt x="55" y="30"/>
                  <a:pt x="55" y="30"/>
                  <a:pt x="55" y="30"/>
                </a:cubicBezTo>
                <a:lnTo>
                  <a:pt x="48" y="26"/>
                </a:ln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7" name="Freeform 52">
            <a:extLst>
              <a:ext uri="{FF2B5EF4-FFF2-40B4-BE49-F238E27FC236}">
                <a16:creationId xmlns:a16="http://schemas.microsoft.com/office/drawing/2014/main" id="{06BA2CB6-C3F9-8BBE-D31A-4EA21A85D467}"/>
              </a:ext>
            </a:extLst>
          </p:cNvPr>
          <p:cNvSpPr>
            <a:spLocks noEditPoints="1"/>
          </p:cNvSpPr>
          <p:nvPr/>
        </p:nvSpPr>
        <p:spPr bwMode="auto">
          <a:xfrm>
            <a:off x="10152154" y="3367591"/>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5 w 86"/>
              <a:gd name="T29" fmla="*/ 74 h 86"/>
              <a:gd name="T30" fmla="*/ 9 w 86"/>
              <a:gd name="T31" fmla="*/ 69 h 86"/>
              <a:gd name="T32" fmla="*/ 82 w 86"/>
              <a:gd name="T33" fmla="*/ 57 h 86"/>
              <a:gd name="T34" fmla="*/ 81 w 86"/>
              <a:gd name="T35" fmla="*/ 64 h 86"/>
              <a:gd name="T36" fmla="*/ 2 w 86"/>
              <a:gd name="T37" fmla="*/ 57 h 86"/>
              <a:gd name="T38" fmla="*/ 6 w 86"/>
              <a:gd name="T39" fmla="*/ 63 h 86"/>
              <a:gd name="T40" fmla="*/ 2 w 86"/>
              <a:gd name="T41" fmla="*/ 57 h 86"/>
              <a:gd name="T42" fmla="*/ 85 w 86"/>
              <a:gd name="T43" fmla="*/ 44 h 86"/>
              <a:gd name="T44" fmla="*/ 86 w 86"/>
              <a:gd name="T45" fmla="*/ 51 h 86"/>
              <a:gd name="T46" fmla="*/ 0 w 86"/>
              <a:gd name="T47" fmla="*/ 44 h 86"/>
              <a:gd name="T48" fmla="*/ 2 w 86"/>
              <a:gd name="T49" fmla="*/ 43 h 86"/>
              <a:gd name="T50" fmla="*/ 2 w 86"/>
              <a:gd name="T51" fmla="*/ 49 h 86"/>
              <a:gd name="T52" fmla="*/ 0 w 86"/>
              <a:gd name="T53" fmla="*/ 44 h 86"/>
              <a:gd name="T54" fmla="*/ 85 w 86"/>
              <a:gd name="T55" fmla="*/ 31 h 86"/>
              <a:gd name="T56" fmla="*/ 85 w 86"/>
              <a:gd name="T57" fmla="*/ 39 h 86"/>
              <a:gd name="T58" fmla="*/ 1 w 86"/>
              <a:gd name="T59" fmla="*/ 35 h 86"/>
              <a:gd name="T60" fmla="*/ 4 w 86"/>
              <a:gd name="T61" fmla="*/ 29 h 86"/>
              <a:gd name="T62" fmla="*/ 1 w 86"/>
              <a:gd name="T63" fmla="*/ 35 h 86"/>
              <a:gd name="T64" fmla="*/ 78 w 86"/>
              <a:gd name="T65" fmla="*/ 19 h 86"/>
              <a:gd name="T66" fmla="*/ 81 w 86"/>
              <a:gd name="T67" fmla="*/ 25 h 86"/>
              <a:gd name="T68" fmla="*/ 6 w 86"/>
              <a:gd name="T69" fmla="*/ 22 h 86"/>
              <a:gd name="T70" fmla="*/ 11 w 86"/>
              <a:gd name="T71" fmla="*/ 17 h 86"/>
              <a:gd name="T72" fmla="*/ 6 w 86"/>
              <a:gd name="T73" fmla="*/ 22 h 86"/>
              <a:gd name="T74" fmla="*/ 67 w 86"/>
              <a:gd name="T75" fmla="*/ 10 h 86"/>
              <a:gd name="T76" fmla="*/ 73 w 86"/>
              <a:gd name="T77" fmla="*/ 13 h 86"/>
              <a:gd name="T78" fmla="*/ 67 w 86"/>
              <a:gd name="T79" fmla="*/ 10 h 86"/>
              <a:gd name="T80" fmla="*/ 21 w 86"/>
              <a:gd name="T81" fmla="*/ 7 h 86"/>
              <a:gd name="T82" fmla="*/ 16 w 86"/>
              <a:gd name="T83" fmla="*/ 12 h 86"/>
              <a:gd name="T84" fmla="*/ 55 w 86"/>
              <a:gd name="T85" fmla="*/ 4 h 86"/>
              <a:gd name="T86" fmla="*/ 62 w 86"/>
              <a:gd name="T87" fmla="*/ 5 h 86"/>
              <a:gd name="T88" fmla="*/ 55 w 86"/>
              <a:gd name="T89" fmla="*/ 4 h 86"/>
              <a:gd name="T90" fmla="*/ 34 w 86"/>
              <a:gd name="T91" fmla="*/ 1 h 86"/>
              <a:gd name="T92" fmla="*/ 28 w 86"/>
              <a:gd name="T93" fmla="*/ 5 h 86"/>
              <a:gd name="T94" fmla="*/ 43 w 86"/>
              <a:gd name="T95" fmla="*/ 2 h 86"/>
              <a:gd name="T96" fmla="*/ 41 w 86"/>
              <a:gd name="T97" fmla="*/ 1 h 86"/>
              <a:gd name="T98" fmla="*/ 48 w 86"/>
              <a:gd name="T99" fmla="*/ 1 h 86"/>
              <a:gd name="T100" fmla="*/ 43 w 86"/>
              <a:gd name="T101" fmla="*/ 2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4"/>
                  <a:pt x="32" y="84"/>
                  <a:pt x="32" y="84"/>
                </a:cubicBezTo>
                <a:cubicBezTo>
                  <a:pt x="35" y="84"/>
                  <a:pt x="37" y="85"/>
                  <a:pt x="39" y="85"/>
                </a:cubicBezTo>
                <a:cubicBezTo>
                  <a:pt x="39" y="86"/>
                  <a:pt x="39" y="86"/>
                  <a:pt x="39" y="86"/>
                </a:cubicBezTo>
                <a:cubicBezTo>
                  <a:pt x="37" y="86"/>
                  <a:pt x="34" y="86"/>
                  <a:pt x="32" y="85"/>
                </a:cubicBezTo>
                <a:close/>
                <a:moveTo>
                  <a:pt x="59" y="82"/>
                </a:moveTo>
                <a:cubicBezTo>
                  <a:pt x="62" y="81"/>
                  <a:pt x="64" y="80"/>
                  <a:pt x="66" y="78"/>
                </a:cubicBezTo>
                <a:cubicBezTo>
                  <a:pt x="66" y="80"/>
                  <a:pt x="66" y="80"/>
                  <a:pt x="66" y="80"/>
                </a:cubicBezTo>
                <a:cubicBezTo>
                  <a:pt x="64" y="81"/>
                  <a:pt x="62" y="82"/>
                  <a:pt x="60" y="83"/>
                </a:cubicBezTo>
                <a:lnTo>
                  <a:pt x="59" y="82"/>
                </a:lnTo>
                <a:close/>
                <a:moveTo>
                  <a:pt x="19" y="79"/>
                </a:moveTo>
                <a:cubicBezTo>
                  <a:pt x="20" y="78"/>
                  <a:pt x="20" y="78"/>
                  <a:pt x="20" y="78"/>
                </a:cubicBezTo>
                <a:cubicBezTo>
                  <a:pt x="22" y="79"/>
                  <a:pt x="24" y="80"/>
                  <a:pt x="26" y="81"/>
                </a:cubicBezTo>
                <a:cubicBezTo>
                  <a:pt x="25" y="83"/>
                  <a:pt x="25" y="83"/>
                  <a:pt x="25" y="83"/>
                </a:cubicBezTo>
                <a:cubicBezTo>
                  <a:pt x="23" y="82"/>
                  <a:pt x="21" y="81"/>
                  <a:pt x="19" y="79"/>
                </a:cubicBezTo>
                <a:close/>
                <a:moveTo>
                  <a:pt x="66" y="78"/>
                </a:moveTo>
                <a:cubicBezTo>
                  <a:pt x="66" y="78"/>
                  <a:pt x="66" y="78"/>
                  <a:pt x="66" y="78"/>
                </a:cubicBezTo>
                <a:moveTo>
                  <a:pt x="71" y="74"/>
                </a:moveTo>
                <a:cubicBezTo>
                  <a:pt x="73" y="73"/>
                  <a:pt x="74" y="71"/>
                  <a:pt x="76" y="69"/>
                </a:cubicBezTo>
                <a:cubicBezTo>
                  <a:pt x="77" y="70"/>
                  <a:pt x="77" y="70"/>
                  <a:pt x="77" y="70"/>
                </a:cubicBezTo>
                <a:cubicBezTo>
                  <a:pt x="76" y="72"/>
                  <a:pt x="74" y="74"/>
                  <a:pt x="72" y="75"/>
                </a:cubicBezTo>
                <a:lnTo>
                  <a:pt x="71" y="74"/>
                </a:lnTo>
                <a:close/>
                <a:moveTo>
                  <a:pt x="9" y="69"/>
                </a:moveTo>
                <a:cubicBezTo>
                  <a:pt x="10" y="68"/>
                  <a:pt x="10" y="68"/>
                  <a:pt x="10" y="68"/>
                </a:cubicBezTo>
                <a:cubicBezTo>
                  <a:pt x="11" y="70"/>
                  <a:pt x="13" y="72"/>
                  <a:pt x="15" y="74"/>
                </a:cubicBezTo>
                <a:cubicBezTo>
                  <a:pt x="13" y="75"/>
                  <a:pt x="13" y="75"/>
                  <a:pt x="13" y="75"/>
                </a:cubicBezTo>
                <a:cubicBezTo>
                  <a:pt x="12" y="73"/>
                  <a:pt x="10" y="71"/>
                  <a:pt x="9" y="69"/>
                </a:cubicBezTo>
                <a:close/>
                <a:moveTo>
                  <a:pt x="80" y="63"/>
                </a:moveTo>
                <a:cubicBezTo>
                  <a:pt x="81" y="61"/>
                  <a:pt x="82" y="59"/>
                  <a:pt x="82" y="57"/>
                </a:cubicBezTo>
                <a:cubicBezTo>
                  <a:pt x="84" y="58"/>
                  <a:pt x="84" y="58"/>
                  <a:pt x="84" y="58"/>
                </a:cubicBezTo>
                <a:cubicBezTo>
                  <a:pt x="83" y="60"/>
                  <a:pt x="82" y="62"/>
                  <a:pt x="81" y="64"/>
                </a:cubicBezTo>
                <a:lnTo>
                  <a:pt x="80" y="63"/>
                </a:lnTo>
                <a:close/>
                <a:moveTo>
                  <a:pt x="2" y="57"/>
                </a:moveTo>
                <a:cubicBezTo>
                  <a:pt x="4" y="56"/>
                  <a:pt x="4" y="56"/>
                  <a:pt x="4" y="56"/>
                </a:cubicBezTo>
                <a:cubicBezTo>
                  <a:pt x="4" y="58"/>
                  <a:pt x="5" y="61"/>
                  <a:pt x="6" y="63"/>
                </a:cubicBezTo>
                <a:cubicBezTo>
                  <a:pt x="5" y="63"/>
                  <a:pt x="5" y="63"/>
                  <a:pt x="5" y="63"/>
                </a:cubicBezTo>
                <a:cubicBezTo>
                  <a:pt x="4" y="61"/>
                  <a:pt x="3" y="59"/>
                  <a:pt x="2" y="57"/>
                </a:cubicBezTo>
                <a:close/>
                <a:moveTo>
                  <a:pt x="84" y="50"/>
                </a:moveTo>
                <a:cubicBezTo>
                  <a:pt x="85" y="48"/>
                  <a:pt x="85" y="46"/>
                  <a:pt x="85" y="44"/>
                </a:cubicBezTo>
                <a:cubicBezTo>
                  <a:pt x="86" y="44"/>
                  <a:pt x="86" y="44"/>
                  <a:pt x="86" y="44"/>
                </a:cubicBezTo>
                <a:cubicBezTo>
                  <a:pt x="86" y="46"/>
                  <a:pt x="86" y="48"/>
                  <a:pt x="86" y="51"/>
                </a:cubicBezTo>
                <a:lnTo>
                  <a:pt x="84" y="50"/>
                </a:lnTo>
                <a:close/>
                <a:moveTo>
                  <a:pt x="0" y="44"/>
                </a:moveTo>
                <a:cubicBezTo>
                  <a:pt x="0" y="43"/>
                  <a:pt x="0" y="43"/>
                  <a:pt x="0" y="43"/>
                </a:cubicBezTo>
                <a:cubicBezTo>
                  <a:pt x="2" y="43"/>
                  <a:pt x="2" y="43"/>
                  <a:pt x="2" y="43"/>
                </a:cubicBezTo>
                <a:cubicBezTo>
                  <a:pt x="2" y="43"/>
                  <a:pt x="2" y="43"/>
                  <a:pt x="2" y="44"/>
                </a:cubicBezTo>
                <a:cubicBezTo>
                  <a:pt x="2" y="46"/>
                  <a:pt x="2" y="47"/>
                  <a:pt x="2" y="49"/>
                </a:cubicBezTo>
                <a:cubicBezTo>
                  <a:pt x="1" y="50"/>
                  <a:pt x="1" y="50"/>
                  <a:pt x="1" y="50"/>
                </a:cubicBezTo>
                <a:cubicBezTo>
                  <a:pt x="0" y="48"/>
                  <a:pt x="0" y="46"/>
                  <a:pt x="0" y="44"/>
                </a:cubicBezTo>
                <a:close/>
                <a:moveTo>
                  <a:pt x="83" y="32"/>
                </a:moveTo>
                <a:cubicBezTo>
                  <a:pt x="85" y="31"/>
                  <a:pt x="85" y="31"/>
                  <a:pt x="85" y="31"/>
                </a:cubicBezTo>
                <a:cubicBezTo>
                  <a:pt x="85" y="34"/>
                  <a:pt x="86" y="36"/>
                  <a:pt x="86" y="38"/>
                </a:cubicBezTo>
                <a:cubicBezTo>
                  <a:pt x="85" y="39"/>
                  <a:pt x="85" y="39"/>
                  <a:pt x="85" y="39"/>
                </a:cubicBezTo>
                <a:cubicBezTo>
                  <a:pt x="84" y="36"/>
                  <a:pt x="84" y="34"/>
                  <a:pt x="83" y="32"/>
                </a:cubicBezTo>
                <a:close/>
                <a:moveTo>
                  <a:pt x="1" y="35"/>
                </a:moveTo>
                <a:cubicBezTo>
                  <a:pt x="1" y="33"/>
                  <a:pt x="2" y="31"/>
                  <a:pt x="3" y="28"/>
                </a:cubicBezTo>
                <a:cubicBezTo>
                  <a:pt x="4" y="29"/>
                  <a:pt x="4" y="29"/>
                  <a:pt x="4" y="29"/>
                </a:cubicBezTo>
                <a:cubicBezTo>
                  <a:pt x="3" y="31"/>
                  <a:pt x="3" y="33"/>
                  <a:pt x="2" y="36"/>
                </a:cubicBezTo>
                <a:lnTo>
                  <a:pt x="1" y="35"/>
                </a:lnTo>
                <a:close/>
                <a:moveTo>
                  <a:pt x="77" y="19"/>
                </a:moveTo>
                <a:cubicBezTo>
                  <a:pt x="78" y="19"/>
                  <a:pt x="78" y="19"/>
                  <a:pt x="78" y="19"/>
                </a:cubicBezTo>
                <a:cubicBezTo>
                  <a:pt x="80" y="21"/>
                  <a:pt x="81" y="23"/>
                  <a:pt x="82" y="25"/>
                </a:cubicBezTo>
                <a:cubicBezTo>
                  <a:pt x="81" y="25"/>
                  <a:pt x="81" y="25"/>
                  <a:pt x="81" y="25"/>
                </a:cubicBezTo>
                <a:cubicBezTo>
                  <a:pt x="80" y="23"/>
                  <a:pt x="78" y="21"/>
                  <a:pt x="77" y="19"/>
                </a:cubicBezTo>
                <a:close/>
                <a:moveTo>
                  <a:pt x="6" y="22"/>
                </a:moveTo>
                <a:cubicBezTo>
                  <a:pt x="7" y="20"/>
                  <a:pt x="8" y="18"/>
                  <a:pt x="10" y="16"/>
                </a:cubicBezTo>
                <a:cubicBezTo>
                  <a:pt x="11" y="17"/>
                  <a:pt x="11" y="17"/>
                  <a:pt x="11" y="17"/>
                </a:cubicBezTo>
                <a:cubicBezTo>
                  <a:pt x="10" y="19"/>
                  <a:pt x="8" y="21"/>
                  <a:pt x="7" y="23"/>
                </a:cubicBezTo>
                <a:lnTo>
                  <a:pt x="6" y="22"/>
                </a:lnTo>
                <a:close/>
                <a:moveTo>
                  <a:pt x="67" y="10"/>
                </a:moveTo>
                <a:cubicBezTo>
                  <a:pt x="67" y="10"/>
                  <a:pt x="67" y="10"/>
                  <a:pt x="67" y="10"/>
                </a:cubicBezTo>
                <a:cubicBezTo>
                  <a:pt x="68" y="9"/>
                  <a:pt x="68" y="9"/>
                  <a:pt x="68" y="9"/>
                </a:cubicBezTo>
                <a:cubicBezTo>
                  <a:pt x="70" y="10"/>
                  <a:pt x="72" y="11"/>
                  <a:pt x="73" y="13"/>
                </a:cubicBezTo>
                <a:cubicBezTo>
                  <a:pt x="72" y="14"/>
                  <a:pt x="72" y="14"/>
                  <a:pt x="72" y="14"/>
                </a:cubicBezTo>
                <a:cubicBezTo>
                  <a:pt x="71" y="12"/>
                  <a:pt x="69" y="11"/>
                  <a:pt x="67" y="10"/>
                </a:cubicBezTo>
                <a:close/>
                <a:moveTo>
                  <a:pt x="15" y="11"/>
                </a:moveTo>
                <a:cubicBezTo>
                  <a:pt x="17" y="9"/>
                  <a:pt x="19" y="8"/>
                  <a:pt x="21" y="7"/>
                </a:cubicBezTo>
                <a:cubicBezTo>
                  <a:pt x="21" y="8"/>
                  <a:pt x="21" y="8"/>
                  <a:pt x="21" y="8"/>
                </a:cubicBezTo>
                <a:cubicBezTo>
                  <a:pt x="20" y="9"/>
                  <a:pt x="18" y="11"/>
                  <a:pt x="16" y="12"/>
                </a:cubicBezTo>
                <a:lnTo>
                  <a:pt x="15" y="11"/>
                </a:lnTo>
                <a:close/>
                <a:moveTo>
                  <a:pt x="55" y="4"/>
                </a:moveTo>
                <a:cubicBezTo>
                  <a:pt x="55" y="2"/>
                  <a:pt x="55" y="2"/>
                  <a:pt x="55" y="2"/>
                </a:cubicBezTo>
                <a:cubicBezTo>
                  <a:pt x="58" y="3"/>
                  <a:pt x="60" y="4"/>
                  <a:pt x="62" y="5"/>
                </a:cubicBezTo>
                <a:cubicBezTo>
                  <a:pt x="61" y="6"/>
                  <a:pt x="61" y="6"/>
                  <a:pt x="61" y="6"/>
                </a:cubicBezTo>
                <a:cubicBezTo>
                  <a:pt x="59" y="5"/>
                  <a:pt x="57" y="4"/>
                  <a:pt x="55" y="4"/>
                </a:cubicBezTo>
                <a:close/>
                <a:moveTo>
                  <a:pt x="27" y="4"/>
                </a:moveTo>
                <a:cubicBezTo>
                  <a:pt x="29" y="3"/>
                  <a:pt x="32" y="2"/>
                  <a:pt x="34" y="1"/>
                </a:cubicBezTo>
                <a:cubicBezTo>
                  <a:pt x="34" y="3"/>
                  <a:pt x="34" y="3"/>
                  <a:pt x="34" y="3"/>
                </a:cubicBezTo>
                <a:cubicBezTo>
                  <a:pt x="32" y="3"/>
                  <a:pt x="30" y="4"/>
                  <a:pt x="28" y="5"/>
                </a:cubicBezTo>
                <a:lnTo>
                  <a:pt x="27" y="4"/>
                </a:lnTo>
                <a:close/>
                <a:moveTo>
                  <a:pt x="43" y="2"/>
                </a:moveTo>
                <a:cubicBezTo>
                  <a:pt x="43" y="2"/>
                  <a:pt x="42" y="2"/>
                  <a:pt x="41" y="2"/>
                </a:cubicBezTo>
                <a:cubicBezTo>
                  <a:pt x="41" y="1"/>
                  <a:pt x="41" y="1"/>
                  <a:pt x="41" y="1"/>
                </a:cubicBezTo>
                <a:cubicBezTo>
                  <a:pt x="42" y="1"/>
                  <a:pt x="42" y="0"/>
                  <a:pt x="43" y="0"/>
                </a:cubicBezTo>
                <a:cubicBezTo>
                  <a:pt x="45" y="0"/>
                  <a:pt x="47" y="1"/>
                  <a:pt x="48" y="1"/>
                </a:cubicBezTo>
                <a:cubicBezTo>
                  <a:pt x="48" y="2"/>
                  <a:pt x="48" y="2"/>
                  <a:pt x="48" y="2"/>
                </a:cubicBezTo>
                <a:cubicBezTo>
                  <a:pt x="46" y="2"/>
                  <a:pt x="45" y="2"/>
                  <a:pt x="43" y="2"/>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8" name="TextBox 1401">
            <a:extLst>
              <a:ext uri="{FF2B5EF4-FFF2-40B4-BE49-F238E27FC236}">
                <a16:creationId xmlns:a16="http://schemas.microsoft.com/office/drawing/2014/main" id="{38C5DCC5-D458-0B25-7DD6-38AC7E04DCA6}"/>
              </a:ext>
            </a:extLst>
          </p:cNvPr>
          <p:cNvSpPr txBox="1"/>
          <p:nvPr/>
        </p:nvSpPr>
        <p:spPr bwMode="auto">
          <a:xfrm>
            <a:off x="2226549" y="1681605"/>
            <a:ext cx="1435008" cy="420564"/>
          </a:xfrm>
          <a:prstGeom prst="rect">
            <a:avLst/>
          </a:prstGeom>
          <a:noFill/>
        </p:spPr>
        <p:txBody>
          <a:bodyPr wrap="none">
            <a:spAutoFit/>
          </a:bodyPr>
          <a:lstStyle>
            <a:defPPr>
              <a:defRPr lang="zh-CN"/>
            </a:defPPr>
            <a:lvl1pPr algn="ctr" fontAlgn="auto">
              <a:spcBef>
                <a:spcPts val="0"/>
              </a:spcBef>
              <a:spcAft>
                <a:spcPts val="0"/>
              </a:spcAft>
              <a:defRPr sz="1200" spc="300">
                <a:solidFill>
                  <a:srgbClr val="F83003"/>
                </a:solidFill>
                <a:latin typeface="微软雅黑" pitchFamily="34" charset="-122"/>
                <a:ea typeface="微软雅黑" pitchFamily="34" charset="-122"/>
                <a:cs typeface="Arial" pitchFamily="34" charset="0"/>
              </a:defRPr>
            </a:lvl1pPr>
          </a:lstStyle>
          <a:p>
            <a:r>
              <a:rPr lang="zh-CN" altLang="en-US" sz="2135" b="1" dirty="0">
                <a:solidFill>
                  <a:schemeClr val="accent1"/>
                </a:solidFill>
                <a:latin typeface="+mn-lt"/>
                <a:ea typeface="+mn-ea"/>
                <a:cs typeface="+mn-ea"/>
                <a:sym typeface="+mn-lt"/>
              </a:rPr>
              <a:t>添加标题</a:t>
            </a:r>
          </a:p>
        </p:txBody>
      </p:sp>
      <p:sp>
        <p:nvSpPr>
          <p:cNvPr id="39" name="TextBox 1412">
            <a:extLst>
              <a:ext uri="{FF2B5EF4-FFF2-40B4-BE49-F238E27FC236}">
                <a16:creationId xmlns:a16="http://schemas.microsoft.com/office/drawing/2014/main" id="{01C6D69F-2DB6-CC06-F7AF-756253B399F7}"/>
              </a:ext>
            </a:extLst>
          </p:cNvPr>
          <p:cNvSpPr txBox="1"/>
          <p:nvPr/>
        </p:nvSpPr>
        <p:spPr bwMode="auto">
          <a:xfrm>
            <a:off x="2226549" y="3047111"/>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EBAC07"/>
                </a:solidFill>
                <a:latin typeface="微软雅黑" pitchFamily="34" charset="-122"/>
                <a:ea typeface="微软雅黑" pitchFamily="34" charset="-122"/>
                <a:cs typeface="Arial" pitchFamily="34" charset="0"/>
              </a:defRPr>
            </a:lvl1pPr>
          </a:lstStyle>
          <a:p>
            <a:r>
              <a:rPr lang="zh-CN" altLang="en-US" sz="2135" b="1" dirty="0">
                <a:solidFill>
                  <a:schemeClr val="accent2"/>
                </a:solidFill>
                <a:latin typeface="+mn-lt"/>
                <a:ea typeface="+mn-ea"/>
                <a:cs typeface="+mn-ea"/>
                <a:sym typeface="+mn-lt"/>
              </a:rPr>
              <a:t>添加标题</a:t>
            </a:r>
          </a:p>
        </p:txBody>
      </p:sp>
      <p:sp>
        <p:nvSpPr>
          <p:cNvPr id="40" name="TextBox 1414">
            <a:extLst>
              <a:ext uri="{FF2B5EF4-FFF2-40B4-BE49-F238E27FC236}">
                <a16:creationId xmlns:a16="http://schemas.microsoft.com/office/drawing/2014/main" id="{463AFDFF-A2DC-2CA2-B23B-5EA56A0B391D}"/>
              </a:ext>
            </a:extLst>
          </p:cNvPr>
          <p:cNvSpPr txBox="1"/>
          <p:nvPr/>
        </p:nvSpPr>
        <p:spPr bwMode="auto">
          <a:xfrm>
            <a:off x="2226549" y="4567309"/>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8BC925"/>
                </a:solidFill>
                <a:latin typeface="微软雅黑" pitchFamily="34" charset="-122"/>
                <a:ea typeface="微软雅黑" pitchFamily="34" charset="-122"/>
                <a:cs typeface="Arial" pitchFamily="34" charset="0"/>
              </a:defRPr>
            </a:lvl1pPr>
          </a:lstStyle>
          <a:p>
            <a:r>
              <a:rPr lang="zh-CN" altLang="en-US" sz="2135" b="1" dirty="0">
                <a:solidFill>
                  <a:schemeClr val="accent5"/>
                </a:solidFill>
                <a:latin typeface="+mn-lt"/>
                <a:ea typeface="+mn-ea"/>
                <a:cs typeface="+mn-ea"/>
                <a:sym typeface="+mn-lt"/>
              </a:rPr>
              <a:t>添加标题</a:t>
            </a:r>
          </a:p>
        </p:txBody>
      </p:sp>
      <p:sp>
        <p:nvSpPr>
          <p:cNvPr id="41" name="TextBox 1416">
            <a:extLst>
              <a:ext uri="{FF2B5EF4-FFF2-40B4-BE49-F238E27FC236}">
                <a16:creationId xmlns:a16="http://schemas.microsoft.com/office/drawing/2014/main" id="{F79E5CEE-AEFB-E46E-E08D-54F3DF0F6834}"/>
              </a:ext>
            </a:extLst>
          </p:cNvPr>
          <p:cNvSpPr txBox="1"/>
          <p:nvPr/>
        </p:nvSpPr>
        <p:spPr bwMode="auto">
          <a:xfrm>
            <a:off x="6986369" y="1681605"/>
            <a:ext cx="1435008" cy="420564"/>
          </a:xfrm>
          <a:prstGeom prst="rect">
            <a:avLst/>
          </a:prstGeom>
          <a:noFill/>
        </p:spPr>
        <p:txBody>
          <a:bodyPr wrap="none">
            <a:spAutoFit/>
          </a:bodyPr>
          <a:lstStyle>
            <a:defPPr>
              <a:defRPr lang="zh-CN"/>
            </a:defPPr>
            <a:lvl1pPr algn="ctr" fontAlgn="auto">
              <a:spcBef>
                <a:spcPts val="0"/>
              </a:spcBef>
              <a:spcAft>
                <a:spcPts val="0"/>
              </a:spcAft>
              <a:defRPr sz="1200" spc="300">
                <a:solidFill>
                  <a:srgbClr val="F83003"/>
                </a:solidFill>
                <a:latin typeface="微软雅黑" pitchFamily="34" charset="-122"/>
                <a:ea typeface="微软雅黑" pitchFamily="34" charset="-122"/>
                <a:cs typeface="Arial" pitchFamily="34" charset="0"/>
              </a:defRPr>
            </a:lvl1pPr>
          </a:lstStyle>
          <a:p>
            <a:r>
              <a:rPr lang="zh-CN" altLang="en-US" sz="2135" b="1" dirty="0">
                <a:solidFill>
                  <a:schemeClr val="accent1"/>
                </a:solidFill>
                <a:latin typeface="+mn-lt"/>
                <a:ea typeface="+mn-ea"/>
                <a:cs typeface="+mn-ea"/>
                <a:sym typeface="+mn-lt"/>
              </a:rPr>
              <a:t>添加标题</a:t>
            </a:r>
          </a:p>
        </p:txBody>
      </p:sp>
      <p:sp>
        <p:nvSpPr>
          <p:cNvPr id="42" name="TextBox 1418">
            <a:extLst>
              <a:ext uri="{FF2B5EF4-FFF2-40B4-BE49-F238E27FC236}">
                <a16:creationId xmlns:a16="http://schemas.microsoft.com/office/drawing/2014/main" id="{A435ED69-01AC-33F2-27BD-F714B597A9A2}"/>
              </a:ext>
            </a:extLst>
          </p:cNvPr>
          <p:cNvSpPr txBox="1"/>
          <p:nvPr/>
        </p:nvSpPr>
        <p:spPr bwMode="auto">
          <a:xfrm>
            <a:off x="6986369" y="3047111"/>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EBAC07"/>
                </a:solidFill>
                <a:latin typeface="微软雅黑" pitchFamily="34" charset="-122"/>
                <a:ea typeface="微软雅黑" pitchFamily="34" charset="-122"/>
                <a:cs typeface="Arial" pitchFamily="34" charset="0"/>
              </a:defRPr>
            </a:lvl1pPr>
          </a:lstStyle>
          <a:p>
            <a:r>
              <a:rPr lang="zh-CN" altLang="en-US" sz="2135" b="1" dirty="0">
                <a:solidFill>
                  <a:schemeClr val="accent2"/>
                </a:solidFill>
                <a:latin typeface="+mn-lt"/>
                <a:ea typeface="+mn-ea"/>
                <a:cs typeface="+mn-ea"/>
                <a:sym typeface="+mn-lt"/>
              </a:rPr>
              <a:t>添加标题</a:t>
            </a:r>
          </a:p>
        </p:txBody>
      </p:sp>
      <p:sp>
        <p:nvSpPr>
          <p:cNvPr id="43" name="TextBox 1420">
            <a:extLst>
              <a:ext uri="{FF2B5EF4-FFF2-40B4-BE49-F238E27FC236}">
                <a16:creationId xmlns:a16="http://schemas.microsoft.com/office/drawing/2014/main" id="{1CF8A38A-DEA6-E6F4-7613-49109DCE7F69}"/>
              </a:ext>
            </a:extLst>
          </p:cNvPr>
          <p:cNvSpPr txBox="1"/>
          <p:nvPr/>
        </p:nvSpPr>
        <p:spPr bwMode="auto">
          <a:xfrm>
            <a:off x="6986369" y="4567309"/>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8BC925"/>
                </a:solidFill>
                <a:latin typeface="微软雅黑" pitchFamily="34" charset="-122"/>
                <a:ea typeface="微软雅黑" pitchFamily="34" charset="-122"/>
                <a:cs typeface="Arial" pitchFamily="34" charset="0"/>
              </a:defRPr>
            </a:lvl1pPr>
          </a:lstStyle>
          <a:p>
            <a:r>
              <a:rPr lang="zh-CN" altLang="en-US" sz="2135" b="1" dirty="0">
                <a:solidFill>
                  <a:schemeClr val="accent5"/>
                </a:solidFill>
                <a:latin typeface="+mn-lt"/>
                <a:ea typeface="+mn-ea"/>
                <a:cs typeface="+mn-ea"/>
                <a:sym typeface="+mn-lt"/>
              </a:rPr>
              <a:t>添加标题</a:t>
            </a:r>
          </a:p>
        </p:txBody>
      </p:sp>
      <p:cxnSp>
        <p:nvCxnSpPr>
          <p:cNvPr id="44" name="直接连接符 43">
            <a:extLst>
              <a:ext uri="{FF2B5EF4-FFF2-40B4-BE49-F238E27FC236}">
                <a16:creationId xmlns:a16="http://schemas.microsoft.com/office/drawing/2014/main" id="{EDE8F9B9-1A13-189F-7B29-A8186658DAD2}"/>
              </a:ext>
            </a:extLst>
          </p:cNvPr>
          <p:cNvCxnSpPr/>
          <p:nvPr/>
        </p:nvCxnSpPr>
        <p:spPr>
          <a:xfrm flipH="1">
            <a:off x="1251778" y="3009041"/>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E2A0F361-AA24-D6B4-8C25-9649AECE21D0}"/>
              </a:ext>
            </a:extLst>
          </p:cNvPr>
          <p:cNvCxnSpPr/>
          <p:nvPr/>
        </p:nvCxnSpPr>
        <p:spPr>
          <a:xfrm flipH="1">
            <a:off x="1251778" y="4442425"/>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891B9AE2-56C1-54E5-75DA-785DD3056D75}"/>
              </a:ext>
            </a:extLst>
          </p:cNvPr>
          <p:cNvCxnSpPr/>
          <p:nvPr/>
        </p:nvCxnSpPr>
        <p:spPr>
          <a:xfrm flipH="1">
            <a:off x="7034741" y="3009041"/>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96DFFBED-120E-2F03-7A54-9F4106F76DEE}"/>
              </a:ext>
            </a:extLst>
          </p:cNvPr>
          <p:cNvCxnSpPr/>
          <p:nvPr/>
        </p:nvCxnSpPr>
        <p:spPr>
          <a:xfrm flipH="1">
            <a:off x="7034741" y="4442425"/>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48" name="Oval 22">
            <a:extLst>
              <a:ext uri="{FF2B5EF4-FFF2-40B4-BE49-F238E27FC236}">
                <a16:creationId xmlns:a16="http://schemas.microsoft.com/office/drawing/2014/main" id="{A05BEC9D-52B1-8F2F-58D6-78B8C576429C}"/>
              </a:ext>
            </a:extLst>
          </p:cNvPr>
          <p:cNvSpPr>
            <a:spLocks noChangeArrowheads="1"/>
          </p:cNvSpPr>
          <p:nvPr/>
        </p:nvSpPr>
        <p:spPr bwMode="auto">
          <a:xfrm>
            <a:off x="1322719" y="4925525"/>
            <a:ext cx="652159" cy="652158"/>
          </a:xfrm>
          <a:prstGeom prst="ellipse">
            <a:avLst/>
          </a:prstGeom>
          <a:solidFill>
            <a:schemeClr val="accent5"/>
          </a:solidFill>
          <a:ln>
            <a:noFill/>
          </a:ln>
        </p:spPr>
        <p:txBody>
          <a:bodyPr/>
          <a:lstStyle/>
          <a:p>
            <a:endParaRPr lang="zh-CN" altLang="en-US" sz="2135">
              <a:cs typeface="+mn-ea"/>
              <a:sym typeface="+mn-lt"/>
            </a:endParaRPr>
          </a:p>
        </p:txBody>
      </p:sp>
      <p:sp>
        <p:nvSpPr>
          <p:cNvPr id="49" name="Freeform 23">
            <a:extLst>
              <a:ext uri="{FF2B5EF4-FFF2-40B4-BE49-F238E27FC236}">
                <a16:creationId xmlns:a16="http://schemas.microsoft.com/office/drawing/2014/main" id="{A772B3A9-940B-745C-4756-006A1CCC5F4B}"/>
              </a:ext>
            </a:extLst>
          </p:cNvPr>
          <p:cNvSpPr>
            <a:spLocks noEditPoints="1"/>
          </p:cNvSpPr>
          <p:nvPr/>
        </p:nvSpPr>
        <p:spPr bwMode="auto">
          <a:xfrm>
            <a:off x="1651385" y="4925525"/>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50" name="组合 49">
            <a:extLst>
              <a:ext uri="{FF2B5EF4-FFF2-40B4-BE49-F238E27FC236}">
                <a16:creationId xmlns:a16="http://schemas.microsoft.com/office/drawing/2014/main" id="{33CCE7DB-A895-055E-4A4E-BD0A322870D7}"/>
              </a:ext>
            </a:extLst>
          </p:cNvPr>
          <p:cNvGrpSpPr/>
          <p:nvPr/>
        </p:nvGrpSpPr>
        <p:grpSpPr>
          <a:xfrm>
            <a:off x="1470231" y="5018690"/>
            <a:ext cx="346783" cy="476180"/>
            <a:chOff x="10231709" y="4917090"/>
            <a:chExt cx="346783" cy="476180"/>
          </a:xfrm>
        </p:grpSpPr>
        <p:sp>
          <p:nvSpPr>
            <p:cNvPr id="51" name="Freeform 25">
              <a:extLst>
                <a:ext uri="{FF2B5EF4-FFF2-40B4-BE49-F238E27FC236}">
                  <a16:creationId xmlns:a16="http://schemas.microsoft.com/office/drawing/2014/main" id="{E7993D3A-4DB8-6420-1C93-791712A178AE}"/>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2" name="Freeform 26">
              <a:extLst>
                <a:ext uri="{FF2B5EF4-FFF2-40B4-BE49-F238E27FC236}">
                  <a16:creationId xmlns:a16="http://schemas.microsoft.com/office/drawing/2014/main" id="{04F49CC3-F751-F5DA-3120-961EFEBE006B}"/>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3" name="Freeform 27">
              <a:extLst>
                <a:ext uri="{FF2B5EF4-FFF2-40B4-BE49-F238E27FC236}">
                  <a16:creationId xmlns:a16="http://schemas.microsoft.com/office/drawing/2014/main" id="{4E5B3D37-33D9-E0BE-6336-A8274B8ED089}"/>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4" name="Freeform 28">
              <a:extLst>
                <a:ext uri="{FF2B5EF4-FFF2-40B4-BE49-F238E27FC236}">
                  <a16:creationId xmlns:a16="http://schemas.microsoft.com/office/drawing/2014/main" id="{5085791F-720A-9393-CADF-39DB0504E195}"/>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5" name="Freeform 29">
              <a:extLst>
                <a:ext uri="{FF2B5EF4-FFF2-40B4-BE49-F238E27FC236}">
                  <a16:creationId xmlns:a16="http://schemas.microsoft.com/office/drawing/2014/main" id="{2478FF30-B0F5-8C7F-EF07-434C78745289}"/>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6" name="Freeform 30">
              <a:extLst>
                <a:ext uri="{FF2B5EF4-FFF2-40B4-BE49-F238E27FC236}">
                  <a16:creationId xmlns:a16="http://schemas.microsoft.com/office/drawing/2014/main" id="{86EC713C-47D8-1D00-79D6-E611C9DC4118}"/>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7" name="Freeform 31">
              <a:extLst>
                <a:ext uri="{FF2B5EF4-FFF2-40B4-BE49-F238E27FC236}">
                  <a16:creationId xmlns:a16="http://schemas.microsoft.com/office/drawing/2014/main" id="{1A1718C6-8F17-CC28-1B01-FD697F20EFB7}"/>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8" name="Freeform 32">
              <a:extLst>
                <a:ext uri="{FF2B5EF4-FFF2-40B4-BE49-F238E27FC236}">
                  <a16:creationId xmlns:a16="http://schemas.microsoft.com/office/drawing/2014/main" id="{82878612-A4A6-FCA0-A677-37A7048AF0A9}"/>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9" name="Freeform 33">
              <a:extLst>
                <a:ext uri="{FF2B5EF4-FFF2-40B4-BE49-F238E27FC236}">
                  <a16:creationId xmlns:a16="http://schemas.microsoft.com/office/drawing/2014/main" id="{040B087E-E239-B98C-CFB5-475288685460}"/>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0" name="Freeform 34">
              <a:extLst>
                <a:ext uri="{FF2B5EF4-FFF2-40B4-BE49-F238E27FC236}">
                  <a16:creationId xmlns:a16="http://schemas.microsoft.com/office/drawing/2014/main" id="{C3BCB0B8-2824-F581-B2E8-F447FBFD64DE}"/>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1" name="Freeform 35">
              <a:extLst>
                <a:ext uri="{FF2B5EF4-FFF2-40B4-BE49-F238E27FC236}">
                  <a16:creationId xmlns:a16="http://schemas.microsoft.com/office/drawing/2014/main" id="{B4B9565E-175A-F385-38E5-80DEE2086EA3}"/>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2" name="Freeform 36">
              <a:extLst>
                <a:ext uri="{FF2B5EF4-FFF2-40B4-BE49-F238E27FC236}">
                  <a16:creationId xmlns:a16="http://schemas.microsoft.com/office/drawing/2014/main" id="{C9AB93C4-6605-E17D-1CDA-9CDF0D6C486C}"/>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63" name="Freeform 37">
            <a:extLst>
              <a:ext uri="{FF2B5EF4-FFF2-40B4-BE49-F238E27FC236}">
                <a16:creationId xmlns:a16="http://schemas.microsoft.com/office/drawing/2014/main" id="{8D856841-81F9-504F-FAE8-CEFDBC46BE66}"/>
              </a:ext>
            </a:extLst>
          </p:cNvPr>
          <p:cNvSpPr>
            <a:spLocks noEditPoints="1"/>
          </p:cNvSpPr>
          <p:nvPr/>
        </p:nvSpPr>
        <p:spPr bwMode="auto">
          <a:xfrm>
            <a:off x="1289076" y="4894470"/>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4" name="Oval 22">
            <a:extLst>
              <a:ext uri="{FF2B5EF4-FFF2-40B4-BE49-F238E27FC236}">
                <a16:creationId xmlns:a16="http://schemas.microsoft.com/office/drawing/2014/main" id="{08766537-DD27-36AD-71A5-7D773D89205B}"/>
              </a:ext>
            </a:extLst>
          </p:cNvPr>
          <p:cNvSpPr>
            <a:spLocks noChangeArrowheads="1"/>
          </p:cNvSpPr>
          <p:nvPr/>
        </p:nvSpPr>
        <p:spPr bwMode="auto">
          <a:xfrm>
            <a:off x="1322719" y="3450277"/>
            <a:ext cx="652159" cy="652158"/>
          </a:xfrm>
          <a:prstGeom prst="ellipse">
            <a:avLst/>
          </a:prstGeom>
          <a:solidFill>
            <a:schemeClr val="accent2"/>
          </a:solidFill>
          <a:ln>
            <a:noFill/>
          </a:ln>
        </p:spPr>
        <p:txBody>
          <a:bodyPr/>
          <a:lstStyle/>
          <a:p>
            <a:endParaRPr lang="zh-CN" altLang="en-US" sz="2135">
              <a:cs typeface="+mn-ea"/>
              <a:sym typeface="+mn-lt"/>
            </a:endParaRPr>
          </a:p>
        </p:txBody>
      </p:sp>
      <p:sp>
        <p:nvSpPr>
          <p:cNvPr id="65" name="Freeform 23">
            <a:extLst>
              <a:ext uri="{FF2B5EF4-FFF2-40B4-BE49-F238E27FC236}">
                <a16:creationId xmlns:a16="http://schemas.microsoft.com/office/drawing/2014/main" id="{641405F5-EF5F-9B2C-5035-07D40E998A4A}"/>
              </a:ext>
            </a:extLst>
          </p:cNvPr>
          <p:cNvSpPr>
            <a:spLocks noEditPoints="1"/>
          </p:cNvSpPr>
          <p:nvPr/>
        </p:nvSpPr>
        <p:spPr bwMode="auto">
          <a:xfrm>
            <a:off x="1651385" y="3450277"/>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66" name="组合 65">
            <a:extLst>
              <a:ext uri="{FF2B5EF4-FFF2-40B4-BE49-F238E27FC236}">
                <a16:creationId xmlns:a16="http://schemas.microsoft.com/office/drawing/2014/main" id="{2B3C6AF5-05EB-59E8-EA02-D3D7C3969957}"/>
              </a:ext>
            </a:extLst>
          </p:cNvPr>
          <p:cNvGrpSpPr/>
          <p:nvPr/>
        </p:nvGrpSpPr>
        <p:grpSpPr>
          <a:xfrm>
            <a:off x="1470231" y="3543442"/>
            <a:ext cx="346783" cy="476180"/>
            <a:chOff x="10231709" y="4917090"/>
            <a:chExt cx="346783" cy="476180"/>
          </a:xfrm>
        </p:grpSpPr>
        <p:sp>
          <p:nvSpPr>
            <p:cNvPr id="67" name="Freeform 25">
              <a:extLst>
                <a:ext uri="{FF2B5EF4-FFF2-40B4-BE49-F238E27FC236}">
                  <a16:creationId xmlns:a16="http://schemas.microsoft.com/office/drawing/2014/main" id="{4E7A4054-65F6-9F58-CF94-7B6B90857DA7}"/>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8" name="Freeform 26">
              <a:extLst>
                <a:ext uri="{FF2B5EF4-FFF2-40B4-BE49-F238E27FC236}">
                  <a16:creationId xmlns:a16="http://schemas.microsoft.com/office/drawing/2014/main" id="{BFD8BBF5-26B0-A3FC-5DC7-EFF67DC724D6}"/>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9" name="Freeform 27">
              <a:extLst>
                <a:ext uri="{FF2B5EF4-FFF2-40B4-BE49-F238E27FC236}">
                  <a16:creationId xmlns:a16="http://schemas.microsoft.com/office/drawing/2014/main" id="{801231C6-4D91-8783-FE78-1A7D75DC06E1}"/>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0" name="Freeform 28">
              <a:extLst>
                <a:ext uri="{FF2B5EF4-FFF2-40B4-BE49-F238E27FC236}">
                  <a16:creationId xmlns:a16="http://schemas.microsoft.com/office/drawing/2014/main" id="{0167244E-E161-08F6-CF58-0C652AFFEFE4}"/>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1" name="Freeform 29">
              <a:extLst>
                <a:ext uri="{FF2B5EF4-FFF2-40B4-BE49-F238E27FC236}">
                  <a16:creationId xmlns:a16="http://schemas.microsoft.com/office/drawing/2014/main" id="{300E2851-FE7E-2648-8EE1-DAC23232A391}"/>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2" name="Freeform 30">
              <a:extLst>
                <a:ext uri="{FF2B5EF4-FFF2-40B4-BE49-F238E27FC236}">
                  <a16:creationId xmlns:a16="http://schemas.microsoft.com/office/drawing/2014/main" id="{38CC1341-E89B-F384-145F-644D28FA38EE}"/>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3" name="Freeform 31">
              <a:extLst>
                <a:ext uri="{FF2B5EF4-FFF2-40B4-BE49-F238E27FC236}">
                  <a16:creationId xmlns:a16="http://schemas.microsoft.com/office/drawing/2014/main" id="{060C4C4C-6857-89BE-4E03-0B70C0BF1988}"/>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4" name="Freeform 32">
              <a:extLst>
                <a:ext uri="{FF2B5EF4-FFF2-40B4-BE49-F238E27FC236}">
                  <a16:creationId xmlns:a16="http://schemas.microsoft.com/office/drawing/2014/main" id="{E8A70FEC-7378-82FE-49DE-350F6E08B63D}"/>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5" name="Freeform 33">
              <a:extLst>
                <a:ext uri="{FF2B5EF4-FFF2-40B4-BE49-F238E27FC236}">
                  <a16:creationId xmlns:a16="http://schemas.microsoft.com/office/drawing/2014/main" id="{4C5B9A52-245C-503B-3698-C3C714957C6D}"/>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6" name="Freeform 34">
              <a:extLst>
                <a:ext uri="{FF2B5EF4-FFF2-40B4-BE49-F238E27FC236}">
                  <a16:creationId xmlns:a16="http://schemas.microsoft.com/office/drawing/2014/main" id="{C241FE8D-05B0-F741-6CE4-A335B9B36E2C}"/>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7" name="Freeform 35">
              <a:extLst>
                <a:ext uri="{FF2B5EF4-FFF2-40B4-BE49-F238E27FC236}">
                  <a16:creationId xmlns:a16="http://schemas.microsoft.com/office/drawing/2014/main" id="{5BDBA9CD-A76F-5EB3-5007-BB91848B4380}"/>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8" name="Freeform 36">
              <a:extLst>
                <a:ext uri="{FF2B5EF4-FFF2-40B4-BE49-F238E27FC236}">
                  <a16:creationId xmlns:a16="http://schemas.microsoft.com/office/drawing/2014/main" id="{3F4769CD-3671-26AB-6413-C723295842FA}"/>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79" name="Freeform 37">
            <a:extLst>
              <a:ext uri="{FF2B5EF4-FFF2-40B4-BE49-F238E27FC236}">
                <a16:creationId xmlns:a16="http://schemas.microsoft.com/office/drawing/2014/main" id="{F1309EC4-13C1-FEF9-0BBD-4C30934C2246}"/>
              </a:ext>
            </a:extLst>
          </p:cNvPr>
          <p:cNvSpPr>
            <a:spLocks noEditPoints="1"/>
          </p:cNvSpPr>
          <p:nvPr/>
        </p:nvSpPr>
        <p:spPr bwMode="auto">
          <a:xfrm>
            <a:off x="1289076" y="3419222"/>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0" name="Oval 22">
            <a:extLst>
              <a:ext uri="{FF2B5EF4-FFF2-40B4-BE49-F238E27FC236}">
                <a16:creationId xmlns:a16="http://schemas.microsoft.com/office/drawing/2014/main" id="{68313D47-C5F2-9236-DC37-AF6DD9B7F7A7}"/>
              </a:ext>
            </a:extLst>
          </p:cNvPr>
          <p:cNvSpPr>
            <a:spLocks noChangeArrowheads="1"/>
          </p:cNvSpPr>
          <p:nvPr/>
        </p:nvSpPr>
        <p:spPr bwMode="auto">
          <a:xfrm>
            <a:off x="1322719" y="1864584"/>
            <a:ext cx="652159" cy="652158"/>
          </a:xfrm>
          <a:prstGeom prst="ellipse">
            <a:avLst/>
          </a:prstGeom>
          <a:solidFill>
            <a:schemeClr val="accent1"/>
          </a:solidFill>
          <a:ln>
            <a:noFill/>
          </a:ln>
        </p:spPr>
        <p:txBody>
          <a:bodyPr/>
          <a:lstStyle/>
          <a:p>
            <a:endParaRPr lang="zh-CN" altLang="en-US" sz="2135">
              <a:cs typeface="+mn-ea"/>
              <a:sym typeface="+mn-lt"/>
            </a:endParaRPr>
          </a:p>
        </p:txBody>
      </p:sp>
      <p:sp>
        <p:nvSpPr>
          <p:cNvPr id="81" name="Freeform 23">
            <a:extLst>
              <a:ext uri="{FF2B5EF4-FFF2-40B4-BE49-F238E27FC236}">
                <a16:creationId xmlns:a16="http://schemas.microsoft.com/office/drawing/2014/main" id="{CA38C6A5-3D06-648D-4B9B-8F9BA6811DE0}"/>
              </a:ext>
            </a:extLst>
          </p:cNvPr>
          <p:cNvSpPr>
            <a:spLocks noEditPoints="1"/>
          </p:cNvSpPr>
          <p:nvPr/>
        </p:nvSpPr>
        <p:spPr bwMode="auto">
          <a:xfrm>
            <a:off x="1651385" y="1864584"/>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82" name="组合 81">
            <a:extLst>
              <a:ext uri="{FF2B5EF4-FFF2-40B4-BE49-F238E27FC236}">
                <a16:creationId xmlns:a16="http://schemas.microsoft.com/office/drawing/2014/main" id="{6E03ECF6-E456-177A-96C0-E86AEE8122DD}"/>
              </a:ext>
            </a:extLst>
          </p:cNvPr>
          <p:cNvGrpSpPr/>
          <p:nvPr/>
        </p:nvGrpSpPr>
        <p:grpSpPr>
          <a:xfrm>
            <a:off x="1470231" y="1957749"/>
            <a:ext cx="346783" cy="476180"/>
            <a:chOff x="10231709" y="4917090"/>
            <a:chExt cx="346783" cy="476180"/>
          </a:xfrm>
        </p:grpSpPr>
        <p:sp>
          <p:nvSpPr>
            <p:cNvPr id="83" name="Freeform 25">
              <a:extLst>
                <a:ext uri="{FF2B5EF4-FFF2-40B4-BE49-F238E27FC236}">
                  <a16:creationId xmlns:a16="http://schemas.microsoft.com/office/drawing/2014/main" id="{E5D43ABB-D2B6-DF6E-4232-E3E2D11E33FD}"/>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4" name="Freeform 26">
              <a:extLst>
                <a:ext uri="{FF2B5EF4-FFF2-40B4-BE49-F238E27FC236}">
                  <a16:creationId xmlns:a16="http://schemas.microsoft.com/office/drawing/2014/main" id="{A30E9585-E50D-C29E-63A9-5BCD7A93C113}"/>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5" name="Freeform 27">
              <a:extLst>
                <a:ext uri="{FF2B5EF4-FFF2-40B4-BE49-F238E27FC236}">
                  <a16:creationId xmlns:a16="http://schemas.microsoft.com/office/drawing/2014/main" id="{4DBBB6A1-7FC9-D1AF-ACB2-95C929278B1A}"/>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6" name="Freeform 28">
              <a:extLst>
                <a:ext uri="{FF2B5EF4-FFF2-40B4-BE49-F238E27FC236}">
                  <a16:creationId xmlns:a16="http://schemas.microsoft.com/office/drawing/2014/main" id="{3D039298-5530-B447-47E3-8452FF10FD69}"/>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7" name="Freeform 29">
              <a:extLst>
                <a:ext uri="{FF2B5EF4-FFF2-40B4-BE49-F238E27FC236}">
                  <a16:creationId xmlns:a16="http://schemas.microsoft.com/office/drawing/2014/main" id="{8CC7C2C8-A3BC-A43F-EFD9-88F8CF3F5D4E}"/>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8" name="Freeform 30">
              <a:extLst>
                <a:ext uri="{FF2B5EF4-FFF2-40B4-BE49-F238E27FC236}">
                  <a16:creationId xmlns:a16="http://schemas.microsoft.com/office/drawing/2014/main" id="{04BCC21F-6475-CD6A-9417-7453AF859EA0}"/>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9" name="Freeform 31">
              <a:extLst>
                <a:ext uri="{FF2B5EF4-FFF2-40B4-BE49-F238E27FC236}">
                  <a16:creationId xmlns:a16="http://schemas.microsoft.com/office/drawing/2014/main" id="{7E191426-4B3D-A384-75AF-3432C6076961}"/>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0" name="Freeform 32">
              <a:extLst>
                <a:ext uri="{FF2B5EF4-FFF2-40B4-BE49-F238E27FC236}">
                  <a16:creationId xmlns:a16="http://schemas.microsoft.com/office/drawing/2014/main" id="{C4217A3D-20D3-A3D1-59DB-D4F604D6E319}"/>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1" name="Freeform 33">
              <a:extLst>
                <a:ext uri="{FF2B5EF4-FFF2-40B4-BE49-F238E27FC236}">
                  <a16:creationId xmlns:a16="http://schemas.microsoft.com/office/drawing/2014/main" id="{8D25334C-352C-6DD7-C7C9-DE20840635B1}"/>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2" name="Freeform 34">
              <a:extLst>
                <a:ext uri="{FF2B5EF4-FFF2-40B4-BE49-F238E27FC236}">
                  <a16:creationId xmlns:a16="http://schemas.microsoft.com/office/drawing/2014/main" id="{E7D71668-5D7E-A16C-764A-3E77959E347A}"/>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3" name="Freeform 35">
              <a:extLst>
                <a:ext uri="{FF2B5EF4-FFF2-40B4-BE49-F238E27FC236}">
                  <a16:creationId xmlns:a16="http://schemas.microsoft.com/office/drawing/2014/main" id="{C93D005F-F381-0440-3715-9C86580057B8}"/>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4" name="Freeform 36">
              <a:extLst>
                <a:ext uri="{FF2B5EF4-FFF2-40B4-BE49-F238E27FC236}">
                  <a16:creationId xmlns:a16="http://schemas.microsoft.com/office/drawing/2014/main" id="{2D244018-5AB6-1BB8-CEBE-A55B40E7E0E4}"/>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95" name="Freeform 37">
            <a:extLst>
              <a:ext uri="{FF2B5EF4-FFF2-40B4-BE49-F238E27FC236}">
                <a16:creationId xmlns:a16="http://schemas.microsoft.com/office/drawing/2014/main" id="{73065374-D4DC-14F0-B036-5E94EB05DB71}"/>
              </a:ext>
            </a:extLst>
          </p:cNvPr>
          <p:cNvSpPr>
            <a:spLocks noEditPoints="1"/>
          </p:cNvSpPr>
          <p:nvPr/>
        </p:nvSpPr>
        <p:spPr bwMode="auto">
          <a:xfrm>
            <a:off x="1289076" y="1833529"/>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aphicFrame>
        <p:nvGraphicFramePr>
          <p:cNvPr id="96" name="图表 95">
            <a:extLst>
              <a:ext uri="{FF2B5EF4-FFF2-40B4-BE49-F238E27FC236}">
                <a16:creationId xmlns:a16="http://schemas.microsoft.com/office/drawing/2014/main" id="{DB270B36-DBE4-DA07-5CC9-EA53F125A969}"/>
              </a:ext>
            </a:extLst>
          </p:cNvPr>
          <p:cNvGraphicFramePr/>
          <p:nvPr>
            <p:extLst>
              <p:ext uri="{D42A27DB-BD31-4B8C-83A1-F6EECF244321}">
                <p14:modId xmlns:p14="http://schemas.microsoft.com/office/powerpoint/2010/main" val="3292556865"/>
              </p:ext>
            </p:extLst>
          </p:nvPr>
        </p:nvGraphicFramePr>
        <p:xfrm>
          <a:off x="4812537" y="1517805"/>
          <a:ext cx="2635005" cy="142478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7" name="图表 96">
            <a:extLst>
              <a:ext uri="{FF2B5EF4-FFF2-40B4-BE49-F238E27FC236}">
                <a16:creationId xmlns:a16="http://schemas.microsoft.com/office/drawing/2014/main" id="{0F8660F6-5774-2EBA-6BB9-8912CD5E0EFE}"/>
              </a:ext>
            </a:extLst>
          </p:cNvPr>
          <p:cNvGraphicFramePr/>
          <p:nvPr/>
        </p:nvGraphicFramePr>
        <p:xfrm>
          <a:off x="4812537" y="2988964"/>
          <a:ext cx="2635005" cy="14247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8" name="图表 97">
            <a:extLst>
              <a:ext uri="{FF2B5EF4-FFF2-40B4-BE49-F238E27FC236}">
                <a16:creationId xmlns:a16="http://schemas.microsoft.com/office/drawing/2014/main" id="{F14E2319-BFBF-1922-91AB-5FCD829413FD}"/>
              </a:ext>
            </a:extLst>
          </p:cNvPr>
          <p:cNvGraphicFramePr/>
          <p:nvPr/>
        </p:nvGraphicFramePr>
        <p:xfrm>
          <a:off x="4812537" y="4460122"/>
          <a:ext cx="2635005" cy="1424780"/>
        </p:xfrm>
        <a:graphic>
          <a:graphicData uri="http://schemas.openxmlformats.org/drawingml/2006/chart">
            <c:chart xmlns:c="http://schemas.openxmlformats.org/drawingml/2006/chart" xmlns:r="http://schemas.openxmlformats.org/officeDocument/2006/relationships" r:id="rId4"/>
          </a:graphicData>
        </a:graphic>
      </p:graphicFrame>
      <p:sp>
        <p:nvSpPr>
          <p:cNvPr id="99" name="文本框 98">
            <a:extLst>
              <a:ext uri="{FF2B5EF4-FFF2-40B4-BE49-F238E27FC236}">
                <a16:creationId xmlns:a16="http://schemas.microsoft.com/office/drawing/2014/main" id="{69AC6F2C-35E8-72E7-3442-01E55A5C1462}"/>
              </a:ext>
            </a:extLst>
          </p:cNvPr>
          <p:cNvSpPr txBox="1"/>
          <p:nvPr/>
        </p:nvSpPr>
        <p:spPr>
          <a:xfrm>
            <a:off x="5643454" y="1941641"/>
            <a:ext cx="1005403" cy="584775"/>
          </a:xfrm>
          <a:prstGeom prst="rect">
            <a:avLst/>
          </a:prstGeom>
          <a:noFill/>
        </p:spPr>
        <p:txBody>
          <a:bodyPr wrap="none" rtlCol="0">
            <a:spAutoFit/>
          </a:bodyPr>
          <a:lstStyle/>
          <a:p>
            <a:r>
              <a:rPr lang="en-US" altLang="zh-CN" sz="3200" b="1" dirty="0">
                <a:solidFill>
                  <a:schemeClr val="accent1"/>
                </a:solidFill>
              </a:rPr>
              <a:t>45%</a:t>
            </a:r>
            <a:endParaRPr lang="zh-CN" altLang="en-US" sz="3200" b="1" dirty="0">
              <a:solidFill>
                <a:schemeClr val="accent1"/>
              </a:solidFill>
            </a:endParaRPr>
          </a:p>
        </p:txBody>
      </p:sp>
      <p:sp>
        <p:nvSpPr>
          <p:cNvPr id="100" name="文本框 99">
            <a:extLst>
              <a:ext uri="{FF2B5EF4-FFF2-40B4-BE49-F238E27FC236}">
                <a16:creationId xmlns:a16="http://schemas.microsoft.com/office/drawing/2014/main" id="{6B380649-17A9-BE43-E7F7-C343FD6289EC}"/>
              </a:ext>
            </a:extLst>
          </p:cNvPr>
          <p:cNvSpPr txBox="1"/>
          <p:nvPr/>
        </p:nvSpPr>
        <p:spPr>
          <a:xfrm>
            <a:off x="5643454" y="3414094"/>
            <a:ext cx="1005403" cy="584775"/>
          </a:xfrm>
          <a:prstGeom prst="rect">
            <a:avLst/>
          </a:prstGeom>
          <a:noFill/>
        </p:spPr>
        <p:txBody>
          <a:bodyPr wrap="none" rtlCol="0">
            <a:spAutoFit/>
          </a:bodyPr>
          <a:lstStyle/>
          <a:p>
            <a:r>
              <a:rPr lang="en-US" altLang="zh-CN" sz="3200" b="1" dirty="0">
                <a:solidFill>
                  <a:schemeClr val="accent2"/>
                </a:solidFill>
              </a:rPr>
              <a:t>85%</a:t>
            </a:r>
            <a:endParaRPr lang="zh-CN" altLang="en-US" sz="3200" b="1" dirty="0">
              <a:solidFill>
                <a:schemeClr val="accent2"/>
              </a:solidFill>
            </a:endParaRPr>
          </a:p>
        </p:txBody>
      </p:sp>
      <p:sp>
        <p:nvSpPr>
          <p:cNvPr id="101" name="文本框 100">
            <a:extLst>
              <a:ext uri="{FF2B5EF4-FFF2-40B4-BE49-F238E27FC236}">
                <a16:creationId xmlns:a16="http://schemas.microsoft.com/office/drawing/2014/main" id="{C89D4C97-2803-FCE1-A8D3-9BE328E812C2}"/>
              </a:ext>
            </a:extLst>
          </p:cNvPr>
          <p:cNvSpPr txBox="1"/>
          <p:nvPr/>
        </p:nvSpPr>
        <p:spPr>
          <a:xfrm>
            <a:off x="5643454" y="4886547"/>
            <a:ext cx="1005403" cy="584775"/>
          </a:xfrm>
          <a:prstGeom prst="rect">
            <a:avLst/>
          </a:prstGeom>
          <a:noFill/>
        </p:spPr>
        <p:txBody>
          <a:bodyPr wrap="none" rtlCol="0">
            <a:spAutoFit/>
          </a:bodyPr>
          <a:lstStyle/>
          <a:p>
            <a:r>
              <a:rPr lang="en-US" altLang="zh-CN" sz="3200" b="1" dirty="0">
                <a:solidFill>
                  <a:schemeClr val="accent5"/>
                </a:solidFill>
              </a:rPr>
              <a:t>36%</a:t>
            </a:r>
            <a:endParaRPr lang="zh-CN" altLang="en-US" sz="3200" b="1" dirty="0">
              <a:solidFill>
                <a:schemeClr val="accent5"/>
              </a:solidFill>
            </a:endParaRPr>
          </a:p>
        </p:txBody>
      </p:sp>
      <p:sp>
        <p:nvSpPr>
          <p:cNvPr id="102" name="矩形 101">
            <a:extLst>
              <a:ext uri="{FF2B5EF4-FFF2-40B4-BE49-F238E27FC236}">
                <a16:creationId xmlns:a16="http://schemas.microsoft.com/office/drawing/2014/main" id="{C73B19B9-21A9-ACF8-732A-88BE46BF679B}"/>
              </a:ext>
            </a:extLst>
          </p:cNvPr>
          <p:cNvSpPr/>
          <p:nvPr/>
        </p:nvSpPr>
        <p:spPr>
          <a:xfrm>
            <a:off x="2246466" y="1959070"/>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3" name="矩形 102">
            <a:extLst>
              <a:ext uri="{FF2B5EF4-FFF2-40B4-BE49-F238E27FC236}">
                <a16:creationId xmlns:a16="http://schemas.microsoft.com/office/drawing/2014/main" id="{76B2962E-3D80-D5A9-2F25-836AE0409124}"/>
              </a:ext>
            </a:extLst>
          </p:cNvPr>
          <p:cNvSpPr/>
          <p:nvPr/>
        </p:nvSpPr>
        <p:spPr>
          <a:xfrm>
            <a:off x="2246466" y="3396856"/>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4" name="矩形 103">
            <a:extLst>
              <a:ext uri="{FF2B5EF4-FFF2-40B4-BE49-F238E27FC236}">
                <a16:creationId xmlns:a16="http://schemas.microsoft.com/office/drawing/2014/main" id="{C2BCDE67-04E7-E428-FC47-DD5A496A54FA}"/>
              </a:ext>
            </a:extLst>
          </p:cNvPr>
          <p:cNvSpPr/>
          <p:nvPr/>
        </p:nvSpPr>
        <p:spPr>
          <a:xfrm>
            <a:off x="2246466" y="4898973"/>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5" name="矩形 104">
            <a:extLst>
              <a:ext uri="{FF2B5EF4-FFF2-40B4-BE49-F238E27FC236}">
                <a16:creationId xmlns:a16="http://schemas.microsoft.com/office/drawing/2014/main" id="{1F087D42-509C-4388-6940-8EB8325D7A88}"/>
              </a:ext>
            </a:extLst>
          </p:cNvPr>
          <p:cNvSpPr/>
          <p:nvPr/>
        </p:nvSpPr>
        <p:spPr>
          <a:xfrm>
            <a:off x="7034741" y="1959070"/>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6" name="矩形 105">
            <a:extLst>
              <a:ext uri="{FF2B5EF4-FFF2-40B4-BE49-F238E27FC236}">
                <a16:creationId xmlns:a16="http://schemas.microsoft.com/office/drawing/2014/main" id="{93D74FD4-67D5-42F1-52F5-378D55C1D033}"/>
              </a:ext>
            </a:extLst>
          </p:cNvPr>
          <p:cNvSpPr/>
          <p:nvPr/>
        </p:nvSpPr>
        <p:spPr>
          <a:xfrm>
            <a:off x="7034741" y="3396856"/>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7" name="矩形 106">
            <a:extLst>
              <a:ext uri="{FF2B5EF4-FFF2-40B4-BE49-F238E27FC236}">
                <a16:creationId xmlns:a16="http://schemas.microsoft.com/office/drawing/2014/main" id="{5C493509-2957-5881-3F9E-86B7BD52EAF9}"/>
              </a:ext>
            </a:extLst>
          </p:cNvPr>
          <p:cNvSpPr/>
          <p:nvPr/>
        </p:nvSpPr>
        <p:spPr>
          <a:xfrm>
            <a:off x="7034741" y="4898973"/>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2" name="任意多边形 19">
            <a:extLst>
              <a:ext uri="{FF2B5EF4-FFF2-40B4-BE49-F238E27FC236}">
                <a16:creationId xmlns:a16="http://schemas.microsoft.com/office/drawing/2014/main" id="{DD23B938-82B8-5D8E-B08D-34A7DC4140CC}"/>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18">
            <a:extLst>
              <a:ext uri="{FF2B5EF4-FFF2-40B4-BE49-F238E27FC236}">
                <a16:creationId xmlns:a16="http://schemas.microsoft.com/office/drawing/2014/main" id="{F53E1FF8-B1FE-FA80-5F9C-7A27CAE7D950}"/>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组合 3">
            <a:extLst>
              <a:ext uri="{FF2B5EF4-FFF2-40B4-BE49-F238E27FC236}">
                <a16:creationId xmlns:a16="http://schemas.microsoft.com/office/drawing/2014/main" id="{828A181E-71B6-D3DB-56C9-A821B72D6AF5}"/>
              </a:ext>
            </a:extLst>
          </p:cNvPr>
          <p:cNvGrpSpPr/>
          <p:nvPr/>
        </p:nvGrpSpPr>
        <p:grpSpPr>
          <a:xfrm>
            <a:off x="71844" y="60398"/>
            <a:ext cx="593817" cy="593817"/>
            <a:chOff x="1131485" y="2234042"/>
            <a:chExt cx="1607262" cy="1607262"/>
          </a:xfrm>
        </p:grpSpPr>
        <p:sp>
          <p:nvSpPr>
            <p:cNvPr id="5" name="椭圆 4">
              <a:extLst>
                <a:ext uri="{FF2B5EF4-FFF2-40B4-BE49-F238E27FC236}">
                  <a16:creationId xmlns:a16="http://schemas.microsoft.com/office/drawing/2014/main" id="{8C5040EC-22EB-4C2A-507B-CA68AC3FFCCB}"/>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 name="椭圆 5">
              <a:extLst>
                <a:ext uri="{FF2B5EF4-FFF2-40B4-BE49-F238E27FC236}">
                  <a16:creationId xmlns:a16="http://schemas.microsoft.com/office/drawing/2014/main" id="{287D3874-53FE-6039-811D-482FBEA4EDDE}"/>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9" name="KSO_Shape">
              <a:extLst>
                <a:ext uri="{FF2B5EF4-FFF2-40B4-BE49-F238E27FC236}">
                  <a16:creationId xmlns:a16="http://schemas.microsoft.com/office/drawing/2014/main" id="{8738C97D-3869-0DFC-A367-D92A9DF8D4F7}"/>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09" name="文本占位符 33">
            <a:extLst>
              <a:ext uri="{FF2B5EF4-FFF2-40B4-BE49-F238E27FC236}">
                <a16:creationId xmlns:a16="http://schemas.microsoft.com/office/drawing/2014/main" id="{0EE89A7A-D1A2-3582-C4D1-BB49B68A0511}"/>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251631438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两栏内容">
    <p:spTree>
      <p:nvGrpSpPr>
        <p:cNvPr id="1" name=""/>
        <p:cNvGrpSpPr/>
        <p:nvPr/>
      </p:nvGrpSpPr>
      <p:grpSpPr>
        <a:xfrm>
          <a:off x="0" y="0"/>
          <a:ext cx="0" cy="0"/>
          <a:chOff x="0" y="0"/>
          <a:chExt cx="0" cy="0"/>
        </a:xfrm>
      </p:grpSpPr>
      <p:sp>
        <p:nvSpPr>
          <p:cNvPr id="15" name="AutoShape 3">
            <a:extLst>
              <a:ext uri="{FF2B5EF4-FFF2-40B4-BE49-F238E27FC236}">
                <a16:creationId xmlns:a16="http://schemas.microsoft.com/office/drawing/2014/main" id="{DB37BAB4-EB9C-2C03-CECA-B94660B69B34}"/>
              </a:ext>
            </a:extLst>
          </p:cNvPr>
          <p:cNvSpPr>
            <a:spLocks noChangeAspect="1" noChangeArrowheads="1" noTextEdit="1"/>
          </p:cNvSpPr>
          <p:nvPr/>
        </p:nvSpPr>
        <p:spPr bwMode="auto">
          <a:xfrm>
            <a:off x="1371600" y="1758155"/>
            <a:ext cx="4624917"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6" name="Freeform 5">
            <a:extLst>
              <a:ext uri="{FF2B5EF4-FFF2-40B4-BE49-F238E27FC236}">
                <a16:creationId xmlns:a16="http://schemas.microsoft.com/office/drawing/2014/main" id="{1D004782-4A35-5982-769D-DA7D8E88E129}"/>
              </a:ext>
            </a:extLst>
          </p:cNvPr>
          <p:cNvSpPr/>
          <p:nvPr/>
        </p:nvSpPr>
        <p:spPr bwMode="auto">
          <a:xfrm>
            <a:off x="1371600" y="1756039"/>
            <a:ext cx="4055533" cy="4345517"/>
          </a:xfrm>
          <a:custGeom>
            <a:avLst/>
            <a:gdLst>
              <a:gd name="T0" fmla="*/ 223 w 1247"/>
              <a:gd name="T1" fmla="*/ 1336 h 1336"/>
              <a:gd name="T2" fmla="*/ 167 w 1247"/>
              <a:gd name="T3" fmla="*/ 1309 h 1336"/>
              <a:gd name="T4" fmla="*/ 144 w 1247"/>
              <a:gd name="T5" fmla="*/ 1246 h 1336"/>
              <a:gd name="T6" fmla="*/ 144 w 1247"/>
              <a:gd name="T7" fmla="*/ 90 h 1336"/>
              <a:gd name="T8" fmla="*/ 127 w 1247"/>
              <a:gd name="T9" fmla="*/ 40 h 1336"/>
              <a:gd name="T10" fmla="*/ 85 w 1247"/>
              <a:gd name="T11" fmla="*/ 20 h 1336"/>
              <a:gd name="T12" fmla="*/ 37 w 1247"/>
              <a:gd name="T13" fmla="*/ 40 h 1336"/>
              <a:gd name="T14" fmla="*/ 20 w 1247"/>
              <a:gd name="T15" fmla="*/ 90 h 1336"/>
              <a:gd name="T16" fmla="*/ 0 w 1247"/>
              <a:gd name="T17" fmla="*/ 90 h 1336"/>
              <a:gd name="T18" fmla="*/ 22 w 1247"/>
              <a:gd name="T19" fmla="*/ 27 h 1336"/>
              <a:gd name="T20" fmla="*/ 79 w 1247"/>
              <a:gd name="T21" fmla="*/ 0 h 1336"/>
              <a:gd name="T22" fmla="*/ 142 w 1247"/>
              <a:gd name="T23" fmla="*/ 27 h 1336"/>
              <a:gd name="T24" fmla="*/ 164 w 1247"/>
              <a:gd name="T25" fmla="*/ 90 h 1336"/>
              <a:gd name="T26" fmla="*/ 164 w 1247"/>
              <a:gd name="T27" fmla="*/ 91 h 1336"/>
              <a:gd name="T28" fmla="*/ 164 w 1247"/>
              <a:gd name="T29" fmla="*/ 91 h 1336"/>
              <a:gd name="T30" fmla="*/ 182 w 1247"/>
              <a:gd name="T31" fmla="*/ 1296 h 1336"/>
              <a:gd name="T32" fmla="*/ 223 w 1247"/>
              <a:gd name="T33" fmla="*/ 1316 h 1336"/>
              <a:gd name="T34" fmla="*/ 1024 w 1247"/>
              <a:gd name="T35" fmla="*/ 1316 h 1336"/>
              <a:gd name="T36" fmla="*/ 1065 w 1247"/>
              <a:gd name="T37" fmla="*/ 1296 h 1336"/>
              <a:gd name="T38" fmla="*/ 1082 w 1247"/>
              <a:gd name="T39" fmla="*/ 1246 h 1336"/>
              <a:gd name="T40" fmla="*/ 1082 w 1247"/>
              <a:gd name="T41" fmla="*/ 91 h 1336"/>
              <a:gd name="T42" fmla="*/ 1105 w 1247"/>
              <a:gd name="T43" fmla="*/ 27 h 1336"/>
              <a:gd name="T44" fmla="*/ 1161 w 1247"/>
              <a:gd name="T45" fmla="*/ 0 h 1336"/>
              <a:gd name="T46" fmla="*/ 1168 w 1247"/>
              <a:gd name="T47" fmla="*/ 0 h 1336"/>
              <a:gd name="T48" fmla="*/ 1224 w 1247"/>
              <a:gd name="T49" fmla="*/ 27 h 1336"/>
              <a:gd name="T50" fmla="*/ 1247 w 1247"/>
              <a:gd name="T51" fmla="*/ 90 h 1336"/>
              <a:gd name="T52" fmla="*/ 1227 w 1247"/>
              <a:gd name="T53" fmla="*/ 90 h 1336"/>
              <a:gd name="T54" fmla="*/ 1209 w 1247"/>
              <a:gd name="T55" fmla="*/ 40 h 1336"/>
              <a:gd name="T56" fmla="*/ 1168 w 1247"/>
              <a:gd name="T57" fmla="*/ 20 h 1336"/>
              <a:gd name="T58" fmla="*/ 1120 w 1247"/>
              <a:gd name="T59" fmla="*/ 40 h 1336"/>
              <a:gd name="T60" fmla="*/ 1102 w 1247"/>
              <a:gd name="T61" fmla="*/ 90 h 1336"/>
              <a:gd name="T62" fmla="*/ 1102 w 1247"/>
              <a:gd name="T63" fmla="*/ 90 h 1336"/>
              <a:gd name="T64" fmla="*/ 1080 w 1247"/>
              <a:gd name="T65" fmla="*/ 1309 h 1336"/>
              <a:gd name="T66" fmla="*/ 1024 w 1247"/>
              <a:gd name="T67" fmla="*/ 1336 h 1336"/>
              <a:gd name="T68" fmla="*/ 1024 w 1247"/>
              <a:gd name="T69" fmla="*/ 1336 h 1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47" h="1336">
                <a:moveTo>
                  <a:pt x="1024" y="1336"/>
                </a:moveTo>
                <a:cubicBezTo>
                  <a:pt x="223" y="1336"/>
                  <a:pt x="223" y="1336"/>
                  <a:pt x="223" y="1336"/>
                </a:cubicBezTo>
                <a:cubicBezTo>
                  <a:pt x="201" y="1336"/>
                  <a:pt x="181" y="1326"/>
                  <a:pt x="167" y="1309"/>
                </a:cubicBezTo>
                <a:cubicBezTo>
                  <a:pt x="167" y="1309"/>
                  <a:pt x="167" y="1309"/>
                  <a:pt x="167" y="1309"/>
                </a:cubicBezTo>
                <a:cubicBezTo>
                  <a:pt x="153" y="1293"/>
                  <a:pt x="144" y="1271"/>
                  <a:pt x="144" y="1246"/>
                </a:cubicBezTo>
                <a:cubicBezTo>
                  <a:pt x="144" y="1246"/>
                  <a:pt x="144" y="1246"/>
                  <a:pt x="144" y="1246"/>
                </a:cubicBezTo>
                <a:cubicBezTo>
                  <a:pt x="144" y="91"/>
                  <a:pt x="144" y="91"/>
                  <a:pt x="144" y="91"/>
                </a:cubicBezTo>
                <a:cubicBezTo>
                  <a:pt x="144" y="90"/>
                  <a:pt x="144" y="90"/>
                  <a:pt x="144" y="90"/>
                </a:cubicBezTo>
                <a:cubicBezTo>
                  <a:pt x="144" y="71"/>
                  <a:pt x="137" y="53"/>
                  <a:pt x="127" y="40"/>
                </a:cubicBezTo>
                <a:cubicBezTo>
                  <a:pt x="127" y="40"/>
                  <a:pt x="127" y="40"/>
                  <a:pt x="127" y="40"/>
                </a:cubicBezTo>
                <a:cubicBezTo>
                  <a:pt x="116" y="28"/>
                  <a:pt x="101" y="21"/>
                  <a:pt x="85" y="20"/>
                </a:cubicBezTo>
                <a:cubicBezTo>
                  <a:pt x="85" y="20"/>
                  <a:pt x="85" y="20"/>
                  <a:pt x="85" y="20"/>
                </a:cubicBezTo>
                <a:cubicBezTo>
                  <a:pt x="79" y="20"/>
                  <a:pt x="79" y="20"/>
                  <a:pt x="79" y="20"/>
                </a:cubicBezTo>
                <a:cubicBezTo>
                  <a:pt x="63" y="21"/>
                  <a:pt x="48" y="28"/>
                  <a:pt x="37" y="40"/>
                </a:cubicBezTo>
                <a:cubicBezTo>
                  <a:pt x="37" y="40"/>
                  <a:pt x="37" y="40"/>
                  <a:pt x="37" y="40"/>
                </a:cubicBezTo>
                <a:cubicBezTo>
                  <a:pt x="27" y="53"/>
                  <a:pt x="20" y="71"/>
                  <a:pt x="20" y="90"/>
                </a:cubicBezTo>
                <a:cubicBezTo>
                  <a:pt x="20" y="90"/>
                  <a:pt x="20" y="90"/>
                  <a:pt x="20" y="90"/>
                </a:cubicBezTo>
                <a:cubicBezTo>
                  <a:pt x="0" y="90"/>
                  <a:pt x="0" y="90"/>
                  <a:pt x="0" y="90"/>
                </a:cubicBezTo>
                <a:cubicBezTo>
                  <a:pt x="0" y="66"/>
                  <a:pt x="8" y="44"/>
                  <a:pt x="22" y="27"/>
                </a:cubicBezTo>
                <a:cubicBezTo>
                  <a:pt x="22" y="27"/>
                  <a:pt x="22" y="27"/>
                  <a:pt x="22" y="27"/>
                </a:cubicBezTo>
                <a:cubicBezTo>
                  <a:pt x="36" y="11"/>
                  <a:pt x="56" y="0"/>
                  <a:pt x="79" y="0"/>
                </a:cubicBezTo>
                <a:cubicBezTo>
                  <a:pt x="79" y="0"/>
                  <a:pt x="79" y="0"/>
                  <a:pt x="79" y="0"/>
                </a:cubicBezTo>
                <a:cubicBezTo>
                  <a:pt x="85" y="0"/>
                  <a:pt x="85" y="0"/>
                  <a:pt x="85" y="0"/>
                </a:cubicBezTo>
                <a:cubicBezTo>
                  <a:pt x="108" y="0"/>
                  <a:pt x="128" y="11"/>
                  <a:pt x="142" y="27"/>
                </a:cubicBezTo>
                <a:cubicBezTo>
                  <a:pt x="142" y="27"/>
                  <a:pt x="142" y="27"/>
                  <a:pt x="142" y="27"/>
                </a:cubicBezTo>
                <a:cubicBezTo>
                  <a:pt x="156" y="44"/>
                  <a:pt x="164" y="66"/>
                  <a:pt x="164" y="90"/>
                </a:cubicBezTo>
                <a:cubicBezTo>
                  <a:pt x="164" y="90"/>
                  <a:pt x="164" y="90"/>
                  <a:pt x="164" y="90"/>
                </a:cubicBezTo>
                <a:cubicBezTo>
                  <a:pt x="164" y="91"/>
                  <a:pt x="164" y="91"/>
                  <a:pt x="164" y="91"/>
                </a:cubicBezTo>
                <a:cubicBezTo>
                  <a:pt x="164" y="91"/>
                  <a:pt x="164" y="91"/>
                  <a:pt x="164" y="91"/>
                </a:cubicBezTo>
                <a:cubicBezTo>
                  <a:pt x="164" y="91"/>
                  <a:pt x="164" y="91"/>
                  <a:pt x="164" y="91"/>
                </a:cubicBezTo>
                <a:cubicBezTo>
                  <a:pt x="164" y="1246"/>
                  <a:pt x="164" y="1246"/>
                  <a:pt x="164" y="1246"/>
                </a:cubicBezTo>
                <a:cubicBezTo>
                  <a:pt x="164" y="1266"/>
                  <a:pt x="171" y="1284"/>
                  <a:pt x="182" y="1296"/>
                </a:cubicBezTo>
                <a:cubicBezTo>
                  <a:pt x="182" y="1296"/>
                  <a:pt x="182" y="1296"/>
                  <a:pt x="182" y="1296"/>
                </a:cubicBezTo>
                <a:cubicBezTo>
                  <a:pt x="193" y="1309"/>
                  <a:pt x="207" y="1316"/>
                  <a:pt x="223" y="1316"/>
                </a:cubicBezTo>
                <a:cubicBezTo>
                  <a:pt x="223" y="1316"/>
                  <a:pt x="223" y="1316"/>
                  <a:pt x="223" y="1316"/>
                </a:cubicBezTo>
                <a:cubicBezTo>
                  <a:pt x="1024" y="1316"/>
                  <a:pt x="1024" y="1316"/>
                  <a:pt x="1024" y="1316"/>
                </a:cubicBezTo>
                <a:cubicBezTo>
                  <a:pt x="1039" y="1316"/>
                  <a:pt x="1054" y="1309"/>
                  <a:pt x="1065" y="1296"/>
                </a:cubicBezTo>
                <a:cubicBezTo>
                  <a:pt x="1065" y="1296"/>
                  <a:pt x="1065" y="1296"/>
                  <a:pt x="1065" y="1296"/>
                </a:cubicBezTo>
                <a:cubicBezTo>
                  <a:pt x="1075" y="1284"/>
                  <a:pt x="1082" y="1266"/>
                  <a:pt x="1082" y="1246"/>
                </a:cubicBezTo>
                <a:cubicBezTo>
                  <a:pt x="1082" y="1246"/>
                  <a:pt x="1082" y="1246"/>
                  <a:pt x="1082" y="1246"/>
                </a:cubicBezTo>
                <a:cubicBezTo>
                  <a:pt x="1082" y="92"/>
                  <a:pt x="1082" y="92"/>
                  <a:pt x="1082" y="92"/>
                </a:cubicBezTo>
                <a:cubicBezTo>
                  <a:pt x="1082" y="91"/>
                  <a:pt x="1082" y="91"/>
                  <a:pt x="1082" y="91"/>
                </a:cubicBezTo>
                <a:cubicBezTo>
                  <a:pt x="1082" y="90"/>
                  <a:pt x="1082" y="90"/>
                  <a:pt x="1082" y="90"/>
                </a:cubicBezTo>
                <a:cubicBezTo>
                  <a:pt x="1082" y="66"/>
                  <a:pt x="1091" y="44"/>
                  <a:pt x="1105" y="27"/>
                </a:cubicBezTo>
                <a:cubicBezTo>
                  <a:pt x="1105" y="27"/>
                  <a:pt x="1105" y="27"/>
                  <a:pt x="1105" y="27"/>
                </a:cubicBezTo>
                <a:cubicBezTo>
                  <a:pt x="1119" y="11"/>
                  <a:pt x="1139" y="0"/>
                  <a:pt x="1161" y="0"/>
                </a:cubicBezTo>
                <a:cubicBezTo>
                  <a:pt x="1161" y="0"/>
                  <a:pt x="1161" y="0"/>
                  <a:pt x="1161" y="0"/>
                </a:cubicBezTo>
                <a:cubicBezTo>
                  <a:pt x="1168" y="0"/>
                  <a:pt x="1168" y="0"/>
                  <a:pt x="1168" y="0"/>
                </a:cubicBezTo>
                <a:cubicBezTo>
                  <a:pt x="1190" y="0"/>
                  <a:pt x="1210" y="11"/>
                  <a:pt x="1224" y="27"/>
                </a:cubicBezTo>
                <a:cubicBezTo>
                  <a:pt x="1224" y="27"/>
                  <a:pt x="1224" y="27"/>
                  <a:pt x="1224" y="27"/>
                </a:cubicBezTo>
                <a:cubicBezTo>
                  <a:pt x="1239" y="44"/>
                  <a:pt x="1247" y="66"/>
                  <a:pt x="1247" y="90"/>
                </a:cubicBezTo>
                <a:cubicBezTo>
                  <a:pt x="1247" y="90"/>
                  <a:pt x="1247" y="90"/>
                  <a:pt x="1247" y="90"/>
                </a:cubicBezTo>
                <a:cubicBezTo>
                  <a:pt x="1247" y="90"/>
                  <a:pt x="1247" y="90"/>
                  <a:pt x="1247" y="90"/>
                </a:cubicBezTo>
                <a:cubicBezTo>
                  <a:pt x="1227" y="90"/>
                  <a:pt x="1227" y="90"/>
                  <a:pt x="1227" y="90"/>
                </a:cubicBezTo>
                <a:cubicBezTo>
                  <a:pt x="1227" y="71"/>
                  <a:pt x="1220" y="53"/>
                  <a:pt x="1209" y="40"/>
                </a:cubicBezTo>
                <a:cubicBezTo>
                  <a:pt x="1209" y="40"/>
                  <a:pt x="1209" y="40"/>
                  <a:pt x="1209" y="40"/>
                </a:cubicBezTo>
                <a:cubicBezTo>
                  <a:pt x="1198" y="28"/>
                  <a:pt x="1184" y="21"/>
                  <a:pt x="1168" y="20"/>
                </a:cubicBezTo>
                <a:cubicBezTo>
                  <a:pt x="1168" y="20"/>
                  <a:pt x="1168" y="20"/>
                  <a:pt x="1168" y="20"/>
                </a:cubicBezTo>
                <a:cubicBezTo>
                  <a:pt x="1161" y="20"/>
                  <a:pt x="1161" y="20"/>
                  <a:pt x="1161" y="20"/>
                </a:cubicBezTo>
                <a:cubicBezTo>
                  <a:pt x="1145" y="21"/>
                  <a:pt x="1131" y="28"/>
                  <a:pt x="1120" y="40"/>
                </a:cubicBezTo>
                <a:cubicBezTo>
                  <a:pt x="1120" y="40"/>
                  <a:pt x="1120" y="40"/>
                  <a:pt x="1120" y="40"/>
                </a:cubicBezTo>
                <a:cubicBezTo>
                  <a:pt x="1109" y="53"/>
                  <a:pt x="1103" y="70"/>
                  <a:pt x="1102" y="90"/>
                </a:cubicBezTo>
                <a:cubicBezTo>
                  <a:pt x="1102" y="90"/>
                  <a:pt x="1102" y="90"/>
                  <a:pt x="1102" y="90"/>
                </a:cubicBezTo>
                <a:cubicBezTo>
                  <a:pt x="1102" y="90"/>
                  <a:pt x="1102" y="90"/>
                  <a:pt x="1102" y="90"/>
                </a:cubicBezTo>
                <a:cubicBezTo>
                  <a:pt x="1102" y="1246"/>
                  <a:pt x="1102" y="1246"/>
                  <a:pt x="1102" y="1246"/>
                </a:cubicBezTo>
                <a:cubicBezTo>
                  <a:pt x="1102" y="1271"/>
                  <a:pt x="1094" y="1293"/>
                  <a:pt x="1080" y="1309"/>
                </a:cubicBezTo>
                <a:cubicBezTo>
                  <a:pt x="1080" y="1309"/>
                  <a:pt x="1080" y="1309"/>
                  <a:pt x="1080" y="1309"/>
                </a:cubicBezTo>
                <a:cubicBezTo>
                  <a:pt x="1066" y="1326"/>
                  <a:pt x="1046" y="1336"/>
                  <a:pt x="1024" y="1336"/>
                </a:cubicBezTo>
                <a:cubicBezTo>
                  <a:pt x="1024" y="1336"/>
                  <a:pt x="1024" y="1336"/>
                  <a:pt x="1024" y="1336"/>
                </a:cubicBezTo>
                <a:cubicBezTo>
                  <a:pt x="1024" y="1336"/>
                  <a:pt x="1024" y="1336"/>
                  <a:pt x="1024" y="1336"/>
                </a:cubicBez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17" name="任意多边形 15">
            <a:extLst>
              <a:ext uri="{FF2B5EF4-FFF2-40B4-BE49-F238E27FC236}">
                <a16:creationId xmlns:a16="http://schemas.microsoft.com/office/drawing/2014/main" id="{3001ED72-3B18-09F2-FF37-884774E57062}"/>
              </a:ext>
            </a:extLst>
          </p:cNvPr>
          <p:cNvSpPr/>
          <p:nvPr/>
        </p:nvSpPr>
        <p:spPr bwMode="auto">
          <a:xfrm>
            <a:off x="1943100" y="3476889"/>
            <a:ext cx="2912533" cy="2523067"/>
          </a:xfrm>
          <a:custGeom>
            <a:avLst/>
            <a:gdLst>
              <a:gd name="connsiteX0" fmla="*/ 156203 w 2912533"/>
              <a:gd name="connsiteY0" fmla="*/ 0 h 2523067"/>
              <a:gd name="connsiteX1" fmla="*/ 318914 w 2912533"/>
              <a:gd name="connsiteY1" fmla="*/ 104140 h 2523067"/>
              <a:gd name="connsiteX2" fmla="*/ 478371 w 2912533"/>
              <a:gd name="connsiteY2" fmla="*/ 0 h 2523067"/>
              <a:gd name="connsiteX3" fmla="*/ 641083 w 2912533"/>
              <a:gd name="connsiteY3" fmla="*/ 104140 h 2523067"/>
              <a:gd name="connsiteX4" fmla="*/ 800540 w 2912533"/>
              <a:gd name="connsiteY4" fmla="*/ 0 h 2523067"/>
              <a:gd name="connsiteX5" fmla="*/ 959997 w 2912533"/>
              <a:gd name="connsiteY5" fmla="*/ 104140 h 2523067"/>
              <a:gd name="connsiteX6" fmla="*/ 1122708 w 2912533"/>
              <a:gd name="connsiteY6" fmla="*/ 0 h 2523067"/>
              <a:gd name="connsiteX7" fmla="*/ 1282166 w 2912533"/>
              <a:gd name="connsiteY7" fmla="*/ 104140 h 2523067"/>
              <a:gd name="connsiteX8" fmla="*/ 1444877 w 2912533"/>
              <a:gd name="connsiteY8" fmla="*/ 0 h 2523067"/>
              <a:gd name="connsiteX9" fmla="*/ 1604334 w 2912533"/>
              <a:gd name="connsiteY9" fmla="*/ 104140 h 2523067"/>
              <a:gd name="connsiteX10" fmla="*/ 1767045 w 2912533"/>
              <a:gd name="connsiteY10" fmla="*/ 0 h 2523067"/>
              <a:gd name="connsiteX11" fmla="*/ 1926502 w 2912533"/>
              <a:gd name="connsiteY11" fmla="*/ 104140 h 2523067"/>
              <a:gd name="connsiteX12" fmla="*/ 2089214 w 2912533"/>
              <a:gd name="connsiteY12" fmla="*/ 0 h 2523067"/>
              <a:gd name="connsiteX13" fmla="*/ 2248671 w 2912533"/>
              <a:gd name="connsiteY13" fmla="*/ 104140 h 2523067"/>
              <a:gd name="connsiteX14" fmla="*/ 2411382 w 2912533"/>
              <a:gd name="connsiteY14" fmla="*/ 0 h 2523067"/>
              <a:gd name="connsiteX15" fmla="*/ 2570839 w 2912533"/>
              <a:gd name="connsiteY15" fmla="*/ 104140 h 2523067"/>
              <a:gd name="connsiteX16" fmla="*/ 2730296 w 2912533"/>
              <a:gd name="connsiteY16" fmla="*/ 0 h 2523067"/>
              <a:gd name="connsiteX17" fmla="*/ 2893008 w 2912533"/>
              <a:gd name="connsiteY17" fmla="*/ 104140 h 2523067"/>
              <a:gd name="connsiteX18" fmla="*/ 2912533 w 2912533"/>
              <a:gd name="connsiteY18" fmla="*/ 104140 h 2523067"/>
              <a:gd name="connsiteX19" fmla="*/ 2912533 w 2912533"/>
              <a:gd name="connsiteY19" fmla="*/ 447375 h 2523067"/>
              <a:gd name="connsiteX20" fmla="*/ 2912533 w 2912533"/>
              <a:gd name="connsiteY20" fmla="*/ 479652 h 2523067"/>
              <a:gd name="connsiteX21" fmla="*/ 2912533 w 2912533"/>
              <a:gd name="connsiteY21" fmla="*/ 520700 h 2523067"/>
              <a:gd name="connsiteX22" fmla="*/ 2912533 w 2912533"/>
              <a:gd name="connsiteY22" fmla="*/ 2295298 h 2523067"/>
              <a:gd name="connsiteX23" fmla="*/ 2697754 w 2912533"/>
              <a:gd name="connsiteY23" fmla="*/ 2523067 h 2523067"/>
              <a:gd name="connsiteX24" fmla="*/ 214779 w 2912533"/>
              <a:gd name="connsiteY24" fmla="*/ 2523067 h 2523067"/>
              <a:gd name="connsiteX25" fmla="*/ 0 w 2912533"/>
              <a:gd name="connsiteY25" fmla="*/ 2295298 h 2523067"/>
              <a:gd name="connsiteX26" fmla="*/ 0 w 2912533"/>
              <a:gd name="connsiteY26" fmla="*/ 535062 h 2523067"/>
              <a:gd name="connsiteX27" fmla="*/ 0 w 2912533"/>
              <a:gd name="connsiteY27" fmla="*/ 520700 h 2523067"/>
              <a:gd name="connsiteX28" fmla="*/ 0 w 2912533"/>
              <a:gd name="connsiteY28" fmla="*/ 519887 h 2523067"/>
              <a:gd name="connsiteX29" fmla="*/ 0 w 2912533"/>
              <a:gd name="connsiteY29" fmla="*/ 514191 h 2523067"/>
              <a:gd name="connsiteX30" fmla="*/ 0 w 2912533"/>
              <a:gd name="connsiteY30" fmla="*/ 508022 h 2523067"/>
              <a:gd name="connsiteX31" fmla="*/ 0 w 2912533"/>
              <a:gd name="connsiteY31" fmla="*/ 498733 h 2523067"/>
              <a:gd name="connsiteX32" fmla="*/ 0 w 2912533"/>
              <a:gd name="connsiteY32" fmla="*/ 491621 h 2523067"/>
              <a:gd name="connsiteX33" fmla="*/ 0 w 2912533"/>
              <a:gd name="connsiteY33" fmla="*/ 479652 h 2523067"/>
              <a:gd name="connsiteX34" fmla="*/ 0 w 2912533"/>
              <a:gd name="connsiteY34" fmla="*/ 468630 h 2523067"/>
              <a:gd name="connsiteX35" fmla="*/ 0 w 2912533"/>
              <a:gd name="connsiteY35" fmla="*/ 104140 h 2523067"/>
              <a:gd name="connsiteX36" fmla="*/ 156203 w 2912533"/>
              <a:gd name="connsiteY36" fmla="*/ 0 h 2523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912533" h="2523067">
                <a:moveTo>
                  <a:pt x="156203" y="0"/>
                </a:moveTo>
                <a:cubicBezTo>
                  <a:pt x="188745" y="61833"/>
                  <a:pt x="250576" y="104140"/>
                  <a:pt x="318914" y="104140"/>
                </a:cubicBezTo>
                <a:cubicBezTo>
                  <a:pt x="387253" y="104140"/>
                  <a:pt x="445829" y="61833"/>
                  <a:pt x="478371" y="0"/>
                </a:cubicBezTo>
                <a:cubicBezTo>
                  <a:pt x="510914" y="61833"/>
                  <a:pt x="572744" y="104140"/>
                  <a:pt x="641083" y="104140"/>
                </a:cubicBezTo>
                <a:cubicBezTo>
                  <a:pt x="706167" y="104140"/>
                  <a:pt x="767998" y="61833"/>
                  <a:pt x="800540" y="0"/>
                </a:cubicBezTo>
                <a:cubicBezTo>
                  <a:pt x="833082" y="61833"/>
                  <a:pt x="894913" y="104140"/>
                  <a:pt x="959997" y="104140"/>
                </a:cubicBezTo>
                <a:cubicBezTo>
                  <a:pt x="1028336" y="104140"/>
                  <a:pt x="1090166" y="61833"/>
                  <a:pt x="1122708" y="0"/>
                </a:cubicBezTo>
                <a:cubicBezTo>
                  <a:pt x="1155251" y="61833"/>
                  <a:pt x="1213827" y="104140"/>
                  <a:pt x="1282166" y="104140"/>
                </a:cubicBezTo>
                <a:cubicBezTo>
                  <a:pt x="1350504" y="104140"/>
                  <a:pt x="1412335" y="61833"/>
                  <a:pt x="1444877" y="0"/>
                </a:cubicBezTo>
                <a:cubicBezTo>
                  <a:pt x="1477419" y="61833"/>
                  <a:pt x="1535995" y="104140"/>
                  <a:pt x="1604334" y="104140"/>
                </a:cubicBezTo>
                <a:cubicBezTo>
                  <a:pt x="1672673" y="104140"/>
                  <a:pt x="1734503" y="61833"/>
                  <a:pt x="1767045" y="0"/>
                </a:cubicBezTo>
                <a:cubicBezTo>
                  <a:pt x="1799588" y="61833"/>
                  <a:pt x="1858164" y="104140"/>
                  <a:pt x="1926502" y="104140"/>
                </a:cubicBezTo>
                <a:cubicBezTo>
                  <a:pt x="1994841" y="104140"/>
                  <a:pt x="2053417" y="61833"/>
                  <a:pt x="2089214" y="0"/>
                </a:cubicBezTo>
                <a:cubicBezTo>
                  <a:pt x="2121756" y="61833"/>
                  <a:pt x="2180332" y="104140"/>
                  <a:pt x="2248671" y="104140"/>
                </a:cubicBezTo>
                <a:cubicBezTo>
                  <a:pt x="2317010" y="104140"/>
                  <a:pt x="2375586" y="61833"/>
                  <a:pt x="2411382" y="0"/>
                </a:cubicBezTo>
                <a:cubicBezTo>
                  <a:pt x="2443924" y="61833"/>
                  <a:pt x="2502501" y="104140"/>
                  <a:pt x="2570839" y="104140"/>
                </a:cubicBezTo>
                <a:cubicBezTo>
                  <a:pt x="2639178" y="104140"/>
                  <a:pt x="2697754" y="61833"/>
                  <a:pt x="2730296" y="0"/>
                </a:cubicBezTo>
                <a:cubicBezTo>
                  <a:pt x="2766093" y="61833"/>
                  <a:pt x="2824669" y="104140"/>
                  <a:pt x="2893008" y="104140"/>
                </a:cubicBezTo>
                <a:cubicBezTo>
                  <a:pt x="2899516" y="104140"/>
                  <a:pt x="2906025" y="104140"/>
                  <a:pt x="2912533" y="104140"/>
                </a:cubicBezTo>
                <a:cubicBezTo>
                  <a:pt x="2912533" y="104140"/>
                  <a:pt x="2912533" y="104140"/>
                  <a:pt x="2912533" y="447375"/>
                </a:cubicBezTo>
                <a:lnTo>
                  <a:pt x="2912533" y="479652"/>
                </a:lnTo>
                <a:lnTo>
                  <a:pt x="2912533" y="520700"/>
                </a:lnTo>
                <a:lnTo>
                  <a:pt x="2912533" y="2295298"/>
                </a:lnTo>
                <a:cubicBezTo>
                  <a:pt x="2912533" y="2422198"/>
                  <a:pt x="2814906" y="2523067"/>
                  <a:pt x="2697754" y="2523067"/>
                </a:cubicBezTo>
                <a:cubicBezTo>
                  <a:pt x="214779" y="2523067"/>
                  <a:pt x="214779" y="2523067"/>
                  <a:pt x="214779" y="2523067"/>
                </a:cubicBezTo>
                <a:cubicBezTo>
                  <a:pt x="94373" y="2523067"/>
                  <a:pt x="0" y="2422198"/>
                  <a:pt x="0" y="2295298"/>
                </a:cubicBezTo>
                <a:cubicBezTo>
                  <a:pt x="0" y="1047042"/>
                  <a:pt x="0" y="656962"/>
                  <a:pt x="0" y="535062"/>
                </a:cubicBezTo>
                <a:lnTo>
                  <a:pt x="0" y="520700"/>
                </a:lnTo>
                <a:lnTo>
                  <a:pt x="0" y="519887"/>
                </a:lnTo>
                <a:lnTo>
                  <a:pt x="0" y="514191"/>
                </a:lnTo>
                <a:lnTo>
                  <a:pt x="0" y="508022"/>
                </a:lnTo>
                <a:lnTo>
                  <a:pt x="0" y="498733"/>
                </a:lnTo>
                <a:lnTo>
                  <a:pt x="0" y="491621"/>
                </a:lnTo>
                <a:cubicBezTo>
                  <a:pt x="0" y="479652"/>
                  <a:pt x="0" y="479652"/>
                  <a:pt x="0" y="479652"/>
                </a:cubicBezTo>
                <a:lnTo>
                  <a:pt x="0" y="468630"/>
                </a:lnTo>
                <a:cubicBezTo>
                  <a:pt x="0" y="416560"/>
                  <a:pt x="0" y="312420"/>
                  <a:pt x="0" y="104140"/>
                </a:cubicBezTo>
                <a:cubicBezTo>
                  <a:pt x="65085" y="104140"/>
                  <a:pt x="123661" y="61833"/>
                  <a:pt x="156203" y="0"/>
                </a:cubicBezTo>
                <a:close/>
              </a:path>
            </a:pathLst>
          </a:custGeom>
          <a:solidFill>
            <a:schemeClr val="accent1"/>
          </a:solidFill>
          <a:ln>
            <a:noFill/>
          </a:ln>
        </p:spPr>
        <p:txBody>
          <a:bodyPr wrap="square">
            <a:noAutofit/>
          </a:bodyPr>
          <a:lstStyle/>
          <a:p>
            <a:endParaRPr lang="zh-CN" altLang="en-US" sz="2135">
              <a:cs typeface="+mn-ea"/>
              <a:sym typeface="+mn-lt"/>
            </a:endParaRPr>
          </a:p>
        </p:txBody>
      </p:sp>
      <p:sp>
        <p:nvSpPr>
          <p:cNvPr id="18" name="Rectangle 9">
            <a:extLst>
              <a:ext uri="{FF2B5EF4-FFF2-40B4-BE49-F238E27FC236}">
                <a16:creationId xmlns:a16="http://schemas.microsoft.com/office/drawing/2014/main" id="{F0B1532A-ABDF-AA6A-B3D6-E267C67C3353}"/>
              </a:ext>
            </a:extLst>
          </p:cNvPr>
          <p:cNvSpPr>
            <a:spLocks noChangeArrowheads="1"/>
          </p:cNvSpPr>
          <p:nvPr/>
        </p:nvSpPr>
        <p:spPr bwMode="auto">
          <a:xfrm>
            <a:off x="4182534" y="2086239"/>
            <a:ext cx="427567" cy="3500967"/>
          </a:xfrm>
          <a:prstGeom prst="rect">
            <a:avLst/>
          </a:prstGeom>
          <a:solidFill>
            <a:schemeClr val="accent5"/>
          </a:solidFill>
          <a:ln>
            <a:noFill/>
          </a:ln>
        </p:spPr>
        <p:txBody>
          <a:bodyPr/>
          <a:lstStyle/>
          <a:p>
            <a:endParaRPr lang="zh-CN" altLang="en-US" sz="2135">
              <a:cs typeface="+mn-ea"/>
              <a:sym typeface="+mn-lt"/>
            </a:endParaRPr>
          </a:p>
        </p:txBody>
      </p:sp>
      <p:sp>
        <p:nvSpPr>
          <p:cNvPr id="19" name="Rectangle 10">
            <a:extLst>
              <a:ext uri="{FF2B5EF4-FFF2-40B4-BE49-F238E27FC236}">
                <a16:creationId xmlns:a16="http://schemas.microsoft.com/office/drawing/2014/main" id="{260E17B6-DDC1-5772-A3DB-287364401BDB}"/>
              </a:ext>
            </a:extLst>
          </p:cNvPr>
          <p:cNvSpPr>
            <a:spLocks noChangeArrowheads="1"/>
          </p:cNvSpPr>
          <p:nvPr/>
        </p:nvSpPr>
        <p:spPr bwMode="auto">
          <a:xfrm>
            <a:off x="3843868" y="2386805"/>
            <a:ext cx="116417" cy="3200400"/>
          </a:xfrm>
          <a:prstGeom prst="rect">
            <a:avLst/>
          </a:prstGeom>
          <a:solidFill>
            <a:schemeClr val="accent2"/>
          </a:solidFill>
          <a:ln>
            <a:noFill/>
          </a:ln>
        </p:spPr>
        <p:txBody>
          <a:bodyPr/>
          <a:lstStyle/>
          <a:p>
            <a:endParaRPr lang="zh-CN" altLang="en-US" sz="2135">
              <a:cs typeface="+mn-ea"/>
              <a:sym typeface="+mn-lt"/>
            </a:endParaRPr>
          </a:p>
        </p:txBody>
      </p:sp>
      <p:sp>
        <p:nvSpPr>
          <p:cNvPr id="20" name="Freeform 20">
            <a:extLst>
              <a:ext uri="{FF2B5EF4-FFF2-40B4-BE49-F238E27FC236}">
                <a16:creationId xmlns:a16="http://schemas.microsoft.com/office/drawing/2014/main" id="{2B3F4AD3-4DEE-A854-F374-E5F8684677DF}"/>
              </a:ext>
            </a:extLst>
          </p:cNvPr>
          <p:cNvSpPr/>
          <p:nvPr/>
        </p:nvSpPr>
        <p:spPr bwMode="auto">
          <a:xfrm>
            <a:off x="4449233" y="3091656"/>
            <a:ext cx="450851" cy="40217"/>
          </a:xfrm>
          <a:custGeom>
            <a:avLst/>
            <a:gdLst>
              <a:gd name="T0" fmla="*/ 213 w 213"/>
              <a:gd name="T1" fmla="*/ 19 h 19"/>
              <a:gd name="T2" fmla="*/ 213 w 213"/>
              <a:gd name="T3" fmla="*/ 0 h 19"/>
              <a:gd name="T4" fmla="*/ 0 w 213"/>
              <a:gd name="T5" fmla="*/ 0 h 19"/>
              <a:gd name="T6" fmla="*/ 0 w 213"/>
              <a:gd name="T7" fmla="*/ 19 h 19"/>
              <a:gd name="T8" fmla="*/ 213 w 213"/>
              <a:gd name="T9" fmla="*/ 19 h 19"/>
              <a:gd name="T10" fmla="*/ 213 w 213"/>
              <a:gd name="T11" fmla="*/ 19 h 19"/>
            </a:gdLst>
            <a:ahLst/>
            <a:cxnLst>
              <a:cxn ang="0">
                <a:pos x="T0" y="T1"/>
              </a:cxn>
              <a:cxn ang="0">
                <a:pos x="T2" y="T3"/>
              </a:cxn>
              <a:cxn ang="0">
                <a:pos x="T4" y="T5"/>
              </a:cxn>
              <a:cxn ang="0">
                <a:pos x="T6" y="T7"/>
              </a:cxn>
              <a:cxn ang="0">
                <a:pos x="T8" y="T9"/>
              </a:cxn>
              <a:cxn ang="0">
                <a:pos x="T10" y="T11"/>
              </a:cxn>
            </a:cxnLst>
            <a:rect l="0" t="0" r="r" b="b"/>
            <a:pathLst>
              <a:path w="213" h="19">
                <a:moveTo>
                  <a:pt x="213" y="19"/>
                </a:moveTo>
                <a:lnTo>
                  <a:pt x="213" y="0"/>
                </a:lnTo>
                <a:lnTo>
                  <a:pt x="0" y="0"/>
                </a:lnTo>
                <a:lnTo>
                  <a:pt x="0" y="19"/>
                </a:lnTo>
                <a:lnTo>
                  <a:pt x="213" y="19"/>
                </a:lnTo>
                <a:lnTo>
                  <a:pt x="213"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1" name="Freeform 21">
            <a:extLst>
              <a:ext uri="{FF2B5EF4-FFF2-40B4-BE49-F238E27FC236}">
                <a16:creationId xmlns:a16="http://schemas.microsoft.com/office/drawing/2014/main" id="{70E1F164-1D35-9A0C-849B-8F5D3827981B}"/>
              </a:ext>
            </a:extLst>
          </p:cNvPr>
          <p:cNvSpPr/>
          <p:nvPr/>
        </p:nvSpPr>
        <p:spPr bwMode="auto">
          <a:xfrm>
            <a:off x="4614334" y="3364706"/>
            <a:ext cx="285751" cy="40217"/>
          </a:xfrm>
          <a:custGeom>
            <a:avLst/>
            <a:gdLst>
              <a:gd name="T0" fmla="*/ 135 w 135"/>
              <a:gd name="T1" fmla="*/ 19 h 19"/>
              <a:gd name="T2" fmla="*/ 135 w 135"/>
              <a:gd name="T3" fmla="*/ 0 h 19"/>
              <a:gd name="T4" fmla="*/ 0 w 135"/>
              <a:gd name="T5" fmla="*/ 0 h 19"/>
              <a:gd name="T6" fmla="*/ 0 w 135"/>
              <a:gd name="T7" fmla="*/ 19 h 19"/>
              <a:gd name="T8" fmla="*/ 135 w 135"/>
              <a:gd name="T9" fmla="*/ 19 h 19"/>
              <a:gd name="T10" fmla="*/ 135 w 135"/>
              <a:gd name="T11" fmla="*/ 19 h 19"/>
            </a:gdLst>
            <a:ahLst/>
            <a:cxnLst>
              <a:cxn ang="0">
                <a:pos x="T0" y="T1"/>
              </a:cxn>
              <a:cxn ang="0">
                <a:pos x="T2" y="T3"/>
              </a:cxn>
              <a:cxn ang="0">
                <a:pos x="T4" y="T5"/>
              </a:cxn>
              <a:cxn ang="0">
                <a:pos x="T6" y="T7"/>
              </a:cxn>
              <a:cxn ang="0">
                <a:pos x="T8" y="T9"/>
              </a:cxn>
              <a:cxn ang="0">
                <a:pos x="T10" y="T11"/>
              </a:cxn>
            </a:cxnLst>
            <a:rect l="0" t="0" r="r" b="b"/>
            <a:pathLst>
              <a:path w="135" h="19">
                <a:moveTo>
                  <a:pt x="135" y="19"/>
                </a:moveTo>
                <a:lnTo>
                  <a:pt x="135" y="0"/>
                </a:lnTo>
                <a:lnTo>
                  <a:pt x="0" y="0"/>
                </a:lnTo>
                <a:lnTo>
                  <a:pt x="0" y="19"/>
                </a:lnTo>
                <a:lnTo>
                  <a:pt x="135" y="19"/>
                </a:lnTo>
                <a:lnTo>
                  <a:pt x="135"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2" name="Freeform 22">
            <a:extLst>
              <a:ext uri="{FF2B5EF4-FFF2-40B4-BE49-F238E27FC236}">
                <a16:creationId xmlns:a16="http://schemas.microsoft.com/office/drawing/2014/main" id="{A7B46AA4-8AB3-97A2-24B3-2145F1537B81}"/>
              </a:ext>
            </a:extLst>
          </p:cNvPr>
          <p:cNvSpPr/>
          <p:nvPr/>
        </p:nvSpPr>
        <p:spPr bwMode="auto">
          <a:xfrm>
            <a:off x="4614334" y="3641989"/>
            <a:ext cx="285751" cy="38100"/>
          </a:xfrm>
          <a:custGeom>
            <a:avLst/>
            <a:gdLst>
              <a:gd name="T0" fmla="*/ 135 w 135"/>
              <a:gd name="T1" fmla="*/ 18 h 18"/>
              <a:gd name="T2" fmla="*/ 135 w 135"/>
              <a:gd name="T3" fmla="*/ 0 h 18"/>
              <a:gd name="T4" fmla="*/ 0 w 135"/>
              <a:gd name="T5" fmla="*/ 0 h 18"/>
              <a:gd name="T6" fmla="*/ 0 w 135"/>
              <a:gd name="T7" fmla="*/ 18 h 18"/>
              <a:gd name="T8" fmla="*/ 135 w 135"/>
              <a:gd name="T9" fmla="*/ 18 h 18"/>
              <a:gd name="T10" fmla="*/ 135 w 135"/>
              <a:gd name="T11" fmla="*/ 18 h 18"/>
            </a:gdLst>
            <a:ahLst/>
            <a:cxnLst>
              <a:cxn ang="0">
                <a:pos x="T0" y="T1"/>
              </a:cxn>
              <a:cxn ang="0">
                <a:pos x="T2" y="T3"/>
              </a:cxn>
              <a:cxn ang="0">
                <a:pos x="T4" y="T5"/>
              </a:cxn>
              <a:cxn ang="0">
                <a:pos x="T6" y="T7"/>
              </a:cxn>
              <a:cxn ang="0">
                <a:pos x="T8" y="T9"/>
              </a:cxn>
              <a:cxn ang="0">
                <a:pos x="T10" y="T11"/>
              </a:cxn>
            </a:cxnLst>
            <a:rect l="0" t="0" r="r" b="b"/>
            <a:pathLst>
              <a:path w="135" h="18">
                <a:moveTo>
                  <a:pt x="135" y="18"/>
                </a:moveTo>
                <a:lnTo>
                  <a:pt x="135" y="0"/>
                </a:lnTo>
                <a:lnTo>
                  <a:pt x="0" y="0"/>
                </a:lnTo>
                <a:lnTo>
                  <a:pt x="0" y="18"/>
                </a:lnTo>
                <a:lnTo>
                  <a:pt x="135" y="18"/>
                </a:lnTo>
                <a:lnTo>
                  <a:pt x="135"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3" name="Freeform 23">
            <a:extLst>
              <a:ext uri="{FF2B5EF4-FFF2-40B4-BE49-F238E27FC236}">
                <a16:creationId xmlns:a16="http://schemas.microsoft.com/office/drawing/2014/main" id="{12C5E101-2726-6B29-9FB5-693F226C0048}"/>
              </a:ext>
            </a:extLst>
          </p:cNvPr>
          <p:cNvSpPr/>
          <p:nvPr/>
        </p:nvSpPr>
        <p:spPr bwMode="auto">
          <a:xfrm>
            <a:off x="4614334" y="3915040"/>
            <a:ext cx="285751" cy="40217"/>
          </a:xfrm>
          <a:custGeom>
            <a:avLst/>
            <a:gdLst>
              <a:gd name="T0" fmla="*/ 135 w 135"/>
              <a:gd name="T1" fmla="*/ 19 h 19"/>
              <a:gd name="T2" fmla="*/ 135 w 135"/>
              <a:gd name="T3" fmla="*/ 0 h 19"/>
              <a:gd name="T4" fmla="*/ 0 w 135"/>
              <a:gd name="T5" fmla="*/ 0 h 19"/>
              <a:gd name="T6" fmla="*/ 0 w 135"/>
              <a:gd name="T7" fmla="*/ 19 h 19"/>
              <a:gd name="T8" fmla="*/ 135 w 135"/>
              <a:gd name="T9" fmla="*/ 19 h 19"/>
              <a:gd name="T10" fmla="*/ 135 w 135"/>
              <a:gd name="T11" fmla="*/ 19 h 19"/>
            </a:gdLst>
            <a:ahLst/>
            <a:cxnLst>
              <a:cxn ang="0">
                <a:pos x="T0" y="T1"/>
              </a:cxn>
              <a:cxn ang="0">
                <a:pos x="T2" y="T3"/>
              </a:cxn>
              <a:cxn ang="0">
                <a:pos x="T4" y="T5"/>
              </a:cxn>
              <a:cxn ang="0">
                <a:pos x="T6" y="T7"/>
              </a:cxn>
              <a:cxn ang="0">
                <a:pos x="T8" y="T9"/>
              </a:cxn>
              <a:cxn ang="0">
                <a:pos x="T10" y="T11"/>
              </a:cxn>
            </a:cxnLst>
            <a:rect l="0" t="0" r="r" b="b"/>
            <a:pathLst>
              <a:path w="135" h="19">
                <a:moveTo>
                  <a:pt x="135" y="19"/>
                </a:moveTo>
                <a:lnTo>
                  <a:pt x="135" y="0"/>
                </a:lnTo>
                <a:lnTo>
                  <a:pt x="0" y="0"/>
                </a:lnTo>
                <a:lnTo>
                  <a:pt x="0" y="19"/>
                </a:lnTo>
                <a:lnTo>
                  <a:pt x="135" y="19"/>
                </a:lnTo>
                <a:lnTo>
                  <a:pt x="135"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4" name="Freeform 24">
            <a:extLst>
              <a:ext uri="{FF2B5EF4-FFF2-40B4-BE49-F238E27FC236}">
                <a16:creationId xmlns:a16="http://schemas.microsoft.com/office/drawing/2014/main" id="{7CE94FCE-6BEE-2230-0F51-A5E72A3F0D46}"/>
              </a:ext>
            </a:extLst>
          </p:cNvPr>
          <p:cNvSpPr/>
          <p:nvPr/>
        </p:nvSpPr>
        <p:spPr bwMode="auto">
          <a:xfrm>
            <a:off x="4449233" y="4188089"/>
            <a:ext cx="450851" cy="40217"/>
          </a:xfrm>
          <a:custGeom>
            <a:avLst/>
            <a:gdLst>
              <a:gd name="T0" fmla="*/ 213 w 213"/>
              <a:gd name="T1" fmla="*/ 19 h 19"/>
              <a:gd name="T2" fmla="*/ 213 w 213"/>
              <a:gd name="T3" fmla="*/ 0 h 19"/>
              <a:gd name="T4" fmla="*/ 0 w 213"/>
              <a:gd name="T5" fmla="*/ 0 h 19"/>
              <a:gd name="T6" fmla="*/ 0 w 213"/>
              <a:gd name="T7" fmla="*/ 19 h 19"/>
              <a:gd name="T8" fmla="*/ 213 w 213"/>
              <a:gd name="T9" fmla="*/ 19 h 19"/>
              <a:gd name="T10" fmla="*/ 213 w 213"/>
              <a:gd name="T11" fmla="*/ 19 h 19"/>
            </a:gdLst>
            <a:ahLst/>
            <a:cxnLst>
              <a:cxn ang="0">
                <a:pos x="T0" y="T1"/>
              </a:cxn>
              <a:cxn ang="0">
                <a:pos x="T2" y="T3"/>
              </a:cxn>
              <a:cxn ang="0">
                <a:pos x="T4" y="T5"/>
              </a:cxn>
              <a:cxn ang="0">
                <a:pos x="T6" y="T7"/>
              </a:cxn>
              <a:cxn ang="0">
                <a:pos x="T8" y="T9"/>
              </a:cxn>
              <a:cxn ang="0">
                <a:pos x="T10" y="T11"/>
              </a:cxn>
            </a:cxnLst>
            <a:rect l="0" t="0" r="r" b="b"/>
            <a:pathLst>
              <a:path w="213" h="19">
                <a:moveTo>
                  <a:pt x="213" y="19"/>
                </a:moveTo>
                <a:lnTo>
                  <a:pt x="213" y="0"/>
                </a:lnTo>
                <a:lnTo>
                  <a:pt x="0" y="0"/>
                </a:lnTo>
                <a:lnTo>
                  <a:pt x="0" y="19"/>
                </a:lnTo>
                <a:lnTo>
                  <a:pt x="213" y="19"/>
                </a:lnTo>
                <a:lnTo>
                  <a:pt x="213"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5" name="Freeform 25">
            <a:extLst>
              <a:ext uri="{FF2B5EF4-FFF2-40B4-BE49-F238E27FC236}">
                <a16:creationId xmlns:a16="http://schemas.microsoft.com/office/drawing/2014/main" id="{64E37C8A-D80E-B82A-91CE-3B3EE0822DE3}"/>
              </a:ext>
            </a:extLst>
          </p:cNvPr>
          <p:cNvSpPr/>
          <p:nvPr/>
        </p:nvSpPr>
        <p:spPr bwMode="auto">
          <a:xfrm>
            <a:off x="4614334" y="4465373"/>
            <a:ext cx="302684" cy="38100"/>
          </a:xfrm>
          <a:custGeom>
            <a:avLst/>
            <a:gdLst>
              <a:gd name="T0" fmla="*/ 143 w 143"/>
              <a:gd name="T1" fmla="*/ 18 h 18"/>
              <a:gd name="T2" fmla="*/ 143 w 143"/>
              <a:gd name="T3" fmla="*/ 0 h 18"/>
              <a:gd name="T4" fmla="*/ 0 w 143"/>
              <a:gd name="T5" fmla="*/ 0 h 18"/>
              <a:gd name="T6" fmla="*/ 0 w 143"/>
              <a:gd name="T7" fmla="*/ 18 h 18"/>
              <a:gd name="T8" fmla="*/ 143 w 143"/>
              <a:gd name="T9" fmla="*/ 18 h 18"/>
              <a:gd name="T10" fmla="*/ 143 w 143"/>
              <a:gd name="T11" fmla="*/ 18 h 18"/>
            </a:gdLst>
            <a:ahLst/>
            <a:cxnLst>
              <a:cxn ang="0">
                <a:pos x="T0" y="T1"/>
              </a:cxn>
              <a:cxn ang="0">
                <a:pos x="T2" y="T3"/>
              </a:cxn>
              <a:cxn ang="0">
                <a:pos x="T4" y="T5"/>
              </a:cxn>
              <a:cxn ang="0">
                <a:pos x="T6" y="T7"/>
              </a:cxn>
              <a:cxn ang="0">
                <a:pos x="T8" y="T9"/>
              </a:cxn>
              <a:cxn ang="0">
                <a:pos x="T10" y="T11"/>
              </a:cxn>
            </a:cxnLst>
            <a:rect l="0" t="0" r="r" b="b"/>
            <a:pathLst>
              <a:path w="143" h="18">
                <a:moveTo>
                  <a:pt x="143" y="18"/>
                </a:moveTo>
                <a:lnTo>
                  <a:pt x="143" y="0"/>
                </a:lnTo>
                <a:lnTo>
                  <a:pt x="0" y="0"/>
                </a:lnTo>
                <a:lnTo>
                  <a:pt x="0" y="18"/>
                </a:lnTo>
                <a:lnTo>
                  <a:pt x="143" y="18"/>
                </a:lnTo>
                <a:lnTo>
                  <a:pt x="143"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6" name="Freeform 26">
            <a:extLst>
              <a:ext uri="{FF2B5EF4-FFF2-40B4-BE49-F238E27FC236}">
                <a16:creationId xmlns:a16="http://schemas.microsoft.com/office/drawing/2014/main" id="{E139E5F2-0772-64FA-F8F2-0EB2383BF9C5}"/>
              </a:ext>
            </a:extLst>
          </p:cNvPr>
          <p:cNvSpPr/>
          <p:nvPr/>
        </p:nvSpPr>
        <p:spPr bwMode="auto">
          <a:xfrm>
            <a:off x="4614334" y="4738422"/>
            <a:ext cx="302684" cy="38100"/>
          </a:xfrm>
          <a:custGeom>
            <a:avLst/>
            <a:gdLst>
              <a:gd name="T0" fmla="*/ 143 w 143"/>
              <a:gd name="T1" fmla="*/ 18 h 18"/>
              <a:gd name="T2" fmla="*/ 143 w 143"/>
              <a:gd name="T3" fmla="*/ 0 h 18"/>
              <a:gd name="T4" fmla="*/ 0 w 143"/>
              <a:gd name="T5" fmla="*/ 0 h 18"/>
              <a:gd name="T6" fmla="*/ 0 w 143"/>
              <a:gd name="T7" fmla="*/ 18 h 18"/>
              <a:gd name="T8" fmla="*/ 143 w 143"/>
              <a:gd name="T9" fmla="*/ 18 h 18"/>
              <a:gd name="T10" fmla="*/ 143 w 143"/>
              <a:gd name="T11" fmla="*/ 18 h 18"/>
            </a:gdLst>
            <a:ahLst/>
            <a:cxnLst>
              <a:cxn ang="0">
                <a:pos x="T0" y="T1"/>
              </a:cxn>
              <a:cxn ang="0">
                <a:pos x="T2" y="T3"/>
              </a:cxn>
              <a:cxn ang="0">
                <a:pos x="T4" y="T5"/>
              </a:cxn>
              <a:cxn ang="0">
                <a:pos x="T6" y="T7"/>
              </a:cxn>
              <a:cxn ang="0">
                <a:pos x="T8" y="T9"/>
              </a:cxn>
              <a:cxn ang="0">
                <a:pos x="T10" y="T11"/>
              </a:cxn>
            </a:cxnLst>
            <a:rect l="0" t="0" r="r" b="b"/>
            <a:pathLst>
              <a:path w="143" h="18">
                <a:moveTo>
                  <a:pt x="143" y="18"/>
                </a:moveTo>
                <a:lnTo>
                  <a:pt x="143" y="0"/>
                </a:lnTo>
                <a:lnTo>
                  <a:pt x="0" y="0"/>
                </a:lnTo>
                <a:lnTo>
                  <a:pt x="0" y="18"/>
                </a:lnTo>
                <a:lnTo>
                  <a:pt x="143" y="18"/>
                </a:lnTo>
                <a:lnTo>
                  <a:pt x="143"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7" name="Freeform 27">
            <a:extLst>
              <a:ext uri="{FF2B5EF4-FFF2-40B4-BE49-F238E27FC236}">
                <a16:creationId xmlns:a16="http://schemas.microsoft.com/office/drawing/2014/main" id="{6263AB37-696A-802D-9A6C-BA58A00ECD2C}"/>
              </a:ext>
            </a:extLst>
          </p:cNvPr>
          <p:cNvSpPr/>
          <p:nvPr/>
        </p:nvSpPr>
        <p:spPr bwMode="auto">
          <a:xfrm>
            <a:off x="4614334" y="5011473"/>
            <a:ext cx="302684" cy="40217"/>
          </a:xfrm>
          <a:custGeom>
            <a:avLst/>
            <a:gdLst>
              <a:gd name="T0" fmla="*/ 143 w 143"/>
              <a:gd name="T1" fmla="*/ 19 h 19"/>
              <a:gd name="T2" fmla="*/ 143 w 143"/>
              <a:gd name="T3" fmla="*/ 0 h 19"/>
              <a:gd name="T4" fmla="*/ 0 w 143"/>
              <a:gd name="T5" fmla="*/ 0 h 19"/>
              <a:gd name="T6" fmla="*/ 0 w 143"/>
              <a:gd name="T7" fmla="*/ 19 h 19"/>
              <a:gd name="T8" fmla="*/ 143 w 143"/>
              <a:gd name="T9" fmla="*/ 19 h 19"/>
              <a:gd name="T10" fmla="*/ 143 w 143"/>
              <a:gd name="T11" fmla="*/ 19 h 19"/>
            </a:gdLst>
            <a:ahLst/>
            <a:cxnLst>
              <a:cxn ang="0">
                <a:pos x="T0" y="T1"/>
              </a:cxn>
              <a:cxn ang="0">
                <a:pos x="T2" y="T3"/>
              </a:cxn>
              <a:cxn ang="0">
                <a:pos x="T4" y="T5"/>
              </a:cxn>
              <a:cxn ang="0">
                <a:pos x="T6" y="T7"/>
              </a:cxn>
              <a:cxn ang="0">
                <a:pos x="T8" y="T9"/>
              </a:cxn>
              <a:cxn ang="0">
                <a:pos x="T10" y="T11"/>
              </a:cxn>
            </a:cxnLst>
            <a:rect l="0" t="0" r="r" b="b"/>
            <a:pathLst>
              <a:path w="143" h="19">
                <a:moveTo>
                  <a:pt x="143" y="19"/>
                </a:moveTo>
                <a:lnTo>
                  <a:pt x="143" y="0"/>
                </a:lnTo>
                <a:lnTo>
                  <a:pt x="0" y="0"/>
                </a:lnTo>
                <a:lnTo>
                  <a:pt x="0" y="19"/>
                </a:lnTo>
                <a:lnTo>
                  <a:pt x="143" y="19"/>
                </a:lnTo>
                <a:lnTo>
                  <a:pt x="143"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8" name="Freeform 28">
            <a:extLst>
              <a:ext uri="{FF2B5EF4-FFF2-40B4-BE49-F238E27FC236}">
                <a16:creationId xmlns:a16="http://schemas.microsoft.com/office/drawing/2014/main" id="{BC6F4C46-D933-ED21-C996-FF1339F6C1D3}"/>
              </a:ext>
            </a:extLst>
          </p:cNvPr>
          <p:cNvSpPr/>
          <p:nvPr/>
        </p:nvSpPr>
        <p:spPr bwMode="auto">
          <a:xfrm>
            <a:off x="4449233" y="5288755"/>
            <a:ext cx="450851" cy="38100"/>
          </a:xfrm>
          <a:custGeom>
            <a:avLst/>
            <a:gdLst>
              <a:gd name="T0" fmla="*/ 213 w 213"/>
              <a:gd name="T1" fmla="*/ 18 h 18"/>
              <a:gd name="T2" fmla="*/ 213 w 213"/>
              <a:gd name="T3" fmla="*/ 0 h 18"/>
              <a:gd name="T4" fmla="*/ 0 w 213"/>
              <a:gd name="T5" fmla="*/ 0 h 18"/>
              <a:gd name="T6" fmla="*/ 0 w 213"/>
              <a:gd name="T7" fmla="*/ 18 h 18"/>
              <a:gd name="T8" fmla="*/ 213 w 213"/>
              <a:gd name="T9" fmla="*/ 18 h 18"/>
              <a:gd name="T10" fmla="*/ 213 w 213"/>
              <a:gd name="T11" fmla="*/ 18 h 18"/>
            </a:gdLst>
            <a:ahLst/>
            <a:cxnLst>
              <a:cxn ang="0">
                <a:pos x="T0" y="T1"/>
              </a:cxn>
              <a:cxn ang="0">
                <a:pos x="T2" y="T3"/>
              </a:cxn>
              <a:cxn ang="0">
                <a:pos x="T4" y="T5"/>
              </a:cxn>
              <a:cxn ang="0">
                <a:pos x="T6" y="T7"/>
              </a:cxn>
              <a:cxn ang="0">
                <a:pos x="T8" y="T9"/>
              </a:cxn>
              <a:cxn ang="0">
                <a:pos x="T10" y="T11"/>
              </a:cxn>
            </a:cxnLst>
            <a:rect l="0" t="0" r="r" b="b"/>
            <a:pathLst>
              <a:path w="213" h="18">
                <a:moveTo>
                  <a:pt x="213" y="18"/>
                </a:moveTo>
                <a:lnTo>
                  <a:pt x="213" y="0"/>
                </a:lnTo>
                <a:lnTo>
                  <a:pt x="0" y="0"/>
                </a:lnTo>
                <a:lnTo>
                  <a:pt x="0" y="18"/>
                </a:lnTo>
                <a:lnTo>
                  <a:pt x="213" y="18"/>
                </a:lnTo>
                <a:lnTo>
                  <a:pt x="213"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9" name="TextBox 682">
            <a:extLst>
              <a:ext uri="{FF2B5EF4-FFF2-40B4-BE49-F238E27FC236}">
                <a16:creationId xmlns:a16="http://schemas.microsoft.com/office/drawing/2014/main" id="{1E1E6097-8D98-D0B5-C666-84E5E371305D}"/>
              </a:ext>
            </a:extLst>
          </p:cNvPr>
          <p:cNvSpPr txBox="1"/>
          <p:nvPr/>
        </p:nvSpPr>
        <p:spPr>
          <a:xfrm>
            <a:off x="5066348" y="5051689"/>
            <a:ext cx="870751" cy="502766"/>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r>
              <a:rPr lang="en-US" altLang="zh-CN" sz="2665" dirty="0">
                <a:solidFill>
                  <a:schemeClr val="tx1">
                    <a:lumMod val="50000"/>
                    <a:lumOff val="50000"/>
                  </a:schemeClr>
                </a:solidFill>
                <a:latin typeface="+mn-lt"/>
                <a:ea typeface="+mn-ea"/>
                <a:cs typeface="+mn-ea"/>
                <a:sym typeface="+mn-lt"/>
              </a:rPr>
              <a:t>18%</a:t>
            </a:r>
            <a:endParaRPr lang="zh-CN" altLang="en-US" sz="2665" dirty="0">
              <a:solidFill>
                <a:schemeClr val="tx1">
                  <a:lumMod val="50000"/>
                  <a:lumOff val="50000"/>
                </a:schemeClr>
              </a:solidFill>
              <a:latin typeface="+mn-lt"/>
              <a:ea typeface="+mn-ea"/>
              <a:cs typeface="+mn-ea"/>
              <a:sym typeface="+mn-lt"/>
            </a:endParaRPr>
          </a:p>
        </p:txBody>
      </p:sp>
      <p:sp>
        <p:nvSpPr>
          <p:cNvPr id="30" name="TextBox 682">
            <a:extLst>
              <a:ext uri="{FF2B5EF4-FFF2-40B4-BE49-F238E27FC236}">
                <a16:creationId xmlns:a16="http://schemas.microsoft.com/office/drawing/2014/main" id="{A31F837B-FC66-A0C1-5DDB-2583F07E03BE}"/>
              </a:ext>
            </a:extLst>
          </p:cNvPr>
          <p:cNvSpPr txBox="1"/>
          <p:nvPr/>
        </p:nvSpPr>
        <p:spPr>
          <a:xfrm>
            <a:off x="5066348" y="4192660"/>
            <a:ext cx="870751" cy="502766"/>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r>
              <a:rPr lang="en-US" altLang="zh-CN" sz="2665" dirty="0">
                <a:solidFill>
                  <a:schemeClr val="tx1">
                    <a:lumMod val="50000"/>
                    <a:lumOff val="50000"/>
                  </a:schemeClr>
                </a:solidFill>
                <a:latin typeface="+mn-lt"/>
                <a:ea typeface="+mn-ea"/>
                <a:cs typeface="+mn-ea"/>
                <a:sym typeface="+mn-lt"/>
              </a:rPr>
              <a:t>26%</a:t>
            </a:r>
            <a:endParaRPr lang="zh-CN" altLang="en-US" sz="2665" dirty="0">
              <a:solidFill>
                <a:schemeClr val="tx1">
                  <a:lumMod val="50000"/>
                  <a:lumOff val="50000"/>
                </a:schemeClr>
              </a:solidFill>
              <a:latin typeface="+mn-lt"/>
              <a:ea typeface="+mn-ea"/>
              <a:cs typeface="+mn-ea"/>
              <a:sym typeface="+mn-lt"/>
            </a:endParaRPr>
          </a:p>
        </p:txBody>
      </p:sp>
      <p:sp>
        <p:nvSpPr>
          <p:cNvPr id="31" name="TextBox 682">
            <a:extLst>
              <a:ext uri="{FF2B5EF4-FFF2-40B4-BE49-F238E27FC236}">
                <a16:creationId xmlns:a16="http://schemas.microsoft.com/office/drawing/2014/main" id="{DDA398B2-97F3-DEC2-BCDF-F8A834A0491F}"/>
              </a:ext>
            </a:extLst>
          </p:cNvPr>
          <p:cNvSpPr txBox="1"/>
          <p:nvPr/>
        </p:nvSpPr>
        <p:spPr>
          <a:xfrm>
            <a:off x="5066348" y="3324100"/>
            <a:ext cx="870751" cy="502766"/>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r>
              <a:rPr lang="en-US" altLang="zh-CN" sz="2665" dirty="0">
                <a:solidFill>
                  <a:schemeClr val="tx1">
                    <a:lumMod val="50000"/>
                    <a:lumOff val="50000"/>
                  </a:schemeClr>
                </a:solidFill>
                <a:latin typeface="+mn-lt"/>
                <a:ea typeface="+mn-ea"/>
                <a:cs typeface="+mn-ea"/>
                <a:sym typeface="+mn-lt"/>
              </a:rPr>
              <a:t>55%</a:t>
            </a:r>
            <a:endParaRPr lang="zh-CN" altLang="en-US" sz="2665" dirty="0">
              <a:solidFill>
                <a:schemeClr val="tx1">
                  <a:lumMod val="50000"/>
                  <a:lumOff val="50000"/>
                </a:schemeClr>
              </a:solidFill>
              <a:latin typeface="+mn-lt"/>
              <a:ea typeface="+mn-ea"/>
              <a:cs typeface="+mn-ea"/>
              <a:sym typeface="+mn-lt"/>
            </a:endParaRPr>
          </a:p>
        </p:txBody>
      </p:sp>
      <p:cxnSp>
        <p:nvCxnSpPr>
          <p:cNvPr id="32" name="直接连接符 31">
            <a:extLst>
              <a:ext uri="{FF2B5EF4-FFF2-40B4-BE49-F238E27FC236}">
                <a16:creationId xmlns:a16="http://schemas.microsoft.com/office/drawing/2014/main" id="{73FB675E-185C-9CCD-EBD0-BC8BB50A96A5}"/>
              </a:ext>
            </a:extLst>
          </p:cNvPr>
          <p:cNvCxnSpPr/>
          <p:nvPr/>
        </p:nvCxnSpPr>
        <p:spPr>
          <a:xfrm>
            <a:off x="5917858" y="2266156"/>
            <a:ext cx="5107860" cy="0"/>
          </a:xfrm>
          <a:prstGeom prst="line">
            <a:avLst/>
          </a:prstGeom>
          <a:solidFill>
            <a:srgbClr val="070606"/>
          </a:solidFill>
          <a:ln w="15875">
            <a:solidFill>
              <a:schemeClr val="tx1">
                <a:lumMod val="50000"/>
                <a:lumOff val="50000"/>
              </a:schemeClr>
            </a:solidFill>
            <a:round/>
          </a:ln>
        </p:spPr>
      </p:cxnSp>
      <p:sp>
        <p:nvSpPr>
          <p:cNvPr id="33" name="TextBox 64">
            <a:extLst>
              <a:ext uri="{FF2B5EF4-FFF2-40B4-BE49-F238E27FC236}">
                <a16:creationId xmlns:a16="http://schemas.microsoft.com/office/drawing/2014/main" id="{A5D7B11A-E849-3B5D-F668-864B66951437}"/>
              </a:ext>
            </a:extLst>
          </p:cNvPr>
          <p:cNvSpPr txBox="1"/>
          <p:nvPr/>
        </p:nvSpPr>
        <p:spPr bwMode="auto">
          <a:xfrm>
            <a:off x="5976112" y="1814751"/>
            <a:ext cx="1435008" cy="420564"/>
          </a:xfrm>
          <a:prstGeom prst="rect">
            <a:avLst/>
          </a:prstGeom>
          <a:noFill/>
        </p:spPr>
        <p:txBody>
          <a:bodyPr wrap="none">
            <a:spAutoFit/>
          </a:bodyPr>
          <a:lstStyle>
            <a:defPPr>
              <a:defRPr lang="zh-CN"/>
            </a:defPPr>
            <a:lvl1pPr fontAlgn="auto">
              <a:spcBef>
                <a:spcPts val="0"/>
              </a:spcBef>
              <a:spcAft>
                <a:spcPts val="0"/>
              </a:spcAft>
              <a:defRPr sz="1200" spc="300">
                <a:latin typeface="微软雅黑" pitchFamily="34" charset="-122"/>
                <a:ea typeface="微软雅黑" pitchFamily="34" charset="-122"/>
                <a:cs typeface="Arial" pitchFamily="34" charset="0"/>
              </a:defRPr>
            </a:lvl1pPr>
          </a:lstStyle>
          <a:p>
            <a:r>
              <a:rPr lang="zh-CN" altLang="en-US" sz="2135" b="1" dirty="0">
                <a:solidFill>
                  <a:schemeClr val="tx1">
                    <a:lumMod val="75000"/>
                    <a:lumOff val="25000"/>
                  </a:schemeClr>
                </a:solidFill>
                <a:latin typeface="+mn-lt"/>
                <a:ea typeface="+mn-ea"/>
                <a:cs typeface="+mn-ea"/>
                <a:sym typeface="+mn-lt"/>
              </a:rPr>
              <a:t>添加标题</a:t>
            </a:r>
          </a:p>
        </p:txBody>
      </p:sp>
      <p:sp>
        <p:nvSpPr>
          <p:cNvPr id="34" name="TextBox 24">
            <a:extLst>
              <a:ext uri="{FF2B5EF4-FFF2-40B4-BE49-F238E27FC236}">
                <a16:creationId xmlns:a16="http://schemas.microsoft.com/office/drawing/2014/main" id="{E6085FCF-AD07-D6DF-A59F-2924CF427CD1}"/>
              </a:ext>
            </a:extLst>
          </p:cNvPr>
          <p:cNvSpPr txBox="1"/>
          <p:nvPr/>
        </p:nvSpPr>
        <p:spPr bwMode="auto">
          <a:xfrm>
            <a:off x="3341251" y="1558324"/>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EBAC07"/>
                </a:solidFill>
                <a:latin typeface="微软雅黑" pitchFamily="34" charset="-122"/>
                <a:ea typeface="微软雅黑" pitchFamily="34" charset="-122"/>
                <a:cs typeface="Arial" pitchFamily="34" charset="0"/>
              </a:defRPr>
            </a:lvl1pPr>
          </a:lstStyle>
          <a:p>
            <a:pPr algn="r"/>
            <a:r>
              <a:rPr lang="zh-CN" altLang="en-US" sz="2135" b="1" dirty="0">
                <a:solidFill>
                  <a:schemeClr val="accent5"/>
                </a:solidFill>
                <a:latin typeface="+mn-lt"/>
                <a:ea typeface="+mn-ea"/>
                <a:cs typeface="+mn-ea"/>
                <a:sym typeface="+mn-lt"/>
              </a:rPr>
              <a:t>添加标题</a:t>
            </a:r>
          </a:p>
        </p:txBody>
      </p:sp>
      <p:sp>
        <p:nvSpPr>
          <p:cNvPr id="35" name="TextBox 25">
            <a:extLst>
              <a:ext uri="{FF2B5EF4-FFF2-40B4-BE49-F238E27FC236}">
                <a16:creationId xmlns:a16="http://schemas.microsoft.com/office/drawing/2014/main" id="{5A39C51E-22E9-08E0-A96A-3A3BADD119D1}"/>
              </a:ext>
            </a:extLst>
          </p:cNvPr>
          <p:cNvSpPr txBox="1"/>
          <p:nvPr/>
        </p:nvSpPr>
        <p:spPr bwMode="auto">
          <a:xfrm>
            <a:off x="2737221" y="1943835"/>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8BC925"/>
                </a:solidFill>
                <a:latin typeface="微软雅黑" pitchFamily="34" charset="-122"/>
                <a:ea typeface="微软雅黑" pitchFamily="34" charset="-122"/>
                <a:cs typeface="Arial" pitchFamily="34" charset="0"/>
              </a:defRPr>
            </a:lvl1pPr>
          </a:lstStyle>
          <a:p>
            <a:pPr algn="r"/>
            <a:r>
              <a:rPr lang="zh-CN" altLang="en-US" sz="2135" b="1" dirty="0">
                <a:solidFill>
                  <a:schemeClr val="accent2"/>
                </a:solidFill>
                <a:latin typeface="+mn-lt"/>
                <a:ea typeface="+mn-ea"/>
                <a:cs typeface="+mn-ea"/>
                <a:sym typeface="+mn-lt"/>
              </a:rPr>
              <a:t>添加标题</a:t>
            </a:r>
          </a:p>
        </p:txBody>
      </p:sp>
      <p:sp>
        <p:nvSpPr>
          <p:cNvPr id="36" name="TextBox 26">
            <a:extLst>
              <a:ext uri="{FF2B5EF4-FFF2-40B4-BE49-F238E27FC236}">
                <a16:creationId xmlns:a16="http://schemas.microsoft.com/office/drawing/2014/main" id="{8956A6CE-7FAA-9F39-AD17-2C7C179C8763}"/>
              </a:ext>
            </a:extLst>
          </p:cNvPr>
          <p:cNvSpPr txBox="1"/>
          <p:nvPr/>
        </p:nvSpPr>
        <p:spPr bwMode="auto">
          <a:xfrm>
            <a:off x="2188600" y="2942152"/>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F83003"/>
                </a:solidFill>
                <a:latin typeface="微软雅黑" pitchFamily="34" charset="-122"/>
                <a:ea typeface="微软雅黑" pitchFamily="34" charset="-122"/>
                <a:cs typeface="Arial" pitchFamily="34" charset="0"/>
              </a:defRPr>
            </a:lvl1pPr>
          </a:lstStyle>
          <a:p>
            <a:r>
              <a:rPr lang="zh-CN" altLang="en-US" sz="2135" b="1" dirty="0">
                <a:solidFill>
                  <a:schemeClr val="accent1"/>
                </a:solidFill>
                <a:latin typeface="+mn-lt"/>
                <a:ea typeface="+mn-ea"/>
                <a:cs typeface="+mn-ea"/>
                <a:sym typeface="+mn-lt"/>
              </a:rPr>
              <a:t>添加标题</a:t>
            </a:r>
          </a:p>
        </p:txBody>
      </p:sp>
      <p:sp>
        <p:nvSpPr>
          <p:cNvPr id="37" name="矩形 36">
            <a:extLst>
              <a:ext uri="{FF2B5EF4-FFF2-40B4-BE49-F238E27FC236}">
                <a16:creationId xmlns:a16="http://schemas.microsoft.com/office/drawing/2014/main" id="{EC0BEE95-24BF-39CF-A07B-40ACC0DA0BC0}"/>
              </a:ext>
            </a:extLst>
          </p:cNvPr>
          <p:cNvSpPr/>
          <p:nvPr/>
        </p:nvSpPr>
        <p:spPr>
          <a:xfrm>
            <a:off x="6021943" y="2364399"/>
            <a:ext cx="5255657" cy="1669688"/>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a:t>
            </a:r>
          </a:p>
        </p:txBody>
      </p:sp>
      <p:sp>
        <p:nvSpPr>
          <p:cNvPr id="38" name="矩形 37">
            <a:extLst>
              <a:ext uri="{FF2B5EF4-FFF2-40B4-BE49-F238E27FC236}">
                <a16:creationId xmlns:a16="http://schemas.microsoft.com/office/drawing/2014/main" id="{7D4CAFD9-1667-6C02-8DD8-678ACB077A6B}"/>
              </a:ext>
            </a:extLst>
          </p:cNvPr>
          <p:cNvSpPr/>
          <p:nvPr/>
        </p:nvSpPr>
        <p:spPr>
          <a:xfrm>
            <a:off x="6086429" y="4233761"/>
            <a:ext cx="2355823" cy="1754326"/>
          </a:xfrm>
          <a:prstGeom prst="rect">
            <a:avLst/>
          </a:prstGeom>
        </p:spPr>
        <p:txBody>
          <a:bodyPr wrap="square">
            <a:spAutoFit/>
          </a:bodyPr>
          <a:lstStyle/>
          <a:p>
            <a:pPr>
              <a:lnSpc>
                <a:spcPct val="150000"/>
              </a:lnSpc>
            </a:pPr>
            <a:r>
              <a:rPr lang="zh-CN" altLang="en-US" dirty="0">
                <a:solidFill>
                  <a:schemeClr val="tx1">
                    <a:lumMod val="65000"/>
                    <a:lumOff val="35000"/>
                  </a:schemeClr>
                </a:solidFill>
                <a:cs typeface="+mn-ea"/>
                <a:sym typeface="+mn-lt"/>
              </a:rPr>
              <a:t>这里填写文字内容这里填写文字内容这里填写文字内容这里填写文字内容</a:t>
            </a:r>
          </a:p>
        </p:txBody>
      </p:sp>
      <p:sp>
        <p:nvSpPr>
          <p:cNvPr id="39" name="矩形 38">
            <a:extLst>
              <a:ext uri="{FF2B5EF4-FFF2-40B4-BE49-F238E27FC236}">
                <a16:creationId xmlns:a16="http://schemas.microsoft.com/office/drawing/2014/main" id="{E2A8E86E-4DB4-4BE8-0433-DB6FA8E8F942}"/>
              </a:ext>
            </a:extLst>
          </p:cNvPr>
          <p:cNvSpPr/>
          <p:nvPr/>
        </p:nvSpPr>
        <p:spPr>
          <a:xfrm>
            <a:off x="8897363" y="4233761"/>
            <a:ext cx="2355823" cy="1754326"/>
          </a:xfrm>
          <a:prstGeom prst="rect">
            <a:avLst/>
          </a:prstGeom>
        </p:spPr>
        <p:txBody>
          <a:bodyPr wrap="square">
            <a:spAutoFit/>
          </a:bodyPr>
          <a:lstStyle/>
          <a:p>
            <a:pPr>
              <a:lnSpc>
                <a:spcPct val="150000"/>
              </a:lnSpc>
            </a:pPr>
            <a:r>
              <a:rPr lang="zh-CN" altLang="en-US" dirty="0">
                <a:solidFill>
                  <a:schemeClr val="tx1">
                    <a:lumMod val="65000"/>
                    <a:lumOff val="35000"/>
                  </a:schemeClr>
                </a:solidFill>
                <a:cs typeface="+mn-ea"/>
                <a:sym typeface="+mn-lt"/>
              </a:rPr>
              <a:t>这里填写文字内容这里填写文字内容这里填写文字内容这里填写文字内容</a:t>
            </a:r>
          </a:p>
        </p:txBody>
      </p:sp>
      <p:cxnSp>
        <p:nvCxnSpPr>
          <p:cNvPr id="40" name="直接连接符 39">
            <a:extLst>
              <a:ext uri="{FF2B5EF4-FFF2-40B4-BE49-F238E27FC236}">
                <a16:creationId xmlns:a16="http://schemas.microsoft.com/office/drawing/2014/main" id="{C95792FF-ABC6-F7B0-01D6-8BDDCE32CF34}"/>
              </a:ext>
            </a:extLst>
          </p:cNvPr>
          <p:cNvCxnSpPr/>
          <p:nvPr/>
        </p:nvCxnSpPr>
        <p:spPr>
          <a:xfrm>
            <a:off x="5917858" y="4188089"/>
            <a:ext cx="5107860" cy="0"/>
          </a:xfrm>
          <a:prstGeom prst="line">
            <a:avLst/>
          </a:prstGeom>
          <a:solidFill>
            <a:srgbClr val="070606"/>
          </a:solidFill>
          <a:ln w="15875">
            <a:solidFill>
              <a:schemeClr val="tx1">
                <a:lumMod val="50000"/>
                <a:lumOff val="50000"/>
              </a:schemeClr>
            </a:solidFill>
            <a:round/>
          </a:ln>
        </p:spPr>
      </p:cxnSp>
      <p:sp>
        <p:nvSpPr>
          <p:cNvPr id="2" name="任意多边形 19">
            <a:extLst>
              <a:ext uri="{FF2B5EF4-FFF2-40B4-BE49-F238E27FC236}">
                <a16:creationId xmlns:a16="http://schemas.microsoft.com/office/drawing/2014/main" id="{D69A9641-6A39-4AD2-57BD-108712518F7F}"/>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18">
            <a:extLst>
              <a:ext uri="{FF2B5EF4-FFF2-40B4-BE49-F238E27FC236}">
                <a16:creationId xmlns:a16="http://schemas.microsoft.com/office/drawing/2014/main" id="{E75A45A8-2DB6-1C74-6A8F-3E3F92A1B950}"/>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组合 3">
            <a:extLst>
              <a:ext uri="{FF2B5EF4-FFF2-40B4-BE49-F238E27FC236}">
                <a16:creationId xmlns:a16="http://schemas.microsoft.com/office/drawing/2014/main" id="{94F4C546-4944-7237-C884-8A085E585C30}"/>
              </a:ext>
            </a:extLst>
          </p:cNvPr>
          <p:cNvGrpSpPr/>
          <p:nvPr/>
        </p:nvGrpSpPr>
        <p:grpSpPr>
          <a:xfrm>
            <a:off x="71844" y="60398"/>
            <a:ext cx="593817" cy="593817"/>
            <a:chOff x="1131485" y="2234042"/>
            <a:chExt cx="1607262" cy="1607262"/>
          </a:xfrm>
        </p:grpSpPr>
        <p:sp>
          <p:nvSpPr>
            <p:cNvPr id="5" name="椭圆 4">
              <a:extLst>
                <a:ext uri="{FF2B5EF4-FFF2-40B4-BE49-F238E27FC236}">
                  <a16:creationId xmlns:a16="http://schemas.microsoft.com/office/drawing/2014/main" id="{24CC488A-BBCD-4815-A960-9C9E09FAB3F9}"/>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 name="椭圆 5">
              <a:extLst>
                <a:ext uri="{FF2B5EF4-FFF2-40B4-BE49-F238E27FC236}">
                  <a16:creationId xmlns:a16="http://schemas.microsoft.com/office/drawing/2014/main" id="{5BEB546A-394E-0C9E-EF74-37DAB47871EF}"/>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7" name="KSO_Shape">
              <a:extLst>
                <a:ext uri="{FF2B5EF4-FFF2-40B4-BE49-F238E27FC236}">
                  <a16:creationId xmlns:a16="http://schemas.microsoft.com/office/drawing/2014/main" id="{5136C53B-6273-E2FD-B172-8D5246EFAAAF}"/>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0" name="文本占位符 33">
            <a:extLst>
              <a:ext uri="{FF2B5EF4-FFF2-40B4-BE49-F238E27FC236}">
                <a16:creationId xmlns:a16="http://schemas.microsoft.com/office/drawing/2014/main" id="{1901C94C-3893-2D8E-C0B8-7F5D378F1330}"/>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122955446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比较">
    <p:spTree>
      <p:nvGrpSpPr>
        <p:cNvPr id="1" name=""/>
        <p:cNvGrpSpPr/>
        <p:nvPr/>
      </p:nvGrpSpPr>
      <p:grpSpPr>
        <a:xfrm>
          <a:off x="0" y="0"/>
          <a:ext cx="0" cy="0"/>
          <a:chOff x="0" y="0"/>
          <a:chExt cx="0" cy="0"/>
        </a:xfrm>
      </p:grpSpPr>
      <p:sp>
        <p:nvSpPr>
          <p:cNvPr id="17" name="椭圆 16">
            <a:extLst>
              <a:ext uri="{FF2B5EF4-FFF2-40B4-BE49-F238E27FC236}">
                <a16:creationId xmlns:a16="http://schemas.microsoft.com/office/drawing/2014/main" id="{06C07459-634F-8707-41A5-2F1BD91FB743}"/>
              </a:ext>
            </a:extLst>
          </p:cNvPr>
          <p:cNvSpPr/>
          <p:nvPr/>
        </p:nvSpPr>
        <p:spPr>
          <a:xfrm>
            <a:off x="1260712" y="3026613"/>
            <a:ext cx="1309133" cy="130913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18" name="椭圆 17">
            <a:extLst>
              <a:ext uri="{FF2B5EF4-FFF2-40B4-BE49-F238E27FC236}">
                <a16:creationId xmlns:a16="http://schemas.microsoft.com/office/drawing/2014/main" id="{4BD09E54-E665-47BF-469F-C02DDB6B4C81}"/>
              </a:ext>
            </a:extLst>
          </p:cNvPr>
          <p:cNvSpPr/>
          <p:nvPr/>
        </p:nvSpPr>
        <p:spPr>
          <a:xfrm flipV="1">
            <a:off x="3331864" y="2970613"/>
            <a:ext cx="1309133" cy="1309133"/>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19" name="椭圆 18">
            <a:extLst>
              <a:ext uri="{FF2B5EF4-FFF2-40B4-BE49-F238E27FC236}">
                <a16:creationId xmlns:a16="http://schemas.microsoft.com/office/drawing/2014/main" id="{6005E3A2-4B78-938B-1318-371DB1A8BD0C}"/>
              </a:ext>
            </a:extLst>
          </p:cNvPr>
          <p:cNvSpPr/>
          <p:nvPr/>
        </p:nvSpPr>
        <p:spPr>
          <a:xfrm>
            <a:off x="5405503" y="3011695"/>
            <a:ext cx="1309133" cy="1309133"/>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0" name="椭圆 19">
            <a:extLst>
              <a:ext uri="{FF2B5EF4-FFF2-40B4-BE49-F238E27FC236}">
                <a16:creationId xmlns:a16="http://schemas.microsoft.com/office/drawing/2014/main" id="{CF40B1D2-3EF5-8B35-DB30-BE96BF8067EB}"/>
              </a:ext>
            </a:extLst>
          </p:cNvPr>
          <p:cNvSpPr/>
          <p:nvPr/>
        </p:nvSpPr>
        <p:spPr>
          <a:xfrm flipV="1">
            <a:off x="7476655" y="2955695"/>
            <a:ext cx="1309133" cy="1309133"/>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1" name="椭圆 20">
            <a:extLst>
              <a:ext uri="{FF2B5EF4-FFF2-40B4-BE49-F238E27FC236}">
                <a16:creationId xmlns:a16="http://schemas.microsoft.com/office/drawing/2014/main" id="{1FE51DAC-8244-61EB-AF5C-43016B040F01}"/>
              </a:ext>
            </a:extLst>
          </p:cNvPr>
          <p:cNvSpPr/>
          <p:nvPr/>
        </p:nvSpPr>
        <p:spPr>
          <a:xfrm>
            <a:off x="9550293" y="2988497"/>
            <a:ext cx="1309133" cy="1309133"/>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2" name="任意形状 64">
            <a:extLst>
              <a:ext uri="{FF2B5EF4-FFF2-40B4-BE49-F238E27FC236}">
                <a16:creationId xmlns:a16="http://schemas.microsoft.com/office/drawing/2014/main" id="{A29CF2BD-F64A-5EC9-00D7-57E616E26A03}"/>
              </a:ext>
            </a:extLst>
          </p:cNvPr>
          <p:cNvSpPr/>
          <p:nvPr/>
        </p:nvSpPr>
        <p:spPr>
          <a:xfrm flipV="1">
            <a:off x="9010554" y="2447767"/>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3" name="任意形状 65">
            <a:extLst>
              <a:ext uri="{FF2B5EF4-FFF2-40B4-BE49-F238E27FC236}">
                <a16:creationId xmlns:a16="http://schemas.microsoft.com/office/drawing/2014/main" id="{7B323CE4-8EB7-5078-C0D4-75E3A22226FA}"/>
              </a:ext>
            </a:extLst>
          </p:cNvPr>
          <p:cNvSpPr/>
          <p:nvPr/>
        </p:nvSpPr>
        <p:spPr>
          <a:xfrm>
            <a:off x="6936916" y="3336976"/>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4" name="任意形状 66">
            <a:extLst>
              <a:ext uri="{FF2B5EF4-FFF2-40B4-BE49-F238E27FC236}">
                <a16:creationId xmlns:a16="http://schemas.microsoft.com/office/drawing/2014/main" id="{1F42A847-25C7-93BC-9A66-024389F4E045}"/>
              </a:ext>
            </a:extLst>
          </p:cNvPr>
          <p:cNvSpPr/>
          <p:nvPr/>
        </p:nvSpPr>
        <p:spPr>
          <a:xfrm flipV="1">
            <a:off x="4865764" y="2470965"/>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5" name="任意形状 67">
            <a:extLst>
              <a:ext uri="{FF2B5EF4-FFF2-40B4-BE49-F238E27FC236}">
                <a16:creationId xmlns:a16="http://schemas.microsoft.com/office/drawing/2014/main" id="{5B24F391-9D6E-A703-30ED-923398762AD4}"/>
              </a:ext>
            </a:extLst>
          </p:cNvPr>
          <p:cNvSpPr/>
          <p:nvPr/>
        </p:nvSpPr>
        <p:spPr>
          <a:xfrm>
            <a:off x="2792125" y="3351895"/>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6" name="任意形状 68">
            <a:extLst>
              <a:ext uri="{FF2B5EF4-FFF2-40B4-BE49-F238E27FC236}">
                <a16:creationId xmlns:a16="http://schemas.microsoft.com/office/drawing/2014/main" id="{57097062-F88C-8713-DB2B-B367430FD050}"/>
              </a:ext>
            </a:extLst>
          </p:cNvPr>
          <p:cNvSpPr/>
          <p:nvPr/>
        </p:nvSpPr>
        <p:spPr>
          <a:xfrm flipV="1">
            <a:off x="720973" y="2485883"/>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grpSp>
        <p:nvGrpSpPr>
          <p:cNvPr id="27" name="组 69">
            <a:extLst>
              <a:ext uri="{FF2B5EF4-FFF2-40B4-BE49-F238E27FC236}">
                <a16:creationId xmlns:a16="http://schemas.microsoft.com/office/drawing/2014/main" id="{2F2AB61E-9430-D6EA-F278-E96947EB5F96}"/>
              </a:ext>
            </a:extLst>
          </p:cNvPr>
          <p:cNvGrpSpPr/>
          <p:nvPr/>
        </p:nvGrpSpPr>
        <p:grpSpPr>
          <a:xfrm>
            <a:off x="1718361" y="3380290"/>
            <a:ext cx="393835" cy="631619"/>
            <a:chOff x="898525" y="1076325"/>
            <a:chExt cx="504825" cy="809625"/>
          </a:xfrm>
          <a:solidFill>
            <a:schemeClr val="bg1"/>
          </a:solidFill>
          <a:effectLst/>
        </p:grpSpPr>
        <p:sp>
          <p:nvSpPr>
            <p:cNvPr id="28" name="Freeform 44">
              <a:extLst>
                <a:ext uri="{FF2B5EF4-FFF2-40B4-BE49-F238E27FC236}">
                  <a16:creationId xmlns:a16="http://schemas.microsoft.com/office/drawing/2014/main" id="{62FAD4F7-1CCE-5A27-44CB-7F1501F8A55E}"/>
                </a:ext>
              </a:extLst>
            </p:cNvPr>
            <p:cNvSpPr/>
            <p:nvPr/>
          </p:nvSpPr>
          <p:spPr bwMode="auto">
            <a:xfrm>
              <a:off x="1028700" y="1736725"/>
              <a:ext cx="247650" cy="50800"/>
            </a:xfrm>
            <a:custGeom>
              <a:avLst/>
              <a:gdLst/>
              <a:ahLst/>
              <a:cxnLst>
                <a:cxn ang="0">
                  <a:pos x="140" y="0"/>
                </a:cxn>
                <a:cxn ang="0">
                  <a:pos x="16" y="0"/>
                </a:cxn>
                <a:cxn ang="0">
                  <a:pos x="16" y="0"/>
                </a:cxn>
                <a:cxn ang="0">
                  <a:pos x="10" y="0"/>
                </a:cxn>
                <a:cxn ang="0">
                  <a:pos x="4" y="4"/>
                </a:cxn>
                <a:cxn ang="0">
                  <a:pos x="2" y="10"/>
                </a:cxn>
                <a:cxn ang="0">
                  <a:pos x="0" y="16"/>
                </a:cxn>
                <a:cxn ang="0">
                  <a:pos x="0" y="16"/>
                </a:cxn>
                <a:cxn ang="0">
                  <a:pos x="2" y="22"/>
                </a:cxn>
                <a:cxn ang="0">
                  <a:pos x="4" y="28"/>
                </a:cxn>
                <a:cxn ang="0">
                  <a:pos x="10" y="32"/>
                </a:cxn>
                <a:cxn ang="0">
                  <a:pos x="16" y="32"/>
                </a:cxn>
                <a:cxn ang="0">
                  <a:pos x="140" y="32"/>
                </a:cxn>
                <a:cxn ang="0">
                  <a:pos x="140" y="32"/>
                </a:cxn>
                <a:cxn ang="0">
                  <a:pos x="146" y="32"/>
                </a:cxn>
                <a:cxn ang="0">
                  <a:pos x="152" y="28"/>
                </a:cxn>
                <a:cxn ang="0">
                  <a:pos x="154" y="22"/>
                </a:cxn>
                <a:cxn ang="0">
                  <a:pos x="156" y="16"/>
                </a:cxn>
                <a:cxn ang="0">
                  <a:pos x="156" y="16"/>
                </a:cxn>
                <a:cxn ang="0">
                  <a:pos x="154" y="10"/>
                </a:cxn>
                <a:cxn ang="0">
                  <a:pos x="152" y="4"/>
                </a:cxn>
                <a:cxn ang="0">
                  <a:pos x="146" y="0"/>
                </a:cxn>
                <a:cxn ang="0">
                  <a:pos x="140" y="0"/>
                </a:cxn>
                <a:cxn ang="0">
                  <a:pos x="140" y="0"/>
                </a:cxn>
              </a:cxnLst>
              <a:rect l="0" t="0" r="r" b="b"/>
              <a:pathLst>
                <a:path w="156" h="32">
                  <a:moveTo>
                    <a:pt x="140" y="0"/>
                  </a:moveTo>
                  <a:lnTo>
                    <a:pt x="16" y="0"/>
                  </a:lnTo>
                  <a:lnTo>
                    <a:pt x="16" y="0"/>
                  </a:lnTo>
                  <a:lnTo>
                    <a:pt x="10" y="0"/>
                  </a:lnTo>
                  <a:lnTo>
                    <a:pt x="4" y="4"/>
                  </a:lnTo>
                  <a:lnTo>
                    <a:pt x="2" y="10"/>
                  </a:lnTo>
                  <a:lnTo>
                    <a:pt x="0" y="16"/>
                  </a:lnTo>
                  <a:lnTo>
                    <a:pt x="0" y="16"/>
                  </a:lnTo>
                  <a:lnTo>
                    <a:pt x="2" y="22"/>
                  </a:lnTo>
                  <a:lnTo>
                    <a:pt x="4" y="28"/>
                  </a:lnTo>
                  <a:lnTo>
                    <a:pt x="10" y="32"/>
                  </a:lnTo>
                  <a:lnTo>
                    <a:pt x="16" y="32"/>
                  </a:lnTo>
                  <a:lnTo>
                    <a:pt x="140" y="32"/>
                  </a:lnTo>
                  <a:lnTo>
                    <a:pt x="140" y="32"/>
                  </a:lnTo>
                  <a:lnTo>
                    <a:pt x="146" y="32"/>
                  </a:lnTo>
                  <a:lnTo>
                    <a:pt x="152" y="28"/>
                  </a:lnTo>
                  <a:lnTo>
                    <a:pt x="154" y="22"/>
                  </a:lnTo>
                  <a:lnTo>
                    <a:pt x="156" y="16"/>
                  </a:lnTo>
                  <a:lnTo>
                    <a:pt x="156" y="16"/>
                  </a:lnTo>
                  <a:lnTo>
                    <a:pt x="154" y="10"/>
                  </a:lnTo>
                  <a:lnTo>
                    <a:pt x="152" y="4"/>
                  </a:lnTo>
                  <a:lnTo>
                    <a:pt x="146" y="0"/>
                  </a:lnTo>
                  <a:lnTo>
                    <a:pt x="140" y="0"/>
                  </a:lnTo>
                  <a:lnTo>
                    <a:pt x="140" y="0"/>
                  </a:lnTo>
                  <a:close/>
                </a:path>
              </a:pathLst>
            </a:custGeom>
            <a:grpFill/>
            <a:ln w="9525">
              <a:noFill/>
              <a:round/>
            </a:ln>
          </p:spPr>
          <p:txBody>
            <a:bodyPr vert="horz" wrap="square" lIns="121920" tIns="60960" rIns="121920" bIns="60960" numCol="1" anchor="t" anchorCtr="0" compatLnSpc="1"/>
            <a:lstStyle/>
            <a:p>
              <a:endParaRPr lang="zh-CN" altLang="en-US" sz="3200" u="sng">
                <a:solidFill>
                  <a:srgbClr val="000000"/>
                </a:solidFill>
              </a:endParaRPr>
            </a:p>
          </p:txBody>
        </p:sp>
        <p:sp>
          <p:nvSpPr>
            <p:cNvPr id="29" name="Freeform 45">
              <a:extLst>
                <a:ext uri="{FF2B5EF4-FFF2-40B4-BE49-F238E27FC236}">
                  <a16:creationId xmlns:a16="http://schemas.microsoft.com/office/drawing/2014/main" id="{6F52B4E6-FFA4-6B72-EE1E-1844D6837516}"/>
                </a:ext>
              </a:extLst>
            </p:cNvPr>
            <p:cNvSpPr/>
            <p:nvPr/>
          </p:nvSpPr>
          <p:spPr bwMode="auto">
            <a:xfrm>
              <a:off x="1028700" y="1831975"/>
              <a:ext cx="247650" cy="53975"/>
            </a:xfrm>
            <a:custGeom>
              <a:avLst/>
              <a:gdLst/>
              <a:ahLst/>
              <a:cxnLst>
                <a:cxn ang="0">
                  <a:pos x="140" y="0"/>
                </a:cxn>
                <a:cxn ang="0">
                  <a:pos x="16" y="0"/>
                </a:cxn>
                <a:cxn ang="0">
                  <a:pos x="16" y="0"/>
                </a:cxn>
                <a:cxn ang="0">
                  <a:pos x="10" y="2"/>
                </a:cxn>
                <a:cxn ang="0">
                  <a:pos x="4" y="4"/>
                </a:cxn>
                <a:cxn ang="0">
                  <a:pos x="2" y="10"/>
                </a:cxn>
                <a:cxn ang="0">
                  <a:pos x="0" y="16"/>
                </a:cxn>
                <a:cxn ang="0">
                  <a:pos x="0" y="16"/>
                </a:cxn>
                <a:cxn ang="0">
                  <a:pos x="2" y="24"/>
                </a:cxn>
                <a:cxn ang="0">
                  <a:pos x="4" y="28"/>
                </a:cxn>
                <a:cxn ang="0">
                  <a:pos x="10" y="32"/>
                </a:cxn>
                <a:cxn ang="0">
                  <a:pos x="16" y="34"/>
                </a:cxn>
                <a:cxn ang="0">
                  <a:pos x="140" y="34"/>
                </a:cxn>
                <a:cxn ang="0">
                  <a:pos x="140" y="34"/>
                </a:cxn>
                <a:cxn ang="0">
                  <a:pos x="146" y="32"/>
                </a:cxn>
                <a:cxn ang="0">
                  <a:pos x="152" y="28"/>
                </a:cxn>
                <a:cxn ang="0">
                  <a:pos x="154" y="24"/>
                </a:cxn>
                <a:cxn ang="0">
                  <a:pos x="156" y="16"/>
                </a:cxn>
                <a:cxn ang="0">
                  <a:pos x="156" y="16"/>
                </a:cxn>
                <a:cxn ang="0">
                  <a:pos x="154" y="10"/>
                </a:cxn>
                <a:cxn ang="0">
                  <a:pos x="152" y="4"/>
                </a:cxn>
                <a:cxn ang="0">
                  <a:pos x="146" y="2"/>
                </a:cxn>
                <a:cxn ang="0">
                  <a:pos x="140" y="0"/>
                </a:cxn>
                <a:cxn ang="0">
                  <a:pos x="140" y="0"/>
                </a:cxn>
              </a:cxnLst>
              <a:rect l="0" t="0" r="r" b="b"/>
              <a:pathLst>
                <a:path w="156" h="34">
                  <a:moveTo>
                    <a:pt x="140" y="0"/>
                  </a:moveTo>
                  <a:lnTo>
                    <a:pt x="16" y="0"/>
                  </a:lnTo>
                  <a:lnTo>
                    <a:pt x="16" y="0"/>
                  </a:lnTo>
                  <a:lnTo>
                    <a:pt x="10" y="2"/>
                  </a:lnTo>
                  <a:lnTo>
                    <a:pt x="4" y="4"/>
                  </a:lnTo>
                  <a:lnTo>
                    <a:pt x="2" y="10"/>
                  </a:lnTo>
                  <a:lnTo>
                    <a:pt x="0" y="16"/>
                  </a:lnTo>
                  <a:lnTo>
                    <a:pt x="0" y="16"/>
                  </a:lnTo>
                  <a:lnTo>
                    <a:pt x="2" y="24"/>
                  </a:lnTo>
                  <a:lnTo>
                    <a:pt x="4" y="28"/>
                  </a:lnTo>
                  <a:lnTo>
                    <a:pt x="10" y="32"/>
                  </a:lnTo>
                  <a:lnTo>
                    <a:pt x="16" y="34"/>
                  </a:lnTo>
                  <a:lnTo>
                    <a:pt x="140" y="34"/>
                  </a:lnTo>
                  <a:lnTo>
                    <a:pt x="140" y="34"/>
                  </a:lnTo>
                  <a:lnTo>
                    <a:pt x="146" y="32"/>
                  </a:lnTo>
                  <a:lnTo>
                    <a:pt x="152" y="28"/>
                  </a:lnTo>
                  <a:lnTo>
                    <a:pt x="154" y="24"/>
                  </a:lnTo>
                  <a:lnTo>
                    <a:pt x="156" y="16"/>
                  </a:lnTo>
                  <a:lnTo>
                    <a:pt x="156" y="16"/>
                  </a:lnTo>
                  <a:lnTo>
                    <a:pt x="154" y="10"/>
                  </a:lnTo>
                  <a:lnTo>
                    <a:pt x="152" y="4"/>
                  </a:lnTo>
                  <a:lnTo>
                    <a:pt x="146" y="2"/>
                  </a:lnTo>
                  <a:lnTo>
                    <a:pt x="140" y="0"/>
                  </a:lnTo>
                  <a:lnTo>
                    <a:pt x="140" y="0"/>
                  </a:lnTo>
                  <a:close/>
                </a:path>
              </a:pathLst>
            </a:custGeom>
            <a:grpFill/>
            <a:ln w="9525">
              <a:noFill/>
              <a:round/>
            </a:ln>
          </p:spPr>
          <p:txBody>
            <a:bodyPr vert="horz" wrap="square" lIns="121920" tIns="60960" rIns="121920" bIns="60960" numCol="1" anchor="t" anchorCtr="0" compatLnSpc="1"/>
            <a:lstStyle/>
            <a:p>
              <a:endParaRPr lang="zh-CN" altLang="en-US" sz="3200" u="sng">
                <a:solidFill>
                  <a:srgbClr val="000000"/>
                </a:solidFill>
              </a:endParaRPr>
            </a:p>
          </p:txBody>
        </p:sp>
        <p:sp>
          <p:nvSpPr>
            <p:cNvPr id="30" name="Freeform 46">
              <a:extLst>
                <a:ext uri="{FF2B5EF4-FFF2-40B4-BE49-F238E27FC236}">
                  <a16:creationId xmlns:a16="http://schemas.microsoft.com/office/drawing/2014/main" id="{20DDC22A-8F4A-2A96-EA2C-0B973EF658D8}"/>
                </a:ext>
              </a:extLst>
            </p:cNvPr>
            <p:cNvSpPr>
              <a:spLocks noEditPoints="1"/>
            </p:cNvSpPr>
            <p:nvPr/>
          </p:nvSpPr>
          <p:spPr bwMode="auto">
            <a:xfrm>
              <a:off x="898525" y="1076325"/>
              <a:ext cx="504825" cy="615950"/>
            </a:xfrm>
            <a:custGeom>
              <a:avLst/>
              <a:gdLst/>
              <a:ahLst/>
              <a:cxnLst>
                <a:cxn ang="0">
                  <a:pos x="160" y="0"/>
                </a:cxn>
                <a:cxn ang="0">
                  <a:pos x="152" y="0"/>
                </a:cxn>
                <a:cxn ang="0">
                  <a:pos x="106" y="10"/>
                </a:cxn>
                <a:cxn ang="0">
                  <a:pos x="66" y="30"/>
                </a:cxn>
                <a:cxn ang="0">
                  <a:pos x="34" y="60"/>
                </a:cxn>
                <a:cxn ang="0">
                  <a:pos x="12" y="98"/>
                </a:cxn>
                <a:cxn ang="0">
                  <a:pos x="2" y="144"/>
                </a:cxn>
                <a:cxn ang="0">
                  <a:pos x="2" y="176"/>
                </a:cxn>
                <a:cxn ang="0">
                  <a:pos x="18" y="226"/>
                </a:cxn>
                <a:cxn ang="0">
                  <a:pos x="60" y="282"/>
                </a:cxn>
                <a:cxn ang="0">
                  <a:pos x="74" y="300"/>
                </a:cxn>
                <a:cxn ang="0">
                  <a:pos x="80" y="322"/>
                </a:cxn>
                <a:cxn ang="0">
                  <a:pos x="82" y="354"/>
                </a:cxn>
                <a:cxn ang="0">
                  <a:pos x="88" y="372"/>
                </a:cxn>
                <a:cxn ang="0">
                  <a:pos x="102" y="384"/>
                </a:cxn>
                <a:cxn ang="0">
                  <a:pos x="158" y="388"/>
                </a:cxn>
                <a:cxn ang="0">
                  <a:pos x="202" y="388"/>
                </a:cxn>
                <a:cxn ang="0">
                  <a:pos x="222" y="382"/>
                </a:cxn>
                <a:cxn ang="0">
                  <a:pos x="234" y="366"/>
                </a:cxn>
                <a:cxn ang="0">
                  <a:pos x="236" y="340"/>
                </a:cxn>
                <a:cxn ang="0">
                  <a:pos x="242" y="306"/>
                </a:cxn>
                <a:cxn ang="0">
                  <a:pos x="250" y="292"/>
                </a:cxn>
                <a:cxn ang="0">
                  <a:pos x="282" y="256"/>
                </a:cxn>
                <a:cxn ang="0">
                  <a:pos x="308" y="210"/>
                </a:cxn>
                <a:cxn ang="0">
                  <a:pos x="318" y="158"/>
                </a:cxn>
                <a:cxn ang="0">
                  <a:pos x="314" y="128"/>
                </a:cxn>
                <a:cxn ang="0">
                  <a:pos x="300" y="86"/>
                </a:cxn>
                <a:cxn ang="0">
                  <a:pos x="274" y="50"/>
                </a:cxn>
                <a:cxn ang="0">
                  <a:pos x="240" y="22"/>
                </a:cxn>
                <a:cxn ang="0">
                  <a:pos x="198" y="6"/>
                </a:cxn>
                <a:cxn ang="0">
                  <a:pos x="168" y="0"/>
                </a:cxn>
                <a:cxn ang="0">
                  <a:pos x="258" y="164"/>
                </a:cxn>
                <a:cxn ang="0">
                  <a:pos x="246" y="146"/>
                </a:cxn>
                <a:cxn ang="0">
                  <a:pos x="240" y="120"/>
                </a:cxn>
                <a:cxn ang="0">
                  <a:pos x="216" y="88"/>
                </a:cxn>
                <a:cxn ang="0">
                  <a:pos x="178" y="74"/>
                </a:cxn>
                <a:cxn ang="0">
                  <a:pos x="164" y="68"/>
                </a:cxn>
                <a:cxn ang="0">
                  <a:pos x="158" y="52"/>
                </a:cxn>
                <a:cxn ang="0">
                  <a:pos x="172" y="34"/>
                </a:cxn>
                <a:cxn ang="0">
                  <a:pos x="202" y="36"/>
                </a:cxn>
                <a:cxn ang="0">
                  <a:pos x="256" y="68"/>
                </a:cxn>
                <a:cxn ang="0">
                  <a:pos x="284" y="124"/>
                </a:cxn>
                <a:cxn ang="0">
                  <a:pos x="284" y="154"/>
                </a:cxn>
                <a:cxn ang="0">
                  <a:pos x="266" y="166"/>
                </a:cxn>
              </a:cxnLst>
              <a:rect l="0" t="0" r="r" b="b"/>
              <a:pathLst>
                <a:path w="318" h="388">
                  <a:moveTo>
                    <a:pt x="168" y="0"/>
                  </a:moveTo>
                  <a:lnTo>
                    <a:pt x="168" y="0"/>
                  </a:lnTo>
                  <a:lnTo>
                    <a:pt x="160" y="0"/>
                  </a:lnTo>
                  <a:lnTo>
                    <a:pt x="160" y="0"/>
                  </a:lnTo>
                  <a:lnTo>
                    <a:pt x="152" y="0"/>
                  </a:lnTo>
                  <a:lnTo>
                    <a:pt x="152" y="0"/>
                  </a:lnTo>
                  <a:lnTo>
                    <a:pt x="136" y="2"/>
                  </a:lnTo>
                  <a:lnTo>
                    <a:pt x="120" y="4"/>
                  </a:lnTo>
                  <a:lnTo>
                    <a:pt x="106" y="10"/>
                  </a:lnTo>
                  <a:lnTo>
                    <a:pt x="92" y="16"/>
                  </a:lnTo>
                  <a:lnTo>
                    <a:pt x="80" y="22"/>
                  </a:lnTo>
                  <a:lnTo>
                    <a:pt x="66" y="30"/>
                  </a:lnTo>
                  <a:lnTo>
                    <a:pt x="56" y="40"/>
                  </a:lnTo>
                  <a:lnTo>
                    <a:pt x="44" y="50"/>
                  </a:lnTo>
                  <a:lnTo>
                    <a:pt x="34" y="60"/>
                  </a:lnTo>
                  <a:lnTo>
                    <a:pt x="26" y="72"/>
                  </a:lnTo>
                  <a:lnTo>
                    <a:pt x="18" y="86"/>
                  </a:lnTo>
                  <a:lnTo>
                    <a:pt x="12" y="98"/>
                  </a:lnTo>
                  <a:lnTo>
                    <a:pt x="8" y="114"/>
                  </a:lnTo>
                  <a:lnTo>
                    <a:pt x="4" y="128"/>
                  </a:lnTo>
                  <a:lnTo>
                    <a:pt x="2" y="144"/>
                  </a:lnTo>
                  <a:lnTo>
                    <a:pt x="0" y="158"/>
                  </a:lnTo>
                  <a:lnTo>
                    <a:pt x="0" y="158"/>
                  </a:lnTo>
                  <a:lnTo>
                    <a:pt x="2" y="176"/>
                  </a:lnTo>
                  <a:lnTo>
                    <a:pt x="6" y="192"/>
                  </a:lnTo>
                  <a:lnTo>
                    <a:pt x="10" y="210"/>
                  </a:lnTo>
                  <a:lnTo>
                    <a:pt x="18" y="226"/>
                  </a:lnTo>
                  <a:lnTo>
                    <a:pt x="26" y="240"/>
                  </a:lnTo>
                  <a:lnTo>
                    <a:pt x="36" y="256"/>
                  </a:lnTo>
                  <a:lnTo>
                    <a:pt x="60" y="282"/>
                  </a:lnTo>
                  <a:lnTo>
                    <a:pt x="60" y="282"/>
                  </a:lnTo>
                  <a:lnTo>
                    <a:pt x="68" y="292"/>
                  </a:lnTo>
                  <a:lnTo>
                    <a:pt x="74" y="300"/>
                  </a:lnTo>
                  <a:lnTo>
                    <a:pt x="78" y="306"/>
                  </a:lnTo>
                  <a:lnTo>
                    <a:pt x="78" y="306"/>
                  </a:lnTo>
                  <a:lnTo>
                    <a:pt x="80" y="322"/>
                  </a:lnTo>
                  <a:lnTo>
                    <a:pt x="82" y="340"/>
                  </a:lnTo>
                  <a:lnTo>
                    <a:pt x="82" y="354"/>
                  </a:lnTo>
                  <a:lnTo>
                    <a:pt x="82" y="354"/>
                  </a:lnTo>
                  <a:lnTo>
                    <a:pt x="82" y="360"/>
                  </a:lnTo>
                  <a:lnTo>
                    <a:pt x="84" y="366"/>
                  </a:lnTo>
                  <a:lnTo>
                    <a:pt x="88" y="372"/>
                  </a:lnTo>
                  <a:lnTo>
                    <a:pt x="92" y="378"/>
                  </a:lnTo>
                  <a:lnTo>
                    <a:pt x="96" y="382"/>
                  </a:lnTo>
                  <a:lnTo>
                    <a:pt x="102" y="384"/>
                  </a:lnTo>
                  <a:lnTo>
                    <a:pt x="110" y="386"/>
                  </a:lnTo>
                  <a:lnTo>
                    <a:pt x="116" y="388"/>
                  </a:lnTo>
                  <a:lnTo>
                    <a:pt x="158" y="388"/>
                  </a:lnTo>
                  <a:lnTo>
                    <a:pt x="160" y="388"/>
                  </a:lnTo>
                  <a:lnTo>
                    <a:pt x="202" y="388"/>
                  </a:lnTo>
                  <a:lnTo>
                    <a:pt x="202" y="388"/>
                  </a:lnTo>
                  <a:lnTo>
                    <a:pt x="210" y="386"/>
                  </a:lnTo>
                  <a:lnTo>
                    <a:pt x="216" y="384"/>
                  </a:lnTo>
                  <a:lnTo>
                    <a:pt x="222" y="382"/>
                  </a:lnTo>
                  <a:lnTo>
                    <a:pt x="226" y="378"/>
                  </a:lnTo>
                  <a:lnTo>
                    <a:pt x="230" y="372"/>
                  </a:lnTo>
                  <a:lnTo>
                    <a:pt x="234" y="366"/>
                  </a:lnTo>
                  <a:lnTo>
                    <a:pt x="236" y="360"/>
                  </a:lnTo>
                  <a:lnTo>
                    <a:pt x="236" y="354"/>
                  </a:lnTo>
                  <a:lnTo>
                    <a:pt x="236" y="340"/>
                  </a:lnTo>
                  <a:lnTo>
                    <a:pt x="236" y="340"/>
                  </a:lnTo>
                  <a:lnTo>
                    <a:pt x="238" y="322"/>
                  </a:lnTo>
                  <a:lnTo>
                    <a:pt x="242" y="306"/>
                  </a:lnTo>
                  <a:lnTo>
                    <a:pt x="242" y="306"/>
                  </a:lnTo>
                  <a:lnTo>
                    <a:pt x="244" y="300"/>
                  </a:lnTo>
                  <a:lnTo>
                    <a:pt x="250" y="292"/>
                  </a:lnTo>
                  <a:lnTo>
                    <a:pt x="260" y="282"/>
                  </a:lnTo>
                  <a:lnTo>
                    <a:pt x="260" y="282"/>
                  </a:lnTo>
                  <a:lnTo>
                    <a:pt x="282" y="256"/>
                  </a:lnTo>
                  <a:lnTo>
                    <a:pt x="292" y="240"/>
                  </a:lnTo>
                  <a:lnTo>
                    <a:pt x="300" y="226"/>
                  </a:lnTo>
                  <a:lnTo>
                    <a:pt x="308" y="210"/>
                  </a:lnTo>
                  <a:lnTo>
                    <a:pt x="312" y="192"/>
                  </a:lnTo>
                  <a:lnTo>
                    <a:pt x="316" y="176"/>
                  </a:lnTo>
                  <a:lnTo>
                    <a:pt x="318" y="158"/>
                  </a:lnTo>
                  <a:lnTo>
                    <a:pt x="318" y="158"/>
                  </a:lnTo>
                  <a:lnTo>
                    <a:pt x="316" y="144"/>
                  </a:lnTo>
                  <a:lnTo>
                    <a:pt x="314" y="128"/>
                  </a:lnTo>
                  <a:lnTo>
                    <a:pt x="312" y="114"/>
                  </a:lnTo>
                  <a:lnTo>
                    <a:pt x="306" y="100"/>
                  </a:lnTo>
                  <a:lnTo>
                    <a:pt x="300" y="86"/>
                  </a:lnTo>
                  <a:lnTo>
                    <a:pt x="292" y="72"/>
                  </a:lnTo>
                  <a:lnTo>
                    <a:pt x="284" y="60"/>
                  </a:lnTo>
                  <a:lnTo>
                    <a:pt x="274" y="50"/>
                  </a:lnTo>
                  <a:lnTo>
                    <a:pt x="264" y="40"/>
                  </a:lnTo>
                  <a:lnTo>
                    <a:pt x="252" y="30"/>
                  </a:lnTo>
                  <a:lnTo>
                    <a:pt x="240" y="22"/>
                  </a:lnTo>
                  <a:lnTo>
                    <a:pt x="226" y="16"/>
                  </a:lnTo>
                  <a:lnTo>
                    <a:pt x="212" y="10"/>
                  </a:lnTo>
                  <a:lnTo>
                    <a:pt x="198" y="6"/>
                  </a:lnTo>
                  <a:lnTo>
                    <a:pt x="184" y="2"/>
                  </a:lnTo>
                  <a:lnTo>
                    <a:pt x="168" y="0"/>
                  </a:lnTo>
                  <a:lnTo>
                    <a:pt x="168" y="0"/>
                  </a:lnTo>
                  <a:close/>
                  <a:moveTo>
                    <a:pt x="266" y="166"/>
                  </a:moveTo>
                  <a:lnTo>
                    <a:pt x="266" y="166"/>
                  </a:lnTo>
                  <a:lnTo>
                    <a:pt x="258" y="164"/>
                  </a:lnTo>
                  <a:lnTo>
                    <a:pt x="252" y="160"/>
                  </a:lnTo>
                  <a:lnTo>
                    <a:pt x="248" y="154"/>
                  </a:lnTo>
                  <a:lnTo>
                    <a:pt x="246" y="146"/>
                  </a:lnTo>
                  <a:lnTo>
                    <a:pt x="246" y="146"/>
                  </a:lnTo>
                  <a:lnTo>
                    <a:pt x="244" y="132"/>
                  </a:lnTo>
                  <a:lnTo>
                    <a:pt x="240" y="120"/>
                  </a:lnTo>
                  <a:lnTo>
                    <a:pt x="234" y="108"/>
                  </a:lnTo>
                  <a:lnTo>
                    <a:pt x="226" y="96"/>
                  </a:lnTo>
                  <a:lnTo>
                    <a:pt x="216" y="88"/>
                  </a:lnTo>
                  <a:lnTo>
                    <a:pt x="204" y="80"/>
                  </a:lnTo>
                  <a:lnTo>
                    <a:pt x="192" y="76"/>
                  </a:lnTo>
                  <a:lnTo>
                    <a:pt x="178" y="74"/>
                  </a:lnTo>
                  <a:lnTo>
                    <a:pt x="178" y="74"/>
                  </a:lnTo>
                  <a:lnTo>
                    <a:pt x="170" y="72"/>
                  </a:lnTo>
                  <a:lnTo>
                    <a:pt x="164" y="68"/>
                  </a:lnTo>
                  <a:lnTo>
                    <a:pt x="160" y="60"/>
                  </a:lnTo>
                  <a:lnTo>
                    <a:pt x="158" y="52"/>
                  </a:lnTo>
                  <a:lnTo>
                    <a:pt x="158" y="52"/>
                  </a:lnTo>
                  <a:lnTo>
                    <a:pt x="160" y="44"/>
                  </a:lnTo>
                  <a:lnTo>
                    <a:pt x="166" y="38"/>
                  </a:lnTo>
                  <a:lnTo>
                    <a:pt x="172" y="34"/>
                  </a:lnTo>
                  <a:lnTo>
                    <a:pt x="180" y="34"/>
                  </a:lnTo>
                  <a:lnTo>
                    <a:pt x="180" y="34"/>
                  </a:lnTo>
                  <a:lnTo>
                    <a:pt x="202" y="36"/>
                  </a:lnTo>
                  <a:lnTo>
                    <a:pt x="222" y="44"/>
                  </a:lnTo>
                  <a:lnTo>
                    <a:pt x="240" y="54"/>
                  </a:lnTo>
                  <a:lnTo>
                    <a:pt x="256" y="68"/>
                  </a:lnTo>
                  <a:lnTo>
                    <a:pt x="268" y="86"/>
                  </a:lnTo>
                  <a:lnTo>
                    <a:pt x="278" y="104"/>
                  </a:lnTo>
                  <a:lnTo>
                    <a:pt x="284" y="124"/>
                  </a:lnTo>
                  <a:lnTo>
                    <a:pt x="286" y="146"/>
                  </a:lnTo>
                  <a:lnTo>
                    <a:pt x="286" y="146"/>
                  </a:lnTo>
                  <a:lnTo>
                    <a:pt x="284" y="154"/>
                  </a:lnTo>
                  <a:lnTo>
                    <a:pt x="280" y="160"/>
                  </a:lnTo>
                  <a:lnTo>
                    <a:pt x="274" y="164"/>
                  </a:lnTo>
                  <a:lnTo>
                    <a:pt x="266" y="166"/>
                  </a:lnTo>
                  <a:lnTo>
                    <a:pt x="266" y="166"/>
                  </a:lnTo>
                  <a:close/>
                </a:path>
              </a:pathLst>
            </a:custGeom>
            <a:grpFill/>
            <a:ln w="9525">
              <a:noFill/>
              <a:round/>
            </a:ln>
          </p:spPr>
          <p:txBody>
            <a:bodyPr vert="horz" wrap="square" lIns="121920" tIns="60960" rIns="121920" bIns="60960" numCol="1" anchor="t" anchorCtr="0" compatLnSpc="1"/>
            <a:lstStyle/>
            <a:p>
              <a:endParaRPr lang="zh-CN" altLang="en-US" sz="3200" u="sng">
                <a:solidFill>
                  <a:srgbClr val="000000"/>
                </a:solidFill>
              </a:endParaRPr>
            </a:p>
          </p:txBody>
        </p:sp>
      </p:grpSp>
      <p:grpSp>
        <p:nvGrpSpPr>
          <p:cNvPr id="31" name="组 73">
            <a:extLst>
              <a:ext uri="{FF2B5EF4-FFF2-40B4-BE49-F238E27FC236}">
                <a16:creationId xmlns:a16="http://schemas.microsoft.com/office/drawing/2014/main" id="{37599D08-E1B7-E820-373A-3824C08EA5F5}"/>
              </a:ext>
            </a:extLst>
          </p:cNvPr>
          <p:cNvGrpSpPr/>
          <p:nvPr/>
        </p:nvGrpSpPr>
        <p:grpSpPr>
          <a:xfrm>
            <a:off x="3661044" y="3351896"/>
            <a:ext cx="663469" cy="660013"/>
            <a:chOff x="8328025" y="3667125"/>
            <a:chExt cx="609600" cy="606425"/>
          </a:xfrm>
          <a:solidFill>
            <a:schemeClr val="bg1"/>
          </a:solidFill>
          <a:effectLst/>
        </p:grpSpPr>
        <p:sp>
          <p:nvSpPr>
            <p:cNvPr id="32" name="Freeform 213">
              <a:extLst>
                <a:ext uri="{FF2B5EF4-FFF2-40B4-BE49-F238E27FC236}">
                  <a16:creationId xmlns:a16="http://schemas.microsoft.com/office/drawing/2014/main" id="{E04D5860-6565-D1E8-8FD0-A776BBBCEA3F}"/>
                </a:ext>
              </a:extLst>
            </p:cNvPr>
            <p:cNvSpPr>
              <a:spLocks noEditPoints="1"/>
            </p:cNvSpPr>
            <p:nvPr/>
          </p:nvSpPr>
          <p:spPr bwMode="auto">
            <a:xfrm>
              <a:off x="8328025" y="3667125"/>
              <a:ext cx="609600" cy="606425"/>
            </a:xfrm>
            <a:custGeom>
              <a:avLst/>
              <a:gdLst/>
              <a:ahLst/>
              <a:cxnLst>
                <a:cxn ang="0">
                  <a:pos x="64" y="0"/>
                </a:cxn>
                <a:cxn ang="0">
                  <a:pos x="52" y="0"/>
                </a:cxn>
                <a:cxn ang="0">
                  <a:pos x="28" y="10"/>
                </a:cxn>
                <a:cxn ang="0">
                  <a:pos x="10" y="28"/>
                </a:cxn>
                <a:cxn ang="0">
                  <a:pos x="2" y="50"/>
                </a:cxn>
                <a:cxn ang="0">
                  <a:pos x="0" y="232"/>
                </a:cxn>
                <a:cxn ang="0">
                  <a:pos x="2" y="244"/>
                </a:cxn>
                <a:cxn ang="0">
                  <a:pos x="10" y="266"/>
                </a:cxn>
                <a:cxn ang="0">
                  <a:pos x="28" y="284"/>
                </a:cxn>
                <a:cxn ang="0">
                  <a:pos x="52" y="294"/>
                </a:cxn>
                <a:cxn ang="0">
                  <a:pos x="124" y="296"/>
                </a:cxn>
                <a:cxn ang="0">
                  <a:pos x="230" y="296"/>
                </a:cxn>
                <a:cxn ang="0">
                  <a:pos x="320" y="296"/>
                </a:cxn>
                <a:cxn ang="0">
                  <a:pos x="344" y="290"/>
                </a:cxn>
                <a:cxn ang="0">
                  <a:pos x="364" y="276"/>
                </a:cxn>
                <a:cxn ang="0">
                  <a:pos x="378" y="256"/>
                </a:cxn>
                <a:cxn ang="0">
                  <a:pos x="384" y="232"/>
                </a:cxn>
                <a:cxn ang="0">
                  <a:pos x="384" y="64"/>
                </a:cxn>
                <a:cxn ang="0">
                  <a:pos x="378" y="38"/>
                </a:cxn>
                <a:cxn ang="0">
                  <a:pos x="364" y="18"/>
                </a:cxn>
                <a:cxn ang="0">
                  <a:pos x="344" y="4"/>
                </a:cxn>
                <a:cxn ang="0">
                  <a:pos x="320" y="0"/>
                </a:cxn>
                <a:cxn ang="0">
                  <a:pos x="344" y="232"/>
                </a:cxn>
                <a:cxn ang="0">
                  <a:pos x="342" y="240"/>
                </a:cxn>
                <a:cxn ang="0">
                  <a:pos x="328" y="254"/>
                </a:cxn>
                <a:cxn ang="0">
                  <a:pos x="230" y="256"/>
                </a:cxn>
                <a:cxn ang="0">
                  <a:pos x="204" y="264"/>
                </a:cxn>
                <a:cxn ang="0">
                  <a:pos x="164" y="296"/>
                </a:cxn>
                <a:cxn ang="0">
                  <a:pos x="124" y="256"/>
                </a:cxn>
                <a:cxn ang="0">
                  <a:pos x="64" y="256"/>
                </a:cxn>
                <a:cxn ang="0">
                  <a:pos x="48" y="248"/>
                </a:cxn>
                <a:cxn ang="0">
                  <a:pos x="40" y="232"/>
                </a:cxn>
                <a:cxn ang="0">
                  <a:pos x="40" y="64"/>
                </a:cxn>
                <a:cxn ang="0">
                  <a:pos x="48" y="46"/>
                </a:cxn>
                <a:cxn ang="0">
                  <a:pos x="64" y="40"/>
                </a:cxn>
                <a:cxn ang="0">
                  <a:pos x="320" y="40"/>
                </a:cxn>
                <a:cxn ang="0">
                  <a:pos x="336" y="46"/>
                </a:cxn>
                <a:cxn ang="0">
                  <a:pos x="344" y="64"/>
                </a:cxn>
                <a:cxn ang="0">
                  <a:pos x="344" y="232"/>
                </a:cxn>
              </a:cxnLst>
              <a:rect l="0" t="0" r="r" b="b"/>
              <a:pathLst>
                <a:path w="384" h="382">
                  <a:moveTo>
                    <a:pt x="320" y="0"/>
                  </a:moveTo>
                  <a:lnTo>
                    <a:pt x="64" y="0"/>
                  </a:lnTo>
                  <a:lnTo>
                    <a:pt x="64" y="0"/>
                  </a:lnTo>
                  <a:lnTo>
                    <a:pt x="52" y="0"/>
                  </a:lnTo>
                  <a:lnTo>
                    <a:pt x="40" y="4"/>
                  </a:lnTo>
                  <a:lnTo>
                    <a:pt x="28" y="10"/>
                  </a:lnTo>
                  <a:lnTo>
                    <a:pt x="18" y="18"/>
                  </a:lnTo>
                  <a:lnTo>
                    <a:pt x="10" y="28"/>
                  </a:lnTo>
                  <a:lnTo>
                    <a:pt x="6" y="38"/>
                  </a:lnTo>
                  <a:lnTo>
                    <a:pt x="2" y="50"/>
                  </a:lnTo>
                  <a:lnTo>
                    <a:pt x="0" y="64"/>
                  </a:lnTo>
                  <a:lnTo>
                    <a:pt x="0" y="232"/>
                  </a:lnTo>
                  <a:lnTo>
                    <a:pt x="0" y="232"/>
                  </a:lnTo>
                  <a:lnTo>
                    <a:pt x="2" y="244"/>
                  </a:lnTo>
                  <a:lnTo>
                    <a:pt x="6" y="256"/>
                  </a:lnTo>
                  <a:lnTo>
                    <a:pt x="10" y="266"/>
                  </a:lnTo>
                  <a:lnTo>
                    <a:pt x="18" y="276"/>
                  </a:lnTo>
                  <a:lnTo>
                    <a:pt x="28" y="284"/>
                  </a:lnTo>
                  <a:lnTo>
                    <a:pt x="40" y="290"/>
                  </a:lnTo>
                  <a:lnTo>
                    <a:pt x="52" y="294"/>
                  </a:lnTo>
                  <a:lnTo>
                    <a:pt x="64" y="296"/>
                  </a:lnTo>
                  <a:lnTo>
                    <a:pt x="124" y="296"/>
                  </a:lnTo>
                  <a:lnTo>
                    <a:pt x="124" y="382"/>
                  </a:lnTo>
                  <a:lnTo>
                    <a:pt x="230" y="296"/>
                  </a:lnTo>
                  <a:lnTo>
                    <a:pt x="320" y="296"/>
                  </a:lnTo>
                  <a:lnTo>
                    <a:pt x="320" y="296"/>
                  </a:lnTo>
                  <a:lnTo>
                    <a:pt x="332" y="294"/>
                  </a:lnTo>
                  <a:lnTo>
                    <a:pt x="344" y="290"/>
                  </a:lnTo>
                  <a:lnTo>
                    <a:pt x="356" y="284"/>
                  </a:lnTo>
                  <a:lnTo>
                    <a:pt x="364" y="276"/>
                  </a:lnTo>
                  <a:lnTo>
                    <a:pt x="372" y="266"/>
                  </a:lnTo>
                  <a:lnTo>
                    <a:pt x="378" y="256"/>
                  </a:lnTo>
                  <a:lnTo>
                    <a:pt x="382" y="244"/>
                  </a:lnTo>
                  <a:lnTo>
                    <a:pt x="384" y="232"/>
                  </a:lnTo>
                  <a:lnTo>
                    <a:pt x="384" y="64"/>
                  </a:lnTo>
                  <a:lnTo>
                    <a:pt x="384" y="64"/>
                  </a:lnTo>
                  <a:lnTo>
                    <a:pt x="382" y="50"/>
                  </a:lnTo>
                  <a:lnTo>
                    <a:pt x="378" y="38"/>
                  </a:lnTo>
                  <a:lnTo>
                    <a:pt x="372" y="28"/>
                  </a:lnTo>
                  <a:lnTo>
                    <a:pt x="364" y="18"/>
                  </a:lnTo>
                  <a:lnTo>
                    <a:pt x="356" y="10"/>
                  </a:lnTo>
                  <a:lnTo>
                    <a:pt x="344" y="4"/>
                  </a:lnTo>
                  <a:lnTo>
                    <a:pt x="332" y="0"/>
                  </a:lnTo>
                  <a:lnTo>
                    <a:pt x="320" y="0"/>
                  </a:lnTo>
                  <a:lnTo>
                    <a:pt x="320" y="0"/>
                  </a:lnTo>
                  <a:close/>
                  <a:moveTo>
                    <a:pt x="344" y="232"/>
                  </a:moveTo>
                  <a:lnTo>
                    <a:pt x="344" y="232"/>
                  </a:lnTo>
                  <a:lnTo>
                    <a:pt x="342" y="240"/>
                  </a:lnTo>
                  <a:lnTo>
                    <a:pt x="336" y="248"/>
                  </a:lnTo>
                  <a:lnTo>
                    <a:pt x="328" y="254"/>
                  </a:lnTo>
                  <a:lnTo>
                    <a:pt x="320" y="256"/>
                  </a:lnTo>
                  <a:lnTo>
                    <a:pt x="230" y="256"/>
                  </a:lnTo>
                  <a:lnTo>
                    <a:pt x="216" y="256"/>
                  </a:lnTo>
                  <a:lnTo>
                    <a:pt x="204" y="264"/>
                  </a:lnTo>
                  <a:lnTo>
                    <a:pt x="164" y="298"/>
                  </a:lnTo>
                  <a:lnTo>
                    <a:pt x="164" y="296"/>
                  </a:lnTo>
                  <a:lnTo>
                    <a:pt x="164" y="256"/>
                  </a:lnTo>
                  <a:lnTo>
                    <a:pt x="124" y="256"/>
                  </a:lnTo>
                  <a:lnTo>
                    <a:pt x="64" y="256"/>
                  </a:lnTo>
                  <a:lnTo>
                    <a:pt x="64" y="256"/>
                  </a:lnTo>
                  <a:lnTo>
                    <a:pt x="54" y="254"/>
                  </a:lnTo>
                  <a:lnTo>
                    <a:pt x="48" y="248"/>
                  </a:lnTo>
                  <a:lnTo>
                    <a:pt x="42" y="240"/>
                  </a:lnTo>
                  <a:lnTo>
                    <a:pt x="40" y="232"/>
                  </a:lnTo>
                  <a:lnTo>
                    <a:pt x="40" y="64"/>
                  </a:lnTo>
                  <a:lnTo>
                    <a:pt x="40" y="64"/>
                  </a:lnTo>
                  <a:lnTo>
                    <a:pt x="42" y="54"/>
                  </a:lnTo>
                  <a:lnTo>
                    <a:pt x="48" y="46"/>
                  </a:lnTo>
                  <a:lnTo>
                    <a:pt x="54" y="42"/>
                  </a:lnTo>
                  <a:lnTo>
                    <a:pt x="64" y="40"/>
                  </a:lnTo>
                  <a:lnTo>
                    <a:pt x="320" y="40"/>
                  </a:lnTo>
                  <a:lnTo>
                    <a:pt x="320" y="40"/>
                  </a:lnTo>
                  <a:lnTo>
                    <a:pt x="328" y="42"/>
                  </a:lnTo>
                  <a:lnTo>
                    <a:pt x="336" y="46"/>
                  </a:lnTo>
                  <a:lnTo>
                    <a:pt x="342" y="54"/>
                  </a:lnTo>
                  <a:lnTo>
                    <a:pt x="344" y="64"/>
                  </a:lnTo>
                  <a:lnTo>
                    <a:pt x="344" y="232"/>
                  </a:lnTo>
                  <a:lnTo>
                    <a:pt x="344" y="232"/>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3" name="Freeform 214">
              <a:extLst>
                <a:ext uri="{FF2B5EF4-FFF2-40B4-BE49-F238E27FC236}">
                  <a16:creationId xmlns:a16="http://schemas.microsoft.com/office/drawing/2014/main" id="{05190F3F-D254-E1E3-43CE-8D1E67C99112}"/>
                </a:ext>
              </a:extLst>
            </p:cNvPr>
            <p:cNvSpPr/>
            <p:nvPr/>
          </p:nvSpPr>
          <p:spPr bwMode="auto">
            <a:xfrm>
              <a:off x="8464550" y="3863975"/>
              <a:ext cx="73025" cy="73025"/>
            </a:xfrm>
            <a:custGeom>
              <a:avLst/>
              <a:gdLst/>
              <a:ahLst/>
              <a:cxnLst>
                <a:cxn ang="0">
                  <a:pos x="24" y="0"/>
                </a:cxn>
                <a:cxn ang="0">
                  <a:pos x="24" y="0"/>
                </a:cxn>
                <a:cxn ang="0">
                  <a:pos x="32" y="2"/>
                </a:cxn>
                <a:cxn ang="0">
                  <a:pos x="40" y="6"/>
                </a:cxn>
                <a:cxn ang="0">
                  <a:pos x="46" y="14"/>
                </a:cxn>
                <a:cxn ang="0">
                  <a:pos x="46" y="24"/>
                </a:cxn>
                <a:cxn ang="0">
                  <a:pos x="46" y="24"/>
                </a:cxn>
                <a:cxn ang="0">
                  <a:pos x="46" y="32"/>
                </a:cxn>
                <a:cxn ang="0">
                  <a:pos x="40" y="40"/>
                </a:cxn>
                <a:cxn ang="0">
                  <a:pos x="32" y="44"/>
                </a:cxn>
                <a:cxn ang="0">
                  <a:pos x="24" y="46"/>
                </a:cxn>
                <a:cxn ang="0">
                  <a:pos x="24" y="46"/>
                </a:cxn>
                <a:cxn ang="0">
                  <a:pos x="14" y="44"/>
                </a:cxn>
                <a:cxn ang="0">
                  <a:pos x="8" y="40"/>
                </a:cxn>
                <a:cxn ang="0">
                  <a:pos x="2" y="32"/>
                </a:cxn>
                <a:cxn ang="0">
                  <a:pos x="0" y="24"/>
                </a:cxn>
                <a:cxn ang="0">
                  <a:pos x="0" y="24"/>
                </a:cxn>
                <a:cxn ang="0">
                  <a:pos x="2" y="14"/>
                </a:cxn>
                <a:cxn ang="0">
                  <a:pos x="8" y="6"/>
                </a:cxn>
                <a:cxn ang="0">
                  <a:pos x="14" y="2"/>
                </a:cxn>
                <a:cxn ang="0">
                  <a:pos x="24" y="0"/>
                </a:cxn>
                <a:cxn ang="0">
                  <a:pos x="24" y="0"/>
                </a:cxn>
              </a:cxnLst>
              <a:rect l="0" t="0" r="r" b="b"/>
              <a:pathLst>
                <a:path w="46" h="46">
                  <a:moveTo>
                    <a:pt x="24" y="0"/>
                  </a:moveTo>
                  <a:lnTo>
                    <a:pt x="24" y="0"/>
                  </a:lnTo>
                  <a:lnTo>
                    <a:pt x="32" y="2"/>
                  </a:lnTo>
                  <a:lnTo>
                    <a:pt x="40" y="6"/>
                  </a:lnTo>
                  <a:lnTo>
                    <a:pt x="46" y="14"/>
                  </a:lnTo>
                  <a:lnTo>
                    <a:pt x="46" y="24"/>
                  </a:lnTo>
                  <a:lnTo>
                    <a:pt x="46" y="24"/>
                  </a:lnTo>
                  <a:lnTo>
                    <a:pt x="46" y="32"/>
                  </a:lnTo>
                  <a:lnTo>
                    <a:pt x="40" y="40"/>
                  </a:lnTo>
                  <a:lnTo>
                    <a:pt x="32" y="44"/>
                  </a:lnTo>
                  <a:lnTo>
                    <a:pt x="24" y="46"/>
                  </a:lnTo>
                  <a:lnTo>
                    <a:pt x="24" y="46"/>
                  </a:lnTo>
                  <a:lnTo>
                    <a:pt x="14" y="44"/>
                  </a:lnTo>
                  <a:lnTo>
                    <a:pt x="8" y="40"/>
                  </a:lnTo>
                  <a:lnTo>
                    <a:pt x="2" y="32"/>
                  </a:lnTo>
                  <a:lnTo>
                    <a:pt x="0" y="24"/>
                  </a:lnTo>
                  <a:lnTo>
                    <a:pt x="0" y="24"/>
                  </a:lnTo>
                  <a:lnTo>
                    <a:pt x="2" y="14"/>
                  </a:lnTo>
                  <a:lnTo>
                    <a:pt x="8" y="6"/>
                  </a:lnTo>
                  <a:lnTo>
                    <a:pt x="14" y="2"/>
                  </a:lnTo>
                  <a:lnTo>
                    <a:pt x="24" y="0"/>
                  </a:lnTo>
                  <a:lnTo>
                    <a:pt x="24" y="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4" name="Freeform 215">
              <a:extLst>
                <a:ext uri="{FF2B5EF4-FFF2-40B4-BE49-F238E27FC236}">
                  <a16:creationId xmlns:a16="http://schemas.microsoft.com/office/drawing/2014/main" id="{2631E145-4CE0-10E8-900A-EE88A74721FF}"/>
                </a:ext>
              </a:extLst>
            </p:cNvPr>
            <p:cNvSpPr/>
            <p:nvPr/>
          </p:nvSpPr>
          <p:spPr bwMode="auto">
            <a:xfrm>
              <a:off x="8594725" y="3863975"/>
              <a:ext cx="73025" cy="73025"/>
            </a:xfrm>
            <a:custGeom>
              <a:avLst/>
              <a:gdLst/>
              <a:ahLst/>
              <a:cxnLst>
                <a:cxn ang="0">
                  <a:pos x="24" y="0"/>
                </a:cxn>
                <a:cxn ang="0">
                  <a:pos x="24" y="0"/>
                </a:cxn>
                <a:cxn ang="0">
                  <a:pos x="32" y="2"/>
                </a:cxn>
                <a:cxn ang="0">
                  <a:pos x="40" y="6"/>
                </a:cxn>
                <a:cxn ang="0">
                  <a:pos x="46" y="14"/>
                </a:cxn>
                <a:cxn ang="0">
                  <a:pos x="46" y="24"/>
                </a:cxn>
                <a:cxn ang="0">
                  <a:pos x="46" y="24"/>
                </a:cxn>
                <a:cxn ang="0">
                  <a:pos x="46" y="32"/>
                </a:cxn>
                <a:cxn ang="0">
                  <a:pos x="40" y="40"/>
                </a:cxn>
                <a:cxn ang="0">
                  <a:pos x="32" y="44"/>
                </a:cxn>
                <a:cxn ang="0">
                  <a:pos x="24" y="46"/>
                </a:cxn>
                <a:cxn ang="0">
                  <a:pos x="24" y="46"/>
                </a:cxn>
                <a:cxn ang="0">
                  <a:pos x="14" y="44"/>
                </a:cxn>
                <a:cxn ang="0">
                  <a:pos x="8" y="40"/>
                </a:cxn>
                <a:cxn ang="0">
                  <a:pos x="2" y="32"/>
                </a:cxn>
                <a:cxn ang="0">
                  <a:pos x="0" y="24"/>
                </a:cxn>
                <a:cxn ang="0">
                  <a:pos x="0" y="24"/>
                </a:cxn>
                <a:cxn ang="0">
                  <a:pos x="2" y="14"/>
                </a:cxn>
                <a:cxn ang="0">
                  <a:pos x="8" y="6"/>
                </a:cxn>
                <a:cxn ang="0">
                  <a:pos x="14" y="2"/>
                </a:cxn>
                <a:cxn ang="0">
                  <a:pos x="24" y="0"/>
                </a:cxn>
                <a:cxn ang="0">
                  <a:pos x="24" y="0"/>
                </a:cxn>
              </a:cxnLst>
              <a:rect l="0" t="0" r="r" b="b"/>
              <a:pathLst>
                <a:path w="46" h="46">
                  <a:moveTo>
                    <a:pt x="24" y="0"/>
                  </a:moveTo>
                  <a:lnTo>
                    <a:pt x="24" y="0"/>
                  </a:lnTo>
                  <a:lnTo>
                    <a:pt x="32" y="2"/>
                  </a:lnTo>
                  <a:lnTo>
                    <a:pt x="40" y="6"/>
                  </a:lnTo>
                  <a:lnTo>
                    <a:pt x="46" y="14"/>
                  </a:lnTo>
                  <a:lnTo>
                    <a:pt x="46" y="24"/>
                  </a:lnTo>
                  <a:lnTo>
                    <a:pt x="46" y="24"/>
                  </a:lnTo>
                  <a:lnTo>
                    <a:pt x="46" y="32"/>
                  </a:lnTo>
                  <a:lnTo>
                    <a:pt x="40" y="40"/>
                  </a:lnTo>
                  <a:lnTo>
                    <a:pt x="32" y="44"/>
                  </a:lnTo>
                  <a:lnTo>
                    <a:pt x="24" y="46"/>
                  </a:lnTo>
                  <a:lnTo>
                    <a:pt x="24" y="46"/>
                  </a:lnTo>
                  <a:lnTo>
                    <a:pt x="14" y="44"/>
                  </a:lnTo>
                  <a:lnTo>
                    <a:pt x="8" y="40"/>
                  </a:lnTo>
                  <a:lnTo>
                    <a:pt x="2" y="32"/>
                  </a:lnTo>
                  <a:lnTo>
                    <a:pt x="0" y="24"/>
                  </a:lnTo>
                  <a:lnTo>
                    <a:pt x="0" y="24"/>
                  </a:lnTo>
                  <a:lnTo>
                    <a:pt x="2" y="14"/>
                  </a:lnTo>
                  <a:lnTo>
                    <a:pt x="8" y="6"/>
                  </a:lnTo>
                  <a:lnTo>
                    <a:pt x="14" y="2"/>
                  </a:lnTo>
                  <a:lnTo>
                    <a:pt x="24" y="0"/>
                  </a:lnTo>
                  <a:lnTo>
                    <a:pt x="24" y="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5" name="Freeform 216">
              <a:extLst>
                <a:ext uri="{FF2B5EF4-FFF2-40B4-BE49-F238E27FC236}">
                  <a16:creationId xmlns:a16="http://schemas.microsoft.com/office/drawing/2014/main" id="{F19A2EFE-0E1A-6E7F-D813-655FE54A6659}"/>
                </a:ext>
              </a:extLst>
            </p:cNvPr>
            <p:cNvSpPr/>
            <p:nvPr/>
          </p:nvSpPr>
          <p:spPr bwMode="auto">
            <a:xfrm>
              <a:off x="8724900" y="3863975"/>
              <a:ext cx="76200" cy="73025"/>
            </a:xfrm>
            <a:custGeom>
              <a:avLst/>
              <a:gdLst/>
              <a:ahLst/>
              <a:cxnLst>
                <a:cxn ang="0">
                  <a:pos x="24" y="0"/>
                </a:cxn>
                <a:cxn ang="0">
                  <a:pos x="24" y="0"/>
                </a:cxn>
                <a:cxn ang="0">
                  <a:pos x="32" y="2"/>
                </a:cxn>
                <a:cxn ang="0">
                  <a:pos x="40" y="6"/>
                </a:cxn>
                <a:cxn ang="0">
                  <a:pos x="46" y="14"/>
                </a:cxn>
                <a:cxn ang="0">
                  <a:pos x="48" y="24"/>
                </a:cxn>
                <a:cxn ang="0">
                  <a:pos x="48" y="24"/>
                </a:cxn>
                <a:cxn ang="0">
                  <a:pos x="46" y="32"/>
                </a:cxn>
                <a:cxn ang="0">
                  <a:pos x="40" y="40"/>
                </a:cxn>
                <a:cxn ang="0">
                  <a:pos x="32" y="44"/>
                </a:cxn>
                <a:cxn ang="0">
                  <a:pos x="24" y="46"/>
                </a:cxn>
                <a:cxn ang="0">
                  <a:pos x="24" y="46"/>
                </a:cxn>
                <a:cxn ang="0">
                  <a:pos x="14" y="44"/>
                </a:cxn>
                <a:cxn ang="0">
                  <a:pos x="8" y="40"/>
                </a:cxn>
                <a:cxn ang="0">
                  <a:pos x="2" y="32"/>
                </a:cxn>
                <a:cxn ang="0">
                  <a:pos x="0" y="24"/>
                </a:cxn>
                <a:cxn ang="0">
                  <a:pos x="0" y="24"/>
                </a:cxn>
                <a:cxn ang="0">
                  <a:pos x="2" y="14"/>
                </a:cxn>
                <a:cxn ang="0">
                  <a:pos x="8" y="6"/>
                </a:cxn>
                <a:cxn ang="0">
                  <a:pos x="14" y="2"/>
                </a:cxn>
                <a:cxn ang="0">
                  <a:pos x="24" y="0"/>
                </a:cxn>
                <a:cxn ang="0">
                  <a:pos x="24" y="0"/>
                </a:cxn>
              </a:cxnLst>
              <a:rect l="0" t="0" r="r" b="b"/>
              <a:pathLst>
                <a:path w="48" h="46">
                  <a:moveTo>
                    <a:pt x="24" y="0"/>
                  </a:moveTo>
                  <a:lnTo>
                    <a:pt x="24" y="0"/>
                  </a:lnTo>
                  <a:lnTo>
                    <a:pt x="32" y="2"/>
                  </a:lnTo>
                  <a:lnTo>
                    <a:pt x="40" y="6"/>
                  </a:lnTo>
                  <a:lnTo>
                    <a:pt x="46" y="14"/>
                  </a:lnTo>
                  <a:lnTo>
                    <a:pt x="48" y="24"/>
                  </a:lnTo>
                  <a:lnTo>
                    <a:pt x="48" y="24"/>
                  </a:lnTo>
                  <a:lnTo>
                    <a:pt x="46" y="32"/>
                  </a:lnTo>
                  <a:lnTo>
                    <a:pt x="40" y="40"/>
                  </a:lnTo>
                  <a:lnTo>
                    <a:pt x="32" y="44"/>
                  </a:lnTo>
                  <a:lnTo>
                    <a:pt x="24" y="46"/>
                  </a:lnTo>
                  <a:lnTo>
                    <a:pt x="24" y="46"/>
                  </a:lnTo>
                  <a:lnTo>
                    <a:pt x="14" y="44"/>
                  </a:lnTo>
                  <a:lnTo>
                    <a:pt x="8" y="40"/>
                  </a:lnTo>
                  <a:lnTo>
                    <a:pt x="2" y="32"/>
                  </a:lnTo>
                  <a:lnTo>
                    <a:pt x="0" y="24"/>
                  </a:lnTo>
                  <a:lnTo>
                    <a:pt x="0" y="24"/>
                  </a:lnTo>
                  <a:lnTo>
                    <a:pt x="2" y="14"/>
                  </a:lnTo>
                  <a:lnTo>
                    <a:pt x="8" y="6"/>
                  </a:lnTo>
                  <a:lnTo>
                    <a:pt x="14" y="2"/>
                  </a:lnTo>
                  <a:lnTo>
                    <a:pt x="24" y="0"/>
                  </a:lnTo>
                  <a:lnTo>
                    <a:pt x="24" y="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grpSp>
      <p:grpSp>
        <p:nvGrpSpPr>
          <p:cNvPr id="36" name="组 78">
            <a:extLst>
              <a:ext uri="{FF2B5EF4-FFF2-40B4-BE49-F238E27FC236}">
                <a16:creationId xmlns:a16="http://schemas.microsoft.com/office/drawing/2014/main" id="{A66C0463-85FC-94D6-D6A8-A33AD7E61823}"/>
              </a:ext>
            </a:extLst>
          </p:cNvPr>
          <p:cNvGrpSpPr/>
          <p:nvPr/>
        </p:nvGrpSpPr>
        <p:grpSpPr>
          <a:xfrm>
            <a:off x="5853991" y="3351896"/>
            <a:ext cx="412157" cy="582336"/>
            <a:chOff x="7912100" y="117475"/>
            <a:chExt cx="492125" cy="695325"/>
          </a:xfrm>
          <a:solidFill>
            <a:schemeClr val="bg1"/>
          </a:solidFill>
          <a:effectLst/>
        </p:grpSpPr>
        <p:sp>
          <p:nvSpPr>
            <p:cNvPr id="37" name="Freeform 75">
              <a:extLst>
                <a:ext uri="{FF2B5EF4-FFF2-40B4-BE49-F238E27FC236}">
                  <a16:creationId xmlns:a16="http://schemas.microsoft.com/office/drawing/2014/main" id="{268C1D9F-2EB4-98C9-666C-39A9650AA0C2}"/>
                </a:ext>
              </a:extLst>
            </p:cNvPr>
            <p:cNvSpPr/>
            <p:nvPr/>
          </p:nvSpPr>
          <p:spPr bwMode="auto">
            <a:xfrm>
              <a:off x="8248650" y="117475"/>
              <a:ext cx="155575" cy="180975"/>
            </a:xfrm>
            <a:custGeom>
              <a:avLst/>
              <a:gdLst/>
              <a:ahLst/>
              <a:cxnLst>
                <a:cxn ang="0">
                  <a:pos x="16" y="114"/>
                </a:cxn>
                <a:cxn ang="0">
                  <a:pos x="98" y="114"/>
                </a:cxn>
                <a:cxn ang="0">
                  <a:pos x="0" y="0"/>
                </a:cxn>
                <a:cxn ang="0">
                  <a:pos x="0" y="98"/>
                </a:cxn>
                <a:cxn ang="0">
                  <a:pos x="0" y="98"/>
                </a:cxn>
                <a:cxn ang="0">
                  <a:pos x="0" y="104"/>
                </a:cxn>
                <a:cxn ang="0">
                  <a:pos x="4" y="110"/>
                </a:cxn>
                <a:cxn ang="0">
                  <a:pos x="10" y="112"/>
                </a:cxn>
                <a:cxn ang="0">
                  <a:pos x="16" y="114"/>
                </a:cxn>
                <a:cxn ang="0">
                  <a:pos x="16" y="114"/>
                </a:cxn>
              </a:cxnLst>
              <a:rect l="0" t="0" r="r" b="b"/>
              <a:pathLst>
                <a:path w="98" h="114">
                  <a:moveTo>
                    <a:pt x="16" y="114"/>
                  </a:moveTo>
                  <a:lnTo>
                    <a:pt x="98" y="114"/>
                  </a:lnTo>
                  <a:lnTo>
                    <a:pt x="0" y="0"/>
                  </a:lnTo>
                  <a:lnTo>
                    <a:pt x="0" y="98"/>
                  </a:lnTo>
                  <a:lnTo>
                    <a:pt x="0" y="98"/>
                  </a:lnTo>
                  <a:lnTo>
                    <a:pt x="0" y="104"/>
                  </a:lnTo>
                  <a:lnTo>
                    <a:pt x="4" y="110"/>
                  </a:lnTo>
                  <a:lnTo>
                    <a:pt x="10" y="112"/>
                  </a:lnTo>
                  <a:lnTo>
                    <a:pt x="16" y="114"/>
                  </a:lnTo>
                  <a:lnTo>
                    <a:pt x="16" y="114"/>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8" name="Freeform 76">
              <a:extLst>
                <a:ext uri="{FF2B5EF4-FFF2-40B4-BE49-F238E27FC236}">
                  <a16:creationId xmlns:a16="http://schemas.microsoft.com/office/drawing/2014/main" id="{5136CC46-2DB3-0981-0EB1-80991E16F976}"/>
                </a:ext>
              </a:extLst>
            </p:cNvPr>
            <p:cNvSpPr>
              <a:spLocks noEditPoints="1"/>
            </p:cNvSpPr>
            <p:nvPr/>
          </p:nvSpPr>
          <p:spPr bwMode="auto">
            <a:xfrm>
              <a:off x="7912100" y="117475"/>
              <a:ext cx="492125" cy="695325"/>
            </a:xfrm>
            <a:custGeom>
              <a:avLst/>
              <a:gdLst/>
              <a:ahLst/>
              <a:cxnLst>
                <a:cxn ang="0">
                  <a:pos x="196" y="0"/>
                </a:cxn>
                <a:cxn ang="0">
                  <a:pos x="34" y="0"/>
                </a:cxn>
                <a:cxn ang="0">
                  <a:pos x="20" y="4"/>
                </a:cxn>
                <a:cxn ang="0">
                  <a:pos x="10" y="10"/>
                </a:cxn>
                <a:cxn ang="0">
                  <a:pos x="4" y="20"/>
                </a:cxn>
                <a:cxn ang="0">
                  <a:pos x="0" y="34"/>
                </a:cxn>
                <a:cxn ang="0">
                  <a:pos x="0" y="406"/>
                </a:cxn>
                <a:cxn ang="0">
                  <a:pos x="4" y="418"/>
                </a:cxn>
                <a:cxn ang="0">
                  <a:pos x="10" y="428"/>
                </a:cxn>
                <a:cxn ang="0">
                  <a:pos x="20" y="436"/>
                </a:cxn>
                <a:cxn ang="0">
                  <a:pos x="34" y="438"/>
                </a:cxn>
                <a:cxn ang="0">
                  <a:pos x="276" y="438"/>
                </a:cxn>
                <a:cxn ang="0">
                  <a:pos x="290" y="436"/>
                </a:cxn>
                <a:cxn ang="0">
                  <a:pos x="300" y="430"/>
                </a:cxn>
                <a:cxn ang="0">
                  <a:pos x="306" y="418"/>
                </a:cxn>
                <a:cxn ang="0">
                  <a:pos x="310" y="406"/>
                </a:cxn>
                <a:cxn ang="0">
                  <a:pos x="228" y="130"/>
                </a:cxn>
                <a:cxn ang="0">
                  <a:pos x="222" y="130"/>
                </a:cxn>
                <a:cxn ang="0">
                  <a:pos x="210" y="124"/>
                </a:cxn>
                <a:cxn ang="0">
                  <a:pos x="202" y="116"/>
                </a:cxn>
                <a:cxn ang="0">
                  <a:pos x="196" y="104"/>
                </a:cxn>
                <a:cxn ang="0">
                  <a:pos x="196" y="98"/>
                </a:cxn>
                <a:cxn ang="0">
                  <a:pos x="164" y="66"/>
                </a:cxn>
                <a:cxn ang="0">
                  <a:pos x="50" y="82"/>
                </a:cxn>
                <a:cxn ang="0">
                  <a:pos x="50" y="114"/>
                </a:cxn>
                <a:cxn ang="0">
                  <a:pos x="130" y="130"/>
                </a:cxn>
                <a:cxn ang="0">
                  <a:pos x="50" y="114"/>
                </a:cxn>
                <a:cxn ang="0">
                  <a:pos x="212" y="212"/>
                </a:cxn>
                <a:cxn ang="0">
                  <a:pos x="50" y="228"/>
                </a:cxn>
                <a:cxn ang="0">
                  <a:pos x="50" y="308"/>
                </a:cxn>
                <a:cxn ang="0">
                  <a:pos x="196" y="324"/>
                </a:cxn>
                <a:cxn ang="0">
                  <a:pos x="50" y="308"/>
                </a:cxn>
                <a:cxn ang="0">
                  <a:pos x="50" y="374"/>
                </a:cxn>
                <a:cxn ang="0">
                  <a:pos x="260" y="358"/>
                </a:cxn>
                <a:cxn ang="0">
                  <a:pos x="260" y="276"/>
                </a:cxn>
                <a:cxn ang="0">
                  <a:pos x="50" y="260"/>
                </a:cxn>
                <a:cxn ang="0">
                  <a:pos x="260" y="276"/>
                </a:cxn>
                <a:cxn ang="0">
                  <a:pos x="50" y="178"/>
                </a:cxn>
                <a:cxn ang="0">
                  <a:pos x="260" y="162"/>
                </a:cxn>
              </a:cxnLst>
              <a:rect l="0" t="0" r="r" b="b"/>
              <a:pathLst>
                <a:path w="310" h="438">
                  <a:moveTo>
                    <a:pt x="196" y="98"/>
                  </a:moveTo>
                  <a:lnTo>
                    <a:pt x="196" y="0"/>
                  </a:lnTo>
                  <a:lnTo>
                    <a:pt x="34" y="0"/>
                  </a:lnTo>
                  <a:lnTo>
                    <a:pt x="34" y="0"/>
                  </a:lnTo>
                  <a:lnTo>
                    <a:pt x="26" y="2"/>
                  </a:lnTo>
                  <a:lnTo>
                    <a:pt x="20" y="4"/>
                  </a:lnTo>
                  <a:lnTo>
                    <a:pt x="16" y="6"/>
                  </a:lnTo>
                  <a:lnTo>
                    <a:pt x="10" y="10"/>
                  </a:lnTo>
                  <a:lnTo>
                    <a:pt x="6" y="14"/>
                  </a:lnTo>
                  <a:lnTo>
                    <a:pt x="4" y="20"/>
                  </a:lnTo>
                  <a:lnTo>
                    <a:pt x="2" y="26"/>
                  </a:lnTo>
                  <a:lnTo>
                    <a:pt x="0" y="34"/>
                  </a:lnTo>
                  <a:lnTo>
                    <a:pt x="0" y="406"/>
                  </a:lnTo>
                  <a:lnTo>
                    <a:pt x="0" y="406"/>
                  </a:lnTo>
                  <a:lnTo>
                    <a:pt x="2" y="412"/>
                  </a:lnTo>
                  <a:lnTo>
                    <a:pt x="4" y="418"/>
                  </a:lnTo>
                  <a:lnTo>
                    <a:pt x="6" y="424"/>
                  </a:lnTo>
                  <a:lnTo>
                    <a:pt x="10" y="428"/>
                  </a:lnTo>
                  <a:lnTo>
                    <a:pt x="16" y="432"/>
                  </a:lnTo>
                  <a:lnTo>
                    <a:pt x="20" y="436"/>
                  </a:lnTo>
                  <a:lnTo>
                    <a:pt x="26" y="438"/>
                  </a:lnTo>
                  <a:lnTo>
                    <a:pt x="34" y="438"/>
                  </a:lnTo>
                  <a:lnTo>
                    <a:pt x="276" y="438"/>
                  </a:lnTo>
                  <a:lnTo>
                    <a:pt x="276" y="438"/>
                  </a:lnTo>
                  <a:lnTo>
                    <a:pt x="284" y="438"/>
                  </a:lnTo>
                  <a:lnTo>
                    <a:pt x="290" y="436"/>
                  </a:lnTo>
                  <a:lnTo>
                    <a:pt x="294" y="432"/>
                  </a:lnTo>
                  <a:lnTo>
                    <a:pt x="300" y="430"/>
                  </a:lnTo>
                  <a:lnTo>
                    <a:pt x="304" y="424"/>
                  </a:lnTo>
                  <a:lnTo>
                    <a:pt x="306" y="418"/>
                  </a:lnTo>
                  <a:lnTo>
                    <a:pt x="308" y="412"/>
                  </a:lnTo>
                  <a:lnTo>
                    <a:pt x="310" y="406"/>
                  </a:lnTo>
                  <a:lnTo>
                    <a:pt x="310" y="130"/>
                  </a:lnTo>
                  <a:lnTo>
                    <a:pt x="228" y="130"/>
                  </a:lnTo>
                  <a:lnTo>
                    <a:pt x="228" y="130"/>
                  </a:lnTo>
                  <a:lnTo>
                    <a:pt x="222" y="130"/>
                  </a:lnTo>
                  <a:lnTo>
                    <a:pt x="216" y="128"/>
                  </a:lnTo>
                  <a:lnTo>
                    <a:pt x="210" y="124"/>
                  </a:lnTo>
                  <a:lnTo>
                    <a:pt x="206" y="120"/>
                  </a:lnTo>
                  <a:lnTo>
                    <a:pt x="202" y="116"/>
                  </a:lnTo>
                  <a:lnTo>
                    <a:pt x="198" y="110"/>
                  </a:lnTo>
                  <a:lnTo>
                    <a:pt x="196" y="104"/>
                  </a:lnTo>
                  <a:lnTo>
                    <a:pt x="196" y="98"/>
                  </a:lnTo>
                  <a:lnTo>
                    <a:pt x="196" y="98"/>
                  </a:lnTo>
                  <a:close/>
                  <a:moveTo>
                    <a:pt x="50" y="66"/>
                  </a:moveTo>
                  <a:lnTo>
                    <a:pt x="164" y="66"/>
                  </a:lnTo>
                  <a:lnTo>
                    <a:pt x="164" y="82"/>
                  </a:lnTo>
                  <a:lnTo>
                    <a:pt x="50" y="82"/>
                  </a:lnTo>
                  <a:lnTo>
                    <a:pt x="50" y="66"/>
                  </a:lnTo>
                  <a:close/>
                  <a:moveTo>
                    <a:pt x="50" y="114"/>
                  </a:moveTo>
                  <a:lnTo>
                    <a:pt x="130" y="114"/>
                  </a:lnTo>
                  <a:lnTo>
                    <a:pt x="130" y="130"/>
                  </a:lnTo>
                  <a:lnTo>
                    <a:pt x="50" y="130"/>
                  </a:lnTo>
                  <a:lnTo>
                    <a:pt x="50" y="114"/>
                  </a:lnTo>
                  <a:close/>
                  <a:moveTo>
                    <a:pt x="50" y="212"/>
                  </a:moveTo>
                  <a:lnTo>
                    <a:pt x="212" y="212"/>
                  </a:lnTo>
                  <a:lnTo>
                    <a:pt x="212" y="228"/>
                  </a:lnTo>
                  <a:lnTo>
                    <a:pt x="50" y="228"/>
                  </a:lnTo>
                  <a:lnTo>
                    <a:pt x="50" y="212"/>
                  </a:lnTo>
                  <a:close/>
                  <a:moveTo>
                    <a:pt x="50" y="308"/>
                  </a:moveTo>
                  <a:lnTo>
                    <a:pt x="196" y="308"/>
                  </a:lnTo>
                  <a:lnTo>
                    <a:pt x="196" y="324"/>
                  </a:lnTo>
                  <a:lnTo>
                    <a:pt x="50" y="324"/>
                  </a:lnTo>
                  <a:lnTo>
                    <a:pt x="50" y="308"/>
                  </a:lnTo>
                  <a:close/>
                  <a:moveTo>
                    <a:pt x="260" y="374"/>
                  </a:moveTo>
                  <a:lnTo>
                    <a:pt x="50" y="374"/>
                  </a:lnTo>
                  <a:lnTo>
                    <a:pt x="50" y="358"/>
                  </a:lnTo>
                  <a:lnTo>
                    <a:pt x="260" y="358"/>
                  </a:lnTo>
                  <a:lnTo>
                    <a:pt x="260" y="374"/>
                  </a:lnTo>
                  <a:close/>
                  <a:moveTo>
                    <a:pt x="260" y="276"/>
                  </a:moveTo>
                  <a:lnTo>
                    <a:pt x="50" y="276"/>
                  </a:lnTo>
                  <a:lnTo>
                    <a:pt x="50" y="260"/>
                  </a:lnTo>
                  <a:lnTo>
                    <a:pt x="260" y="260"/>
                  </a:lnTo>
                  <a:lnTo>
                    <a:pt x="260" y="276"/>
                  </a:lnTo>
                  <a:close/>
                  <a:moveTo>
                    <a:pt x="260" y="178"/>
                  </a:moveTo>
                  <a:lnTo>
                    <a:pt x="50" y="178"/>
                  </a:lnTo>
                  <a:lnTo>
                    <a:pt x="50" y="162"/>
                  </a:lnTo>
                  <a:lnTo>
                    <a:pt x="260" y="162"/>
                  </a:lnTo>
                  <a:lnTo>
                    <a:pt x="260" y="178"/>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grpSp>
      <p:grpSp>
        <p:nvGrpSpPr>
          <p:cNvPr id="39" name="组 81">
            <a:extLst>
              <a:ext uri="{FF2B5EF4-FFF2-40B4-BE49-F238E27FC236}">
                <a16:creationId xmlns:a16="http://schemas.microsoft.com/office/drawing/2014/main" id="{07972EAA-DA65-0368-E25A-D6C717F2D653}"/>
              </a:ext>
            </a:extLst>
          </p:cNvPr>
          <p:cNvGrpSpPr/>
          <p:nvPr/>
        </p:nvGrpSpPr>
        <p:grpSpPr>
          <a:xfrm>
            <a:off x="7848805" y="3321225"/>
            <a:ext cx="564832" cy="572136"/>
            <a:chOff x="7639243" y="2325084"/>
            <a:chExt cx="726802" cy="736201"/>
          </a:xfrm>
          <a:effectLst/>
        </p:grpSpPr>
        <p:sp>
          <p:nvSpPr>
            <p:cNvPr id="40" name="Freeform 9">
              <a:extLst>
                <a:ext uri="{FF2B5EF4-FFF2-40B4-BE49-F238E27FC236}">
                  <a16:creationId xmlns:a16="http://schemas.microsoft.com/office/drawing/2014/main" id="{F631E1BC-320B-43F8-199C-489E34C28CDA}"/>
                </a:ext>
              </a:extLst>
            </p:cNvPr>
            <p:cNvSpPr>
              <a:spLocks noEditPoints="1"/>
            </p:cNvSpPr>
            <p:nvPr/>
          </p:nvSpPr>
          <p:spPr bwMode="auto">
            <a:xfrm>
              <a:off x="7639243" y="2621131"/>
              <a:ext cx="440154" cy="440154"/>
            </a:xfrm>
            <a:custGeom>
              <a:avLst/>
              <a:gdLst>
                <a:gd name="T0" fmla="*/ 508 w 562"/>
                <a:gd name="T1" fmla="*/ 110 h 562"/>
                <a:gd name="T2" fmla="*/ 398 w 562"/>
                <a:gd name="T3" fmla="*/ 108 h 562"/>
                <a:gd name="T4" fmla="*/ 380 w 562"/>
                <a:gd name="T5" fmla="*/ 98 h 562"/>
                <a:gd name="T6" fmla="*/ 340 w 562"/>
                <a:gd name="T7" fmla="*/ 82 h 562"/>
                <a:gd name="T8" fmla="*/ 320 w 562"/>
                <a:gd name="T9" fmla="*/ 0 h 562"/>
                <a:gd name="T10" fmla="*/ 242 w 562"/>
                <a:gd name="T11" fmla="*/ 76 h 562"/>
                <a:gd name="T12" fmla="*/ 220 w 562"/>
                <a:gd name="T13" fmla="*/ 82 h 562"/>
                <a:gd name="T14" fmla="*/ 182 w 562"/>
                <a:gd name="T15" fmla="*/ 98 h 562"/>
                <a:gd name="T16" fmla="*/ 110 w 562"/>
                <a:gd name="T17" fmla="*/ 54 h 562"/>
                <a:gd name="T18" fmla="*/ 108 w 562"/>
                <a:gd name="T19" fmla="*/ 164 h 562"/>
                <a:gd name="T20" fmla="*/ 98 w 562"/>
                <a:gd name="T21" fmla="*/ 182 h 562"/>
                <a:gd name="T22" fmla="*/ 82 w 562"/>
                <a:gd name="T23" fmla="*/ 220 h 562"/>
                <a:gd name="T24" fmla="*/ 0 w 562"/>
                <a:gd name="T25" fmla="*/ 242 h 562"/>
                <a:gd name="T26" fmla="*/ 78 w 562"/>
                <a:gd name="T27" fmla="*/ 320 h 562"/>
                <a:gd name="T28" fmla="*/ 82 w 562"/>
                <a:gd name="T29" fmla="*/ 340 h 562"/>
                <a:gd name="T30" fmla="*/ 98 w 562"/>
                <a:gd name="T31" fmla="*/ 378 h 562"/>
                <a:gd name="T32" fmla="*/ 54 w 562"/>
                <a:gd name="T33" fmla="*/ 452 h 562"/>
                <a:gd name="T34" fmla="*/ 164 w 562"/>
                <a:gd name="T35" fmla="*/ 452 h 562"/>
                <a:gd name="T36" fmla="*/ 182 w 562"/>
                <a:gd name="T37" fmla="*/ 464 h 562"/>
                <a:gd name="T38" fmla="*/ 220 w 562"/>
                <a:gd name="T39" fmla="*/ 480 h 562"/>
                <a:gd name="T40" fmla="*/ 242 w 562"/>
                <a:gd name="T41" fmla="*/ 562 h 562"/>
                <a:gd name="T42" fmla="*/ 320 w 562"/>
                <a:gd name="T43" fmla="*/ 484 h 562"/>
                <a:gd name="T44" fmla="*/ 340 w 562"/>
                <a:gd name="T45" fmla="*/ 478 h 562"/>
                <a:gd name="T46" fmla="*/ 380 w 562"/>
                <a:gd name="T47" fmla="*/ 464 h 562"/>
                <a:gd name="T48" fmla="*/ 452 w 562"/>
                <a:gd name="T49" fmla="*/ 506 h 562"/>
                <a:gd name="T50" fmla="*/ 452 w 562"/>
                <a:gd name="T51" fmla="*/ 396 h 562"/>
                <a:gd name="T52" fmla="*/ 464 w 562"/>
                <a:gd name="T53" fmla="*/ 378 h 562"/>
                <a:gd name="T54" fmla="*/ 480 w 562"/>
                <a:gd name="T55" fmla="*/ 340 h 562"/>
                <a:gd name="T56" fmla="*/ 562 w 562"/>
                <a:gd name="T57" fmla="*/ 320 h 562"/>
                <a:gd name="T58" fmla="*/ 484 w 562"/>
                <a:gd name="T59" fmla="*/ 240 h 562"/>
                <a:gd name="T60" fmla="*/ 480 w 562"/>
                <a:gd name="T61" fmla="*/ 220 h 562"/>
                <a:gd name="T62" fmla="*/ 464 w 562"/>
                <a:gd name="T63" fmla="*/ 182 h 562"/>
                <a:gd name="T64" fmla="*/ 452 w 562"/>
                <a:gd name="T65" fmla="*/ 164 h 562"/>
                <a:gd name="T66" fmla="*/ 280 w 562"/>
                <a:gd name="T67" fmla="*/ 366 h 562"/>
                <a:gd name="T68" fmla="*/ 248 w 562"/>
                <a:gd name="T69" fmla="*/ 360 h 562"/>
                <a:gd name="T70" fmla="*/ 220 w 562"/>
                <a:gd name="T71" fmla="*/ 342 h 562"/>
                <a:gd name="T72" fmla="*/ 202 w 562"/>
                <a:gd name="T73" fmla="*/ 314 h 562"/>
                <a:gd name="T74" fmla="*/ 194 w 562"/>
                <a:gd name="T75" fmla="*/ 280 h 562"/>
                <a:gd name="T76" fmla="*/ 196 w 562"/>
                <a:gd name="T77" fmla="*/ 262 h 562"/>
                <a:gd name="T78" fmla="*/ 210 w 562"/>
                <a:gd name="T79" fmla="*/ 232 h 562"/>
                <a:gd name="T80" fmla="*/ 232 w 562"/>
                <a:gd name="T81" fmla="*/ 210 h 562"/>
                <a:gd name="T82" fmla="*/ 264 w 562"/>
                <a:gd name="T83" fmla="*/ 196 h 562"/>
                <a:gd name="T84" fmla="*/ 280 w 562"/>
                <a:gd name="T85" fmla="*/ 194 h 562"/>
                <a:gd name="T86" fmla="*/ 314 w 562"/>
                <a:gd name="T87" fmla="*/ 202 h 562"/>
                <a:gd name="T88" fmla="*/ 342 w 562"/>
                <a:gd name="T89" fmla="*/ 220 h 562"/>
                <a:gd name="T90" fmla="*/ 360 w 562"/>
                <a:gd name="T91" fmla="*/ 246 h 562"/>
                <a:gd name="T92" fmla="*/ 366 w 562"/>
                <a:gd name="T93" fmla="*/ 280 h 562"/>
                <a:gd name="T94" fmla="*/ 366 w 562"/>
                <a:gd name="T95" fmla="*/ 298 h 562"/>
                <a:gd name="T96" fmla="*/ 352 w 562"/>
                <a:gd name="T97" fmla="*/ 328 h 562"/>
                <a:gd name="T98" fmla="*/ 328 w 562"/>
                <a:gd name="T99" fmla="*/ 352 h 562"/>
                <a:gd name="T100" fmla="*/ 298 w 562"/>
                <a:gd name="T101" fmla="*/ 364 h 562"/>
                <a:gd name="T102" fmla="*/ 280 w 562"/>
                <a:gd name="T103" fmla="*/ 3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62" h="562">
                  <a:moveTo>
                    <a:pt x="452" y="164"/>
                  </a:moveTo>
                  <a:lnTo>
                    <a:pt x="508" y="110"/>
                  </a:lnTo>
                  <a:lnTo>
                    <a:pt x="452" y="54"/>
                  </a:lnTo>
                  <a:lnTo>
                    <a:pt x="398" y="108"/>
                  </a:lnTo>
                  <a:lnTo>
                    <a:pt x="398" y="108"/>
                  </a:lnTo>
                  <a:lnTo>
                    <a:pt x="380" y="98"/>
                  </a:lnTo>
                  <a:lnTo>
                    <a:pt x="360" y="88"/>
                  </a:lnTo>
                  <a:lnTo>
                    <a:pt x="340" y="82"/>
                  </a:lnTo>
                  <a:lnTo>
                    <a:pt x="320" y="76"/>
                  </a:lnTo>
                  <a:lnTo>
                    <a:pt x="320" y="0"/>
                  </a:lnTo>
                  <a:lnTo>
                    <a:pt x="242" y="0"/>
                  </a:lnTo>
                  <a:lnTo>
                    <a:pt x="242" y="76"/>
                  </a:lnTo>
                  <a:lnTo>
                    <a:pt x="242" y="76"/>
                  </a:lnTo>
                  <a:lnTo>
                    <a:pt x="220" y="82"/>
                  </a:lnTo>
                  <a:lnTo>
                    <a:pt x="202" y="88"/>
                  </a:lnTo>
                  <a:lnTo>
                    <a:pt x="182" y="98"/>
                  </a:lnTo>
                  <a:lnTo>
                    <a:pt x="164" y="108"/>
                  </a:lnTo>
                  <a:lnTo>
                    <a:pt x="110" y="54"/>
                  </a:lnTo>
                  <a:lnTo>
                    <a:pt x="54" y="110"/>
                  </a:lnTo>
                  <a:lnTo>
                    <a:pt x="108" y="164"/>
                  </a:lnTo>
                  <a:lnTo>
                    <a:pt x="108" y="164"/>
                  </a:lnTo>
                  <a:lnTo>
                    <a:pt x="98" y="182"/>
                  </a:lnTo>
                  <a:lnTo>
                    <a:pt x="90" y="200"/>
                  </a:lnTo>
                  <a:lnTo>
                    <a:pt x="82" y="220"/>
                  </a:lnTo>
                  <a:lnTo>
                    <a:pt x="78" y="242"/>
                  </a:lnTo>
                  <a:lnTo>
                    <a:pt x="0" y="242"/>
                  </a:lnTo>
                  <a:lnTo>
                    <a:pt x="0" y="320"/>
                  </a:lnTo>
                  <a:lnTo>
                    <a:pt x="78" y="320"/>
                  </a:lnTo>
                  <a:lnTo>
                    <a:pt x="78" y="320"/>
                  </a:lnTo>
                  <a:lnTo>
                    <a:pt x="82" y="340"/>
                  </a:lnTo>
                  <a:lnTo>
                    <a:pt x="90" y="360"/>
                  </a:lnTo>
                  <a:lnTo>
                    <a:pt x="98" y="378"/>
                  </a:lnTo>
                  <a:lnTo>
                    <a:pt x="108" y="396"/>
                  </a:lnTo>
                  <a:lnTo>
                    <a:pt x="54" y="452"/>
                  </a:lnTo>
                  <a:lnTo>
                    <a:pt x="110" y="506"/>
                  </a:lnTo>
                  <a:lnTo>
                    <a:pt x="164" y="452"/>
                  </a:lnTo>
                  <a:lnTo>
                    <a:pt x="164" y="452"/>
                  </a:lnTo>
                  <a:lnTo>
                    <a:pt x="182" y="464"/>
                  </a:lnTo>
                  <a:lnTo>
                    <a:pt x="202" y="472"/>
                  </a:lnTo>
                  <a:lnTo>
                    <a:pt x="220" y="480"/>
                  </a:lnTo>
                  <a:lnTo>
                    <a:pt x="242" y="484"/>
                  </a:lnTo>
                  <a:lnTo>
                    <a:pt x="242" y="562"/>
                  </a:lnTo>
                  <a:lnTo>
                    <a:pt x="320" y="562"/>
                  </a:lnTo>
                  <a:lnTo>
                    <a:pt x="320" y="484"/>
                  </a:lnTo>
                  <a:lnTo>
                    <a:pt x="320" y="484"/>
                  </a:lnTo>
                  <a:lnTo>
                    <a:pt x="340" y="478"/>
                  </a:lnTo>
                  <a:lnTo>
                    <a:pt x="360" y="472"/>
                  </a:lnTo>
                  <a:lnTo>
                    <a:pt x="380" y="464"/>
                  </a:lnTo>
                  <a:lnTo>
                    <a:pt x="398" y="452"/>
                  </a:lnTo>
                  <a:lnTo>
                    <a:pt x="452" y="506"/>
                  </a:lnTo>
                  <a:lnTo>
                    <a:pt x="508" y="452"/>
                  </a:lnTo>
                  <a:lnTo>
                    <a:pt x="452" y="396"/>
                  </a:lnTo>
                  <a:lnTo>
                    <a:pt x="452" y="396"/>
                  </a:lnTo>
                  <a:lnTo>
                    <a:pt x="464" y="378"/>
                  </a:lnTo>
                  <a:lnTo>
                    <a:pt x="472" y="360"/>
                  </a:lnTo>
                  <a:lnTo>
                    <a:pt x="480" y="340"/>
                  </a:lnTo>
                  <a:lnTo>
                    <a:pt x="484" y="320"/>
                  </a:lnTo>
                  <a:lnTo>
                    <a:pt x="562" y="320"/>
                  </a:lnTo>
                  <a:lnTo>
                    <a:pt x="562" y="240"/>
                  </a:lnTo>
                  <a:lnTo>
                    <a:pt x="484" y="240"/>
                  </a:lnTo>
                  <a:lnTo>
                    <a:pt x="484" y="240"/>
                  </a:lnTo>
                  <a:lnTo>
                    <a:pt x="480" y="220"/>
                  </a:lnTo>
                  <a:lnTo>
                    <a:pt x="472" y="200"/>
                  </a:lnTo>
                  <a:lnTo>
                    <a:pt x="464" y="182"/>
                  </a:lnTo>
                  <a:lnTo>
                    <a:pt x="452" y="164"/>
                  </a:lnTo>
                  <a:lnTo>
                    <a:pt x="452" y="164"/>
                  </a:lnTo>
                  <a:close/>
                  <a:moveTo>
                    <a:pt x="280" y="366"/>
                  </a:moveTo>
                  <a:lnTo>
                    <a:pt x="280" y="366"/>
                  </a:lnTo>
                  <a:lnTo>
                    <a:pt x="264" y="364"/>
                  </a:lnTo>
                  <a:lnTo>
                    <a:pt x="248" y="360"/>
                  </a:lnTo>
                  <a:lnTo>
                    <a:pt x="232" y="352"/>
                  </a:lnTo>
                  <a:lnTo>
                    <a:pt x="220" y="342"/>
                  </a:lnTo>
                  <a:lnTo>
                    <a:pt x="210" y="328"/>
                  </a:lnTo>
                  <a:lnTo>
                    <a:pt x="202" y="314"/>
                  </a:lnTo>
                  <a:lnTo>
                    <a:pt x="196" y="298"/>
                  </a:lnTo>
                  <a:lnTo>
                    <a:pt x="194" y="280"/>
                  </a:lnTo>
                  <a:lnTo>
                    <a:pt x="194" y="280"/>
                  </a:lnTo>
                  <a:lnTo>
                    <a:pt x="196" y="262"/>
                  </a:lnTo>
                  <a:lnTo>
                    <a:pt x="202" y="246"/>
                  </a:lnTo>
                  <a:lnTo>
                    <a:pt x="210" y="232"/>
                  </a:lnTo>
                  <a:lnTo>
                    <a:pt x="220" y="220"/>
                  </a:lnTo>
                  <a:lnTo>
                    <a:pt x="232" y="210"/>
                  </a:lnTo>
                  <a:lnTo>
                    <a:pt x="248" y="202"/>
                  </a:lnTo>
                  <a:lnTo>
                    <a:pt x="264" y="196"/>
                  </a:lnTo>
                  <a:lnTo>
                    <a:pt x="280" y="194"/>
                  </a:lnTo>
                  <a:lnTo>
                    <a:pt x="280" y="194"/>
                  </a:lnTo>
                  <a:lnTo>
                    <a:pt x="298" y="196"/>
                  </a:lnTo>
                  <a:lnTo>
                    <a:pt x="314" y="202"/>
                  </a:lnTo>
                  <a:lnTo>
                    <a:pt x="328" y="210"/>
                  </a:lnTo>
                  <a:lnTo>
                    <a:pt x="342" y="220"/>
                  </a:lnTo>
                  <a:lnTo>
                    <a:pt x="352" y="232"/>
                  </a:lnTo>
                  <a:lnTo>
                    <a:pt x="360" y="246"/>
                  </a:lnTo>
                  <a:lnTo>
                    <a:pt x="366" y="262"/>
                  </a:lnTo>
                  <a:lnTo>
                    <a:pt x="366" y="280"/>
                  </a:lnTo>
                  <a:lnTo>
                    <a:pt x="366" y="280"/>
                  </a:lnTo>
                  <a:lnTo>
                    <a:pt x="366" y="298"/>
                  </a:lnTo>
                  <a:lnTo>
                    <a:pt x="360" y="314"/>
                  </a:lnTo>
                  <a:lnTo>
                    <a:pt x="352" y="328"/>
                  </a:lnTo>
                  <a:lnTo>
                    <a:pt x="342" y="342"/>
                  </a:lnTo>
                  <a:lnTo>
                    <a:pt x="328" y="352"/>
                  </a:lnTo>
                  <a:lnTo>
                    <a:pt x="314" y="360"/>
                  </a:lnTo>
                  <a:lnTo>
                    <a:pt x="298" y="364"/>
                  </a:lnTo>
                  <a:lnTo>
                    <a:pt x="280" y="366"/>
                  </a:lnTo>
                  <a:lnTo>
                    <a:pt x="280" y="366"/>
                  </a:lnTo>
                  <a:close/>
                </a:path>
              </a:pathLst>
            </a:custGeom>
            <a:solidFill>
              <a:schemeClr val="bg1"/>
            </a:solidFill>
            <a:ln>
              <a:noFill/>
            </a:ln>
          </p:spPr>
          <p:txBody>
            <a:bodyPr vert="horz" wrap="square" lIns="121920" tIns="60960" rIns="121920" bIns="60960" numCol="1" anchor="t" anchorCtr="0" compatLnSpc="1"/>
            <a:lstStyle/>
            <a:p>
              <a:endParaRPr lang="zh-CN" altLang="en-US" sz="3200">
                <a:solidFill>
                  <a:srgbClr val="000000"/>
                </a:solidFill>
              </a:endParaRPr>
            </a:p>
          </p:txBody>
        </p:sp>
        <p:sp>
          <p:nvSpPr>
            <p:cNvPr id="41" name="Freeform 10">
              <a:extLst>
                <a:ext uri="{FF2B5EF4-FFF2-40B4-BE49-F238E27FC236}">
                  <a16:creationId xmlns:a16="http://schemas.microsoft.com/office/drawing/2014/main" id="{7DBF68FA-D009-C42F-44FC-D02347F990AF}"/>
                </a:ext>
              </a:extLst>
            </p:cNvPr>
            <p:cNvSpPr>
              <a:spLocks noEditPoints="1"/>
            </p:cNvSpPr>
            <p:nvPr/>
          </p:nvSpPr>
          <p:spPr bwMode="auto">
            <a:xfrm>
              <a:off x="7799014" y="2325084"/>
              <a:ext cx="567031" cy="570164"/>
            </a:xfrm>
            <a:custGeom>
              <a:avLst/>
              <a:gdLst>
                <a:gd name="T0" fmla="*/ 704 w 724"/>
                <a:gd name="T1" fmla="*/ 616 h 728"/>
                <a:gd name="T2" fmla="*/ 706 w 724"/>
                <a:gd name="T3" fmla="*/ 616 h 728"/>
                <a:gd name="T4" fmla="*/ 322 w 724"/>
                <a:gd name="T5" fmla="*/ 232 h 728"/>
                <a:gd name="T6" fmla="*/ 322 w 724"/>
                <a:gd name="T7" fmla="*/ 50 h 728"/>
                <a:gd name="T8" fmla="*/ 136 w 724"/>
                <a:gd name="T9" fmla="*/ 0 h 728"/>
                <a:gd name="T10" fmla="*/ 116 w 724"/>
                <a:gd name="T11" fmla="*/ 20 h 728"/>
                <a:gd name="T12" fmla="*/ 214 w 724"/>
                <a:gd name="T13" fmla="*/ 118 h 728"/>
                <a:gd name="T14" fmla="*/ 118 w 724"/>
                <a:gd name="T15" fmla="*/ 214 h 728"/>
                <a:gd name="T16" fmla="*/ 20 w 724"/>
                <a:gd name="T17" fmla="*/ 116 h 728"/>
                <a:gd name="T18" fmla="*/ 0 w 724"/>
                <a:gd name="T19" fmla="*/ 136 h 728"/>
                <a:gd name="T20" fmla="*/ 50 w 724"/>
                <a:gd name="T21" fmla="*/ 322 h 728"/>
                <a:gd name="T22" fmla="*/ 226 w 724"/>
                <a:gd name="T23" fmla="*/ 322 h 728"/>
                <a:gd name="T24" fmla="*/ 226 w 724"/>
                <a:gd name="T25" fmla="*/ 322 h 728"/>
                <a:gd name="T26" fmla="*/ 610 w 724"/>
                <a:gd name="T27" fmla="*/ 710 h 728"/>
                <a:gd name="T28" fmla="*/ 612 w 724"/>
                <a:gd name="T29" fmla="*/ 710 h 728"/>
                <a:gd name="T30" fmla="*/ 612 w 724"/>
                <a:gd name="T31" fmla="*/ 710 h 728"/>
                <a:gd name="T32" fmla="*/ 622 w 724"/>
                <a:gd name="T33" fmla="*/ 718 h 728"/>
                <a:gd name="T34" fmla="*/ 634 w 724"/>
                <a:gd name="T35" fmla="*/ 724 h 728"/>
                <a:gd name="T36" fmla="*/ 646 w 724"/>
                <a:gd name="T37" fmla="*/ 728 h 728"/>
                <a:gd name="T38" fmla="*/ 658 w 724"/>
                <a:gd name="T39" fmla="*/ 728 h 728"/>
                <a:gd name="T40" fmla="*/ 670 w 724"/>
                <a:gd name="T41" fmla="*/ 728 h 728"/>
                <a:gd name="T42" fmla="*/ 682 w 724"/>
                <a:gd name="T43" fmla="*/ 724 h 728"/>
                <a:gd name="T44" fmla="*/ 694 w 724"/>
                <a:gd name="T45" fmla="*/ 718 h 728"/>
                <a:gd name="T46" fmla="*/ 704 w 724"/>
                <a:gd name="T47" fmla="*/ 710 h 728"/>
                <a:gd name="T48" fmla="*/ 704 w 724"/>
                <a:gd name="T49" fmla="*/ 710 h 728"/>
                <a:gd name="T50" fmla="*/ 712 w 724"/>
                <a:gd name="T51" fmla="*/ 700 h 728"/>
                <a:gd name="T52" fmla="*/ 718 w 724"/>
                <a:gd name="T53" fmla="*/ 688 h 728"/>
                <a:gd name="T54" fmla="*/ 722 w 724"/>
                <a:gd name="T55" fmla="*/ 676 h 728"/>
                <a:gd name="T56" fmla="*/ 724 w 724"/>
                <a:gd name="T57" fmla="*/ 664 h 728"/>
                <a:gd name="T58" fmla="*/ 722 w 724"/>
                <a:gd name="T59" fmla="*/ 652 h 728"/>
                <a:gd name="T60" fmla="*/ 718 w 724"/>
                <a:gd name="T61" fmla="*/ 638 h 728"/>
                <a:gd name="T62" fmla="*/ 712 w 724"/>
                <a:gd name="T63" fmla="*/ 628 h 728"/>
                <a:gd name="T64" fmla="*/ 704 w 724"/>
                <a:gd name="T65" fmla="*/ 616 h 728"/>
                <a:gd name="T66" fmla="*/ 704 w 724"/>
                <a:gd name="T67" fmla="*/ 616 h 728"/>
                <a:gd name="T68" fmla="*/ 680 w 724"/>
                <a:gd name="T69" fmla="*/ 686 h 728"/>
                <a:gd name="T70" fmla="*/ 680 w 724"/>
                <a:gd name="T71" fmla="*/ 686 h 728"/>
                <a:gd name="T72" fmla="*/ 670 w 724"/>
                <a:gd name="T73" fmla="*/ 692 h 728"/>
                <a:gd name="T74" fmla="*/ 658 w 724"/>
                <a:gd name="T75" fmla="*/ 694 h 728"/>
                <a:gd name="T76" fmla="*/ 648 w 724"/>
                <a:gd name="T77" fmla="*/ 692 h 728"/>
                <a:gd name="T78" fmla="*/ 642 w 724"/>
                <a:gd name="T79" fmla="*/ 690 h 728"/>
                <a:gd name="T80" fmla="*/ 638 w 724"/>
                <a:gd name="T81" fmla="*/ 686 h 728"/>
                <a:gd name="T82" fmla="*/ 638 w 724"/>
                <a:gd name="T83" fmla="*/ 686 h 728"/>
                <a:gd name="T84" fmla="*/ 632 w 724"/>
                <a:gd name="T85" fmla="*/ 676 h 728"/>
                <a:gd name="T86" fmla="*/ 630 w 724"/>
                <a:gd name="T87" fmla="*/ 664 h 728"/>
                <a:gd name="T88" fmla="*/ 632 w 724"/>
                <a:gd name="T89" fmla="*/ 654 h 728"/>
                <a:gd name="T90" fmla="*/ 638 w 724"/>
                <a:gd name="T91" fmla="*/ 644 h 728"/>
                <a:gd name="T92" fmla="*/ 638 w 724"/>
                <a:gd name="T93" fmla="*/ 644 h 728"/>
                <a:gd name="T94" fmla="*/ 648 w 724"/>
                <a:gd name="T95" fmla="*/ 638 h 728"/>
                <a:gd name="T96" fmla="*/ 658 w 724"/>
                <a:gd name="T97" fmla="*/ 636 h 728"/>
                <a:gd name="T98" fmla="*/ 670 w 724"/>
                <a:gd name="T99" fmla="*/ 638 h 728"/>
                <a:gd name="T100" fmla="*/ 680 w 724"/>
                <a:gd name="T101" fmla="*/ 644 h 728"/>
                <a:gd name="T102" fmla="*/ 680 w 724"/>
                <a:gd name="T103" fmla="*/ 644 h 728"/>
                <a:gd name="T104" fmla="*/ 686 w 724"/>
                <a:gd name="T105" fmla="*/ 654 h 728"/>
                <a:gd name="T106" fmla="*/ 688 w 724"/>
                <a:gd name="T107" fmla="*/ 664 h 728"/>
                <a:gd name="T108" fmla="*/ 686 w 724"/>
                <a:gd name="T109" fmla="*/ 676 h 728"/>
                <a:gd name="T110" fmla="*/ 684 w 724"/>
                <a:gd name="T111" fmla="*/ 680 h 728"/>
                <a:gd name="T112" fmla="*/ 680 w 724"/>
                <a:gd name="T113" fmla="*/ 686 h 728"/>
                <a:gd name="T114" fmla="*/ 680 w 724"/>
                <a:gd name="T115" fmla="*/ 686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24" h="728">
                  <a:moveTo>
                    <a:pt x="704" y="616"/>
                  </a:moveTo>
                  <a:lnTo>
                    <a:pt x="706" y="616"/>
                  </a:lnTo>
                  <a:lnTo>
                    <a:pt x="322" y="232"/>
                  </a:lnTo>
                  <a:lnTo>
                    <a:pt x="322" y="50"/>
                  </a:lnTo>
                  <a:lnTo>
                    <a:pt x="136" y="0"/>
                  </a:lnTo>
                  <a:lnTo>
                    <a:pt x="116" y="20"/>
                  </a:lnTo>
                  <a:lnTo>
                    <a:pt x="214" y="118"/>
                  </a:lnTo>
                  <a:lnTo>
                    <a:pt x="118" y="214"/>
                  </a:lnTo>
                  <a:lnTo>
                    <a:pt x="20" y="116"/>
                  </a:lnTo>
                  <a:lnTo>
                    <a:pt x="0" y="136"/>
                  </a:lnTo>
                  <a:lnTo>
                    <a:pt x="50" y="322"/>
                  </a:lnTo>
                  <a:lnTo>
                    <a:pt x="226" y="322"/>
                  </a:lnTo>
                  <a:lnTo>
                    <a:pt x="226" y="322"/>
                  </a:lnTo>
                  <a:lnTo>
                    <a:pt x="610" y="710"/>
                  </a:lnTo>
                  <a:lnTo>
                    <a:pt x="612" y="710"/>
                  </a:lnTo>
                  <a:lnTo>
                    <a:pt x="612" y="710"/>
                  </a:lnTo>
                  <a:lnTo>
                    <a:pt x="622" y="718"/>
                  </a:lnTo>
                  <a:lnTo>
                    <a:pt x="634" y="724"/>
                  </a:lnTo>
                  <a:lnTo>
                    <a:pt x="646" y="728"/>
                  </a:lnTo>
                  <a:lnTo>
                    <a:pt x="658" y="728"/>
                  </a:lnTo>
                  <a:lnTo>
                    <a:pt x="670" y="728"/>
                  </a:lnTo>
                  <a:lnTo>
                    <a:pt x="682" y="724"/>
                  </a:lnTo>
                  <a:lnTo>
                    <a:pt x="694" y="718"/>
                  </a:lnTo>
                  <a:lnTo>
                    <a:pt x="704" y="710"/>
                  </a:lnTo>
                  <a:lnTo>
                    <a:pt x="704" y="710"/>
                  </a:lnTo>
                  <a:lnTo>
                    <a:pt x="712" y="700"/>
                  </a:lnTo>
                  <a:lnTo>
                    <a:pt x="718" y="688"/>
                  </a:lnTo>
                  <a:lnTo>
                    <a:pt x="722" y="676"/>
                  </a:lnTo>
                  <a:lnTo>
                    <a:pt x="724" y="664"/>
                  </a:lnTo>
                  <a:lnTo>
                    <a:pt x="722" y="652"/>
                  </a:lnTo>
                  <a:lnTo>
                    <a:pt x="718" y="638"/>
                  </a:lnTo>
                  <a:lnTo>
                    <a:pt x="712" y="628"/>
                  </a:lnTo>
                  <a:lnTo>
                    <a:pt x="704" y="616"/>
                  </a:lnTo>
                  <a:lnTo>
                    <a:pt x="704" y="616"/>
                  </a:lnTo>
                  <a:close/>
                  <a:moveTo>
                    <a:pt x="680" y="686"/>
                  </a:moveTo>
                  <a:lnTo>
                    <a:pt x="680" y="686"/>
                  </a:lnTo>
                  <a:lnTo>
                    <a:pt x="670" y="692"/>
                  </a:lnTo>
                  <a:lnTo>
                    <a:pt x="658" y="694"/>
                  </a:lnTo>
                  <a:lnTo>
                    <a:pt x="648" y="692"/>
                  </a:lnTo>
                  <a:lnTo>
                    <a:pt x="642" y="690"/>
                  </a:lnTo>
                  <a:lnTo>
                    <a:pt x="638" y="686"/>
                  </a:lnTo>
                  <a:lnTo>
                    <a:pt x="638" y="686"/>
                  </a:lnTo>
                  <a:lnTo>
                    <a:pt x="632" y="676"/>
                  </a:lnTo>
                  <a:lnTo>
                    <a:pt x="630" y="664"/>
                  </a:lnTo>
                  <a:lnTo>
                    <a:pt x="632" y="654"/>
                  </a:lnTo>
                  <a:lnTo>
                    <a:pt x="638" y="644"/>
                  </a:lnTo>
                  <a:lnTo>
                    <a:pt x="638" y="644"/>
                  </a:lnTo>
                  <a:lnTo>
                    <a:pt x="648" y="638"/>
                  </a:lnTo>
                  <a:lnTo>
                    <a:pt x="658" y="636"/>
                  </a:lnTo>
                  <a:lnTo>
                    <a:pt x="670" y="638"/>
                  </a:lnTo>
                  <a:lnTo>
                    <a:pt x="680" y="644"/>
                  </a:lnTo>
                  <a:lnTo>
                    <a:pt x="680" y="644"/>
                  </a:lnTo>
                  <a:lnTo>
                    <a:pt x="686" y="654"/>
                  </a:lnTo>
                  <a:lnTo>
                    <a:pt x="688" y="664"/>
                  </a:lnTo>
                  <a:lnTo>
                    <a:pt x="686" y="676"/>
                  </a:lnTo>
                  <a:lnTo>
                    <a:pt x="684" y="680"/>
                  </a:lnTo>
                  <a:lnTo>
                    <a:pt x="680" y="686"/>
                  </a:lnTo>
                  <a:lnTo>
                    <a:pt x="680" y="686"/>
                  </a:lnTo>
                  <a:close/>
                </a:path>
              </a:pathLst>
            </a:custGeom>
            <a:solidFill>
              <a:schemeClr val="bg1"/>
            </a:solidFill>
            <a:ln>
              <a:noFill/>
            </a:ln>
          </p:spPr>
          <p:txBody>
            <a:bodyPr vert="horz" wrap="square" lIns="121920" tIns="60960" rIns="121920" bIns="60960" numCol="1" anchor="t" anchorCtr="0" compatLnSpc="1"/>
            <a:lstStyle/>
            <a:p>
              <a:endParaRPr lang="zh-CN" altLang="en-US" sz="3200">
                <a:solidFill>
                  <a:srgbClr val="000000"/>
                </a:solidFill>
              </a:endParaRPr>
            </a:p>
          </p:txBody>
        </p:sp>
      </p:grpSp>
      <p:grpSp>
        <p:nvGrpSpPr>
          <p:cNvPr id="42" name="组 84">
            <a:extLst>
              <a:ext uri="{FF2B5EF4-FFF2-40B4-BE49-F238E27FC236}">
                <a16:creationId xmlns:a16="http://schemas.microsoft.com/office/drawing/2014/main" id="{AF90F31E-D920-50EE-5246-57C2E04A2039}"/>
              </a:ext>
            </a:extLst>
          </p:cNvPr>
          <p:cNvGrpSpPr/>
          <p:nvPr/>
        </p:nvGrpSpPr>
        <p:grpSpPr>
          <a:xfrm>
            <a:off x="9899352" y="3380291"/>
            <a:ext cx="611016" cy="577988"/>
            <a:chOff x="4321175" y="111125"/>
            <a:chExt cx="704850" cy="666750"/>
          </a:xfrm>
          <a:solidFill>
            <a:schemeClr val="bg1"/>
          </a:solidFill>
          <a:effectLst/>
        </p:grpSpPr>
        <p:sp>
          <p:nvSpPr>
            <p:cNvPr id="43" name="Freeform 34">
              <a:extLst>
                <a:ext uri="{FF2B5EF4-FFF2-40B4-BE49-F238E27FC236}">
                  <a16:creationId xmlns:a16="http://schemas.microsoft.com/office/drawing/2014/main" id="{668E254A-CCBD-DB12-1DE6-D824A365F9A5}"/>
                </a:ext>
              </a:extLst>
            </p:cNvPr>
            <p:cNvSpPr>
              <a:spLocks noEditPoints="1"/>
            </p:cNvSpPr>
            <p:nvPr/>
          </p:nvSpPr>
          <p:spPr bwMode="auto">
            <a:xfrm>
              <a:off x="4321175" y="111125"/>
              <a:ext cx="704850" cy="666750"/>
            </a:xfrm>
            <a:custGeom>
              <a:avLst/>
              <a:gdLst/>
              <a:ahLst/>
              <a:cxnLst>
                <a:cxn ang="0">
                  <a:pos x="444" y="0"/>
                </a:cxn>
                <a:cxn ang="0">
                  <a:pos x="0" y="0"/>
                </a:cxn>
                <a:cxn ang="0">
                  <a:pos x="0" y="54"/>
                </a:cxn>
                <a:cxn ang="0">
                  <a:pos x="36" y="54"/>
                </a:cxn>
                <a:cxn ang="0">
                  <a:pos x="36" y="330"/>
                </a:cxn>
                <a:cxn ang="0">
                  <a:pos x="194" y="330"/>
                </a:cxn>
                <a:cxn ang="0">
                  <a:pos x="194" y="368"/>
                </a:cxn>
                <a:cxn ang="0">
                  <a:pos x="194" y="368"/>
                </a:cxn>
                <a:cxn ang="0">
                  <a:pos x="172" y="374"/>
                </a:cxn>
                <a:cxn ang="0">
                  <a:pos x="154" y="382"/>
                </a:cxn>
                <a:cxn ang="0">
                  <a:pos x="148" y="386"/>
                </a:cxn>
                <a:cxn ang="0">
                  <a:pos x="144" y="392"/>
                </a:cxn>
                <a:cxn ang="0">
                  <a:pos x="140" y="398"/>
                </a:cxn>
                <a:cxn ang="0">
                  <a:pos x="140" y="404"/>
                </a:cxn>
                <a:cxn ang="0">
                  <a:pos x="140" y="404"/>
                </a:cxn>
                <a:cxn ang="0">
                  <a:pos x="142" y="408"/>
                </a:cxn>
                <a:cxn ang="0">
                  <a:pos x="146" y="410"/>
                </a:cxn>
                <a:cxn ang="0">
                  <a:pos x="166" y="416"/>
                </a:cxn>
                <a:cxn ang="0">
                  <a:pos x="192" y="418"/>
                </a:cxn>
                <a:cxn ang="0">
                  <a:pos x="222" y="420"/>
                </a:cxn>
                <a:cxn ang="0">
                  <a:pos x="252" y="418"/>
                </a:cxn>
                <a:cxn ang="0">
                  <a:pos x="278" y="416"/>
                </a:cxn>
                <a:cxn ang="0">
                  <a:pos x="298" y="410"/>
                </a:cxn>
                <a:cxn ang="0">
                  <a:pos x="302" y="408"/>
                </a:cxn>
                <a:cxn ang="0">
                  <a:pos x="304" y="404"/>
                </a:cxn>
                <a:cxn ang="0">
                  <a:pos x="304" y="404"/>
                </a:cxn>
                <a:cxn ang="0">
                  <a:pos x="304" y="398"/>
                </a:cxn>
                <a:cxn ang="0">
                  <a:pos x="300" y="392"/>
                </a:cxn>
                <a:cxn ang="0">
                  <a:pos x="296" y="386"/>
                </a:cxn>
                <a:cxn ang="0">
                  <a:pos x="290" y="382"/>
                </a:cxn>
                <a:cxn ang="0">
                  <a:pos x="272" y="374"/>
                </a:cxn>
                <a:cxn ang="0">
                  <a:pos x="250" y="368"/>
                </a:cxn>
                <a:cxn ang="0">
                  <a:pos x="250" y="330"/>
                </a:cxn>
                <a:cxn ang="0">
                  <a:pos x="408" y="330"/>
                </a:cxn>
                <a:cxn ang="0">
                  <a:pos x="408" y="54"/>
                </a:cxn>
                <a:cxn ang="0">
                  <a:pos x="444" y="54"/>
                </a:cxn>
                <a:cxn ang="0">
                  <a:pos x="444" y="0"/>
                </a:cxn>
                <a:cxn ang="0">
                  <a:pos x="444" y="0"/>
                </a:cxn>
                <a:cxn ang="0">
                  <a:pos x="378" y="300"/>
                </a:cxn>
                <a:cxn ang="0">
                  <a:pos x="66" y="300"/>
                </a:cxn>
                <a:cxn ang="0">
                  <a:pos x="66" y="56"/>
                </a:cxn>
                <a:cxn ang="0">
                  <a:pos x="378" y="56"/>
                </a:cxn>
                <a:cxn ang="0">
                  <a:pos x="378" y="300"/>
                </a:cxn>
                <a:cxn ang="0">
                  <a:pos x="378" y="300"/>
                </a:cxn>
              </a:cxnLst>
              <a:rect l="0" t="0" r="r" b="b"/>
              <a:pathLst>
                <a:path w="444" h="420">
                  <a:moveTo>
                    <a:pt x="444" y="0"/>
                  </a:moveTo>
                  <a:lnTo>
                    <a:pt x="0" y="0"/>
                  </a:lnTo>
                  <a:lnTo>
                    <a:pt x="0" y="54"/>
                  </a:lnTo>
                  <a:lnTo>
                    <a:pt x="36" y="54"/>
                  </a:lnTo>
                  <a:lnTo>
                    <a:pt x="36" y="330"/>
                  </a:lnTo>
                  <a:lnTo>
                    <a:pt x="194" y="330"/>
                  </a:lnTo>
                  <a:lnTo>
                    <a:pt x="194" y="368"/>
                  </a:lnTo>
                  <a:lnTo>
                    <a:pt x="194" y="368"/>
                  </a:lnTo>
                  <a:lnTo>
                    <a:pt x="172" y="374"/>
                  </a:lnTo>
                  <a:lnTo>
                    <a:pt x="154" y="382"/>
                  </a:lnTo>
                  <a:lnTo>
                    <a:pt x="148" y="386"/>
                  </a:lnTo>
                  <a:lnTo>
                    <a:pt x="144" y="392"/>
                  </a:lnTo>
                  <a:lnTo>
                    <a:pt x="140" y="398"/>
                  </a:lnTo>
                  <a:lnTo>
                    <a:pt x="140" y="404"/>
                  </a:lnTo>
                  <a:lnTo>
                    <a:pt x="140" y="404"/>
                  </a:lnTo>
                  <a:lnTo>
                    <a:pt x="142" y="408"/>
                  </a:lnTo>
                  <a:lnTo>
                    <a:pt x="146" y="410"/>
                  </a:lnTo>
                  <a:lnTo>
                    <a:pt x="166" y="416"/>
                  </a:lnTo>
                  <a:lnTo>
                    <a:pt x="192" y="418"/>
                  </a:lnTo>
                  <a:lnTo>
                    <a:pt x="222" y="420"/>
                  </a:lnTo>
                  <a:lnTo>
                    <a:pt x="252" y="418"/>
                  </a:lnTo>
                  <a:lnTo>
                    <a:pt x="278" y="416"/>
                  </a:lnTo>
                  <a:lnTo>
                    <a:pt x="298" y="410"/>
                  </a:lnTo>
                  <a:lnTo>
                    <a:pt x="302" y="408"/>
                  </a:lnTo>
                  <a:lnTo>
                    <a:pt x="304" y="404"/>
                  </a:lnTo>
                  <a:lnTo>
                    <a:pt x="304" y="404"/>
                  </a:lnTo>
                  <a:lnTo>
                    <a:pt x="304" y="398"/>
                  </a:lnTo>
                  <a:lnTo>
                    <a:pt x="300" y="392"/>
                  </a:lnTo>
                  <a:lnTo>
                    <a:pt x="296" y="386"/>
                  </a:lnTo>
                  <a:lnTo>
                    <a:pt x="290" y="382"/>
                  </a:lnTo>
                  <a:lnTo>
                    <a:pt x="272" y="374"/>
                  </a:lnTo>
                  <a:lnTo>
                    <a:pt x="250" y="368"/>
                  </a:lnTo>
                  <a:lnTo>
                    <a:pt x="250" y="330"/>
                  </a:lnTo>
                  <a:lnTo>
                    <a:pt x="408" y="330"/>
                  </a:lnTo>
                  <a:lnTo>
                    <a:pt x="408" y="54"/>
                  </a:lnTo>
                  <a:lnTo>
                    <a:pt x="444" y="54"/>
                  </a:lnTo>
                  <a:lnTo>
                    <a:pt x="444" y="0"/>
                  </a:lnTo>
                  <a:lnTo>
                    <a:pt x="444" y="0"/>
                  </a:lnTo>
                  <a:close/>
                  <a:moveTo>
                    <a:pt x="378" y="300"/>
                  </a:moveTo>
                  <a:lnTo>
                    <a:pt x="66" y="300"/>
                  </a:lnTo>
                  <a:lnTo>
                    <a:pt x="66" y="56"/>
                  </a:lnTo>
                  <a:lnTo>
                    <a:pt x="378" y="56"/>
                  </a:lnTo>
                  <a:lnTo>
                    <a:pt x="378" y="300"/>
                  </a:lnTo>
                  <a:lnTo>
                    <a:pt x="378" y="30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44" name="Rectangle 35">
              <a:extLst>
                <a:ext uri="{FF2B5EF4-FFF2-40B4-BE49-F238E27FC236}">
                  <a16:creationId xmlns:a16="http://schemas.microsoft.com/office/drawing/2014/main" id="{D32851CB-F229-8E86-2540-1CACC82BE32E}"/>
                </a:ext>
              </a:extLst>
            </p:cNvPr>
            <p:cNvSpPr>
              <a:spLocks noChangeArrowheads="1"/>
            </p:cNvSpPr>
            <p:nvPr/>
          </p:nvSpPr>
          <p:spPr bwMode="auto">
            <a:xfrm>
              <a:off x="4476750" y="276225"/>
              <a:ext cx="139700" cy="142875"/>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sp>
          <p:nvSpPr>
            <p:cNvPr id="45" name="Rectangle 36">
              <a:extLst>
                <a:ext uri="{FF2B5EF4-FFF2-40B4-BE49-F238E27FC236}">
                  <a16:creationId xmlns:a16="http://schemas.microsoft.com/office/drawing/2014/main" id="{60A6A7F3-A0E4-36F4-A207-AC89B8E3643A}"/>
                </a:ext>
              </a:extLst>
            </p:cNvPr>
            <p:cNvSpPr>
              <a:spLocks noChangeArrowheads="1"/>
            </p:cNvSpPr>
            <p:nvPr/>
          </p:nvSpPr>
          <p:spPr bwMode="auto">
            <a:xfrm>
              <a:off x="4667250" y="276225"/>
              <a:ext cx="203200" cy="50800"/>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sp>
          <p:nvSpPr>
            <p:cNvPr id="46" name="Rectangle 37">
              <a:extLst>
                <a:ext uri="{FF2B5EF4-FFF2-40B4-BE49-F238E27FC236}">
                  <a16:creationId xmlns:a16="http://schemas.microsoft.com/office/drawing/2014/main" id="{852C30E8-76FC-39D3-A33B-CC45F61E2DD2}"/>
                </a:ext>
              </a:extLst>
            </p:cNvPr>
            <p:cNvSpPr>
              <a:spLocks noChangeArrowheads="1"/>
            </p:cNvSpPr>
            <p:nvPr/>
          </p:nvSpPr>
          <p:spPr bwMode="auto">
            <a:xfrm>
              <a:off x="4667250" y="368300"/>
              <a:ext cx="203200" cy="50800"/>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sp>
          <p:nvSpPr>
            <p:cNvPr id="47" name="Rectangle 38">
              <a:extLst>
                <a:ext uri="{FF2B5EF4-FFF2-40B4-BE49-F238E27FC236}">
                  <a16:creationId xmlns:a16="http://schemas.microsoft.com/office/drawing/2014/main" id="{77C08BCE-DF8F-2714-0188-CF9ABA15FEC8}"/>
                </a:ext>
              </a:extLst>
            </p:cNvPr>
            <p:cNvSpPr>
              <a:spLocks noChangeArrowheads="1"/>
            </p:cNvSpPr>
            <p:nvPr/>
          </p:nvSpPr>
          <p:spPr bwMode="auto">
            <a:xfrm>
              <a:off x="4476750" y="460375"/>
              <a:ext cx="393700" cy="50800"/>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grpSp>
      <p:sp>
        <p:nvSpPr>
          <p:cNvPr id="48" name="文本框 47">
            <a:extLst>
              <a:ext uri="{FF2B5EF4-FFF2-40B4-BE49-F238E27FC236}">
                <a16:creationId xmlns:a16="http://schemas.microsoft.com/office/drawing/2014/main" id="{89909D78-2A60-1D1F-0CB8-5E5DE9E8C67C}"/>
              </a:ext>
            </a:extLst>
          </p:cNvPr>
          <p:cNvSpPr txBox="1"/>
          <p:nvPr/>
        </p:nvSpPr>
        <p:spPr>
          <a:xfrm>
            <a:off x="588825" y="5061138"/>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49" name="矩形 48">
            <a:extLst>
              <a:ext uri="{FF2B5EF4-FFF2-40B4-BE49-F238E27FC236}">
                <a16:creationId xmlns:a16="http://schemas.microsoft.com/office/drawing/2014/main" id="{1F7BD576-0E8E-347F-1A7C-D2CA9FCE1339}"/>
              </a:ext>
            </a:extLst>
          </p:cNvPr>
          <p:cNvSpPr/>
          <p:nvPr/>
        </p:nvSpPr>
        <p:spPr>
          <a:xfrm>
            <a:off x="588825" y="4661028"/>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0" name="文本框 49">
            <a:extLst>
              <a:ext uri="{FF2B5EF4-FFF2-40B4-BE49-F238E27FC236}">
                <a16:creationId xmlns:a16="http://schemas.microsoft.com/office/drawing/2014/main" id="{AD145256-93F5-E6F2-56A3-BD81F438E780}"/>
              </a:ext>
            </a:extLst>
          </p:cNvPr>
          <p:cNvSpPr txBox="1"/>
          <p:nvPr/>
        </p:nvSpPr>
        <p:spPr>
          <a:xfrm>
            <a:off x="4793773" y="5061138"/>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1" name="矩形 50">
            <a:extLst>
              <a:ext uri="{FF2B5EF4-FFF2-40B4-BE49-F238E27FC236}">
                <a16:creationId xmlns:a16="http://schemas.microsoft.com/office/drawing/2014/main" id="{50569153-0648-7EE9-9A94-C5EF832E5ACC}"/>
              </a:ext>
            </a:extLst>
          </p:cNvPr>
          <p:cNvSpPr/>
          <p:nvPr/>
        </p:nvSpPr>
        <p:spPr>
          <a:xfrm>
            <a:off x="4793773" y="4661028"/>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2" name="文本框 51">
            <a:extLst>
              <a:ext uri="{FF2B5EF4-FFF2-40B4-BE49-F238E27FC236}">
                <a16:creationId xmlns:a16="http://schemas.microsoft.com/office/drawing/2014/main" id="{7A8A0AE0-8E18-8081-5B9B-8FDDDA98C7F5}"/>
              </a:ext>
            </a:extLst>
          </p:cNvPr>
          <p:cNvSpPr txBox="1"/>
          <p:nvPr/>
        </p:nvSpPr>
        <p:spPr>
          <a:xfrm>
            <a:off x="9138848" y="5061138"/>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3" name="矩形 52">
            <a:extLst>
              <a:ext uri="{FF2B5EF4-FFF2-40B4-BE49-F238E27FC236}">
                <a16:creationId xmlns:a16="http://schemas.microsoft.com/office/drawing/2014/main" id="{DEABBA7B-7BCF-1AF8-BD8C-6501D03F5039}"/>
              </a:ext>
            </a:extLst>
          </p:cNvPr>
          <p:cNvSpPr/>
          <p:nvPr/>
        </p:nvSpPr>
        <p:spPr>
          <a:xfrm>
            <a:off x="9138848" y="4661028"/>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4" name="文本框 53">
            <a:extLst>
              <a:ext uri="{FF2B5EF4-FFF2-40B4-BE49-F238E27FC236}">
                <a16:creationId xmlns:a16="http://schemas.microsoft.com/office/drawing/2014/main" id="{2725965E-D9E7-986D-FFCC-626A65023A7C}"/>
              </a:ext>
            </a:extLst>
          </p:cNvPr>
          <p:cNvSpPr txBox="1"/>
          <p:nvPr/>
        </p:nvSpPr>
        <p:spPr>
          <a:xfrm>
            <a:off x="6936916" y="1620394"/>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5" name="矩形 54">
            <a:extLst>
              <a:ext uri="{FF2B5EF4-FFF2-40B4-BE49-F238E27FC236}">
                <a16:creationId xmlns:a16="http://schemas.microsoft.com/office/drawing/2014/main" id="{A5C6F089-07F1-082D-1B56-1206D7C8530C}"/>
              </a:ext>
            </a:extLst>
          </p:cNvPr>
          <p:cNvSpPr/>
          <p:nvPr/>
        </p:nvSpPr>
        <p:spPr>
          <a:xfrm>
            <a:off x="6936916" y="1220284"/>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6" name="文本框 55">
            <a:extLst>
              <a:ext uri="{FF2B5EF4-FFF2-40B4-BE49-F238E27FC236}">
                <a16:creationId xmlns:a16="http://schemas.microsoft.com/office/drawing/2014/main" id="{32DCF397-EFBE-9B5F-0218-38E69C47F631}"/>
              </a:ext>
            </a:extLst>
          </p:cNvPr>
          <p:cNvSpPr txBox="1"/>
          <p:nvPr/>
        </p:nvSpPr>
        <p:spPr>
          <a:xfrm>
            <a:off x="2792125" y="1620394"/>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7" name="矩形 56">
            <a:extLst>
              <a:ext uri="{FF2B5EF4-FFF2-40B4-BE49-F238E27FC236}">
                <a16:creationId xmlns:a16="http://schemas.microsoft.com/office/drawing/2014/main" id="{DD2E467D-57CF-97F4-DC72-A254BCD52B86}"/>
              </a:ext>
            </a:extLst>
          </p:cNvPr>
          <p:cNvSpPr/>
          <p:nvPr/>
        </p:nvSpPr>
        <p:spPr>
          <a:xfrm>
            <a:off x="2792125" y="1220284"/>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2" name="任意多边形 19">
            <a:extLst>
              <a:ext uri="{FF2B5EF4-FFF2-40B4-BE49-F238E27FC236}">
                <a16:creationId xmlns:a16="http://schemas.microsoft.com/office/drawing/2014/main" id="{3927B935-30EC-F6B9-BA7D-09D6C2A709BC}"/>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18">
            <a:extLst>
              <a:ext uri="{FF2B5EF4-FFF2-40B4-BE49-F238E27FC236}">
                <a16:creationId xmlns:a16="http://schemas.microsoft.com/office/drawing/2014/main" id="{788A9A10-F697-E2C5-75D7-91724222CD4D}"/>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组合 3">
            <a:extLst>
              <a:ext uri="{FF2B5EF4-FFF2-40B4-BE49-F238E27FC236}">
                <a16:creationId xmlns:a16="http://schemas.microsoft.com/office/drawing/2014/main" id="{161B494B-45F2-63AD-0FAA-0C7A984A82CD}"/>
              </a:ext>
            </a:extLst>
          </p:cNvPr>
          <p:cNvGrpSpPr/>
          <p:nvPr/>
        </p:nvGrpSpPr>
        <p:grpSpPr>
          <a:xfrm>
            <a:off x="71844" y="60398"/>
            <a:ext cx="593817" cy="593817"/>
            <a:chOff x="1131485" y="2234042"/>
            <a:chExt cx="1607262" cy="1607262"/>
          </a:xfrm>
        </p:grpSpPr>
        <p:sp>
          <p:nvSpPr>
            <p:cNvPr id="5" name="椭圆 4">
              <a:extLst>
                <a:ext uri="{FF2B5EF4-FFF2-40B4-BE49-F238E27FC236}">
                  <a16:creationId xmlns:a16="http://schemas.microsoft.com/office/drawing/2014/main" id="{AF67261A-4AD6-82C6-8E72-40ECC6FC1777}"/>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 name="椭圆 5">
              <a:extLst>
                <a:ext uri="{FF2B5EF4-FFF2-40B4-BE49-F238E27FC236}">
                  <a16:creationId xmlns:a16="http://schemas.microsoft.com/office/drawing/2014/main" id="{89CFAA14-B024-745C-08EB-219FB555994A}"/>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7" name="KSO_Shape">
              <a:extLst>
                <a:ext uri="{FF2B5EF4-FFF2-40B4-BE49-F238E27FC236}">
                  <a16:creationId xmlns:a16="http://schemas.microsoft.com/office/drawing/2014/main" id="{5BE3E1D2-A68F-4510-F2DF-E8ACB59BDFA1}"/>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8" name="文本占位符 33">
            <a:extLst>
              <a:ext uri="{FF2B5EF4-FFF2-40B4-BE49-F238E27FC236}">
                <a16:creationId xmlns:a16="http://schemas.microsoft.com/office/drawing/2014/main" id="{BF860834-ABC8-4042-673B-FB1D08270EC2}"/>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311122626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仅标题">
    <p:spTree>
      <p:nvGrpSpPr>
        <p:cNvPr id="1" name=""/>
        <p:cNvGrpSpPr/>
        <p:nvPr/>
      </p:nvGrpSpPr>
      <p:grpSpPr>
        <a:xfrm>
          <a:off x="0" y="0"/>
          <a:ext cx="0" cy="0"/>
          <a:chOff x="0" y="0"/>
          <a:chExt cx="0" cy="0"/>
        </a:xfrm>
      </p:grpSpPr>
      <p:graphicFrame>
        <p:nvGraphicFramePr>
          <p:cNvPr id="13" name="图表 12">
            <a:extLst>
              <a:ext uri="{FF2B5EF4-FFF2-40B4-BE49-F238E27FC236}">
                <a16:creationId xmlns:a16="http://schemas.microsoft.com/office/drawing/2014/main" id="{EA96DBCB-5C90-8781-C6BF-55324A1A022C}"/>
              </a:ext>
            </a:extLst>
          </p:cNvPr>
          <p:cNvGraphicFramePr/>
          <p:nvPr>
            <p:extLst>
              <p:ext uri="{D42A27DB-BD31-4B8C-83A1-F6EECF244321}">
                <p14:modId xmlns:p14="http://schemas.microsoft.com/office/powerpoint/2010/main" val="3514732628"/>
              </p:ext>
            </p:extLst>
          </p:nvPr>
        </p:nvGraphicFramePr>
        <p:xfrm>
          <a:off x="4667250" y="1066749"/>
          <a:ext cx="7073900" cy="5418667"/>
        </p:xfrm>
        <a:graphic>
          <a:graphicData uri="http://schemas.openxmlformats.org/drawingml/2006/chart">
            <c:chart xmlns:c="http://schemas.openxmlformats.org/drawingml/2006/chart" xmlns:r="http://schemas.openxmlformats.org/officeDocument/2006/relationships" r:id="rId2"/>
          </a:graphicData>
        </a:graphic>
      </p:graphicFrame>
      <p:sp>
        <p:nvSpPr>
          <p:cNvPr id="14" name="文本框 13">
            <a:extLst>
              <a:ext uri="{FF2B5EF4-FFF2-40B4-BE49-F238E27FC236}">
                <a16:creationId xmlns:a16="http://schemas.microsoft.com/office/drawing/2014/main" id="{E00D3B58-7B05-1318-BC72-A5D57DACEB9B}"/>
              </a:ext>
            </a:extLst>
          </p:cNvPr>
          <p:cNvSpPr txBox="1"/>
          <p:nvPr/>
        </p:nvSpPr>
        <p:spPr>
          <a:xfrm>
            <a:off x="1522955" y="3470572"/>
            <a:ext cx="2845845" cy="830997"/>
          </a:xfrm>
          <a:prstGeom prst="rect">
            <a:avLst/>
          </a:prstGeom>
          <a:noFill/>
        </p:spPr>
        <p:txBody>
          <a:bodyPr wrap="square" rtlCol="0">
            <a:spAutoFit/>
          </a:bodyPr>
          <a:lstStyle/>
          <a:p>
            <a:pPr>
              <a:lnSpc>
                <a:spcPct val="150000"/>
              </a:lnSpc>
            </a:pPr>
            <a:r>
              <a:rPr lang="zh-CN" altLang="en-US" sz="1600" dirty="0">
                <a:solidFill>
                  <a:schemeClr val="tx1">
                    <a:lumMod val="65000"/>
                    <a:lumOff val="35000"/>
                  </a:schemeClr>
                </a:solidFill>
                <a:cs typeface="+mn-ea"/>
                <a:sym typeface="+mn-lt"/>
              </a:rPr>
              <a:t>请在这里添加相应的文字内容请在这里添加相应的文字内容</a:t>
            </a:r>
          </a:p>
        </p:txBody>
      </p:sp>
      <p:sp>
        <p:nvSpPr>
          <p:cNvPr id="15" name="矩形 14">
            <a:extLst>
              <a:ext uri="{FF2B5EF4-FFF2-40B4-BE49-F238E27FC236}">
                <a16:creationId xmlns:a16="http://schemas.microsoft.com/office/drawing/2014/main" id="{1C81DC61-21C4-1F02-05C7-4313D4699761}"/>
              </a:ext>
            </a:extLst>
          </p:cNvPr>
          <p:cNvSpPr/>
          <p:nvPr/>
        </p:nvSpPr>
        <p:spPr>
          <a:xfrm>
            <a:off x="1522955" y="3070462"/>
            <a:ext cx="2236510" cy="400110"/>
          </a:xfrm>
          <a:prstGeom prst="rect">
            <a:avLst/>
          </a:prstGeom>
        </p:spPr>
        <p:txBody>
          <a:bodyPr wrap="none">
            <a:spAutoFit/>
          </a:bodyPr>
          <a:lstStyle/>
          <a:p>
            <a:r>
              <a:rPr lang="zh-CN" altLang="en-US" sz="2000" b="1" dirty="0">
                <a:solidFill>
                  <a:schemeClr val="accent1"/>
                </a:solidFill>
                <a:cs typeface="+mn-ea"/>
                <a:sym typeface="+mn-lt"/>
              </a:rPr>
              <a:t>这里添加文字标题</a:t>
            </a:r>
            <a:endParaRPr lang="zh-CN" altLang="en-US" sz="2000" dirty="0">
              <a:solidFill>
                <a:schemeClr val="accent1"/>
              </a:solidFill>
              <a:cs typeface="+mn-ea"/>
              <a:sym typeface="+mn-lt"/>
            </a:endParaRPr>
          </a:p>
        </p:txBody>
      </p:sp>
      <p:sp>
        <p:nvSpPr>
          <p:cNvPr id="16" name="文本框 15">
            <a:extLst>
              <a:ext uri="{FF2B5EF4-FFF2-40B4-BE49-F238E27FC236}">
                <a16:creationId xmlns:a16="http://schemas.microsoft.com/office/drawing/2014/main" id="{FF83A840-98F0-F89C-C1C7-1210A82A02CA}"/>
              </a:ext>
            </a:extLst>
          </p:cNvPr>
          <p:cNvSpPr txBox="1"/>
          <p:nvPr/>
        </p:nvSpPr>
        <p:spPr>
          <a:xfrm>
            <a:off x="1522955" y="5101789"/>
            <a:ext cx="2845845" cy="830997"/>
          </a:xfrm>
          <a:prstGeom prst="rect">
            <a:avLst/>
          </a:prstGeom>
          <a:noFill/>
        </p:spPr>
        <p:txBody>
          <a:bodyPr wrap="square" rtlCol="0">
            <a:spAutoFit/>
          </a:bodyPr>
          <a:lstStyle/>
          <a:p>
            <a:pPr>
              <a:lnSpc>
                <a:spcPct val="150000"/>
              </a:lnSpc>
            </a:pPr>
            <a:r>
              <a:rPr lang="zh-CN" altLang="en-US" sz="1600" dirty="0">
                <a:solidFill>
                  <a:schemeClr val="tx1">
                    <a:lumMod val="65000"/>
                    <a:lumOff val="35000"/>
                  </a:schemeClr>
                </a:solidFill>
                <a:cs typeface="+mn-ea"/>
                <a:sym typeface="+mn-lt"/>
              </a:rPr>
              <a:t>请在这里添加相应的文字内容请在这里添加相应的文字内容</a:t>
            </a:r>
          </a:p>
        </p:txBody>
      </p:sp>
      <p:sp>
        <p:nvSpPr>
          <p:cNvPr id="17" name="矩形 16">
            <a:extLst>
              <a:ext uri="{FF2B5EF4-FFF2-40B4-BE49-F238E27FC236}">
                <a16:creationId xmlns:a16="http://schemas.microsoft.com/office/drawing/2014/main" id="{D029E13C-79F2-0925-032A-972CEFCC8D93}"/>
              </a:ext>
            </a:extLst>
          </p:cNvPr>
          <p:cNvSpPr/>
          <p:nvPr/>
        </p:nvSpPr>
        <p:spPr>
          <a:xfrm>
            <a:off x="1522955" y="4701679"/>
            <a:ext cx="2236510" cy="400110"/>
          </a:xfrm>
          <a:prstGeom prst="rect">
            <a:avLst/>
          </a:prstGeom>
        </p:spPr>
        <p:txBody>
          <a:bodyPr wrap="none">
            <a:spAutoFit/>
          </a:bodyPr>
          <a:lstStyle/>
          <a:p>
            <a:r>
              <a:rPr lang="zh-CN" altLang="en-US" sz="2000" b="1" dirty="0">
                <a:solidFill>
                  <a:schemeClr val="accent5"/>
                </a:solidFill>
                <a:cs typeface="+mn-ea"/>
                <a:sym typeface="+mn-lt"/>
              </a:rPr>
              <a:t>这里添加文字标题</a:t>
            </a:r>
            <a:endParaRPr lang="zh-CN" altLang="en-US" sz="2000" dirty="0">
              <a:solidFill>
                <a:schemeClr val="accent5"/>
              </a:solidFill>
              <a:cs typeface="+mn-ea"/>
              <a:sym typeface="+mn-lt"/>
            </a:endParaRPr>
          </a:p>
        </p:txBody>
      </p:sp>
      <p:sp>
        <p:nvSpPr>
          <p:cNvPr id="18" name="KSO_Shape">
            <a:extLst>
              <a:ext uri="{FF2B5EF4-FFF2-40B4-BE49-F238E27FC236}">
                <a16:creationId xmlns:a16="http://schemas.microsoft.com/office/drawing/2014/main" id="{6326DB1D-15BC-C4F0-20B2-1DF5DE475A52}"/>
              </a:ext>
            </a:extLst>
          </p:cNvPr>
          <p:cNvSpPr/>
          <p:nvPr/>
        </p:nvSpPr>
        <p:spPr bwMode="auto">
          <a:xfrm>
            <a:off x="616376" y="1887319"/>
            <a:ext cx="800100" cy="784098"/>
          </a:xfrm>
          <a:custGeom>
            <a:avLst/>
            <a:gdLst>
              <a:gd name="T0" fmla="*/ 2166826 w 3073399"/>
              <a:gd name="T1" fmla="*/ 1987218 h 3009901"/>
              <a:gd name="T2" fmla="*/ 2210027 w 3073399"/>
              <a:gd name="T3" fmla="*/ 2130672 h 3009901"/>
              <a:gd name="T4" fmla="*/ 2105838 w 3073399"/>
              <a:gd name="T5" fmla="*/ 2235088 h 3009901"/>
              <a:gd name="T6" fmla="*/ 2217333 w 3073399"/>
              <a:gd name="T7" fmla="*/ 2248101 h 3009901"/>
              <a:gd name="T8" fmla="*/ 3043858 w 3073399"/>
              <a:gd name="T9" fmla="*/ 2189069 h 3009901"/>
              <a:gd name="T10" fmla="*/ 3067364 w 3073399"/>
              <a:gd name="T11" fmla="*/ 2325540 h 3009901"/>
              <a:gd name="T12" fmla="*/ 2986681 w 3073399"/>
              <a:gd name="T13" fmla="*/ 2419166 h 3009901"/>
              <a:gd name="T14" fmla="*/ 1073158 w 3073399"/>
              <a:gd name="T15" fmla="*/ 2720355 h 3009901"/>
              <a:gd name="T16" fmla="*/ 622407 w 3073399"/>
              <a:gd name="T17" fmla="*/ 1982922 h 3009901"/>
              <a:gd name="T18" fmla="*/ 593524 w 3073399"/>
              <a:gd name="T19" fmla="*/ 2101163 h 3009901"/>
              <a:gd name="T20" fmla="*/ 682077 w 3073399"/>
              <a:gd name="T21" fmla="*/ 2181579 h 3009901"/>
              <a:gd name="T22" fmla="*/ 796338 w 3073399"/>
              <a:gd name="T23" fmla="*/ 2140894 h 3009901"/>
              <a:gd name="T24" fmla="*/ 814112 w 3073399"/>
              <a:gd name="T25" fmla="*/ 2020111 h 3009901"/>
              <a:gd name="T26" fmla="*/ 717625 w 3073399"/>
              <a:gd name="T27" fmla="*/ 1948912 h 3009901"/>
              <a:gd name="T28" fmla="*/ 1746106 w 3073399"/>
              <a:gd name="T29" fmla="*/ 1195455 h 3009901"/>
              <a:gd name="T30" fmla="*/ 1690575 w 3073399"/>
              <a:gd name="T31" fmla="*/ 1270442 h 3009901"/>
              <a:gd name="T32" fmla="*/ 1789578 w 3073399"/>
              <a:gd name="T33" fmla="*/ 1411202 h 3009901"/>
              <a:gd name="T34" fmla="*/ 1748644 w 3073399"/>
              <a:gd name="T35" fmla="*/ 1427725 h 3009901"/>
              <a:gd name="T36" fmla="*/ 1655353 w 3073399"/>
              <a:gd name="T37" fmla="*/ 1411838 h 3009901"/>
              <a:gd name="T38" fmla="*/ 1855264 w 3073399"/>
              <a:gd name="T39" fmla="*/ 1493815 h 3009901"/>
              <a:gd name="T40" fmla="*/ 1893342 w 3073399"/>
              <a:gd name="T41" fmla="*/ 1417875 h 3009901"/>
              <a:gd name="T42" fmla="*/ 1804492 w 3073399"/>
              <a:gd name="T43" fmla="*/ 1289824 h 3009901"/>
              <a:gd name="T44" fmla="*/ 1850821 w 3073399"/>
              <a:gd name="T45" fmla="*/ 1265040 h 3009901"/>
              <a:gd name="T46" fmla="*/ 1937132 w 3073399"/>
              <a:gd name="T47" fmla="*/ 1279021 h 3009901"/>
              <a:gd name="T48" fmla="*/ 1996153 w 3073399"/>
              <a:gd name="T49" fmla="*/ 1165905 h 3009901"/>
              <a:gd name="T50" fmla="*/ 2009481 w 3073399"/>
              <a:gd name="T51" fmla="*/ 1399128 h 3009901"/>
              <a:gd name="T52" fmla="*/ 1870178 w 3073399"/>
              <a:gd name="T53" fmla="*/ 1586279 h 3009901"/>
              <a:gd name="T54" fmla="*/ 2244614 w 3073399"/>
              <a:gd name="T55" fmla="*/ 1785503 h 3009901"/>
              <a:gd name="T56" fmla="*/ 2319819 w 3073399"/>
              <a:gd name="T57" fmla="*/ 1729263 h 3009901"/>
              <a:gd name="T58" fmla="*/ 2426438 w 3073399"/>
              <a:gd name="T59" fmla="*/ 1356550 h 3009901"/>
              <a:gd name="T60" fmla="*/ 2403591 w 3073399"/>
              <a:gd name="T61" fmla="*/ 1267900 h 3009901"/>
              <a:gd name="T62" fmla="*/ 1379920 w 3073399"/>
              <a:gd name="T63" fmla="*/ 892963 h 3009901"/>
              <a:gd name="T64" fmla="*/ 1113054 w 3073399"/>
              <a:gd name="T65" fmla="*/ 1215790 h 3009901"/>
              <a:gd name="T66" fmla="*/ 1167633 w 3073399"/>
              <a:gd name="T67" fmla="*/ 1294273 h 3009901"/>
              <a:gd name="T68" fmla="*/ 1620448 w 3073399"/>
              <a:gd name="T69" fmla="*/ 1557682 h 3009901"/>
              <a:gd name="T70" fmla="*/ 1567138 w 3073399"/>
              <a:gd name="T71" fmla="*/ 1336533 h 3009901"/>
              <a:gd name="T72" fmla="*/ 1690258 w 3073399"/>
              <a:gd name="T73" fmla="*/ 1125551 h 3009901"/>
              <a:gd name="T74" fmla="*/ 1630284 w 3073399"/>
              <a:gd name="T75" fmla="*/ 966044 h 3009901"/>
              <a:gd name="T76" fmla="*/ 1977749 w 3073399"/>
              <a:gd name="T77" fmla="*/ 1016565 h 3009901"/>
              <a:gd name="T78" fmla="*/ 2126889 w 3073399"/>
              <a:gd name="T79" fmla="*/ 1849370 h 3009901"/>
              <a:gd name="T80" fmla="*/ 1114324 w 3073399"/>
              <a:gd name="T81" fmla="*/ 1422959 h 3009901"/>
              <a:gd name="T82" fmla="*/ 2261492 w 3073399"/>
              <a:gd name="T83" fmla="*/ 424657 h 3009901"/>
              <a:gd name="T84" fmla="*/ 2387119 w 3073399"/>
              <a:gd name="T85" fmla="*/ 478017 h 3009901"/>
              <a:gd name="T86" fmla="*/ 2378236 w 3073399"/>
              <a:gd name="T87" fmla="*/ 506603 h 3009901"/>
              <a:gd name="T88" fmla="*/ 2367450 w 3073399"/>
              <a:gd name="T89" fmla="*/ 546940 h 3009901"/>
              <a:gd name="T90" fmla="*/ 2465477 w 3073399"/>
              <a:gd name="T91" fmla="*/ 453243 h 3009901"/>
              <a:gd name="T92" fmla="*/ 2342705 w 3073399"/>
              <a:gd name="T93" fmla="*/ 411635 h 3009901"/>
              <a:gd name="T94" fmla="*/ 2369671 w 3073399"/>
              <a:gd name="T95" fmla="*/ 410999 h 3009901"/>
              <a:gd name="T96" fmla="*/ 2357616 w 3073399"/>
              <a:gd name="T97" fmla="*/ 340488 h 3009901"/>
              <a:gd name="T98" fmla="*/ 1928390 w 3073399"/>
              <a:gd name="T99" fmla="*/ 431009 h 3009901"/>
              <a:gd name="T100" fmla="*/ 2026417 w 3073399"/>
              <a:gd name="T101" fmla="*/ 723854 h 3009901"/>
              <a:gd name="T102" fmla="*/ 2325892 w 3073399"/>
              <a:gd name="T103" fmla="*/ 621581 h 3009901"/>
              <a:gd name="T104" fmla="*/ 2220251 w 3073399"/>
              <a:gd name="T105" fmla="*/ 500886 h 3009901"/>
              <a:gd name="T106" fmla="*/ 2218982 w 3073399"/>
              <a:gd name="T107" fmla="*/ 333500 h 3009901"/>
              <a:gd name="T108" fmla="*/ 2343340 w 3073399"/>
              <a:gd name="T109" fmla="*/ 248696 h 3009901"/>
              <a:gd name="T110" fmla="*/ 2472774 w 3073399"/>
              <a:gd name="T111" fmla="*/ 328101 h 3009901"/>
              <a:gd name="T112" fmla="*/ 2524801 w 3073399"/>
              <a:gd name="T113" fmla="*/ 488181 h 3009901"/>
              <a:gd name="T114" fmla="*/ 2639008 w 3073399"/>
              <a:gd name="T115" fmla="*/ 537094 h 3009901"/>
              <a:gd name="T116" fmla="*/ 2841724 w 3073399"/>
              <a:gd name="T117" fmla="*/ 369391 h 3009901"/>
              <a:gd name="T118" fmla="*/ 2931186 w 3073399"/>
              <a:gd name="T119" fmla="*/ 467218 h 3009901"/>
              <a:gd name="T120" fmla="*/ 2221520 w 3073399"/>
              <a:gd name="T121" fmla="*/ 758157 h 3009901"/>
              <a:gd name="T122" fmla="*/ 2156168 w 3073399"/>
              <a:gd name="T123" fmla="*/ 242661 h 30099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73399" h="3009901">
                <a:moveTo>
                  <a:pt x="1055687" y="1949450"/>
                </a:moveTo>
                <a:lnTo>
                  <a:pt x="1078240" y="1949450"/>
                </a:lnTo>
                <a:lnTo>
                  <a:pt x="1078927" y="1949450"/>
                </a:lnTo>
                <a:lnTo>
                  <a:pt x="1086499" y="1949450"/>
                </a:lnTo>
                <a:lnTo>
                  <a:pt x="1351101" y="1949450"/>
                </a:lnTo>
                <a:lnTo>
                  <a:pt x="1804388" y="1949450"/>
                </a:lnTo>
                <a:lnTo>
                  <a:pt x="2069625" y="1949450"/>
                </a:lnTo>
                <a:lnTo>
                  <a:pt x="2076931" y="1949450"/>
                </a:lnTo>
                <a:lnTo>
                  <a:pt x="2084237" y="1950085"/>
                </a:lnTo>
                <a:lnTo>
                  <a:pt x="2091543" y="1951355"/>
                </a:lnTo>
                <a:lnTo>
                  <a:pt x="2098532" y="1952307"/>
                </a:lnTo>
                <a:lnTo>
                  <a:pt x="2105838" y="1953894"/>
                </a:lnTo>
                <a:lnTo>
                  <a:pt x="2112508" y="1956115"/>
                </a:lnTo>
                <a:lnTo>
                  <a:pt x="2119496" y="1958337"/>
                </a:lnTo>
                <a:lnTo>
                  <a:pt x="2126167" y="1960876"/>
                </a:lnTo>
                <a:lnTo>
                  <a:pt x="2132202" y="1963732"/>
                </a:lnTo>
                <a:lnTo>
                  <a:pt x="2138555" y="1966906"/>
                </a:lnTo>
                <a:lnTo>
                  <a:pt x="2144591" y="1970397"/>
                </a:lnTo>
                <a:lnTo>
                  <a:pt x="2150626" y="1974206"/>
                </a:lnTo>
                <a:lnTo>
                  <a:pt x="2156344" y="1978331"/>
                </a:lnTo>
                <a:lnTo>
                  <a:pt x="2161744" y="1982775"/>
                </a:lnTo>
                <a:lnTo>
                  <a:pt x="2166826" y="1987218"/>
                </a:lnTo>
                <a:lnTo>
                  <a:pt x="2172226" y="1991979"/>
                </a:lnTo>
                <a:lnTo>
                  <a:pt x="2176991" y="1997057"/>
                </a:lnTo>
                <a:lnTo>
                  <a:pt x="2181438" y="2002135"/>
                </a:lnTo>
                <a:lnTo>
                  <a:pt x="2185568" y="2007847"/>
                </a:lnTo>
                <a:lnTo>
                  <a:pt x="2190015" y="2013243"/>
                </a:lnTo>
                <a:lnTo>
                  <a:pt x="2193826" y="2019273"/>
                </a:lnTo>
                <a:lnTo>
                  <a:pt x="2197321" y="2025620"/>
                </a:lnTo>
                <a:lnTo>
                  <a:pt x="2200497" y="2031651"/>
                </a:lnTo>
                <a:lnTo>
                  <a:pt x="2203038" y="2037998"/>
                </a:lnTo>
                <a:lnTo>
                  <a:pt x="2205897" y="2044663"/>
                </a:lnTo>
                <a:lnTo>
                  <a:pt x="2208121" y="2051328"/>
                </a:lnTo>
                <a:lnTo>
                  <a:pt x="2210027" y="2058310"/>
                </a:lnTo>
                <a:lnTo>
                  <a:pt x="2211615" y="2065292"/>
                </a:lnTo>
                <a:lnTo>
                  <a:pt x="2212886" y="2072592"/>
                </a:lnTo>
                <a:lnTo>
                  <a:pt x="2213838" y="2079892"/>
                </a:lnTo>
                <a:lnTo>
                  <a:pt x="2214474" y="2087191"/>
                </a:lnTo>
                <a:lnTo>
                  <a:pt x="2214791" y="2094491"/>
                </a:lnTo>
                <a:lnTo>
                  <a:pt x="2214474" y="2102108"/>
                </a:lnTo>
                <a:lnTo>
                  <a:pt x="2213838" y="2109408"/>
                </a:lnTo>
                <a:lnTo>
                  <a:pt x="2212886" y="2116707"/>
                </a:lnTo>
                <a:lnTo>
                  <a:pt x="2211615" y="2123689"/>
                </a:lnTo>
                <a:lnTo>
                  <a:pt x="2210027" y="2130672"/>
                </a:lnTo>
                <a:lnTo>
                  <a:pt x="2208121" y="2137654"/>
                </a:lnTo>
                <a:lnTo>
                  <a:pt x="2205897" y="2144319"/>
                </a:lnTo>
                <a:lnTo>
                  <a:pt x="2203038" y="2150984"/>
                </a:lnTo>
                <a:lnTo>
                  <a:pt x="2200497" y="2157649"/>
                </a:lnTo>
                <a:lnTo>
                  <a:pt x="2197321" y="2163996"/>
                </a:lnTo>
                <a:lnTo>
                  <a:pt x="2193826" y="2169709"/>
                </a:lnTo>
                <a:lnTo>
                  <a:pt x="2190015" y="2175739"/>
                </a:lnTo>
                <a:lnTo>
                  <a:pt x="2185568" y="2181452"/>
                </a:lnTo>
                <a:lnTo>
                  <a:pt x="2181438" y="2186847"/>
                </a:lnTo>
                <a:lnTo>
                  <a:pt x="2176991" y="2192243"/>
                </a:lnTo>
                <a:lnTo>
                  <a:pt x="2172226" y="2197003"/>
                </a:lnTo>
                <a:lnTo>
                  <a:pt x="2166826" y="2201764"/>
                </a:lnTo>
                <a:lnTo>
                  <a:pt x="2161744" y="2206524"/>
                </a:lnTo>
                <a:lnTo>
                  <a:pt x="2156344" y="2210968"/>
                </a:lnTo>
                <a:lnTo>
                  <a:pt x="2150626" y="2214776"/>
                </a:lnTo>
                <a:lnTo>
                  <a:pt x="2144591" y="2218585"/>
                </a:lnTo>
                <a:lnTo>
                  <a:pt x="2138555" y="2222076"/>
                </a:lnTo>
                <a:lnTo>
                  <a:pt x="2132202" y="2225250"/>
                </a:lnTo>
                <a:lnTo>
                  <a:pt x="2126167" y="2228423"/>
                </a:lnTo>
                <a:lnTo>
                  <a:pt x="2119496" y="2230645"/>
                </a:lnTo>
                <a:lnTo>
                  <a:pt x="2112508" y="2233184"/>
                </a:lnTo>
                <a:lnTo>
                  <a:pt x="2105838" y="2235088"/>
                </a:lnTo>
                <a:lnTo>
                  <a:pt x="2098532" y="2236675"/>
                </a:lnTo>
                <a:lnTo>
                  <a:pt x="2091543" y="2238262"/>
                </a:lnTo>
                <a:lnTo>
                  <a:pt x="2084237" y="2238897"/>
                </a:lnTo>
                <a:lnTo>
                  <a:pt x="2076931" y="2239531"/>
                </a:lnTo>
                <a:lnTo>
                  <a:pt x="2069625" y="2239531"/>
                </a:lnTo>
                <a:lnTo>
                  <a:pt x="1804388" y="2239531"/>
                </a:lnTo>
                <a:lnTo>
                  <a:pt x="1584256" y="2239531"/>
                </a:lnTo>
                <a:lnTo>
                  <a:pt x="1584256" y="2308085"/>
                </a:lnTo>
                <a:lnTo>
                  <a:pt x="2069625" y="2308085"/>
                </a:lnTo>
                <a:lnTo>
                  <a:pt x="2082331" y="2307767"/>
                </a:lnTo>
                <a:lnTo>
                  <a:pt x="2095355" y="2306815"/>
                </a:lnTo>
                <a:lnTo>
                  <a:pt x="2108379" y="2304593"/>
                </a:lnTo>
                <a:lnTo>
                  <a:pt x="2120767" y="2302054"/>
                </a:lnTo>
                <a:lnTo>
                  <a:pt x="2133155" y="2298563"/>
                </a:lnTo>
                <a:lnTo>
                  <a:pt x="2144908" y="2294437"/>
                </a:lnTo>
                <a:lnTo>
                  <a:pt x="2156344" y="2289677"/>
                </a:lnTo>
                <a:lnTo>
                  <a:pt x="2167462" y="2284281"/>
                </a:lnTo>
                <a:lnTo>
                  <a:pt x="2178262" y="2278251"/>
                </a:lnTo>
                <a:lnTo>
                  <a:pt x="2188744" y="2271586"/>
                </a:lnTo>
                <a:lnTo>
                  <a:pt x="2198909" y="2264287"/>
                </a:lnTo>
                <a:lnTo>
                  <a:pt x="2208438" y="2256670"/>
                </a:lnTo>
                <a:lnTo>
                  <a:pt x="2217333" y="2248101"/>
                </a:lnTo>
                <a:lnTo>
                  <a:pt x="2226227" y="2239531"/>
                </a:lnTo>
                <a:lnTo>
                  <a:pt x="2234168" y="2230010"/>
                </a:lnTo>
                <a:lnTo>
                  <a:pt x="2241792" y="2220489"/>
                </a:lnTo>
                <a:lnTo>
                  <a:pt x="2946339" y="2149079"/>
                </a:lnTo>
                <a:lnTo>
                  <a:pt x="2952057" y="2148445"/>
                </a:lnTo>
                <a:lnTo>
                  <a:pt x="2958410" y="2148445"/>
                </a:lnTo>
                <a:lnTo>
                  <a:pt x="2964445" y="2148762"/>
                </a:lnTo>
                <a:lnTo>
                  <a:pt x="2970480" y="2149079"/>
                </a:lnTo>
                <a:lnTo>
                  <a:pt x="2976198" y="2150349"/>
                </a:lnTo>
                <a:lnTo>
                  <a:pt x="2982234" y="2151301"/>
                </a:lnTo>
                <a:lnTo>
                  <a:pt x="2988269" y="2152571"/>
                </a:lnTo>
                <a:lnTo>
                  <a:pt x="2993669" y="2154792"/>
                </a:lnTo>
                <a:lnTo>
                  <a:pt x="2999704" y="2157014"/>
                </a:lnTo>
                <a:lnTo>
                  <a:pt x="3004787" y="2159235"/>
                </a:lnTo>
                <a:lnTo>
                  <a:pt x="3010504" y="2161774"/>
                </a:lnTo>
                <a:lnTo>
                  <a:pt x="3015587" y="2164948"/>
                </a:lnTo>
                <a:lnTo>
                  <a:pt x="3020987" y="2168439"/>
                </a:lnTo>
                <a:lnTo>
                  <a:pt x="3025752" y="2171930"/>
                </a:lnTo>
                <a:lnTo>
                  <a:pt x="3030834" y="2175739"/>
                </a:lnTo>
                <a:lnTo>
                  <a:pt x="3035281" y="2179865"/>
                </a:lnTo>
                <a:lnTo>
                  <a:pt x="3039728" y="2184308"/>
                </a:lnTo>
                <a:lnTo>
                  <a:pt x="3043858" y="2189069"/>
                </a:lnTo>
                <a:lnTo>
                  <a:pt x="3047669" y="2193829"/>
                </a:lnTo>
                <a:lnTo>
                  <a:pt x="3051164" y="2199225"/>
                </a:lnTo>
                <a:lnTo>
                  <a:pt x="3054658" y="2204303"/>
                </a:lnTo>
                <a:lnTo>
                  <a:pt x="3057834" y="2209381"/>
                </a:lnTo>
                <a:lnTo>
                  <a:pt x="3060693" y="2215094"/>
                </a:lnTo>
                <a:lnTo>
                  <a:pt x="3063234" y="2220806"/>
                </a:lnTo>
                <a:lnTo>
                  <a:pt x="3065458" y="2226519"/>
                </a:lnTo>
                <a:lnTo>
                  <a:pt x="3067681" y="2232549"/>
                </a:lnTo>
                <a:lnTo>
                  <a:pt x="3069270" y="2238897"/>
                </a:lnTo>
                <a:lnTo>
                  <a:pt x="3070858" y="2244609"/>
                </a:lnTo>
                <a:lnTo>
                  <a:pt x="3071811" y="2250957"/>
                </a:lnTo>
                <a:lnTo>
                  <a:pt x="3072446" y="2257305"/>
                </a:lnTo>
                <a:lnTo>
                  <a:pt x="3072764" y="2263652"/>
                </a:lnTo>
                <a:lnTo>
                  <a:pt x="3073399" y="2270317"/>
                </a:lnTo>
                <a:lnTo>
                  <a:pt x="3073399" y="2283647"/>
                </a:lnTo>
                <a:lnTo>
                  <a:pt x="3073399" y="2289994"/>
                </a:lnTo>
                <a:lnTo>
                  <a:pt x="3072764" y="2296342"/>
                </a:lnTo>
                <a:lnTo>
                  <a:pt x="3072128" y="2302372"/>
                </a:lnTo>
                <a:lnTo>
                  <a:pt x="3071176" y="2308085"/>
                </a:lnTo>
                <a:lnTo>
                  <a:pt x="3070222" y="2314115"/>
                </a:lnTo>
                <a:lnTo>
                  <a:pt x="3068952" y="2320145"/>
                </a:lnTo>
                <a:lnTo>
                  <a:pt x="3067364" y="2325540"/>
                </a:lnTo>
                <a:lnTo>
                  <a:pt x="3065458" y="2331570"/>
                </a:lnTo>
                <a:lnTo>
                  <a:pt x="3063870" y="2336966"/>
                </a:lnTo>
                <a:lnTo>
                  <a:pt x="3061646" y="2342361"/>
                </a:lnTo>
                <a:lnTo>
                  <a:pt x="3059422" y="2347757"/>
                </a:lnTo>
                <a:lnTo>
                  <a:pt x="3056564" y="2353152"/>
                </a:lnTo>
                <a:lnTo>
                  <a:pt x="3054022" y="2357913"/>
                </a:lnTo>
                <a:lnTo>
                  <a:pt x="3050846" y="2363308"/>
                </a:lnTo>
                <a:lnTo>
                  <a:pt x="3047669" y="2368069"/>
                </a:lnTo>
                <a:lnTo>
                  <a:pt x="3044493" y="2372512"/>
                </a:lnTo>
                <a:lnTo>
                  <a:pt x="3040999" y="2377272"/>
                </a:lnTo>
                <a:lnTo>
                  <a:pt x="3037187" y="2381716"/>
                </a:lnTo>
                <a:lnTo>
                  <a:pt x="3033375" y="2385842"/>
                </a:lnTo>
                <a:lnTo>
                  <a:pt x="3029563" y="2389967"/>
                </a:lnTo>
                <a:lnTo>
                  <a:pt x="3025434" y="2394411"/>
                </a:lnTo>
                <a:lnTo>
                  <a:pt x="3020987" y="2397902"/>
                </a:lnTo>
                <a:lnTo>
                  <a:pt x="3016857" y="2401710"/>
                </a:lnTo>
                <a:lnTo>
                  <a:pt x="3011775" y="2405202"/>
                </a:lnTo>
                <a:lnTo>
                  <a:pt x="3007328" y="2408058"/>
                </a:lnTo>
                <a:lnTo>
                  <a:pt x="3002563" y="2410914"/>
                </a:lnTo>
                <a:lnTo>
                  <a:pt x="2997163" y="2414088"/>
                </a:lnTo>
                <a:lnTo>
                  <a:pt x="2992398" y="2416627"/>
                </a:lnTo>
                <a:lnTo>
                  <a:pt x="2986681" y="2419166"/>
                </a:lnTo>
                <a:lnTo>
                  <a:pt x="2981598" y="2421070"/>
                </a:lnTo>
                <a:lnTo>
                  <a:pt x="2975880" y="2423292"/>
                </a:lnTo>
                <a:lnTo>
                  <a:pt x="2970480" y="2424879"/>
                </a:lnTo>
                <a:lnTo>
                  <a:pt x="1949871" y="2711469"/>
                </a:lnTo>
                <a:lnTo>
                  <a:pt x="1922236" y="2718769"/>
                </a:lnTo>
                <a:lnTo>
                  <a:pt x="1894600" y="2725433"/>
                </a:lnTo>
                <a:lnTo>
                  <a:pt x="1867282" y="2731781"/>
                </a:lnTo>
                <a:lnTo>
                  <a:pt x="1839329" y="2737176"/>
                </a:lnTo>
                <a:lnTo>
                  <a:pt x="1811376" y="2742254"/>
                </a:lnTo>
                <a:lnTo>
                  <a:pt x="1783423" y="2746380"/>
                </a:lnTo>
                <a:lnTo>
                  <a:pt x="1755470" y="2750189"/>
                </a:lnTo>
                <a:lnTo>
                  <a:pt x="1727199" y="2753362"/>
                </a:lnTo>
                <a:lnTo>
                  <a:pt x="1698928" y="2755584"/>
                </a:lnTo>
                <a:lnTo>
                  <a:pt x="1670975" y="2757488"/>
                </a:lnTo>
                <a:lnTo>
                  <a:pt x="1643022" y="2758440"/>
                </a:lnTo>
                <a:lnTo>
                  <a:pt x="1614751" y="2759075"/>
                </a:lnTo>
                <a:lnTo>
                  <a:pt x="1586480" y="2758758"/>
                </a:lnTo>
                <a:lnTo>
                  <a:pt x="1558209" y="2758123"/>
                </a:lnTo>
                <a:lnTo>
                  <a:pt x="1529621" y="2757171"/>
                </a:lnTo>
                <a:lnTo>
                  <a:pt x="1501350" y="2754949"/>
                </a:lnTo>
                <a:lnTo>
                  <a:pt x="1079193" y="2720990"/>
                </a:lnTo>
                <a:lnTo>
                  <a:pt x="1073158" y="2720355"/>
                </a:lnTo>
                <a:lnTo>
                  <a:pt x="1067122" y="2719403"/>
                </a:lnTo>
                <a:lnTo>
                  <a:pt x="1061405" y="2718451"/>
                </a:lnTo>
                <a:lnTo>
                  <a:pt x="1055687" y="2717182"/>
                </a:lnTo>
                <a:lnTo>
                  <a:pt x="1055687" y="1952625"/>
                </a:lnTo>
                <a:lnTo>
                  <a:pt x="1055687" y="1952624"/>
                </a:lnTo>
                <a:lnTo>
                  <a:pt x="1055687" y="1949450"/>
                </a:lnTo>
                <a:close/>
                <a:moveTo>
                  <a:pt x="699851" y="1948276"/>
                </a:moveTo>
                <a:lnTo>
                  <a:pt x="693503" y="1948912"/>
                </a:lnTo>
                <a:lnTo>
                  <a:pt x="687790" y="1949865"/>
                </a:lnTo>
                <a:lnTo>
                  <a:pt x="682077" y="1950819"/>
                </a:lnTo>
                <a:lnTo>
                  <a:pt x="676364" y="1951772"/>
                </a:lnTo>
                <a:lnTo>
                  <a:pt x="670651" y="1953680"/>
                </a:lnTo>
                <a:lnTo>
                  <a:pt x="665255" y="1955269"/>
                </a:lnTo>
                <a:lnTo>
                  <a:pt x="659860" y="1957494"/>
                </a:lnTo>
                <a:lnTo>
                  <a:pt x="654781" y="1959719"/>
                </a:lnTo>
                <a:lnTo>
                  <a:pt x="649386" y="1962579"/>
                </a:lnTo>
                <a:lnTo>
                  <a:pt x="644625" y="1965440"/>
                </a:lnTo>
                <a:lnTo>
                  <a:pt x="639864" y="1968619"/>
                </a:lnTo>
                <a:lnTo>
                  <a:pt x="635103" y="1971797"/>
                </a:lnTo>
                <a:lnTo>
                  <a:pt x="630659" y="1975294"/>
                </a:lnTo>
                <a:lnTo>
                  <a:pt x="626533" y="1979108"/>
                </a:lnTo>
                <a:lnTo>
                  <a:pt x="622407" y="1982922"/>
                </a:lnTo>
                <a:lnTo>
                  <a:pt x="618599" y="1986736"/>
                </a:lnTo>
                <a:lnTo>
                  <a:pt x="615107" y="1991186"/>
                </a:lnTo>
                <a:lnTo>
                  <a:pt x="611616" y="1995318"/>
                </a:lnTo>
                <a:lnTo>
                  <a:pt x="608125" y="2000404"/>
                </a:lnTo>
                <a:lnTo>
                  <a:pt x="604951" y="2004854"/>
                </a:lnTo>
                <a:lnTo>
                  <a:pt x="602094" y="2010257"/>
                </a:lnTo>
                <a:lnTo>
                  <a:pt x="599555" y="2015025"/>
                </a:lnTo>
                <a:lnTo>
                  <a:pt x="597333" y="2020111"/>
                </a:lnTo>
                <a:lnTo>
                  <a:pt x="595112" y="2025514"/>
                </a:lnTo>
                <a:lnTo>
                  <a:pt x="593524" y="2030918"/>
                </a:lnTo>
                <a:lnTo>
                  <a:pt x="591620" y="2036639"/>
                </a:lnTo>
                <a:lnTo>
                  <a:pt x="590351" y="2042360"/>
                </a:lnTo>
                <a:lnTo>
                  <a:pt x="589081" y="2048082"/>
                </a:lnTo>
                <a:lnTo>
                  <a:pt x="588446" y="2054121"/>
                </a:lnTo>
                <a:lnTo>
                  <a:pt x="588129" y="2060160"/>
                </a:lnTo>
                <a:lnTo>
                  <a:pt x="587811" y="2065881"/>
                </a:lnTo>
                <a:lnTo>
                  <a:pt x="588129" y="2072238"/>
                </a:lnTo>
                <a:lnTo>
                  <a:pt x="588446" y="2078277"/>
                </a:lnTo>
                <a:lnTo>
                  <a:pt x="589081" y="2083999"/>
                </a:lnTo>
                <a:lnTo>
                  <a:pt x="590351" y="2089720"/>
                </a:lnTo>
                <a:lnTo>
                  <a:pt x="591620" y="2095759"/>
                </a:lnTo>
                <a:lnTo>
                  <a:pt x="593524" y="2101163"/>
                </a:lnTo>
                <a:lnTo>
                  <a:pt x="595112" y="2106566"/>
                </a:lnTo>
                <a:lnTo>
                  <a:pt x="597333" y="2111970"/>
                </a:lnTo>
                <a:lnTo>
                  <a:pt x="599555" y="2117373"/>
                </a:lnTo>
                <a:lnTo>
                  <a:pt x="602094" y="2122141"/>
                </a:lnTo>
                <a:lnTo>
                  <a:pt x="604951" y="2127227"/>
                </a:lnTo>
                <a:lnTo>
                  <a:pt x="608125" y="2131994"/>
                </a:lnTo>
                <a:lnTo>
                  <a:pt x="611616" y="2136444"/>
                </a:lnTo>
                <a:lnTo>
                  <a:pt x="615107" y="2140894"/>
                </a:lnTo>
                <a:lnTo>
                  <a:pt x="618599" y="2145344"/>
                </a:lnTo>
                <a:lnTo>
                  <a:pt x="622407" y="2149476"/>
                </a:lnTo>
                <a:lnTo>
                  <a:pt x="626533" y="2153291"/>
                </a:lnTo>
                <a:lnTo>
                  <a:pt x="630659" y="2157105"/>
                </a:lnTo>
                <a:lnTo>
                  <a:pt x="635103" y="2160601"/>
                </a:lnTo>
                <a:lnTo>
                  <a:pt x="639864" y="2163780"/>
                </a:lnTo>
                <a:lnTo>
                  <a:pt x="644625" y="2166958"/>
                </a:lnTo>
                <a:lnTo>
                  <a:pt x="649386" y="2169501"/>
                </a:lnTo>
                <a:lnTo>
                  <a:pt x="654781" y="2172362"/>
                </a:lnTo>
                <a:lnTo>
                  <a:pt x="659860" y="2174587"/>
                </a:lnTo>
                <a:lnTo>
                  <a:pt x="665255" y="2176494"/>
                </a:lnTo>
                <a:lnTo>
                  <a:pt x="670651" y="2178719"/>
                </a:lnTo>
                <a:lnTo>
                  <a:pt x="676364" y="2179990"/>
                </a:lnTo>
                <a:lnTo>
                  <a:pt x="682077" y="2181579"/>
                </a:lnTo>
                <a:lnTo>
                  <a:pt x="687790" y="2182533"/>
                </a:lnTo>
                <a:lnTo>
                  <a:pt x="693503" y="2183169"/>
                </a:lnTo>
                <a:lnTo>
                  <a:pt x="699851" y="2183486"/>
                </a:lnTo>
                <a:lnTo>
                  <a:pt x="705564" y="2184122"/>
                </a:lnTo>
                <a:lnTo>
                  <a:pt x="711595" y="2183486"/>
                </a:lnTo>
                <a:lnTo>
                  <a:pt x="717625" y="2183169"/>
                </a:lnTo>
                <a:lnTo>
                  <a:pt x="723338" y="2182533"/>
                </a:lnTo>
                <a:lnTo>
                  <a:pt x="729369" y="2181579"/>
                </a:lnTo>
                <a:lnTo>
                  <a:pt x="735082" y="2179990"/>
                </a:lnTo>
                <a:lnTo>
                  <a:pt x="740477" y="2178719"/>
                </a:lnTo>
                <a:lnTo>
                  <a:pt x="746190" y="2176494"/>
                </a:lnTo>
                <a:lnTo>
                  <a:pt x="751269" y="2174587"/>
                </a:lnTo>
                <a:lnTo>
                  <a:pt x="756664" y="2172362"/>
                </a:lnTo>
                <a:lnTo>
                  <a:pt x="761743" y="2169501"/>
                </a:lnTo>
                <a:lnTo>
                  <a:pt x="766821" y="2166958"/>
                </a:lnTo>
                <a:lnTo>
                  <a:pt x="771582" y="2163780"/>
                </a:lnTo>
                <a:lnTo>
                  <a:pt x="776025" y="2160601"/>
                </a:lnTo>
                <a:lnTo>
                  <a:pt x="780469" y="2157105"/>
                </a:lnTo>
                <a:lnTo>
                  <a:pt x="784912" y="2153291"/>
                </a:lnTo>
                <a:lnTo>
                  <a:pt x="789038" y="2149476"/>
                </a:lnTo>
                <a:lnTo>
                  <a:pt x="792847" y="2145344"/>
                </a:lnTo>
                <a:lnTo>
                  <a:pt x="796338" y="2140894"/>
                </a:lnTo>
                <a:lnTo>
                  <a:pt x="799830" y="2136444"/>
                </a:lnTo>
                <a:lnTo>
                  <a:pt x="803321" y="2131994"/>
                </a:lnTo>
                <a:lnTo>
                  <a:pt x="806495" y="2127227"/>
                </a:lnTo>
                <a:lnTo>
                  <a:pt x="809352" y="2122141"/>
                </a:lnTo>
                <a:lnTo>
                  <a:pt x="811573" y="2117373"/>
                </a:lnTo>
                <a:lnTo>
                  <a:pt x="814112" y="2111970"/>
                </a:lnTo>
                <a:lnTo>
                  <a:pt x="816017" y="2106566"/>
                </a:lnTo>
                <a:lnTo>
                  <a:pt x="817921" y="2101163"/>
                </a:lnTo>
                <a:lnTo>
                  <a:pt x="819508" y="2095759"/>
                </a:lnTo>
                <a:lnTo>
                  <a:pt x="821095" y="2089720"/>
                </a:lnTo>
                <a:lnTo>
                  <a:pt x="822047" y="2083999"/>
                </a:lnTo>
                <a:lnTo>
                  <a:pt x="822682" y="2078277"/>
                </a:lnTo>
                <a:lnTo>
                  <a:pt x="823000" y="2072238"/>
                </a:lnTo>
                <a:lnTo>
                  <a:pt x="823000" y="2065881"/>
                </a:lnTo>
                <a:lnTo>
                  <a:pt x="823000" y="2060160"/>
                </a:lnTo>
                <a:lnTo>
                  <a:pt x="822682" y="2054121"/>
                </a:lnTo>
                <a:lnTo>
                  <a:pt x="822047" y="2048082"/>
                </a:lnTo>
                <a:lnTo>
                  <a:pt x="821095" y="2042360"/>
                </a:lnTo>
                <a:lnTo>
                  <a:pt x="819508" y="2036639"/>
                </a:lnTo>
                <a:lnTo>
                  <a:pt x="817921" y="2030918"/>
                </a:lnTo>
                <a:lnTo>
                  <a:pt x="816017" y="2025514"/>
                </a:lnTo>
                <a:lnTo>
                  <a:pt x="814112" y="2020111"/>
                </a:lnTo>
                <a:lnTo>
                  <a:pt x="811573" y="2015025"/>
                </a:lnTo>
                <a:lnTo>
                  <a:pt x="809352" y="2010257"/>
                </a:lnTo>
                <a:lnTo>
                  <a:pt x="806495" y="2004854"/>
                </a:lnTo>
                <a:lnTo>
                  <a:pt x="803321" y="2000404"/>
                </a:lnTo>
                <a:lnTo>
                  <a:pt x="799830" y="1995318"/>
                </a:lnTo>
                <a:lnTo>
                  <a:pt x="796338" y="1991186"/>
                </a:lnTo>
                <a:lnTo>
                  <a:pt x="792847" y="1986736"/>
                </a:lnTo>
                <a:lnTo>
                  <a:pt x="789038" y="1982922"/>
                </a:lnTo>
                <a:lnTo>
                  <a:pt x="784912" y="1979108"/>
                </a:lnTo>
                <a:lnTo>
                  <a:pt x="780469" y="1975294"/>
                </a:lnTo>
                <a:lnTo>
                  <a:pt x="776025" y="1971797"/>
                </a:lnTo>
                <a:lnTo>
                  <a:pt x="771582" y="1968619"/>
                </a:lnTo>
                <a:lnTo>
                  <a:pt x="766821" y="1965440"/>
                </a:lnTo>
                <a:lnTo>
                  <a:pt x="761743" y="1962579"/>
                </a:lnTo>
                <a:lnTo>
                  <a:pt x="756664" y="1959719"/>
                </a:lnTo>
                <a:lnTo>
                  <a:pt x="751269" y="1957494"/>
                </a:lnTo>
                <a:lnTo>
                  <a:pt x="746190" y="1955269"/>
                </a:lnTo>
                <a:lnTo>
                  <a:pt x="740477" y="1953680"/>
                </a:lnTo>
                <a:lnTo>
                  <a:pt x="735082" y="1951772"/>
                </a:lnTo>
                <a:lnTo>
                  <a:pt x="729369" y="1950819"/>
                </a:lnTo>
                <a:lnTo>
                  <a:pt x="723338" y="1949865"/>
                </a:lnTo>
                <a:lnTo>
                  <a:pt x="717625" y="1948912"/>
                </a:lnTo>
                <a:lnTo>
                  <a:pt x="711595" y="1948276"/>
                </a:lnTo>
                <a:lnTo>
                  <a:pt x="705564" y="1948276"/>
                </a:lnTo>
                <a:lnTo>
                  <a:pt x="699851" y="1948276"/>
                </a:lnTo>
                <a:close/>
                <a:moveTo>
                  <a:pt x="0" y="1862138"/>
                </a:moveTo>
                <a:lnTo>
                  <a:pt x="941387" y="1862138"/>
                </a:lnTo>
                <a:lnTo>
                  <a:pt x="941387" y="2093534"/>
                </a:lnTo>
                <a:lnTo>
                  <a:pt x="941387" y="2574126"/>
                </a:lnTo>
                <a:lnTo>
                  <a:pt x="941387" y="3009901"/>
                </a:lnTo>
                <a:lnTo>
                  <a:pt x="0" y="3009901"/>
                </a:lnTo>
                <a:lnTo>
                  <a:pt x="0" y="1862138"/>
                </a:lnTo>
                <a:close/>
                <a:moveTo>
                  <a:pt x="1839398" y="1177026"/>
                </a:moveTo>
                <a:lnTo>
                  <a:pt x="1829243" y="1201810"/>
                </a:lnTo>
                <a:lnTo>
                  <a:pt x="1816551" y="1198314"/>
                </a:lnTo>
                <a:lnTo>
                  <a:pt x="1805127" y="1195455"/>
                </a:lnTo>
                <a:lnTo>
                  <a:pt x="1793704" y="1193230"/>
                </a:lnTo>
                <a:lnTo>
                  <a:pt x="1783232" y="1192277"/>
                </a:lnTo>
                <a:lnTo>
                  <a:pt x="1773078" y="1191959"/>
                </a:lnTo>
                <a:lnTo>
                  <a:pt x="1763241" y="1192277"/>
                </a:lnTo>
                <a:lnTo>
                  <a:pt x="1758799" y="1192595"/>
                </a:lnTo>
                <a:lnTo>
                  <a:pt x="1754356" y="1193230"/>
                </a:lnTo>
                <a:lnTo>
                  <a:pt x="1750231" y="1194501"/>
                </a:lnTo>
                <a:lnTo>
                  <a:pt x="1746106" y="1195455"/>
                </a:lnTo>
                <a:lnTo>
                  <a:pt x="1741981" y="1196726"/>
                </a:lnTo>
                <a:lnTo>
                  <a:pt x="1737856" y="1198314"/>
                </a:lnTo>
                <a:lnTo>
                  <a:pt x="1734365" y="1199903"/>
                </a:lnTo>
                <a:lnTo>
                  <a:pt x="1730557" y="1201810"/>
                </a:lnTo>
                <a:lnTo>
                  <a:pt x="1727067" y="1203716"/>
                </a:lnTo>
                <a:lnTo>
                  <a:pt x="1723576" y="1205940"/>
                </a:lnTo>
                <a:lnTo>
                  <a:pt x="1720403" y="1208482"/>
                </a:lnTo>
                <a:lnTo>
                  <a:pt x="1717230" y="1211024"/>
                </a:lnTo>
                <a:lnTo>
                  <a:pt x="1714691" y="1213884"/>
                </a:lnTo>
                <a:lnTo>
                  <a:pt x="1711835" y="1217061"/>
                </a:lnTo>
                <a:lnTo>
                  <a:pt x="1708980" y="1220239"/>
                </a:lnTo>
                <a:lnTo>
                  <a:pt x="1706441" y="1223734"/>
                </a:lnTo>
                <a:lnTo>
                  <a:pt x="1704220" y="1227547"/>
                </a:lnTo>
                <a:lnTo>
                  <a:pt x="1701998" y="1231360"/>
                </a:lnTo>
                <a:lnTo>
                  <a:pt x="1700095" y="1235173"/>
                </a:lnTo>
                <a:lnTo>
                  <a:pt x="1697873" y="1239303"/>
                </a:lnTo>
                <a:lnTo>
                  <a:pt x="1695652" y="1245023"/>
                </a:lnTo>
                <a:lnTo>
                  <a:pt x="1694066" y="1250106"/>
                </a:lnTo>
                <a:lnTo>
                  <a:pt x="1692162" y="1255508"/>
                </a:lnTo>
                <a:lnTo>
                  <a:pt x="1691210" y="1260592"/>
                </a:lnTo>
                <a:lnTo>
                  <a:pt x="1690575" y="1265676"/>
                </a:lnTo>
                <a:lnTo>
                  <a:pt x="1690575" y="1270442"/>
                </a:lnTo>
                <a:lnTo>
                  <a:pt x="1690575" y="1275526"/>
                </a:lnTo>
                <a:lnTo>
                  <a:pt x="1690892" y="1279974"/>
                </a:lnTo>
                <a:lnTo>
                  <a:pt x="1691844" y="1284423"/>
                </a:lnTo>
                <a:lnTo>
                  <a:pt x="1693114" y="1288871"/>
                </a:lnTo>
                <a:lnTo>
                  <a:pt x="1694066" y="1293320"/>
                </a:lnTo>
                <a:lnTo>
                  <a:pt x="1695335" y="1297450"/>
                </a:lnTo>
                <a:lnTo>
                  <a:pt x="1697239" y="1301263"/>
                </a:lnTo>
                <a:lnTo>
                  <a:pt x="1699143" y="1305076"/>
                </a:lnTo>
                <a:lnTo>
                  <a:pt x="1701364" y="1308889"/>
                </a:lnTo>
                <a:lnTo>
                  <a:pt x="1703902" y="1312384"/>
                </a:lnTo>
                <a:lnTo>
                  <a:pt x="1709931" y="1320328"/>
                </a:lnTo>
                <a:lnTo>
                  <a:pt x="1718816" y="1330495"/>
                </a:lnTo>
                <a:lnTo>
                  <a:pt x="1729923" y="1342570"/>
                </a:lnTo>
                <a:lnTo>
                  <a:pt x="1743885" y="1357186"/>
                </a:lnTo>
                <a:lnTo>
                  <a:pt x="1760385" y="1373073"/>
                </a:lnTo>
                <a:lnTo>
                  <a:pt x="1772443" y="1386418"/>
                </a:lnTo>
                <a:lnTo>
                  <a:pt x="1781646" y="1396268"/>
                </a:lnTo>
                <a:lnTo>
                  <a:pt x="1784184" y="1400081"/>
                </a:lnTo>
                <a:lnTo>
                  <a:pt x="1786405" y="1402623"/>
                </a:lnTo>
                <a:lnTo>
                  <a:pt x="1787675" y="1405165"/>
                </a:lnTo>
                <a:lnTo>
                  <a:pt x="1788944" y="1408025"/>
                </a:lnTo>
                <a:lnTo>
                  <a:pt x="1789578" y="1411202"/>
                </a:lnTo>
                <a:lnTo>
                  <a:pt x="1789896" y="1414062"/>
                </a:lnTo>
                <a:lnTo>
                  <a:pt x="1789896" y="1417557"/>
                </a:lnTo>
                <a:lnTo>
                  <a:pt x="1789261" y="1420734"/>
                </a:lnTo>
                <a:lnTo>
                  <a:pt x="1787992" y="1424230"/>
                </a:lnTo>
                <a:lnTo>
                  <a:pt x="1786723" y="1428360"/>
                </a:lnTo>
                <a:lnTo>
                  <a:pt x="1784501" y="1432491"/>
                </a:lnTo>
                <a:lnTo>
                  <a:pt x="1782598" y="1435986"/>
                </a:lnTo>
                <a:lnTo>
                  <a:pt x="1779742" y="1438210"/>
                </a:lnTo>
                <a:lnTo>
                  <a:pt x="1778472" y="1439481"/>
                </a:lnTo>
                <a:lnTo>
                  <a:pt x="1776568" y="1440435"/>
                </a:lnTo>
                <a:lnTo>
                  <a:pt x="1774982" y="1440752"/>
                </a:lnTo>
                <a:lnTo>
                  <a:pt x="1773395" y="1441070"/>
                </a:lnTo>
                <a:lnTo>
                  <a:pt x="1769587" y="1441388"/>
                </a:lnTo>
                <a:lnTo>
                  <a:pt x="1765462" y="1440752"/>
                </a:lnTo>
                <a:lnTo>
                  <a:pt x="1761337" y="1439481"/>
                </a:lnTo>
                <a:lnTo>
                  <a:pt x="1756260" y="1436939"/>
                </a:lnTo>
                <a:lnTo>
                  <a:pt x="1754356" y="1435668"/>
                </a:lnTo>
                <a:lnTo>
                  <a:pt x="1752452" y="1434080"/>
                </a:lnTo>
                <a:lnTo>
                  <a:pt x="1751183" y="1432809"/>
                </a:lnTo>
                <a:lnTo>
                  <a:pt x="1750231" y="1431220"/>
                </a:lnTo>
                <a:lnTo>
                  <a:pt x="1749279" y="1429631"/>
                </a:lnTo>
                <a:lnTo>
                  <a:pt x="1748644" y="1427725"/>
                </a:lnTo>
                <a:lnTo>
                  <a:pt x="1748644" y="1426136"/>
                </a:lnTo>
                <a:lnTo>
                  <a:pt x="1748644" y="1423912"/>
                </a:lnTo>
                <a:lnTo>
                  <a:pt x="1749914" y="1418510"/>
                </a:lnTo>
                <a:lnTo>
                  <a:pt x="1751818" y="1411838"/>
                </a:lnTo>
                <a:lnTo>
                  <a:pt x="1754991" y="1403894"/>
                </a:lnTo>
                <a:lnTo>
                  <a:pt x="1759433" y="1393091"/>
                </a:lnTo>
                <a:lnTo>
                  <a:pt x="1710883" y="1372438"/>
                </a:lnTo>
                <a:lnTo>
                  <a:pt x="1662334" y="1351466"/>
                </a:lnTo>
                <a:lnTo>
                  <a:pt x="1658526" y="1358457"/>
                </a:lnTo>
                <a:lnTo>
                  <a:pt x="1655987" y="1363223"/>
                </a:lnTo>
                <a:lnTo>
                  <a:pt x="1653131" y="1370531"/>
                </a:lnTo>
                <a:lnTo>
                  <a:pt x="1651545" y="1377521"/>
                </a:lnTo>
                <a:lnTo>
                  <a:pt x="1650910" y="1381017"/>
                </a:lnTo>
                <a:lnTo>
                  <a:pt x="1650593" y="1384512"/>
                </a:lnTo>
                <a:lnTo>
                  <a:pt x="1650593" y="1388007"/>
                </a:lnTo>
                <a:lnTo>
                  <a:pt x="1650593" y="1391502"/>
                </a:lnTo>
                <a:lnTo>
                  <a:pt x="1650910" y="1394997"/>
                </a:lnTo>
                <a:lnTo>
                  <a:pt x="1651227" y="1398492"/>
                </a:lnTo>
                <a:lnTo>
                  <a:pt x="1651862" y="1401670"/>
                </a:lnTo>
                <a:lnTo>
                  <a:pt x="1652814" y="1405165"/>
                </a:lnTo>
                <a:lnTo>
                  <a:pt x="1654083" y="1408660"/>
                </a:lnTo>
                <a:lnTo>
                  <a:pt x="1655353" y="1411838"/>
                </a:lnTo>
                <a:lnTo>
                  <a:pt x="1658843" y="1418510"/>
                </a:lnTo>
                <a:lnTo>
                  <a:pt x="1662968" y="1425183"/>
                </a:lnTo>
                <a:lnTo>
                  <a:pt x="1668363" y="1431220"/>
                </a:lnTo>
                <a:lnTo>
                  <a:pt x="1674392" y="1437575"/>
                </a:lnTo>
                <a:lnTo>
                  <a:pt x="1681373" y="1443930"/>
                </a:lnTo>
                <a:lnTo>
                  <a:pt x="1689623" y="1450285"/>
                </a:lnTo>
                <a:lnTo>
                  <a:pt x="1698191" y="1456004"/>
                </a:lnTo>
                <a:lnTo>
                  <a:pt x="1707710" y="1462041"/>
                </a:lnTo>
                <a:lnTo>
                  <a:pt x="1718499" y="1467760"/>
                </a:lnTo>
                <a:lnTo>
                  <a:pt x="1709614" y="1489049"/>
                </a:lnTo>
                <a:lnTo>
                  <a:pt x="1755308" y="1507796"/>
                </a:lnTo>
                <a:lnTo>
                  <a:pt x="1764193" y="1486507"/>
                </a:lnTo>
                <a:lnTo>
                  <a:pt x="1776568" y="1490320"/>
                </a:lnTo>
                <a:lnTo>
                  <a:pt x="1788944" y="1493498"/>
                </a:lnTo>
                <a:lnTo>
                  <a:pt x="1800050" y="1495722"/>
                </a:lnTo>
                <a:lnTo>
                  <a:pt x="1810839" y="1497311"/>
                </a:lnTo>
                <a:lnTo>
                  <a:pt x="1820993" y="1497946"/>
                </a:lnTo>
                <a:lnTo>
                  <a:pt x="1830513" y="1497946"/>
                </a:lnTo>
                <a:lnTo>
                  <a:pt x="1839398" y="1497311"/>
                </a:lnTo>
                <a:lnTo>
                  <a:pt x="1847648" y="1496040"/>
                </a:lnTo>
                <a:lnTo>
                  <a:pt x="1851456" y="1495086"/>
                </a:lnTo>
                <a:lnTo>
                  <a:pt x="1855264" y="1493815"/>
                </a:lnTo>
                <a:lnTo>
                  <a:pt x="1858754" y="1492862"/>
                </a:lnTo>
                <a:lnTo>
                  <a:pt x="1862245" y="1490956"/>
                </a:lnTo>
                <a:lnTo>
                  <a:pt x="1865418" y="1489367"/>
                </a:lnTo>
                <a:lnTo>
                  <a:pt x="1868591" y="1487460"/>
                </a:lnTo>
                <a:lnTo>
                  <a:pt x="1871764" y="1485554"/>
                </a:lnTo>
                <a:lnTo>
                  <a:pt x="1874620" y="1483330"/>
                </a:lnTo>
                <a:lnTo>
                  <a:pt x="1876841" y="1480788"/>
                </a:lnTo>
                <a:lnTo>
                  <a:pt x="1879380" y="1478564"/>
                </a:lnTo>
                <a:lnTo>
                  <a:pt x="1881918" y="1475704"/>
                </a:lnTo>
                <a:lnTo>
                  <a:pt x="1883822" y="1472527"/>
                </a:lnTo>
                <a:lnTo>
                  <a:pt x="1886044" y="1469667"/>
                </a:lnTo>
                <a:lnTo>
                  <a:pt x="1887947" y="1466172"/>
                </a:lnTo>
                <a:lnTo>
                  <a:pt x="1889534" y="1462677"/>
                </a:lnTo>
                <a:lnTo>
                  <a:pt x="1890803" y="1459181"/>
                </a:lnTo>
                <a:lnTo>
                  <a:pt x="1892707" y="1454097"/>
                </a:lnTo>
                <a:lnTo>
                  <a:pt x="1893976" y="1448696"/>
                </a:lnTo>
                <a:lnTo>
                  <a:pt x="1895246" y="1443930"/>
                </a:lnTo>
                <a:lnTo>
                  <a:pt x="1895563" y="1438846"/>
                </a:lnTo>
                <a:lnTo>
                  <a:pt x="1895880" y="1433444"/>
                </a:lnTo>
                <a:lnTo>
                  <a:pt x="1895563" y="1428360"/>
                </a:lnTo>
                <a:lnTo>
                  <a:pt x="1894611" y="1422959"/>
                </a:lnTo>
                <a:lnTo>
                  <a:pt x="1893342" y="1417875"/>
                </a:lnTo>
                <a:lnTo>
                  <a:pt x="1892073" y="1412791"/>
                </a:lnTo>
                <a:lnTo>
                  <a:pt x="1890169" y="1407707"/>
                </a:lnTo>
                <a:lnTo>
                  <a:pt x="1888582" y="1402941"/>
                </a:lnTo>
                <a:lnTo>
                  <a:pt x="1886361" y="1398492"/>
                </a:lnTo>
                <a:lnTo>
                  <a:pt x="1883822" y="1394044"/>
                </a:lnTo>
                <a:lnTo>
                  <a:pt x="1881601" y="1389913"/>
                </a:lnTo>
                <a:lnTo>
                  <a:pt x="1878745" y="1385783"/>
                </a:lnTo>
                <a:lnTo>
                  <a:pt x="1875572" y="1381652"/>
                </a:lnTo>
                <a:lnTo>
                  <a:pt x="1867956" y="1372755"/>
                </a:lnTo>
                <a:lnTo>
                  <a:pt x="1857168" y="1361317"/>
                </a:lnTo>
                <a:lnTo>
                  <a:pt x="1843205" y="1346700"/>
                </a:lnTo>
                <a:lnTo>
                  <a:pt x="1826388" y="1329542"/>
                </a:lnTo>
                <a:lnTo>
                  <a:pt x="1821310" y="1324141"/>
                </a:lnTo>
                <a:lnTo>
                  <a:pt x="1816551" y="1319374"/>
                </a:lnTo>
                <a:lnTo>
                  <a:pt x="1812743" y="1314608"/>
                </a:lnTo>
                <a:lnTo>
                  <a:pt x="1810204" y="1310160"/>
                </a:lnTo>
                <a:lnTo>
                  <a:pt x="1807348" y="1306029"/>
                </a:lnTo>
                <a:lnTo>
                  <a:pt x="1805444" y="1302534"/>
                </a:lnTo>
                <a:lnTo>
                  <a:pt x="1804492" y="1299039"/>
                </a:lnTo>
                <a:lnTo>
                  <a:pt x="1804175" y="1295861"/>
                </a:lnTo>
                <a:lnTo>
                  <a:pt x="1804175" y="1293320"/>
                </a:lnTo>
                <a:lnTo>
                  <a:pt x="1804492" y="1289824"/>
                </a:lnTo>
                <a:lnTo>
                  <a:pt x="1804810" y="1286329"/>
                </a:lnTo>
                <a:lnTo>
                  <a:pt x="1805762" y="1281881"/>
                </a:lnTo>
                <a:lnTo>
                  <a:pt x="1808618" y="1272984"/>
                </a:lnTo>
                <a:lnTo>
                  <a:pt x="1812426" y="1262498"/>
                </a:lnTo>
                <a:lnTo>
                  <a:pt x="1814647" y="1258686"/>
                </a:lnTo>
                <a:lnTo>
                  <a:pt x="1817185" y="1255508"/>
                </a:lnTo>
                <a:lnTo>
                  <a:pt x="1819724" y="1252966"/>
                </a:lnTo>
                <a:lnTo>
                  <a:pt x="1821310" y="1252013"/>
                </a:lnTo>
                <a:lnTo>
                  <a:pt x="1822897" y="1251377"/>
                </a:lnTo>
                <a:lnTo>
                  <a:pt x="1824801" y="1251060"/>
                </a:lnTo>
                <a:lnTo>
                  <a:pt x="1826388" y="1250742"/>
                </a:lnTo>
                <a:lnTo>
                  <a:pt x="1830195" y="1250106"/>
                </a:lnTo>
                <a:lnTo>
                  <a:pt x="1834320" y="1251377"/>
                </a:lnTo>
                <a:lnTo>
                  <a:pt x="1839080" y="1252648"/>
                </a:lnTo>
                <a:lnTo>
                  <a:pt x="1841936" y="1254237"/>
                </a:lnTo>
                <a:lnTo>
                  <a:pt x="1843840" y="1255190"/>
                </a:lnTo>
                <a:lnTo>
                  <a:pt x="1846061" y="1256461"/>
                </a:lnTo>
                <a:lnTo>
                  <a:pt x="1847648" y="1258368"/>
                </a:lnTo>
                <a:lnTo>
                  <a:pt x="1848917" y="1259639"/>
                </a:lnTo>
                <a:lnTo>
                  <a:pt x="1849869" y="1261545"/>
                </a:lnTo>
                <a:lnTo>
                  <a:pt x="1850504" y="1263134"/>
                </a:lnTo>
                <a:lnTo>
                  <a:pt x="1850821" y="1265040"/>
                </a:lnTo>
                <a:lnTo>
                  <a:pt x="1850504" y="1267265"/>
                </a:lnTo>
                <a:lnTo>
                  <a:pt x="1850186" y="1270124"/>
                </a:lnTo>
                <a:lnTo>
                  <a:pt x="1847965" y="1277432"/>
                </a:lnTo>
                <a:lnTo>
                  <a:pt x="1844792" y="1287282"/>
                </a:lnTo>
                <a:lnTo>
                  <a:pt x="1840032" y="1299039"/>
                </a:lnTo>
                <a:lnTo>
                  <a:pt x="1833369" y="1315562"/>
                </a:lnTo>
                <a:lnTo>
                  <a:pt x="1881918" y="1334944"/>
                </a:lnTo>
                <a:lnTo>
                  <a:pt x="1929834" y="1354008"/>
                </a:lnTo>
                <a:lnTo>
                  <a:pt x="1935228" y="1340981"/>
                </a:lnTo>
                <a:lnTo>
                  <a:pt x="1937132" y="1335262"/>
                </a:lnTo>
                <a:lnTo>
                  <a:pt x="1938718" y="1330178"/>
                </a:lnTo>
                <a:lnTo>
                  <a:pt x="1939988" y="1324776"/>
                </a:lnTo>
                <a:lnTo>
                  <a:pt x="1941257" y="1319692"/>
                </a:lnTo>
                <a:lnTo>
                  <a:pt x="1942209" y="1314926"/>
                </a:lnTo>
                <a:lnTo>
                  <a:pt x="1942526" y="1309842"/>
                </a:lnTo>
                <a:lnTo>
                  <a:pt x="1942844" y="1305076"/>
                </a:lnTo>
                <a:lnTo>
                  <a:pt x="1942526" y="1300628"/>
                </a:lnTo>
                <a:lnTo>
                  <a:pt x="1942209" y="1295861"/>
                </a:lnTo>
                <a:lnTo>
                  <a:pt x="1941574" y="1291413"/>
                </a:lnTo>
                <a:lnTo>
                  <a:pt x="1940305" y="1287282"/>
                </a:lnTo>
                <a:lnTo>
                  <a:pt x="1939036" y="1283152"/>
                </a:lnTo>
                <a:lnTo>
                  <a:pt x="1937132" y="1279021"/>
                </a:lnTo>
                <a:lnTo>
                  <a:pt x="1935545" y="1274890"/>
                </a:lnTo>
                <a:lnTo>
                  <a:pt x="1933007" y="1271078"/>
                </a:lnTo>
                <a:lnTo>
                  <a:pt x="1930786" y="1267265"/>
                </a:lnTo>
                <a:lnTo>
                  <a:pt x="1925074" y="1260274"/>
                </a:lnTo>
                <a:lnTo>
                  <a:pt x="1918727" y="1253602"/>
                </a:lnTo>
                <a:lnTo>
                  <a:pt x="1912064" y="1247565"/>
                </a:lnTo>
                <a:lnTo>
                  <a:pt x="1905083" y="1241210"/>
                </a:lnTo>
                <a:lnTo>
                  <a:pt x="1897467" y="1235490"/>
                </a:lnTo>
                <a:lnTo>
                  <a:pt x="1889534" y="1230089"/>
                </a:lnTo>
                <a:lnTo>
                  <a:pt x="1881284" y="1225005"/>
                </a:lnTo>
                <a:lnTo>
                  <a:pt x="1872082" y="1220556"/>
                </a:lnTo>
                <a:lnTo>
                  <a:pt x="1882553" y="1194819"/>
                </a:lnTo>
                <a:lnTo>
                  <a:pt x="1839398" y="1177026"/>
                </a:lnTo>
                <a:close/>
                <a:moveTo>
                  <a:pt x="1952046" y="1106804"/>
                </a:moveTo>
                <a:lnTo>
                  <a:pt x="1958075" y="1113159"/>
                </a:lnTo>
                <a:lnTo>
                  <a:pt x="1964421" y="1119832"/>
                </a:lnTo>
                <a:lnTo>
                  <a:pt x="1970768" y="1126504"/>
                </a:lnTo>
                <a:lnTo>
                  <a:pt x="1976162" y="1133813"/>
                </a:lnTo>
                <a:lnTo>
                  <a:pt x="1981557" y="1141438"/>
                </a:lnTo>
                <a:lnTo>
                  <a:pt x="1986634" y="1149064"/>
                </a:lnTo>
                <a:lnTo>
                  <a:pt x="1991711" y="1157326"/>
                </a:lnTo>
                <a:lnTo>
                  <a:pt x="1996153" y="1165905"/>
                </a:lnTo>
                <a:lnTo>
                  <a:pt x="2000278" y="1174484"/>
                </a:lnTo>
                <a:lnTo>
                  <a:pt x="2004086" y="1183698"/>
                </a:lnTo>
                <a:lnTo>
                  <a:pt x="2007577" y="1192595"/>
                </a:lnTo>
                <a:lnTo>
                  <a:pt x="2010750" y="1202127"/>
                </a:lnTo>
                <a:lnTo>
                  <a:pt x="2013606" y="1211977"/>
                </a:lnTo>
                <a:lnTo>
                  <a:pt x="2016462" y="1221510"/>
                </a:lnTo>
                <a:lnTo>
                  <a:pt x="2018366" y="1231677"/>
                </a:lnTo>
                <a:lnTo>
                  <a:pt x="2020587" y="1242163"/>
                </a:lnTo>
                <a:lnTo>
                  <a:pt x="2021856" y="1252648"/>
                </a:lnTo>
                <a:lnTo>
                  <a:pt x="2023443" y="1263134"/>
                </a:lnTo>
                <a:lnTo>
                  <a:pt x="2024077" y="1273937"/>
                </a:lnTo>
                <a:lnTo>
                  <a:pt x="2024395" y="1285058"/>
                </a:lnTo>
                <a:lnTo>
                  <a:pt x="2024712" y="1295861"/>
                </a:lnTo>
                <a:lnTo>
                  <a:pt x="2024395" y="1306982"/>
                </a:lnTo>
                <a:lnTo>
                  <a:pt x="2024077" y="1318739"/>
                </a:lnTo>
                <a:lnTo>
                  <a:pt x="2023125" y="1329860"/>
                </a:lnTo>
                <a:lnTo>
                  <a:pt x="2021539" y="1341299"/>
                </a:lnTo>
                <a:lnTo>
                  <a:pt x="2019952" y="1352737"/>
                </a:lnTo>
                <a:lnTo>
                  <a:pt x="2018048" y="1364494"/>
                </a:lnTo>
                <a:lnTo>
                  <a:pt x="2015827" y="1375933"/>
                </a:lnTo>
                <a:lnTo>
                  <a:pt x="2012654" y="1387371"/>
                </a:lnTo>
                <a:lnTo>
                  <a:pt x="2009481" y="1399128"/>
                </a:lnTo>
                <a:lnTo>
                  <a:pt x="2005990" y="1410884"/>
                </a:lnTo>
                <a:lnTo>
                  <a:pt x="2001865" y="1422323"/>
                </a:lnTo>
                <a:lnTo>
                  <a:pt x="1998057" y="1432809"/>
                </a:lnTo>
                <a:lnTo>
                  <a:pt x="1993615" y="1442976"/>
                </a:lnTo>
                <a:lnTo>
                  <a:pt x="1989172" y="1452509"/>
                </a:lnTo>
                <a:lnTo>
                  <a:pt x="1984412" y="1462359"/>
                </a:lnTo>
                <a:lnTo>
                  <a:pt x="1979018" y="1472209"/>
                </a:lnTo>
                <a:lnTo>
                  <a:pt x="1973941" y="1481106"/>
                </a:lnTo>
                <a:lnTo>
                  <a:pt x="1967912" y="1490638"/>
                </a:lnTo>
                <a:lnTo>
                  <a:pt x="1961883" y="1499852"/>
                </a:lnTo>
                <a:lnTo>
                  <a:pt x="1955854" y="1508432"/>
                </a:lnTo>
                <a:lnTo>
                  <a:pt x="1949507" y="1517011"/>
                </a:lnTo>
                <a:lnTo>
                  <a:pt x="1942526" y="1525272"/>
                </a:lnTo>
                <a:lnTo>
                  <a:pt x="1935545" y="1533215"/>
                </a:lnTo>
                <a:lnTo>
                  <a:pt x="1928247" y="1540841"/>
                </a:lnTo>
                <a:lnTo>
                  <a:pt x="1920631" y="1548149"/>
                </a:lnTo>
                <a:lnTo>
                  <a:pt x="1912381" y="1555457"/>
                </a:lnTo>
                <a:lnTo>
                  <a:pt x="1904448" y="1562130"/>
                </a:lnTo>
                <a:lnTo>
                  <a:pt x="1896198" y="1568803"/>
                </a:lnTo>
                <a:lnTo>
                  <a:pt x="1887947" y="1575158"/>
                </a:lnTo>
                <a:lnTo>
                  <a:pt x="1878745" y="1581195"/>
                </a:lnTo>
                <a:lnTo>
                  <a:pt x="1870178" y="1586279"/>
                </a:lnTo>
                <a:lnTo>
                  <a:pt x="1860658" y="1591680"/>
                </a:lnTo>
                <a:lnTo>
                  <a:pt x="1851138" y="1596129"/>
                </a:lnTo>
                <a:lnTo>
                  <a:pt x="1841302" y="1600577"/>
                </a:lnTo>
                <a:lnTo>
                  <a:pt x="1831782" y="1604390"/>
                </a:lnTo>
                <a:lnTo>
                  <a:pt x="1821628" y="1607885"/>
                </a:lnTo>
                <a:lnTo>
                  <a:pt x="1811474" y="1611063"/>
                </a:lnTo>
                <a:lnTo>
                  <a:pt x="1801002" y="1613922"/>
                </a:lnTo>
                <a:lnTo>
                  <a:pt x="1790213" y="1615829"/>
                </a:lnTo>
                <a:lnTo>
                  <a:pt x="1779742" y="1617735"/>
                </a:lnTo>
                <a:lnTo>
                  <a:pt x="1768636" y="1618688"/>
                </a:lnTo>
                <a:lnTo>
                  <a:pt x="1757529" y="1619324"/>
                </a:lnTo>
                <a:lnTo>
                  <a:pt x="1746423" y="1619642"/>
                </a:lnTo>
                <a:lnTo>
                  <a:pt x="1807666" y="1643472"/>
                </a:lnTo>
                <a:lnTo>
                  <a:pt x="1869226" y="1666668"/>
                </a:lnTo>
                <a:lnTo>
                  <a:pt x="1931103" y="1689227"/>
                </a:lnTo>
                <a:lnTo>
                  <a:pt x="1992663" y="1711469"/>
                </a:lnTo>
                <a:lnTo>
                  <a:pt x="2054857" y="1733076"/>
                </a:lnTo>
                <a:lnTo>
                  <a:pt x="2116734" y="1754047"/>
                </a:lnTo>
                <a:lnTo>
                  <a:pt x="2179246" y="1775018"/>
                </a:lnTo>
                <a:lnTo>
                  <a:pt x="2241758" y="1795353"/>
                </a:lnTo>
                <a:lnTo>
                  <a:pt x="2243345" y="1789952"/>
                </a:lnTo>
                <a:lnTo>
                  <a:pt x="2244614" y="1785503"/>
                </a:lnTo>
                <a:lnTo>
                  <a:pt x="2246518" y="1781373"/>
                </a:lnTo>
                <a:lnTo>
                  <a:pt x="2248422" y="1777242"/>
                </a:lnTo>
                <a:lnTo>
                  <a:pt x="2250643" y="1773429"/>
                </a:lnTo>
                <a:lnTo>
                  <a:pt x="2252547" y="1769616"/>
                </a:lnTo>
                <a:lnTo>
                  <a:pt x="2255086" y="1766121"/>
                </a:lnTo>
                <a:lnTo>
                  <a:pt x="2257941" y="1762626"/>
                </a:lnTo>
                <a:lnTo>
                  <a:pt x="2260797" y="1759131"/>
                </a:lnTo>
                <a:lnTo>
                  <a:pt x="2263970" y="1755953"/>
                </a:lnTo>
                <a:lnTo>
                  <a:pt x="2266826" y="1752776"/>
                </a:lnTo>
                <a:lnTo>
                  <a:pt x="2270317" y="1749916"/>
                </a:lnTo>
                <a:lnTo>
                  <a:pt x="2273807" y="1747057"/>
                </a:lnTo>
                <a:lnTo>
                  <a:pt x="2277298" y="1744832"/>
                </a:lnTo>
                <a:lnTo>
                  <a:pt x="2281106" y="1742290"/>
                </a:lnTo>
                <a:lnTo>
                  <a:pt x="2285231" y="1740066"/>
                </a:lnTo>
                <a:lnTo>
                  <a:pt x="2289356" y="1738160"/>
                </a:lnTo>
                <a:lnTo>
                  <a:pt x="2293481" y="1736253"/>
                </a:lnTo>
                <a:lnTo>
                  <a:pt x="2297606" y="1734665"/>
                </a:lnTo>
                <a:lnTo>
                  <a:pt x="2301731" y="1733076"/>
                </a:lnTo>
                <a:lnTo>
                  <a:pt x="2306491" y="1731805"/>
                </a:lnTo>
                <a:lnTo>
                  <a:pt x="2310934" y="1730852"/>
                </a:lnTo>
                <a:lnTo>
                  <a:pt x="2315376" y="1730216"/>
                </a:lnTo>
                <a:lnTo>
                  <a:pt x="2319819" y="1729263"/>
                </a:lnTo>
                <a:lnTo>
                  <a:pt x="2324578" y="1728627"/>
                </a:lnTo>
                <a:lnTo>
                  <a:pt x="2329338" y="1728627"/>
                </a:lnTo>
                <a:lnTo>
                  <a:pt x="2334098" y="1728310"/>
                </a:lnTo>
                <a:lnTo>
                  <a:pt x="2339175" y="1728627"/>
                </a:lnTo>
                <a:lnTo>
                  <a:pt x="2343618" y="1728945"/>
                </a:lnTo>
                <a:lnTo>
                  <a:pt x="2348377" y="1729581"/>
                </a:lnTo>
                <a:lnTo>
                  <a:pt x="2353454" y="1730534"/>
                </a:lnTo>
                <a:lnTo>
                  <a:pt x="2358214" y="1731487"/>
                </a:lnTo>
                <a:lnTo>
                  <a:pt x="2363291" y="1732758"/>
                </a:lnTo>
                <a:lnTo>
                  <a:pt x="2369003" y="1734982"/>
                </a:lnTo>
                <a:lnTo>
                  <a:pt x="2471180" y="1380699"/>
                </a:lnTo>
                <a:lnTo>
                  <a:pt x="2465468" y="1379428"/>
                </a:lnTo>
                <a:lnTo>
                  <a:pt x="2461026" y="1377839"/>
                </a:lnTo>
                <a:lnTo>
                  <a:pt x="2456583" y="1376250"/>
                </a:lnTo>
                <a:lnTo>
                  <a:pt x="2452458" y="1374344"/>
                </a:lnTo>
                <a:lnTo>
                  <a:pt x="2448333" y="1372438"/>
                </a:lnTo>
                <a:lnTo>
                  <a:pt x="2444208" y="1370213"/>
                </a:lnTo>
                <a:lnTo>
                  <a:pt x="2440400" y="1367989"/>
                </a:lnTo>
                <a:lnTo>
                  <a:pt x="2436592" y="1365447"/>
                </a:lnTo>
                <a:lnTo>
                  <a:pt x="2433102" y="1362587"/>
                </a:lnTo>
                <a:lnTo>
                  <a:pt x="2429611" y="1359728"/>
                </a:lnTo>
                <a:lnTo>
                  <a:pt x="2426438" y="1356550"/>
                </a:lnTo>
                <a:lnTo>
                  <a:pt x="2423582" y="1353691"/>
                </a:lnTo>
                <a:lnTo>
                  <a:pt x="2420726" y="1350513"/>
                </a:lnTo>
                <a:lnTo>
                  <a:pt x="2417870" y="1347018"/>
                </a:lnTo>
                <a:lnTo>
                  <a:pt x="2415332" y="1343523"/>
                </a:lnTo>
                <a:lnTo>
                  <a:pt x="2413110" y="1339710"/>
                </a:lnTo>
                <a:lnTo>
                  <a:pt x="2410889" y="1336215"/>
                </a:lnTo>
                <a:lnTo>
                  <a:pt x="2408668" y="1332402"/>
                </a:lnTo>
                <a:lnTo>
                  <a:pt x="2407081" y="1327954"/>
                </a:lnTo>
                <a:lnTo>
                  <a:pt x="2405177" y="1324141"/>
                </a:lnTo>
                <a:lnTo>
                  <a:pt x="2403908" y="1320010"/>
                </a:lnTo>
                <a:lnTo>
                  <a:pt x="2402639" y="1315879"/>
                </a:lnTo>
                <a:lnTo>
                  <a:pt x="2401370" y="1311749"/>
                </a:lnTo>
                <a:lnTo>
                  <a:pt x="2400735" y="1307618"/>
                </a:lnTo>
                <a:lnTo>
                  <a:pt x="2400100" y="1303170"/>
                </a:lnTo>
                <a:lnTo>
                  <a:pt x="2399783" y="1298721"/>
                </a:lnTo>
                <a:lnTo>
                  <a:pt x="2399783" y="1294590"/>
                </a:lnTo>
                <a:lnTo>
                  <a:pt x="2399783" y="1290142"/>
                </a:lnTo>
                <a:lnTo>
                  <a:pt x="2400100" y="1285376"/>
                </a:lnTo>
                <a:lnTo>
                  <a:pt x="2400418" y="1281245"/>
                </a:lnTo>
                <a:lnTo>
                  <a:pt x="2401052" y="1276797"/>
                </a:lnTo>
                <a:lnTo>
                  <a:pt x="2402322" y="1272348"/>
                </a:lnTo>
                <a:lnTo>
                  <a:pt x="2403591" y="1267900"/>
                </a:lnTo>
                <a:lnTo>
                  <a:pt x="2403908" y="1266947"/>
                </a:lnTo>
                <a:lnTo>
                  <a:pt x="2346473" y="1248835"/>
                </a:lnTo>
                <a:lnTo>
                  <a:pt x="2289673" y="1230406"/>
                </a:lnTo>
                <a:lnTo>
                  <a:pt x="2232873" y="1211660"/>
                </a:lnTo>
                <a:lnTo>
                  <a:pt x="2176073" y="1191642"/>
                </a:lnTo>
                <a:lnTo>
                  <a:pt x="2119590" y="1171306"/>
                </a:lnTo>
                <a:lnTo>
                  <a:pt x="2063425" y="1150335"/>
                </a:lnTo>
                <a:lnTo>
                  <a:pt x="2007577" y="1128729"/>
                </a:lnTo>
                <a:lnTo>
                  <a:pt x="1952046" y="1106804"/>
                </a:lnTo>
                <a:close/>
                <a:moveTo>
                  <a:pt x="1413556" y="857694"/>
                </a:moveTo>
                <a:lnTo>
                  <a:pt x="1413238" y="858329"/>
                </a:lnTo>
                <a:lnTo>
                  <a:pt x="1411017" y="862460"/>
                </a:lnTo>
                <a:lnTo>
                  <a:pt x="1408478" y="866273"/>
                </a:lnTo>
                <a:lnTo>
                  <a:pt x="1405940" y="869768"/>
                </a:lnTo>
                <a:lnTo>
                  <a:pt x="1403401" y="873263"/>
                </a:lnTo>
                <a:lnTo>
                  <a:pt x="1400228" y="876758"/>
                </a:lnTo>
                <a:lnTo>
                  <a:pt x="1397055" y="879936"/>
                </a:lnTo>
                <a:lnTo>
                  <a:pt x="1393882" y="882796"/>
                </a:lnTo>
                <a:lnTo>
                  <a:pt x="1390709" y="885655"/>
                </a:lnTo>
                <a:lnTo>
                  <a:pt x="1387218" y="888515"/>
                </a:lnTo>
                <a:lnTo>
                  <a:pt x="1383410" y="890739"/>
                </a:lnTo>
                <a:lnTo>
                  <a:pt x="1379920" y="892963"/>
                </a:lnTo>
                <a:lnTo>
                  <a:pt x="1376112" y="894870"/>
                </a:lnTo>
                <a:lnTo>
                  <a:pt x="1372304" y="897094"/>
                </a:lnTo>
                <a:lnTo>
                  <a:pt x="1368179" y="899000"/>
                </a:lnTo>
                <a:lnTo>
                  <a:pt x="1364371" y="900271"/>
                </a:lnTo>
                <a:lnTo>
                  <a:pt x="1360246" y="901542"/>
                </a:lnTo>
                <a:lnTo>
                  <a:pt x="1351361" y="903449"/>
                </a:lnTo>
                <a:lnTo>
                  <a:pt x="1347236" y="904084"/>
                </a:lnTo>
                <a:lnTo>
                  <a:pt x="1343111" y="904720"/>
                </a:lnTo>
                <a:lnTo>
                  <a:pt x="1338668" y="905038"/>
                </a:lnTo>
                <a:lnTo>
                  <a:pt x="1333908" y="905038"/>
                </a:lnTo>
                <a:lnTo>
                  <a:pt x="1329783" y="904720"/>
                </a:lnTo>
                <a:lnTo>
                  <a:pt x="1325341" y="904402"/>
                </a:lnTo>
                <a:lnTo>
                  <a:pt x="1320898" y="904084"/>
                </a:lnTo>
                <a:lnTo>
                  <a:pt x="1316456" y="903131"/>
                </a:lnTo>
                <a:lnTo>
                  <a:pt x="1312013" y="901860"/>
                </a:lnTo>
                <a:lnTo>
                  <a:pt x="1307571" y="900907"/>
                </a:lnTo>
                <a:lnTo>
                  <a:pt x="1303446" y="899636"/>
                </a:lnTo>
                <a:lnTo>
                  <a:pt x="1299321" y="897729"/>
                </a:lnTo>
                <a:lnTo>
                  <a:pt x="1294561" y="895823"/>
                </a:lnTo>
                <a:lnTo>
                  <a:pt x="1290436" y="893599"/>
                </a:lnTo>
                <a:lnTo>
                  <a:pt x="1289801" y="892963"/>
                </a:lnTo>
                <a:lnTo>
                  <a:pt x="1113054" y="1215790"/>
                </a:lnTo>
                <a:lnTo>
                  <a:pt x="1114006" y="1216426"/>
                </a:lnTo>
                <a:lnTo>
                  <a:pt x="1118131" y="1218968"/>
                </a:lnTo>
                <a:lnTo>
                  <a:pt x="1122891" y="1221510"/>
                </a:lnTo>
                <a:lnTo>
                  <a:pt x="1126699" y="1224369"/>
                </a:lnTo>
                <a:lnTo>
                  <a:pt x="1130507" y="1227547"/>
                </a:lnTo>
                <a:lnTo>
                  <a:pt x="1134315" y="1230724"/>
                </a:lnTo>
                <a:lnTo>
                  <a:pt x="1137805" y="1233902"/>
                </a:lnTo>
                <a:lnTo>
                  <a:pt x="1141296" y="1237397"/>
                </a:lnTo>
                <a:lnTo>
                  <a:pt x="1144469" y="1240892"/>
                </a:lnTo>
                <a:lnTo>
                  <a:pt x="1147325" y="1244387"/>
                </a:lnTo>
                <a:lnTo>
                  <a:pt x="1149863" y="1248200"/>
                </a:lnTo>
                <a:lnTo>
                  <a:pt x="1152719" y="1252013"/>
                </a:lnTo>
                <a:lnTo>
                  <a:pt x="1155258" y="1255826"/>
                </a:lnTo>
                <a:lnTo>
                  <a:pt x="1157479" y="1259957"/>
                </a:lnTo>
                <a:lnTo>
                  <a:pt x="1159383" y="1264087"/>
                </a:lnTo>
                <a:lnTo>
                  <a:pt x="1161287" y="1268536"/>
                </a:lnTo>
                <a:lnTo>
                  <a:pt x="1162873" y="1272666"/>
                </a:lnTo>
                <a:lnTo>
                  <a:pt x="1164143" y="1276797"/>
                </a:lnTo>
                <a:lnTo>
                  <a:pt x="1165412" y="1280928"/>
                </a:lnTo>
                <a:lnTo>
                  <a:pt x="1166364" y="1285376"/>
                </a:lnTo>
                <a:lnTo>
                  <a:pt x="1167316" y="1289824"/>
                </a:lnTo>
                <a:lnTo>
                  <a:pt x="1167633" y="1294273"/>
                </a:lnTo>
                <a:lnTo>
                  <a:pt x="1168268" y="1298403"/>
                </a:lnTo>
                <a:lnTo>
                  <a:pt x="1168585" y="1302852"/>
                </a:lnTo>
                <a:lnTo>
                  <a:pt x="1168268" y="1307618"/>
                </a:lnTo>
                <a:lnTo>
                  <a:pt x="1167633" y="1311749"/>
                </a:lnTo>
                <a:lnTo>
                  <a:pt x="1167316" y="1316197"/>
                </a:lnTo>
                <a:lnTo>
                  <a:pt x="1166364" y="1320328"/>
                </a:lnTo>
                <a:lnTo>
                  <a:pt x="1165412" y="1324776"/>
                </a:lnTo>
                <a:lnTo>
                  <a:pt x="1164143" y="1329224"/>
                </a:lnTo>
                <a:lnTo>
                  <a:pt x="1162556" y="1333355"/>
                </a:lnTo>
                <a:lnTo>
                  <a:pt x="1160652" y="1337486"/>
                </a:lnTo>
                <a:lnTo>
                  <a:pt x="1159066" y="1341616"/>
                </a:lnTo>
                <a:lnTo>
                  <a:pt x="1155892" y="1346700"/>
                </a:lnTo>
                <a:lnTo>
                  <a:pt x="1215231" y="1376568"/>
                </a:lnTo>
                <a:lnTo>
                  <a:pt x="1274887" y="1406118"/>
                </a:lnTo>
                <a:lnTo>
                  <a:pt x="1334226" y="1435351"/>
                </a:lnTo>
                <a:lnTo>
                  <a:pt x="1393882" y="1464265"/>
                </a:lnTo>
                <a:lnTo>
                  <a:pt x="1453855" y="1492227"/>
                </a:lnTo>
                <a:lnTo>
                  <a:pt x="1514146" y="1519870"/>
                </a:lnTo>
                <a:lnTo>
                  <a:pt x="1574754" y="1547196"/>
                </a:lnTo>
                <a:lnTo>
                  <a:pt x="1635679" y="1574204"/>
                </a:lnTo>
                <a:lnTo>
                  <a:pt x="1627746" y="1565943"/>
                </a:lnTo>
                <a:lnTo>
                  <a:pt x="1620448" y="1557682"/>
                </a:lnTo>
                <a:lnTo>
                  <a:pt x="1613466" y="1549103"/>
                </a:lnTo>
                <a:lnTo>
                  <a:pt x="1607120" y="1540206"/>
                </a:lnTo>
                <a:lnTo>
                  <a:pt x="1601091" y="1531309"/>
                </a:lnTo>
                <a:lnTo>
                  <a:pt x="1595379" y="1522094"/>
                </a:lnTo>
                <a:lnTo>
                  <a:pt x="1590620" y="1512562"/>
                </a:lnTo>
                <a:lnTo>
                  <a:pt x="1585542" y="1503030"/>
                </a:lnTo>
                <a:lnTo>
                  <a:pt x="1581417" y="1493180"/>
                </a:lnTo>
                <a:lnTo>
                  <a:pt x="1577609" y="1483330"/>
                </a:lnTo>
                <a:lnTo>
                  <a:pt x="1574436" y="1473162"/>
                </a:lnTo>
                <a:lnTo>
                  <a:pt x="1571263" y="1462994"/>
                </a:lnTo>
                <a:lnTo>
                  <a:pt x="1569042" y="1453144"/>
                </a:lnTo>
                <a:lnTo>
                  <a:pt x="1566821" y="1442659"/>
                </a:lnTo>
                <a:lnTo>
                  <a:pt x="1565234" y="1432173"/>
                </a:lnTo>
                <a:lnTo>
                  <a:pt x="1563647" y="1421688"/>
                </a:lnTo>
                <a:lnTo>
                  <a:pt x="1563013" y="1411202"/>
                </a:lnTo>
                <a:lnTo>
                  <a:pt x="1562378" y="1400717"/>
                </a:lnTo>
                <a:lnTo>
                  <a:pt x="1562378" y="1389913"/>
                </a:lnTo>
                <a:lnTo>
                  <a:pt x="1562378" y="1379110"/>
                </a:lnTo>
                <a:lnTo>
                  <a:pt x="1563013" y="1368625"/>
                </a:lnTo>
                <a:lnTo>
                  <a:pt x="1563965" y="1357821"/>
                </a:lnTo>
                <a:lnTo>
                  <a:pt x="1565551" y="1347336"/>
                </a:lnTo>
                <a:lnTo>
                  <a:pt x="1567138" y="1336533"/>
                </a:lnTo>
                <a:lnTo>
                  <a:pt x="1569359" y="1326047"/>
                </a:lnTo>
                <a:lnTo>
                  <a:pt x="1571580" y="1315562"/>
                </a:lnTo>
                <a:lnTo>
                  <a:pt x="1574436" y="1305076"/>
                </a:lnTo>
                <a:lnTo>
                  <a:pt x="1577609" y="1294590"/>
                </a:lnTo>
                <a:lnTo>
                  <a:pt x="1581100" y="1284105"/>
                </a:lnTo>
                <a:lnTo>
                  <a:pt x="1584908" y="1273937"/>
                </a:lnTo>
                <a:lnTo>
                  <a:pt x="1588716" y="1263769"/>
                </a:lnTo>
                <a:lnTo>
                  <a:pt x="1593158" y="1253602"/>
                </a:lnTo>
                <a:lnTo>
                  <a:pt x="1598552" y="1242481"/>
                </a:lnTo>
                <a:lnTo>
                  <a:pt x="1604582" y="1231677"/>
                </a:lnTo>
                <a:lnTo>
                  <a:pt x="1610293" y="1221192"/>
                </a:lnTo>
                <a:lnTo>
                  <a:pt x="1616322" y="1211024"/>
                </a:lnTo>
                <a:lnTo>
                  <a:pt x="1622986" y="1201174"/>
                </a:lnTo>
                <a:lnTo>
                  <a:pt x="1629650" y="1191642"/>
                </a:lnTo>
                <a:lnTo>
                  <a:pt x="1636631" y="1182109"/>
                </a:lnTo>
                <a:lnTo>
                  <a:pt x="1643612" y="1173213"/>
                </a:lnTo>
                <a:lnTo>
                  <a:pt x="1650910" y="1164316"/>
                </a:lnTo>
                <a:lnTo>
                  <a:pt x="1658526" y="1156055"/>
                </a:lnTo>
                <a:lnTo>
                  <a:pt x="1666141" y="1148111"/>
                </a:lnTo>
                <a:lnTo>
                  <a:pt x="1673757" y="1140485"/>
                </a:lnTo>
                <a:lnTo>
                  <a:pt x="1682325" y="1132859"/>
                </a:lnTo>
                <a:lnTo>
                  <a:pt x="1690258" y="1125551"/>
                </a:lnTo>
                <a:lnTo>
                  <a:pt x="1698508" y="1119196"/>
                </a:lnTo>
                <a:lnTo>
                  <a:pt x="1707076" y="1112841"/>
                </a:lnTo>
                <a:lnTo>
                  <a:pt x="1715643" y="1106804"/>
                </a:lnTo>
                <a:lnTo>
                  <a:pt x="1724211" y="1101403"/>
                </a:lnTo>
                <a:lnTo>
                  <a:pt x="1733096" y="1096001"/>
                </a:lnTo>
                <a:lnTo>
                  <a:pt x="1741981" y="1091235"/>
                </a:lnTo>
                <a:lnTo>
                  <a:pt x="1750866" y="1086469"/>
                </a:lnTo>
                <a:lnTo>
                  <a:pt x="1759751" y="1082656"/>
                </a:lnTo>
                <a:lnTo>
                  <a:pt x="1768953" y="1078843"/>
                </a:lnTo>
                <a:lnTo>
                  <a:pt x="1778155" y="1075666"/>
                </a:lnTo>
                <a:lnTo>
                  <a:pt x="1787357" y="1073124"/>
                </a:lnTo>
                <a:lnTo>
                  <a:pt x="1796560" y="1070582"/>
                </a:lnTo>
                <a:lnTo>
                  <a:pt x="1805444" y="1068357"/>
                </a:lnTo>
                <a:lnTo>
                  <a:pt x="1814647" y="1067086"/>
                </a:lnTo>
                <a:lnTo>
                  <a:pt x="1824166" y="1066133"/>
                </a:lnTo>
                <a:lnTo>
                  <a:pt x="1833051" y="1065180"/>
                </a:lnTo>
                <a:lnTo>
                  <a:pt x="1842254" y="1064862"/>
                </a:lnTo>
                <a:lnTo>
                  <a:pt x="1850821" y="1065180"/>
                </a:lnTo>
                <a:lnTo>
                  <a:pt x="1795290" y="1041349"/>
                </a:lnTo>
                <a:lnTo>
                  <a:pt x="1740077" y="1016883"/>
                </a:lnTo>
                <a:lnTo>
                  <a:pt x="1684863" y="991781"/>
                </a:lnTo>
                <a:lnTo>
                  <a:pt x="1630284" y="966044"/>
                </a:lnTo>
                <a:lnTo>
                  <a:pt x="1575388" y="939672"/>
                </a:lnTo>
                <a:lnTo>
                  <a:pt x="1521127" y="912663"/>
                </a:lnTo>
                <a:lnTo>
                  <a:pt x="1467182" y="885655"/>
                </a:lnTo>
                <a:lnTo>
                  <a:pt x="1413556" y="857694"/>
                </a:lnTo>
                <a:close/>
                <a:moveTo>
                  <a:pt x="1297417" y="692150"/>
                </a:moveTo>
                <a:lnTo>
                  <a:pt x="1336764" y="713756"/>
                </a:lnTo>
                <a:lnTo>
                  <a:pt x="1376112" y="734727"/>
                </a:lnTo>
                <a:lnTo>
                  <a:pt x="1415459" y="755698"/>
                </a:lnTo>
                <a:lnTo>
                  <a:pt x="1454807" y="776352"/>
                </a:lnTo>
                <a:lnTo>
                  <a:pt x="1494789" y="796687"/>
                </a:lnTo>
                <a:lnTo>
                  <a:pt x="1534454" y="816387"/>
                </a:lnTo>
                <a:lnTo>
                  <a:pt x="1574119" y="836405"/>
                </a:lnTo>
                <a:lnTo>
                  <a:pt x="1613784" y="855470"/>
                </a:lnTo>
                <a:lnTo>
                  <a:pt x="1654083" y="874852"/>
                </a:lnTo>
                <a:lnTo>
                  <a:pt x="1694066" y="893599"/>
                </a:lnTo>
                <a:lnTo>
                  <a:pt x="1734048" y="912028"/>
                </a:lnTo>
                <a:lnTo>
                  <a:pt x="1774664" y="930139"/>
                </a:lnTo>
                <a:lnTo>
                  <a:pt x="1814964" y="947933"/>
                </a:lnTo>
                <a:lnTo>
                  <a:pt x="1855264" y="965409"/>
                </a:lnTo>
                <a:lnTo>
                  <a:pt x="1896198" y="982885"/>
                </a:lnTo>
                <a:lnTo>
                  <a:pt x="1936815" y="999725"/>
                </a:lnTo>
                <a:lnTo>
                  <a:pt x="1977749" y="1016565"/>
                </a:lnTo>
                <a:lnTo>
                  <a:pt x="2018683" y="1032770"/>
                </a:lnTo>
                <a:lnTo>
                  <a:pt x="2059934" y="1049293"/>
                </a:lnTo>
                <a:lnTo>
                  <a:pt x="2101186" y="1064862"/>
                </a:lnTo>
                <a:lnTo>
                  <a:pt x="2142437" y="1080749"/>
                </a:lnTo>
                <a:lnTo>
                  <a:pt x="2184006" y="1095683"/>
                </a:lnTo>
                <a:lnTo>
                  <a:pt x="2225575" y="1110617"/>
                </a:lnTo>
                <a:lnTo>
                  <a:pt x="2267461" y="1125233"/>
                </a:lnTo>
                <a:lnTo>
                  <a:pt x="2309347" y="1139850"/>
                </a:lnTo>
                <a:lnTo>
                  <a:pt x="2351233" y="1153830"/>
                </a:lnTo>
                <a:lnTo>
                  <a:pt x="2393437" y="1167811"/>
                </a:lnTo>
                <a:lnTo>
                  <a:pt x="2435957" y="1181474"/>
                </a:lnTo>
                <a:lnTo>
                  <a:pt x="2478478" y="1194819"/>
                </a:lnTo>
                <a:lnTo>
                  <a:pt x="2520999" y="1207529"/>
                </a:lnTo>
                <a:lnTo>
                  <a:pt x="2563837" y="1220556"/>
                </a:lnTo>
                <a:lnTo>
                  <a:pt x="2606675" y="1233266"/>
                </a:lnTo>
                <a:lnTo>
                  <a:pt x="2415332" y="1938338"/>
                </a:lnTo>
                <a:lnTo>
                  <a:pt x="2366782" y="1924357"/>
                </a:lnTo>
                <a:lnTo>
                  <a:pt x="2318549" y="1910059"/>
                </a:lnTo>
                <a:lnTo>
                  <a:pt x="2270317" y="1895443"/>
                </a:lnTo>
                <a:lnTo>
                  <a:pt x="2222402" y="1880509"/>
                </a:lnTo>
                <a:lnTo>
                  <a:pt x="2174486" y="1865257"/>
                </a:lnTo>
                <a:lnTo>
                  <a:pt x="2126889" y="1849370"/>
                </a:lnTo>
                <a:lnTo>
                  <a:pt x="2079608" y="1833800"/>
                </a:lnTo>
                <a:lnTo>
                  <a:pt x="2032010" y="1817278"/>
                </a:lnTo>
                <a:lnTo>
                  <a:pt x="1984730" y="1800755"/>
                </a:lnTo>
                <a:lnTo>
                  <a:pt x="1937766" y="1783915"/>
                </a:lnTo>
                <a:lnTo>
                  <a:pt x="1890803" y="1766757"/>
                </a:lnTo>
                <a:lnTo>
                  <a:pt x="1844157" y="1749281"/>
                </a:lnTo>
                <a:lnTo>
                  <a:pt x="1797512" y="1731169"/>
                </a:lnTo>
                <a:lnTo>
                  <a:pt x="1751183" y="1713058"/>
                </a:lnTo>
                <a:lnTo>
                  <a:pt x="1704854" y="1694629"/>
                </a:lnTo>
                <a:lnTo>
                  <a:pt x="1658526" y="1675564"/>
                </a:lnTo>
                <a:lnTo>
                  <a:pt x="1612514" y="1656500"/>
                </a:lnTo>
                <a:lnTo>
                  <a:pt x="1566503" y="1636800"/>
                </a:lnTo>
                <a:lnTo>
                  <a:pt x="1520809" y="1617100"/>
                </a:lnTo>
                <a:lnTo>
                  <a:pt x="1475115" y="1596764"/>
                </a:lnTo>
                <a:lnTo>
                  <a:pt x="1429739" y="1576111"/>
                </a:lnTo>
                <a:lnTo>
                  <a:pt x="1384045" y="1555140"/>
                </a:lnTo>
                <a:lnTo>
                  <a:pt x="1338986" y="1534169"/>
                </a:lnTo>
                <a:lnTo>
                  <a:pt x="1293926" y="1512562"/>
                </a:lnTo>
                <a:lnTo>
                  <a:pt x="1248867" y="1490638"/>
                </a:lnTo>
                <a:lnTo>
                  <a:pt x="1204125" y="1468396"/>
                </a:lnTo>
                <a:lnTo>
                  <a:pt x="1159066" y="1446154"/>
                </a:lnTo>
                <a:lnTo>
                  <a:pt x="1114324" y="1422959"/>
                </a:lnTo>
                <a:lnTo>
                  <a:pt x="1069899" y="1399446"/>
                </a:lnTo>
                <a:lnTo>
                  <a:pt x="1025474" y="1376250"/>
                </a:lnTo>
                <a:lnTo>
                  <a:pt x="981050" y="1352102"/>
                </a:lnTo>
                <a:lnTo>
                  <a:pt x="936625" y="1327636"/>
                </a:lnTo>
                <a:lnTo>
                  <a:pt x="1297417" y="692150"/>
                </a:lnTo>
                <a:close/>
                <a:moveTo>
                  <a:pt x="2337312" y="325877"/>
                </a:moveTo>
                <a:lnTo>
                  <a:pt x="2306540" y="337312"/>
                </a:lnTo>
                <a:lnTo>
                  <a:pt x="2313202" y="355098"/>
                </a:lnTo>
                <a:lnTo>
                  <a:pt x="2305271" y="358910"/>
                </a:lnTo>
                <a:lnTo>
                  <a:pt x="2297974" y="363356"/>
                </a:lnTo>
                <a:lnTo>
                  <a:pt x="2291312" y="367803"/>
                </a:lnTo>
                <a:lnTo>
                  <a:pt x="2285285" y="372250"/>
                </a:lnTo>
                <a:lnTo>
                  <a:pt x="2280209" y="376696"/>
                </a:lnTo>
                <a:lnTo>
                  <a:pt x="2275450" y="381778"/>
                </a:lnTo>
                <a:lnTo>
                  <a:pt x="2271644" y="386543"/>
                </a:lnTo>
                <a:lnTo>
                  <a:pt x="2268154" y="391625"/>
                </a:lnTo>
                <a:lnTo>
                  <a:pt x="2265299" y="396706"/>
                </a:lnTo>
                <a:lnTo>
                  <a:pt x="2263078" y="402106"/>
                </a:lnTo>
                <a:lnTo>
                  <a:pt x="2261809" y="407506"/>
                </a:lnTo>
                <a:lnTo>
                  <a:pt x="2261175" y="413223"/>
                </a:lnTo>
                <a:lnTo>
                  <a:pt x="2260540" y="418622"/>
                </a:lnTo>
                <a:lnTo>
                  <a:pt x="2261492" y="424657"/>
                </a:lnTo>
                <a:lnTo>
                  <a:pt x="2262444" y="431009"/>
                </a:lnTo>
                <a:lnTo>
                  <a:pt x="2264664" y="436727"/>
                </a:lnTo>
                <a:lnTo>
                  <a:pt x="2265933" y="440538"/>
                </a:lnTo>
                <a:lnTo>
                  <a:pt x="2267202" y="444032"/>
                </a:lnTo>
                <a:lnTo>
                  <a:pt x="2269106" y="447526"/>
                </a:lnTo>
                <a:lnTo>
                  <a:pt x="2271009" y="450702"/>
                </a:lnTo>
                <a:lnTo>
                  <a:pt x="2273230" y="453560"/>
                </a:lnTo>
                <a:lnTo>
                  <a:pt x="2275450" y="456419"/>
                </a:lnTo>
                <a:lnTo>
                  <a:pt x="2277671" y="458325"/>
                </a:lnTo>
                <a:lnTo>
                  <a:pt x="2280209" y="460866"/>
                </a:lnTo>
                <a:lnTo>
                  <a:pt x="2285285" y="464359"/>
                </a:lnTo>
                <a:lnTo>
                  <a:pt x="2290678" y="467536"/>
                </a:lnTo>
                <a:lnTo>
                  <a:pt x="2296388" y="469759"/>
                </a:lnTo>
                <a:lnTo>
                  <a:pt x="2301781" y="471347"/>
                </a:lnTo>
                <a:lnTo>
                  <a:pt x="2308761" y="472300"/>
                </a:lnTo>
                <a:lnTo>
                  <a:pt x="2318278" y="473253"/>
                </a:lnTo>
                <a:lnTo>
                  <a:pt x="2329698" y="474206"/>
                </a:lnTo>
                <a:lnTo>
                  <a:pt x="2343657" y="474841"/>
                </a:lnTo>
                <a:lnTo>
                  <a:pt x="2359519" y="475158"/>
                </a:lnTo>
                <a:lnTo>
                  <a:pt x="2372209" y="476111"/>
                </a:lnTo>
                <a:lnTo>
                  <a:pt x="2381726" y="477064"/>
                </a:lnTo>
                <a:lnTo>
                  <a:pt x="2387119" y="478017"/>
                </a:lnTo>
                <a:lnTo>
                  <a:pt x="2389340" y="478335"/>
                </a:lnTo>
                <a:lnTo>
                  <a:pt x="2390926" y="479288"/>
                </a:lnTo>
                <a:lnTo>
                  <a:pt x="2392829" y="480558"/>
                </a:lnTo>
                <a:lnTo>
                  <a:pt x="2394098" y="481828"/>
                </a:lnTo>
                <a:lnTo>
                  <a:pt x="2396002" y="483734"/>
                </a:lnTo>
                <a:lnTo>
                  <a:pt x="2396953" y="485640"/>
                </a:lnTo>
                <a:lnTo>
                  <a:pt x="2398222" y="488181"/>
                </a:lnTo>
                <a:lnTo>
                  <a:pt x="2399491" y="490722"/>
                </a:lnTo>
                <a:lnTo>
                  <a:pt x="2400443" y="493580"/>
                </a:lnTo>
                <a:lnTo>
                  <a:pt x="2400760" y="496439"/>
                </a:lnTo>
                <a:lnTo>
                  <a:pt x="2400760" y="499298"/>
                </a:lnTo>
                <a:lnTo>
                  <a:pt x="2400126" y="501839"/>
                </a:lnTo>
                <a:lnTo>
                  <a:pt x="2398540" y="503744"/>
                </a:lnTo>
                <a:lnTo>
                  <a:pt x="2396953" y="505650"/>
                </a:lnTo>
                <a:lnTo>
                  <a:pt x="2394415" y="507238"/>
                </a:lnTo>
                <a:lnTo>
                  <a:pt x="2391560" y="508826"/>
                </a:lnTo>
                <a:lnTo>
                  <a:pt x="2387753" y="509779"/>
                </a:lnTo>
                <a:lnTo>
                  <a:pt x="2384581" y="510097"/>
                </a:lnTo>
                <a:lnTo>
                  <a:pt x="2382360" y="509779"/>
                </a:lnTo>
                <a:lnTo>
                  <a:pt x="2380774" y="509461"/>
                </a:lnTo>
                <a:lnTo>
                  <a:pt x="2379822" y="508826"/>
                </a:lnTo>
                <a:lnTo>
                  <a:pt x="2378236" y="506603"/>
                </a:lnTo>
                <a:lnTo>
                  <a:pt x="2376016" y="503427"/>
                </a:lnTo>
                <a:lnTo>
                  <a:pt x="2373795" y="498980"/>
                </a:lnTo>
                <a:lnTo>
                  <a:pt x="2371574" y="493263"/>
                </a:lnTo>
                <a:lnTo>
                  <a:pt x="2368719" y="485640"/>
                </a:lnTo>
                <a:lnTo>
                  <a:pt x="2334140" y="498662"/>
                </a:lnTo>
                <a:lnTo>
                  <a:pt x="2299243" y="510732"/>
                </a:lnTo>
                <a:lnTo>
                  <a:pt x="2300830" y="516449"/>
                </a:lnTo>
                <a:lnTo>
                  <a:pt x="2301781" y="519943"/>
                </a:lnTo>
                <a:lnTo>
                  <a:pt x="2304002" y="525025"/>
                </a:lnTo>
                <a:lnTo>
                  <a:pt x="2306223" y="529154"/>
                </a:lnTo>
                <a:lnTo>
                  <a:pt x="2309078" y="533600"/>
                </a:lnTo>
                <a:lnTo>
                  <a:pt x="2312568" y="537094"/>
                </a:lnTo>
                <a:lnTo>
                  <a:pt x="2316057" y="539953"/>
                </a:lnTo>
                <a:lnTo>
                  <a:pt x="2320181" y="542811"/>
                </a:lnTo>
                <a:lnTo>
                  <a:pt x="2324940" y="545035"/>
                </a:lnTo>
                <a:lnTo>
                  <a:pt x="2329698" y="546623"/>
                </a:lnTo>
                <a:lnTo>
                  <a:pt x="2334774" y="548211"/>
                </a:lnTo>
                <a:lnTo>
                  <a:pt x="2340485" y="548846"/>
                </a:lnTo>
                <a:lnTo>
                  <a:pt x="2346829" y="549164"/>
                </a:lnTo>
                <a:lnTo>
                  <a:pt x="2353174" y="548846"/>
                </a:lnTo>
                <a:lnTo>
                  <a:pt x="2360154" y="548211"/>
                </a:lnTo>
                <a:lnTo>
                  <a:pt x="2367450" y="546940"/>
                </a:lnTo>
                <a:lnTo>
                  <a:pt x="2375381" y="545670"/>
                </a:lnTo>
                <a:lnTo>
                  <a:pt x="2383312" y="543447"/>
                </a:lnTo>
                <a:lnTo>
                  <a:pt x="2389022" y="558375"/>
                </a:lnTo>
                <a:lnTo>
                  <a:pt x="2421381" y="545988"/>
                </a:lnTo>
                <a:lnTo>
                  <a:pt x="2415353" y="531377"/>
                </a:lnTo>
                <a:lnTo>
                  <a:pt x="2423602" y="527248"/>
                </a:lnTo>
                <a:lnTo>
                  <a:pt x="2431533" y="523119"/>
                </a:lnTo>
                <a:lnTo>
                  <a:pt x="2438512" y="518672"/>
                </a:lnTo>
                <a:lnTo>
                  <a:pt x="2444222" y="514226"/>
                </a:lnTo>
                <a:lnTo>
                  <a:pt x="2449932" y="509779"/>
                </a:lnTo>
                <a:lnTo>
                  <a:pt x="2455008" y="505650"/>
                </a:lnTo>
                <a:lnTo>
                  <a:pt x="2459450" y="500568"/>
                </a:lnTo>
                <a:lnTo>
                  <a:pt x="2462939" y="496121"/>
                </a:lnTo>
                <a:lnTo>
                  <a:pt x="2465477" y="491675"/>
                </a:lnTo>
                <a:lnTo>
                  <a:pt x="2467698" y="486593"/>
                </a:lnTo>
                <a:lnTo>
                  <a:pt x="2469284" y="481828"/>
                </a:lnTo>
                <a:lnTo>
                  <a:pt x="2470553" y="477064"/>
                </a:lnTo>
                <a:lnTo>
                  <a:pt x="2470553" y="471982"/>
                </a:lnTo>
                <a:lnTo>
                  <a:pt x="2470236" y="466900"/>
                </a:lnTo>
                <a:lnTo>
                  <a:pt x="2468967" y="461818"/>
                </a:lnTo>
                <a:lnTo>
                  <a:pt x="2467381" y="456737"/>
                </a:lnTo>
                <a:lnTo>
                  <a:pt x="2465477" y="453243"/>
                </a:lnTo>
                <a:lnTo>
                  <a:pt x="2463891" y="450067"/>
                </a:lnTo>
                <a:lnTo>
                  <a:pt x="2461988" y="446890"/>
                </a:lnTo>
                <a:lnTo>
                  <a:pt x="2459767" y="444032"/>
                </a:lnTo>
                <a:lnTo>
                  <a:pt x="2457546" y="441491"/>
                </a:lnTo>
                <a:lnTo>
                  <a:pt x="2454691" y="438950"/>
                </a:lnTo>
                <a:lnTo>
                  <a:pt x="2451836" y="436409"/>
                </a:lnTo>
                <a:lnTo>
                  <a:pt x="2448981" y="434503"/>
                </a:lnTo>
                <a:lnTo>
                  <a:pt x="2442636" y="431009"/>
                </a:lnTo>
                <a:lnTo>
                  <a:pt x="2435974" y="428151"/>
                </a:lnTo>
                <a:lnTo>
                  <a:pt x="2429312" y="425927"/>
                </a:lnTo>
                <a:lnTo>
                  <a:pt x="2422650" y="424657"/>
                </a:lnTo>
                <a:lnTo>
                  <a:pt x="2414402" y="424022"/>
                </a:lnTo>
                <a:lnTo>
                  <a:pt x="2403298" y="422751"/>
                </a:lnTo>
                <a:lnTo>
                  <a:pt x="2372843" y="421481"/>
                </a:lnTo>
                <a:lnTo>
                  <a:pt x="2362691" y="420846"/>
                </a:lnTo>
                <a:lnTo>
                  <a:pt x="2358567" y="420210"/>
                </a:lnTo>
                <a:lnTo>
                  <a:pt x="2355078" y="419257"/>
                </a:lnTo>
                <a:lnTo>
                  <a:pt x="2351905" y="418622"/>
                </a:lnTo>
                <a:lnTo>
                  <a:pt x="2349050" y="417669"/>
                </a:lnTo>
                <a:lnTo>
                  <a:pt x="2347147" y="416717"/>
                </a:lnTo>
                <a:lnTo>
                  <a:pt x="2345243" y="415128"/>
                </a:lnTo>
                <a:lnTo>
                  <a:pt x="2342705" y="411635"/>
                </a:lnTo>
                <a:lnTo>
                  <a:pt x="2339850" y="407188"/>
                </a:lnTo>
                <a:lnTo>
                  <a:pt x="2336678" y="401153"/>
                </a:lnTo>
                <a:lnTo>
                  <a:pt x="2333823" y="393848"/>
                </a:lnTo>
                <a:lnTo>
                  <a:pt x="2332871" y="390672"/>
                </a:lnTo>
                <a:lnTo>
                  <a:pt x="2332554" y="388448"/>
                </a:lnTo>
                <a:lnTo>
                  <a:pt x="2332871" y="385590"/>
                </a:lnTo>
                <a:lnTo>
                  <a:pt x="2333505" y="383366"/>
                </a:lnTo>
                <a:lnTo>
                  <a:pt x="2334774" y="381461"/>
                </a:lnTo>
                <a:lnTo>
                  <a:pt x="2336995" y="379237"/>
                </a:lnTo>
                <a:lnTo>
                  <a:pt x="2339533" y="377967"/>
                </a:lnTo>
                <a:lnTo>
                  <a:pt x="2342705" y="376379"/>
                </a:lnTo>
                <a:lnTo>
                  <a:pt x="2346512" y="375108"/>
                </a:lnTo>
                <a:lnTo>
                  <a:pt x="2349685" y="375108"/>
                </a:lnTo>
                <a:lnTo>
                  <a:pt x="2350954" y="375108"/>
                </a:lnTo>
                <a:lnTo>
                  <a:pt x="2352223" y="375426"/>
                </a:lnTo>
                <a:lnTo>
                  <a:pt x="2353492" y="376061"/>
                </a:lnTo>
                <a:lnTo>
                  <a:pt x="2354443" y="377332"/>
                </a:lnTo>
                <a:lnTo>
                  <a:pt x="2356664" y="379873"/>
                </a:lnTo>
                <a:lnTo>
                  <a:pt x="2358885" y="384637"/>
                </a:lnTo>
                <a:lnTo>
                  <a:pt x="2362057" y="391307"/>
                </a:lnTo>
                <a:lnTo>
                  <a:pt x="2365229" y="399565"/>
                </a:lnTo>
                <a:lnTo>
                  <a:pt x="2369671" y="410999"/>
                </a:lnTo>
                <a:lnTo>
                  <a:pt x="2403615" y="397659"/>
                </a:lnTo>
                <a:lnTo>
                  <a:pt x="2436926" y="384637"/>
                </a:lnTo>
                <a:lnTo>
                  <a:pt x="2433436" y="375426"/>
                </a:lnTo>
                <a:lnTo>
                  <a:pt x="2429946" y="368121"/>
                </a:lnTo>
                <a:lnTo>
                  <a:pt x="2426457" y="361768"/>
                </a:lnTo>
                <a:lnTo>
                  <a:pt x="2422333" y="356051"/>
                </a:lnTo>
                <a:lnTo>
                  <a:pt x="2420429" y="353510"/>
                </a:lnTo>
                <a:lnTo>
                  <a:pt x="2417891" y="351287"/>
                </a:lnTo>
                <a:lnTo>
                  <a:pt x="2415671" y="349381"/>
                </a:lnTo>
                <a:lnTo>
                  <a:pt x="2412815" y="347158"/>
                </a:lnTo>
                <a:lnTo>
                  <a:pt x="2410595" y="345570"/>
                </a:lnTo>
                <a:lnTo>
                  <a:pt x="2407740" y="343982"/>
                </a:lnTo>
                <a:lnTo>
                  <a:pt x="2405202" y="343029"/>
                </a:lnTo>
                <a:lnTo>
                  <a:pt x="2402029" y="341758"/>
                </a:lnTo>
                <a:lnTo>
                  <a:pt x="2399491" y="340805"/>
                </a:lnTo>
                <a:lnTo>
                  <a:pt x="2396319" y="340170"/>
                </a:lnTo>
                <a:lnTo>
                  <a:pt x="2389974" y="339217"/>
                </a:lnTo>
                <a:lnTo>
                  <a:pt x="2383629" y="338900"/>
                </a:lnTo>
                <a:lnTo>
                  <a:pt x="2377284" y="338582"/>
                </a:lnTo>
                <a:lnTo>
                  <a:pt x="2370940" y="338900"/>
                </a:lnTo>
                <a:lnTo>
                  <a:pt x="2364278" y="339535"/>
                </a:lnTo>
                <a:lnTo>
                  <a:pt x="2357616" y="340488"/>
                </a:lnTo>
                <a:lnTo>
                  <a:pt x="2350954" y="342394"/>
                </a:lnTo>
                <a:lnTo>
                  <a:pt x="2344292" y="343982"/>
                </a:lnTo>
                <a:lnTo>
                  <a:pt x="2337312" y="325877"/>
                </a:lnTo>
                <a:close/>
                <a:moveTo>
                  <a:pt x="2259588" y="275058"/>
                </a:moveTo>
                <a:lnTo>
                  <a:pt x="2219933" y="289351"/>
                </a:lnTo>
                <a:lnTo>
                  <a:pt x="2179961" y="303326"/>
                </a:lnTo>
                <a:lnTo>
                  <a:pt x="2139672" y="316984"/>
                </a:lnTo>
                <a:lnTo>
                  <a:pt x="2099700" y="329689"/>
                </a:lnTo>
                <a:lnTo>
                  <a:pt x="2059727" y="342394"/>
                </a:lnTo>
                <a:lnTo>
                  <a:pt x="2019121" y="354463"/>
                </a:lnTo>
                <a:lnTo>
                  <a:pt x="1978514" y="366533"/>
                </a:lnTo>
                <a:lnTo>
                  <a:pt x="1937590" y="377967"/>
                </a:lnTo>
                <a:lnTo>
                  <a:pt x="1937907" y="378285"/>
                </a:lnTo>
                <a:lnTo>
                  <a:pt x="1939493" y="384637"/>
                </a:lnTo>
                <a:lnTo>
                  <a:pt x="1940128" y="390672"/>
                </a:lnTo>
                <a:lnTo>
                  <a:pt x="1940128" y="397024"/>
                </a:lnTo>
                <a:lnTo>
                  <a:pt x="1939493" y="403059"/>
                </a:lnTo>
                <a:lnTo>
                  <a:pt x="1938542" y="409094"/>
                </a:lnTo>
                <a:lnTo>
                  <a:pt x="1936638" y="414811"/>
                </a:lnTo>
                <a:lnTo>
                  <a:pt x="1934100" y="420528"/>
                </a:lnTo>
                <a:lnTo>
                  <a:pt x="1931562" y="425610"/>
                </a:lnTo>
                <a:lnTo>
                  <a:pt x="1928390" y="431009"/>
                </a:lnTo>
                <a:lnTo>
                  <a:pt x="1924583" y="435456"/>
                </a:lnTo>
                <a:lnTo>
                  <a:pt x="1919824" y="439903"/>
                </a:lnTo>
                <a:lnTo>
                  <a:pt x="1915383" y="443714"/>
                </a:lnTo>
                <a:lnTo>
                  <a:pt x="1910307" y="447208"/>
                </a:lnTo>
                <a:lnTo>
                  <a:pt x="1904597" y="450384"/>
                </a:lnTo>
                <a:lnTo>
                  <a:pt x="1898569" y="452925"/>
                </a:lnTo>
                <a:lnTo>
                  <a:pt x="1892542" y="454513"/>
                </a:lnTo>
                <a:lnTo>
                  <a:pt x="1891590" y="454831"/>
                </a:lnTo>
                <a:lnTo>
                  <a:pt x="1955038" y="703844"/>
                </a:lnTo>
                <a:lnTo>
                  <a:pt x="1955673" y="703209"/>
                </a:lnTo>
                <a:lnTo>
                  <a:pt x="1962652" y="701939"/>
                </a:lnTo>
                <a:lnTo>
                  <a:pt x="1969314" y="701303"/>
                </a:lnTo>
                <a:lnTo>
                  <a:pt x="1976293" y="700986"/>
                </a:lnTo>
                <a:lnTo>
                  <a:pt x="1982955" y="701303"/>
                </a:lnTo>
                <a:lnTo>
                  <a:pt x="1989300" y="702256"/>
                </a:lnTo>
                <a:lnTo>
                  <a:pt x="1995645" y="704162"/>
                </a:lnTo>
                <a:lnTo>
                  <a:pt x="2001355" y="706068"/>
                </a:lnTo>
                <a:lnTo>
                  <a:pt x="2007383" y="708609"/>
                </a:lnTo>
                <a:lnTo>
                  <a:pt x="2012776" y="711785"/>
                </a:lnTo>
                <a:lnTo>
                  <a:pt x="2017852" y="715279"/>
                </a:lnTo>
                <a:lnTo>
                  <a:pt x="2022293" y="719408"/>
                </a:lnTo>
                <a:lnTo>
                  <a:pt x="2026417" y="723854"/>
                </a:lnTo>
                <a:lnTo>
                  <a:pt x="2030541" y="728936"/>
                </a:lnTo>
                <a:lnTo>
                  <a:pt x="2033396" y="734018"/>
                </a:lnTo>
                <a:lnTo>
                  <a:pt x="2036252" y="740053"/>
                </a:lnTo>
                <a:lnTo>
                  <a:pt x="2038472" y="745770"/>
                </a:lnTo>
                <a:lnTo>
                  <a:pt x="2039107" y="749582"/>
                </a:lnTo>
                <a:lnTo>
                  <a:pt x="2083838" y="736877"/>
                </a:lnTo>
                <a:lnTo>
                  <a:pt x="2127934" y="723537"/>
                </a:lnTo>
                <a:lnTo>
                  <a:pt x="2172347" y="709879"/>
                </a:lnTo>
                <a:lnTo>
                  <a:pt x="2216444" y="695904"/>
                </a:lnTo>
                <a:lnTo>
                  <a:pt x="2260223" y="681611"/>
                </a:lnTo>
                <a:lnTo>
                  <a:pt x="2304319" y="667318"/>
                </a:lnTo>
                <a:lnTo>
                  <a:pt x="2348098" y="652390"/>
                </a:lnTo>
                <a:lnTo>
                  <a:pt x="2391560" y="637144"/>
                </a:lnTo>
                <a:lnTo>
                  <a:pt x="2383947" y="636827"/>
                </a:lnTo>
                <a:lnTo>
                  <a:pt x="2376016" y="635874"/>
                </a:lnTo>
                <a:lnTo>
                  <a:pt x="2368719" y="634921"/>
                </a:lnTo>
                <a:lnTo>
                  <a:pt x="2361105" y="633333"/>
                </a:lnTo>
                <a:lnTo>
                  <a:pt x="2353809" y="631427"/>
                </a:lnTo>
                <a:lnTo>
                  <a:pt x="2346512" y="629839"/>
                </a:lnTo>
                <a:lnTo>
                  <a:pt x="2339533" y="627298"/>
                </a:lnTo>
                <a:lnTo>
                  <a:pt x="2332554" y="624440"/>
                </a:lnTo>
                <a:lnTo>
                  <a:pt x="2325892" y="621581"/>
                </a:lnTo>
                <a:lnTo>
                  <a:pt x="2319230" y="618087"/>
                </a:lnTo>
                <a:lnTo>
                  <a:pt x="2312568" y="614593"/>
                </a:lnTo>
                <a:lnTo>
                  <a:pt x="2306223" y="611100"/>
                </a:lnTo>
                <a:lnTo>
                  <a:pt x="2300195" y="606970"/>
                </a:lnTo>
                <a:lnTo>
                  <a:pt x="2294168" y="602841"/>
                </a:lnTo>
                <a:lnTo>
                  <a:pt x="2288140" y="598395"/>
                </a:lnTo>
                <a:lnTo>
                  <a:pt x="2282747" y="593313"/>
                </a:lnTo>
                <a:lnTo>
                  <a:pt x="2277037" y="588549"/>
                </a:lnTo>
                <a:lnTo>
                  <a:pt x="2271961" y="583467"/>
                </a:lnTo>
                <a:lnTo>
                  <a:pt x="2266568" y="578067"/>
                </a:lnTo>
                <a:lnTo>
                  <a:pt x="2261809" y="572668"/>
                </a:lnTo>
                <a:lnTo>
                  <a:pt x="2256733" y="566950"/>
                </a:lnTo>
                <a:lnTo>
                  <a:pt x="2252292" y="560916"/>
                </a:lnTo>
                <a:lnTo>
                  <a:pt x="2248168" y="554881"/>
                </a:lnTo>
                <a:lnTo>
                  <a:pt x="2244044" y="548528"/>
                </a:lnTo>
                <a:lnTo>
                  <a:pt x="2239920" y="542176"/>
                </a:lnTo>
                <a:lnTo>
                  <a:pt x="2236113" y="535506"/>
                </a:lnTo>
                <a:lnTo>
                  <a:pt x="2232623" y="528836"/>
                </a:lnTo>
                <a:lnTo>
                  <a:pt x="2229133" y="522166"/>
                </a:lnTo>
                <a:lnTo>
                  <a:pt x="2225961" y="515178"/>
                </a:lnTo>
                <a:lnTo>
                  <a:pt x="2223106" y="508509"/>
                </a:lnTo>
                <a:lnTo>
                  <a:pt x="2220251" y="500886"/>
                </a:lnTo>
                <a:lnTo>
                  <a:pt x="2217713" y="493898"/>
                </a:lnTo>
                <a:lnTo>
                  <a:pt x="2215492" y="485640"/>
                </a:lnTo>
                <a:lnTo>
                  <a:pt x="2212954" y="477699"/>
                </a:lnTo>
                <a:lnTo>
                  <a:pt x="2210734" y="469441"/>
                </a:lnTo>
                <a:lnTo>
                  <a:pt x="2209465" y="461183"/>
                </a:lnTo>
                <a:lnTo>
                  <a:pt x="2207878" y="453243"/>
                </a:lnTo>
                <a:lnTo>
                  <a:pt x="2206609" y="444985"/>
                </a:lnTo>
                <a:lnTo>
                  <a:pt x="2205658" y="436727"/>
                </a:lnTo>
                <a:lnTo>
                  <a:pt x="2205023" y="429104"/>
                </a:lnTo>
                <a:lnTo>
                  <a:pt x="2204706" y="421163"/>
                </a:lnTo>
                <a:lnTo>
                  <a:pt x="2204706" y="413223"/>
                </a:lnTo>
                <a:lnTo>
                  <a:pt x="2204706" y="405600"/>
                </a:lnTo>
                <a:lnTo>
                  <a:pt x="2205023" y="397659"/>
                </a:lnTo>
                <a:lnTo>
                  <a:pt x="2205658" y="390036"/>
                </a:lnTo>
                <a:lnTo>
                  <a:pt x="2206292" y="382414"/>
                </a:lnTo>
                <a:lnTo>
                  <a:pt x="2207244" y="375108"/>
                </a:lnTo>
                <a:lnTo>
                  <a:pt x="2208830" y="367803"/>
                </a:lnTo>
                <a:lnTo>
                  <a:pt x="2210099" y="360816"/>
                </a:lnTo>
                <a:lnTo>
                  <a:pt x="2212320" y="353828"/>
                </a:lnTo>
                <a:lnTo>
                  <a:pt x="2213906" y="346840"/>
                </a:lnTo>
                <a:lnTo>
                  <a:pt x="2216444" y="340170"/>
                </a:lnTo>
                <a:lnTo>
                  <a:pt x="2218982" y="333500"/>
                </a:lnTo>
                <a:lnTo>
                  <a:pt x="2221202" y="327465"/>
                </a:lnTo>
                <a:lnTo>
                  <a:pt x="2224375" y="321113"/>
                </a:lnTo>
                <a:lnTo>
                  <a:pt x="2227547" y="315078"/>
                </a:lnTo>
                <a:lnTo>
                  <a:pt x="2230720" y="309679"/>
                </a:lnTo>
                <a:lnTo>
                  <a:pt x="2234209" y="303962"/>
                </a:lnTo>
                <a:lnTo>
                  <a:pt x="2238016" y="298244"/>
                </a:lnTo>
                <a:lnTo>
                  <a:pt x="2241823" y="293163"/>
                </a:lnTo>
                <a:lnTo>
                  <a:pt x="2245947" y="288398"/>
                </a:lnTo>
                <a:lnTo>
                  <a:pt x="2250388" y="283634"/>
                </a:lnTo>
                <a:lnTo>
                  <a:pt x="2254830" y="279187"/>
                </a:lnTo>
                <a:lnTo>
                  <a:pt x="2259588" y="275058"/>
                </a:lnTo>
                <a:close/>
                <a:moveTo>
                  <a:pt x="2637421" y="114660"/>
                </a:moveTo>
                <a:lnTo>
                  <a:pt x="2599352" y="132765"/>
                </a:lnTo>
                <a:lnTo>
                  <a:pt x="2561601" y="150551"/>
                </a:lnTo>
                <a:lnTo>
                  <a:pt x="2523849" y="167703"/>
                </a:lnTo>
                <a:lnTo>
                  <a:pt x="2485463" y="184537"/>
                </a:lnTo>
                <a:lnTo>
                  <a:pt x="2447077" y="201053"/>
                </a:lnTo>
                <a:lnTo>
                  <a:pt x="2408374" y="216934"/>
                </a:lnTo>
                <a:lnTo>
                  <a:pt x="2369671" y="233133"/>
                </a:lnTo>
                <a:lnTo>
                  <a:pt x="2330650" y="248061"/>
                </a:lnTo>
                <a:lnTo>
                  <a:pt x="2336995" y="248378"/>
                </a:lnTo>
                <a:lnTo>
                  <a:pt x="2343340" y="248696"/>
                </a:lnTo>
                <a:lnTo>
                  <a:pt x="2349685" y="249331"/>
                </a:lnTo>
                <a:lnTo>
                  <a:pt x="2355712" y="250284"/>
                </a:lnTo>
                <a:lnTo>
                  <a:pt x="2362374" y="251554"/>
                </a:lnTo>
                <a:lnTo>
                  <a:pt x="2368719" y="253143"/>
                </a:lnTo>
                <a:lnTo>
                  <a:pt x="2375064" y="255048"/>
                </a:lnTo>
                <a:lnTo>
                  <a:pt x="2381409" y="257272"/>
                </a:lnTo>
                <a:lnTo>
                  <a:pt x="2387436" y="259495"/>
                </a:lnTo>
                <a:lnTo>
                  <a:pt x="2393781" y="262353"/>
                </a:lnTo>
                <a:lnTo>
                  <a:pt x="2400126" y="265212"/>
                </a:lnTo>
                <a:lnTo>
                  <a:pt x="2405836" y="268706"/>
                </a:lnTo>
                <a:lnTo>
                  <a:pt x="2412181" y="272200"/>
                </a:lnTo>
                <a:lnTo>
                  <a:pt x="2418208" y="276011"/>
                </a:lnTo>
                <a:lnTo>
                  <a:pt x="2424236" y="280140"/>
                </a:lnTo>
                <a:lnTo>
                  <a:pt x="2429946" y="284269"/>
                </a:lnTo>
                <a:lnTo>
                  <a:pt x="2435974" y="289034"/>
                </a:lnTo>
                <a:lnTo>
                  <a:pt x="2441684" y="293798"/>
                </a:lnTo>
                <a:lnTo>
                  <a:pt x="2447077" y="299197"/>
                </a:lnTo>
                <a:lnTo>
                  <a:pt x="2452788" y="304279"/>
                </a:lnTo>
                <a:lnTo>
                  <a:pt x="2457863" y="309996"/>
                </a:lnTo>
                <a:lnTo>
                  <a:pt x="2463257" y="315714"/>
                </a:lnTo>
                <a:lnTo>
                  <a:pt x="2468015" y="321748"/>
                </a:lnTo>
                <a:lnTo>
                  <a:pt x="2472774" y="328101"/>
                </a:lnTo>
                <a:lnTo>
                  <a:pt x="2477850" y="334453"/>
                </a:lnTo>
                <a:lnTo>
                  <a:pt x="2482291" y="340805"/>
                </a:lnTo>
                <a:lnTo>
                  <a:pt x="2486732" y="347793"/>
                </a:lnTo>
                <a:lnTo>
                  <a:pt x="2490856" y="354781"/>
                </a:lnTo>
                <a:lnTo>
                  <a:pt x="2495298" y="362086"/>
                </a:lnTo>
                <a:lnTo>
                  <a:pt x="2499105" y="370026"/>
                </a:lnTo>
                <a:lnTo>
                  <a:pt x="2502912" y="377332"/>
                </a:lnTo>
                <a:lnTo>
                  <a:pt x="2506401" y="385272"/>
                </a:lnTo>
                <a:lnTo>
                  <a:pt x="2509256" y="392260"/>
                </a:lnTo>
                <a:lnTo>
                  <a:pt x="2511794" y="399565"/>
                </a:lnTo>
                <a:lnTo>
                  <a:pt x="2514015" y="406553"/>
                </a:lnTo>
                <a:lnTo>
                  <a:pt x="2516553" y="413858"/>
                </a:lnTo>
                <a:lnTo>
                  <a:pt x="2518139" y="421163"/>
                </a:lnTo>
                <a:lnTo>
                  <a:pt x="2520042" y="428468"/>
                </a:lnTo>
                <a:lnTo>
                  <a:pt x="2521311" y="436091"/>
                </a:lnTo>
                <a:lnTo>
                  <a:pt x="2522580" y="443397"/>
                </a:lnTo>
                <a:lnTo>
                  <a:pt x="2523849" y="450702"/>
                </a:lnTo>
                <a:lnTo>
                  <a:pt x="2524484" y="458325"/>
                </a:lnTo>
                <a:lnTo>
                  <a:pt x="2524801" y="465948"/>
                </a:lnTo>
                <a:lnTo>
                  <a:pt x="2525118" y="473570"/>
                </a:lnTo>
                <a:lnTo>
                  <a:pt x="2525118" y="480876"/>
                </a:lnTo>
                <a:lnTo>
                  <a:pt x="2524801" y="488181"/>
                </a:lnTo>
                <a:lnTo>
                  <a:pt x="2524167" y="495486"/>
                </a:lnTo>
                <a:lnTo>
                  <a:pt x="2523215" y="502791"/>
                </a:lnTo>
                <a:lnTo>
                  <a:pt x="2521946" y="510097"/>
                </a:lnTo>
                <a:lnTo>
                  <a:pt x="2520677" y="517402"/>
                </a:lnTo>
                <a:lnTo>
                  <a:pt x="2518774" y="524389"/>
                </a:lnTo>
                <a:lnTo>
                  <a:pt x="2516870" y="531695"/>
                </a:lnTo>
                <a:lnTo>
                  <a:pt x="2514649" y="538682"/>
                </a:lnTo>
                <a:lnTo>
                  <a:pt x="2512112" y="545670"/>
                </a:lnTo>
                <a:lnTo>
                  <a:pt x="2509256" y="552340"/>
                </a:lnTo>
                <a:lnTo>
                  <a:pt x="2506084" y="559010"/>
                </a:lnTo>
                <a:lnTo>
                  <a:pt x="2502594" y="565680"/>
                </a:lnTo>
                <a:lnTo>
                  <a:pt x="2499105" y="572032"/>
                </a:lnTo>
                <a:lnTo>
                  <a:pt x="2494980" y="578385"/>
                </a:lnTo>
                <a:lnTo>
                  <a:pt x="2490222" y="584737"/>
                </a:lnTo>
                <a:lnTo>
                  <a:pt x="2485781" y="590772"/>
                </a:lnTo>
                <a:lnTo>
                  <a:pt x="2481022" y="596489"/>
                </a:lnTo>
                <a:lnTo>
                  <a:pt x="2475312" y="602206"/>
                </a:lnTo>
                <a:lnTo>
                  <a:pt x="2469601" y="607923"/>
                </a:lnTo>
                <a:lnTo>
                  <a:pt x="2512112" y="590454"/>
                </a:lnTo>
                <a:lnTo>
                  <a:pt x="2554622" y="572985"/>
                </a:lnTo>
                <a:lnTo>
                  <a:pt x="2596815" y="555199"/>
                </a:lnTo>
                <a:lnTo>
                  <a:pt x="2639008" y="537094"/>
                </a:lnTo>
                <a:lnTo>
                  <a:pt x="2680883" y="518355"/>
                </a:lnTo>
                <a:lnTo>
                  <a:pt x="2722759" y="499615"/>
                </a:lnTo>
                <a:lnTo>
                  <a:pt x="2764634" y="480558"/>
                </a:lnTo>
                <a:lnTo>
                  <a:pt x="2805876" y="460866"/>
                </a:lnTo>
                <a:lnTo>
                  <a:pt x="2803972" y="457372"/>
                </a:lnTo>
                <a:lnTo>
                  <a:pt x="2801434" y="451655"/>
                </a:lnTo>
                <a:lnTo>
                  <a:pt x="2799848" y="445620"/>
                </a:lnTo>
                <a:lnTo>
                  <a:pt x="2798579" y="439585"/>
                </a:lnTo>
                <a:lnTo>
                  <a:pt x="2798262" y="433233"/>
                </a:lnTo>
                <a:lnTo>
                  <a:pt x="2798579" y="427198"/>
                </a:lnTo>
                <a:lnTo>
                  <a:pt x="2799214" y="421163"/>
                </a:lnTo>
                <a:lnTo>
                  <a:pt x="2800800" y="414811"/>
                </a:lnTo>
                <a:lnTo>
                  <a:pt x="2802703" y="409411"/>
                </a:lnTo>
                <a:lnTo>
                  <a:pt x="2805241" y="403377"/>
                </a:lnTo>
                <a:lnTo>
                  <a:pt x="2808414" y="397659"/>
                </a:lnTo>
                <a:lnTo>
                  <a:pt x="2812220" y="392577"/>
                </a:lnTo>
                <a:lnTo>
                  <a:pt x="2816345" y="387813"/>
                </a:lnTo>
                <a:lnTo>
                  <a:pt x="2821103" y="382731"/>
                </a:lnTo>
                <a:lnTo>
                  <a:pt x="2826179" y="378602"/>
                </a:lnTo>
                <a:lnTo>
                  <a:pt x="2831889" y="374473"/>
                </a:lnTo>
                <a:lnTo>
                  <a:pt x="2837917" y="371297"/>
                </a:lnTo>
                <a:lnTo>
                  <a:pt x="2841724" y="369391"/>
                </a:lnTo>
                <a:lnTo>
                  <a:pt x="2725614" y="140388"/>
                </a:lnTo>
                <a:lnTo>
                  <a:pt x="2722124" y="141976"/>
                </a:lnTo>
                <a:lnTo>
                  <a:pt x="2716097" y="144834"/>
                </a:lnTo>
                <a:lnTo>
                  <a:pt x="2710069" y="147058"/>
                </a:lnTo>
                <a:lnTo>
                  <a:pt x="2704042" y="148328"/>
                </a:lnTo>
                <a:lnTo>
                  <a:pt x="2697697" y="148963"/>
                </a:lnTo>
                <a:lnTo>
                  <a:pt x="2691669" y="149281"/>
                </a:lnTo>
                <a:lnTo>
                  <a:pt x="2685324" y="148646"/>
                </a:lnTo>
                <a:lnTo>
                  <a:pt x="2679614" y="147693"/>
                </a:lnTo>
                <a:lnTo>
                  <a:pt x="2673587" y="146422"/>
                </a:lnTo>
                <a:lnTo>
                  <a:pt x="2667876" y="144199"/>
                </a:lnTo>
                <a:lnTo>
                  <a:pt x="2662483" y="141341"/>
                </a:lnTo>
                <a:lnTo>
                  <a:pt x="2657407" y="138164"/>
                </a:lnTo>
                <a:lnTo>
                  <a:pt x="2652649" y="134353"/>
                </a:lnTo>
                <a:lnTo>
                  <a:pt x="2648207" y="130224"/>
                </a:lnTo>
                <a:lnTo>
                  <a:pt x="2644083" y="125777"/>
                </a:lnTo>
                <a:lnTo>
                  <a:pt x="2640594" y="120378"/>
                </a:lnTo>
                <a:lnTo>
                  <a:pt x="2637421" y="114978"/>
                </a:lnTo>
                <a:lnTo>
                  <a:pt x="2637421" y="114660"/>
                </a:lnTo>
                <a:close/>
                <a:moveTo>
                  <a:pt x="2724345" y="0"/>
                </a:moveTo>
                <a:lnTo>
                  <a:pt x="2962275" y="451019"/>
                </a:lnTo>
                <a:lnTo>
                  <a:pt x="2931186" y="467218"/>
                </a:lnTo>
                <a:lnTo>
                  <a:pt x="2899779" y="482781"/>
                </a:lnTo>
                <a:lnTo>
                  <a:pt x="2868055" y="498345"/>
                </a:lnTo>
                <a:lnTo>
                  <a:pt x="2836331" y="513590"/>
                </a:lnTo>
                <a:lnTo>
                  <a:pt x="2804924" y="528518"/>
                </a:lnTo>
                <a:lnTo>
                  <a:pt x="2773200" y="543129"/>
                </a:lnTo>
                <a:lnTo>
                  <a:pt x="2741159" y="557739"/>
                </a:lnTo>
                <a:lnTo>
                  <a:pt x="2709435" y="572032"/>
                </a:lnTo>
                <a:lnTo>
                  <a:pt x="2677394" y="586008"/>
                </a:lnTo>
                <a:lnTo>
                  <a:pt x="2645352" y="599983"/>
                </a:lnTo>
                <a:lnTo>
                  <a:pt x="2613311" y="613640"/>
                </a:lnTo>
                <a:lnTo>
                  <a:pt x="2581270" y="626980"/>
                </a:lnTo>
                <a:lnTo>
                  <a:pt x="2548911" y="640003"/>
                </a:lnTo>
                <a:lnTo>
                  <a:pt x="2516870" y="652708"/>
                </a:lnTo>
                <a:lnTo>
                  <a:pt x="2483877" y="665412"/>
                </a:lnTo>
                <a:lnTo>
                  <a:pt x="2451519" y="677800"/>
                </a:lnTo>
                <a:lnTo>
                  <a:pt x="2419160" y="690187"/>
                </a:lnTo>
                <a:lnTo>
                  <a:pt x="2386484" y="701939"/>
                </a:lnTo>
                <a:lnTo>
                  <a:pt x="2353809" y="713373"/>
                </a:lnTo>
                <a:lnTo>
                  <a:pt x="2320499" y="725125"/>
                </a:lnTo>
                <a:lnTo>
                  <a:pt x="2287823" y="736242"/>
                </a:lnTo>
                <a:lnTo>
                  <a:pt x="2254830" y="747358"/>
                </a:lnTo>
                <a:lnTo>
                  <a:pt x="2221520" y="758157"/>
                </a:lnTo>
                <a:lnTo>
                  <a:pt x="2188209" y="768639"/>
                </a:lnTo>
                <a:lnTo>
                  <a:pt x="2155217" y="779120"/>
                </a:lnTo>
                <a:lnTo>
                  <a:pt x="2121589" y="789284"/>
                </a:lnTo>
                <a:lnTo>
                  <a:pt x="2087962" y="798813"/>
                </a:lnTo>
                <a:lnTo>
                  <a:pt x="2054334" y="808341"/>
                </a:lnTo>
                <a:lnTo>
                  <a:pt x="2020707" y="817870"/>
                </a:lnTo>
                <a:lnTo>
                  <a:pt x="1986445" y="827081"/>
                </a:lnTo>
                <a:lnTo>
                  <a:pt x="1952817" y="835974"/>
                </a:lnTo>
                <a:lnTo>
                  <a:pt x="1918556" y="844550"/>
                </a:lnTo>
                <a:lnTo>
                  <a:pt x="1800225" y="349064"/>
                </a:lnTo>
                <a:lnTo>
                  <a:pt x="1830363" y="341123"/>
                </a:lnTo>
                <a:lnTo>
                  <a:pt x="1860501" y="333183"/>
                </a:lnTo>
                <a:lnTo>
                  <a:pt x="1890321" y="324925"/>
                </a:lnTo>
                <a:lnTo>
                  <a:pt x="1920142" y="316349"/>
                </a:lnTo>
                <a:lnTo>
                  <a:pt x="1950280" y="308091"/>
                </a:lnTo>
                <a:lnTo>
                  <a:pt x="1979783" y="299515"/>
                </a:lnTo>
                <a:lnTo>
                  <a:pt x="2009603" y="290304"/>
                </a:lnTo>
                <a:lnTo>
                  <a:pt x="2039107" y="281411"/>
                </a:lnTo>
                <a:lnTo>
                  <a:pt x="2068293" y="271882"/>
                </a:lnTo>
                <a:lnTo>
                  <a:pt x="2098113" y="262353"/>
                </a:lnTo>
                <a:lnTo>
                  <a:pt x="2127299" y="252825"/>
                </a:lnTo>
                <a:lnTo>
                  <a:pt x="2156168" y="242661"/>
                </a:lnTo>
                <a:lnTo>
                  <a:pt x="2185354" y="232497"/>
                </a:lnTo>
                <a:lnTo>
                  <a:pt x="2214223" y="222333"/>
                </a:lnTo>
                <a:lnTo>
                  <a:pt x="2243409" y="211534"/>
                </a:lnTo>
                <a:lnTo>
                  <a:pt x="2272278" y="200735"/>
                </a:lnTo>
                <a:lnTo>
                  <a:pt x="2301147" y="189936"/>
                </a:lnTo>
                <a:lnTo>
                  <a:pt x="2329698" y="178820"/>
                </a:lnTo>
                <a:lnTo>
                  <a:pt x="2358250" y="167068"/>
                </a:lnTo>
                <a:lnTo>
                  <a:pt x="2386802" y="155633"/>
                </a:lnTo>
                <a:lnTo>
                  <a:pt x="2415353" y="143881"/>
                </a:lnTo>
                <a:lnTo>
                  <a:pt x="2443588" y="132130"/>
                </a:lnTo>
                <a:lnTo>
                  <a:pt x="2472139" y="119742"/>
                </a:lnTo>
                <a:lnTo>
                  <a:pt x="2500374" y="107355"/>
                </a:lnTo>
                <a:lnTo>
                  <a:pt x="2528608" y="94650"/>
                </a:lnTo>
                <a:lnTo>
                  <a:pt x="2556842" y="81628"/>
                </a:lnTo>
                <a:lnTo>
                  <a:pt x="2584759" y="68923"/>
                </a:lnTo>
                <a:lnTo>
                  <a:pt x="2612994" y="55583"/>
                </a:lnTo>
                <a:lnTo>
                  <a:pt x="2640911" y="41926"/>
                </a:lnTo>
                <a:lnTo>
                  <a:pt x="2668828" y="28268"/>
                </a:lnTo>
                <a:lnTo>
                  <a:pt x="2696428" y="14293"/>
                </a:lnTo>
                <a:lnTo>
                  <a:pt x="2724345"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a:solidFill>
                <a:srgbClr val="FFFFFF"/>
              </a:solidFill>
              <a:latin typeface="+mn-lt"/>
              <a:ea typeface="+mn-ea"/>
              <a:cs typeface="+mn-ea"/>
              <a:sym typeface="+mn-lt"/>
            </a:endParaRPr>
          </a:p>
        </p:txBody>
      </p:sp>
      <p:sp>
        <p:nvSpPr>
          <p:cNvPr id="19" name="KSO_Shape">
            <a:extLst>
              <a:ext uri="{FF2B5EF4-FFF2-40B4-BE49-F238E27FC236}">
                <a16:creationId xmlns:a16="http://schemas.microsoft.com/office/drawing/2014/main" id="{9E200844-F22D-3852-E65C-7035B9BD918B}"/>
              </a:ext>
            </a:extLst>
          </p:cNvPr>
          <p:cNvSpPr/>
          <p:nvPr/>
        </p:nvSpPr>
        <p:spPr bwMode="auto">
          <a:xfrm>
            <a:off x="616376" y="5086679"/>
            <a:ext cx="800100" cy="800100"/>
          </a:xfrm>
          <a:custGeom>
            <a:avLst/>
            <a:gdLst>
              <a:gd name="T0" fmla="*/ 366124 w 1611313"/>
              <a:gd name="T1" fmla="*/ 1610945 h 1611313"/>
              <a:gd name="T2" fmla="*/ 489434 w 1611313"/>
              <a:gd name="T3" fmla="*/ 1727064 h 1611313"/>
              <a:gd name="T4" fmla="*/ 599113 w 1611313"/>
              <a:gd name="T5" fmla="*/ 1611260 h 1611313"/>
              <a:gd name="T6" fmla="*/ 599113 w 1611313"/>
              <a:gd name="T7" fmla="*/ 1952659 h 1611313"/>
              <a:gd name="T8" fmla="*/ 366124 w 1611313"/>
              <a:gd name="T9" fmla="*/ 1952659 h 1611313"/>
              <a:gd name="T10" fmla="*/ 1027366 w 1611313"/>
              <a:gd name="T11" fmla="*/ 1324703 h 1611313"/>
              <a:gd name="T12" fmla="*/ 1156381 w 1611313"/>
              <a:gd name="T13" fmla="*/ 1446550 h 1611313"/>
              <a:gd name="T14" fmla="*/ 1252430 w 1611313"/>
              <a:gd name="T15" fmla="*/ 1537618 h 1611313"/>
              <a:gd name="T16" fmla="*/ 1260354 w 1611313"/>
              <a:gd name="T17" fmla="*/ 1529368 h 1611313"/>
              <a:gd name="T18" fmla="*/ 1260354 w 1611313"/>
              <a:gd name="T19" fmla="*/ 1952661 h 1611313"/>
              <a:gd name="T20" fmla="*/ 1027366 w 1611313"/>
              <a:gd name="T21" fmla="*/ 1952661 h 1611313"/>
              <a:gd name="T22" fmla="*/ 929733 w 1611313"/>
              <a:gd name="T23" fmla="*/ 1260353 h 1611313"/>
              <a:gd name="T24" fmla="*/ 929733 w 1611313"/>
              <a:gd name="T25" fmla="*/ 1952659 h 1611313"/>
              <a:gd name="T26" fmla="*/ 696745 w 1611313"/>
              <a:gd name="T27" fmla="*/ 1952659 h 1611313"/>
              <a:gd name="T28" fmla="*/ 696745 w 1611313"/>
              <a:gd name="T29" fmla="*/ 1507605 h 1611313"/>
              <a:gd name="T30" fmla="*/ 1590975 w 1611313"/>
              <a:gd name="T31" fmla="*/ 1180471 h 1611313"/>
              <a:gd name="T32" fmla="*/ 1590975 w 1611313"/>
              <a:gd name="T33" fmla="*/ 1952659 h 1611313"/>
              <a:gd name="T34" fmla="*/ 1357986 w 1611313"/>
              <a:gd name="T35" fmla="*/ 1952659 h 1611313"/>
              <a:gd name="T36" fmla="*/ 1357986 w 1611313"/>
              <a:gd name="T37" fmla="*/ 1427204 h 1611313"/>
              <a:gd name="T38" fmla="*/ 1846571 w 1611313"/>
              <a:gd name="T39" fmla="*/ 909762 h 1611313"/>
              <a:gd name="T40" fmla="*/ 1921595 w 1611313"/>
              <a:gd name="T41" fmla="*/ 980386 h 1611313"/>
              <a:gd name="T42" fmla="*/ 1921595 w 1611313"/>
              <a:gd name="T43" fmla="*/ 1952659 h 1611313"/>
              <a:gd name="T44" fmla="*/ 1688608 w 1611313"/>
              <a:gd name="T45" fmla="*/ 1952659 h 1611313"/>
              <a:gd name="T46" fmla="*/ 1688608 w 1611313"/>
              <a:gd name="T47" fmla="*/ 1077614 h 1611313"/>
              <a:gd name="T48" fmla="*/ 1369516 w 1611313"/>
              <a:gd name="T49" fmla="*/ 201924 h 1611313"/>
              <a:gd name="T50" fmla="*/ 1966622 w 1611313"/>
              <a:gd name="T51" fmla="*/ 256445 h 1611313"/>
              <a:gd name="T52" fmla="*/ 2048074 w 1611313"/>
              <a:gd name="T53" fmla="*/ 848901 h 1611313"/>
              <a:gd name="T54" fmla="*/ 1846503 w 1611313"/>
              <a:gd name="T55" fmla="*/ 655536 h 1611313"/>
              <a:gd name="T56" fmla="*/ 1253200 w 1611313"/>
              <a:gd name="T57" fmla="*/ 1284446 h 1611313"/>
              <a:gd name="T58" fmla="*/ 1157170 w 1611313"/>
              <a:gd name="T59" fmla="*/ 1193787 h 1611313"/>
              <a:gd name="T60" fmla="*/ 977783 w 1611313"/>
              <a:gd name="T61" fmla="*/ 1024514 h 1611313"/>
              <a:gd name="T62" fmla="*/ 944188 w 1611313"/>
              <a:gd name="T63" fmla="*/ 992815 h 1611313"/>
              <a:gd name="T64" fmla="*/ 490970 w 1611313"/>
              <a:gd name="T65" fmla="*/ 1473371 h 1611313"/>
              <a:gd name="T66" fmla="*/ 215237 w 1611313"/>
              <a:gd name="T67" fmla="*/ 1213123 h 1611313"/>
              <a:gd name="T68" fmla="*/ 668454 w 1611313"/>
              <a:gd name="T69" fmla="*/ 732565 h 1611313"/>
              <a:gd name="T70" fmla="*/ 793961 w 1611313"/>
              <a:gd name="T71" fmla="*/ 599429 h 1611313"/>
              <a:gd name="T72" fmla="*/ 919784 w 1611313"/>
              <a:gd name="T73" fmla="*/ 466293 h 1611313"/>
              <a:gd name="T74" fmla="*/ 1228796 w 1611313"/>
              <a:gd name="T75" fmla="*/ 757924 h 1611313"/>
              <a:gd name="T76" fmla="*/ 1570770 w 1611313"/>
              <a:gd name="T77" fmla="*/ 395287 h 1611313"/>
              <a:gd name="T78" fmla="*/ 0 w 1611313"/>
              <a:gd name="T79" fmla="*/ 0 h 1611313"/>
              <a:gd name="T80" fmla="*/ 96958 w 1611313"/>
              <a:gd name="T81" fmla="*/ 0 h 1611313"/>
              <a:gd name="T82" fmla="*/ 96958 w 1611313"/>
              <a:gd name="T83" fmla="*/ 2155273 h 1611313"/>
              <a:gd name="T84" fmla="*/ 2252216 w 1611313"/>
              <a:gd name="T85" fmla="*/ 2155273 h 1611313"/>
              <a:gd name="T86" fmla="*/ 2252216 w 1611313"/>
              <a:gd name="T87" fmla="*/ 2252216 h 1611313"/>
              <a:gd name="T88" fmla="*/ 96958 w 1611313"/>
              <a:gd name="T89" fmla="*/ 2252216 h 1611313"/>
              <a:gd name="T90" fmla="*/ 0 w 1611313"/>
              <a:gd name="T91" fmla="*/ 2252216 h 1611313"/>
              <a:gd name="T92" fmla="*/ 0 w 1611313"/>
              <a:gd name="T93" fmla="*/ 2155273 h 1611313"/>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1611313" h="1611313">
                <a:moveTo>
                  <a:pt x="261938" y="1152525"/>
                </a:moveTo>
                <a:lnTo>
                  <a:pt x="350158" y="1235601"/>
                </a:lnTo>
                <a:lnTo>
                  <a:pt x="428626" y="1152751"/>
                </a:lnTo>
                <a:lnTo>
                  <a:pt x="428626" y="1397000"/>
                </a:lnTo>
                <a:lnTo>
                  <a:pt x="261938" y="1397000"/>
                </a:lnTo>
                <a:lnTo>
                  <a:pt x="261938" y="1152525"/>
                </a:lnTo>
                <a:close/>
                <a:moveTo>
                  <a:pt x="735013" y="947738"/>
                </a:moveTo>
                <a:lnTo>
                  <a:pt x="827315" y="1034912"/>
                </a:lnTo>
                <a:lnTo>
                  <a:pt x="896031" y="1100065"/>
                </a:lnTo>
                <a:lnTo>
                  <a:pt x="901701" y="1094163"/>
                </a:lnTo>
                <a:lnTo>
                  <a:pt x="901701" y="1397001"/>
                </a:lnTo>
                <a:lnTo>
                  <a:pt x="735013" y="1397001"/>
                </a:lnTo>
                <a:lnTo>
                  <a:pt x="735013" y="947738"/>
                </a:lnTo>
                <a:close/>
                <a:moveTo>
                  <a:pt x="665163" y="901700"/>
                </a:moveTo>
                <a:lnTo>
                  <a:pt x="665163" y="1397000"/>
                </a:lnTo>
                <a:lnTo>
                  <a:pt x="498475" y="1397000"/>
                </a:lnTo>
                <a:lnTo>
                  <a:pt x="498475" y="1078593"/>
                </a:lnTo>
                <a:lnTo>
                  <a:pt x="665163" y="901700"/>
                </a:lnTo>
                <a:close/>
                <a:moveTo>
                  <a:pt x="1138238" y="844550"/>
                </a:moveTo>
                <a:lnTo>
                  <a:pt x="1138238" y="1397000"/>
                </a:lnTo>
                <a:lnTo>
                  <a:pt x="971550" y="1397000"/>
                </a:lnTo>
                <a:lnTo>
                  <a:pt x="971550" y="1021071"/>
                </a:lnTo>
                <a:lnTo>
                  <a:pt x="1138238" y="844550"/>
                </a:lnTo>
                <a:close/>
                <a:moveTo>
                  <a:pt x="1321101" y="650875"/>
                </a:moveTo>
                <a:lnTo>
                  <a:pt x="1374776" y="701402"/>
                </a:lnTo>
                <a:lnTo>
                  <a:pt x="1374776" y="1397000"/>
                </a:lnTo>
                <a:lnTo>
                  <a:pt x="1208088" y="1397000"/>
                </a:lnTo>
                <a:lnTo>
                  <a:pt x="1208088" y="770962"/>
                </a:lnTo>
                <a:lnTo>
                  <a:pt x="1321101" y="650875"/>
                </a:lnTo>
                <a:close/>
                <a:moveTo>
                  <a:pt x="979799" y="144463"/>
                </a:moveTo>
                <a:lnTo>
                  <a:pt x="1406989" y="183470"/>
                </a:lnTo>
                <a:lnTo>
                  <a:pt x="1465263" y="607333"/>
                </a:lnTo>
                <a:lnTo>
                  <a:pt x="1321052" y="468993"/>
                </a:lnTo>
                <a:lnTo>
                  <a:pt x="896583" y="918937"/>
                </a:lnTo>
                <a:lnTo>
                  <a:pt x="827879" y="854076"/>
                </a:lnTo>
                <a:lnTo>
                  <a:pt x="699540" y="732972"/>
                </a:lnTo>
                <a:lnTo>
                  <a:pt x="675505" y="710294"/>
                </a:lnTo>
                <a:lnTo>
                  <a:pt x="351257" y="1054101"/>
                </a:lnTo>
                <a:lnTo>
                  <a:pt x="153988" y="867910"/>
                </a:lnTo>
                <a:lnTo>
                  <a:pt x="478235" y="524102"/>
                </a:lnTo>
                <a:lnTo>
                  <a:pt x="568027" y="428852"/>
                </a:lnTo>
                <a:lnTo>
                  <a:pt x="658045" y="333602"/>
                </a:lnTo>
                <a:lnTo>
                  <a:pt x="879123" y="542245"/>
                </a:lnTo>
                <a:lnTo>
                  <a:pt x="1123783" y="282802"/>
                </a:lnTo>
                <a:lnTo>
                  <a:pt x="979799" y="144463"/>
                </a:lnTo>
                <a:close/>
                <a:moveTo>
                  <a:pt x="0" y="0"/>
                </a:moveTo>
                <a:lnTo>
                  <a:pt x="69367" y="0"/>
                </a:lnTo>
                <a:lnTo>
                  <a:pt x="69367" y="1541956"/>
                </a:lnTo>
                <a:lnTo>
                  <a:pt x="1611313" y="1541956"/>
                </a:lnTo>
                <a:lnTo>
                  <a:pt x="1611313" y="1611313"/>
                </a:lnTo>
                <a:lnTo>
                  <a:pt x="69367" y="1611313"/>
                </a:lnTo>
                <a:lnTo>
                  <a:pt x="0" y="1611313"/>
                </a:lnTo>
                <a:lnTo>
                  <a:pt x="0" y="1541956"/>
                </a:lnTo>
                <a:lnTo>
                  <a:pt x="0" y="0"/>
                </a:lnTo>
                <a:close/>
              </a:path>
            </a:pathLst>
          </a:custGeom>
          <a:solidFill>
            <a:schemeClr val="accent5"/>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a:solidFill>
                <a:schemeClr val="accent5"/>
              </a:solidFill>
              <a:latin typeface="+mn-lt"/>
              <a:ea typeface="+mn-ea"/>
              <a:cs typeface="+mn-ea"/>
              <a:sym typeface="+mn-lt"/>
            </a:endParaRPr>
          </a:p>
        </p:txBody>
      </p:sp>
      <p:sp>
        <p:nvSpPr>
          <p:cNvPr id="20" name="KSO_Shape">
            <a:extLst>
              <a:ext uri="{FF2B5EF4-FFF2-40B4-BE49-F238E27FC236}">
                <a16:creationId xmlns:a16="http://schemas.microsoft.com/office/drawing/2014/main" id="{6C341A70-709B-D3C0-9618-E44FB1C2E3B8}"/>
              </a:ext>
            </a:extLst>
          </p:cNvPr>
          <p:cNvSpPr/>
          <p:nvPr/>
        </p:nvSpPr>
        <p:spPr bwMode="auto">
          <a:xfrm>
            <a:off x="616376" y="3307974"/>
            <a:ext cx="800100" cy="762762"/>
          </a:xfrm>
          <a:custGeom>
            <a:avLst/>
            <a:gdLst>
              <a:gd name="T0" fmla="*/ 809074 w 1703388"/>
              <a:gd name="T1" fmla="*/ 1478228 h 1624013"/>
              <a:gd name="T2" fmla="*/ 791320 w 1703388"/>
              <a:gd name="T3" fmla="*/ 1498504 h 1624013"/>
              <a:gd name="T4" fmla="*/ 767225 w 1703388"/>
              <a:gd name="T5" fmla="*/ 1669343 h 1624013"/>
              <a:gd name="T6" fmla="*/ 784979 w 1703388"/>
              <a:gd name="T7" fmla="*/ 1689619 h 1624013"/>
              <a:gd name="T8" fmla="*/ 1094912 w 1703388"/>
              <a:gd name="T9" fmla="*/ 1696209 h 1624013"/>
              <a:gd name="T10" fmla="*/ 1123318 w 1703388"/>
              <a:gd name="T11" fmla="*/ 1687592 h 1624013"/>
              <a:gd name="T12" fmla="*/ 1138790 w 1703388"/>
              <a:gd name="T13" fmla="*/ 1665793 h 1624013"/>
              <a:gd name="T14" fmla="*/ 1112159 w 1703388"/>
              <a:gd name="T15" fmla="*/ 1494956 h 1624013"/>
              <a:gd name="T16" fmla="*/ 1091869 w 1703388"/>
              <a:gd name="T17" fmla="*/ 1476453 h 1624013"/>
              <a:gd name="T18" fmla="*/ 420515 w 1703388"/>
              <a:gd name="T19" fmla="*/ 1084591 h 1624013"/>
              <a:gd name="T20" fmla="*/ 1484232 w 1703388"/>
              <a:gd name="T21" fmla="*/ 1089660 h 1624013"/>
              <a:gd name="T22" fmla="*/ 991959 w 1703388"/>
              <a:gd name="T23" fmla="*/ 702499 h 1624013"/>
              <a:gd name="T24" fmla="*/ 840325 w 1703388"/>
              <a:gd name="T25" fmla="*/ 542724 h 1624013"/>
              <a:gd name="T26" fmla="*/ 585098 w 1703388"/>
              <a:gd name="T27" fmla="*/ 161549 h 1624013"/>
              <a:gd name="T28" fmla="*/ 552147 w 1703388"/>
              <a:gd name="T29" fmla="*/ 161549 h 1624013"/>
              <a:gd name="T30" fmla="*/ 946033 w 1703388"/>
              <a:gd name="T31" fmla="*/ 19770 h 1624013"/>
              <a:gd name="T32" fmla="*/ 936648 w 1703388"/>
              <a:gd name="T33" fmla="*/ 33458 h 1624013"/>
              <a:gd name="T34" fmla="*/ 943496 w 1703388"/>
              <a:gd name="T35" fmla="*/ 53482 h 1624013"/>
              <a:gd name="T36" fmla="*/ 970128 w 1703388"/>
              <a:gd name="T37" fmla="*/ 54496 h 1624013"/>
              <a:gd name="T38" fmla="*/ 979258 w 1703388"/>
              <a:gd name="T39" fmla="*/ 40556 h 1624013"/>
              <a:gd name="T40" fmla="*/ 972156 w 1703388"/>
              <a:gd name="T41" fmla="*/ 20784 h 1624013"/>
              <a:gd name="T42" fmla="*/ 227758 w 1703388"/>
              <a:gd name="T43" fmla="*/ 0 h 1624013"/>
              <a:gd name="T44" fmla="*/ 1692713 w 1703388"/>
              <a:gd name="T45" fmla="*/ 2281 h 1624013"/>
              <a:gd name="T46" fmla="*/ 1716554 w 1703388"/>
              <a:gd name="T47" fmla="*/ 12167 h 1624013"/>
              <a:gd name="T48" fmla="*/ 1735324 w 1703388"/>
              <a:gd name="T49" fmla="*/ 28389 h 1624013"/>
              <a:gd name="T50" fmla="*/ 1746990 w 1703388"/>
              <a:gd name="T51" fmla="*/ 49427 h 1624013"/>
              <a:gd name="T52" fmla="*/ 1750794 w 1703388"/>
              <a:gd name="T53" fmla="*/ 1014127 h 1624013"/>
              <a:gd name="T54" fmla="*/ 1745976 w 1703388"/>
              <a:gd name="T55" fmla="*/ 1038460 h 1624013"/>
              <a:gd name="T56" fmla="*/ 1733040 w 1703388"/>
              <a:gd name="T57" fmla="*/ 1058990 h 1624013"/>
              <a:gd name="T58" fmla="*/ 1713257 w 1703388"/>
              <a:gd name="T59" fmla="*/ 1074452 h 1624013"/>
              <a:gd name="T60" fmla="*/ 1688909 w 1703388"/>
              <a:gd name="T61" fmla="*/ 1083070 h 1624013"/>
              <a:gd name="T62" fmla="*/ 1619162 w 1703388"/>
              <a:gd name="T63" fmla="*/ 1089660 h 1624013"/>
              <a:gd name="T64" fmla="*/ 1688402 w 1703388"/>
              <a:gd name="T65" fmla="*/ 1097011 h 1624013"/>
              <a:gd name="T66" fmla="*/ 1711229 w 1703388"/>
              <a:gd name="T67" fmla="*/ 1105882 h 1624013"/>
              <a:gd name="T68" fmla="*/ 1733294 w 1703388"/>
              <a:gd name="T69" fmla="*/ 1127681 h 1624013"/>
              <a:gd name="T70" fmla="*/ 1905000 w 1703388"/>
              <a:gd name="T71" fmla="*/ 1740820 h 1624013"/>
              <a:gd name="T72" fmla="*/ 1900435 w 1703388"/>
              <a:gd name="T73" fmla="*/ 1766674 h 1624013"/>
              <a:gd name="T74" fmla="*/ 1887500 w 1703388"/>
              <a:gd name="T75" fmla="*/ 1788472 h 1624013"/>
              <a:gd name="T76" fmla="*/ 1867970 w 1703388"/>
              <a:gd name="T77" fmla="*/ 1804947 h 1624013"/>
              <a:gd name="T78" fmla="*/ 1843368 w 1703388"/>
              <a:gd name="T79" fmla="*/ 1814579 h 1624013"/>
              <a:gd name="T80" fmla="*/ 69241 w 1703388"/>
              <a:gd name="T81" fmla="*/ 1815593 h 1624013"/>
              <a:gd name="T82" fmla="*/ 43624 w 1703388"/>
              <a:gd name="T83" fmla="*/ 1808750 h 1624013"/>
              <a:gd name="T84" fmla="*/ 22573 w 1703388"/>
              <a:gd name="T85" fmla="*/ 1794049 h 1624013"/>
              <a:gd name="T86" fmla="*/ 7609 w 1703388"/>
              <a:gd name="T87" fmla="*/ 1773517 h 1624013"/>
              <a:gd name="T88" fmla="*/ 508 w 1703388"/>
              <a:gd name="T89" fmla="*/ 1748678 h 1624013"/>
              <a:gd name="T90" fmla="*/ 165365 w 1703388"/>
              <a:gd name="T91" fmla="*/ 1142635 h 1624013"/>
              <a:gd name="T92" fmla="*/ 191490 w 1703388"/>
              <a:gd name="T93" fmla="*/ 1108924 h 1624013"/>
              <a:gd name="T94" fmla="*/ 213047 w 1703388"/>
              <a:gd name="T95" fmla="*/ 1098025 h 1624013"/>
              <a:gd name="T96" fmla="*/ 286093 w 1703388"/>
              <a:gd name="T97" fmla="*/ 1092448 h 1624013"/>
              <a:gd name="T98" fmla="*/ 219896 w 1703388"/>
              <a:gd name="T99" fmla="*/ 1083831 h 1624013"/>
              <a:gd name="T100" fmla="*/ 194787 w 1703388"/>
              <a:gd name="T101" fmla="*/ 1075972 h 1624013"/>
              <a:gd name="T102" fmla="*/ 174497 w 1703388"/>
              <a:gd name="T103" fmla="*/ 1061778 h 1624013"/>
              <a:gd name="T104" fmla="*/ 160547 w 1703388"/>
              <a:gd name="T105" fmla="*/ 1041502 h 1624013"/>
              <a:gd name="T106" fmla="*/ 154460 w 1703388"/>
              <a:gd name="T107" fmla="*/ 1017675 h 1624013"/>
              <a:gd name="T108" fmla="*/ 156996 w 1703388"/>
              <a:gd name="T109" fmla="*/ 52975 h 1624013"/>
              <a:gd name="T110" fmla="*/ 167649 w 1703388"/>
              <a:gd name="T111" fmla="*/ 31177 h 1624013"/>
              <a:gd name="T112" fmla="*/ 185403 w 1703388"/>
              <a:gd name="T113" fmla="*/ 14194 h 1624013"/>
              <a:gd name="T114" fmla="*/ 208736 w 1703388"/>
              <a:gd name="T115" fmla="*/ 3296 h 1624013"/>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1703388" h="1624013">
                <a:moveTo>
                  <a:pt x="746125" y="1315983"/>
                </a:moveTo>
                <a:lnTo>
                  <a:pt x="742043" y="1316210"/>
                </a:lnTo>
                <a:lnTo>
                  <a:pt x="737961" y="1316663"/>
                </a:lnTo>
                <a:lnTo>
                  <a:pt x="734333" y="1317570"/>
                </a:lnTo>
                <a:lnTo>
                  <a:pt x="730477" y="1318930"/>
                </a:lnTo>
                <a:lnTo>
                  <a:pt x="727075" y="1320290"/>
                </a:lnTo>
                <a:lnTo>
                  <a:pt x="723447" y="1321877"/>
                </a:lnTo>
                <a:lnTo>
                  <a:pt x="720499" y="1323690"/>
                </a:lnTo>
                <a:lnTo>
                  <a:pt x="717550" y="1326183"/>
                </a:lnTo>
                <a:lnTo>
                  <a:pt x="715056" y="1328450"/>
                </a:lnTo>
                <a:lnTo>
                  <a:pt x="712788" y="1331170"/>
                </a:lnTo>
                <a:lnTo>
                  <a:pt x="710520" y="1334116"/>
                </a:lnTo>
                <a:lnTo>
                  <a:pt x="708933" y="1336836"/>
                </a:lnTo>
                <a:lnTo>
                  <a:pt x="707572" y="1340009"/>
                </a:lnTo>
                <a:lnTo>
                  <a:pt x="706665" y="1343409"/>
                </a:lnTo>
                <a:lnTo>
                  <a:pt x="705984" y="1346582"/>
                </a:lnTo>
                <a:lnTo>
                  <a:pt x="705984" y="1350209"/>
                </a:lnTo>
                <a:lnTo>
                  <a:pt x="684213" y="1482805"/>
                </a:lnTo>
                <a:lnTo>
                  <a:pt x="684440" y="1486204"/>
                </a:lnTo>
                <a:lnTo>
                  <a:pt x="685120" y="1489604"/>
                </a:lnTo>
                <a:lnTo>
                  <a:pt x="686027" y="1492778"/>
                </a:lnTo>
                <a:lnTo>
                  <a:pt x="687388" y="1495951"/>
                </a:lnTo>
                <a:lnTo>
                  <a:pt x="689202" y="1499124"/>
                </a:lnTo>
                <a:lnTo>
                  <a:pt x="691243" y="1501844"/>
                </a:lnTo>
                <a:lnTo>
                  <a:pt x="693511" y="1504564"/>
                </a:lnTo>
                <a:lnTo>
                  <a:pt x="696233" y="1506830"/>
                </a:lnTo>
                <a:lnTo>
                  <a:pt x="698954" y="1509097"/>
                </a:lnTo>
                <a:lnTo>
                  <a:pt x="701902" y="1510910"/>
                </a:lnTo>
                <a:lnTo>
                  <a:pt x="705304" y="1512950"/>
                </a:lnTo>
                <a:lnTo>
                  <a:pt x="708706" y="1514310"/>
                </a:lnTo>
                <a:lnTo>
                  <a:pt x="712561" y="1515443"/>
                </a:lnTo>
                <a:lnTo>
                  <a:pt x="716417" y="1516123"/>
                </a:lnTo>
                <a:lnTo>
                  <a:pt x="720499" y="1516803"/>
                </a:lnTo>
                <a:lnTo>
                  <a:pt x="724354" y="1516803"/>
                </a:lnTo>
                <a:lnTo>
                  <a:pt x="979034" y="1516803"/>
                </a:lnTo>
                <a:lnTo>
                  <a:pt x="982890" y="1516803"/>
                </a:lnTo>
                <a:lnTo>
                  <a:pt x="986972" y="1516123"/>
                </a:lnTo>
                <a:lnTo>
                  <a:pt x="990827" y="1515443"/>
                </a:lnTo>
                <a:lnTo>
                  <a:pt x="994683" y="1514310"/>
                </a:lnTo>
                <a:lnTo>
                  <a:pt x="998084" y="1512950"/>
                </a:lnTo>
                <a:lnTo>
                  <a:pt x="1001486" y="1510910"/>
                </a:lnTo>
                <a:lnTo>
                  <a:pt x="1004434" y="1509097"/>
                </a:lnTo>
                <a:lnTo>
                  <a:pt x="1007156" y="1506830"/>
                </a:lnTo>
                <a:lnTo>
                  <a:pt x="1009877" y="1504564"/>
                </a:lnTo>
                <a:lnTo>
                  <a:pt x="1012145" y="1501844"/>
                </a:lnTo>
                <a:lnTo>
                  <a:pt x="1014186" y="1499124"/>
                </a:lnTo>
                <a:lnTo>
                  <a:pt x="1016001" y="1495951"/>
                </a:lnTo>
                <a:lnTo>
                  <a:pt x="1017361" y="1492778"/>
                </a:lnTo>
                <a:lnTo>
                  <a:pt x="1018268" y="1489604"/>
                </a:lnTo>
                <a:lnTo>
                  <a:pt x="1018949" y="1486204"/>
                </a:lnTo>
                <a:lnTo>
                  <a:pt x="1019176" y="1482805"/>
                </a:lnTo>
                <a:lnTo>
                  <a:pt x="997404" y="1350209"/>
                </a:lnTo>
                <a:lnTo>
                  <a:pt x="997404" y="1346582"/>
                </a:lnTo>
                <a:lnTo>
                  <a:pt x="996724" y="1343409"/>
                </a:lnTo>
                <a:lnTo>
                  <a:pt x="995817" y="1340009"/>
                </a:lnTo>
                <a:lnTo>
                  <a:pt x="994456" y="1336836"/>
                </a:lnTo>
                <a:lnTo>
                  <a:pt x="992868" y="1334116"/>
                </a:lnTo>
                <a:lnTo>
                  <a:pt x="990601" y="1331170"/>
                </a:lnTo>
                <a:lnTo>
                  <a:pt x="988333" y="1328450"/>
                </a:lnTo>
                <a:lnTo>
                  <a:pt x="985838" y="1326183"/>
                </a:lnTo>
                <a:lnTo>
                  <a:pt x="982890" y="1323690"/>
                </a:lnTo>
                <a:lnTo>
                  <a:pt x="979942" y="1321877"/>
                </a:lnTo>
                <a:lnTo>
                  <a:pt x="976313" y="1320290"/>
                </a:lnTo>
                <a:lnTo>
                  <a:pt x="972911" y="1318930"/>
                </a:lnTo>
                <a:lnTo>
                  <a:pt x="969056" y="1317570"/>
                </a:lnTo>
                <a:lnTo>
                  <a:pt x="965427" y="1316663"/>
                </a:lnTo>
                <a:lnTo>
                  <a:pt x="961345" y="1316210"/>
                </a:lnTo>
                <a:lnTo>
                  <a:pt x="957263" y="1315983"/>
                </a:lnTo>
                <a:lnTo>
                  <a:pt x="746125" y="1315983"/>
                </a:lnTo>
                <a:close/>
                <a:moveTo>
                  <a:pt x="376011" y="969875"/>
                </a:moveTo>
                <a:lnTo>
                  <a:pt x="376238" y="972141"/>
                </a:lnTo>
                <a:lnTo>
                  <a:pt x="376238" y="974408"/>
                </a:lnTo>
                <a:lnTo>
                  <a:pt x="376238" y="976901"/>
                </a:lnTo>
                <a:lnTo>
                  <a:pt x="375784" y="979848"/>
                </a:lnTo>
                <a:lnTo>
                  <a:pt x="1327604" y="979848"/>
                </a:lnTo>
                <a:lnTo>
                  <a:pt x="1327151" y="976901"/>
                </a:lnTo>
                <a:lnTo>
                  <a:pt x="1327151" y="974408"/>
                </a:lnTo>
                <a:lnTo>
                  <a:pt x="1327151" y="972141"/>
                </a:lnTo>
                <a:lnTo>
                  <a:pt x="1327377" y="969875"/>
                </a:lnTo>
                <a:lnTo>
                  <a:pt x="376011" y="969875"/>
                </a:lnTo>
                <a:close/>
                <a:moveTo>
                  <a:pt x="1190625" y="246062"/>
                </a:moveTo>
                <a:lnTo>
                  <a:pt x="1179043" y="466952"/>
                </a:lnTo>
                <a:lnTo>
                  <a:pt x="1105004" y="394834"/>
                </a:lnTo>
                <a:lnTo>
                  <a:pt x="886977" y="628196"/>
                </a:lnTo>
                <a:lnTo>
                  <a:pt x="869943" y="612775"/>
                </a:lnTo>
                <a:lnTo>
                  <a:pt x="821114" y="566964"/>
                </a:lnTo>
                <a:lnTo>
                  <a:pt x="810667" y="557212"/>
                </a:lnTo>
                <a:lnTo>
                  <a:pt x="624436" y="758825"/>
                </a:lnTo>
                <a:lnTo>
                  <a:pt x="558800" y="693284"/>
                </a:lnTo>
                <a:lnTo>
                  <a:pt x="695067" y="545193"/>
                </a:lnTo>
                <a:lnTo>
                  <a:pt x="751391" y="485321"/>
                </a:lnTo>
                <a:lnTo>
                  <a:pt x="808169" y="425450"/>
                </a:lnTo>
                <a:lnTo>
                  <a:pt x="890838" y="502557"/>
                </a:lnTo>
                <a:lnTo>
                  <a:pt x="1044819" y="339498"/>
                </a:lnTo>
                <a:lnTo>
                  <a:pt x="970781" y="267607"/>
                </a:lnTo>
                <a:lnTo>
                  <a:pt x="1190625" y="246062"/>
                </a:lnTo>
                <a:close/>
                <a:moveTo>
                  <a:pt x="493712" y="144462"/>
                </a:moveTo>
                <a:lnTo>
                  <a:pt x="523175" y="144462"/>
                </a:lnTo>
                <a:lnTo>
                  <a:pt x="523175" y="796255"/>
                </a:lnTo>
                <a:lnTo>
                  <a:pt x="1174750" y="796255"/>
                </a:lnTo>
                <a:lnTo>
                  <a:pt x="1174750" y="825500"/>
                </a:lnTo>
                <a:lnTo>
                  <a:pt x="523175" y="825500"/>
                </a:lnTo>
                <a:lnTo>
                  <a:pt x="493712" y="825500"/>
                </a:lnTo>
                <a:lnTo>
                  <a:pt x="493712" y="796255"/>
                </a:lnTo>
                <a:lnTo>
                  <a:pt x="493712" y="144462"/>
                </a:lnTo>
                <a:close/>
                <a:moveTo>
                  <a:pt x="207282" y="64825"/>
                </a:moveTo>
                <a:lnTo>
                  <a:pt x="207282" y="905277"/>
                </a:lnTo>
                <a:lnTo>
                  <a:pt x="1496106" y="905277"/>
                </a:lnTo>
                <a:lnTo>
                  <a:pt x="1496106" y="64825"/>
                </a:lnTo>
                <a:lnTo>
                  <a:pt x="207282" y="64825"/>
                </a:lnTo>
                <a:close/>
                <a:moveTo>
                  <a:pt x="846818" y="17453"/>
                </a:moveTo>
                <a:lnTo>
                  <a:pt x="845911" y="17679"/>
                </a:lnTo>
                <a:lnTo>
                  <a:pt x="844777" y="18133"/>
                </a:lnTo>
                <a:lnTo>
                  <a:pt x="843643" y="18586"/>
                </a:lnTo>
                <a:lnTo>
                  <a:pt x="841829" y="19946"/>
                </a:lnTo>
                <a:lnTo>
                  <a:pt x="840468" y="21986"/>
                </a:lnTo>
                <a:lnTo>
                  <a:pt x="839108" y="24479"/>
                </a:lnTo>
                <a:lnTo>
                  <a:pt x="838200" y="26973"/>
                </a:lnTo>
                <a:lnTo>
                  <a:pt x="837520" y="29919"/>
                </a:lnTo>
                <a:lnTo>
                  <a:pt x="837520" y="33319"/>
                </a:lnTo>
                <a:lnTo>
                  <a:pt x="837520" y="36266"/>
                </a:lnTo>
                <a:lnTo>
                  <a:pt x="838200" y="39439"/>
                </a:lnTo>
                <a:lnTo>
                  <a:pt x="839108" y="41932"/>
                </a:lnTo>
                <a:lnTo>
                  <a:pt x="840468" y="44199"/>
                </a:lnTo>
                <a:lnTo>
                  <a:pt x="841829" y="46465"/>
                </a:lnTo>
                <a:lnTo>
                  <a:pt x="843643" y="47825"/>
                </a:lnTo>
                <a:lnTo>
                  <a:pt x="844777" y="48279"/>
                </a:lnTo>
                <a:lnTo>
                  <a:pt x="845911" y="48732"/>
                </a:lnTo>
                <a:lnTo>
                  <a:pt x="846818" y="48959"/>
                </a:lnTo>
                <a:lnTo>
                  <a:pt x="847952" y="48959"/>
                </a:lnTo>
                <a:lnTo>
                  <a:pt x="865188" y="48959"/>
                </a:lnTo>
                <a:lnTo>
                  <a:pt x="866095" y="48959"/>
                </a:lnTo>
                <a:lnTo>
                  <a:pt x="867456" y="48732"/>
                </a:lnTo>
                <a:lnTo>
                  <a:pt x="868363" y="48279"/>
                </a:lnTo>
                <a:lnTo>
                  <a:pt x="869270" y="47825"/>
                </a:lnTo>
                <a:lnTo>
                  <a:pt x="871084" y="46465"/>
                </a:lnTo>
                <a:lnTo>
                  <a:pt x="872445" y="44199"/>
                </a:lnTo>
                <a:lnTo>
                  <a:pt x="874033" y="41932"/>
                </a:lnTo>
                <a:lnTo>
                  <a:pt x="874940" y="39439"/>
                </a:lnTo>
                <a:lnTo>
                  <a:pt x="875620" y="36266"/>
                </a:lnTo>
                <a:lnTo>
                  <a:pt x="875847" y="33319"/>
                </a:lnTo>
                <a:lnTo>
                  <a:pt x="875620" y="29919"/>
                </a:lnTo>
                <a:lnTo>
                  <a:pt x="874940" y="26973"/>
                </a:lnTo>
                <a:lnTo>
                  <a:pt x="874033" y="24479"/>
                </a:lnTo>
                <a:lnTo>
                  <a:pt x="872445" y="21986"/>
                </a:lnTo>
                <a:lnTo>
                  <a:pt x="871084" y="19946"/>
                </a:lnTo>
                <a:lnTo>
                  <a:pt x="869270" y="18586"/>
                </a:lnTo>
                <a:lnTo>
                  <a:pt x="868363" y="18133"/>
                </a:lnTo>
                <a:lnTo>
                  <a:pt x="867456" y="17679"/>
                </a:lnTo>
                <a:lnTo>
                  <a:pt x="866095" y="17453"/>
                </a:lnTo>
                <a:lnTo>
                  <a:pt x="865188" y="17453"/>
                </a:lnTo>
                <a:lnTo>
                  <a:pt x="847952" y="17453"/>
                </a:lnTo>
                <a:lnTo>
                  <a:pt x="846818" y="17453"/>
                </a:lnTo>
                <a:close/>
                <a:moveTo>
                  <a:pt x="203654" y="0"/>
                </a:moveTo>
                <a:lnTo>
                  <a:pt x="207282" y="0"/>
                </a:lnTo>
                <a:lnTo>
                  <a:pt x="1496106" y="0"/>
                </a:lnTo>
                <a:lnTo>
                  <a:pt x="1499961" y="0"/>
                </a:lnTo>
                <a:lnTo>
                  <a:pt x="1503363" y="227"/>
                </a:lnTo>
                <a:lnTo>
                  <a:pt x="1506765" y="680"/>
                </a:lnTo>
                <a:lnTo>
                  <a:pt x="1510167" y="1360"/>
                </a:lnTo>
                <a:lnTo>
                  <a:pt x="1513568" y="2040"/>
                </a:lnTo>
                <a:lnTo>
                  <a:pt x="1516743" y="2947"/>
                </a:lnTo>
                <a:lnTo>
                  <a:pt x="1520145" y="3853"/>
                </a:lnTo>
                <a:lnTo>
                  <a:pt x="1523093" y="4987"/>
                </a:lnTo>
                <a:lnTo>
                  <a:pt x="1526042" y="6347"/>
                </a:lnTo>
                <a:lnTo>
                  <a:pt x="1529217" y="7706"/>
                </a:lnTo>
                <a:lnTo>
                  <a:pt x="1531938" y="9293"/>
                </a:lnTo>
                <a:lnTo>
                  <a:pt x="1534886" y="10880"/>
                </a:lnTo>
                <a:lnTo>
                  <a:pt x="1537608" y="12693"/>
                </a:lnTo>
                <a:lnTo>
                  <a:pt x="1540102" y="14506"/>
                </a:lnTo>
                <a:lnTo>
                  <a:pt x="1542824" y="16546"/>
                </a:lnTo>
                <a:lnTo>
                  <a:pt x="1545092" y="18586"/>
                </a:lnTo>
                <a:lnTo>
                  <a:pt x="1547360" y="20626"/>
                </a:lnTo>
                <a:lnTo>
                  <a:pt x="1549627" y="22893"/>
                </a:lnTo>
                <a:lnTo>
                  <a:pt x="1551669" y="25386"/>
                </a:lnTo>
                <a:lnTo>
                  <a:pt x="1553483" y="27879"/>
                </a:lnTo>
                <a:lnTo>
                  <a:pt x="1555297" y="30372"/>
                </a:lnTo>
                <a:lnTo>
                  <a:pt x="1557111" y="33092"/>
                </a:lnTo>
                <a:lnTo>
                  <a:pt x="1558472" y="35812"/>
                </a:lnTo>
                <a:lnTo>
                  <a:pt x="1559833" y="38759"/>
                </a:lnTo>
                <a:lnTo>
                  <a:pt x="1561194" y="41479"/>
                </a:lnTo>
                <a:lnTo>
                  <a:pt x="1562101" y="44199"/>
                </a:lnTo>
                <a:lnTo>
                  <a:pt x="1563008" y="47372"/>
                </a:lnTo>
                <a:lnTo>
                  <a:pt x="1564142" y="50318"/>
                </a:lnTo>
                <a:lnTo>
                  <a:pt x="1564595" y="53718"/>
                </a:lnTo>
                <a:lnTo>
                  <a:pt x="1565049" y="56665"/>
                </a:lnTo>
                <a:lnTo>
                  <a:pt x="1565276" y="59838"/>
                </a:lnTo>
                <a:lnTo>
                  <a:pt x="1565502" y="63238"/>
                </a:lnTo>
                <a:lnTo>
                  <a:pt x="1565502" y="906864"/>
                </a:lnTo>
                <a:lnTo>
                  <a:pt x="1565276" y="910037"/>
                </a:lnTo>
                <a:lnTo>
                  <a:pt x="1565049" y="913437"/>
                </a:lnTo>
                <a:lnTo>
                  <a:pt x="1564595" y="916383"/>
                </a:lnTo>
                <a:lnTo>
                  <a:pt x="1564142" y="919783"/>
                </a:lnTo>
                <a:lnTo>
                  <a:pt x="1563008" y="922730"/>
                </a:lnTo>
                <a:lnTo>
                  <a:pt x="1562101" y="925676"/>
                </a:lnTo>
                <a:lnTo>
                  <a:pt x="1561194" y="928623"/>
                </a:lnTo>
                <a:lnTo>
                  <a:pt x="1559833" y="931343"/>
                </a:lnTo>
                <a:lnTo>
                  <a:pt x="1558472" y="934289"/>
                </a:lnTo>
                <a:lnTo>
                  <a:pt x="1557111" y="937009"/>
                </a:lnTo>
                <a:lnTo>
                  <a:pt x="1555297" y="939502"/>
                </a:lnTo>
                <a:lnTo>
                  <a:pt x="1553483" y="942222"/>
                </a:lnTo>
                <a:lnTo>
                  <a:pt x="1551669" y="944716"/>
                </a:lnTo>
                <a:lnTo>
                  <a:pt x="1549627" y="946982"/>
                </a:lnTo>
                <a:lnTo>
                  <a:pt x="1547360" y="949475"/>
                </a:lnTo>
                <a:lnTo>
                  <a:pt x="1545092" y="951515"/>
                </a:lnTo>
                <a:lnTo>
                  <a:pt x="1542824" y="953555"/>
                </a:lnTo>
                <a:lnTo>
                  <a:pt x="1540102" y="955369"/>
                </a:lnTo>
                <a:lnTo>
                  <a:pt x="1537608" y="957409"/>
                </a:lnTo>
                <a:lnTo>
                  <a:pt x="1534886" y="959222"/>
                </a:lnTo>
                <a:lnTo>
                  <a:pt x="1531938" y="960808"/>
                </a:lnTo>
                <a:lnTo>
                  <a:pt x="1529217" y="962168"/>
                </a:lnTo>
                <a:lnTo>
                  <a:pt x="1526042" y="963755"/>
                </a:lnTo>
                <a:lnTo>
                  <a:pt x="1523093" y="965115"/>
                </a:lnTo>
                <a:lnTo>
                  <a:pt x="1520145" y="966248"/>
                </a:lnTo>
                <a:lnTo>
                  <a:pt x="1516743" y="967155"/>
                </a:lnTo>
                <a:lnTo>
                  <a:pt x="1513568" y="967835"/>
                </a:lnTo>
                <a:lnTo>
                  <a:pt x="1510167" y="968515"/>
                </a:lnTo>
                <a:lnTo>
                  <a:pt x="1506765" y="969195"/>
                </a:lnTo>
                <a:lnTo>
                  <a:pt x="1503363" y="969648"/>
                </a:lnTo>
                <a:lnTo>
                  <a:pt x="1499961" y="969875"/>
                </a:lnTo>
                <a:lnTo>
                  <a:pt x="1496106" y="969875"/>
                </a:lnTo>
                <a:lnTo>
                  <a:pt x="1447347" y="969875"/>
                </a:lnTo>
                <a:lnTo>
                  <a:pt x="1447801" y="972141"/>
                </a:lnTo>
                <a:lnTo>
                  <a:pt x="1447801" y="974408"/>
                </a:lnTo>
                <a:lnTo>
                  <a:pt x="1447801" y="976901"/>
                </a:lnTo>
                <a:lnTo>
                  <a:pt x="1447347" y="979848"/>
                </a:lnTo>
                <a:lnTo>
                  <a:pt x="1496106" y="979848"/>
                </a:lnTo>
                <a:lnTo>
                  <a:pt x="1499735" y="979848"/>
                </a:lnTo>
                <a:lnTo>
                  <a:pt x="1503136" y="980074"/>
                </a:lnTo>
                <a:lnTo>
                  <a:pt x="1506538" y="980528"/>
                </a:lnTo>
                <a:lnTo>
                  <a:pt x="1509713" y="980981"/>
                </a:lnTo>
                <a:lnTo>
                  <a:pt x="1513115" y="981661"/>
                </a:lnTo>
                <a:lnTo>
                  <a:pt x="1516063" y="982568"/>
                </a:lnTo>
                <a:lnTo>
                  <a:pt x="1519238" y="983474"/>
                </a:lnTo>
                <a:lnTo>
                  <a:pt x="1521960" y="984608"/>
                </a:lnTo>
                <a:lnTo>
                  <a:pt x="1524681" y="985968"/>
                </a:lnTo>
                <a:lnTo>
                  <a:pt x="1527629" y="987328"/>
                </a:lnTo>
                <a:lnTo>
                  <a:pt x="1530124" y="988914"/>
                </a:lnTo>
                <a:lnTo>
                  <a:pt x="1532619" y="990501"/>
                </a:lnTo>
                <a:lnTo>
                  <a:pt x="1535113" y="992314"/>
                </a:lnTo>
                <a:lnTo>
                  <a:pt x="1537381" y="994354"/>
                </a:lnTo>
                <a:lnTo>
                  <a:pt x="1539649" y="996394"/>
                </a:lnTo>
                <a:lnTo>
                  <a:pt x="1541917" y="998434"/>
                </a:lnTo>
                <a:lnTo>
                  <a:pt x="1545999" y="1003194"/>
                </a:lnTo>
                <a:lnTo>
                  <a:pt x="1549854" y="1008407"/>
                </a:lnTo>
                <a:lnTo>
                  <a:pt x="1553256" y="1013847"/>
                </a:lnTo>
                <a:lnTo>
                  <a:pt x="1556431" y="1019740"/>
                </a:lnTo>
                <a:lnTo>
                  <a:pt x="1559152" y="1026086"/>
                </a:lnTo>
                <a:lnTo>
                  <a:pt x="1561420" y="1032886"/>
                </a:lnTo>
                <a:lnTo>
                  <a:pt x="1563688" y="1039686"/>
                </a:lnTo>
                <a:lnTo>
                  <a:pt x="1565502" y="1046939"/>
                </a:lnTo>
                <a:lnTo>
                  <a:pt x="1703388" y="1556695"/>
                </a:lnTo>
                <a:lnTo>
                  <a:pt x="1703388" y="1560095"/>
                </a:lnTo>
                <a:lnTo>
                  <a:pt x="1702935" y="1563722"/>
                </a:lnTo>
                <a:lnTo>
                  <a:pt x="1702708" y="1566895"/>
                </a:lnTo>
                <a:lnTo>
                  <a:pt x="1702027" y="1570068"/>
                </a:lnTo>
                <a:lnTo>
                  <a:pt x="1701347" y="1573468"/>
                </a:lnTo>
                <a:lnTo>
                  <a:pt x="1700440" y="1576641"/>
                </a:lnTo>
                <a:lnTo>
                  <a:pt x="1699306" y="1579815"/>
                </a:lnTo>
                <a:lnTo>
                  <a:pt x="1698172" y="1582761"/>
                </a:lnTo>
                <a:lnTo>
                  <a:pt x="1696585" y="1585934"/>
                </a:lnTo>
                <a:lnTo>
                  <a:pt x="1694997" y="1588654"/>
                </a:lnTo>
                <a:lnTo>
                  <a:pt x="1693410" y="1591374"/>
                </a:lnTo>
                <a:lnTo>
                  <a:pt x="1691822" y="1594321"/>
                </a:lnTo>
                <a:lnTo>
                  <a:pt x="1689781" y="1596814"/>
                </a:lnTo>
                <a:lnTo>
                  <a:pt x="1687740" y="1599307"/>
                </a:lnTo>
                <a:lnTo>
                  <a:pt x="1685472" y="1602027"/>
                </a:lnTo>
                <a:lnTo>
                  <a:pt x="1683204" y="1604294"/>
                </a:lnTo>
                <a:lnTo>
                  <a:pt x="1680710" y="1606334"/>
                </a:lnTo>
                <a:lnTo>
                  <a:pt x="1678442" y="1608600"/>
                </a:lnTo>
                <a:lnTo>
                  <a:pt x="1675720" y="1610640"/>
                </a:lnTo>
                <a:lnTo>
                  <a:pt x="1672999" y="1612454"/>
                </a:lnTo>
                <a:lnTo>
                  <a:pt x="1670277" y="1614040"/>
                </a:lnTo>
                <a:lnTo>
                  <a:pt x="1667329" y="1615853"/>
                </a:lnTo>
                <a:lnTo>
                  <a:pt x="1664381" y="1617440"/>
                </a:lnTo>
                <a:lnTo>
                  <a:pt x="1661433" y="1618573"/>
                </a:lnTo>
                <a:lnTo>
                  <a:pt x="1658031" y="1619707"/>
                </a:lnTo>
                <a:lnTo>
                  <a:pt x="1655083" y="1620840"/>
                </a:lnTo>
                <a:lnTo>
                  <a:pt x="1651681" y="1621747"/>
                </a:lnTo>
                <a:lnTo>
                  <a:pt x="1648279" y="1622653"/>
                </a:lnTo>
                <a:lnTo>
                  <a:pt x="1645104" y="1623333"/>
                </a:lnTo>
                <a:lnTo>
                  <a:pt x="1641476" y="1623560"/>
                </a:lnTo>
                <a:lnTo>
                  <a:pt x="1638074" y="1624013"/>
                </a:lnTo>
                <a:lnTo>
                  <a:pt x="1634445" y="1624013"/>
                </a:lnTo>
                <a:lnTo>
                  <a:pt x="68943" y="1624013"/>
                </a:lnTo>
                <a:lnTo>
                  <a:pt x="65314" y="1624013"/>
                </a:lnTo>
                <a:lnTo>
                  <a:pt x="61913" y="1623560"/>
                </a:lnTo>
                <a:lnTo>
                  <a:pt x="58511" y="1623333"/>
                </a:lnTo>
                <a:lnTo>
                  <a:pt x="55109" y="1622653"/>
                </a:lnTo>
                <a:lnTo>
                  <a:pt x="51934" y="1621747"/>
                </a:lnTo>
                <a:lnTo>
                  <a:pt x="48532" y="1620840"/>
                </a:lnTo>
                <a:lnTo>
                  <a:pt x="45357" y="1619707"/>
                </a:lnTo>
                <a:lnTo>
                  <a:pt x="41955" y="1618573"/>
                </a:lnTo>
                <a:lnTo>
                  <a:pt x="39007" y="1617440"/>
                </a:lnTo>
                <a:lnTo>
                  <a:pt x="36286" y="1615853"/>
                </a:lnTo>
                <a:lnTo>
                  <a:pt x="33111" y="1614040"/>
                </a:lnTo>
                <a:lnTo>
                  <a:pt x="30389" y="1612454"/>
                </a:lnTo>
                <a:lnTo>
                  <a:pt x="27668" y="1610640"/>
                </a:lnTo>
                <a:lnTo>
                  <a:pt x="25173" y="1608600"/>
                </a:lnTo>
                <a:lnTo>
                  <a:pt x="22679" y="1606334"/>
                </a:lnTo>
                <a:lnTo>
                  <a:pt x="20184" y="1604294"/>
                </a:lnTo>
                <a:lnTo>
                  <a:pt x="17916" y="1602027"/>
                </a:lnTo>
                <a:lnTo>
                  <a:pt x="15875" y="1599307"/>
                </a:lnTo>
                <a:lnTo>
                  <a:pt x="13607" y="1596814"/>
                </a:lnTo>
                <a:lnTo>
                  <a:pt x="11793" y="1594321"/>
                </a:lnTo>
                <a:lnTo>
                  <a:pt x="9979" y="1591374"/>
                </a:lnTo>
                <a:lnTo>
                  <a:pt x="8391" y="1588654"/>
                </a:lnTo>
                <a:lnTo>
                  <a:pt x="6804" y="1585934"/>
                </a:lnTo>
                <a:lnTo>
                  <a:pt x="5216" y="1582761"/>
                </a:lnTo>
                <a:lnTo>
                  <a:pt x="4082" y="1579815"/>
                </a:lnTo>
                <a:lnTo>
                  <a:pt x="2948" y="1576641"/>
                </a:lnTo>
                <a:lnTo>
                  <a:pt x="2041" y="1573468"/>
                </a:lnTo>
                <a:lnTo>
                  <a:pt x="1361" y="1570068"/>
                </a:lnTo>
                <a:lnTo>
                  <a:pt x="680" y="1566895"/>
                </a:lnTo>
                <a:lnTo>
                  <a:pt x="454" y="1563722"/>
                </a:lnTo>
                <a:lnTo>
                  <a:pt x="0" y="1560095"/>
                </a:lnTo>
                <a:lnTo>
                  <a:pt x="0" y="1556695"/>
                </a:lnTo>
                <a:lnTo>
                  <a:pt x="137886" y="1046939"/>
                </a:lnTo>
                <a:lnTo>
                  <a:pt x="140154" y="1040592"/>
                </a:lnTo>
                <a:lnTo>
                  <a:pt x="142422" y="1034019"/>
                </a:lnTo>
                <a:lnTo>
                  <a:pt x="144916" y="1027673"/>
                </a:lnTo>
                <a:lnTo>
                  <a:pt x="147864" y="1021780"/>
                </a:lnTo>
                <a:lnTo>
                  <a:pt x="150813" y="1016113"/>
                </a:lnTo>
                <a:lnTo>
                  <a:pt x="154214" y="1010447"/>
                </a:lnTo>
                <a:lnTo>
                  <a:pt x="158070" y="1005007"/>
                </a:lnTo>
                <a:lnTo>
                  <a:pt x="161925" y="1000474"/>
                </a:lnTo>
                <a:lnTo>
                  <a:pt x="166461" y="995714"/>
                </a:lnTo>
                <a:lnTo>
                  <a:pt x="168729" y="993901"/>
                </a:lnTo>
                <a:lnTo>
                  <a:pt x="171224" y="991634"/>
                </a:lnTo>
                <a:lnTo>
                  <a:pt x="173718" y="990047"/>
                </a:lnTo>
                <a:lnTo>
                  <a:pt x="176213" y="988234"/>
                </a:lnTo>
                <a:lnTo>
                  <a:pt x="178934" y="986874"/>
                </a:lnTo>
                <a:lnTo>
                  <a:pt x="181656" y="985288"/>
                </a:lnTo>
                <a:lnTo>
                  <a:pt x="184604" y="983928"/>
                </a:lnTo>
                <a:lnTo>
                  <a:pt x="187552" y="982794"/>
                </a:lnTo>
                <a:lnTo>
                  <a:pt x="190500" y="981888"/>
                </a:lnTo>
                <a:lnTo>
                  <a:pt x="193675" y="981208"/>
                </a:lnTo>
                <a:lnTo>
                  <a:pt x="196850" y="980528"/>
                </a:lnTo>
                <a:lnTo>
                  <a:pt x="200252" y="980074"/>
                </a:lnTo>
                <a:lnTo>
                  <a:pt x="203654" y="979848"/>
                </a:lnTo>
                <a:lnTo>
                  <a:pt x="207282" y="979848"/>
                </a:lnTo>
                <a:lnTo>
                  <a:pt x="256041" y="979848"/>
                </a:lnTo>
                <a:lnTo>
                  <a:pt x="255815" y="976901"/>
                </a:lnTo>
                <a:lnTo>
                  <a:pt x="255588" y="974408"/>
                </a:lnTo>
                <a:lnTo>
                  <a:pt x="255588" y="972141"/>
                </a:lnTo>
                <a:lnTo>
                  <a:pt x="256041" y="969875"/>
                </a:lnTo>
                <a:lnTo>
                  <a:pt x="207282" y="969875"/>
                </a:lnTo>
                <a:lnTo>
                  <a:pt x="203654" y="969875"/>
                </a:lnTo>
                <a:lnTo>
                  <a:pt x="200252" y="969648"/>
                </a:lnTo>
                <a:lnTo>
                  <a:pt x="196624" y="969195"/>
                </a:lnTo>
                <a:lnTo>
                  <a:pt x="193222" y="968515"/>
                </a:lnTo>
                <a:lnTo>
                  <a:pt x="189820" y="967835"/>
                </a:lnTo>
                <a:lnTo>
                  <a:pt x="186645" y="967155"/>
                </a:lnTo>
                <a:lnTo>
                  <a:pt x="183243" y="966248"/>
                </a:lnTo>
                <a:lnTo>
                  <a:pt x="180295" y="965115"/>
                </a:lnTo>
                <a:lnTo>
                  <a:pt x="177347" y="963755"/>
                </a:lnTo>
                <a:lnTo>
                  <a:pt x="174172" y="962168"/>
                </a:lnTo>
                <a:lnTo>
                  <a:pt x="171450" y="960808"/>
                </a:lnTo>
                <a:lnTo>
                  <a:pt x="168502" y="959222"/>
                </a:lnTo>
                <a:lnTo>
                  <a:pt x="165781" y="957409"/>
                </a:lnTo>
                <a:lnTo>
                  <a:pt x="163286" y="955369"/>
                </a:lnTo>
                <a:lnTo>
                  <a:pt x="160564" y="953555"/>
                </a:lnTo>
                <a:lnTo>
                  <a:pt x="158297" y="951515"/>
                </a:lnTo>
                <a:lnTo>
                  <a:pt x="156029" y="949475"/>
                </a:lnTo>
                <a:lnTo>
                  <a:pt x="153761" y="946982"/>
                </a:lnTo>
                <a:lnTo>
                  <a:pt x="151720" y="944716"/>
                </a:lnTo>
                <a:lnTo>
                  <a:pt x="149906" y="942222"/>
                </a:lnTo>
                <a:lnTo>
                  <a:pt x="148091" y="939502"/>
                </a:lnTo>
                <a:lnTo>
                  <a:pt x="146277" y="937009"/>
                </a:lnTo>
                <a:lnTo>
                  <a:pt x="144916" y="934289"/>
                </a:lnTo>
                <a:lnTo>
                  <a:pt x="143556" y="931343"/>
                </a:lnTo>
                <a:lnTo>
                  <a:pt x="142195" y="928623"/>
                </a:lnTo>
                <a:lnTo>
                  <a:pt x="141288" y="925676"/>
                </a:lnTo>
                <a:lnTo>
                  <a:pt x="140381" y="922730"/>
                </a:lnTo>
                <a:lnTo>
                  <a:pt x="139247" y="919783"/>
                </a:lnTo>
                <a:lnTo>
                  <a:pt x="138793" y="916383"/>
                </a:lnTo>
                <a:lnTo>
                  <a:pt x="138339" y="913437"/>
                </a:lnTo>
                <a:lnTo>
                  <a:pt x="138113" y="910037"/>
                </a:lnTo>
                <a:lnTo>
                  <a:pt x="137886" y="906864"/>
                </a:lnTo>
                <a:lnTo>
                  <a:pt x="137886" y="63238"/>
                </a:lnTo>
                <a:lnTo>
                  <a:pt x="138113" y="59838"/>
                </a:lnTo>
                <a:lnTo>
                  <a:pt x="138339" y="56665"/>
                </a:lnTo>
                <a:lnTo>
                  <a:pt x="138793" y="53718"/>
                </a:lnTo>
                <a:lnTo>
                  <a:pt x="139247" y="50318"/>
                </a:lnTo>
                <a:lnTo>
                  <a:pt x="140381" y="47372"/>
                </a:lnTo>
                <a:lnTo>
                  <a:pt x="141288" y="44199"/>
                </a:lnTo>
                <a:lnTo>
                  <a:pt x="142195" y="41479"/>
                </a:lnTo>
                <a:lnTo>
                  <a:pt x="143556" y="38759"/>
                </a:lnTo>
                <a:lnTo>
                  <a:pt x="144916" y="35812"/>
                </a:lnTo>
                <a:lnTo>
                  <a:pt x="146277" y="33092"/>
                </a:lnTo>
                <a:lnTo>
                  <a:pt x="148091" y="30372"/>
                </a:lnTo>
                <a:lnTo>
                  <a:pt x="149906" y="27879"/>
                </a:lnTo>
                <a:lnTo>
                  <a:pt x="151720" y="25386"/>
                </a:lnTo>
                <a:lnTo>
                  <a:pt x="153761" y="22893"/>
                </a:lnTo>
                <a:lnTo>
                  <a:pt x="156029" y="20626"/>
                </a:lnTo>
                <a:lnTo>
                  <a:pt x="158297" y="18586"/>
                </a:lnTo>
                <a:lnTo>
                  <a:pt x="160564" y="16546"/>
                </a:lnTo>
                <a:lnTo>
                  <a:pt x="163286" y="14506"/>
                </a:lnTo>
                <a:lnTo>
                  <a:pt x="165781" y="12693"/>
                </a:lnTo>
                <a:lnTo>
                  <a:pt x="168502" y="10880"/>
                </a:lnTo>
                <a:lnTo>
                  <a:pt x="171450" y="9293"/>
                </a:lnTo>
                <a:lnTo>
                  <a:pt x="174172" y="7706"/>
                </a:lnTo>
                <a:lnTo>
                  <a:pt x="177347" y="6347"/>
                </a:lnTo>
                <a:lnTo>
                  <a:pt x="180295" y="4987"/>
                </a:lnTo>
                <a:lnTo>
                  <a:pt x="183243" y="3853"/>
                </a:lnTo>
                <a:lnTo>
                  <a:pt x="186645" y="2947"/>
                </a:lnTo>
                <a:lnTo>
                  <a:pt x="189820" y="2040"/>
                </a:lnTo>
                <a:lnTo>
                  <a:pt x="193222" y="1360"/>
                </a:lnTo>
                <a:lnTo>
                  <a:pt x="196624" y="680"/>
                </a:lnTo>
                <a:lnTo>
                  <a:pt x="200252" y="227"/>
                </a:lnTo>
                <a:lnTo>
                  <a:pt x="203654" y="0"/>
                </a:lnTo>
                <a:close/>
              </a:path>
            </a:pathLst>
          </a:custGeom>
          <a:solidFill>
            <a:schemeClr val="accent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a:solidFill>
                <a:srgbClr val="FFFFFF"/>
              </a:solidFill>
              <a:latin typeface="+mn-lt"/>
              <a:ea typeface="+mn-ea"/>
              <a:cs typeface="+mn-ea"/>
              <a:sym typeface="+mn-lt"/>
            </a:endParaRPr>
          </a:p>
        </p:txBody>
      </p:sp>
      <p:sp>
        <p:nvSpPr>
          <p:cNvPr id="21" name="文本框 20">
            <a:extLst>
              <a:ext uri="{FF2B5EF4-FFF2-40B4-BE49-F238E27FC236}">
                <a16:creationId xmlns:a16="http://schemas.microsoft.com/office/drawing/2014/main" id="{D71A9400-B470-1504-667F-273FEB2A2D5B}"/>
              </a:ext>
            </a:extLst>
          </p:cNvPr>
          <p:cNvSpPr txBox="1"/>
          <p:nvPr/>
        </p:nvSpPr>
        <p:spPr>
          <a:xfrm>
            <a:off x="1522955" y="1887319"/>
            <a:ext cx="2845845" cy="830997"/>
          </a:xfrm>
          <a:prstGeom prst="rect">
            <a:avLst/>
          </a:prstGeom>
          <a:noFill/>
        </p:spPr>
        <p:txBody>
          <a:bodyPr wrap="square" rtlCol="0">
            <a:spAutoFit/>
          </a:bodyPr>
          <a:lstStyle/>
          <a:p>
            <a:pPr>
              <a:lnSpc>
                <a:spcPct val="150000"/>
              </a:lnSpc>
            </a:pPr>
            <a:r>
              <a:rPr lang="zh-CN" altLang="en-US" sz="1600" dirty="0">
                <a:solidFill>
                  <a:schemeClr val="tx1">
                    <a:lumMod val="65000"/>
                    <a:lumOff val="35000"/>
                  </a:schemeClr>
                </a:solidFill>
                <a:cs typeface="+mn-ea"/>
                <a:sym typeface="+mn-lt"/>
              </a:rPr>
              <a:t>请在这里添加相应的文字内容请在这里添加相应的文字内容</a:t>
            </a:r>
          </a:p>
        </p:txBody>
      </p:sp>
      <p:sp>
        <p:nvSpPr>
          <p:cNvPr id="22" name="矩形 21">
            <a:extLst>
              <a:ext uri="{FF2B5EF4-FFF2-40B4-BE49-F238E27FC236}">
                <a16:creationId xmlns:a16="http://schemas.microsoft.com/office/drawing/2014/main" id="{24658C36-470B-D0DE-A21E-FE1B38740B4C}"/>
              </a:ext>
            </a:extLst>
          </p:cNvPr>
          <p:cNvSpPr/>
          <p:nvPr/>
        </p:nvSpPr>
        <p:spPr>
          <a:xfrm>
            <a:off x="1522955" y="1487209"/>
            <a:ext cx="2236510" cy="400110"/>
          </a:xfrm>
          <a:prstGeom prst="rect">
            <a:avLst/>
          </a:prstGeom>
        </p:spPr>
        <p:txBody>
          <a:bodyPr wrap="none">
            <a:spAutoFit/>
          </a:bodyPr>
          <a:lstStyle/>
          <a:p>
            <a:r>
              <a:rPr lang="zh-CN" altLang="en-US" sz="2000" b="1" dirty="0">
                <a:solidFill>
                  <a:schemeClr val="accent1"/>
                </a:solidFill>
                <a:cs typeface="+mn-ea"/>
                <a:sym typeface="+mn-lt"/>
              </a:rPr>
              <a:t>这里添加文字标题</a:t>
            </a:r>
            <a:endParaRPr lang="zh-CN" altLang="en-US" sz="2000" dirty="0">
              <a:solidFill>
                <a:schemeClr val="accent1"/>
              </a:solidFill>
              <a:cs typeface="+mn-ea"/>
              <a:sym typeface="+mn-lt"/>
            </a:endParaRPr>
          </a:p>
        </p:txBody>
      </p:sp>
      <p:sp>
        <p:nvSpPr>
          <p:cNvPr id="2" name="任意多边形 19">
            <a:extLst>
              <a:ext uri="{FF2B5EF4-FFF2-40B4-BE49-F238E27FC236}">
                <a16:creationId xmlns:a16="http://schemas.microsoft.com/office/drawing/2014/main" id="{79915C22-054D-787C-A90E-A252AAB3F7DE}"/>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18">
            <a:extLst>
              <a:ext uri="{FF2B5EF4-FFF2-40B4-BE49-F238E27FC236}">
                <a16:creationId xmlns:a16="http://schemas.microsoft.com/office/drawing/2014/main" id="{81076CB6-11D0-96C1-E116-6A582B134163}"/>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组合 3">
            <a:extLst>
              <a:ext uri="{FF2B5EF4-FFF2-40B4-BE49-F238E27FC236}">
                <a16:creationId xmlns:a16="http://schemas.microsoft.com/office/drawing/2014/main" id="{B6F6EBD2-75BC-669B-78DA-D5F40DEB2A03}"/>
              </a:ext>
            </a:extLst>
          </p:cNvPr>
          <p:cNvGrpSpPr/>
          <p:nvPr/>
        </p:nvGrpSpPr>
        <p:grpSpPr>
          <a:xfrm>
            <a:off x="71844" y="60398"/>
            <a:ext cx="593817" cy="593817"/>
            <a:chOff x="1131485" y="2234042"/>
            <a:chExt cx="1607262" cy="1607262"/>
          </a:xfrm>
        </p:grpSpPr>
        <p:sp>
          <p:nvSpPr>
            <p:cNvPr id="5" name="椭圆 4">
              <a:extLst>
                <a:ext uri="{FF2B5EF4-FFF2-40B4-BE49-F238E27FC236}">
                  <a16:creationId xmlns:a16="http://schemas.microsoft.com/office/drawing/2014/main" id="{4118FBBF-2AE3-AD5D-2051-BE117C745562}"/>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椭圆 7">
              <a:extLst>
                <a:ext uri="{FF2B5EF4-FFF2-40B4-BE49-F238E27FC236}">
                  <a16:creationId xmlns:a16="http://schemas.microsoft.com/office/drawing/2014/main" id="{9039DD9A-B716-1B22-A87F-F228874CD0A0}"/>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24" name="KSO_Shape">
              <a:extLst>
                <a:ext uri="{FF2B5EF4-FFF2-40B4-BE49-F238E27FC236}">
                  <a16:creationId xmlns:a16="http://schemas.microsoft.com/office/drawing/2014/main" id="{D5B354F8-A069-C331-9575-9259B70646C8}"/>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25" name="文本占位符 33">
            <a:extLst>
              <a:ext uri="{FF2B5EF4-FFF2-40B4-BE49-F238E27FC236}">
                <a16:creationId xmlns:a16="http://schemas.microsoft.com/office/drawing/2014/main" id="{57CBC1EA-D2F8-1F27-A35B-0EB35D8D0545}"/>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352429396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1_比较">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D1E0799C-88B5-778B-8130-522EBB774304}"/>
              </a:ext>
            </a:extLst>
          </p:cNvPr>
          <p:cNvSpPr>
            <a:spLocks noGrp="1"/>
          </p:cNvSpPr>
          <p:nvPr>
            <p:ph type="body" idx="1"/>
          </p:nvPr>
        </p:nvSpPr>
        <p:spPr>
          <a:xfrm>
            <a:off x="588963" y="805042"/>
            <a:ext cx="576446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5" name="文本占位符 4">
            <a:extLst>
              <a:ext uri="{FF2B5EF4-FFF2-40B4-BE49-F238E27FC236}">
                <a16:creationId xmlns:a16="http://schemas.microsoft.com/office/drawing/2014/main" id="{74386F69-B5F8-12CD-152E-8D9FEF85256A}"/>
              </a:ext>
            </a:extLst>
          </p:cNvPr>
          <p:cNvSpPr>
            <a:spLocks noGrp="1"/>
          </p:cNvSpPr>
          <p:nvPr>
            <p:ph type="body" sz="quarter" idx="3"/>
          </p:nvPr>
        </p:nvSpPr>
        <p:spPr>
          <a:xfrm>
            <a:off x="5997575" y="805042"/>
            <a:ext cx="5792849"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8" name="内容占位符 17">
            <a:extLst>
              <a:ext uri="{FF2B5EF4-FFF2-40B4-BE49-F238E27FC236}">
                <a16:creationId xmlns:a16="http://schemas.microsoft.com/office/drawing/2014/main" id="{39B611A7-CF8D-CAA4-3A4F-F0188DF8C894}"/>
              </a:ext>
            </a:extLst>
          </p:cNvPr>
          <p:cNvSpPr>
            <a:spLocks noGrp="1"/>
          </p:cNvSpPr>
          <p:nvPr>
            <p:ph sz="quarter" idx="19"/>
          </p:nvPr>
        </p:nvSpPr>
        <p:spPr>
          <a:xfrm>
            <a:off x="588963" y="1773239"/>
            <a:ext cx="4859337" cy="4679950"/>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20" name="内容占位符 19">
            <a:extLst>
              <a:ext uri="{FF2B5EF4-FFF2-40B4-BE49-F238E27FC236}">
                <a16:creationId xmlns:a16="http://schemas.microsoft.com/office/drawing/2014/main" id="{FFFB7F56-3D87-E611-ED81-25826319A38C}"/>
              </a:ext>
            </a:extLst>
          </p:cNvPr>
          <p:cNvSpPr>
            <a:spLocks noGrp="1"/>
          </p:cNvSpPr>
          <p:nvPr>
            <p:ph sz="quarter" idx="20"/>
          </p:nvPr>
        </p:nvSpPr>
        <p:spPr>
          <a:xfrm>
            <a:off x="6029325" y="1773238"/>
            <a:ext cx="5184775" cy="4679950"/>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2" name="任意多边形 19">
            <a:extLst>
              <a:ext uri="{FF2B5EF4-FFF2-40B4-BE49-F238E27FC236}">
                <a16:creationId xmlns:a16="http://schemas.microsoft.com/office/drawing/2014/main" id="{45274C2E-F0AD-2292-B1D2-A6E0BAAE7CF9}"/>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 name="任意多边形 18">
            <a:extLst>
              <a:ext uri="{FF2B5EF4-FFF2-40B4-BE49-F238E27FC236}">
                <a16:creationId xmlns:a16="http://schemas.microsoft.com/office/drawing/2014/main" id="{1200640A-65BF-9929-A439-D583B2A0CC3A}"/>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6" name="组合 5">
            <a:extLst>
              <a:ext uri="{FF2B5EF4-FFF2-40B4-BE49-F238E27FC236}">
                <a16:creationId xmlns:a16="http://schemas.microsoft.com/office/drawing/2014/main" id="{5157EBAF-558A-CD90-B9F6-43CCCB87FB4B}"/>
              </a:ext>
            </a:extLst>
          </p:cNvPr>
          <p:cNvGrpSpPr/>
          <p:nvPr/>
        </p:nvGrpSpPr>
        <p:grpSpPr>
          <a:xfrm>
            <a:off x="71844" y="60398"/>
            <a:ext cx="593817" cy="593817"/>
            <a:chOff x="1131485" y="2234042"/>
            <a:chExt cx="1607262" cy="1607262"/>
          </a:xfrm>
        </p:grpSpPr>
        <p:sp>
          <p:nvSpPr>
            <p:cNvPr id="7" name="椭圆 6">
              <a:extLst>
                <a:ext uri="{FF2B5EF4-FFF2-40B4-BE49-F238E27FC236}">
                  <a16:creationId xmlns:a16="http://schemas.microsoft.com/office/drawing/2014/main" id="{E308B397-2839-4B6A-4D25-E7D2F2C321D3}"/>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椭圆 7">
              <a:extLst>
                <a:ext uri="{FF2B5EF4-FFF2-40B4-BE49-F238E27FC236}">
                  <a16:creationId xmlns:a16="http://schemas.microsoft.com/office/drawing/2014/main" id="{9103061F-CC05-33B7-0CD3-00006CD4B024}"/>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9" name="KSO_Shape">
              <a:extLst>
                <a:ext uri="{FF2B5EF4-FFF2-40B4-BE49-F238E27FC236}">
                  <a16:creationId xmlns:a16="http://schemas.microsoft.com/office/drawing/2014/main" id="{5372DDED-8415-8A28-814B-6B958870DDDC}"/>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7" name="文本占位符 33">
            <a:extLst>
              <a:ext uri="{FF2B5EF4-FFF2-40B4-BE49-F238E27FC236}">
                <a16:creationId xmlns:a16="http://schemas.microsoft.com/office/drawing/2014/main" id="{F877CA57-D86B-59DA-065F-9A7B7CC6A258}"/>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98752112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3_两栏内容">
    <p:spTree>
      <p:nvGrpSpPr>
        <p:cNvPr id="1" name=""/>
        <p:cNvGrpSpPr/>
        <p:nvPr/>
      </p:nvGrpSpPr>
      <p:grpSpPr>
        <a:xfrm>
          <a:off x="0" y="0"/>
          <a:ext cx="0" cy="0"/>
          <a:chOff x="0" y="0"/>
          <a:chExt cx="0" cy="0"/>
        </a:xfrm>
      </p:grpSpPr>
      <p:sp>
        <p:nvSpPr>
          <p:cNvPr id="16" name="内容占位符 15">
            <a:extLst>
              <a:ext uri="{FF2B5EF4-FFF2-40B4-BE49-F238E27FC236}">
                <a16:creationId xmlns:a16="http://schemas.microsoft.com/office/drawing/2014/main" id="{00D3208F-8B49-369D-47AA-F2C59F29C321}"/>
              </a:ext>
            </a:extLst>
          </p:cNvPr>
          <p:cNvSpPr>
            <a:spLocks noGrp="1"/>
          </p:cNvSpPr>
          <p:nvPr>
            <p:ph sz="quarter" idx="19"/>
          </p:nvPr>
        </p:nvSpPr>
        <p:spPr>
          <a:xfrm>
            <a:off x="850900" y="1052513"/>
            <a:ext cx="5461000" cy="5329237"/>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17" name="内容占位符 15">
            <a:extLst>
              <a:ext uri="{FF2B5EF4-FFF2-40B4-BE49-F238E27FC236}">
                <a16:creationId xmlns:a16="http://schemas.microsoft.com/office/drawing/2014/main" id="{8522F3B8-E67B-71A4-4BB2-BA1677F94C91}"/>
              </a:ext>
            </a:extLst>
          </p:cNvPr>
          <p:cNvSpPr>
            <a:spLocks noGrp="1"/>
          </p:cNvSpPr>
          <p:nvPr>
            <p:ph sz="quarter" idx="20"/>
          </p:nvPr>
        </p:nvSpPr>
        <p:spPr>
          <a:xfrm>
            <a:off x="6508741" y="1022797"/>
            <a:ext cx="5461000" cy="5329237"/>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2" name="任意多边形 19">
            <a:extLst>
              <a:ext uri="{FF2B5EF4-FFF2-40B4-BE49-F238E27FC236}">
                <a16:creationId xmlns:a16="http://schemas.microsoft.com/office/drawing/2014/main" id="{6E7F149E-FDF3-A2E4-46B1-5F45E42A948E}"/>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18">
            <a:extLst>
              <a:ext uri="{FF2B5EF4-FFF2-40B4-BE49-F238E27FC236}">
                <a16:creationId xmlns:a16="http://schemas.microsoft.com/office/drawing/2014/main" id="{AA469707-33CD-2919-718B-7E3D05A6BBA9}"/>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组合 3">
            <a:extLst>
              <a:ext uri="{FF2B5EF4-FFF2-40B4-BE49-F238E27FC236}">
                <a16:creationId xmlns:a16="http://schemas.microsoft.com/office/drawing/2014/main" id="{D057A4CC-57C1-1C9D-0D52-813AF05E20E5}"/>
              </a:ext>
            </a:extLst>
          </p:cNvPr>
          <p:cNvGrpSpPr/>
          <p:nvPr/>
        </p:nvGrpSpPr>
        <p:grpSpPr>
          <a:xfrm>
            <a:off x="71844" y="60398"/>
            <a:ext cx="593817" cy="593817"/>
            <a:chOff x="1131485" y="2234042"/>
            <a:chExt cx="1607262" cy="1607262"/>
          </a:xfrm>
        </p:grpSpPr>
        <p:sp>
          <p:nvSpPr>
            <p:cNvPr id="5" name="椭圆 4">
              <a:extLst>
                <a:ext uri="{FF2B5EF4-FFF2-40B4-BE49-F238E27FC236}">
                  <a16:creationId xmlns:a16="http://schemas.microsoft.com/office/drawing/2014/main" id="{D1B808A0-679A-AC62-9527-3C8A20F8FEB4}"/>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 name="椭圆 5">
              <a:extLst>
                <a:ext uri="{FF2B5EF4-FFF2-40B4-BE49-F238E27FC236}">
                  <a16:creationId xmlns:a16="http://schemas.microsoft.com/office/drawing/2014/main" id="{E2BE32F6-BB06-B9C2-2DAB-A984078A764B}"/>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7" name="KSO_Shape">
              <a:extLst>
                <a:ext uri="{FF2B5EF4-FFF2-40B4-BE49-F238E27FC236}">
                  <a16:creationId xmlns:a16="http://schemas.microsoft.com/office/drawing/2014/main" id="{8FAAABC9-F0B3-2024-785A-F7EAAD190FFF}"/>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5" name="文本占位符 33">
            <a:extLst>
              <a:ext uri="{FF2B5EF4-FFF2-40B4-BE49-F238E27FC236}">
                <a16:creationId xmlns:a16="http://schemas.microsoft.com/office/drawing/2014/main" id="{FDFC6117-3B35-5E72-42F6-C59BD58A315C}"/>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25267723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598A6422-A47C-BBC9-ACC4-72588C812E4A}"/>
              </a:ext>
            </a:extLst>
          </p:cNvPr>
          <p:cNvSpPr/>
          <p:nvPr/>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平行四边形 5">
            <a:extLst>
              <a:ext uri="{FF2B5EF4-FFF2-40B4-BE49-F238E27FC236}">
                <a16:creationId xmlns:a16="http://schemas.microsoft.com/office/drawing/2014/main" id="{9937AFAB-7A84-DF9A-879B-2A7100C681AF}"/>
              </a:ext>
            </a:extLst>
          </p:cNvPr>
          <p:cNvSpPr/>
          <p:nvPr/>
        </p:nvSpPr>
        <p:spPr>
          <a:xfrm>
            <a:off x="1176337" y="0"/>
            <a:ext cx="10196513" cy="6858000"/>
          </a:xfrm>
          <a:prstGeom prst="parallelogram">
            <a:avLst>
              <a:gd name="adj" fmla="val 52222"/>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圆角矩形 13">
            <a:extLst>
              <a:ext uri="{FF2B5EF4-FFF2-40B4-BE49-F238E27FC236}">
                <a16:creationId xmlns:a16="http://schemas.microsoft.com/office/drawing/2014/main" id="{57273606-30FD-726A-B5E5-5880343FE394}"/>
              </a:ext>
            </a:extLst>
          </p:cNvPr>
          <p:cNvSpPr/>
          <p:nvPr/>
        </p:nvSpPr>
        <p:spPr>
          <a:xfrm rot="12648828">
            <a:off x="3867583" y="3594155"/>
            <a:ext cx="357278"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14">
            <a:extLst>
              <a:ext uri="{FF2B5EF4-FFF2-40B4-BE49-F238E27FC236}">
                <a16:creationId xmlns:a16="http://schemas.microsoft.com/office/drawing/2014/main" id="{014868D7-6268-3673-19F7-C28778739228}"/>
              </a:ext>
            </a:extLst>
          </p:cNvPr>
          <p:cNvSpPr/>
          <p:nvPr/>
        </p:nvSpPr>
        <p:spPr>
          <a:xfrm rot="12343551">
            <a:off x="7027488" y="2611931"/>
            <a:ext cx="94887"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5E299118-E489-728C-C7DE-7AA0E34E3619}"/>
              </a:ext>
            </a:extLst>
          </p:cNvPr>
          <p:cNvSpPr/>
          <p:nvPr/>
        </p:nvSpPr>
        <p:spPr>
          <a:xfrm>
            <a:off x="2322499" y="3086100"/>
            <a:ext cx="7486650" cy="1409700"/>
          </a:xfrm>
          <a:prstGeom prst="rect">
            <a:avLst/>
          </a:prstGeom>
          <a:solidFill>
            <a:srgbClr val="16D1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D6A7E97D-9532-BCD0-82A4-C8E950C06CED}"/>
              </a:ext>
            </a:extLst>
          </p:cNvPr>
          <p:cNvSpPr/>
          <p:nvPr/>
        </p:nvSpPr>
        <p:spPr>
          <a:xfrm>
            <a:off x="4668031" y="1809750"/>
            <a:ext cx="3676650" cy="704850"/>
          </a:xfrm>
          <a:prstGeom prst="rect">
            <a:avLst/>
          </a:prstGeom>
          <a:solidFill>
            <a:srgbClr val="0BB8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7D668D99-50AC-395B-7778-1DA46938562A}"/>
              </a:ext>
            </a:extLst>
          </p:cNvPr>
          <p:cNvSpPr txBox="1"/>
          <p:nvPr/>
        </p:nvSpPr>
        <p:spPr>
          <a:xfrm>
            <a:off x="5024219" y="1839009"/>
            <a:ext cx="3108543" cy="646331"/>
          </a:xfrm>
          <a:prstGeom prst="rect">
            <a:avLst/>
          </a:prstGeom>
          <a:noFill/>
        </p:spPr>
        <p:txBody>
          <a:bodyPr wrap="none" rtlCol="0">
            <a:spAutoFit/>
          </a:bodyPr>
          <a:lstStyle/>
          <a:p>
            <a:r>
              <a:rPr lang="en-US" altLang="zh-CN" sz="3600" b="1">
                <a:solidFill>
                  <a:schemeClr val="bg1"/>
                </a:solidFill>
              </a:rPr>
              <a:t>WEB</a:t>
            </a:r>
            <a:r>
              <a:rPr lang="zh-CN" altLang="en-US" sz="3600" b="1">
                <a:solidFill>
                  <a:schemeClr val="bg1"/>
                </a:solidFill>
              </a:rPr>
              <a:t>项目应用</a:t>
            </a:r>
            <a:endParaRPr lang="zh-CN" altLang="en-US" sz="3600" b="1" dirty="0">
              <a:solidFill>
                <a:schemeClr val="bg1"/>
              </a:solidFill>
            </a:endParaRPr>
          </a:p>
        </p:txBody>
      </p:sp>
      <p:sp>
        <p:nvSpPr>
          <p:cNvPr id="13" name="圆角矩形 15">
            <a:extLst>
              <a:ext uri="{FF2B5EF4-FFF2-40B4-BE49-F238E27FC236}">
                <a16:creationId xmlns:a16="http://schemas.microsoft.com/office/drawing/2014/main" id="{A8215550-1B60-B2DD-3069-44FE3FBB93EE}"/>
              </a:ext>
            </a:extLst>
          </p:cNvPr>
          <p:cNvSpPr/>
          <p:nvPr/>
        </p:nvSpPr>
        <p:spPr>
          <a:xfrm rot="12653304">
            <a:off x="9943872" y="-415455"/>
            <a:ext cx="94887"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圆角矩形 16">
            <a:extLst>
              <a:ext uri="{FF2B5EF4-FFF2-40B4-BE49-F238E27FC236}">
                <a16:creationId xmlns:a16="http://schemas.microsoft.com/office/drawing/2014/main" id="{5457683F-60F4-AA94-2B81-A47C48184527}"/>
              </a:ext>
            </a:extLst>
          </p:cNvPr>
          <p:cNvSpPr/>
          <p:nvPr/>
        </p:nvSpPr>
        <p:spPr>
          <a:xfrm rot="12752664">
            <a:off x="909580" y="3590694"/>
            <a:ext cx="357278"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圆角矩形 17">
            <a:extLst>
              <a:ext uri="{FF2B5EF4-FFF2-40B4-BE49-F238E27FC236}">
                <a16:creationId xmlns:a16="http://schemas.microsoft.com/office/drawing/2014/main" id="{C74E6A63-4082-E91F-71A0-E3D26C018747}"/>
              </a:ext>
            </a:extLst>
          </p:cNvPr>
          <p:cNvSpPr/>
          <p:nvPr/>
        </p:nvSpPr>
        <p:spPr>
          <a:xfrm rot="12651570">
            <a:off x="1942446" y="257056"/>
            <a:ext cx="84570"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6" name="图片 15">
            <a:extLst>
              <a:ext uri="{FF2B5EF4-FFF2-40B4-BE49-F238E27FC236}">
                <a16:creationId xmlns:a16="http://schemas.microsoft.com/office/drawing/2014/main" id="{AAFE492F-316A-15E2-40A2-70EB2728668F}"/>
              </a:ext>
            </a:extLst>
          </p:cNvPr>
          <p:cNvPicPr>
            <a:picLocks noChangeAspect="1"/>
          </p:cNvPicPr>
          <p:nvPr/>
        </p:nvPicPr>
        <p:blipFill>
          <a:blip r:embed="rId2"/>
          <a:stretch>
            <a:fillRect/>
          </a:stretch>
        </p:blipFill>
        <p:spPr>
          <a:xfrm>
            <a:off x="10419082" y="1714381"/>
            <a:ext cx="1382656" cy="722752"/>
          </a:xfrm>
          <a:prstGeom prst="rect">
            <a:avLst/>
          </a:prstGeom>
        </p:spPr>
      </p:pic>
      <p:pic>
        <p:nvPicPr>
          <p:cNvPr id="17" name="图片 16">
            <a:extLst>
              <a:ext uri="{FF2B5EF4-FFF2-40B4-BE49-F238E27FC236}">
                <a16:creationId xmlns:a16="http://schemas.microsoft.com/office/drawing/2014/main" id="{146909AE-E5DD-4FD0-C0D5-6DE4BC653C39}"/>
              </a:ext>
            </a:extLst>
          </p:cNvPr>
          <p:cNvPicPr>
            <a:picLocks noChangeAspect="1"/>
          </p:cNvPicPr>
          <p:nvPr/>
        </p:nvPicPr>
        <p:blipFill>
          <a:blip r:embed="rId3"/>
          <a:stretch>
            <a:fillRect/>
          </a:stretch>
        </p:blipFill>
        <p:spPr>
          <a:xfrm>
            <a:off x="8349401" y="5183329"/>
            <a:ext cx="853056" cy="955423"/>
          </a:xfrm>
          <a:prstGeom prst="rect">
            <a:avLst/>
          </a:prstGeom>
        </p:spPr>
      </p:pic>
      <p:pic>
        <p:nvPicPr>
          <p:cNvPr id="18" name="图片 17">
            <a:extLst>
              <a:ext uri="{FF2B5EF4-FFF2-40B4-BE49-F238E27FC236}">
                <a16:creationId xmlns:a16="http://schemas.microsoft.com/office/drawing/2014/main" id="{6D92C32F-DB3C-76F5-9E75-A62B5F3115B4}"/>
              </a:ext>
            </a:extLst>
          </p:cNvPr>
          <p:cNvPicPr>
            <a:picLocks noChangeAspect="1"/>
          </p:cNvPicPr>
          <p:nvPr/>
        </p:nvPicPr>
        <p:blipFill>
          <a:blip r:embed="rId4"/>
          <a:stretch>
            <a:fillRect/>
          </a:stretch>
        </p:blipFill>
        <p:spPr>
          <a:xfrm>
            <a:off x="890143" y="3665064"/>
            <a:ext cx="859275" cy="838317"/>
          </a:xfrm>
          <a:prstGeom prst="rect">
            <a:avLst/>
          </a:prstGeom>
        </p:spPr>
      </p:pic>
      <p:pic>
        <p:nvPicPr>
          <p:cNvPr id="19" name="图片 18">
            <a:extLst>
              <a:ext uri="{FF2B5EF4-FFF2-40B4-BE49-F238E27FC236}">
                <a16:creationId xmlns:a16="http://schemas.microsoft.com/office/drawing/2014/main" id="{BEC59258-3E18-59B6-6983-FCC0CC72A40E}"/>
              </a:ext>
            </a:extLst>
          </p:cNvPr>
          <p:cNvPicPr>
            <a:picLocks noChangeAspect="1"/>
          </p:cNvPicPr>
          <p:nvPr/>
        </p:nvPicPr>
        <p:blipFill>
          <a:blip r:embed="rId5"/>
          <a:stretch>
            <a:fillRect/>
          </a:stretch>
        </p:blipFill>
        <p:spPr>
          <a:xfrm rot="17799553">
            <a:off x="9870073" y="4509546"/>
            <a:ext cx="1137767" cy="338255"/>
          </a:xfrm>
          <a:prstGeom prst="rect">
            <a:avLst/>
          </a:prstGeom>
        </p:spPr>
      </p:pic>
      <p:pic>
        <p:nvPicPr>
          <p:cNvPr id="20" name="图片 19">
            <a:extLst>
              <a:ext uri="{FF2B5EF4-FFF2-40B4-BE49-F238E27FC236}">
                <a16:creationId xmlns:a16="http://schemas.microsoft.com/office/drawing/2014/main" id="{204929AB-CAC9-1438-E7A6-2B587E8CF0FF}"/>
              </a:ext>
            </a:extLst>
          </p:cNvPr>
          <p:cNvPicPr>
            <a:picLocks noChangeAspect="1"/>
          </p:cNvPicPr>
          <p:nvPr/>
        </p:nvPicPr>
        <p:blipFill>
          <a:blip r:embed="rId6"/>
          <a:srcRect r="738"/>
          <a:stretch>
            <a:fillRect/>
          </a:stretch>
        </p:blipFill>
        <p:spPr>
          <a:xfrm rot="18097123">
            <a:off x="8951789" y="-150299"/>
            <a:ext cx="1133310" cy="830351"/>
          </a:xfrm>
          <a:custGeom>
            <a:avLst/>
            <a:gdLst>
              <a:gd name="connsiteX0" fmla="*/ 622100 w 1133310"/>
              <a:gd name="connsiteY0" fmla="*/ 0 h 830351"/>
              <a:gd name="connsiteX1" fmla="*/ 1133310 w 1133310"/>
              <a:gd name="connsiteY1" fmla="*/ 830351 h 830351"/>
              <a:gd name="connsiteX2" fmla="*/ 0 w 1133310"/>
              <a:gd name="connsiteY2" fmla="*/ 830351 h 830351"/>
              <a:gd name="connsiteX3" fmla="*/ 0 w 1133310"/>
              <a:gd name="connsiteY3" fmla="*/ 0 h 830351"/>
            </a:gdLst>
            <a:ahLst/>
            <a:cxnLst>
              <a:cxn ang="0">
                <a:pos x="connsiteX0" y="connsiteY0"/>
              </a:cxn>
              <a:cxn ang="0">
                <a:pos x="connsiteX1" y="connsiteY1"/>
              </a:cxn>
              <a:cxn ang="0">
                <a:pos x="connsiteX2" y="connsiteY2"/>
              </a:cxn>
              <a:cxn ang="0">
                <a:pos x="connsiteX3" y="connsiteY3"/>
              </a:cxn>
            </a:cxnLst>
            <a:rect l="l" t="t" r="r" b="b"/>
            <a:pathLst>
              <a:path w="1133310" h="830351">
                <a:moveTo>
                  <a:pt x="622100" y="0"/>
                </a:moveTo>
                <a:lnTo>
                  <a:pt x="1133310" y="830351"/>
                </a:lnTo>
                <a:lnTo>
                  <a:pt x="0" y="830351"/>
                </a:lnTo>
                <a:lnTo>
                  <a:pt x="0" y="0"/>
                </a:lnTo>
                <a:close/>
              </a:path>
            </a:pathLst>
          </a:custGeom>
        </p:spPr>
      </p:pic>
      <p:pic>
        <p:nvPicPr>
          <p:cNvPr id="21" name="图片 20">
            <a:extLst>
              <a:ext uri="{FF2B5EF4-FFF2-40B4-BE49-F238E27FC236}">
                <a16:creationId xmlns:a16="http://schemas.microsoft.com/office/drawing/2014/main" id="{DE7C47BC-D2E9-383C-9BE0-9EA61CF152B1}"/>
              </a:ext>
            </a:extLst>
          </p:cNvPr>
          <p:cNvPicPr>
            <a:picLocks noChangeAspect="1"/>
          </p:cNvPicPr>
          <p:nvPr/>
        </p:nvPicPr>
        <p:blipFill>
          <a:blip r:embed="rId7"/>
          <a:stretch>
            <a:fillRect/>
          </a:stretch>
        </p:blipFill>
        <p:spPr>
          <a:xfrm rot="20757592">
            <a:off x="2535883" y="2102960"/>
            <a:ext cx="741426" cy="741426"/>
          </a:xfrm>
          <a:prstGeom prst="rect">
            <a:avLst/>
          </a:prstGeom>
        </p:spPr>
      </p:pic>
      <p:sp>
        <p:nvSpPr>
          <p:cNvPr id="22" name="矩形 21">
            <a:extLst>
              <a:ext uri="{FF2B5EF4-FFF2-40B4-BE49-F238E27FC236}">
                <a16:creationId xmlns:a16="http://schemas.microsoft.com/office/drawing/2014/main" id="{D657758A-2648-9144-5866-C42BA5E40CF2}"/>
              </a:ext>
            </a:extLst>
          </p:cNvPr>
          <p:cNvSpPr/>
          <p:nvPr/>
        </p:nvSpPr>
        <p:spPr>
          <a:xfrm>
            <a:off x="2686831" y="2514600"/>
            <a:ext cx="7486650" cy="14097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794F7869-4CC9-E1C2-C693-D4267AF4E384}"/>
              </a:ext>
            </a:extLst>
          </p:cNvPr>
          <p:cNvSpPr txBox="1"/>
          <p:nvPr/>
        </p:nvSpPr>
        <p:spPr>
          <a:xfrm>
            <a:off x="2837287" y="2743110"/>
            <a:ext cx="7201671" cy="923330"/>
          </a:xfrm>
          <a:prstGeom prst="rect">
            <a:avLst/>
          </a:prstGeom>
          <a:noFill/>
        </p:spPr>
        <p:txBody>
          <a:bodyPr wrap="square" rtlCol="0">
            <a:spAutoFit/>
          </a:bodyPr>
          <a:lstStyle/>
          <a:p>
            <a:pPr algn="ctr"/>
            <a:r>
              <a:rPr lang="en-US" altLang="zh-CN" sz="5400" b="1">
                <a:solidFill>
                  <a:schemeClr val="accent1"/>
                </a:solidFill>
              </a:rPr>
              <a:t>END</a:t>
            </a:r>
            <a:endParaRPr lang="zh-CN" altLang="en-US" sz="5400" b="1" dirty="0">
              <a:solidFill>
                <a:schemeClr val="accent1"/>
              </a:solidFill>
            </a:endParaRPr>
          </a:p>
        </p:txBody>
      </p:sp>
    </p:spTree>
    <p:extLst>
      <p:ext uri="{BB962C8B-B14F-4D97-AF65-F5344CB8AC3E}">
        <p14:creationId xmlns:p14="http://schemas.microsoft.com/office/powerpoint/2010/main" val="225486468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
  <p:cSld name="5_标题和内容">
    <p:bg>
      <p:bgRef idx="1001">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816864" y="228600"/>
            <a:ext cx="10871200" cy="990600"/>
          </a:xfrm>
          <a:ln>
            <a:solidFill>
              <a:schemeClr val="accent2"/>
            </a:solidFill>
          </a:ln>
        </p:spPr>
        <p:txBody>
          <a:bodyPr/>
          <a:lstStyle/>
          <a:p>
            <a:r>
              <a:rPr kumimoji="0" lang="zh-CN" altLang="en-US"/>
              <a:t>单击此处编辑母版标题样式</a:t>
            </a:r>
            <a:endParaRPr kumimoji="0" lang="en-US"/>
          </a:p>
        </p:txBody>
      </p:sp>
      <p:sp>
        <p:nvSpPr>
          <p:cNvPr id="8" name="内容占位符 7"/>
          <p:cNvSpPr>
            <a:spLocks noGrp="1"/>
          </p:cNvSpPr>
          <p:nvPr>
            <p:ph sz="quarter" idx="1"/>
          </p:nvPr>
        </p:nvSpPr>
        <p:spPr>
          <a:xfrm>
            <a:off x="816864" y="1600200"/>
            <a:ext cx="10871200" cy="4925144"/>
          </a:xfrm>
          <a:ln>
            <a:solidFill>
              <a:schemeClr val="accent1"/>
            </a:solidFill>
          </a:ln>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Tree>
    <p:extLst>
      <p:ext uri="{BB962C8B-B14F-4D97-AF65-F5344CB8AC3E}">
        <p14:creationId xmlns:p14="http://schemas.microsoft.com/office/powerpoint/2010/main" val="104655348"/>
      </p:ext>
    </p:extLst>
  </p:cSld>
  <p:clrMapOvr>
    <a:overrideClrMapping bg1="lt1" tx1="dk1" bg2="lt2" tx2="dk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9880FA-7953-AB94-20A3-423A02C6F827}"/>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F5DD66B0-0EC3-DD03-7884-33601555B0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5C8914AC-028D-E30F-021B-D97D188001CA}"/>
              </a:ext>
            </a:extLst>
          </p:cNvPr>
          <p:cNvSpPr>
            <a:spLocks noGrp="1"/>
          </p:cNvSpPr>
          <p:nvPr>
            <p:ph type="dt" sz="half" idx="10"/>
          </p:nvPr>
        </p:nvSpPr>
        <p:spPr/>
        <p:txBody>
          <a:bodyPr/>
          <a:lstStyle/>
          <a:p>
            <a:fld id="{19D62E01-43A6-484F-8DB8-44C5F907219B}" type="datetimeFigureOut">
              <a:rPr lang="zh-CN" altLang="en-US" smtClean="0"/>
              <a:t>2026/6/9</a:t>
            </a:fld>
            <a:endParaRPr lang="zh-CN" altLang="en-US"/>
          </a:p>
        </p:txBody>
      </p:sp>
      <p:sp>
        <p:nvSpPr>
          <p:cNvPr id="5" name="页脚占位符 4">
            <a:extLst>
              <a:ext uri="{FF2B5EF4-FFF2-40B4-BE49-F238E27FC236}">
                <a16:creationId xmlns:a16="http://schemas.microsoft.com/office/drawing/2014/main" id="{4BD6CA26-E3DC-02EA-8654-6FD22D9A58A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8E9E422-93DC-3B55-4FEB-7FEBAC7A36C5}"/>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137746869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646D28-B1E9-211A-267B-F093D029B29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46A6FE8-BC63-D0BF-A487-63D239078F7F}"/>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D30D72A-52ED-2855-9420-587E872B6135}"/>
              </a:ext>
            </a:extLst>
          </p:cNvPr>
          <p:cNvSpPr>
            <a:spLocks noGrp="1"/>
          </p:cNvSpPr>
          <p:nvPr>
            <p:ph type="dt" sz="half" idx="10"/>
          </p:nvPr>
        </p:nvSpPr>
        <p:spPr/>
        <p:txBody>
          <a:bodyPr/>
          <a:lstStyle/>
          <a:p>
            <a:fld id="{19D62E01-43A6-484F-8DB8-44C5F907219B}" type="datetimeFigureOut">
              <a:rPr lang="zh-CN" altLang="en-US" smtClean="0"/>
              <a:t>2026/6/9</a:t>
            </a:fld>
            <a:endParaRPr lang="zh-CN" altLang="en-US"/>
          </a:p>
        </p:txBody>
      </p:sp>
      <p:sp>
        <p:nvSpPr>
          <p:cNvPr id="5" name="页脚占位符 4">
            <a:extLst>
              <a:ext uri="{FF2B5EF4-FFF2-40B4-BE49-F238E27FC236}">
                <a16:creationId xmlns:a16="http://schemas.microsoft.com/office/drawing/2014/main" id="{6748881F-A8F7-9999-72B1-06842FC029F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FE5E46C-CBC1-5437-ABD8-E0BED454B60F}"/>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35118157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3DB498-A9A5-4822-126C-C3575A06EA88}"/>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80AB6DBA-1291-72C4-69CF-5F8A5AFF94D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0FEB7348-4087-92AC-49CA-4EE3D799D777}"/>
              </a:ext>
            </a:extLst>
          </p:cNvPr>
          <p:cNvSpPr>
            <a:spLocks noGrp="1"/>
          </p:cNvSpPr>
          <p:nvPr>
            <p:ph type="dt" sz="half" idx="10"/>
          </p:nvPr>
        </p:nvSpPr>
        <p:spPr/>
        <p:txBody>
          <a:bodyPr/>
          <a:lstStyle/>
          <a:p>
            <a:fld id="{19D62E01-43A6-484F-8DB8-44C5F907219B}" type="datetimeFigureOut">
              <a:rPr lang="zh-CN" altLang="en-US" smtClean="0"/>
              <a:t>2026/6/9</a:t>
            </a:fld>
            <a:endParaRPr lang="zh-CN" altLang="en-US"/>
          </a:p>
        </p:txBody>
      </p:sp>
      <p:sp>
        <p:nvSpPr>
          <p:cNvPr id="5" name="页脚占位符 4">
            <a:extLst>
              <a:ext uri="{FF2B5EF4-FFF2-40B4-BE49-F238E27FC236}">
                <a16:creationId xmlns:a16="http://schemas.microsoft.com/office/drawing/2014/main" id="{F6F32B8C-BE47-EF8E-D3BE-85E9CD6E43D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B331D5F-5502-E31D-5F6D-6D5946BC4FAC}"/>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372424044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28CA06-EA23-DFA8-5061-26E693C5627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8B90FA1-EF10-968E-7B65-2DA75CEB40F1}"/>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37B24C5A-DDD8-F711-6069-85BB3C677DCD}"/>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ABF3C253-41B1-B459-3819-7FF285222942}"/>
              </a:ext>
            </a:extLst>
          </p:cNvPr>
          <p:cNvSpPr>
            <a:spLocks noGrp="1"/>
          </p:cNvSpPr>
          <p:nvPr>
            <p:ph type="dt" sz="half" idx="10"/>
          </p:nvPr>
        </p:nvSpPr>
        <p:spPr/>
        <p:txBody>
          <a:bodyPr/>
          <a:lstStyle/>
          <a:p>
            <a:fld id="{19D62E01-43A6-484F-8DB8-44C5F907219B}" type="datetimeFigureOut">
              <a:rPr lang="zh-CN" altLang="en-US" smtClean="0"/>
              <a:t>2026/6/9</a:t>
            </a:fld>
            <a:endParaRPr lang="zh-CN" altLang="en-US"/>
          </a:p>
        </p:txBody>
      </p:sp>
      <p:sp>
        <p:nvSpPr>
          <p:cNvPr id="6" name="页脚占位符 5">
            <a:extLst>
              <a:ext uri="{FF2B5EF4-FFF2-40B4-BE49-F238E27FC236}">
                <a16:creationId xmlns:a16="http://schemas.microsoft.com/office/drawing/2014/main" id="{984CA635-DF1A-C282-9F80-7C819B339A7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D9B89C3-6B35-6390-FF94-50FB49F17B1E}"/>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412482748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394B5F-080A-FC52-5610-8A764DCD059F}"/>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57A794F8-BA96-DCCB-17C0-A274240A74F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49970BE5-6560-16AF-1FE9-F457EBD43F27}"/>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D25674BC-728B-522F-542B-DDDC49306D9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6E0C3F68-826F-ECE2-3CED-AC5D95530665}"/>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467F0031-A1FA-0F6E-A072-66921B42B5C1}"/>
              </a:ext>
            </a:extLst>
          </p:cNvPr>
          <p:cNvSpPr>
            <a:spLocks noGrp="1"/>
          </p:cNvSpPr>
          <p:nvPr>
            <p:ph type="dt" sz="half" idx="10"/>
          </p:nvPr>
        </p:nvSpPr>
        <p:spPr/>
        <p:txBody>
          <a:bodyPr/>
          <a:lstStyle/>
          <a:p>
            <a:fld id="{19D62E01-43A6-484F-8DB8-44C5F907219B}" type="datetimeFigureOut">
              <a:rPr lang="zh-CN" altLang="en-US" smtClean="0"/>
              <a:t>2026/6/9</a:t>
            </a:fld>
            <a:endParaRPr lang="zh-CN" altLang="en-US"/>
          </a:p>
        </p:txBody>
      </p:sp>
      <p:sp>
        <p:nvSpPr>
          <p:cNvPr id="8" name="页脚占位符 7">
            <a:extLst>
              <a:ext uri="{FF2B5EF4-FFF2-40B4-BE49-F238E27FC236}">
                <a16:creationId xmlns:a16="http://schemas.microsoft.com/office/drawing/2014/main" id="{5F45F4DE-FFF4-A21F-B006-FC8523C35235}"/>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577CD7ED-08CA-D495-27DA-CE4A0E9E6CCB}"/>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304587788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468D76-4C72-1001-F286-6CC1ADF5137D}"/>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029F94D8-F944-C3BD-D8D0-6B379CF26AF7}"/>
              </a:ext>
            </a:extLst>
          </p:cNvPr>
          <p:cNvSpPr>
            <a:spLocks noGrp="1"/>
          </p:cNvSpPr>
          <p:nvPr>
            <p:ph type="dt" sz="half" idx="10"/>
          </p:nvPr>
        </p:nvSpPr>
        <p:spPr/>
        <p:txBody>
          <a:bodyPr/>
          <a:lstStyle/>
          <a:p>
            <a:fld id="{19D62E01-43A6-484F-8DB8-44C5F907219B}" type="datetimeFigureOut">
              <a:rPr lang="zh-CN" altLang="en-US" smtClean="0"/>
              <a:t>2026/6/9</a:t>
            </a:fld>
            <a:endParaRPr lang="zh-CN" altLang="en-US"/>
          </a:p>
        </p:txBody>
      </p:sp>
      <p:sp>
        <p:nvSpPr>
          <p:cNvPr id="4" name="页脚占位符 3">
            <a:extLst>
              <a:ext uri="{FF2B5EF4-FFF2-40B4-BE49-F238E27FC236}">
                <a16:creationId xmlns:a16="http://schemas.microsoft.com/office/drawing/2014/main" id="{7B63B473-0382-905E-A2A7-E76F10A39ED1}"/>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96A031A0-B9D5-449C-71E8-5EE1A0C858C7}"/>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416712836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39E3E3E-07AE-A9D4-CE18-6E68D91AEB83}"/>
              </a:ext>
            </a:extLst>
          </p:cNvPr>
          <p:cNvSpPr>
            <a:spLocks noGrp="1"/>
          </p:cNvSpPr>
          <p:nvPr>
            <p:ph type="dt" sz="half" idx="10"/>
          </p:nvPr>
        </p:nvSpPr>
        <p:spPr/>
        <p:txBody>
          <a:bodyPr/>
          <a:lstStyle/>
          <a:p>
            <a:fld id="{19D62E01-43A6-484F-8DB8-44C5F907219B}" type="datetimeFigureOut">
              <a:rPr lang="zh-CN" altLang="en-US" smtClean="0"/>
              <a:t>2026/6/9</a:t>
            </a:fld>
            <a:endParaRPr lang="zh-CN" altLang="en-US"/>
          </a:p>
        </p:txBody>
      </p:sp>
      <p:sp>
        <p:nvSpPr>
          <p:cNvPr id="3" name="页脚占位符 2">
            <a:extLst>
              <a:ext uri="{FF2B5EF4-FFF2-40B4-BE49-F238E27FC236}">
                <a16:creationId xmlns:a16="http://schemas.microsoft.com/office/drawing/2014/main" id="{49B578EB-0268-EBD3-6074-1CE4D3381A9B}"/>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A921B1D0-C260-C78D-9038-A7FFE4ED127C}"/>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104485275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09CADC-DC9B-E421-479C-175306EE298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4DEB2E77-F59F-D7DD-4906-A882C11EFB6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CC7EB9D6-F287-94AC-48C8-C6F1FF44F5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BB87458-6975-4344-FE79-96434D0E154C}"/>
              </a:ext>
            </a:extLst>
          </p:cNvPr>
          <p:cNvSpPr>
            <a:spLocks noGrp="1"/>
          </p:cNvSpPr>
          <p:nvPr>
            <p:ph type="dt" sz="half" idx="10"/>
          </p:nvPr>
        </p:nvSpPr>
        <p:spPr/>
        <p:txBody>
          <a:bodyPr/>
          <a:lstStyle/>
          <a:p>
            <a:fld id="{19D62E01-43A6-484F-8DB8-44C5F907219B}" type="datetimeFigureOut">
              <a:rPr lang="zh-CN" altLang="en-US" smtClean="0"/>
              <a:t>2026/6/9</a:t>
            </a:fld>
            <a:endParaRPr lang="zh-CN" altLang="en-US"/>
          </a:p>
        </p:txBody>
      </p:sp>
      <p:sp>
        <p:nvSpPr>
          <p:cNvPr id="6" name="页脚占位符 5">
            <a:extLst>
              <a:ext uri="{FF2B5EF4-FFF2-40B4-BE49-F238E27FC236}">
                <a16:creationId xmlns:a16="http://schemas.microsoft.com/office/drawing/2014/main" id="{20655F48-A265-3AA6-7855-9DEB79A1F54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47E8523-5EE2-9C94-E7F1-5F0B9E9EA25A}"/>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243686596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D12804-2541-245C-F5F2-B1AB95967C63}"/>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C409348E-F173-9EE8-C431-A0A2B437C2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097A82EA-FEEF-6CA5-5672-CA53EA23DB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DCF668C-C775-B132-DFE5-5804377A7A81}"/>
              </a:ext>
            </a:extLst>
          </p:cNvPr>
          <p:cNvSpPr>
            <a:spLocks noGrp="1"/>
          </p:cNvSpPr>
          <p:nvPr>
            <p:ph type="dt" sz="half" idx="10"/>
          </p:nvPr>
        </p:nvSpPr>
        <p:spPr/>
        <p:txBody>
          <a:bodyPr/>
          <a:lstStyle/>
          <a:p>
            <a:fld id="{19D62E01-43A6-484F-8DB8-44C5F907219B}" type="datetimeFigureOut">
              <a:rPr lang="zh-CN" altLang="en-US" smtClean="0"/>
              <a:t>2026/6/9</a:t>
            </a:fld>
            <a:endParaRPr lang="zh-CN" altLang="en-US"/>
          </a:p>
        </p:txBody>
      </p:sp>
      <p:sp>
        <p:nvSpPr>
          <p:cNvPr id="6" name="页脚占位符 5">
            <a:extLst>
              <a:ext uri="{FF2B5EF4-FFF2-40B4-BE49-F238E27FC236}">
                <a16:creationId xmlns:a16="http://schemas.microsoft.com/office/drawing/2014/main" id="{8836AA60-13AF-64F5-66DA-C051B1541CE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80809DA-BD91-4F80-B88E-B692B55F1A05}"/>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157384294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D58E44-25A3-D324-3191-DC7E452E1EEB}"/>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F665D06F-158E-E088-E943-AB07227C54C7}"/>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EE67D29-00B2-0C68-6AF6-8CF48CE420B3}"/>
              </a:ext>
            </a:extLst>
          </p:cNvPr>
          <p:cNvSpPr>
            <a:spLocks noGrp="1"/>
          </p:cNvSpPr>
          <p:nvPr>
            <p:ph type="dt" sz="half" idx="10"/>
          </p:nvPr>
        </p:nvSpPr>
        <p:spPr/>
        <p:txBody>
          <a:bodyPr/>
          <a:lstStyle/>
          <a:p>
            <a:fld id="{19D62E01-43A6-484F-8DB8-44C5F907219B}" type="datetimeFigureOut">
              <a:rPr lang="zh-CN" altLang="en-US" smtClean="0"/>
              <a:t>2026/6/9</a:t>
            </a:fld>
            <a:endParaRPr lang="zh-CN" altLang="en-US"/>
          </a:p>
        </p:txBody>
      </p:sp>
      <p:sp>
        <p:nvSpPr>
          <p:cNvPr id="5" name="页脚占位符 4">
            <a:extLst>
              <a:ext uri="{FF2B5EF4-FFF2-40B4-BE49-F238E27FC236}">
                <a16:creationId xmlns:a16="http://schemas.microsoft.com/office/drawing/2014/main" id="{D8A2AC42-41AC-5CD5-56B4-26BB87FCB94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1873157-1C5F-69B1-96BA-63A5180FB4C3}"/>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89325940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7DB0DB60-468E-D154-CC93-67C6280CCEA9}"/>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A34E5848-C8DB-C14A-9198-723B9F3A9D06}"/>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2975CBC-4361-1CFE-D284-C7ECADC20944}"/>
              </a:ext>
            </a:extLst>
          </p:cNvPr>
          <p:cNvSpPr>
            <a:spLocks noGrp="1"/>
          </p:cNvSpPr>
          <p:nvPr>
            <p:ph type="dt" sz="half" idx="10"/>
          </p:nvPr>
        </p:nvSpPr>
        <p:spPr/>
        <p:txBody>
          <a:bodyPr/>
          <a:lstStyle/>
          <a:p>
            <a:fld id="{19D62E01-43A6-484F-8DB8-44C5F907219B}" type="datetimeFigureOut">
              <a:rPr lang="zh-CN" altLang="en-US" smtClean="0"/>
              <a:t>2026/6/9</a:t>
            </a:fld>
            <a:endParaRPr lang="zh-CN" altLang="en-US"/>
          </a:p>
        </p:txBody>
      </p:sp>
      <p:sp>
        <p:nvSpPr>
          <p:cNvPr id="5" name="页脚占位符 4">
            <a:extLst>
              <a:ext uri="{FF2B5EF4-FFF2-40B4-BE49-F238E27FC236}">
                <a16:creationId xmlns:a16="http://schemas.microsoft.com/office/drawing/2014/main" id="{DF9A52FD-C21C-5CF8-3BBE-4E3D2585D6A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B64A33B-9A6F-63C9-2E23-0A7135FC1069}"/>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366672217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obj" preserve="1">
  <p:cSld name="5_标题和内容">
    <p:bg>
      <p:bgRef idx="1001">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816864" y="228600"/>
            <a:ext cx="10871200" cy="990600"/>
          </a:xfrm>
          <a:ln>
            <a:solidFill>
              <a:schemeClr val="accent2"/>
            </a:solidFill>
          </a:ln>
        </p:spPr>
        <p:txBody>
          <a:bodyPr/>
          <a:lstStyle/>
          <a:p>
            <a:r>
              <a:rPr kumimoji="0" lang="zh-CN" altLang="en-US"/>
              <a:t>单击此处编辑母版标题样式</a:t>
            </a:r>
            <a:endParaRPr kumimoji="0" lang="en-US"/>
          </a:p>
        </p:txBody>
      </p:sp>
      <p:sp>
        <p:nvSpPr>
          <p:cNvPr id="8" name="内容占位符 7"/>
          <p:cNvSpPr>
            <a:spLocks noGrp="1"/>
          </p:cNvSpPr>
          <p:nvPr>
            <p:ph sz="quarter" idx="1"/>
          </p:nvPr>
        </p:nvSpPr>
        <p:spPr>
          <a:xfrm>
            <a:off x="816864" y="1600200"/>
            <a:ext cx="10871200" cy="4925144"/>
          </a:xfrm>
          <a:ln>
            <a:solidFill>
              <a:schemeClr val="accent1"/>
            </a:solidFill>
          </a:ln>
        </p:spPr>
        <p:txBody>
          <a:bodyPr/>
          <a:lstStyle/>
          <a:p>
            <a:pPr lvl="0" eaLnBrk="1" latinLnBrk="0" hangingPunct="1"/>
            <a:r>
              <a:rPr lang="zh-CN" altLang="en-US"/>
              <a:t>单击此处编辑母版文本样式</a:t>
            </a:r>
          </a:p>
          <a:p>
            <a:pPr lvl="1" eaLnBrk="1" latinLnBrk="0" hangingPunct="1"/>
            <a:r>
              <a:rPr lang="zh-CN" altLang="en-US"/>
              <a:t>二级</a:t>
            </a:r>
          </a:p>
          <a:p>
            <a:pPr lvl="2" eaLnBrk="1" latinLnBrk="0" hangingPunct="1"/>
            <a:r>
              <a:rPr lang="zh-CN" altLang="en-US"/>
              <a:t>三级</a:t>
            </a:r>
          </a:p>
          <a:p>
            <a:pPr lvl="3" eaLnBrk="1" latinLnBrk="0" hangingPunct="1"/>
            <a:r>
              <a:rPr lang="zh-CN" altLang="en-US"/>
              <a:t>四级</a:t>
            </a:r>
          </a:p>
          <a:p>
            <a:pPr lvl="4" eaLnBrk="1" latinLnBrk="0" hangingPunct="1"/>
            <a:r>
              <a:rPr lang="zh-CN" altLang="en-US"/>
              <a:t>五级</a:t>
            </a:r>
            <a:endParaRPr kumimoji="0" lang="en-US"/>
          </a:p>
        </p:txBody>
      </p:sp>
    </p:spTree>
    <p:extLst>
      <p:ext uri="{BB962C8B-B14F-4D97-AF65-F5344CB8AC3E}">
        <p14:creationId xmlns:p14="http://schemas.microsoft.com/office/powerpoint/2010/main" val="3413768914"/>
      </p:ext>
    </p:extLst>
  </p:cSld>
  <p:clrMapOvr>
    <a:overrideClrMapping bg1="lt1" tx1="dk1" bg2="lt2" tx2="dk2" accent1="accent1" accent2="accent2" accent3="accent3" accent4="accent4" accent5="accent5" accent6="accent6" hlink="hlink" folHlink="folHlink"/>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type="secHead" preserve="1">
  <p:cSld name="1_节标题">
    <p:bg>
      <p:bgRef idx="1003">
        <a:schemeClr val="bg1"/>
      </p:bgRef>
    </p:bg>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1828801" y="2743200"/>
            <a:ext cx="9497484" cy="1673225"/>
          </a:xfrm>
        </p:spPr>
        <p:txBody>
          <a:bodyPr anchor="t"/>
          <a:lstStyle>
            <a:lvl1pPr marL="514350" indent="-514350">
              <a:buFont typeface="+mj-lt"/>
              <a:buAutoNum type="arabicPeriod"/>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CN" altLang="en-US"/>
              <a:t>单击此处编辑母版文本样式</a:t>
            </a:r>
          </a:p>
        </p:txBody>
      </p:sp>
      <p:sp>
        <p:nvSpPr>
          <p:cNvPr id="2" name="标题 1"/>
          <p:cNvSpPr>
            <a:spLocks noGrp="1"/>
          </p:cNvSpPr>
          <p:nvPr>
            <p:ph type="title"/>
          </p:nvPr>
        </p:nvSpPr>
        <p:spPr>
          <a:xfrm>
            <a:off x="1828800" y="1600200"/>
            <a:ext cx="10160000" cy="990600"/>
          </a:xfrm>
        </p:spPr>
        <p:txBody>
          <a:bodyPr/>
          <a:lstStyle>
            <a:lvl1pPr algn="l">
              <a:buNone/>
              <a:defRPr sz="4400" b="0" cap="none">
                <a:solidFill>
                  <a:srgbClr val="FFFFFF"/>
                </a:solidFill>
              </a:defRPr>
            </a:lvl1pPr>
          </a:lstStyle>
          <a:p>
            <a:r>
              <a:rPr kumimoji="0" lang="zh-CN" altLang="en-US"/>
              <a:t>单击此处编辑母版标题样式</a:t>
            </a:r>
            <a:endParaRPr kumimoji="0" lang="en-US"/>
          </a:p>
        </p:txBody>
      </p:sp>
    </p:spTree>
    <p:extLst>
      <p:ext uri="{BB962C8B-B14F-4D97-AF65-F5344CB8AC3E}">
        <p14:creationId xmlns:p14="http://schemas.microsoft.com/office/powerpoint/2010/main" val="313345607"/>
      </p:ext>
    </p:extLst>
  </p:cSld>
  <p:clrMapOvr>
    <a:overrideClrMapping bg1="lt1" tx1="dk1" bg2="lt2" tx2="dk2" accent1="accent1" accent2="accent2" accent3="accent3" accent4="accent4" accent5="accent5" accent6="accent6" hlink="hlink" folHlink="folHlink"/>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Only" preserve="1">
  <p:cSld name="1_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Tree>
    <p:extLst>
      <p:ext uri="{BB962C8B-B14F-4D97-AF65-F5344CB8AC3E}">
        <p14:creationId xmlns:p14="http://schemas.microsoft.com/office/powerpoint/2010/main" val="1562626018"/>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woTxTwoObj" preserve="1">
  <p:cSld name="2_比较">
    <p:spTree>
      <p:nvGrpSpPr>
        <p:cNvPr id="1" name=""/>
        <p:cNvGrpSpPr/>
        <p:nvPr/>
      </p:nvGrpSpPr>
      <p:grpSpPr>
        <a:xfrm>
          <a:off x="0" y="0"/>
          <a:ext cx="0" cy="0"/>
          <a:chOff x="0" y="0"/>
          <a:chExt cx="0" cy="0"/>
        </a:xfrm>
      </p:grpSpPr>
      <p:sp>
        <p:nvSpPr>
          <p:cNvPr id="2" name="标题 1"/>
          <p:cNvSpPr>
            <a:spLocks noGrp="1"/>
          </p:cNvSpPr>
          <p:nvPr>
            <p:ph type="title"/>
          </p:nvPr>
        </p:nvSpPr>
        <p:spPr>
          <a:xfrm>
            <a:off x="711200" y="273050"/>
            <a:ext cx="10871200" cy="869950"/>
          </a:xfrm>
        </p:spPr>
        <p:txBody>
          <a:bodyPr anchor="ctr"/>
          <a:lstStyle>
            <a:lvl1pPr>
              <a:defRPr/>
            </a:lvl1pPr>
          </a:lstStyle>
          <a:p>
            <a:r>
              <a:rPr kumimoji="0" lang="zh-CN" altLang="en-US"/>
              <a:t>单击此处编辑母版标题样式</a:t>
            </a:r>
            <a:endParaRPr kumimoji="0" lang="en-US"/>
          </a:p>
        </p:txBody>
      </p:sp>
      <p:sp>
        <p:nvSpPr>
          <p:cNvPr id="11" name="内容占位符 10"/>
          <p:cNvSpPr>
            <a:spLocks noGrp="1"/>
          </p:cNvSpPr>
          <p:nvPr>
            <p:ph sz="quarter" idx="2"/>
          </p:nvPr>
        </p:nvSpPr>
        <p:spPr>
          <a:xfrm>
            <a:off x="812800" y="2438400"/>
            <a:ext cx="5181600" cy="4158952"/>
          </a:xfrm>
        </p:spPr>
        <p:txBody>
          <a:bodyPr/>
          <a:lstStyle/>
          <a:p>
            <a:pPr lvl="0" eaLnBrk="1" latinLnBrk="0" hangingPunct="1"/>
            <a:r>
              <a:rPr lang="zh-CN" altLang="en-US"/>
              <a:t>单击此处编辑母版文本样式</a:t>
            </a:r>
          </a:p>
          <a:p>
            <a:pPr lvl="1" eaLnBrk="1" latinLnBrk="0" hangingPunct="1"/>
            <a:r>
              <a:rPr lang="zh-CN" altLang="en-US"/>
              <a:t>二级</a:t>
            </a:r>
          </a:p>
          <a:p>
            <a:pPr lvl="2" eaLnBrk="1" latinLnBrk="0" hangingPunct="1"/>
            <a:r>
              <a:rPr lang="zh-CN" altLang="en-US"/>
              <a:t>三级</a:t>
            </a:r>
          </a:p>
          <a:p>
            <a:pPr lvl="3" eaLnBrk="1" latinLnBrk="0" hangingPunct="1"/>
            <a:r>
              <a:rPr lang="zh-CN" altLang="en-US"/>
              <a:t>四级</a:t>
            </a:r>
          </a:p>
          <a:p>
            <a:pPr lvl="4" eaLnBrk="1" latinLnBrk="0" hangingPunct="1"/>
            <a:r>
              <a:rPr lang="zh-CN" altLang="en-US"/>
              <a:t>五级</a:t>
            </a:r>
            <a:endParaRPr kumimoji="0" lang="en-US"/>
          </a:p>
        </p:txBody>
      </p:sp>
      <p:sp>
        <p:nvSpPr>
          <p:cNvPr id="13" name="内容占位符 12"/>
          <p:cNvSpPr>
            <a:spLocks noGrp="1"/>
          </p:cNvSpPr>
          <p:nvPr>
            <p:ph sz="quarter" idx="4"/>
          </p:nvPr>
        </p:nvSpPr>
        <p:spPr>
          <a:xfrm>
            <a:off x="6400800" y="2438400"/>
            <a:ext cx="5181600" cy="4158952"/>
          </a:xfrm>
        </p:spPr>
        <p:txBody>
          <a:bodyPr/>
          <a:lstStyle/>
          <a:p>
            <a:pPr lvl="0" eaLnBrk="1" latinLnBrk="0" hangingPunct="1"/>
            <a:r>
              <a:rPr lang="zh-CN" altLang="en-US"/>
              <a:t>单击此处编辑母版文本样式</a:t>
            </a:r>
          </a:p>
          <a:p>
            <a:pPr lvl="1" eaLnBrk="1" latinLnBrk="0" hangingPunct="1"/>
            <a:r>
              <a:rPr lang="zh-CN" altLang="en-US"/>
              <a:t>二级</a:t>
            </a:r>
          </a:p>
          <a:p>
            <a:pPr lvl="2" eaLnBrk="1" latinLnBrk="0" hangingPunct="1"/>
            <a:r>
              <a:rPr lang="zh-CN" altLang="en-US"/>
              <a:t>三级</a:t>
            </a:r>
          </a:p>
          <a:p>
            <a:pPr lvl="3" eaLnBrk="1" latinLnBrk="0" hangingPunct="1"/>
            <a:r>
              <a:rPr lang="zh-CN" altLang="en-US"/>
              <a:t>四级</a:t>
            </a:r>
          </a:p>
          <a:p>
            <a:pPr lvl="4" eaLnBrk="1" latinLnBrk="0" hangingPunct="1"/>
            <a:r>
              <a:rPr lang="zh-CN" altLang="en-US"/>
              <a:t>五级</a:t>
            </a:r>
            <a:endParaRPr kumimoji="0" lang="en-US"/>
          </a:p>
        </p:txBody>
      </p:sp>
      <p:sp>
        <p:nvSpPr>
          <p:cNvPr id="16" name="文本占位符 15"/>
          <p:cNvSpPr>
            <a:spLocks noGrp="1"/>
          </p:cNvSpPr>
          <p:nvPr>
            <p:ph type="body" sz="quarter" idx="1"/>
          </p:nvPr>
        </p:nvSpPr>
        <p:spPr>
          <a:xfrm>
            <a:off x="812800" y="1752600"/>
            <a:ext cx="51816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zh-CN" altLang="en-US"/>
              <a:t>单击此处编辑母版文本样式</a:t>
            </a:r>
          </a:p>
        </p:txBody>
      </p:sp>
      <p:sp>
        <p:nvSpPr>
          <p:cNvPr id="15" name="文本占位符 14"/>
          <p:cNvSpPr>
            <a:spLocks noGrp="1"/>
          </p:cNvSpPr>
          <p:nvPr>
            <p:ph type="body" sz="quarter" idx="3"/>
          </p:nvPr>
        </p:nvSpPr>
        <p:spPr>
          <a:xfrm>
            <a:off x="6400800" y="1752600"/>
            <a:ext cx="51816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zh-CN" altLang="en-US"/>
              <a:t>单击此处编辑母版文本样式</a:t>
            </a:r>
          </a:p>
        </p:txBody>
      </p:sp>
    </p:spTree>
    <p:extLst>
      <p:ext uri="{BB962C8B-B14F-4D97-AF65-F5344CB8AC3E}">
        <p14:creationId xmlns:p14="http://schemas.microsoft.com/office/powerpoint/2010/main" val="292249092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846C7A-30D2-24D9-F646-61E3B3BF3461}"/>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0F43CFF4-6696-C776-C5F2-29DB5D4360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06CD6A8E-94E8-3536-9508-287FC0F00158}"/>
              </a:ext>
            </a:extLst>
          </p:cNvPr>
          <p:cNvSpPr>
            <a:spLocks noGrp="1"/>
          </p:cNvSpPr>
          <p:nvPr>
            <p:ph type="dt" sz="half" idx="10"/>
          </p:nvPr>
        </p:nvSpPr>
        <p:spPr/>
        <p:txBody>
          <a:bodyPr/>
          <a:lstStyle/>
          <a:p>
            <a:fld id="{94DEF4EE-B29E-4005-AD33-D9C483397F1D}" type="datetimeFigureOut">
              <a:rPr lang="zh-CN" altLang="en-US" smtClean="0"/>
              <a:t>2026/6/9</a:t>
            </a:fld>
            <a:endParaRPr lang="zh-CN" altLang="en-US"/>
          </a:p>
        </p:txBody>
      </p:sp>
      <p:sp>
        <p:nvSpPr>
          <p:cNvPr id="5" name="页脚占位符 4">
            <a:extLst>
              <a:ext uri="{FF2B5EF4-FFF2-40B4-BE49-F238E27FC236}">
                <a16:creationId xmlns:a16="http://schemas.microsoft.com/office/drawing/2014/main" id="{00E5B336-2D30-B8F6-E5AA-8EE057B9101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1B1E6D3-793B-5AB5-140F-0F553C30869E}"/>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3447211646"/>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D38EE3-F410-88CC-6F34-1EF8B12DB5C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FEABCC7-0640-4AFF-6DDE-5AAEAD27F487}"/>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116C730-062D-6F13-AFAC-50A3DEC45358}"/>
              </a:ext>
            </a:extLst>
          </p:cNvPr>
          <p:cNvSpPr>
            <a:spLocks noGrp="1"/>
          </p:cNvSpPr>
          <p:nvPr>
            <p:ph type="dt" sz="half" idx="10"/>
          </p:nvPr>
        </p:nvSpPr>
        <p:spPr/>
        <p:txBody>
          <a:bodyPr/>
          <a:lstStyle/>
          <a:p>
            <a:fld id="{94DEF4EE-B29E-4005-AD33-D9C483397F1D}" type="datetimeFigureOut">
              <a:rPr lang="zh-CN" altLang="en-US" smtClean="0"/>
              <a:t>2026/6/9</a:t>
            </a:fld>
            <a:endParaRPr lang="zh-CN" altLang="en-US"/>
          </a:p>
        </p:txBody>
      </p:sp>
      <p:sp>
        <p:nvSpPr>
          <p:cNvPr id="5" name="页脚占位符 4">
            <a:extLst>
              <a:ext uri="{FF2B5EF4-FFF2-40B4-BE49-F238E27FC236}">
                <a16:creationId xmlns:a16="http://schemas.microsoft.com/office/drawing/2014/main" id="{0703BF99-01D0-4F21-0228-3A3091AF9E9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E1E7117-D8CE-0070-331E-0EE56FDF23E6}"/>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127714342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A00135-11F0-5F9D-75B1-4340D0C9CBBC}"/>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37AF886B-8E3A-A2BF-C913-6C96AAFFB44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31FDF36C-58CA-6FE0-DFFE-9A47B50597E4}"/>
              </a:ext>
            </a:extLst>
          </p:cNvPr>
          <p:cNvSpPr>
            <a:spLocks noGrp="1"/>
          </p:cNvSpPr>
          <p:nvPr>
            <p:ph type="dt" sz="half" idx="10"/>
          </p:nvPr>
        </p:nvSpPr>
        <p:spPr/>
        <p:txBody>
          <a:bodyPr/>
          <a:lstStyle/>
          <a:p>
            <a:fld id="{94DEF4EE-B29E-4005-AD33-D9C483397F1D}" type="datetimeFigureOut">
              <a:rPr lang="zh-CN" altLang="en-US" smtClean="0"/>
              <a:t>2026/6/9</a:t>
            </a:fld>
            <a:endParaRPr lang="zh-CN" altLang="en-US"/>
          </a:p>
        </p:txBody>
      </p:sp>
      <p:sp>
        <p:nvSpPr>
          <p:cNvPr id="5" name="页脚占位符 4">
            <a:extLst>
              <a:ext uri="{FF2B5EF4-FFF2-40B4-BE49-F238E27FC236}">
                <a16:creationId xmlns:a16="http://schemas.microsoft.com/office/drawing/2014/main" id="{013CCEE5-7C1D-BB4F-99CB-2339613F07C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B394C05-E17E-EA3F-DA9D-0782549F25FA}"/>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3643052009"/>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F86FB4-76E3-9C2C-EB90-40049549ED2E}"/>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73817572-DE33-E825-2C6D-51FD98CB54DE}"/>
              </a:ext>
            </a:extLst>
          </p:cNvPr>
          <p:cNvSpPr>
            <a:spLocks noGrp="1"/>
          </p:cNvSpPr>
          <p:nvPr>
            <p:ph type="dt" sz="half" idx="10"/>
          </p:nvPr>
        </p:nvSpPr>
        <p:spPr/>
        <p:txBody>
          <a:bodyPr/>
          <a:lstStyle/>
          <a:p>
            <a:fld id="{94DEF4EE-B29E-4005-AD33-D9C483397F1D}" type="datetimeFigureOut">
              <a:rPr lang="zh-CN" altLang="en-US" smtClean="0"/>
              <a:t>2026/6/9</a:t>
            </a:fld>
            <a:endParaRPr lang="zh-CN" altLang="en-US"/>
          </a:p>
        </p:txBody>
      </p:sp>
      <p:sp>
        <p:nvSpPr>
          <p:cNvPr id="4" name="页脚占位符 3">
            <a:extLst>
              <a:ext uri="{FF2B5EF4-FFF2-40B4-BE49-F238E27FC236}">
                <a16:creationId xmlns:a16="http://schemas.microsoft.com/office/drawing/2014/main" id="{FD501CE6-E27C-FE5B-AEA3-6898C5F7AA52}"/>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881843B-18AD-18BB-6392-9DD2E5DC4701}"/>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841358507"/>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0C78ED2-336B-51AF-A28F-63456F2C9439}"/>
              </a:ext>
            </a:extLst>
          </p:cNvPr>
          <p:cNvSpPr>
            <a:spLocks noGrp="1"/>
          </p:cNvSpPr>
          <p:nvPr>
            <p:ph type="dt" sz="half" idx="10"/>
          </p:nvPr>
        </p:nvSpPr>
        <p:spPr/>
        <p:txBody>
          <a:bodyPr/>
          <a:lstStyle/>
          <a:p>
            <a:fld id="{94DEF4EE-B29E-4005-AD33-D9C483397F1D}" type="datetimeFigureOut">
              <a:rPr lang="zh-CN" altLang="en-US" smtClean="0"/>
              <a:t>2026/6/9</a:t>
            </a:fld>
            <a:endParaRPr lang="zh-CN" altLang="en-US"/>
          </a:p>
        </p:txBody>
      </p:sp>
      <p:sp>
        <p:nvSpPr>
          <p:cNvPr id="3" name="页脚占位符 2">
            <a:extLst>
              <a:ext uri="{FF2B5EF4-FFF2-40B4-BE49-F238E27FC236}">
                <a16:creationId xmlns:a16="http://schemas.microsoft.com/office/drawing/2014/main" id="{B90AF281-5A52-8897-A691-43227A2D5A0D}"/>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D7C5EE0C-96EE-736B-9044-AC02B75C6FB5}"/>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805876763"/>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F6188-F6B6-7AE6-07FB-37AA201DBCF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6D5F92E9-BBEF-6CEE-A0B8-D18ACEDAF3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268703DC-A6F1-46EA-AC43-43C9628B02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3B3B43A-D1D9-9A4B-FF1E-8F5BDB099984}"/>
              </a:ext>
            </a:extLst>
          </p:cNvPr>
          <p:cNvSpPr>
            <a:spLocks noGrp="1"/>
          </p:cNvSpPr>
          <p:nvPr>
            <p:ph type="dt" sz="half" idx="10"/>
          </p:nvPr>
        </p:nvSpPr>
        <p:spPr/>
        <p:txBody>
          <a:bodyPr/>
          <a:lstStyle/>
          <a:p>
            <a:fld id="{94DEF4EE-B29E-4005-AD33-D9C483397F1D}" type="datetimeFigureOut">
              <a:rPr lang="zh-CN" altLang="en-US" smtClean="0"/>
              <a:t>2026/6/9</a:t>
            </a:fld>
            <a:endParaRPr lang="zh-CN" altLang="en-US"/>
          </a:p>
        </p:txBody>
      </p:sp>
      <p:sp>
        <p:nvSpPr>
          <p:cNvPr id="6" name="页脚占位符 5">
            <a:extLst>
              <a:ext uri="{FF2B5EF4-FFF2-40B4-BE49-F238E27FC236}">
                <a16:creationId xmlns:a16="http://schemas.microsoft.com/office/drawing/2014/main" id="{5E0B52EC-1F63-E663-F2E1-ABAC578C50D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89F3A30-23C7-BD1D-E7AE-E0CE82632248}"/>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3377683602"/>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0AC396-9193-D45C-F7B9-E19A2903B18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54AFA00-90A1-9A2C-8F36-A6AD53B665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8E20FF49-3F3A-3681-B848-569A8F0BA2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E81AB31-C81E-2473-21E0-75E405D590FA}"/>
              </a:ext>
            </a:extLst>
          </p:cNvPr>
          <p:cNvSpPr>
            <a:spLocks noGrp="1"/>
          </p:cNvSpPr>
          <p:nvPr>
            <p:ph type="dt" sz="half" idx="10"/>
          </p:nvPr>
        </p:nvSpPr>
        <p:spPr/>
        <p:txBody>
          <a:bodyPr/>
          <a:lstStyle/>
          <a:p>
            <a:fld id="{94DEF4EE-B29E-4005-AD33-D9C483397F1D}" type="datetimeFigureOut">
              <a:rPr lang="zh-CN" altLang="en-US" smtClean="0"/>
              <a:t>2026/6/9</a:t>
            </a:fld>
            <a:endParaRPr lang="zh-CN" altLang="en-US"/>
          </a:p>
        </p:txBody>
      </p:sp>
      <p:sp>
        <p:nvSpPr>
          <p:cNvPr id="6" name="页脚占位符 5">
            <a:extLst>
              <a:ext uri="{FF2B5EF4-FFF2-40B4-BE49-F238E27FC236}">
                <a16:creationId xmlns:a16="http://schemas.microsoft.com/office/drawing/2014/main" id="{23A8EBB6-9A7A-E5B0-328F-4573BC64C23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60E2A9E-00C0-D7E5-1A3D-F986253BABEA}"/>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436989637"/>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0C7E27-7B11-630A-C191-E298AA79DAAC}"/>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7E45FF2C-2F7F-84F8-67C4-6351494D015D}"/>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8A900D5-6A66-18E5-4774-D55344D238E8}"/>
              </a:ext>
            </a:extLst>
          </p:cNvPr>
          <p:cNvSpPr>
            <a:spLocks noGrp="1"/>
          </p:cNvSpPr>
          <p:nvPr>
            <p:ph type="dt" sz="half" idx="10"/>
          </p:nvPr>
        </p:nvSpPr>
        <p:spPr/>
        <p:txBody>
          <a:bodyPr/>
          <a:lstStyle/>
          <a:p>
            <a:fld id="{94DEF4EE-B29E-4005-AD33-D9C483397F1D}" type="datetimeFigureOut">
              <a:rPr lang="zh-CN" altLang="en-US" smtClean="0"/>
              <a:t>2026/6/9</a:t>
            </a:fld>
            <a:endParaRPr lang="zh-CN" altLang="en-US"/>
          </a:p>
        </p:txBody>
      </p:sp>
      <p:sp>
        <p:nvSpPr>
          <p:cNvPr id="5" name="页脚占位符 4">
            <a:extLst>
              <a:ext uri="{FF2B5EF4-FFF2-40B4-BE49-F238E27FC236}">
                <a16:creationId xmlns:a16="http://schemas.microsoft.com/office/drawing/2014/main" id="{BADA3684-5439-31E5-9AE5-C966F3BEA1C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13C404E-68DD-0CBF-EE56-1563E8F1F219}"/>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173937357"/>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E0F7B8C-CBED-0EF6-1934-B9C7DBEA1E29}"/>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05A8557-3371-C31A-896F-307ED004D442}"/>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A1FDE1C-77C1-F1A1-F9A3-5DB7293AA73A}"/>
              </a:ext>
            </a:extLst>
          </p:cNvPr>
          <p:cNvSpPr>
            <a:spLocks noGrp="1"/>
          </p:cNvSpPr>
          <p:nvPr>
            <p:ph type="dt" sz="half" idx="10"/>
          </p:nvPr>
        </p:nvSpPr>
        <p:spPr/>
        <p:txBody>
          <a:bodyPr/>
          <a:lstStyle/>
          <a:p>
            <a:fld id="{94DEF4EE-B29E-4005-AD33-D9C483397F1D}" type="datetimeFigureOut">
              <a:rPr lang="zh-CN" altLang="en-US" smtClean="0"/>
              <a:t>2026/6/9</a:t>
            </a:fld>
            <a:endParaRPr lang="zh-CN" altLang="en-US"/>
          </a:p>
        </p:txBody>
      </p:sp>
      <p:sp>
        <p:nvSpPr>
          <p:cNvPr id="5" name="页脚占位符 4">
            <a:extLst>
              <a:ext uri="{FF2B5EF4-FFF2-40B4-BE49-F238E27FC236}">
                <a16:creationId xmlns:a16="http://schemas.microsoft.com/office/drawing/2014/main" id="{EC3DC546-B736-5BF6-AE31-15F3C6A7669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704A988-B1C5-C36B-F49F-DD5FC6F06F5B}"/>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128777682"/>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FF4521-BA21-4ECD-8BA5-08E49FB53E7F}"/>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9D81F2AD-3AF9-CA84-F57E-AB78FC19B8F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B9DC3085-B647-CB24-8E92-EFF06C5B73F5}"/>
              </a:ext>
            </a:extLst>
          </p:cNvPr>
          <p:cNvSpPr>
            <a:spLocks noGrp="1"/>
          </p:cNvSpPr>
          <p:nvPr>
            <p:ph type="dt" sz="half" idx="10"/>
          </p:nvPr>
        </p:nvSpPr>
        <p:spPr/>
        <p:txBody>
          <a:bodyPr/>
          <a:lstStyle/>
          <a:p>
            <a:fld id="{0D4A7872-A109-451C-99CE-17ECD2BA9466}" type="datetimeFigureOut">
              <a:rPr lang="zh-CN" altLang="en-US" smtClean="0"/>
              <a:t>2026/6/9</a:t>
            </a:fld>
            <a:endParaRPr lang="zh-CN" altLang="en-US"/>
          </a:p>
        </p:txBody>
      </p:sp>
      <p:sp>
        <p:nvSpPr>
          <p:cNvPr id="5" name="页脚占位符 4">
            <a:extLst>
              <a:ext uri="{FF2B5EF4-FFF2-40B4-BE49-F238E27FC236}">
                <a16:creationId xmlns:a16="http://schemas.microsoft.com/office/drawing/2014/main" id="{37A0F658-1875-D2C5-5B2A-439A56F5D18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0154136-4B8F-0F75-18D9-F4C23941FDF0}"/>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1115434428"/>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B132EA-CC52-625C-A7E7-9B84D72BE4B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F69D89E-D990-BC31-E367-24F5445EAF06}"/>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6A45DAE-BF50-14A3-910A-8CAD0AB3AFA5}"/>
              </a:ext>
            </a:extLst>
          </p:cNvPr>
          <p:cNvSpPr>
            <a:spLocks noGrp="1"/>
          </p:cNvSpPr>
          <p:nvPr>
            <p:ph type="dt" sz="half" idx="10"/>
          </p:nvPr>
        </p:nvSpPr>
        <p:spPr/>
        <p:txBody>
          <a:bodyPr/>
          <a:lstStyle/>
          <a:p>
            <a:fld id="{0D4A7872-A109-451C-99CE-17ECD2BA9466}" type="datetimeFigureOut">
              <a:rPr lang="zh-CN" altLang="en-US" smtClean="0"/>
              <a:t>2026/6/9</a:t>
            </a:fld>
            <a:endParaRPr lang="zh-CN" altLang="en-US"/>
          </a:p>
        </p:txBody>
      </p:sp>
      <p:sp>
        <p:nvSpPr>
          <p:cNvPr id="5" name="页脚占位符 4">
            <a:extLst>
              <a:ext uri="{FF2B5EF4-FFF2-40B4-BE49-F238E27FC236}">
                <a16:creationId xmlns:a16="http://schemas.microsoft.com/office/drawing/2014/main" id="{2F158FEB-D56F-8D18-7C5E-50AEC6BBE49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3DD391D-81F2-13F7-BA5D-A1FDE72BA619}"/>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31212892"/>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431626-E159-D55E-16FB-43208DA3D9B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8B24F23E-1304-B872-EE53-165AB91A11E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92C4D2F6-774F-3836-A066-7AACA350B1A4}"/>
              </a:ext>
            </a:extLst>
          </p:cNvPr>
          <p:cNvSpPr>
            <a:spLocks noGrp="1"/>
          </p:cNvSpPr>
          <p:nvPr>
            <p:ph type="dt" sz="half" idx="10"/>
          </p:nvPr>
        </p:nvSpPr>
        <p:spPr/>
        <p:txBody>
          <a:bodyPr/>
          <a:lstStyle/>
          <a:p>
            <a:fld id="{0D4A7872-A109-451C-99CE-17ECD2BA9466}" type="datetimeFigureOut">
              <a:rPr lang="zh-CN" altLang="en-US" smtClean="0"/>
              <a:t>2026/6/9</a:t>
            </a:fld>
            <a:endParaRPr lang="zh-CN" altLang="en-US"/>
          </a:p>
        </p:txBody>
      </p:sp>
      <p:sp>
        <p:nvSpPr>
          <p:cNvPr id="5" name="页脚占位符 4">
            <a:extLst>
              <a:ext uri="{FF2B5EF4-FFF2-40B4-BE49-F238E27FC236}">
                <a16:creationId xmlns:a16="http://schemas.microsoft.com/office/drawing/2014/main" id="{7FB3EC54-3EE2-7D9E-4EDC-59A1FF70604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2919C52-4CC4-D672-7BA8-4B5955042993}"/>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2167435784"/>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FFF654-1F8A-CC8F-7578-5F05E262028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418E126-8095-F2C2-9B2B-06B379A5521A}"/>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F94A0A86-F730-E065-AD9D-343661247553}"/>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DE231D4B-3F79-7E87-D6AA-2A710781C6A0}"/>
              </a:ext>
            </a:extLst>
          </p:cNvPr>
          <p:cNvSpPr>
            <a:spLocks noGrp="1"/>
          </p:cNvSpPr>
          <p:nvPr>
            <p:ph type="dt" sz="half" idx="10"/>
          </p:nvPr>
        </p:nvSpPr>
        <p:spPr/>
        <p:txBody>
          <a:bodyPr/>
          <a:lstStyle/>
          <a:p>
            <a:fld id="{0D4A7872-A109-451C-99CE-17ECD2BA9466}" type="datetimeFigureOut">
              <a:rPr lang="zh-CN" altLang="en-US" smtClean="0"/>
              <a:t>2026/6/9</a:t>
            </a:fld>
            <a:endParaRPr lang="zh-CN" altLang="en-US"/>
          </a:p>
        </p:txBody>
      </p:sp>
      <p:sp>
        <p:nvSpPr>
          <p:cNvPr id="6" name="页脚占位符 5">
            <a:extLst>
              <a:ext uri="{FF2B5EF4-FFF2-40B4-BE49-F238E27FC236}">
                <a16:creationId xmlns:a16="http://schemas.microsoft.com/office/drawing/2014/main" id="{E5C7D739-BC3B-C730-7739-6F560BD0951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C70F15E-D14C-EB5A-452A-1D9898659B78}"/>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50163011"/>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4DB7FA-CAA4-8010-A4D4-3D86302145C1}"/>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A9381EF9-E77F-E781-C801-7CD3E2085C2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05033C01-548A-1A00-5D24-0843F7C71C6C}"/>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888C7C14-30C6-E379-1321-6D8E3D8025D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5DBC3B0-580D-FE89-8A77-180CDB68B276}"/>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218A491B-D1C2-D567-EB3F-E87685574675}"/>
              </a:ext>
            </a:extLst>
          </p:cNvPr>
          <p:cNvSpPr>
            <a:spLocks noGrp="1"/>
          </p:cNvSpPr>
          <p:nvPr>
            <p:ph type="dt" sz="half" idx="10"/>
          </p:nvPr>
        </p:nvSpPr>
        <p:spPr/>
        <p:txBody>
          <a:bodyPr/>
          <a:lstStyle/>
          <a:p>
            <a:fld id="{0D4A7872-A109-451C-99CE-17ECD2BA9466}" type="datetimeFigureOut">
              <a:rPr lang="zh-CN" altLang="en-US" smtClean="0"/>
              <a:t>2026/6/9</a:t>
            </a:fld>
            <a:endParaRPr lang="zh-CN" altLang="en-US"/>
          </a:p>
        </p:txBody>
      </p:sp>
      <p:sp>
        <p:nvSpPr>
          <p:cNvPr id="8" name="页脚占位符 7">
            <a:extLst>
              <a:ext uri="{FF2B5EF4-FFF2-40B4-BE49-F238E27FC236}">
                <a16:creationId xmlns:a16="http://schemas.microsoft.com/office/drawing/2014/main" id="{63DAEE90-F458-080D-8427-1A8AD50254C3}"/>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6D933EEF-A9F7-E153-7F2D-5511603D18AB}"/>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1754817770"/>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0EF324-4103-62B5-C488-901D116B9A74}"/>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FCADB91D-DCE5-7718-0719-2ABDA8AAF03E}"/>
              </a:ext>
            </a:extLst>
          </p:cNvPr>
          <p:cNvSpPr>
            <a:spLocks noGrp="1"/>
          </p:cNvSpPr>
          <p:nvPr>
            <p:ph type="dt" sz="half" idx="10"/>
          </p:nvPr>
        </p:nvSpPr>
        <p:spPr/>
        <p:txBody>
          <a:bodyPr/>
          <a:lstStyle/>
          <a:p>
            <a:fld id="{0D4A7872-A109-451C-99CE-17ECD2BA9466}" type="datetimeFigureOut">
              <a:rPr lang="zh-CN" altLang="en-US" smtClean="0"/>
              <a:t>2026/6/9</a:t>
            </a:fld>
            <a:endParaRPr lang="zh-CN" altLang="en-US"/>
          </a:p>
        </p:txBody>
      </p:sp>
      <p:sp>
        <p:nvSpPr>
          <p:cNvPr id="4" name="页脚占位符 3">
            <a:extLst>
              <a:ext uri="{FF2B5EF4-FFF2-40B4-BE49-F238E27FC236}">
                <a16:creationId xmlns:a16="http://schemas.microsoft.com/office/drawing/2014/main" id="{4228E421-B7C0-29C9-928A-CEC95E688172}"/>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62D522AC-8130-93DD-5574-9A4A91BAEE6D}"/>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1340207749"/>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205BBAA7-C184-1D81-FDC5-4E5A972F9DCF}"/>
              </a:ext>
            </a:extLst>
          </p:cNvPr>
          <p:cNvSpPr>
            <a:spLocks noGrp="1"/>
          </p:cNvSpPr>
          <p:nvPr>
            <p:ph type="dt" sz="half" idx="10"/>
          </p:nvPr>
        </p:nvSpPr>
        <p:spPr/>
        <p:txBody>
          <a:bodyPr/>
          <a:lstStyle/>
          <a:p>
            <a:fld id="{0D4A7872-A109-451C-99CE-17ECD2BA9466}" type="datetimeFigureOut">
              <a:rPr lang="zh-CN" altLang="en-US" smtClean="0"/>
              <a:t>2026/6/9</a:t>
            </a:fld>
            <a:endParaRPr lang="zh-CN" altLang="en-US"/>
          </a:p>
        </p:txBody>
      </p:sp>
      <p:sp>
        <p:nvSpPr>
          <p:cNvPr id="3" name="页脚占位符 2">
            <a:extLst>
              <a:ext uri="{FF2B5EF4-FFF2-40B4-BE49-F238E27FC236}">
                <a16:creationId xmlns:a16="http://schemas.microsoft.com/office/drawing/2014/main" id="{3B699C48-2D97-0FE3-3077-FDEE983521C3}"/>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7B02FBAB-3374-D838-259B-3615BC94317C}"/>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1517789791"/>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9726C2-35DB-76DC-6866-A751170D07B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CEDA0F94-D6D8-CD2A-B3F5-8021A0B4E33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37C6FCD2-EAC2-4871-0D90-1C568507C1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10BF72D-5A7A-DCA4-47FC-7B6A0344141B}"/>
              </a:ext>
            </a:extLst>
          </p:cNvPr>
          <p:cNvSpPr>
            <a:spLocks noGrp="1"/>
          </p:cNvSpPr>
          <p:nvPr>
            <p:ph type="dt" sz="half" idx="10"/>
          </p:nvPr>
        </p:nvSpPr>
        <p:spPr/>
        <p:txBody>
          <a:bodyPr/>
          <a:lstStyle/>
          <a:p>
            <a:fld id="{0D4A7872-A109-451C-99CE-17ECD2BA9466}" type="datetimeFigureOut">
              <a:rPr lang="zh-CN" altLang="en-US" smtClean="0"/>
              <a:t>2026/6/9</a:t>
            </a:fld>
            <a:endParaRPr lang="zh-CN" altLang="en-US"/>
          </a:p>
        </p:txBody>
      </p:sp>
      <p:sp>
        <p:nvSpPr>
          <p:cNvPr id="6" name="页脚占位符 5">
            <a:extLst>
              <a:ext uri="{FF2B5EF4-FFF2-40B4-BE49-F238E27FC236}">
                <a16:creationId xmlns:a16="http://schemas.microsoft.com/office/drawing/2014/main" id="{835AC7D6-7F03-727A-3F97-C7A2BCF48C5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A7CCAC0-D46F-C924-3668-3086E0CAD97D}"/>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4078994020"/>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699978-0C4E-3FC1-6411-9C8C919EF9B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33FE973-EA23-3EC8-2DCE-2491AD21316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60E8EC95-B3F4-DD32-510B-F2FEC022C3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9129252-8470-E540-D24F-3E642665C2AA}"/>
              </a:ext>
            </a:extLst>
          </p:cNvPr>
          <p:cNvSpPr>
            <a:spLocks noGrp="1"/>
          </p:cNvSpPr>
          <p:nvPr>
            <p:ph type="dt" sz="half" idx="10"/>
          </p:nvPr>
        </p:nvSpPr>
        <p:spPr/>
        <p:txBody>
          <a:bodyPr/>
          <a:lstStyle/>
          <a:p>
            <a:fld id="{0D4A7872-A109-451C-99CE-17ECD2BA9466}" type="datetimeFigureOut">
              <a:rPr lang="zh-CN" altLang="en-US" smtClean="0"/>
              <a:t>2026/6/9</a:t>
            </a:fld>
            <a:endParaRPr lang="zh-CN" altLang="en-US"/>
          </a:p>
        </p:txBody>
      </p:sp>
      <p:sp>
        <p:nvSpPr>
          <p:cNvPr id="6" name="页脚占位符 5">
            <a:extLst>
              <a:ext uri="{FF2B5EF4-FFF2-40B4-BE49-F238E27FC236}">
                <a16:creationId xmlns:a16="http://schemas.microsoft.com/office/drawing/2014/main" id="{11E3A8A6-2ABE-EC86-BBCF-0D921FC52CE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A0A20BB-26F8-2FAA-4DF1-5A8CA548FFB6}"/>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834515451"/>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E5818B-A8DA-9180-6D44-6EA3FCBCCFE3}"/>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3940409D-9CA0-1AB4-18F7-B8D7E43A5745}"/>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CCBAA6F-FD95-9B4A-091D-0FA37C8B61C9}"/>
              </a:ext>
            </a:extLst>
          </p:cNvPr>
          <p:cNvSpPr>
            <a:spLocks noGrp="1"/>
          </p:cNvSpPr>
          <p:nvPr>
            <p:ph type="dt" sz="half" idx="10"/>
          </p:nvPr>
        </p:nvSpPr>
        <p:spPr/>
        <p:txBody>
          <a:bodyPr/>
          <a:lstStyle/>
          <a:p>
            <a:fld id="{0D4A7872-A109-451C-99CE-17ECD2BA9466}" type="datetimeFigureOut">
              <a:rPr lang="zh-CN" altLang="en-US" smtClean="0"/>
              <a:t>2026/6/9</a:t>
            </a:fld>
            <a:endParaRPr lang="zh-CN" altLang="en-US"/>
          </a:p>
        </p:txBody>
      </p:sp>
      <p:sp>
        <p:nvSpPr>
          <p:cNvPr id="5" name="页脚占位符 4">
            <a:extLst>
              <a:ext uri="{FF2B5EF4-FFF2-40B4-BE49-F238E27FC236}">
                <a16:creationId xmlns:a16="http://schemas.microsoft.com/office/drawing/2014/main" id="{388EE72B-9DE0-5486-7AE2-7EB12408231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DB542A5-0B57-5FB0-B3DE-D01BC25591FE}"/>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1363145206"/>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A163D595-C5A4-237C-AFBE-7FB0D02EF137}"/>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AD855C4-1E04-D421-BDA7-3D25B3058B05}"/>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23BF6C5-FEF9-7D28-37E9-AF2C1EE50653}"/>
              </a:ext>
            </a:extLst>
          </p:cNvPr>
          <p:cNvSpPr>
            <a:spLocks noGrp="1"/>
          </p:cNvSpPr>
          <p:nvPr>
            <p:ph type="dt" sz="half" idx="10"/>
          </p:nvPr>
        </p:nvSpPr>
        <p:spPr/>
        <p:txBody>
          <a:bodyPr/>
          <a:lstStyle/>
          <a:p>
            <a:fld id="{0D4A7872-A109-451C-99CE-17ECD2BA9466}" type="datetimeFigureOut">
              <a:rPr lang="zh-CN" altLang="en-US" smtClean="0"/>
              <a:t>2026/6/9</a:t>
            </a:fld>
            <a:endParaRPr lang="zh-CN" altLang="en-US"/>
          </a:p>
        </p:txBody>
      </p:sp>
      <p:sp>
        <p:nvSpPr>
          <p:cNvPr id="5" name="页脚占位符 4">
            <a:extLst>
              <a:ext uri="{FF2B5EF4-FFF2-40B4-BE49-F238E27FC236}">
                <a16:creationId xmlns:a16="http://schemas.microsoft.com/office/drawing/2014/main" id="{E11A7E31-CE22-DCE5-C3CD-FA9C687E85D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055C11D-F32F-6960-C353-799FACA6CC76}"/>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26261920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3" Type="http://schemas.openxmlformats.org/officeDocument/2006/relationships/slideLayout" Target="../slideLayouts/slideLayout21.xml"/><Relationship Id="rId7" Type="http://schemas.openxmlformats.org/officeDocument/2006/relationships/slideLayout" Target="../slideLayouts/slideLayout25.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5" Type="http://schemas.openxmlformats.org/officeDocument/2006/relationships/slideLayout" Target="../slideLayouts/slideLayout23.xml"/><Relationship Id="rId10" Type="http://schemas.openxmlformats.org/officeDocument/2006/relationships/theme" Target="../theme/theme2.xml"/><Relationship Id="rId4" Type="http://schemas.openxmlformats.org/officeDocument/2006/relationships/slideLayout" Target="../slideLayouts/slideLayout22.xml"/><Relationship Id="rId9" Type="http://schemas.openxmlformats.org/officeDocument/2006/relationships/slideLayout" Target="../slideLayouts/slideLayout2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theme" Target="../theme/theme3.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2" Type="http://schemas.openxmlformats.org/officeDocument/2006/relationships/slideLayout" Target="../slideLayouts/slideLayout40.xml"/><Relationship Id="rId16" Type="http://schemas.openxmlformats.org/officeDocument/2006/relationships/theme" Target="../theme/theme4.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slideLayout" Target="../slideLayouts/slideLayout53.xml"/><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slideLayout" Target="../slideLayouts/slideLayout5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1.xml"/><Relationship Id="rId3" Type="http://schemas.openxmlformats.org/officeDocument/2006/relationships/slideLayout" Target="../slideLayouts/slideLayout56.xml"/><Relationship Id="rId7" Type="http://schemas.openxmlformats.org/officeDocument/2006/relationships/slideLayout" Target="../slideLayouts/slideLayout60.xml"/><Relationship Id="rId12" Type="http://schemas.openxmlformats.org/officeDocument/2006/relationships/theme" Target="../theme/theme5.xml"/><Relationship Id="rId2" Type="http://schemas.openxmlformats.org/officeDocument/2006/relationships/slideLayout" Target="../slideLayouts/slideLayout55.xml"/><Relationship Id="rId1" Type="http://schemas.openxmlformats.org/officeDocument/2006/relationships/slideLayout" Target="../slideLayouts/slideLayout54.xml"/><Relationship Id="rId6" Type="http://schemas.openxmlformats.org/officeDocument/2006/relationships/slideLayout" Target="../slideLayouts/slideLayout59.xml"/><Relationship Id="rId11" Type="http://schemas.openxmlformats.org/officeDocument/2006/relationships/slideLayout" Target="../slideLayouts/slideLayout64.xml"/><Relationship Id="rId5" Type="http://schemas.openxmlformats.org/officeDocument/2006/relationships/slideLayout" Target="../slideLayouts/slideLayout58.xml"/><Relationship Id="rId10" Type="http://schemas.openxmlformats.org/officeDocument/2006/relationships/slideLayout" Target="../slideLayouts/slideLayout63.xml"/><Relationship Id="rId4" Type="http://schemas.openxmlformats.org/officeDocument/2006/relationships/slideLayout" Target="../slideLayouts/slideLayout57.xml"/><Relationship Id="rId9" Type="http://schemas.openxmlformats.org/officeDocument/2006/relationships/slideLayout" Target="../slideLayouts/slideLayout62.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2.xml"/><Relationship Id="rId13" Type="http://schemas.openxmlformats.org/officeDocument/2006/relationships/slideLayout" Target="../slideLayouts/slideLayout77.xml"/><Relationship Id="rId3" Type="http://schemas.openxmlformats.org/officeDocument/2006/relationships/slideLayout" Target="../slideLayouts/slideLayout67.xml"/><Relationship Id="rId7" Type="http://schemas.openxmlformats.org/officeDocument/2006/relationships/slideLayout" Target="../slideLayouts/slideLayout71.xml"/><Relationship Id="rId12" Type="http://schemas.openxmlformats.org/officeDocument/2006/relationships/slideLayout" Target="../slideLayouts/slideLayout76.xml"/><Relationship Id="rId2" Type="http://schemas.openxmlformats.org/officeDocument/2006/relationships/slideLayout" Target="../slideLayouts/slideLayout66.xml"/><Relationship Id="rId1" Type="http://schemas.openxmlformats.org/officeDocument/2006/relationships/slideLayout" Target="../slideLayouts/slideLayout65.xml"/><Relationship Id="rId6" Type="http://schemas.openxmlformats.org/officeDocument/2006/relationships/slideLayout" Target="../slideLayouts/slideLayout70.xml"/><Relationship Id="rId11" Type="http://schemas.openxmlformats.org/officeDocument/2006/relationships/slideLayout" Target="../slideLayouts/slideLayout75.xml"/><Relationship Id="rId5" Type="http://schemas.openxmlformats.org/officeDocument/2006/relationships/slideLayout" Target="../slideLayouts/slideLayout69.xml"/><Relationship Id="rId10" Type="http://schemas.openxmlformats.org/officeDocument/2006/relationships/slideLayout" Target="../slideLayouts/slideLayout74.xml"/><Relationship Id="rId4" Type="http://schemas.openxmlformats.org/officeDocument/2006/relationships/slideLayout" Target="../slideLayouts/slideLayout68.xml"/><Relationship Id="rId9" Type="http://schemas.openxmlformats.org/officeDocument/2006/relationships/slideLayout" Target="../slideLayouts/slideLayout73.xml"/><Relationship Id="rId1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5.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theme" Target="../theme/theme7.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16999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AFD0F58-2DD4-24DB-CAF5-100A35453A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D8E98D13-6DB6-9F32-9F7E-8F48E6D26D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0C2781A-8698-354B-586C-FD59221A26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DEF4EE-B29E-4005-AD33-D9C483397F1D}" type="datetimeFigureOut">
              <a:rPr lang="zh-CN" altLang="en-US" smtClean="0"/>
              <a:t>2026/6/9</a:t>
            </a:fld>
            <a:endParaRPr lang="zh-CN" altLang="en-US"/>
          </a:p>
        </p:txBody>
      </p:sp>
      <p:sp>
        <p:nvSpPr>
          <p:cNvPr id="5" name="页脚占位符 4">
            <a:extLst>
              <a:ext uri="{FF2B5EF4-FFF2-40B4-BE49-F238E27FC236}">
                <a16:creationId xmlns:a16="http://schemas.microsoft.com/office/drawing/2014/main" id="{0F5F4B98-CA80-39D7-1D5D-16BC0340FF6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E0793532-6B8A-8F23-FE53-7D25C1FA794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089573559"/>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12E724C0-0B17-F9FF-01A9-3BAD287997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7D94CCF3-A116-6948-F878-B6D43F5CBD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4419035-8960-471A-38E8-1D289BDA4B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4A7872-A109-451C-99CE-17ECD2BA9466}" type="datetimeFigureOut">
              <a:rPr lang="zh-CN" altLang="en-US" smtClean="0"/>
              <a:t>2026/6/9</a:t>
            </a:fld>
            <a:endParaRPr lang="zh-CN" altLang="en-US"/>
          </a:p>
        </p:txBody>
      </p:sp>
      <p:sp>
        <p:nvSpPr>
          <p:cNvPr id="5" name="页脚占位符 4">
            <a:extLst>
              <a:ext uri="{FF2B5EF4-FFF2-40B4-BE49-F238E27FC236}">
                <a16:creationId xmlns:a16="http://schemas.microsoft.com/office/drawing/2014/main" id="{71DCBC91-10CB-2CA2-F4D1-8A5CCA1DB8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C68184D2-4FF4-EFF5-1CF2-DF3CC2E2886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9664306"/>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77661183"/>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713" r:id="rId12"/>
    <p:sldLayoutId id="2147483714" r:id="rId13"/>
    <p:sldLayoutId id="2147483715" r:id="rId14"/>
    <p:sldLayoutId id="2147483758"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4BD20DCB-D3B3-149B-27FD-3054D608992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5E2F6981-36A2-7BE9-2269-D6D548DE14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7B62050-5C6C-A75F-FC7B-2AEA8722A0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9D62E01-43A6-484F-8DB8-44C5F907219B}" type="datetimeFigureOut">
              <a:rPr lang="zh-CN" altLang="en-US" smtClean="0"/>
              <a:t>2026/6/9</a:t>
            </a:fld>
            <a:endParaRPr lang="zh-CN" altLang="en-US"/>
          </a:p>
        </p:txBody>
      </p:sp>
      <p:sp>
        <p:nvSpPr>
          <p:cNvPr id="5" name="页脚占位符 4">
            <a:extLst>
              <a:ext uri="{FF2B5EF4-FFF2-40B4-BE49-F238E27FC236}">
                <a16:creationId xmlns:a16="http://schemas.microsoft.com/office/drawing/2014/main" id="{75D0F5FE-152F-CFF4-BA7B-839DED2E6A5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13B0E4A5-BA5F-450F-9A8C-84D6C5AEFB8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2412905922"/>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AFD0F58-2DD4-24DB-CAF5-100A35453A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D8E98D13-6DB6-9F32-9F7E-8F48E6D26D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0C2781A-8698-354B-586C-FD59221A26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DEF4EE-B29E-4005-AD33-D9C483397F1D}" type="datetimeFigureOut">
              <a:rPr lang="zh-CN" altLang="en-US" smtClean="0"/>
              <a:t>2026/6/9</a:t>
            </a:fld>
            <a:endParaRPr lang="zh-CN" altLang="en-US"/>
          </a:p>
        </p:txBody>
      </p:sp>
      <p:sp>
        <p:nvSpPr>
          <p:cNvPr id="5" name="页脚占位符 4">
            <a:extLst>
              <a:ext uri="{FF2B5EF4-FFF2-40B4-BE49-F238E27FC236}">
                <a16:creationId xmlns:a16="http://schemas.microsoft.com/office/drawing/2014/main" id="{0F5F4B98-CA80-39D7-1D5D-16BC0340FF6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E0793532-6B8A-8F23-FE53-7D25C1FA794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4260272784"/>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12E724C0-0B17-F9FF-01A9-3BAD287997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7D94CCF3-A116-6948-F878-B6D43F5CBD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4419035-8960-471A-38E8-1D289BDA4B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4A7872-A109-451C-99CE-17ECD2BA9466}" type="datetimeFigureOut">
              <a:rPr lang="zh-CN" altLang="en-US" smtClean="0"/>
              <a:t>2026/6/9</a:t>
            </a:fld>
            <a:endParaRPr lang="zh-CN" altLang="en-US"/>
          </a:p>
        </p:txBody>
      </p:sp>
      <p:sp>
        <p:nvSpPr>
          <p:cNvPr id="5" name="页脚占位符 4">
            <a:extLst>
              <a:ext uri="{FF2B5EF4-FFF2-40B4-BE49-F238E27FC236}">
                <a16:creationId xmlns:a16="http://schemas.microsoft.com/office/drawing/2014/main" id="{71DCBC91-10CB-2CA2-F4D1-8A5CCA1DB8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C68184D2-4FF4-EFF5-1CF2-DF3CC2E2886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737931575"/>
      </p:ext>
    </p:extLst>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52" r:id="rId6"/>
    <p:sldLayoutId id="2147483753" r:id="rId7"/>
    <p:sldLayoutId id="2147483754" r:id="rId8"/>
    <p:sldLayoutId id="2147483755" r:id="rId9"/>
    <p:sldLayoutId id="2147483756" r:id="rId10"/>
    <p:sldLayoutId id="214748375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0.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0.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0.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0.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0.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xml"/><Relationship Id="rId1" Type="http://schemas.openxmlformats.org/officeDocument/2006/relationships/slideLayout" Target="../slideLayouts/slideLayout40.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xml"/><Relationship Id="rId1" Type="http://schemas.openxmlformats.org/officeDocument/2006/relationships/slideLayout" Target="../slideLayouts/slideLayout40.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3.xml"/><Relationship Id="rId1" Type="http://schemas.openxmlformats.org/officeDocument/2006/relationships/slideLayout" Target="../slideLayouts/slideLayout40.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51.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40.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3.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3.xml"/><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副标题 4">
            <a:extLst>
              <a:ext uri="{FF2B5EF4-FFF2-40B4-BE49-F238E27FC236}">
                <a16:creationId xmlns:a16="http://schemas.microsoft.com/office/drawing/2014/main" id="{BE3B49BE-CD15-77E2-9163-14D70F6E1084}"/>
              </a:ext>
            </a:extLst>
          </p:cNvPr>
          <p:cNvSpPr>
            <a:spLocks noGrp="1"/>
          </p:cNvSpPr>
          <p:nvPr>
            <p:ph type="subTitle" idx="1"/>
          </p:nvPr>
        </p:nvSpPr>
        <p:spPr/>
        <p:txBody>
          <a:bodyPr/>
          <a:lstStyle/>
          <a:p>
            <a:r>
              <a:rPr lang="zh-CN" altLang="en-US"/>
              <a:t>路由分发功能的实现</a:t>
            </a:r>
            <a:r>
              <a:rPr lang="en-US" altLang="zh-CN"/>
              <a:t>2</a:t>
            </a:r>
            <a:endParaRPr lang="zh-CN" altLang="en-US"/>
          </a:p>
        </p:txBody>
      </p:sp>
      <p:sp>
        <p:nvSpPr>
          <p:cNvPr id="3" name="标题 2"/>
          <p:cNvSpPr>
            <a:spLocks noGrp="1"/>
          </p:cNvSpPr>
          <p:nvPr>
            <p:ph type="ctrTitle"/>
          </p:nvPr>
        </p:nvSpPr>
        <p:spPr/>
        <p:txBody>
          <a:bodyPr/>
          <a:lstStyle/>
          <a:p>
            <a:r>
              <a:rPr lang="en-US" altLang="zh-CN" sz="4000"/>
              <a:t>252602 WEB</a:t>
            </a:r>
            <a:r>
              <a:rPr lang="zh-CN" altLang="en-US" sz="4000"/>
              <a:t>项目应用</a:t>
            </a:r>
          </a:p>
        </p:txBody>
      </p:sp>
      <p:sp>
        <p:nvSpPr>
          <p:cNvPr id="2" name="文本占位符 1"/>
          <p:cNvSpPr>
            <a:spLocks noGrp="1"/>
          </p:cNvSpPr>
          <p:nvPr>
            <p:ph type="body" sz="quarter" idx="10"/>
          </p:nvPr>
        </p:nvSpPr>
        <p:spPr/>
        <p:txBody>
          <a:bodyPr>
            <a:normAutofit fontScale="97500"/>
          </a:bodyPr>
          <a:lstStyle/>
          <a:p>
            <a:pPr lvl="0">
              <a:lnSpc>
                <a:spcPct val="100000"/>
              </a:lnSpc>
              <a:spcBef>
                <a:spcPct val="0"/>
              </a:spcBef>
              <a:spcAft>
                <a:spcPct val="15000"/>
              </a:spcAft>
            </a:pPr>
            <a:r>
              <a:rPr lang="en-US" altLang="zh-CN">
                <a:solidFill>
                  <a:schemeClr val="tx1"/>
                </a:solidFill>
                <a:latin typeface="+mn-ea"/>
              </a:rPr>
              <a:t>2026-6-9</a:t>
            </a:r>
            <a:endParaRPr lang="zh-CN" altLang="en-US">
              <a:solidFill>
                <a:srgbClr val="FFC000"/>
              </a:solidFill>
              <a:latin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079CA544-8678-E563-8725-0339EECD9050}"/>
              </a:ext>
            </a:extLst>
          </p:cNvPr>
          <p:cNvSpPr>
            <a:spLocks noGrp="1"/>
          </p:cNvSpPr>
          <p:nvPr>
            <p:ph type="body" sz="quarter" idx="18"/>
          </p:nvPr>
        </p:nvSpPr>
        <p:spPr/>
        <p:txBody>
          <a:bodyPr/>
          <a:lstStyle/>
          <a:p>
            <a:r>
              <a:rPr lang="zh-CN" altLang="en-US"/>
              <a:t>本次课内容</a:t>
            </a:r>
          </a:p>
        </p:txBody>
      </p:sp>
      <p:graphicFrame>
        <p:nvGraphicFramePr>
          <p:cNvPr id="4" name="内容占位符 3">
            <a:extLst>
              <a:ext uri="{FF2B5EF4-FFF2-40B4-BE49-F238E27FC236}">
                <a16:creationId xmlns:a16="http://schemas.microsoft.com/office/drawing/2014/main" id="{A28D2291-B642-93F4-2AEA-E43F1D6F7DE8}"/>
              </a:ext>
            </a:extLst>
          </p:cNvPr>
          <p:cNvGraphicFramePr>
            <a:graphicFrameLocks noGrp="1"/>
          </p:cNvGraphicFramePr>
          <p:nvPr>
            <p:ph sz="quarter" idx="19"/>
            <p:extLst>
              <p:ext uri="{D42A27DB-BD31-4B8C-83A1-F6EECF244321}">
                <p14:modId xmlns:p14="http://schemas.microsoft.com/office/powerpoint/2010/main" val="2883327932"/>
              </p:ext>
            </p:extLst>
          </p:nvPr>
        </p:nvGraphicFramePr>
        <p:xfrm>
          <a:off x="536575" y="836613"/>
          <a:ext cx="11176000" cy="57610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029156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081A3A62-B255-16B5-804D-AFDB5DD3C69F}"/>
              </a:ext>
            </a:extLst>
          </p:cNvPr>
          <p:cNvSpPr>
            <a:spLocks noGrp="1"/>
          </p:cNvSpPr>
          <p:nvPr>
            <p:ph type="body" sz="quarter" idx="18"/>
          </p:nvPr>
        </p:nvSpPr>
        <p:spPr/>
        <p:txBody>
          <a:bodyPr/>
          <a:lstStyle/>
          <a:p>
            <a:r>
              <a:rPr lang="zh-CN" altLang="en-US"/>
              <a:t>统一入口</a:t>
            </a:r>
            <a:r>
              <a:rPr lang="en-US" altLang="zh-CN"/>
              <a:t>+</a:t>
            </a:r>
            <a:r>
              <a:rPr lang="zh-CN" altLang="en-US"/>
              <a:t>路径转发</a:t>
            </a:r>
            <a:r>
              <a:rPr lang="en-US" altLang="zh-CN"/>
              <a:t>+</a:t>
            </a:r>
            <a:r>
              <a:rPr lang="zh-CN" altLang="en-US"/>
              <a:t>内部重定向</a:t>
            </a:r>
            <a:r>
              <a:rPr lang="en-US" altLang="zh-CN"/>
              <a:t>+</a:t>
            </a:r>
            <a:r>
              <a:rPr lang="zh-CN" altLang="en-US"/>
              <a:t>路由分发</a:t>
            </a:r>
          </a:p>
        </p:txBody>
      </p:sp>
      <p:pic>
        <p:nvPicPr>
          <p:cNvPr id="5" name="内容占位符 4">
            <a:extLst>
              <a:ext uri="{FF2B5EF4-FFF2-40B4-BE49-F238E27FC236}">
                <a16:creationId xmlns:a16="http://schemas.microsoft.com/office/drawing/2014/main" id="{A621CAEF-052A-A062-6D47-78A6831AA914}"/>
              </a:ext>
            </a:extLst>
          </p:cNvPr>
          <p:cNvPicPr>
            <a:picLocks noGrp="1" noChangeAspect="1"/>
          </p:cNvPicPr>
          <p:nvPr>
            <p:ph sz="quarter" idx="19"/>
          </p:nvPr>
        </p:nvPicPr>
        <p:blipFill>
          <a:blip r:embed="rId2"/>
          <a:stretch>
            <a:fillRect/>
          </a:stretch>
        </p:blipFill>
        <p:spPr>
          <a:xfrm>
            <a:off x="565968" y="795049"/>
            <a:ext cx="6088014" cy="5761037"/>
          </a:xfrm>
          <a:prstGeom prst="rect">
            <a:avLst/>
          </a:prstGeom>
          <a:ln>
            <a:solidFill>
              <a:schemeClr val="accent1"/>
            </a:solidFill>
          </a:ln>
        </p:spPr>
      </p:pic>
      <p:sp>
        <p:nvSpPr>
          <p:cNvPr id="6" name="标注: 弯曲线形 5">
            <a:extLst>
              <a:ext uri="{FF2B5EF4-FFF2-40B4-BE49-F238E27FC236}">
                <a16:creationId xmlns:a16="http://schemas.microsoft.com/office/drawing/2014/main" id="{B60E712B-A2B6-726F-5384-A7CC7DAC2E39}"/>
              </a:ext>
            </a:extLst>
          </p:cNvPr>
          <p:cNvSpPr/>
          <p:nvPr/>
        </p:nvSpPr>
        <p:spPr>
          <a:xfrm>
            <a:off x="7952509" y="795049"/>
            <a:ext cx="3789218" cy="1012969"/>
          </a:xfrm>
          <a:prstGeom prst="borderCallout2">
            <a:avLst>
              <a:gd name="adj1" fmla="val 18750"/>
              <a:gd name="adj2" fmla="val -8333"/>
              <a:gd name="adj3" fmla="val 18750"/>
              <a:gd name="adj4" fmla="val -16667"/>
              <a:gd name="adj5" fmla="val 86637"/>
              <a:gd name="adj6" fmla="val -151970"/>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en-US"/>
              <a:t>统一入口：</a:t>
            </a:r>
            <a:r>
              <a:rPr lang="en-US" altLang="zh-CN"/>
              <a:t>http://www.suit-edu.cn</a:t>
            </a:r>
            <a:endParaRPr lang="zh-CN" altLang="en-US"/>
          </a:p>
        </p:txBody>
      </p:sp>
      <p:sp>
        <p:nvSpPr>
          <p:cNvPr id="7" name="标注: 弯曲线形 6">
            <a:extLst>
              <a:ext uri="{FF2B5EF4-FFF2-40B4-BE49-F238E27FC236}">
                <a16:creationId xmlns:a16="http://schemas.microsoft.com/office/drawing/2014/main" id="{00415A95-3D64-CE2F-E421-D80FF086F669}"/>
              </a:ext>
            </a:extLst>
          </p:cNvPr>
          <p:cNvSpPr/>
          <p:nvPr/>
        </p:nvSpPr>
        <p:spPr>
          <a:xfrm>
            <a:off x="7952509" y="2138940"/>
            <a:ext cx="3789218" cy="1012969"/>
          </a:xfrm>
          <a:prstGeom prst="borderCallout2">
            <a:avLst>
              <a:gd name="adj1" fmla="val 18750"/>
              <a:gd name="adj2" fmla="val -8333"/>
              <a:gd name="adj3" fmla="val 18750"/>
              <a:gd name="adj4" fmla="val -16667"/>
              <a:gd name="adj5" fmla="val -23464"/>
              <a:gd name="adj6" fmla="val -141915"/>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zh-CN" altLang="en-US"/>
              <a:t>路径转发：</a:t>
            </a:r>
            <a:r>
              <a:rPr lang="en-US" altLang="zh-CN"/>
              <a:t>/guirzv1</a:t>
            </a:r>
            <a:endParaRPr lang="zh-CN" altLang="en-US"/>
          </a:p>
        </p:txBody>
      </p:sp>
      <p:sp>
        <p:nvSpPr>
          <p:cNvPr id="8" name="标注: 弯曲线形 7">
            <a:extLst>
              <a:ext uri="{FF2B5EF4-FFF2-40B4-BE49-F238E27FC236}">
                <a16:creationId xmlns:a16="http://schemas.microsoft.com/office/drawing/2014/main" id="{938A5D50-55FE-9D26-7C0D-2BAF8D06B872}"/>
              </a:ext>
            </a:extLst>
          </p:cNvPr>
          <p:cNvSpPr/>
          <p:nvPr/>
        </p:nvSpPr>
        <p:spPr>
          <a:xfrm>
            <a:off x="7952509" y="3429000"/>
            <a:ext cx="3789218" cy="1012969"/>
          </a:xfrm>
          <a:prstGeom prst="borderCallout2">
            <a:avLst>
              <a:gd name="adj1" fmla="val 18750"/>
              <a:gd name="adj2" fmla="val -8333"/>
              <a:gd name="adj3" fmla="val 18750"/>
              <a:gd name="adj4" fmla="val -16667"/>
              <a:gd name="adj5" fmla="val -150662"/>
              <a:gd name="adj6" fmla="val -131129"/>
            </a:avLst>
          </a:prstGeom>
          <a:ln>
            <a:solidFill>
              <a:srgbClr val="7030A0"/>
            </a:solidFill>
          </a:ln>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en-US"/>
              <a:t>内部重定向：</a:t>
            </a:r>
            <a:r>
              <a:rPr lang="en-US" altLang="zh-CN"/>
              <a:t>/tasks/list</a:t>
            </a:r>
          </a:p>
          <a:p>
            <a:pPr algn="ctr"/>
            <a:r>
              <a:rPr lang="en-US" altLang="zh-CN">
                <a:sym typeface="Wingdings" panose="05000000000000000000" pitchFamily="2" charset="2"/>
              </a:rPr>
              <a:t>index.php</a:t>
            </a:r>
            <a:endParaRPr lang="zh-CN" altLang="en-US"/>
          </a:p>
        </p:txBody>
      </p:sp>
      <p:sp>
        <p:nvSpPr>
          <p:cNvPr id="9" name="标注: 弯曲线形 8">
            <a:extLst>
              <a:ext uri="{FF2B5EF4-FFF2-40B4-BE49-F238E27FC236}">
                <a16:creationId xmlns:a16="http://schemas.microsoft.com/office/drawing/2014/main" id="{7D86679C-400B-283A-5B55-CD3CEA0C7024}"/>
              </a:ext>
            </a:extLst>
          </p:cNvPr>
          <p:cNvSpPr/>
          <p:nvPr/>
        </p:nvSpPr>
        <p:spPr>
          <a:xfrm>
            <a:off x="7952509" y="4883727"/>
            <a:ext cx="3789218" cy="1012969"/>
          </a:xfrm>
          <a:prstGeom prst="borderCallout2">
            <a:avLst>
              <a:gd name="adj1" fmla="val 18750"/>
              <a:gd name="adj2" fmla="val -8333"/>
              <a:gd name="adj3" fmla="val 18750"/>
              <a:gd name="adj4" fmla="val -16667"/>
              <a:gd name="adj5" fmla="val -297691"/>
              <a:gd name="adj6" fmla="val -133871"/>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a:t>路由分发：</a:t>
            </a:r>
            <a:r>
              <a:rPr lang="en-US" altLang="zh-CN">
                <a:sym typeface="Wingdings" panose="05000000000000000000" pitchFamily="2" charset="2"/>
              </a:rPr>
              <a:t>index.php</a:t>
            </a:r>
            <a:r>
              <a:rPr lang="zh-CN" altLang="en-US">
                <a:sym typeface="Wingdings" panose="05000000000000000000" pitchFamily="2" charset="2"/>
              </a:rPr>
              <a:t>调用</a:t>
            </a:r>
            <a:r>
              <a:rPr lang="en-US" altLang="zh-CN">
                <a:sym typeface="Wingdings" panose="05000000000000000000" pitchFamily="2" charset="2"/>
              </a:rPr>
              <a:t>Route</a:t>
            </a:r>
            <a:r>
              <a:rPr lang="zh-CN" altLang="en-US">
                <a:sym typeface="Wingdings" panose="05000000000000000000" pitchFamily="2" charset="2"/>
              </a:rPr>
              <a:t>类</a:t>
            </a:r>
            <a:endParaRPr lang="en-US" altLang="zh-CN">
              <a:sym typeface="Wingdings" panose="05000000000000000000" pitchFamily="2" charset="2"/>
            </a:endParaRPr>
          </a:p>
          <a:p>
            <a:pPr algn="ctr"/>
            <a:r>
              <a:rPr lang="en-US" altLang="zh-CN">
                <a:sym typeface="Wingdings" panose="05000000000000000000" pitchFamily="2" charset="2"/>
              </a:rPr>
              <a:t>Route</a:t>
            </a:r>
            <a:r>
              <a:rPr lang="zh-CN" altLang="en-US">
                <a:sym typeface="Wingdings" panose="05000000000000000000" pitchFamily="2" charset="2"/>
              </a:rPr>
              <a:t>类根据</a:t>
            </a:r>
            <a:r>
              <a:rPr lang="en-US" altLang="zh-CN">
                <a:sym typeface="Wingdings" panose="05000000000000000000" pitchFamily="2" charset="2"/>
              </a:rPr>
              <a:t>path info</a:t>
            </a:r>
            <a:r>
              <a:rPr lang="zh-CN" altLang="en-US">
                <a:sym typeface="Wingdings" panose="05000000000000000000" pitchFamily="2" charset="2"/>
              </a:rPr>
              <a:t>和</a:t>
            </a:r>
            <a:r>
              <a:rPr lang="en-US" altLang="zh-CN">
                <a:sym typeface="Wingdings" panose="05000000000000000000" pitchFamily="2" charset="2"/>
              </a:rPr>
              <a:t>http</a:t>
            </a:r>
            <a:r>
              <a:rPr lang="zh-CN" altLang="en-US">
                <a:sym typeface="Wingdings" panose="05000000000000000000" pitchFamily="2" charset="2"/>
              </a:rPr>
              <a:t>方法</a:t>
            </a:r>
            <a:r>
              <a:rPr lang="en-US" altLang="zh-CN">
                <a:sym typeface="Wingdings" panose="05000000000000000000" pitchFamily="2" charset="2"/>
              </a:rPr>
              <a:t>GET</a:t>
            </a:r>
            <a:r>
              <a:rPr lang="zh-CN" altLang="en-US">
                <a:sym typeface="Wingdings" panose="05000000000000000000" pitchFamily="2" charset="2"/>
              </a:rPr>
              <a:t>：</a:t>
            </a:r>
            <a:r>
              <a:rPr lang="en-US" altLang="zh-CN">
                <a:sym typeface="Wingdings" panose="05000000000000000000" pitchFamily="2" charset="2"/>
              </a:rPr>
              <a:t>/tasks/list</a:t>
            </a:r>
            <a:r>
              <a:rPr lang="zh-CN" altLang="en-US">
                <a:sym typeface="Wingdings" panose="05000000000000000000" pitchFamily="2" charset="2"/>
              </a:rPr>
              <a:t>调用相关方法查询教学任务</a:t>
            </a:r>
            <a:endParaRPr lang="zh-CN" altLang="en-US"/>
          </a:p>
        </p:txBody>
      </p:sp>
      <p:sp>
        <p:nvSpPr>
          <p:cNvPr id="10" name="矩形 9">
            <a:extLst>
              <a:ext uri="{FF2B5EF4-FFF2-40B4-BE49-F238E27FC236}">
                <a16:creationId xmlns:a16="http://schemas.microsoft.com/office/drawing/2014/main" id="{F16F24EE-96E9-34E2-A3A2-12B8EF88FFA4}"/>
              </a:ext>
            </a:extLst>
          </p:cNvPr>
          <p:cNvSpPr/>
          <p:nvPr/>
        </p:nvSpPr>
        <p:spPr>
          <a:xfrm>
            <a:off x="7845038" y="654215"/>
            <a:ext cx="4346961" cy="2644462"/>
          </a:xfrm>
          <a:prstGeom prst="rect">
            <a:avLst/>
          </a:prstGeom>
          <a:noFill/>
          <a:ln w="57150"/>
        </p:spPr>
        <p:style>
          <a:lnRef idx="2">
            <a:schemeClr val="accent3"/>
          </a:lnRef>
          <a:fillRef idx="1">
            <a:schemeClr val="lt1"/>
          </a:fillRef>
          <a:effectRef idx="0">
            <a:schemeClr val="accent3"/>
          </a:effectRef>
          <a:fontRef idx="minor">
            <a:schemeClr val="dk1"/>
          </a:fontRef>
        </p:style>
        <p:txBody>
          <a:bodyPr vert="eaVert" rtlCol="0" anchor="t"/>
          <a:lstStyle/>
          <a:p>
            <a:pPr algn="ctr"/>
            <a:r>
              <a:rPr lang="zh-CN" altLang="en-US"/>
              <a:t>反向代理</a:t>
            </a:r>
          </a:p>
        </p:txBody>
      </p:sp>
    </p:spTree>
    <p:extLst>
      <p:ext uri="{BB962C8B-B14F-4D97-AF65-F5344CB8AC3E}">
        <p14:creationId xmlns:p14="http://schemas.microsoft.com/office/powerpoint/2010/main" val="4250537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left)">
                                      <p:cBhvr>
                                        <p:cTn id="14" dur="500"/>
                                        <p:tgtEl>
                                          <p:spTgt spid="6"/>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left)">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1000"/>
                                        <p:tgtEl>
                                          <p:spTgt spid="10"/>
                                        </p:tgtEl>
                                      </p:cBhvr>
                                    </p:animEffect>
                                    <p:anim calcmode="lin" valueType="num">
                                      <p:cBhvr>
                                        <p:cTn id="25" dur="1000" fill="hold"/>
                                        <p:tgtEl>
                                          <p:spTgt spid="10"/>
                                        </p:tgtEl>
                                        <p:attrNameLst>
                                          <p:attrName>ppt_x</p:attrName>
                                        </p:attrNameLst>
                                      </p:cBhvr>
                                      <p:tavLst>
                                        <p:tav tm="0">
                                          <p:val>
                                            <p:strVal val="#ppt_x"/>
                                          </p:val>
                                        </p:tav>
                                        <p:tav tm="100000">
                                          <p:val>
                                            <p:strVal val="#ppt_x"/>
                                          </p:val>
                                        </p:tav>
                                      </p:tavLst>
                                    </p:anim>
                                    <p:anim calcmode="lin" valueType="num">
                                      <p:cBhvr>
                                        <p:cTn id="2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wipe(left)">
                                      <p:cBhvr>
                                        <p:cTn id="31" dur="500"/>
                                        <p:tgtEl>
                                          <p:spTgt spid="8"/>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wipe(left)">
                                      <p:cBhvr>
                                        <p:cTn id="3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A7324DEF-CECA-3B5C-1E02-EF1D6E104E10}"/>
              </a:ext>
            </a:extLst>
          </p:cNvPr>
          <p:cNvSpPr>
            <a:spLocks noGrp="1"/>
          </p:cNvSpPr>
          <p:nvPr>
            <p:ph type="body" sz="quarter" idx="18"/>
          </p:nvPr>
        </p:nvSpPr>
        <p:spPr/>
        <p:txBody>
          <a:bodyPr/>
          <a:lstStyle/>
          <a:p>
            <a:r>
              <a:rPr lang="zh-CN" altLang="en-US"/>
              <a:t>什么是路由分发</a:t>
            </a:r>
          </a:p>
          <a:p>
            <a:endParaRPr lang="zh-CN" altLang="en-US"/>
          </a:p>
        </p:txBody>
      </p:sp>
      <p:pic>
        <p:nvPicPr>
          <p:cNvPr id="7" name="内容占位符 6">
            <a:extLst>
              <a:ext uri="{FF2B5EF4-FFF2-40B4-BE49-F238E27FC236}">
                <a16:creationId xmlns:a16="http://schemas.microsoft.com/office/drawing/2014/main" id="{C48EDBA1-8433-BF00-37C5-D3CF0026593B}"/>
              </a:ext>
            </a:extLst>
          </p:cNvPr>
          <p:cNvPicPr>
            <a:picLocks noGrp="1" noChangeAspect="1"/>
          </p:cNvPicPr>
          <p:nvPr>
            <p:ph sz="quarter" idx="19"/>
          </p:nvPr>
        </p:nvPicPr>
        <p:blipFill>
          <a:blip r:embed="rId2"/>
          <a:stretch>
            <a:fillRect/>
          </a:stretch>
        </p:blipFill>
        <p:spPr>
          <a:xfrm>
            <a:off x="581793" y="918012"/>
            <a:ext cx="10895238" cy="1619048"/>
          </a:xfrm>
          <a:prstGeom prst="rect">
            <a:avLst/>
          </a:prstGeom>
        </p:spPr>
      </p:pic>
      <p:pic>
        <p:nvPicPr>
          <p:cNvPr id="9" name="图片 8">
            <a:extLst>
              <a:ext uri="{FF2B5EF4-FFF2-40B4-BE49-F238E27FC236}">
                <a16:creationId xmlns:a16="http://schemas.microsoft.com/office/drawing/2014/main" id="{85930095-DADD-3E78-BC1C-B6C5AEEED6B8}"/>
              </a:ext>
            </a:extLst>
          </p:cNvPr>
          <p:cNvPicPr>
            <a:picLocks noChangeAspect="1"/>
          </p:cNvPicPr>
          <p:nvPr/>
        </p:nvPicPr>
        <p:blipFill>
          <a:blip r:embed="rId3"/>
          <a:stretch>
            <a:fillRect/>
          </a:stretch>
        </p:blipFill>
        <p:spPr>
          <a:xfrm>
            <a:off x="1041022" y="2702200"/>
            <a:ext cx="10571428" cy="2438095"/>
          </a:xfrm>
          <a:prstGeom prst="rect">
            <a:avLst/>
          </a:prstGeom>
        </p:spPr>
      </p:pic>
      <p:sp>
        <p:nvSpPr>
          <p:cNvPr id="10" name="矩形 9">
            <a:extLst>
              <a:ext uri="{FF2B5EF4-FFF2-40B4-BE49-F238E27FC236}">
                <a16:creationId xmlns:a16="http://schemas.microsoft.com/office/drawing/2014/main" id="{29395278-950C-43AE-9CA4-8A0402C00FFC}"/>
              </a:ext>
            </a:extLst>
          </p:cNvPr>
          <p:cNvSpPr/>
          <p:nvPr/>
        </p:nvSpPr>
        <p:spPr>
          <a:xfrm>
            <a:off x="850256" y="4216965"/>
            <a:ext cx="564577" cy="923330"/>
          </a:xfrm>
          <a:prstGeom prst="rect">
            <a:avLst/>
          </a:prstGeom>
          <a:noFill/>
        </p:spPr>
        <p:txBody>
          <a:bodyPr wrap="none" lIns="91440" tIns="45720" rIns="91440" bIns="45720">
            <a:spAutoFit/>
          </a:bodyPr>
          <a:lstStyle/>
          <a:p>
            <a:pPr algn="ctr"/>
            <a:r>
              <a:rPr lang="zh-CN" altLang="en-US" sz="5400" b="1" cap="none" spc="0">
                <a:ln w="22225">
                  <a:solidFill>
                    <a:schemeClr val="accent2"/>
                  </a:solidFill>
                  <a:prstDash val="solid"/>
                </a:ln>
                <a:solidFill>
                  <a:schemeClr val="accent2">
                    <a:lumMod val="40000"/>
                    <a:lumOff val="60000"/>
                  </a:schemeClr>
                </a:solidFill>
                <a:effectLst/>
              </a:rPr>
              <a:t>√</a:t>
            </a:r>
          </a:p>
        </p:txBody>
      </p:sp>
    </p:spTree>
    <p:extLst>
      <p:ext uri="{BB962C8B-B14F-4D97-AF65-F5344CB8AC3E}">
        <p14:creationId xmlns:p14="http://schemas.microsoft.com/office/powerpoint/2010/main" val="3609643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1000"/>
                                        <p:tgtEl>
                                          <p:spTgt spid="10"/>
                                        </p:tgtEl>
                                      </p:cBhvr>
                                    </p:animEffect>
                                    <p:anim calcmode="lin" valueType="num">
                                      <p:cBhvr>
                                        <p:cTn id="22" dur="1000" fill="hold"/>
                                        <p:tgtEl>
                                          <p:spTgt spid="10"/>
                                        </p:tgtEl>
                                        <p:attrNameLst>
                                          <p:attrName>ppt_x</p:attrName>
                                        </p:attrNameLst>
                                      </p:cBhvr>
                                      <p:tavLst>
                                        <p:tav tm="0">
                                          <p:val>
                                            <p:strVal val="#ppt_x"/>
                                          </p:val>
                                        </p:tav>
                                        <p:tav tm="100000">
                                          <p:val>
                                            <p:strVal val="#ppt_x"/>
                                          </p:val>
                                        </p:tav>
                                      </p:tavLst>
                                    </p:anim>
                                    <p:anim calcmode="lin" valueType="num">
                                      <p:cBhvr>
                                        <p:cTn id="23"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7505EEA3-4C03-0616-0C82-1046B302E5FE}"/>
              </a:ext>
            </a:extLst>
          </p:cNvPr>
          <p:cNvSpPr>
            <a:spLocks noGrp="1"/>
          </p:cNvSpPr>
          <p:nvPr>
            <p:ph type="body" sz="quarter" idx="18"/>
          </p:nvPr>
        </p:nvSpPr>
        <p:spPr/>
        <p:txBody>
          <a:bodyPr/>
          <a:lstStyle/>
          <a:p>
            <a:r>
              <a:rPr lang="zh-CN" altLang="en-US"/>
              <a:t>路由分发的核心设计</a:t>
            </a:r>
          </a:p>
        </p:txBody>
      </p:sp>
      <p:pic>
        <p:nvPicPr>
          <p:cNvPr id="5" name="内容占位符 4">
            <a:extLst>
              <a:ext uri="{FF2B5EF4-FFF2-40B4-BE49-F238E27FC236}">
                <a16:creationId xmlns:a16="http://schemas.microsoft.com/office/drawing/2014/main" id="{7B69B134-CB97-07CD-38BC-FE8B9C98F750}"/>
              </a:ext>
            </a:extLst>
          </p:cNvPr>
          <p:cNvPicPr>
            <a:picLocks noGrp="1" noChangeAspect="1"/>
          </p:cNvPicPr>
          <p:nvPr>
            <p:ph sz="quarter" idx="19"/>
          </p:nvPr>
        </p:nvPicPr>
        <p:blipFill>
          <a:blip r:embed="rId2"/>
          <a:stretch>
            <a:fillRect/>
          </a:stretch>
        </p:blipFill>
        <p:spPr>
          <a:xfrm>
            <a:off x="715047" y="1514293"/>
            <a:ext cx="10761905" cy="3123809"/>
          </a:xfrm>
          <a:prstGeom prst="rect">
            <a:avLst/>
          </a:prstGeom>
        </p:spPr>
      </p:pic>
    </p:spTree>
    <p:extLst>
      <p:ext uri="{BB962C8B-B14F-4D97-AF65-F5344CB8AC3E}">
        <p14:creationId xmlns:p14="http://schemas.microsoft.com/office/powerpoint/2010/main" val="3580484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B2560485-1C47-20A0-85C6-3D94F2BEF794}"/>
              </a:ext>
            </a:extLst>
          </p:cNvPr>
          <p:cNvSpPr>
            <a:spLocks noGrp="1"/>
          </p:cNvSpPr>
          <p:nvPr>
            <p:ph type="body" sz="quarter" idx="18"/>
          </p:nvPr>
        </p:nvSpPr>
        <p:spPr/>
        <p:txBody>
          <a:bodyPr/>
          <a:lstStyle/>
          <a:p>
            <a:r>
              <a:rPr lang="en-US" altLang="zh-CN"/>
              <a:t>Route </a:t>
            </a:r>
            <a:r>
              <a:rPr lang="zh-CN" altLang="en-US"/>
              <a:t>类的完整工作流程</a:t>
            </a:r>
          </a:p>
        </p:txBody>
      </p:sp>
      <p:pic>
        <p:nvPicPr>
          <p:cNvPr id="7" name="内容占位符 6">
            <a:extLst>
              <a:ext uri="{FF2B5EF4-FFF2-40B4-BE49-F238E27FC236}">
                <a16:creationId xmlns:a16="http://schemas.microsoft.com/office/drawing/2014/main" id="{42C310C5-68B7-AAA8-71D4-36033A9C0816}"/>
              </a:ext>
            </a:extLst>
          </p:cNvPr>
          <p:cNvPicPr>
            <a:picLocks noGrp="1" noChangeAspect="1"/>
          </p:cNvPicPr>
          <p:nvPr>
            <p:ph sz="quarter" idx="19"/>
          </p:nvPr>
        </p:nvPicPr>
        <p:blipFill>
          <a:blip r:embed="rId2"/>
          <a:stretch>
            <a:fillRect/>
          </a:stretch>
        </p:blipFill>
        <p:spPr>
          <a:xfrm>
            <a:off x="3077338" y="836613"/>
            <a:ext cx="6094474" cy="5761037"/>
          </a:xfrm>
          <a:prstGeom prst="rect">
            <a:avLst/>
          </a:prstGeom>
        </p:spPr>
      </p:pic>
    </p:spTree>
    <p:extLst>
      <p:ext uri="{BB962C8B-B14F-4D97-AF65-F5344CB8AC3E}">
        <p14:creationId xmlns:p14="http://schemas.microsoft.com/office/powerpoint/2010/main" val="41805371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FA626BDE-47A7-A752-7029-37F2684D813E}"/>
              </a:ext>
            </a:extLst>
          </p:cNvPr>
          <p:cNvSpPr>
            <a:spLocks noGrp="1"/>
          </p:cNvSpPr>
          <p:nvPr>
            <p:ph type="body" sz="quarter" idx="18"/>
          </p:nvPr>
        </p:nvSpPr>
        <p:spPr/>
        <p:txBody>
          <a:bodyPr/>
          <a:lstStyle/>
          <a:p>
            <a:r>
              <a:rPr lang="zh-CN" altLang="en-US"/>
              <a:t>重新梳理项目的资源标识（</a:t>
            </a:r>
            <a:r>
              <a:rPr lang="en-US" altLang="zh-CN"/>
              <a:t>URI</a:t>
            </a:r>
            <a:r>
              <a:rPr lang="zh-CN" altLang="en-US"/>
              <a:t>）地址</a:t>
            </a:r>
          </a:p>
        </p:txBody>
      </p:sp>
      <p:graphicFrame>
        <p:nvGraphicFramePr>
          <p:cNvPr id="7" name="内容占位符 6">
            <a:extLst>
              <a:ext uri="{FF2B5EF4-FFF2-40B4-BE49-F238E27FC236}">
                <a16:creationId xmlns:a16="http://schemas.microsoft.com/office/drawing/2014/main" id="{4D863D10-56E6-5960-86DB-8BDE1FF19870}"/>
              </a:ext>
            </a:extLst>
          </p:cNvPr>
          <p:cNvGraphicFramePr>
            <a:graphicFrameLocks noGrp="1"/>
          </p:cNvGraphicFramePr>
          <p:nvPr>
            <p:ph sz="quarter" idx="19"/>
            <p:extLst>
              <p:ext uri="{D42A27DB-BD31-4B8C-83A1-F6EECF244321}">
                <p14:modId xmlns:p14="http://schemas.microsoft.com/office/powerpoint/2010/main" val="240951391"/>
              </p:ext>
            </p:extLst>
          </p:nvPr>
        </p:nvGraphicFramePr>
        <p:xfrm>
          <a:off x="536575" y="836613"/>
          <a:ext cx="7599021" cy="57610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322887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56F8F-48D3-C3C7-56DC-1B25416226D0}"/>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D5BB39AB-1C42-8478-50B3-42D60DF52C6D}"/>
              </a:ext>
            </a:extLst>
          </p:cNvPr>
          <p:cNvSpPr>
            <a:spLocks noGrp="1"/>
          </p:cNvSpPr>
          <p:nvPr>
            <p:ph type="body" sz="quarter" idx="18"/>
          </p:nvPr>
        </p:nvSpPr>
        <p:spPr/>
        <p:txBody>
          <a:bodyPr/>
          <a:lstStyle/>
          <a:p>
            <a:r>
              <a:rPr lang="zh-CN" altLang="en-US"/>
              <a:t>发现问题：重新梳理项目的资源标识（</a:t>
            </a:r>
            <a:r>
              <a:rPr lang="en-US" altLang="zh-CN"/>
              <a:t>URI</a:t>
            </a:r>
            <a:r>
              <a:rPr lang="zh-CN" altLang="en-US"/>
              <a:t>）地址</a:t>
            </a:r>
          </a:p>
        </p:txBody>
      </p:sp>
      <p:graphicFrame>
        <p:nvGraphicFramePr>
          <p:cNvPr id="7" name="内容占位符 6">
            <a:extLst>
              <a:ext uri="{FF2B5EF4-FFF2-40B4-BE49-F238E27FC236}">
                <a16:creationId xmlns:a16="http://schemas.microsoft.com/office/drawing/2014/main" id="{4BA036C2-6B07-4DB3-3429-F8770CD3D463}"/>
              </a:ext>
            </a:extLst>
          </p:cNvPr>
          <p:cNvGraphicFramePr>
            <a:graphicFrameLocks noGrp="1"/>
          </p:cNvGraphicFramePr>
          <p:nvPr>
            <p:ph sz="quarter" idx="19"/>
          </p:nvPr>
        </p:nvGraphicFramePr>
        <p:xfrm>
          <a:off x="536575" y="836613"/>
          <a:ext cx="7599021" cy="57610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标注: 线形 2">
            <a:extLst>
              <a:ext uri="{FF2B5EF4-FFF2-40B4-BE49-F238E27FC236}">
                <a16:creationId xmlns:a16="http://schemas.microsoft.com/office/drawing/2014/main" id="{9487DECE-1F29-28C8-D853-A0C246329F03}"/>
              </a:ext>
            </a:extLst>
          </p:cNvPr>
          <p:cNvSpPr/>
          <p:nvPr/>
        </p:nvSpPr>
        <p:spPr>
          <a:xfrm>
            <a:off x="8434699" y="1145136"/>
            <a:ext cx="3375589" cy="1068225"/>
          </a:xfrm>
          <a:prstGeom prst="borderCallout1">
            <a:avLst>
              <a:gd name="adj1" fmla="val 18750"/>
              <a:gd name="adj2" fmla="val -8333"/>
              <a:gd name="adj3" fmla="val 146900"/>
              <a:gd name="adj4" fmla="val -48326"/>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a:t>如果要增加后台管理，则添加用户功能的</a:t>
            </a:r>
            <a:r>
              <a:rPr lang="en-US" altLang="zh-CN"/>
              <a:t>URI</a:t>
            </a:r>
            <a:r>
              <a:rPr lang="zh-CN" altLang="en-US"/>
              <a:t>跟登录</a:t>
            </a:r>
            <a:r>
              <a:rPr lang="en-US" altLang="zh-CN"/>
              <a:t>URI</a:t>
            </a:r>
            <a:r>
              <a:rPr lang="zh-CN" altLang="en-US"/>
              <a:t>冲突！</a:t>
            </a:r>
          </a:p>
        </p:txBody>
      </p:sp>
      <p:sp>
        <p:nvSpPr>
          <p:cNvPr id="4" name="标注: 线形 3">
            <a:extLst>
              <a:ext uri="{FF2B5EF4-FFF2-40B4-BE49-F238E27FC236}">
                <a16:creationId xmlns:a16="http://schemas.microsoft.com/office/drawing/2014/main" id="{755CAE76-1EC6-8210-B480-D5CF666CFBDD}"/>
              </a:ext>
            </a:extLst>
          </p:cNvPr>
          <p:cNvSpPr/>
          <p:nvPr/>
        </p:nvSpPr>
        <p:spPr>
          <a:xfrm>
            <a:off x="8434699" y="3271615"/>
            <a:ext cx="3375589" cy="1068225"/>
          </a:xfrm>
          <a:prstGeom prst="borderCallout1">
            <a:avLst>
              <a:gd name="adj1" fmla="val 18750"/>
              <a:gd name="adj2" fmla="val -8333"/>
              <a:gd name="adj3" fmla="val 147700"/>
              <a:gd name="adj4" fmla="val -34148"/>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a:t>查询一个教学任务和查询所有，最好有所区别</a:t>
            </a:r>
          </a:p>
        </p:txBody>
      </p:sp>
      <p:sp>
        <p:nvSpPr>
          <p:cNvPr id="5" name="标注: 线形 4">
            <a:extLst>
              <a:ext uri="{FF2B5EF4-FFF2-40B4-BE49-F238E27FC236}">
                <a16:creationId xmlns:a16="http://schemas.microsoft.com/office/drawing/2014/main" id="{8C7776A3-DB1E-9C83-195D-237DB4CAF651}"/>
              </a:ext>
            </a:extLst>
          </p:cNvPr>
          <p:cNvSpPr/>
          <p:nvPr/>
        </p:nvSpPr>
        <p:spPr>
          <a:xfrm>
            <a:off x="8434699" y="4863981"/>
            <a:ext cx="3375589" cy="1068225"/>
          </a:xfrm>
          <a:prstGeom prst="borderCallout1">
            <a:avLst>
              <a:gd name="adj1" fmla="val 18750"/>
              <a:gd name="adj2" fmla="val -8333"/>
              <a:gd name="adj3" fmla="val 95700"/>
              <a:gd name="adj4" fmla="val -30604"/>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a:t>查询一门课的成绩和查询所有，最好有所区别</a:t>
            </a:r>
          </a:p>
        </p:txBody>
      </p:sp>
    </p:spTree>
    <p:extLst>
      <p:ext uri="{BB962C8B-B14F-4D97-AF65-F5344CB8AC3E}">
        <p14:creationId xmlns:p14="http://schemas.microsoft.com/office/powerpoint/2010/main" val="250058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down)">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down)">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D79F09-4FDC-8C98-B738-85C08D858F17}"/>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0A2CD10C-BDEA-6852-CD85-AC2E745F9FE9}"/>
              </a:ext>
            </a:extLst>
          </p:cNvPr>
          <p:cNvSpPr>
            <a:spLocks noGrp="1"/>
          </p:cNvSpPr>
          <p:nvPr>
            <p:ph type="body" sz="quarter" idx="18"/>
          </p:nvPr>
        </p:nvSpPr>
        <p:spPr/>
        <p:txBody>
          <a:bodyPr/>
          <a:lstStyle/>
          <a:p>
            <a:r>
              <a:rPr lang="zh-CN" altLang="en-US"/>
              <a:t>改进：重新梳理项目的资源标识（</a:t>
            </a:r>
            <a:r>
              <a:rPr lang="en-US" altLang="zh-CN"/>
              <a:t>URI</a:t>
            </a:r>
            <a:r>
              <a:rPr lang="zh-CN" altLang="en-US"/>
              <a:t>）地址</a:t>
            </a:r>
          </a:p>
        </p:txBody>
      </p:sp>
      <p:graphicFrame>
        <p:nvGraphicFramePr>
          <p:cNvPr id="7" name="内容占位符 6">
            <a:extLst>
              <a:ext uri="{FF2B5EF4-FFF2-40B4-BE49-F238E27FC236}">
                <a16:creationId xmlns:a16="http://schemas.microsoft.com/office/drawing/2014/main" id="{8B059A98-8591-6202-CC28-17BC2B7155F0}"/>
              </a:ext>
            </a:extLst>
          </p:cNvPr>
          <p:cNvGraphicFramePr>
            <a:graphicFrameLocks noGrp="1"/>
          </p:cNvGraphicFramePr>
          <p:nvPr>
            <p:ph sz="quarter" idx="19"/>
            <p:extLst>
              <p:ext uri="{D42A27DB-BD31-4B8C-83A1-F6EECF244321}">
                <p14:modId xmlns:p14="http://schemas.microsoft.com/office/powerpoint/2010/main" val="2912114131"/>
              </p:ext>
            </p:extLst>
          </p:nvPr>
        </p:nvGraphicFramePr>
        <p:xfrm>
          <a:off x="536575" y="836613"/>
          <a:ext cx="7599021" cy="57610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34011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1D91D96B-DDD0-BBF0-115B-A77675159486}"/>
              </a:ext>
            </a:extLst>
          </p:cNvPr>
          <p:cNvSpPr>
            <a:spLocks noGrp="1"/>
          </p:cNvSpPr>
          <p:nvPr>
            <p:ph type="body" sz="quarter" idx="18"/>
          </p:nvPr>
        </p:nvSpPr>
        <p:spPr/>
        <p:txBody>
          <a:bodyPr/>
          <a:lstStyle/>
          <a:p>
            <a:r>
              <a:rPr lang="zh-CN" altLang="en-US"/>
              <a:t>入口文件的作用</a:t>
            </a:r>
          </a:p>
        </p:txBody>
      </p:sp>
      <p:pic>
        <p:nvPicPr>
          <p:cNvPr id="9" name="内容占位符 4">
            <a:extLst>
              <a:ext uri="{FF2B5EF4-FFF2-40B4-BE49-F238E27FC236}">
                <a16:creationId xmlns:a16="http://schemas.microsoft.com/office/drawing/2014/main" id="{14BD6513-A798-C5A7-AC49-72A3A33EA1BD}"/>
              </a:ext>
            </a:extLst>
          </p:cNvPr>
          <p:cNvPicPr>
            <a:picLocks noGrp="1" noChangeAspect="1"/>
          </p:cNvPicPr>
          <p:nvPr>
            <p:ph sz="quarter" idx="20"/>
          </p:nvPr>
        </p:nvPicPr>
        <p:blipFill>
          <a:blip r:embed="rId2"/>
          <a:stretch>
            <a:fillRect/>
          </a:stretch>
        </p:blipFill>
        <p:spPr>
          <a:xfrm>
            <a:off x="1894021" y="2558037"/>
            <a:ext cx="7440775" cy="3612027"/>
          </a:xfrm>
          <a:prstGeom prst="rect">
            <a:avLst/>
          </a:prstGeom>
          <a:ln>
            <a:solidFill>
              <a:srgbClr val="7030A0"/>
            </a:solidFill>
          </a:ln>
        </p:spPr>
      </p:pic>
      <p:pic>
        <p:nvPicPr>
          <p:cNvPr id="11" name="图片 10">
            <a:extLst>
              <a:ext uri="{FF2B5EF4-FFF2-40B4-BE49-F238E27FC236}">
                <a16:creationId xmlns:a16="http://schemas.microsoft.com/office/drawing/2014/main" id="{37CF0736-91E6-815F-16F4-D803CB93FEBB}"/>
              </a:ext>
            </a:extLst>
          </p:cNvPr>
          <p:cNvPicPr>
            <a:picLocks noChangeAspect="1"/>
          </p:cNvPicPr>
          <p:nvPr/>
        </p:nvPicPr>
        <p:blipFill>
          <a:blip r:embed="rId3"/>
          <a:stretch>
            <a:fillRect/>
          </a:stretch>
        </p:blipFill>
        <p:spPr>
          <a:xfrm>
            <a:off x="988226" y="1150468"/>
            <a:ext cx="9548739" cy="1106441"/>
          </a:xfrm>
          <a:prstGeom prst="rect">
            <a:avLst/>
          </a:prstGeom>
          <a:ln>
            <a:solidFill>
              <a:srgbClr val="7030A0"/>
            </a:solidFill>
          </a:ln>
        </p:spPr>
      </p:pic>
    </p:spTree>
    <p:extLst>
      <p:ext uri="{BB962C8B-B14F-4D97-AF65-F5344CB8AC3E}">
        <p14:creationId xmlns:p14="http://schemas.microsoft.com/office/powerpoint/2010/main" val="32749473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BF229351-F215-1DE7-932F-F43224B8065D}"/>
              </a:ext>
            </a:extLst>
          </p:cNvPr>
          <p:cNvSpPr>
            <a:spLocks noGrp="1"/>
          </p:cNvSpPr>
          <p:nvPr>
            <p:ph type="body" sz="quarter" idx="18"/>
          </p:nvPr>
        </p:nvSpPr>
        <p:spPr/>
        <p:txBody>
          <a:bodyPr/>
          <a:lstStyle/>
          <a:p>
            <a:r>
              <a:rPr lang="en-US" altLang="zh-CN"/>
              <a:t>Router</a:t>
            </a:r>
            <a:r>
              <a:rPr lang="zh-CN" altLang="en-US"/>
              <a:t>类的实现</a:t>
            </a:r>
            <a:r>
              <a:rPr lang="en-US" altLang="zh-CN"/>
              <a:t>——</a:t>
            </a:r>
            <a:r>
              <a:rPr lang="zh-CN" altLang="en-US"/>
              <a:t>属性定义</a:t>
            </a:r>
          </a:p>
        </p:txBody>
      </p:sp>
      <p:pic>
        <p:nvPicPr>
          <p:cNvPr id="7" name="内容占位符 6">
            <a:extLst>
              <a:ext uri="{FF2B5EF4-FFF2-40B4-BE49-F238E27FC236}">
                <a16:creationId xmlns:a16="http://schemas.microsoft.com/office/drawing/2014/main" id="{BA1D5F20-B6F0-CAC8-4950-7C5E1315E7AA}"/>
              </a:ext>
            </a:extLst>
          </p:cNvPr>
          <p:cNvPicPr>
            <a:picLocks noGrp="1" noChangeAspect="1"/>
          </p:cNvPicPr>
          <p:nvPr>
            <p:ph sz="quarter" idx="19"/>
          </p:nvPr>
        </p:nvPicPr>
        <p:blipFill>
          <a:blip r:embed="rId3"/>
          <a:stretch>
            <a:fillRect/>
          </a:stretch>
        </p:blipFill>
        <p:spPr>
          <a:xfrm>
            <a:off x="3870648" y="836613"/>
            <a:ext cx="4507853" cy="5761037"/>
          </a:xfrm>
          <a:prstGeom prst="rect">
            <a:avLst/>
          </a:prstGeom>
          <a:ln>
            <a:solidFill>
              <a:srgbClr val="7030A0"/>
            </a:solidFill>
          </a:ln>
        </p:spPr>
      </p:pic>
    </p:spTree>
    <p:extLst>
      <p:ext uri="{BB962C8B-B14F-4D97-AF65-F5344CB8AC3E}">
        <p14:creationId xmlns:p14="http://schemas.microsoft.com/office/powerpoint/2010/main" val="23859321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9273C36A-7628-1EB3-D23E-4611710AD05F}"/>
              </a:ext>
            </a:extLst>
          </p:cNvPr>
          <p:cNvSpPr>
            <a:spLocks noGrp="1"/>
          </p:cNvSpPr>
          <p:nvPr>
            <p:ph type="body" sz="quarter" idx="18"/>
          </p:nvPr>
        </p:nvSpPr>
        <p:spPr/>
        <p:txBody>
          <a:bodyPr/>
          <a:lstStyle/>
          <a:p>
            <a:r>
              <a:rPr lang="en-US" altLang="zh-CN"/>
              <a:t>Router</a:t>
            </a:r>
            <a:r>
              <a:rPr lang="zh-CN" altLang="en-US"/>
              <a:t>类的实现</a:t>
            </a:r>
          </a:p>
        </p:txBody>
      </p:sp>
      <p:pic>
        <p:nvPicPr>
          <p:cNvPr id="8" name="内容占位符 7">
            <a:extLst>
              <a:ext uri="{FF2B5EF4-FFF2-40B4-BE49-F238E27FC236}">
                <a16:creationId xmlns:a16="http://schemas.microsoft.com/office/drawing/2014/main" id="{D306A037-8EB9-A4D1-1A4E-4FE229595114}"/>
              </a:ext>
            </a:extLst>
          </p:cNvPr>
          <p:cNvPicPr>
            <a:picLocks noGrp="1" noChangeAspect="1"/>
          </p:cNvPicPr>
          <p:nvPr>
            <p:ph sz="quarter" idx="19"/>
          </p:nvPr>
        </p:nvPicPr>
        <p:blipFill>
          <a:blip r:embed="rId2"/>
          <a:stretch>
            <a:fillRect/>
          </a:stretch>
        </p:blipFill>
        <p:spPr>
          <a:xfrm>
            <a:off x="951312" y="1052513"/>
            <a:ext cx="5260175" cy="5329237"/>
          </a:xfrm>
          <a:prstGeom prst="rect">
            <a:avLst/>
          </a:prstGeom>
          <a:ln>
            <a:solidFill>
              <a:srgbClr val="7030A0"/>
            </a:solidFill>
          </a:ln>
        </p:spPr>
      </p:pic>
      <p:pic>
        <p:nvPicPr>
          <p:cNvPr id="15" name="内容占位符 14">
            <a:extLst>
              <a:ext uri="{FF2B5EF4-FFF2-40B4-BE49-F238E27FC236}">
                <a16:creationId xmlns:a16="http://schemas.microsoft.com/office/drawing/2014/main" id="{BC9ABDBD-B4FC-6DD0-4878-85010031C07C}"/>
              </a:ext>
            </a:extLst>
          </p:cNvPr>
          <p:cNvPicPr>
            <a:picLocks noGrp="1" noChangeAspect="1"/>
          </p:cNvPicPr>
          <p:nvPr>
            <p:ph sz="quarter" idx="20"/>
          </p:nvPr>
        </p:nvPicPr>
        <p:blipFill>
          <a:blip r:embed="rId3"/>
          <a:stretch>
            <a:fillRect/>
          </a:stretch>
        </p:blipFill>
        <p:spPr>
          <a:xfrm>
            <a:off x="6508741" y="2946447"/>
            <a:ext cx="5461000" cy="2962568"/>
          </a:xfrm>
          <a:prstGeom prst="rect">
            <a:avLst/>
          </a:prstGeom>
          <a:ln>
            <a:solidFill>
              <a:srgbClr val="7030A0"/>
            </a:solidFill>
          </a:ln>
        </p:spPr>
      </p:pic>
      <p:pic>
        <p:nvPicPr>
          <p:cNvPr id="13" name="内容占位符 9">
            <a:extLst>
              <a:ext uri="{FF2B5EF4-FFF2-40B4-BE49-F238E27FC236}">
                <a16:creationId xmlns:a16="http://schemas.microsoft.com/office/drawing/2014/main" id="{51144F45-50F0-6266-49C5-9A4346C5401C}"/>
              </a:ext>
            </a:extLst>
          </p:cNvPr>
          <p:cNvPicPr>
            <a:picLocks noChangeAspect="1"/>
          </p:cNvPicPr>
          <p:nvPr/>
        </p:nvPicPr>
        <p:blipFill>
          <a:blip r:embed="rId4"/>
          <a:stretch>
            <a:fillRect/>
          </a:stretch>
        </p:blipFill>
        <p:spPr>
          <a:xfrm>
            <a:off x="6508741" y="948985"/>
            <a:ext cx="5461000" cy="1647452"/>
          </a:xfrm>
          <a:prstGeom prst="rect">
            <a:avLst/>
          </a:prstGeom>
          <a:ln>
            <a:solidFill>
              <a:srgbClr val="7030A0"/>
            </a:solidFill>
          </a:ln>
        </p:spPr>
      </p:pic>
    </p:spTree>
    <p:extLst>
      <p:ext uri="{BB962C8B-B14F-4D97-AF65-F5344CB8AC3E}">
        <p14:creationId xmlns:p14="http://schemas.microsoft.com/office/powerpoint/2010/main" val="28385310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4C8B5EC1-483E-8412-1B39-2351C6BEA9E9}"/>
              </a:ext>
            </a:extLst>
          </p:cNvPr>
          <p:cNvSpPr>
            <a:spLocks noGrp="1"/>
          </p:cNvSpPr>
          <p:nvPr>
            <p:ph type="body" sz="quarter" idx="18"/>
          </p:nvPr>
        </p:nvSpPr>
        <p:spPr/>
        <p:txBody>
          <a:bodyPr/>
          <a:lstStyle/>
          <a:p>
            <a:r>
              <a:rPr lang="zh-CN" altLang="en-US"/>
              <a:t>登录注销逻辑</a:t>
            </a:r>
          </a:p>
        </p:txBody>
      </p:sp>
      <p:graphicFrame>
        <p:nvGraphicFramePr>
          <p:cNvPr id="9" name="内容占位符 8">
            <a:extLst>
              <a:ext uri="{FF2B5EF4-FFF2-40B4-BE49-F238E27FC236}">
                <a16:creationId xmlns:a16="http://schemas.microsoft.com/office/drawing/2014/main" id="{E64D0E58-30BD-B2E5-0CAF-D15767CA07BB}"/>
              </a:ext>
            </a:extLst>
          </p:cNvPr>
          <p:cNvGraphicFramePr>
            <a:graphicFrameLocks noGrp="1"/>
          </p:cNvGraphicFramePr>
          <p:nvPr>
            <p:ph sz="quarter" idx="19"/>
            <p:extLst>
              <p:ext uri="{D42A27DB-BD31-4B8C-83A1-F6EECF244321}">
                <p14:modId xmlns:p14="http://schemas.microsoft.com/office/powerpoint/2010/main" val="3964648630"/>
              </p:ext>
            </p:extLst>
          </p:nvPr>
        </p:nvGraphicFramePr>
        <p:xfrm>
          <a:off x="536575" y="836613"/>
          <a:ext cx="11176000" cy="57610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24167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graphicEl>
                                              <a:dgm id="{D9559C29-0B8E-4C19-BB04-EA6F53F5BE87}"/>
                                            </p:graphicEl>
                                          </p:spTgt>
                                        </p:tgtEl>
                                        <p:attrNameLst>
                                          <p:attrName>style.visibility</p:attrName>
                                        </p:attrNameLst>
                                      </p:cBhvr>
                                      <p:to>
                                        <p:strVal val="visible"/>
                                      </p:to>
                                    </p:set>
                                    <p:animEffect transition="in" filter="fade">
                                      <p:cBhvr>
                                        <p:cTn id="7" dur="1000"/>
                                        <p:tgtEl>
                                          <p:spTgt spid="9">
                                            <p:graphicEl>
                                              <a:dgm id="{D9559C29-0B8E-4C19-BB04-EA6F53F5BE87}"/>
                                            </p:graphicEl>
                                          </p:spTgt>
                                        </p:tgtEl>
                                      </p:cBhvr>
                                    </p:animEffect>
                                    <p:anim calcmode="lin" valueType="num">
                                      <p:cBhvr>
                                        <p:cTn id="8" dur="1000" fill="hold"/>
                                        <p:tgtEl>
                                          <p:spTgt spid="9">
                                            <p:graphicEl>
                                              <a:dgm id="{D9559C29-0B8E-4C19-BB04-EA6F53F5BE87}"/>
                                            </p:graphicEl>
                                          </p:spTgt>
                                        </p:tgtEl>
                                        <p:attrNameLst>
                                          <p:attrName>ppt_x</p:attrName>
                                        </p:attrNameLst>
                                      </p:cBhvr>
                                      <p:tavLst>
                                        <p:tav tm="0">
                                          <p:val>
                                            <p:strVal val="#ppt_x"/>
                                          </p:val>
                                        </p:tav>
                                        <p:tav tm="100000">
                                          <p:val>
                                            <p:strVal val="#ppt_x"/>
                                          </p:val>
                                        </p:tav>
                                      </p:tavLst>
                                    </p:anim>
                                    <p:anim calcmode="lin" valueType="num">
                                      <p:cBhvr>
                                        <p:cTn id="9" dur="1000" fill="hold"/>
                                        <p:tgtEl>
                                          <p:spTgt spid="9">
                                            <p:graphicEl>
                                              <a:dgm id="{D9559C29-0B8E-4C19-BB04-EA6F53F5BE87}"/>
                                            </p:graphic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9">
                                            <p:graphicEl>
                                              <a:dgm id="{ABF25FEB-72D5-4D6F-AE2E-FA1A52136C0D}"/>
                                            </p:graphicEl>
                                          </p:spTgt>
                                        </p:tgtEl>
                                        <p:attrNameLst>
                                          <p:attrName>style.visibility</p:attrName>
                                        </p:attrNameLst>
                                      </p:cBhvr>
                                      <p:to>
                                        <p:strVal val="visible"/>
                                      </p:to>
                                    </p:set>
                                    <p:animEffect transition="in" filter="fade">
                                      <p:cBhvr>
                                        <p:cTn id="14" dur="1000"/>
                                        <p:tgtEl>
                                          <p:spTgt spid="9">
                                            <p:graphicEl>
                                              <a:dgm id="{ABF25FEB-72D5-4D6F-AE2E-FA1A52136C0D}"/>
                                            </p:graphicEl>
                                          </p:spTgt>
                                        </p:tgtEl>
                                      </p:cBhvr>
                                    </p:animEffect>
                                    <p:anim calcmode="lin" valueType="num">
                                      <p:cBhvr>
                                        <p:cTn id="15" dur="1000" fill="hold"/>
                                        <p:tgtEl>
                                          <p:spTgt spid="9">
                                            <p:graphicEl>
                                              <a:dgm id="{ABF25FEB-72D5-4D6F-AE2E-FA1A52136C0D}"/>
                                            </p:graphicEl>
                                          </p:spTgt>
                                        </p:tgtEl>
                                        <p:attrNameLst>
                                          <p:attrName>ppt_x</p:attrName>
                                        </p:attrNameLst>
                                      </p:cBhvr>
                                      <p:tavLst>
                                        <p:tav tm="0">
                                          <p:val>
                                            <p:strVal val="#ppt_x"/>
                                          </p:val>
                                        </p:tav>
                                        <p:tav tm="100000">
                                          <p:val>
                                            <p:strVal val="#ppt_x"/>
                                          </p:val>
                                        </p:tav>
                                      </p:tavLst>
                                    </p:anim>
                                    <p:anim calcmode="lin" valueType="num">
                                      <p:cBhvr>
                                        <p:cTn id="16" dur="1000" fill="hold"/>
                                        <p:tgtEl>
                                          <p:spTgt spid="9">
                                            <p:graphicEl>
                                              <a:dgm id="{ABF25FEB-72D5-4D6F-AE2E-FA1A52136C0D}"/>
                                            </p:graphic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9">
                                            <p:graphicEl>
                                              <a:dgm id="{4787C7BE-7317-4F89-824A-FF1CCD9521BE}"/>
                                            </p:graphicEl>
                                          </p:spTgt>
                                        </p:tgtEl>
                                        <p:attrNameLst>
                                          <p:attrName>style.visibility</p:attrName>
                                        </p:attrNameLst>
                                      </p:cBhvr>
                                      <p:to>
                                        <p:strVal val="visible"/>
                                      </p:to>
                                    </p:set>
                                    <p:animEffect transition="in" filter="fade">
                                      <p:cBhvr>
                                        <p:cTn id="19" dur="1000"/>
                                        <p:tgtEl>
                                          <p:spTgt spid="9">
                                            <p:graphicEl>
                                              <a:dgm id="{4787C7BE-7317-4F89-824A-FF1CCD9521BE}"/>
                                            </p:graphicEl>
                                          </p:spTgt>
                                        </p:tgtEl>
                                      </p:cBhvr>
                                    </p:animEffect>
                                    <p:anim calcmode="lin" valueType="num">
                                      <p:cBhvr>
                                        <p:cTn id="20" dur="1000" fill="hold"/>
                                        <p:tgtEl>
                                          <p:spTgt spid="9">
                                            <p:graphicEl>
                                              <a:dgm id="{4787C7BE-7317-4F89-824A-FF1CCD9521BE}"/>
                                            </p:graphicEl>
                                          </p:spTgt>
                                        </p:tgtEl>
                                        <p:attrNameLst>
                                          <p:attrName>ppt_x</p:attrName>
                                        </p:attrNameLst>
                                      </p:cBhvr>
                                      <p:tavLst>
                                        <p:tav tm="0">
                                          <p:val>
                                            <p:strVal val="#ppt_x"/>
                                          </p:val>
                                        </p:tav>
                                        <p:tav tm="100000">
                                          <p:val>
                                            <p:strVal val="#ppt_x"/>
                                          </p:val>
                                        </p:tav>
                                      </p:tavLst>
                                    </p:anim>
                                    <p:anim calcmode="lin" valueType="num">
                                      <p:cBhvr>
                                        <p:cTn id="21" dur="1000" fill="hold"/>
                                        <p:tgtEl>
                                          <p:spTgt spid="9">
                                            <p:graphicEl>
                                              <a:dgm id="{4787C7BE-7317-4F89-824A-FF1CCD9521BE}"/>
                                            </p:graphic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9">
                                            <p:graphicEl>
                                              <a:dgm id="{DBFBF3A4-4FD9-40EB-8891-34BA3E3D8D31}"/>
                                            </p:graphicEl>
                                          </p:spTgt>
                                        </p:tgtEl>
                                        <p:attrNameLst>
                                          <p:attrName>style.visibility</p:attrName>
                                        </p:attrNameLst>
                                      </p:cBhvr>
                                      <p:to>
                                        <p:strVal val="visible"/>
                                      </p:to>
                                    </p:set>
                                    <p:animEffect transition="in" filter="fade">
                                      <p:cBhvr>
                                        <p:cTn id="26" dur="1000"/>
                                        <p:tgtEl>
                                          <p:spTgt spid="9">
                                            <p:graphicEl>
                                              <a:dgm id="{DBFBF3A4-4FD9-40EB-8891-34BA3E3D8D31}"/>
                                            </p:graphicEl>
                                          </p:spTgt>
                                        </p:tgtEl>
                                      </p:cBhvr>
                                    </p:animEffect>
                                    <p:anim calcmode="lin" valueType="num">
                                      <p:cBhvr>
                                        <p:cTn id="27" dur="1000" fill="hold"/>
                                        <p:tgtEl>
                                          <p:spTgt spid="9">
                                            <p:graphicEl>
                                              <a:dgm id="{DBFBF3A4-4FD9-40EB-8891-34BA3E3D8D31}"/>
                                            </p:graphicEl>
                                          </p:spTgt>
                                        </p:tgtEl>
                                        <p:attrNameLst>
                                          <p:attrName>ppt_x</p:attrName>
                                        </p:attrNameLst>
                                      </p:cBhvr>
                                      <p:tavLst>
                                        <p:tav tm="0">
                                          <p:val>
                                            <p:strVal val="#ppt_x"/>
                                          </p:val>
                                        </p:tav>
                                        <p:tav tm="100000">
                                          <p:val>
                                            <p:strVal val="#ppt_x"/>
                                          </p:val>
                                        </p:tav>
                                      </p:tavLst>
                                    </p:anim>
                                    <p:anim calcmode="lin" valueType="num">
                                      <p:cBhvr>
                                        <p:cTn id="28" dur="1000" fill="hold"/>
                                        <p:tgtEl>
                                          <p:spTgt spid="9">
                                            <p:graphicEl>
                                              <a:dgm id="{DBFBF3A4-4FD9-40EB-8891-34BA3E3D8D31}"/>
                                            </p:graphicEl>
                                          </p:spTgt>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9">
                                            <p:graphicEl>
                                              <a:dgm id="{8967885E-B9A2-42D0-9900-72907B3B1CB1}"/>
                                            </p:graphicEl>
                                          </p:spTgt>
                                        </p:tgtEl>
                                        <p:attrNameLst>
                                          <p:attrName>style.visibility</p:attrName>
                                        </p:attrNameLst>
                                      </p:cBhvr>
                                      <p:to>
                                        <p:strVal val="visible"/>
                                      </p:to>
                                    </p:set>
                                    <p:animEffect transition="in" filter="fade">
                                      <p:cBhvr>
                                        <p:cTn id="31" dur="1000"/>
                                        <p:tgtEl>
                                          <p:spTgt spid="9">
                                            <p:graphicEl>
                                              <a:dgm id="{8967885E-B9A2-42D0-9900-72907B3B1CB1}"/>
                                            </p:graphicEl>
                                          </p:spTgt>
                                        </p:tgtEl>
                                      </p:cBhvr>
                                    </p:animEffect>
                                    <p:anim calcmode="lin" valueType="num">
                                      <p:cBhvr>
                                        <p:cTn id="32" dur="1000" fill="hold"/>
                                        <p:tgtEl>
                                          <p:spTgt spid="9">
                                            <p:graphicEl>
                                              <a:dgm id="{8967885E-B9A2-42D0-9900-72907B3B1CB1}"/>
                                            </p:graphicEl>
                                          </p:spTgt>
                                        </p:tgtEl>
                                        <p:attrNameLst>
                                          <p:attrName>ppt_x</p:attrName>
                                        </p:attrNameLst>
                                      </p:cBhvr>
                                      <p:tavLst>
                                        <p:tav tm="0">
                                          <p:val>
                                            <p:strVal val="#ppt_x"/>
                                          </p:val>
                                        </p:tav>
                                        <p:tav tm="100000">
                                          <p:val>
                                            <p:strVal val="#ppt_x"/>
                                          </p:val>
                                        </p:tav>
                                      </p:tavLst>
                                    </p:anim>
                                    <p:anim calcmode="lin" valueType="num">
                                      <p:cBhvr>
                                        <p:cTn id="33" dur="1000" fill="hold"/>
                                        <p:tgtEl>
                                          <p:spTgt spid="9">
                                            <p:graphicEl>
                                              <a:dgm id="{8967885E-B9A2-42D0-9900-72907B3B1CB1}"/>
                                            </p:graphic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9">
                                            <p:graphicEl>
                                              <a:dgm id="{763C83F3-8A72-464E-A4C0-10518C4B0C41}"/>
                                            </p:graphicEl>
                                          </p:spTgt>
                                        </p:tgtEl>
                                        <p:attrNameLst>
                                          <p:attrName>style.visibility</p:attrName>
                                        </p:attrNameLst>
                                      </p:cBhvr>
                                      <p:to>
                                        <p:strVal val="visible"/>
                                      </p:to>
                                    </p:set>
                                    <p:animEffect transition="in" filter="fade">
                                      <p:cBhvr>
                                        <p:cTn id="38" dur="1000"/>
                                        <p:tgtEl>
                                          <p:spTgt spid="9">
                                            <p:graphicEl>
                                              <a:dgm id="{763C83F3-8A72-464E-A4C0-10518C4B0C41}"/>
                                            </p:graphicEl>
                                          </p:spTgt>
                                        </p:tgtEl>
                                      </p:cBhvr>
                                    </p:animEffect>
                                    <p:anim calcmode="lin" valueType="num">
                                      <p:cBhvr>
                                        <p:cTn id="39" dur="1000" fill="hold"/>
                                        <p:tgtEl>
                                          <p:spTgt spid="9">
                                            <p:graphicEl>
                                              <a:dgm id="{763C83F3-8A72-464E-A4C0-10518C4B0C41}"/>
                                            </p:graphicEl>
                                          </p:spTgt>
                                        </p:tgtEl>
                                        <p:attrNameLst>
                                          <p:attrName>ppt_x</p:attrName>
                                        </p:attrNameLst>
                                      </p:cBhvr>
                                      <p:tavLst>
                                        <p:tav tm="0">
                                          <p:val>
                                            <p:strVal val="#ppt_x"/>
                                          </p:val>
                                        </p:tav>
                                        <p:tav tm="100000">
                                          <p:val>
                                            <p:strVal val="#ppt_x"/>
                                          </p:val>
                                        </p:tav>
                                      </p:tavLst>
                                    </p:anim>
                                    <p:anim calcmode="lin" valueType="num">
                                      <p:cBhvr>
                                        <p:cTn id="40" dur="1000" fill="hold"/>
                                        <p:tgtEl>
                                          <p:spTgt spid="9">
                                            <p:graphicEl>
                                              <a:dgm id="{763C83F3-8A72-464E-A4C0-10518C4B0C41}"/>
                                            </p:graphicEl>
                                          </p:spTgt>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9">
                                            <p:graphicEl>
                                              <a:dgm id="{772F22DD-F8E1-4CB8-91BA-D82ACE98F0C9}"/>
                                            </p:graphicEl>
                                          </p:spTgt>
                                        </p:tgtEl>
                                        <p:attrNameLst>
                                          <p:attrName>style.visibility</p:attrName>
                                        </p:attrNameLst>
                                      </p:cBhvr>
                                      <p:to>
                                        <p:strVal val="visible"/>
                                      </p:to>
                                    </p:set>
                                    <p:animEffect transition="in" filter="fade">
                                      <p:cBhvr>
                                        <p:cTn id="43" dur="1000"/>
                                        <p:tgtEl>
                                          <p:spTgt spid="9">
                                            <p:graphicEl>
                                              <a:dgm id="{772F22DD-F8E1-4CB8-91BA-D82ACE98F0C9}"/>
                                            </p:graphicEl>
                                          </p:spTgt>
                                        </p:tgtEl>
                                      </p:cBhvr>
                                    </p:animEffect>
                                    <p:anim calcmode="lin" valueType="num">
                                      <p:cBhvr>
                                        <p:cTn id="44" dur="1000" fill="hold"/>
                                        <p:tgtEl>
                                          <p:spTgt spid="9">
                                            <p:graphicEl>
                                              <a:dgm id="{772F22DD-F8E1-4CB8-91BA-D82ACE98F0C9}"/>
                                            </p:graphicEl>
                                          </p:spTgt>
                                        </p:tgtEl>
                                        <p:attrNameLst>
                                          <p:attrName>ppt_x</p:attrName>
                                        </p:attrNameLst>
                                      </p:cBhvr>
                                      <p:tavLst>
                                        <p:tav tm="0">
                                          <p:val>
                                            <p:strVal val="#ppt_x"/>
                                          </p:val>
                                        </p:tav>
                                        <p:tav tm="100000">
                                          <p:val>
                                            <p:strVal val="#ppt_x"/>
                                          </p:val>
                                        </p:tav>
                                      </p:tavLst>
                                    </p:anim>
                                    <p:anim calcmode="lin" valueType="num">
                                      <p:cBhvr>
                                        <p:cTn id="45" dur="1000" fill="hold"/>
                                        <p:tgtEl>
                                          <p:spTgt spid="9">
                                            <p:graphicEl>
                                              <a:dgm id="{772F22DD-F8E1-4CB8-91BA-D82ACE98F0C9}"/>
                                            </p:graphicEl>
                                          </p:spTgt>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grpId="0" nodeType="clickEffect">
                                  <p:stCondLst>
                                    <p:cond delay="0"/>
                                  </p:stCondLst>
                                  <p:childTnLst>
                                    <p:set>
                                      <p:cBhvr>
                                        <p:cTn id="49" dur="1" fill="hold">
                                          <p:stCondLst>
                                            <p:cond delay="0"/>
                                          </p:stCondLst>
                                        </p:cTn>
                                        <p:tgtEl>
                                          <p:spTgt spid="9">
                                            <p:graphicEl>
                                              <a:dgm id="{84D00540-1281-46A0-ABD2-3331AE8E4C92}"/>
                                            </p:graphicEl>
                                          </p:spTgt>
                                        </p:tgtEl>
                                        <p:attrNameLst>
                                          <p:attrName>style.visibility</p:attrName>
                                        </p:attrNameLst>
                                      </p:cBhvr>
                                      <p:to>
                                        <p:strVal val="visible"/>
                                      </p:to>
                                    </p:set>
                                    <p:animEffect transition="in" filter="fade">
                                      <p:cBhvr>
                                        <p:cTn id="50" dur="1000"/>
                                        <p:tgtEl>
                                          <p:spTgt spid="9">
                                            <p:graphicEl>
                                              <a:dgm id="{84D00540-1281-46A0-ABD2-3331AE8E4C92}"/>
                                            </p:graphicEl>
                                          </p:spTgt>
                                        </p:tgtEl>
                                      </p:cBhvr>
                                    </p:animEffect>
                                    <p:anim calcmode="lin" valueType="num">
                                      <p:cBhvr>
                                        <p:cTn id="51" dur="1000" fill="hold"/>
                                        <p:tgtEl>
                                          <p:spTgt spid="9">
                                            <p:graphicEl>
                                              <a:dgm id="{84D00540-1281-46A0-ABD2-3331AE8E4C92}"/>
                                            </p:graphicEl>
                                          </p:spTgt>
                                        </p:tgtEl>
                                        <p:attrNameLst>
                                          <p:attrName>ppt_x</p:attrName>
                                        </p:attrNameLst>
                                      </p:cBhvr>
                                      <p:tavLst>
                                        <p:tav tm="0">
                                          <p:val>
                                            <p:strVal val="#ppt_x"/>
                                          </p:val>
                                        </p:tav>
                                        <p:tav tm="100000">
                                          <p:val>
                                            <p:strVal val="#ppt_x"/>
                                          </p:val>
                                        </p:tav>
                                      </p:tavLst>
                                    </p:anim>
                                    <p:anim calcmode="lin" valueType="num">
                                      <p:cBhvr>
                                        <p:cTn id="52" dur="1000" fill="hold"/>
                                        <p:tgtEl>
                                          <p:spTgt spid="9">
                                            <p:graphicEl>
                                              <a:dgm id="{84D00540-1281-46A0-ABD2-3331AE8E4C92}"/>
                                            </p:graphicEl>
                                          </p:spTgt>
                                        </p:tgtEl>
                                        <p:attrNameLst>
                                          <p:attrName>ppt_y</p:attrName>
                                        </p:attrNameLst>
                                      </p:cBhvr>
                                      <p:tavLst>
                                        <p:tav tm="0">
                                          <p:val>
                                            <p:strVal val="#ppt_y+.1"/>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9">
                                            <p:graphicEl>
                                              <a:dgm id="{B033B1D6-9B3F-413D-8396-A63F4897A7B1}"/>
                                            </p:graphicEl>
                                          </p:spTgt>
                                        </p:tgtEl>
                                        <p:attrNameLst>
                                          <p:attrName>style.visibility</p:attrName>
                                        </p:attrNameLst>
                                      </p:cBhvr>
                                      <p:to>
                                        <p:strVal val="visible"/>
                                      </p:to>
                                    </p:set>
                                    <p:animEffect transition="in" filter="fade">
                                      <p:cBhvr>
                                        <p:cTn id="55" dur="1000"/>
                                        <p:tgtEl>
                                          <p:spTgt spid="9">
                                            <p:graphicEl>
                                              <a:dgm id="{B033B1D6-9B3F-413D-8396-A63F4897A7B1}"/>
                                            </p:graphicEl>
                                          </p:spTgt>
                                        </p:tgtEl>
                                      </p:cBhvr>
                                    </p:animEffect>
                                    <p:anim calcmode="lin" valueType="num">
                                      <p:cBhvr>
                                        <p:cTn id="56" dur="1000" fill="hold"/>
                                        <p:tgtEl>
                                          <p:spTgt spid="9">
                                            <p:graphicEl>
                                              <a:dgm id="{B033B1D6-9B3F-413D-8396-A63F4897A7B1}"/>
                                            </p:graphicEl>
                                          </p:spTgt>
                                        </p:tgtEl>
                                        <p:attrNameLst>
                                          <p:attrName>ppt_x</p:attrName>
                                        </p:attrNameLst>
                                      </p:cBhvr>
                                      <p:tavLst>
                                        <p:tav tm="0">
                                          <p:val>
                                            <p:strVal val="#ppt_x"/>
                                          </p:val>
                                        </p:tav>
                                        <p:tav tm="100000">
                                          <p:val>
                                            <p:strVal val="#ppt_x"/>
                                          </p:val>
                                        </p:tav>
                                      </p:tavLst>
                                    </p:anim>
                                    <p:anim calcmode="lin" valueType="num">
                                      <p:cBhvr>
                                        <p:cTn id="57" dur="1000" fill="hold"/>
                                        <p:tgtEl>
                                          <p:spTgt spid="9">
                                            <p:graphicEl>
                                              <a:dgm id="{B033B1D6-9B3F-413D-8396-A63F4897A7B1}"/>
                                            </p:graphicEl>
                                          </p:spTgt>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42" presetClass="entr" presetSubtype="0" fill="hold" grpId="0" nodeType="clickEffect">
                                  <p:stCondLst>
                                    <p:cond delay="0"/>
                                  </p:stCondLst>
                                  <p:childTnLst>
                                    <p:set>
                                      <p:cBhvr>
                                        <p:cTn id="61" dur="1" fill="hold">
                                          <p:stCondLst>
                                            <p:cond delay="0"/>
                                          </p:stCondLst>
                                        </p:cTn>
                                        <p:tgtEl>
                                          <p:spTgt spid="9">
                                            <p:graphicEl>
                                              <a:dgm id="{3F439B5B-B1F6-49CE-9D0D-66CD327545DD}"/>
                                            </p:graphicEl>
                                          </p:spTgt>
                                        </p:tgtEl>
                                        <p:attrNameLst>
                                          <p:attrName>style.visibility</p:attrName>
                                        </p:attrNameLst>
                                      </p:cBhvr>
                                      <p:to>
                                        <p:strVal val="visible"/>
                                      </p:to>
                                    </p:set>
                                    <p:animEffect transition="in" filter="fade">
                                      <p:cBhvr>
                                        <p:cTn id="62" dur="1000"/>
                                        <p:tgtEl>
                                          <p:spTgt spid="9">
                                            <p:graphicEl>
                                              <a:dgm id="{3F439B5B-B1F6-49CE-9D0D-66CD327545DD}"/>
                                            </p:graphicEl>
                                          </p:spTgt>
                                        </p:tgtEl>
                                      </p:cBhvr>
                                    </p:animEffect>
                                    <p:anim calcmode="lin" valueType="num">
                                      <p:cBhvr>
                                        <p:cTn id="63" dur="1000" fill="hold"/>
                                        <p:tgtEl>
                                          <p:spTgt spid="9">
                                            <p:graphicEl>
                                              <a:dgm id="{3F439B5B-B1F6-49CE-9D0D-66CD327545DD}"/>
                                            </p:graphicEl>
                                          </p:spTgt>
                                        </p:tgtEl>
                                        <p:attrNameLst>
                                          <p:attrName>ppt_x</p:attrName>
                                        </p:attrNameLst>
                                      </p:cBhvr>
                                      <p:tavLst>
                                        <p:tav tm="0">
                                          <p:val>
                                            <p:strVal val="#ppt_x"/>
                                          </p:val>
                                        </p:tav>
                                        <p:tav tm="100000">
                                          <p:val>
                                            <p:strVal val="#ppt_x"/>
                                          </p:val>
                                        </p:tav>
                                      </p:tavLst>
                                    </p:anim>
                                    <p:anim calcmode="lin" valueType="num">
                                      <p:cBhvr>
                                        <p:cTn id="64" dur="1000" fill="hold"/>
                                        <p:tgtEl>
                                          <p:spTgt spid="9">
                                            <p:graphicEl>
                                              <a:dgm id="{3F439B5B-B1F6-49CE-9D0D-66CD327545DD}"/>
                                            </p:graphicEl>
                                          </p:spTgt>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9">
                                            <p:graphicEl>
                                              <a:dgm id="{31A2A0E4-E344-43A9-9962-22B28D221664}"/>
                                            </p:graphicEl>
                                          </p:spTgt>
                                        </p:tgtEl>
                                        <p:attrNameLst>
                                          <p:attrName>style.visibility</p:attrName>
                                        </p:attrNameLst>
                                      </p:cBhvr>
                                      <p:to>
                                        <p:strVal val="visible"/>
                                      </p:to>
                                    </p:set>
                                    <p:animEffect transition="in" filter="fade">
                                      <p:cBhvr>
                                        <p:cTn id="67" dur="1000"/>
                                        <p:tgtEl>
                                          <p:spTgt spid="9">
                                            <p:graphicEl>
                                              <a:dgm id="{31A2A0E4-E344-43A9-9962-22B28D221664}"/>
                                            </p:graphicEl>
                                          </p:spTgt>
                                        </p:tgtEl>
                                      </p:cBhvr>
                                    </p:animEffect>
                                    <p:anim calcmode="lin" valueType="num">
                                      <p:cBhvr>
                                        <p:cTn id="68" dur="1000" fill="hold"/>
                                        <p:tgtEl>
                                          <p:spTgt spid="9">
                                            <p:graphicEl>
                                              <a:dgm id="{31A2A0E4-E344-43A9-9962-22B28D221664}"/>
                                            </p:graphicEl>
                                          </p:spTgt>
                                        </p:tgtEl>
                                        <p:attrNameLst>
                                          <p:attrName>ppt_x</p:attrName>
                                        </p:attrNameLst>
                                      </p:cBhvr>
                                      <p:tavLst>
                                        <p:tav tm="0">
                                          <p:val>
                                            <p:strVal val="#ppt_x"/>
                                          </p:val>
                                        </p:tav>
                                        <p:tav tm="100000">
                                          <p:val>
                                            <p:strVal val="#ppt_x"/>
                                          </p:val>
                                        </p:tav>
                                      </p:tavLst>
                                    </p:anim>
                                    <p:anim calcmode="lin" valueType="num">
                                      <p:cBhvr>
                                        <p:cTn id="69" dur="1000" fill="hold"/>
                                        <p:tgtEl>
                                          <p:spTgt spid="9">
                                            <p:graphicEl>
                                              <a:dgm id="{31A2A0E4-E344-43A9-9962-22B28D221664}"/>
                                            </p:graphic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9" grpId="0">
        <p:bldSub>
          <a:bldDgm bld="lvlOne"/>
        </p:bldSub>
      </p:bldGraphic>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EAC315-61AC-803C-D515-CE57CFB3EA24}"/>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3C7AE4BB-B1DC-B230-F441-6152F08361B9}"/>
              </a:ext>
            </a:extLst>
          </p:cNvPr>
          <p:cNvSpPr>
            <a:spLocks noGrp="1"/>
          </p:cNvSpPr>
          <p:nvPr>
            <p:ph type="body" sz="quarter" idx="18"/>
          </p:nvPr>
        </p:nvSpPr>
        <p:spPr/>
        <p:txBody>
          <a:bodyPr/>
          <a:lstStyle/>
          <a:p>
            <a:r>
              <a:rPr lang="zh-CN" altLang="en-US"/>
              <a:t>用户管理逻辑</a:t>
            </a:r>
          </a:p>
        </p:txBody>
      </p:sp>
      <p:graphicFrame>
        <p:nvGraphicFramePr>
          <p:cNvPr id="9" name="内容占位符 8">
            <a:extLst>
              <a:ext uri="{FF2B5EF4-FFF2-40B4-BE49-F238E27FC236}">
                <a16:creationId xmlns:a16="http://schemas.microsoft.com/office/drawing/2014/main" id="{59B3F19D-64DB-22F5-2E78-31DC7EF63BE2}"/>
              </a:ext>
            </a:extLst>
          </p:cNvPr>
          <p:cNvGraphicFramePr>
            <a:graphicFrameLocks noGrp="1"/>
          </p:cNvGraphicFramePr>
          <p:nvPr>
            <p:ph sz="quarter" idx="19"/>
            <p:extLst>
              <p:ext uri="{D42A27DB-BD31-4B8C-83A1-F6EECF244321}">
                <p14:modId xmlns:p14="http://schemas.microsoft.com/office/powerpoint/2010/main" val="3906204520"/>
              </p:ext>
            </p:extLst>
          </p:nvPr>
        </p:nvGraphicFramePr>
        <p:xfrm>
          <a:off x="536575" y="836613"/>
          <a:ext cx="11176000" cy="57610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10815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graphicEl>
                                              <a:dgm id="{D9559C29-0B8E-4C19-BB04-EA6F53F5BE87}"/>
                                            </p:graphicEl>
                                          </p:spTgt>
                                        </p:tgtEl>
                                        <p:attrNameLst>
                                          <p:attrName>style.visibility</p:attrName>
                                        </p:attrNameLst>
                                      </p:cBhvr>
                                      <p:to>
                                        <p:strVal val="visible"/>
                                      </p:to>
                                    </p:set>
                                    <p:animEffect transition="in" filter="fade">
                                      <p:cBhvr>
                                        <p:cTn id="7" dur="1000"/>
                                        <p:tgtEl>
                                          <p:spTgt spid="9">
                                            <p:graphicEl>
                                              <a:dgm id="{D9559C29-0B8E-4C19-BB04-EA6F53F5BE87}"/>
                                            </p:graphicEl>
                                          </p:spTgt>
                                        </p:tgtEl>
                                      </p:cBhvr>
                                    </p:animEffect>
                                    <p:anim calcmode="lin" valueType="num">
                                      <p:cBhvr>
                                        <p:cTn id="8" dur="1000" fill="hold"/>
                                        <p:tgtEl>
                                          <p:spTgt spid="9">
                                            <p:graphicEl>
                                              <a:dgm id="{D9559C29-0B8E-4C19-BB04-EA6F53F5BE87}"/>
                                            </p:graphicEl>
                                          </p:spTgt>
                                        </p:tgtEl>
                                        <p:attrNameLst>
                                          <p:attrName>ppt_x</p:attrName>
                                        </p:attrNameLst>
                                      </p:cBhvr>
                                      <p:tavLst>
                                        <p:tav tm="0">
                                          <p:val>
                                            <p:strVal val="#ppt_x"/>
                                          </p:val>
                                        </p:tav>
                                        <p:tav tm="100000">
                                          <p:val>
                                            <p:strVal val="#ppt_x"/>
                                          </p:val>
                                        </p:tav>
                                      </p:tavLst>
                                    </p:anim>
                                    <p:anim calcmode="lin" valueType="num">
                                      <p:cBhvr>
                                        <p:cTn id="9" dur="1000" fill="hold"/>
                                        <p:tgtEl>
                                          <p:spTgt spid="9">
                                            <p:graphicEl>
                                              <a:dgm id="{D9559C29-0B8E-4C19-BB04-EA6F53F5BE87}"/>
                                            </p:graphic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9">
                                            <p:graphicEl>
                                              <a:dgm id="{ABF25FEB-72D5-4D6F-AE2E-FA1A52136C0D}"/>
                                            </p:graphicEl>
                                          </p:spTgt>
                                        </p:tgtEl>
                                        <p:attrNameLst>
                                          <p:attrName>style.visibility</p:attrName>
                                        </p:attrNameLst>
                                      </p:cBhvr>
                                      <p:to>
                                        <p:strVal val="visible"/>
                                      </p:to>
                                    </p:set>
                                    <p:animEffect transition="in" filter="fade">
                                      <p:cBhvr>
                                        <p:cTn id="14" dur="1000"/>
                                        <p:tgtEl>
                                          <p:spTgt spid="9">
                                            <p:graphicEl>
                                              <a:dgm id="{ABF25FEB-72D5-4D6F-AE2E-FA1A52136C0D}"/>
                                            </p:graphicEl>
                                          </p:spTgt>
                                        </p:tgtEl>
                                      </p:cBhvr>
                                    </p:animEffect>
                                    <p:anim calcmode="lin" valueType="num">
                                      <p:cBhvr>
                                        <p:cTn id="15" dur="1000" fill="hold"/>
                                        <p:tgtEl>
                                          <p:spTgt spid="9">
                                            <p:graphicEl>
                                              <a:dgm id="{ABF25FEB-72D5-4D6F-AE2E-FA1A52136C0D}"/>
                                            </p:graphicEl>
                                          </p:spTgt>
                                        </p:tgtEl>
                                        <p:attrNameLst>
                                          <p:attrName>ppt_x</p:attrName>
                                        </p:attrNameLst>
                                      </p:cBhvr>
                                      <p:tavLst>
                                        <p:tav tm="0">
                                          <p:val>
                                            <p:strVal val="#ppt_x"/>
                                          </p:val>
                                        </p:tav>
                                        <p:tav tm="100000">
                                          <p:val>
                                            <p:strVal val="#ppt_x"/>
                                          </p:val>
                                        </p:tav>
                                      </p:tavLst>
                                    </p:anim>
                                    <p:anim calcmode="lin" valueType="num">
                                      <p:cBhvr>
                                        <p:cTn id="16" dur="1000" fill="hold"/>
                                        <p:tgtEl>
                                          <p:spTgt spid="9">
                                            <p:graphicEl>
                                              <a:dgm id="{ABF25FEB-72D5-4D6F-AE2E-FA1A52136C0D}"/>
                                            </p:graphic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9">
                                            <p:graphicEl>
                                              <a:dgm id="{4787C7BE-7317-4F89-824A-FF1CCD9521BE}"/>
                                            </p:graphicEl>
                                          </p:spTgt>
                                        </p:tgtEl>
                                        <p:attrNameLst>
                                          <p:attrName>style.visibility</p:attrName>
                                        </p:attrNameLst>
                                      </p:cBhvr>
                                      <p:to>
                                        <p:strVal val="visible"/>
                                      </p:to>
                                    </p:set>
                                    <p:animEffect transition="in" filter="fade">
                                      <p:cBhvr>
                                        <p:cTn id="19" dur="1000"/>
                                        <p:tgtEl>
                                          <p:spTgt spid="9">
                                            <p:graphicEl>
                                              <a:dgm id="{4787C7BE-7317-4F89-824A-FF1CCD9521BE}"/>
                                            </p:graphicEl>
                                          </p:spTgt>
                                        </p:tgtEl>
                                      </p:cBhvr>
                                    </p:animEffect>
                                    <p:anim calcmode="lin" valueType="num">
                                      <p:cBhvr>
                                        <p:cTn id="20" dur="1000" fill="hold"/>
                                        <p:tgtEl>
                                          <p:spTgt spid="9">
                                            <p:graphicEl>
                                              <a:dgm id="{4787C7BE-7317-4F89-824A-FF1CCD9521BE}"/>
                                            </p:graphicEl>
                                          </p:spTgt>
                                        </p:tgtEl>
                                        <p:attrNameLst>
                                          <p:attrName>ppt_x</p:attrName>
                                        </p:attrNameLst>
                                      </p:cBhvr>
                                      <p:tavLst>
                                        <p:tav tm="0">
                                          <p:val>
                                            <p:strVal val="#ppt_x"/>
                                          </p:val>
                                        </p:tav>
                                        <p:tav tm="100000">
                                          <p:val>
                                            <p:strVal val="#ppt_x"/>
                                          </p:val>
                                        </p:tav>
                                      </p:tavLst>
                                    </p:anim>
                                    <p:anim calcmode="lin" valueType="num">
                                      <p:cBhvr>
                                        <p:cTn id="21" dur="1000" fill="hold"/>
                                        <p:tgtEl>
                                          <p:spTgt spid="9">
                                            <p:graphicEl>
                                              <a:dgm id="{4787C7BE-7317-4F89-824A-FF1CCD9521BE}"/>
                                            </p:graphic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9">
                                            <p:graphicEl>
                                              <a:dgm id="{DBFBF3A4-4FD9-40EB-8891-34BA3E3D8D31}"/>
                                            </p:graphicEl>
                                          </p:spTgt>
                                        </p:tgtEl>
                                        <p:attrNameLst>
                                          <p:attrName>style.visibility</p:attrName>
                                        </p:attrNameLst>
                                      </p:cBhvr>
                                      <p:to>
                                        <p:strVal val="visible"/>
                                      </p:to>
                                    </p:set>
                                    <p:animEffect transition="in" filter="fade">
                                      <p:cBhvr>
                                        <p:cTn id="26" dur="1000"/>
                                        <p:tgtEl>
                                          <p:spTgt spid="9">
                                            <p:graphicEl>
                                              <a:dgm id="{DBFBF3A4-4FD9-40EB-8891-34BA3E3D8D31}"/>
                                            </p:graphicEl>
                                          </p:spTgt>
                                        </p:tgtEl>
                                      </p:cBhvr>
                                    </p:animEffect>
                                    <p:anim calcmode="lin" valueType="num">
                                      <p:cBhvr>
                                        <p:cTn id="27" dur="1000" fill="hold"/>
                                        <p:tgtEl>
                                          <p:spTgt spid="9">
                                            <p:graphicEl>
                                              <a:dgm id="{DBFBF3A4-4FD9-40EB-8891-34BA3E3D8D31}"/>
                                            </p:graphicEl>
                                          </p:spTgt>
                                        </p:tgtEl>
                                        <p:attrNameLst>
                                          <p:attrName>ppt_x</p:attrName>
                                        </p:attrNameLst>
                                      </p:cBhvr>
                                      <p:tavLst>
                                        <p:tav tm="0">
                                          <p:val>
                                            <p:strVal val="#ppt_x"/>
                                          </p:val>
                                        </p:tav>
                                        <p:tav tm="100000">
                                          <p:val>
                                            <p:strVal val="#ppt_x"/>
                                          </p:val>
                                        </p:tav>
                                      </p:tavLst>
                                    </p:anim>
                                    <p:anim calcmode="lin" valueType="num">
                                      <p:cBhvr>
                                        <p:cTn id="28" dur="1000" fill="hold"/>
                                        <p:tgtEl>
                                          <p:spTgt spid="9">
                                            <p:graphicEl>
                                              <a:dgm id="{DBFBF3A4-4FD9-40EB-8891-34BA3E3D8D31}"/>
                                            </p:graphicEl>
                                          </p:spTgt>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9">
                                            <p:graphicEl>
                                              <a:dgm id="{8967885E-B9A2-42D0-9900-72907B3B1CB1}"/>
                                            </p:graphicEl>
                                          </p:spTgt>
                                        </p:tgtEl>
                                        <p:attrNameLst>
                                          <p:attrName>style.visibility</p:attrName>
                                        </p:attrNameLst>
                                      </p:cBhvr>
                                      <p:to>
                                        <p:strVal val="visible"/>
                                      </p:to>
                                    </p:set>
                                    <p:animEffect transition="in" filter="fade">
                                      <p:cBhvr>
                                        <p:cTn id="31" dur="1000"/>
                                        <p:tgtEl>
                                          <p:spTgt spid="9">
                                            <p:graphicEl>
                                              <a:dgm id="{8967885E-B9A2-42D0-9900-72907B3B1CB1}"/>
                                            </p:graphicEl>
                                          </p:spTgt>
                                        </p:tgtEl>
                                      </p:cBhvr>
                                    </p:animEffect>
                                    <p:anim calcmode="lin" valueType="num">
                                      <p:cBhvr>
                                        <p:cTn id="32" dur="1000" fill="hold"/>
                                        <p:tgtEl>
                                          <p:spTgt spid="9">
                                            <p:graphicEl>
                                              <a:dgm id="{8967885E-B9A2-42D0-9900-72907B3B1CB1}"/>
                                            </p:graphicEl>
                                          </p:spTgt>
                                        </p:tgtEl>
                                        <p:attrNameLst>
                                          <p:attrName>ppt_x</p:attrName>
                                        </p:attrNameLst>
                                      </p:cBhvr>
                                      <p:tavLst>
                                        <p:tav tm="0">
                                          <p:val>
                                            <p:strVal val="#ppt_x"/>
                                          </p:val>
                                        </p:tav>
                                        <p:tav tm="100000">
                                          <p:val>
                                            <p:strVal val="#ppt_x"/>
                                          </p:val>
                                        </p:tav>
                                      </p:tavLst>
                                    </p:anim>
                                    <p:anim calcmode="lin" valueType="num">
                                      <p:cBhvr>
                                        <p:cTn id="33" dur="1000" fill="hold"/>
                                        <p:tgtEl>
                                          <p:spTgt spid="9">
                                            <p:graphicEl>
                                              <a:dgm id="{8967885E-B9A2-42D0-9900-72907B3B1CB1}"/>
                                            </p:graphic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9">
                                            <p:graphicEl>
                                              <a:dgm id="{84D00540-1281-46A0-ABD2-3331AE8E4C92}"/>
                                            </p:graphicEl>
                                          </p:spTgt>
                                        </p:tgtEl>
                                        <p:attrNameLst>
                                          <p:attrName>style.visibility</p:attrName>
                                        </p:attrNameLst>
                                      </p:cBhvr>
                                      <p:to>
                                        <p:strVal val="visible"/>
                                      </p:to>
                                    </p:set>
                                    <p:animEffect transition="in" filter="fade">
                                      <p:cBhvr>
                                        <p:cTn id="38" dur="1000"/>
                                        <p:tgtEl>
                                          <p:spTgt spid="9">
                                            <p:graphicEl>
                                              <a:dgm id="{84D00540-1281-46A0-ABD2-3331AE8E4C92}"/>
                                            </p:graphicEl>
                                          </p:spTgt>
                                        </p:tgtEl>
                                      </p:cBhvr>
                                    </p:animEffect>
                                    <p:anim calcmode="lin" valueType="num">
                                      <p:cBhvr>
                                        <p:cTn id="39" dur="1000" fill="hold"/>
                                        <p:tgtEl>
                                          <p:spTgt spid="9">
                                            <p:graphicEl>
                                              <a:dgm id="{84D00540-1281-46A0-ABD2-3331AE8E4C92}"/>
                                            </p:graphicEl>
                                          </p:spTgt>
                                        </p:tgtEl>
                                        <p:attrNameLst>
                                          <p:attrName>ppt_x</p:attrName>
                                        </p:attrNameLst>
                                      </p:cBhvr>
                                      <p:tavLst>
                                        <p:tav tm="0">
                                          <p:val>
                                            <p:strVal val="#ppt_x"/>
                                          </p:val>
                                        </p:tav>
                                        <p:tav tm="100000">
                                          <p:val>
                                            <p:strVal val="#ppt_x"/>
                                          </p:val>
                                        </p:tav>
                                      </p:tavLst>
                                    </p:anim>
                                    <p:anim calcmode="lin" valueType="num">
                                      <p:cBhvr>
                                        <p:cTn id="40" dur="1000" fill="hold"/>
                                        <p:tgtEl>
                                          <p:spTgt spid="9">
                                            <p:graphicEl>
                                              <a:dgm id="{84D00540-1281-46A0-ABD2-3331AE8E4C92}"/>
                                            </p:graphicEl>
                                          </p:spTgt>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9">
                                            <p:graphicEl>
                                              <a:dgm id="{B033B1D6-9B3F-413D-8396-A63F4897A7B1}"/>
                                            </p:graphicEl>
                                          </p:spTgt>
                                        </p:tgtEl>
                                        <p:attrNameLst>
                                          <p:attrName>style.visibility</p:attrName>
                                        </p:attrNameLst>
                                      </p:cBhvr>
                                      <p:to>
                                        <p:strVal val="visible"/>
                                      </p:to>
                                    </p:set>
                                    <p:animEffect transition="in" filter="fade">
                                      <p:cBhvr>
                                        <p:cTn id="43" dur="1000"/>
                                        <p:tgtEl>
                                          <p:spTgt spid="9">
                                            <p:graphicEl>
                                              <a:dgm id="{B033B1D6-9B3F-413D-8396-A63F4897A7B1}"/>
                                            </p:graphicEl>
                                          </p:spTgt>
                                        </p:tgtEl>
                                      </p:cBhvr>
                                    </p:animEffect>
                                    <p:anim calcmode="lin" valueType="num">
                                      <p:cBhvr>
                                        <p:cTn id="44" dur="1000" fill="hold"/>
                                        <p:tgtEl>
                                          <p:spTgt spid="9">
                                            <p:graphicEl>
                                              <a:dgm id="{B033B1D6-9B3F-413D-8396-A63F4897A7B1}"/>
                                            </p:graphicEl>
                                          </p:spTgt>
                                        </p:tgtEl>
                                        <p:attrNameLst>
                                          <p:attrName>ppt_x</p:attrName>
                                        </p:attrNameLst>
                                      </p:cBhvr>
                                      <p:tavLst>
                                        <p:tav tm="0">
                                          <p:val>
                                            <p:strVal val="#ppt_x"/>
                                          </p:val>
                                        </p:tav>
                                        <p:tav tm="100000">
                                          <p:val>
                                            <p:strVal val="#ppt_x"/>
                                          </p:val>
                                        </p:tav>
                                      </p:tavLst>
                                    </p:anim>
                                    <p:anim calcmode="lin" valueType="num">
                                      <p:cBhvr>
                                        <p:cTn id="45" dur="1000" fill="hold"/>
                                        <p:tgtEl>
                                          <p:spTgt spid="9">
                                            <p:graphicEl>
                                              <a:dgm id="{B033B1D6-9B3F-413D-8396-A63F4897A7B1}"/>
                                            </p:graphic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9" grpId="0">
        <p:bldSub>
          <a:bldDgm bld="lvlOne"/>
        </p:bldSub>
      </p:bldGraphic>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5BAA98-AE05-D656-4919-58F4C36F7995}"/>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39C4CE43-EA39-F9F0-D450-21C4F095D73E}"/>
              </a:ext>
            </a:extLst>
          </p:cNvPr>
          <p:cNvSpPr>
            <a:spLocks noGrp="1"/>
          </p:cNvSpPr>
          <p:nvPr>
            <p:ph type="body" sz="quarter" idx="18"/>
          </p:nvPr>
        </p:nvSpPr>
        <p:spPr/>
        <p:txBody>
          <a:bodyPr/>
          <a:lstStyle/>
          <a:p>
            <a:r>
              <a:rPr lang="zh-CN" altLang="en-US"/>
              <a:t>教学任务查询逻辑</a:t>
            </a:r>
          </a:p>
        </p:txBody>
      </p:sp>
      <p:graphicFrame>
        <p:nvGraphicFramePr>
          <p:cNvPr id="9" name="内容占位符 8">
            <a:extLst>
              <a:ext uri="{FF2B5EF4-FFF2-40B4-BE49-F238E27FC236}">
                <a16:creationId xmlns:a16="http://schemas.microsoft.com/office/drawing/2014/main" id="{F65ABB87-E1FD-1592-E3AF-47723805B8E4}"/>
              </a:ext>
            </a:extLst>
          </p:cNvPr>
          <p:cNvGraphicFramePr>
            <a:graphicFrameLocks noGrp="1"/>
          </p:cNvGraphicFramePr>
          <p:nvPr>
            <p:ph sz="quarter" idx="19"/>
            <p:extLst>
              <p:ext uri="{D42A27DB-BD31-4B8C-83A1-F6EECF244321}">
                <p14:modId xmlns:p14="http://schemas.microsoft.com/office/powerpoint/2010/main" val="1467132472"/>
              </p:ext>
            </p:extLst>
          </p:nvPr>
        </p:nvGraphicFramePr>
        <p:xfrm>
          <a:off x="536575" y="836613"/>
          <a:ext cx="11176000" cy="57610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000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graphicEl>
                                              <a:dgm id="{D9559C29-0B8E-4C19-BB04-EA6F53F5BE87}"/>
                                            </p:graphicEl>
                                          </p:spTgt>
                                        </p:tgtEl>
                                        <p:attrNameLst>
                                          <p:attrName>style.visibility</p:attrName>
                                        </p:attrNameLst>
                                      </p:cBhvr>
                                      <p:to>
                                        <p:strVal val="visible"/>
                                      </p:to>
                                    </p:set>
                                    <p:animEffect transition="in" filter="fade">
                                      <p:cBhvr>
                                        <p:cTn id="7" dur="1000"/>
                                        <p:tgtEl>
                                          <p:spTgt spid="9">
                                            <p:graphicEl>
                                              <a:dgm id="{D9559C29-0B8E-4C19-BB04-EA6F53F5BE87}"/>
                                            </p:graphicEl>
                                          </p:spTgt>
                                        </p:tgtEl>
                                      </p:cBhvr>
                                    </p:animEffect>
                                    <p:anim calcmode="lin" valueType="num">
                                      <p:cBhvr>
                                        <p:cTn id="8" dur="1000" fill="hold"/>
                                        <p:tgtEl>
                                          <p:spTgt spid="9">
                                            <p:graphicEl>
                                              <a:dgm id="{D9559C29-0B8E-4C19-BB04-EA6F53F5BE87}"/>
                                            </p:graphicEl>
                                          </p:spTgt>
                                        </p:tgtEl>
                                        <p:attrNameLst>
                                          <p:attrName>ppt_x</p:attrName>
                                        </p:attrNameLst>
                                      </p:cBhvr>
                                      <p:tavLst>
                                        <p:tav tm="0">
                                          <p:val>
                                            <p:strVal val="#ppt_x"/>
                                          </p:val>
                                        </p:tav>
                                        <p:tav tm="100000">
                                          <p:val>
                                            <p:strVal val="#ppt_x"/>
                                          </p:val>
                                        </p:tav>
                                      </p:tavLst>
                                    </p:anim>
                                    <p:anim calcmode="lin" valueType="num">
                                      <p:cBhvr>
                                        <p:cTn id="9" dur="1000" fill="hold"/>
                                        <p:tgtEl>
                                          <p:spTgt spid="9">
                                            <p:graphicEl>
                                              <a:dgm id="{D9559C29-0B8E-4C19-BB04-EA6F53F5BE87}"/>
                                            </p:graphic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9">
                                            <p:graphicEl>
                                              <a:dgm id="{ABF25FEB-72D5-4D6F-AE2E-FA1A52136C0D}"/>
                                            </p:graphicEl>
                                          </p:spTgt>
                                        </p:tgtEl>
                                        <p:attrNameLst>
                                          <p:attrName>style.visibility</p:attrName>
                                        </p:attrNameLst>
                                      </p:cBhvr>
                                      <p:to>
                                        <p:strVal val="visible"/>
                                      </p:to>
                                    </p:set>
                                    <p:animEffect transition="in" filter="fade">
                                      <p:cBhvr>
                                        <p:cTn id="14" dur="1000"/>
                                        <p:tgtEl>
                                          <p:spTgt spid="9">
                                            <p:graphicEl>
                                              <a:dgm id="{ABF25FEB-72D5-4D6F-AE2E-FA1A52136C0D}"/>
                                            </p:graphicEl>
                                          </p:spTgt>
                                        </p:tgtEl>
                                      </p:cBhvr>
                                    </p:animEffect>
                                    <p:anim calcmode="lin" valueType="num">
                                      <p:cBhvr>
                                        <p:cTn id="15" dur="1000" fill="hold"/>
                                        <p:tgtEl>
                                          <p:spTgt spid="9">
                                            <p:graphicEl>
                                              <a:dgm id="{ABF25FEB-72D5-4D6F-AE2E-FA1A52136C0D}"/>
                                            </p:graphicEl>
                                          </p:spTgt>
                                        </p:tgtEl>
                                        <p:attrNameLst>
                                          <p:attrName>ppt_x</p:attrName>
                                        </p:attrNameLst>
                                      </p:cBhvr>
                                      <p:tavLst>
                                        <p:tav tm="0">
                                          <p:val>
                                            <p:strVal val="#ppt_x"/>
                                          </p:val>
                                        </p:tav>
                                        <p:tav tm="100000">
                                          <p:val>
                                            <p:strVal val="#ppt_x"/>
                                          </p:val>
                                        </p:tav>
                                      </p:tavLst>
                                    </p:anim>
                                    <p:anim calcmode="lin" valueType="num">
                                      <p:cBhvr>
                                        <p:cTn id="16" dur="1000" fill="hold"/>
                                        <p:tgtEl>
                                          <p:spTgt spid="9">
                                            <p:graphicEl>
                                              <a:dgm id="{ABF25FEB-72D5-4D6F-AE2E-FA1A52136C0D}"/>
                                            </p:graphic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9">
                                            <p:graphicEl>
                                              <a:dgm id="{4787C7BE-7317-4F89-824A-FF1CCD9521BE}"/>
                                            </p:graphicEl>
                                          </p:spTgt>
                                        </p:tgtEl>
                                        <p:attrNameLst>
                                          <p:attrName>style.visibility</p:attrName>
                                        </p:attrNameLst>
                                      </p:cBhvr>
                                      <p:to>
                                        <p:strVal val="visible"/>
                                      </p:to>
                                    </p:set>
                                    <p:animEffect transition="in" filter="fade">
                                      <p:cBhvr>
                                        <p:cTn id="19" dur="1000"/>
                                        <p:tgtEl>
                                          <p:spTgt spid="9">
                                            <p:graphicEl>
                                              <a:dgm id="{4787C7BE-7317-4F89-824A-FF1CCD9521BE}"/>
                                            </p:graphicEl>
                                          </p:spTgt>
                                        </p:tgtEl>
                                      </p:cBhvr>
                                    </p:animEffect>
                                    <p:anim calcmode="lin" valueType="num">
                                      <p:cBhvr>
                                        <p:cTn id="20" dur="1000" fill="hold"/>
                                        <p:tgtEl>
                                          <p:spTgt spid="9">
                                            <p:graphicEl>
                                              <a:dgm id="{4787C7BE-7317-4F89-824A-FF1CCD9521BE}"/>
                                            </p:graphicEl>
                                          </p:spTgt>
                                        </p:tgtEl>
                                        <p:attrNameLst>
                                          <p:attrName>ppt_x</p:attrName>
                                        </p:attrNameLst>
                                      </p:cBhvr>
                                      <p:tavLst>
                                        <p:tav tm="0">
                                          <p:val>
                                            <p:strVal val="#ppt_x"/>
                                          </p:val>
                                        </p:tav>
                                        <p:tav tm="100000">
                                          <p:val>
                                            <p:strVal val="#ppt_x"/>
                                          </p:val>
                                        </p:tav>
                                      </p:tavLst>
                                    </p:anim>
                                    <p:anim calcmode="lin" valueType="num">
                                      <p:cBhvr>
                                        <p:cTn id="21" dur="1000" fill="hold"/>
                                        <p:tgtEl>
                                          <p:spTgt spid="9">
                                            <p:graphicEl>
                                              <a:dgm id="{4787C7BE-7317-4F89-824A-FF1CCD9521BE}"/>
                                            </p:graphic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9">
                                            <p:graphicEl>
                                              <a:dgm id="{DBFBF3A4-4FD9-40EB-8891-34BA3E3D8D31}"/>
                                            </p:graphicEl>
                                          </p:spTgt>
                                        </p:tgtEl>
                                        <p:attrNameLst>
                                          <p:attrName>style.visibility</p:attrName>
                                        </p:attrNameLst>
                                      </p:cBhvr>
                                      <p:to>
                                        <p:strVal val="visible"/>
                                      </p:to>
                                    </p:set>
                                    <p:animEffect transition="in" filter="fade">
                                      <p:cBhvr>
                                        <p:cTn id="26" dur="1000"/>
                                        <p:tgtEl>
                                          <p:spTgt spid="9">
                                            <p:graphicEl>
                                              <a:dgm id="{DBFBF3A4-4FD9-40EB-8891-34BA3E3D8D31}"/>
                                            </p:graphicEl>
                                          </p:spTgt>
                                        </p:tgtEl>
                                      </p:cBhvr>
                                    </p:animEffect>
                                    <p:anim calcmode="lin" valueType="num">
                                      <p:cBhvr>
                                        <p:cTn id="27" dur="1000" fill="hold"/>
                                        <p:tgtEl>
                                          <p:spTgt spid="9">
                                            <p:graphicEl>
                                              <a:dgm id="{DBFBF3A4-4FD9-40EB-8891-34BA3E3D8D31}"/>
                                            </p:graphicEl>
                                          </p:spTgt>
                                        </p:tgtEl>
                                        <p:attrNameLst>
                                          <p:attrName>ppt_x</p:attrName>
                                        </p:attrNameLst>
                                      </p:cBhvr>
                                      <p:tavLst>
                                        <p:tav tm="0">
                                          <p:val>
                                            <p:strVal val="#ppt_x"/>
                                          </p:val>
                                        </p:tav>
                                        <p:tav tm="100000">
                                          <p:val>
                                            <p:strVal val="#ppt_x"/>
                                          </p:val>
                                        </p:tav>
                                      </p:tavLst>
                                    </p:anim>
                                    <p:anim calcmode="lin" valueType="num">
                                      <p:cBhvr>
                                        <p:cTn id="28" dur="1000" fill="hold"/>
                                        <p:tgtEl>
                                          <p:spTgt spid="9">
                                            <p:graphicEl>
                                              <a:dgm id="{DBFBF3A4-4FD9-40EB-8891-34BA3E3D8D31}"/>
                                            </p:graphicEl>
                                          </p:spTgt>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9">
                                            <p:graphicEl>
                                              <a:dgm id="{8967885E-B9A2-42D0-9900-72907B3B1CB1}"/>
                                            </p:graphicEl>
                                          </p:spTgt>
                                        </p:tgtEl>
                                        <p:attrNameLst>
                                          <p:attrName>style.visibility</p:attrName>
                                        </p:attrNameLst>
                                      </p:cBhvr>
                                      <p:to>
                                        <p:strVal val="visible"/>
                                      </p:to>
                                    </p:set>
                                    <p:animEffect transition="in" filter="fade">
                                      <p:cBhvr>
                                        <p:cTn id="31" dur="1000"/>
                                        <p:tgtEl>
                                          <p:spTgt spid="9">
                                            <p:graphicEl>
                                              <a:dgm id="{8967885E-B9A2-42D0-9900-72907B3B1CB1}"/>
                                            </p:graphicEl>
                                          </p:spTgt>
                                        </p:tgtEl>
                                      </p:cBhvr>
                                    </p:animEffect>
                                    <p:anim calcmode="lin" valueType="num">
                                      <p:cBhvr>
                                        <p:cTn id="32" dur="1000" fill="hold"/>
                                        <p:tgtEl>
                                          <p:spTgt spid="9">
                                            <p:graphicEl>
                                              <a:dgm id="{8967885E-B9A2-42D0-9900-72907B3B1CB1}"/>
                                            </p:graphicEl>
                                          </p:spTgt>
                                        </p:tgtEl>
                                        <p:attrNameLst>
                                          <p:attrName>ppt_x</p:attrName>
                                        </p:attrNameLst>
                                      </p:cBhvr>
                                      <p:tavLst>
                                        <p:tav tm="0">
                                          <p:val>
                                            <p:strVal val="#ppt_x"/>
                                          </p:val>
                                        </p:tav>
                                        <p:tav tm="100000">
                                          <p:val>
                                            <p:strVal val="#ppt_x"/>
                                          </p:val>
                                        </p:tav>
                                      </p:tavLst>
                                    </p:anim>
                                    <p:anim calcmode="lin" valueType="num">
                                      <p:cBhvr>
                                        <p:cTn id="33" dur="1000" fill="hold"/>
                                        <p:tgtEl>
                                          <p:spTgt spid="9">
                                            <p:graphicEl>
                                              <a:dgm id="{8967885E-B9A2-42D0-9900-72907B3B1CB1}"/>
                                            </p:graphic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9">
                                            <p:graphicEl>
                                              <a:dgm id="{84D00540-1281-46A0-ABD2-3331AE8E4C92}"/>
                                            </p:graphicEl>
                                          </p:spTgt>
                                        </p:tgtEl>
                                        <p:attrNameLst>
                                          <p:attrName>style.visibility</p:attrName>
                                        </p:attrNameLst>
                                      </p:cBhvr>
                                      <p:to>
                                        <p:strVal val="visible"/>
                                      </p:to>
                                    </p:set>
                                    <p:animEffect transition="in" filter="fade">
                                      <p:cBhvr>
                                        <p:cTn id="38" dur="1000"/>
                                        <p:tgtEl>
                                          <p:spTgt spid="9">
                                            <p:graphicEl>
                                              <a:dgm id="{84D00540-1281-46A0-ABD2-3331AE8E4C92}"/>
                                            </p:graphicEl>
                                          </p:spTgt>
                                        </p:tgtEl>
                                      </p:cBhvr>
                                    </p:animEffect>
                                    <p:anim calcmode="lin" valueType="num">
                                      <p:cBhvr>
                                        <p:cTn id="39" dur="1000" fill="hold"/>
                                        <p:tgtEl>
                                          <p:spTgt spid="9">
                                            <p:graphicEl>
                                              <a:dgm id="{84D00540-1281-46A0-ABD2-3331AE8E4C92}"/>
                                            </p:graphicEl>
                                          </p:spTgt>
                                        </p:tgtEl>
                                        <p:attrNameLst>
                                          <p:attrName>ppt_x</p:attrName>
                                        </p:attrNameLst>
                                      </p:cBhvr>
                                      <p:tavLst>
                                        <p:tav tm="0">
                                          <p:val>
                                            <p:strVal val="#ppt_x"/>
                                          </p:val>
                                        </p:tav>
                                        <p:tav tm="100000">
                                          <p:val>
                                            <p:strVal val="#ppt_x"/>
                                          </p:val>
                                        </p:tav>
                                      </p:tavLst>
                                    </p:anim>
                                    <p:anim calcmode="lin" valueType="num">
                                      <p:cBhvr>
                                        <p:cTn id="40" dur="1000" fill="hold"/>
                                        <p:tgtEl>
                                          <p:spTgt spid="9">
                                            <p:graphicEl>
                                              <a:dgm id="{84D00540-1281-46A0-ABD2-3331AE8E4C92}"/>
                                            </p:graphicEl>
                                          </p:spTgt>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9">
                                            <p:graphicEl>
                                              <a:dgm id="{B033B1D6-9B3F-413D-8396-A63F4897A7B1}"/>
                                            </p:graphicEl>
                                          </p:spTgt>
                                        </p:tgtEl>
                                        <p:attrNameLst>
                                          <p:attrName>style.visibility</p:attrName>
                                        </p:attrNameLst>
                                      </p:cBhvr>
                                      <p:to>
                                        <p:strVal val="visible"/>
                                      </p:to>
                                    </p:set>
                                    <p:animEffect transition="in" filter="fade">
                                      <p:cBhvr>
                                        <p:cTn id="43" dur="1000"/>
                                        <p:tgtEl>
                                          <p:spTgt spid="9">
                                            <p:graphicEl>
                                              <a:dgm id="{B033B1D6-9B3F-413D-8396-A63F4897A7B1}"/>
                                            </p:graphicEl>
                                          </p:spTgt>
                                        </p:tgtEl>
                                      </p:cBhvr>
                                    </p:animEffect>
                                    <p:anim calcmode="lin" valueType="num">
                                      <p:cBhvr>
                                        <p:cTn id="44" dur="1000" fill="hold"/>
                                        <p:tgtEl>
                                          <p:spTgt spid="9">
                                            <p:graphicEl>
                                              <a:dgm id="{B033B1D6-9B3F-413D-8396-A63F4897A7B1}"/>
                                            </p:graphicEl>
                                          </p:spTgt>
                                        </p:tgtEl>
                                        <p:attrNameLst>
                                          <p:attrName>ppt_x</p:attrName>
                                        </p:attrNameLst>
                                      </p:cBhvr>
                                      <p:tavLst>
                                        <p:tav tm="0">
                                          <p:val>
                                            <p:strVal val="#ppt_x"/>
                                          </p:val>
                                        </p:tav>
                                        <p:tav tm="100000">
                                          <p:val>
                                            <p:strVal val="#ppt_x"/>
                                          </p:val>
                                        </p:tav>
                                      </p:tavLst>
                                    </p:anim>
                                    <p:anim calcmode="lin" valueType="num">
                                      <p:cBhvr>
                                        <p:cTn id="45" dur="1000" fill="hold"/>
                                        <p:tgtEl>
                                          <p:spTgt spid="9">
                                            <p:graphicEl>
                                              <a:dgm id="{B033B1D6-9B3F-413D-8396-A63F4897A7B1}"/>
                                            </p:graphic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9" grpId="0">
        <p:bldSub>
          <a:bldDgm bld="lvlOne"/>
        </p:bldSub>
      </p:bldGraphic>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314CED5C-8F81-CBF4-DF22-21BB80B08B1A}"/>
              </a:ext>
            </a:extLst>
          </p:cNvPr>
          <p:cNvSpPr>
            <a:spLocks noGrp="1"/>
          </p:cNvSpPr>
          <p:nvPr>
            <p:ph type="body" sz="quarter" idx="18"/>
          </p:nvPr>
        </p:nvSpPr>
        <p:spPr/>
        <p:txBody>
          <a:bodyPr/>
          <a:lstStyle/>
          <a:p>
            <a:r>
              <a:rPr lang="zh-CN" altLang="en-US"/>
              <a:t>登录注销的实现</a:t>
            </a:r>
          </a:p>
        </p:txBody>
      </p:sp>
      <p:pic>
        <p:nvPicPr>
          <p:cNvPr id="7" name="内容占位符 6">
            <a:extLst>
              <a:ext uri="{FF2B5EF4-FFF2-40B4-BE49-F238E27FC236}">
                <a16:creationId xmlns:a16="http://schemas.microsoft.com/office/drawing/2014/main" id="{FF454AEE-AFD2-7945-6688-F34B01BFFF71}"/>
              </a:ext>
            </a:extLst>
          </p:cNvPr>
          <p:cNvPicPr>
            <a:picLocks noGrp="1" noChangeAspect="1"/>
          </p:cNvPicPr>
          <p:nvPr>
            <p:ph sz="quarter" idx="19"/>
          </p:nvPr>
        </p:nvPicPr>
        <p:blipFill>
          <a:blip r:embed="rId2"/>
          <a:stretch>
            <a:fillRect/>
          </a:stretch>
        </p:blipFill>
        <p:spPr>
          <a:xfrm>
            <a:off x="773988" y="1278716"/>
            <a:ext cx="5461000" cy="3065120"/>
          </a:xfrm>
          <a:prstGeom prst="rect">
            <a:avLst/>
          </a:prstGeom>
          <a:ln>
            <a:solidFill>
              <a:srgbClr val="7030A0"/>
            </a:solidFill>
          </a:ln>
        </p:spPr>
      </p:pic>
      <p:pic>
        <p:nvPicPr>
          <p:cNvPr id="14" name="内容占位符 13">
            <a:extLst>
              <a:ext uri="{FF2B5EF4-FFF2-40B4-BE49-F238E27FC236}">
                <a16:creationId xmlns:a16="http://schemas.microsoft.com/office/drawing/2014/main" id="{D2E63F73-B3E0-8D6A-B7C5-E78EF5830397}"/>
              </a:ext>
            </a:extLst>
          </p:cNvPr>
          <p:cNvPicPr>
            <a:picLocks noGrp="1" noChangeAspect="1"/>
          </p:cNvPicPr>
          <p:nvPr>
            <p:ph sz="quarter" idx="20"/>
          </p:nvPr>
        </p:nvPicPr>
        <p:blipFill>
          <a:blip r:embed="rId3"/>
          <a:stretch>
            <a:fillRect/>
          </a:stretch>
        </p:blipFill>
        <p:spPr>
          <a:xfrm>
            <a:off x="6312197" y="4301956"/>
            <a:ext cx="5461000" cy="1703270"/>
          </a:xfrm>
          <a:prstGeom prst="rect">
            <a:avLst/>
          </a:prstGeom>
          <a:ln>
            <a:solidFill>
              <a:srgbClr val="7030A0"/>
            </a:solidFill>
          </a:ln>
        </p:spPr>
      </p:pic>
      <p:pic>
        <p:nvPicPr>
          <p:cNvPr id="12" name="内容占位符 8">
            <a:extLst>
              <a:ext uri="{FF2B5EF4-FFF2-40B4-BE49-F238E27FC236}">
                <a16:creationId xmlns:a16="http://schemas.microsoft.com/office/drawing/2014/main" id="{A73E4188-906D-745B-71EF-BEDD19C0A80F}"/>
              </a:ext>
            </a:extLst>
          </p:cNvPr>
          <p:cNvPicPr>
            <a:picLocks noChangeAspect="1"/>
          </p:cNvPicPr>
          <p:nvPr/>
        </p:nvPicPr>
        <p:blipFill>
          <a:blip r:embed="rId4"/>
          <a:stretch>
            <a:fillRect/>
          </a:stretch>
        </p:blipFill>
        <p:spPr>
          <a:xfrm>
            <a:off x="6312197" y="852774"/>
            <a:ext cx="5461000" cy="3378118"/>
          </a:xfrm>
          <a:prstGeom prst="rect">
            <a:avLst/>
          </a:prstGeom>
          <a:ln>
            <a:solidFill>
              <a:srgbClr val="7030A0"/>
            </a:solidFill>
          </a:ln>
        </p:spPr>
      </p:pic>
    </p:spTree>
    <p:extLst>
      <p:ext uri="{BB962C8B-B14F-4D97-AF65-F5344CB8AC3E}">
        <p14:creationId xmlns:p14="http://schemas.microsoft.com/office/powerpoint/2010/main" val="4965982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478CEE58-6B74-9879-D67C-69234BDB941C}"/>
              </a:ext>
            </a:extLst>
          </p:cNvPr>
          <p:cNvSpPr>
            <a:spLocks noGrp="1"/>
          </p:cNvSpPr>
          <p:nvPr>
            <p:ph type="body" sz="quarter" idx="18"/>
          </p:nvPr>
        </p:nvSpPr>
        <p:spPr/>
        <p:txBody>
          <a:bodyPr/>
          <a:lstStyle/>
          <a:p>
            <a:r>
              <a:rPr lang="zh-CN" altLang="en-US"/>
              <a:t>登录注销展示（</a:t>
            </a:r>
            <a:r>
              <a:rPr lang="en-US" altLang="zh-CN"/>
              <a:t>apifox</a:t>
            </a:r>
            <a:r>
              <a:rPr lang="zh-CN" altLang="en-US"/>
              <a:t>）</a:t>
            </a:r>
          </a:p>
        </p:txBody>
      </p:sp>
      <p:pic>
        <p:nvPicPr>
          <p:cNvPr id="6" name="内容占位符 5">
            <a:extLst>
              <a:ext uri="{FF2B5EF4-FFF2-40B4-BE49-F238E27FC236}">
                <a16:creationId xmlns:a16="http://schemas.microsoft.com/office/drawing/2014/main" id="{B16D9C66-01E1-6191-D67B-402E3EDFB60B}"/>
              </a:ext>
            </a:extLst>
          </p:cNvPr>
          <p:cNvPicPr>
            <a:picLocks noGrp="1" noChangeAspect="1"/>
          </p:cNvPicPr>
          <p:nvPr>
            <p:ph sz="quarter" idx="19"/>
          </p:nvPr>
        </p:nvPicPr>
        <p:blipFill>
          <a:blip r:embed="rId2"/>
          <a:stretch>
            <a:fillRect/>
          </a:stretch>
        </p:blipFill>
        <p:spPr>
          <a:xfrm>
            <a:off x="850256" y="1255519"/>
            <a:ext cx="5461000" cy="3881622"/>
          </a:xfrm>
          <a:prstGeom prst="rect">
            <a:avLst/>
          </a:prstGeom>
          <a:ln>
            <a:solidFill>
              <a:srgbClr val="7030A0"/>
            </a:solidFill>
          </a:ln>
        </p:spPr>
      </p:pic>
      <p:pic>
        <p:nvPicPr>
          <p:cNvPr id="8" name="内容占位符 7">
            <a:extLst>
              <a:ext uri="{FF2B5EF4-FFF2-40B4-BE49-F238E27FC236}">
                <a16:creationId xmlns:a16="http://schemas.microsoft.com/office/drawing/2014/main" id="{733D320A-DDE3-5CD9-AE50-1D4E389C4450}"/>
              </a:ext>
            </a:extLst>
          </p:cNvPr>
          <p:cNvPicPr>
            <a:picLocks noGrp="1" noChangeAspect="1"/>
          </p:cNvPicPr>
          <p:nvPr>
            <p:ph sz="quarter" idx="20"/>
          </p:nvPr>
        </p:nvPicPr>
        <p:blipFill>
          <a:blip r:embed="rId3"/>
          <a:stretch>
            <a:fillRect/>
          </a:stretch>
        </p:blipFill>
        <p:spPr>
          <a:xfrm>
            <a:off x="6517296" y="1255519"/>
            <a:ext cx="5461000" cy="2965733"/>
          </a:xfrm>
          <a:prstGeom prst="rect">
            <a:avLst/>
          </a:prstGeom>
          <a:ln>
            <a:solidFill>
              <a:srgbClr val="7030A0"/>
            </a:solidFill>
          </a:ln>
        </p:spPr>
      </p:pic>
    </p:spTree>
    <p:extLst>
      <p:ext uri="{BB962C8B-B14F-4D97-AF65-F5344CB8AC3E}">
        <p14:creationId xmlns:p14="http://schemas.microsoft.com/office/powerpoint/2010/main" val="6499136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a:extLst>
              <a:ext uri="{FF2B5EF4-FFF2-40B4-BE49-F238E27FC236}">
                <a16:creationId xmlns:a16="http://schemas.microsoft.com/office/drawing/2014/main" id="{43A70C66-E596-1540-2B69-CE1E054EB871}"/>
              </a:ext>
            </a:extLst>
          </p:cNvPr>
          <p:cNvSpPr>
            <a:spLocks noGrp="1"/>
          </p:cNvSpPr>
          <p:nvPr>
            <p:ph type="body" sz="quarter" idx="18"/>
          </p:nvPr>
        </p:nvSpPr>
        <p:spPr/>
        <p:txBody>
          <a:bodyPr/>
          <a:lstStyle/>
          <a:p>
            <a:r>
              <a:rPr lang="en-US" altLang="zh-CN"/>
              <a:t>apifox</a:t>
            </a:r>
            <a:r>
              <a:rPr lang="zh-CN" altLang="en-US"/>
              <a:t>开发环境配置</a:t>
            </a:r>
          </a:p>
        </p:txBody>
      </p:sp>
      <p:pic>
        <p:nvPicPr>
          <p:cNvPr id="8" name="内容占位符 7">
            <a:extLst>
              <a:ext uri="{FF2B5EF4-FFF2-40B4-BE49-F238E27FC236}">
                <a16:creationId xmlns:a16="http://schemas.microsoft.com/office/drawing/2014/main" id="{63DCE3A5-DF7B-023D-EC60-E585F76840AD}"/>
              </a:ext>
            </a:extLst>
          </p:cNvPr>
          <p:cNvPicPr>
            <a:picLocks noGrp="1" noChangeAspect="1"/>
          </p:cNvPicPr>
          <p:nvPr>
            <p:ph sz="quarter" idx="19"/>
          </p:nvPr>
        </p:nvPicPr>
        <p:blipFill>
          <a:blip r:embed="rId2"/>
          <a:stretch>
            <a:fillRect/>
          </a:stretch>
        </p:blipFill>
        <p:spPr>
          <a:xfrm>
            <a:off x="702712" y="836613"/>
            <a:ext cx="10843726" cy="5761037"/>
          </a:xfrm>
          <a:prstGeom prst="rect">
            <a:avLst/>
          </a:prstGeom>
        </p:spPr>
      </p:pic>
    </p:spTree>
    <p:extLst>
      <p:ext uri="{BB962C8B-B14F-4D97-AF65-F5344CB8AC3E}">
        <p14:creationId xmlns:p14="http://schemas.microsoft.com/office/powerpoint/2010/main" val="12550987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a:extLst>
              <a:ext uri="{FF2B5EF4-FFF2-40B4-BE49-F238E27FC236}">
                <a16:creationId xmlns:a16="http://schemas.microsoft.com/office/drawing/2014/main" id="{24D034A3-86B5-4EB2-3DC4-C6928BCA3BBB}"/>
              </a:ext>
            </a:extLst>
          </p:cNvPr>
          <p:cNvSpPr>
            <a:spLocks noGrp="1"/>
          </p:cNvSpPr>
          <p:nvPr>
            <p:ph type="body" sz="quarter" idx="18"/>
          </p:nvPr>
        </p:nvSpPr>
        <p:spPr/>
        <p:txBody>
          <a:bodyPr/>
          <a:lstStyle/>
          <a:p>
            <a:r>
              <a:rPr lang="zh-CN" altLang="en-US"/>
              <a:t>作业</a:t>
            </a:r>
            <a:r>
              <a:rPr lang="en-US" altLang="zh-CN"/>
              <a:t>1</a:t>
            </a:r>
            <a:endParaRPr lang="zh-CN" altLang="en-US"/>
          </a:p>
        </p:txBody>
      </p:sp>
      <p:pic>
        <p:nvPicPr>
          <p:cNvPr id="8" name="内容占位符 7">
            <a:extLst>
              <a:ext uri="{FF2B5EF4-FFF2-40B4-BE49-F238E27FC236}">
                <a16:creationId xmlns:a16="http://schemas.microsoft.com/office/drawing/2014/main" id="{F535C3FF-7FED-7098-F284-4527DE8ABD72}"/>
              </a:ext>
            </a:extLst>
          </p:cNvPr>
          <p:cNvPicPr>
            <a:picLocks noGrp="1" noChangeAspect="1"/>
          </p:cNvPicPr>
          <p:nvPr>
            <p:ph sz="quarter" idx="19"/>
          </p:nvPr>
        </p:nvPicPr>
        <p:blipFill>
          <a:blip r:embed="rId2"/>
          <a:stretch>
            <a:fillRect/>
          </a:stretch>
        </p:blipFill>
        <p:spPr>
          <a:xfrm>
            <a:off x="1901173" y="996096"/>
            <a:ext cx="6908560" cy="5761037"/>
          </a:xfrm>
          <a:prstGeom prst="rect">
            <a:avLst/>
          </a:prstGeom>
        </p:spPr>
      </p:pic>
    </p:spTree>
    <p:extLst>
      <p:ext uri="{BB962C8B-B14F-4D97-AF65-F5344CB8AC3E}">
        <p14:creationId xmlns:p14="http://schemas.microsoft.com/office/powerpoint/2010/main" val="9427912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AA9FAE66-2F52-34C7-35F5-4CE22A1413D9}"/>
              </a:ext>
            </a:extLst>
          </p:cNvPr>
          <p:cNvSpPr>
            <a:spLocks noGrp="1"/>
          </p:cNvSpPr>
          <p:nvPr>
            <p:ph type="body" sz="quarter" idx="18"/>
          </p:nvPr>
        </p:nvSpPr>
        <p:spPr/>
        <p:txBody>
          <a:bodyPr/>
          <a:lstStyle/>
          <a:p>
            <a:r>
              <a:rPr lang="zh-CN" altLang="en-US"/>
              <a:t>参考代码</a:t>
            </a:r>
          </a:p>
        </p:txBody>
      </p:sp>
      <p:pic>
        <p:nvPicPr>
          <p:cNvPr id="5" name="内容占位符 4">
            <a:extLst>
              <a:ext uri="{FF2B5EF4-FFF2-40B4-BE49-F238E27FC236}">
                <a16:creationId xmlns:a16="http://schemas.microsoft.com/office/drawing/2014/main" id="{CEDBC1BD-6C43-4215-DB87-1D95DCD17802}"/>
              </a:ext>
            </a:extLst>
          </p:cNvPr>
          <p:cNvPicPr>
            <a:picLocks noGrp="1" noChangeAspect="1"/>
          </p:cNvPicPr>
          <p:nvPr>
            <p:ph sz="quarter" idx="19"/>
          </p:nvPr>
        </p:nvPicPr>
        <p:blipFill>
          <a:blip r:embed="rId2"/>
          <a:stretch>
            <a:fillRect/>
          </a:stretch>
        </p:blipFill>
        <p:spPr>
          <a:xfrm>
            <a:off x="756252" y="1181346"/>
            <a:ext cx="5461000" cy="2593289"/>
          </a:xfrm>
          <a:prstGeom prst="rect">
            <a:avLst/>
          </a:prstGeom>
          <a:ln>
            <a:solidFill>
              <a:srgbClr val="7030A0"/>
            </a:solidFill>
          </a:ln>
        </p:spPr>
      </p:pic>
      <p:pic>
        <p:nvPicPr>
          <p:cNvPr id="8" name="内容占位符 7">
            <a:extLst>
              <a:ext uri="{FF2B5EF4-FFF2-40B4-BE49-F238E27FC236}">
                <a16:creationId xmlns:a16="http://schemas.microsoft.com/office/drawing/2014/main" id="{0B5BC52E-29A3-ABE0-166C-94CEF5A73996}"/>
              </a:ext>
            </a:extLst>
          </p:cNvPr>
          <p:cNvPicPr>
            <a:picLocks noGrp="1" noChangeAspect="1"/>
          </p:cNvPicPr>
          <p:nvPr>
            <p:ph sz="quarter" idx="20"/>
          </p:nvPr>
        </p:nvPicPr>
        <p:blipFill>
          <a:blip r:embed="rId3"/>
          <a:stretch>
            <a:fillRect/>
          </a:stretch>
        </p:blipFill>
        <p:spPr>
          <a:xfrm>
            <a:off x="6431838" y="1181346"/>
            <a:ext cx="5461000" cy="1952480"/>
          </a:xfrm>
          <a:prstGeom prst="rect">
            <a:avLst/>
          </a:prstGeom>
          <a:ln>
            <a:solidFill>
              <a:srgbClr val="7030A0"/>
            </a:solidFill>
          </a:ln>
        </p:spPr>
      </p:pic>
      <p:sp>
        <p:nvSpPr>
          <p:cNvPr id="9" name="矩形 8">
            <a:extLst>
              <a:ext uri="{FF2B5EF4-FFF2-40B4-BE49-F238E27FC236}">
                <a16:creationId xmlns:a16="http://schemas.microsoft.com/office/drawing/2014/main" id="{34A1C36F-B13D-FA94-49D5-91DD11718016}"/>
              </a:ext>
            </a:extLst>
          </p:cNvPr>
          <p:cNvSpPr/>
          <p:nvPr/>
        </p:nvSpPr>
        <p:spPr>
          <a:xfrm>
            <a:off x="2102265" y="4221622"/>
            <a:ext cx="8733802" cy="18031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a:t>doChangePwd</a:t>
            </a:r>
            <a:r>
              <a:rPr lang="zh-CN" altLang="en-US"/>
              <a:t>和</a:t>
            </a:r>
            <a:r>
              <a:rPr lang="en-US" altLang="zh-CN"/>
              <a:t>doSearchTask</a:t>
            </a:r>
            <a:r>
              <a:rPr lang="zh-CN" altLang="en-US"/>
              <a:t>方法请自行补全代码</a:t>
            </a:r>
          </a:p>
        </p:txBody>
      </p:sp>
    </p:spTree>
    <p:extLst>
      <p:ext uri="{BB962C8B-B14F-4D97-AF65-F5344CB8AC3E}">
        <p14:creationId xmlns:p14="http://schemas.microsoft.com/office/powerpoint/2010/main" val="23127987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a:extLst>
              <a:ext uri="{FF2B5EF4-FFF2-40B4-BE49-F238E27FC236}">
                <a16:creationId xmlns:a16="http://schemas.microsoft.com/office/drawing/2014/main" id="{FE7E6D0E-0A83-40B7-88A7-AA0922DA53F7}"/>
              </a:ext>
            </a:extLst>
          </p:cNvPr>
          <p:cNvSpPr>
            <a:spLocks noGrp="1"/>
          </p:cNvSpPr>
          <p:nvPr>
            <p:ph type="body" sz="quarter" idx="18"/>
          </p:nvPr>
        </p:nvSpPr>
        <p:spPr/>
        <p:txBody>
          <a:bodyPr/>
          <a:lstStyle/>
          <a:p>
            <a:r>
              <a:rPr lang="en-US" altLang="zh-CN"/>
              <a:t>InputTool</a:t>
            </a:r>
            <a:r>
              <a:rPr lang="zh-CN" altLang="en-US"/>
              <a:t>工具类代码框架</a:t>
            </a:r>
          </a:p>
        </p:txBody>
      </p:sp>
      <p:pic>
        <p:nvPicPr>
          <p:cNvPr id="8" name="内容占位符 7">
            <a:extLst>
              <a:ext uri="{FF2B5EF4-FFF2-40B4-BE49-F238E27FC236}">
                <a16:creationId xmlns:a16="http://schemas.microsoft.com/office/drawing/2014/main" id="{F919874D-8920-94B4-2C12-F01AFF02C3B9}"/>
              </a:ext>
            </a:extLst>
          </p:cNvPr>
          <p:cNvPicPr>
            <a:picLocks noGrp="1" noChangeAspect="1"/>
          </p:cNvPicPr>
          <p:nvPr>
            <p:ph sz="quarter" idx="19"/>
          </p:nvPr>
        </p:nvPicPr>
        <p:blipFill>
          <a:blip r:embed="rId2"/>
          <a:stretch>
            <a:fillRect/>
          </a:stretch>
        </p:blipFill>
        <p:spPr>
          <a:xfrm>
            <a:off x="3894922" y="836613"/>
            <a:ext cx="4459306" cy="5761037"/>
          </a:xfrm>
          <a:prstGeom prst="rect">
            <a:avLst/>
          </a:prstGeom>
          <a:ln>
            <a:solidFill>
              <a:srgbClr val="7030A0"/>
            </a:solidFill>
          </a:ln>
        </p:spPr>
      </p:pic>
    </p:spTree>
    <p:extLst>
      <p:ext uri="{BB962C8B-B14F-4D97-AF65-F5344CB8AC3E}">
        <p14:creationId xmlns:p14="http://schemas.microsoft.com/office/powerpoint/2010/main" val="3381844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作业一的提交要求（第十五次课）</a:t>
            </a:r>
          </a:p>
        </p:txBody>
      </p:sp>
      <p:grpSp>
        <p:nvGrpSpPr>
          <p:cNvPr id="5" name="组合 4"/>
          <p:cNvGrpSpPr/>
          <p:nvPr/>
        </p:nvGrpSpPr>
        <p:grpSpPr>
          <a:xfrm>
            <a:off x="817563" y="1710901"/>
            <a:ext cx="10871200" cy="5092380"/>
            <a:chOff x="817563" y="1710901"/>
            <a:chExt cx="10871200" cy="5092380"/>
          </a:xfrm>
        </p:grpSpPr>
        <p:sp>
          <p:nvSpPr>
            <p:cNvPr id="6" name="任意多边形 5"/>
            <p:cNvSpPr/>
            <p:nvPr/>
          </p:nvSpPr>
          <p:spPr>
            <a:xfrm>
              <a:off x="817563" y="1991341"/>
              <a:ext cx="10871200" cy="2724195"/>
            </a:xfrm>
            <a:custGeom>
              <a:avLst/>
              <a:gdLst>
                <a:gd name="connsiteX0" fmla="*/ 0 w 10871200"/>
                <a:gd name="connsiteY0" fmla="*/ 0 h 3112200"/>
                <a:gd name="connsiteX1" fmla="*/ 10871200 w 10871200"/>
                <a:gd name="connsiteY1" fmla="*/ 0 h 3112200"/>
                <a:gd name="connsiteX2" fmla="*/ 10871200 w 10871200"/>
                <a:gd name="connsiteY2" fmla="*/ 3112200 h 3112200"/>
                <a:gd name="connsiteX3" fmla="*/ 0 w 10871200"/>
                <a:gd name="connsiteY3" fmla="*/ 3112200 h 3112200"/>
                <a:gd name="connsiteX4" fmla="*/ 0 w 10871200"/>
                <a:gd name="connsiteY4" fmla="*/ 0 h 3112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71200" h="3112200">
                  <a:moveTo>
                    <a:pt x="0" y="0"/>
                  </a:moveTo>
                  <a:lnTo>
                    <a:pt x="10871200" y="0"/>
                  </a:lnTo>
                  <a:lnTo>
                    <a:pt x="10871200" y="3112200"/>
                  </a:lnTo>
                  <a:lnTo>
                    <a:pt x="0" y="3112200"/>
                  </a:lnTo>
                  <a:lnTo>
                    <a:pt x="0" y="0"/>
                  </a:lnTo>
                  <a:close/>
                </a:path>
              </a:pathLst>
            </a:custGeom>
          </p:spPr>
          <p:style>
            <a:lnRef idx="2">
              <a:schemeClr val="accent5">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843726" tIns="395732" rIns="843726" bIns="85344" numCol="1" spcCol="1270" anchor="t" anchorCtr="0">
              <a:noAutofit/>
            </a:bodyPr>
            <a:lstStyle/>
            <a:p>
              <a:pPr marL="228600" lvl="1" indent="-228600" defTabSz="533400">
                <a:lnSpc>
                  <a:spcPts val="2300"/>
                </a:lnSpc>
                <a:spcBef>
                  <a:spcPct val="0"/>
                </a:spcBef>
                <a:spcAft>
                  <a:spcPct val="15000"/>
                </a:spcAft>
                <a:buFont typeface="+mj-ea"/>
                <a:buAutoNum type="circleNumDbPlain"/>
              </a:pPr>
              <a:r>
                <a:rPr lang="zh-CN" altLang="en-US" sz="1600"/>
                <a:t>作业三 </a:t>
              </a:r>
              <a:r>
                <a:rPr lang="en-US" altLang="zh-CN" sz="1600"/>
                <a:t>Route</a:t>
              </a:r>
              <a:r>
                <a:rPr lang="zh-CN" altLang="en-US" sz="1600"/>
                <a:t>类的完整代码截图；</a:t>
              </a:r>
              <a:endParaRPr lang="en-US" altLang="zh-CN" sz="1600"/>
            </a:p>
            <a:p>
              <a:pPr marL="228600" lvl="1" indent="-228600" defTabSz="533400">
                <a:lnSpc>
                  <a:spcPts val="2300"/>
                </a:lnSpc>
                <a:spcBef>
                  <a:spcPct val="0"/>
                </a:spcBef>
                <a:spcAft>
                  <a:spcPct val="15000"/>
                </a:spcAft>
                <a:buFont typeface="+mj-ea"/>
                <a:buAutoNum type="circleNumDbPlain"/>
              </a:pPr>
              <a:r>
                <a:rPr lang="zh-CN" altLang="en-US" sz="1600"/>
                <a:t>作业三 在</a:t>
              </a:r>
              <a:r>
                <a:rPr lang="en-US" altLang="zh-CN" sz="1600"/>
                <a:t>apifox</a:t>
              </a:r>
              <a:r>
                <a:rPr lang="zh-CN" altLang="en-US" sz="1600"/>
                <a:t>测试</a:t>
              </a:r>
              <a:r>
                <a:rPr lang="en-US" altLang="zh-CN" sz="1600"/>
                <a:t>POST http://</a:t>
              </a:r>
              <a:r>
                <a:rPr lang="zh-CN" altLang="en-US" sz="1600"/>
                <a:t>域名</a:t>
              </a:r>
              <a:r>
                <a:rPr lang="en-US" altLang="zh-CN" sz="1600"/>
                <a:t>/[</a:t>
              </a:r>
              <a:r>
                <a:rPr lang="zh-CN" altLang="en-US" sz="1600"/>
                <a:t>姓名拼音</a:t>
              </a:r>
              <a:r>
                <a:rPr lang="en-US" altLang="zh-CN" sz="1600"/>
                <a:t>]v1/sessions</a:t>
              </a:r>
              <a:r>
                <a:rPr lang="zh-CN" altLang="en-US" sz="1600"/>
                <a:t>的预览截图（含地址栏和响应结果）；</a:t>
              </a:r>
              <a:endParaRPr lang="en-US" altLang="zh-CN" sz="1600"/>
            </a:p>
            <a:p>
              <a:pPr marL="228600" lvl="1" indent="-228600" defTabSz="533400">
                <a:lnSpc>
                  <a:spcPts val="2300"/>
                </a:lnSpc>
                <a:spcBef>
                  <a:spcPct val="0"/>
                </a:spcBef>
                <a:spcAft>
                  <a:spcPct val="15000"/>
                </a:spcAft>
                <a:buFont typeface="+mj-ea"/>
                <a:buAutoNum type="circleNumDbPlain"/>
              </a:pPr>
              <a:r>
                <a:rPr lang="zh-CN" altLang="en-US" sz="1600"/>
                <a:t>作业三 在</a:t>
              </a:r>
              <a:r>
                <a:rPr lang="en-US" altLang="zh-CN" sz="1600"/>
                <a:t>apifox</a:t>
              </a:r>
              <a:r>
                <a:rPr lang="zh-CN" altLang="en-US" sz="1600"/>
                <a:t>测试</a:t>
              </a:r>
              <a:r>
                <a:rPr lang="en-US" altLang="zh-CN" sz="1600"/>
                <a:t>DELETE http://</a:t>
              </a:r>
              <a:r>
                <a:rPr lang="zh-CN" altLang="en-US" sz="1600"/>
                <a:t>域名</a:t>
              </a:r>
              <a:r>
                <a:rPr lang="en-US" altLang="zh-CN" sz="1600"/>
                <a:t>/[</a:t>
              </a:r>
              <a:r>
                <a:rPr lang="zh-CN" altLang="en-US" sz="1600"/>
                <a:t>姓名拼音</a:t>
              </a:r>
              <a:r>
                <a:rPr lang="en-US" altLang="zh-CN" sz="1600"/>
                <a:t>]v1/sessions</a:t>
              </a:r>
              <a:r>
                <a:rPr lang="zh-CN" altLang="en-US" sz="1600"/>
                <a:t>的预览截图（含地址栏和响应结果）；</a:t>
              </a:r>
              <a:endParaRPr lang="en-US" altLang="zh-CN" sz="1600"/>
            </a:p>
            <a:p>
              <a:pPr marL="228600" lvl="1" indent="-228600" defTabSz="533400">
                <a:lnSpc>
                  <a:spcPts val="2300"/>
                </a:lnSpc>
                <a:spcBef>
                  <a:spcPct val="0"/>
                </a:spcBef>
                <a:spcAft>
                  <a:spcPct val="15000"/>
                </a:spcAft>
                <a:buFont typeface="+mj-ea"/>
                <a:buAutoNum type="circleNumDbPlain"/>
              </a:pPr>
              <a:r>
                <a:rPr lang="zh-CN" altLang="en-US" sz="1600"/>
                <a:t>作业三 在</a:t>
              </a:r>
              <a:r>
                <a:rPr lang="en-US" altLang="zh-CN" sz="1600"/>
                <a:t>apifox</a:t>
              </a:r>
              <a:r>
                <a:rPr lang="zh-CN" altLang="en-US" sz="1600"/>
                <a:t>测试</a:t>
              </a:r>
              <a:r>
                <a:rPr lang="en-US" altLang="zh-CN" sz="1600"/>
                <a:t>PATCH http://</a:t>
              </a:r>
              <a:r>
                <a:rPr lang="zh-CN" altLang="en-US" sz="1600"/>
                <a:t>域名</a:t>
              </a:r>
              <a:r>
                <a:rPr lang="en-US" altLang="zh-CN" sz="1600"/>
                <a:t>/[</a:t>
              </a:r>
              <a:r>
                <a:rPr lang="zh-CN" altLang="en-US" sz="1600"/>
                <a:t>姓名拼音</a:t>
              </a:r>
              <a:r>
                <a:rPr lang="en-US" altLang="zh-CN" sz="1600"/>
                <a:t>]v1/users</a:t>
              </a:r>
              <a:r>
                <a:rPr lang="zh-CN" altLang="en-US" sz="1600"/>
                <a:t>的预览截图（含地址栏和响应结果）；</a:t>
              </a:r>
              <a:endParaRPr lang="en-US" altLang="zh-CN" sz="1600"/>
            </a:p>
            <a:p>
              <a:pPr marL="228600" lvl="1" indent="-228600" defTabSz="533400">
                <a:lnSpc>
                  <a:spcPts val="2300"/>
                </a:lnSpc>
                <a:spcBef>
                  <a:spcPct val="0"/>
                </a:spcBef>
                <a:spcAft>
                  <a:spcPct val="15000"/>
                </a:spcAft>
                <a:buFont typeface="+mj-ea"/>
                <a:buAutoNum type="circleNumDbPlain"/>
              </a:pPr>
              <a:r>
                <a:rPr lang="zh-CN" altLang="en-US" sz="1600"/>
                <a:t>作业三 在</a:t>
              </a:r>
              <a:r>
                <a:rPr lang="en-US" altLang="zh-CN" sz="1600"/>
                <a:t>apifox</a:t>
              </a:r>
              <a:r>
                <a:rPr lang="zh-CN" altLang="en-US" sz="1600"/>
                <a:t>测试</a:t>
              </a:r>
              <a:r>
                <a:rPr lang="en-US" altLang="zh-CN" sz="1600"/>
                <a:t>GET http://</a:t>
              </a:r>
              <a:r>
                <a:rPr lang="zh-CN" altLang="en-US" sz="1600"/>
                <a:t>域名</a:t>
              </a:r>
              <a:r>
                <a:rPr lang="en-US" altLang="zh-CN" sz="1600"/>
                <a:t>/[</a:t>
              </a:r>
              <a:r>
                <a:rPr lang="zh-CN" altLang="en-US" sz="1600"/>
                <a:t>姓名拼音</a:t>
              </a:r>
              <a:r>
                <a:rPr lang="en-US" altLang="zh-CN" sz="1600"/>
                <a:t>]v1/tasks</a:t>
              </a:r>
              <a:r>
                <a:rPr lang="zh-CN" altLang="en-US" sz="1600"/>
                <a:t>的预览截图（含地址栏和响应结果）。</a:t>
              </a:r>
              <a:endParaRPr lang="en-US" altLang="zh-CN" sz="1600"/>
            </a:p>
            <a:p>
              <a:pPr marL="228600" lvl="1" indent="-228600" defTabSz="533400">
                <a:lnSpc>
                  <a:spcPts val="2300"/>
                </a:lnSpc>
                <a:spcBef>
                  <a:spcPct val="0"/>
                </a:spcBef>
                <a:spcAft>
                  <a:spcPct val="15000"/>
                </a:spcAft>
                <a:buFont typeface="+mj-ea"/>
                <a:buAutoNum type="circleNumDbPlain"/>
              </a:pPr>
              <a:endParaRPr lang="en-US" altLang="zh-CN" sz="1600"/>
            </a:p>
            <a:p>
              <a:pPr marL="228600" lvl="1" indent="-228600" defTabSz="533400">
                <a:lnSpc>
                  <a:spcPts val="2300"/>
                </a:lnSpc>
                <a:spcBef>
                  <a:spcPct val="0"/>
                </a:spcBef>
                <a:spcAft>
                  <a:spcPct val="15000"/>
                </a:spcAft>
                <a:buFont typeface="+mj-ea"/>
                <a:buAutoNum type="circleNumDbPlain"/>
              </a:pPr>
              <a:endParaRPr lang="en-US" altLang="zh-CN" sz="1600"/>
            </a:p>
            <a:p>
              <a:pPr marL="228600" lvl="1" indent="-228600" defTabSz="533400">
                <a:lnSpc>
                  <a:spcPts val="2300"/>
                </a:lnSpc>
                <a:spcBef>
                  <a:spcPct val="0"/>
                </a:spcBef>
                <a:spcAft>
                  <a:spcPct val="15000"/>
                </a:spcAft>
                <a:buFont typeface="+mj-ea"/>
                <a:buAutoNum type="circleNumDbPlain"/>
              </a:pPr>
              <a:endParaRPr lang="en-US" altLang="zh-CN" sz="1600"/>
            </a:p>
            <a:p>
              <a:pPr marL="228600" lvl="1" indent="-228600" defTabSz="533400">
                <a:lnSpc>
                  <a:spcPts val="2300"/>
                </a:lnSpc>
                <a:spcBef>
                  <a:spcPct val="0"/>
                </a:spcBef>
                <a:spcAft>
                  <a:spcPct val="15000"/>
                </a:spcAft>
                <a:buFont typeface="+mj-ea"/>
                <a:buAutoNum type="circleNumDbPlain"/>
              </a:pPr>
              <a:endParaRPr lang="en-US" altLang="zh-CN" sz="1600"/>
            </a:p>
            <a:p>
              <a:pPr marL="228600" lvl="1" indent="-228600" defTabSz="533400">
                <a:lnSpc>
                  <a:spcPts val="2300"/>
                </a:lnSpc>
                <a:spcBef>
                  <a:spcPct val="0"/>
                </a:spcBef>
                <a:spcAft>
                  <a:spcPct val="15000"/>
                </a:spcAft>
                <a:buFont typeface="+mj-ea"/>
                <a:buAutoNum type="circleNumDbPlain"/>
              </a:pPr>
              <a:endParaRPr lang="en-US" altLang="zh-CN" sz="1600"/>
            </a:p>
          </p:txBody>
        </p:sp>
        <p:sp>
          <p:nvSpPr>
            <p:cNvPr id="7" name="任意多边形 6"/>
            <p:cNvSpPr/>
            <p:nvPr/>
          </p:nvSpPr>
          <p:spPr>
            <a:xfrm>
              <a:off x="1361123" y="1710901"/>
              <a:ext cx="7609840" cy="560880"/>
            </a:xfrm>
            <a:custGeom>
              <a:avLst/>
              <a:gdLst>
                <a:gd name="connsiteX0" fmla="*/ 0 w 7609840"/>
                <a:gd name="connsiteY0" fmla="*/ 93482 h 560880"/>
                <a:gd name="connsiteX1" fmla="*/ 93482 w 7609840"/>
                <a:gd name="connsiteY1" fmla="*/ 0 h 560880"/>
                <a:gd name="connsiteX2" fmla="*/ 7516358 w 7609840"/>
                <a:gd name="connsiteY2" fmla="*/ 0 h 560880"/>
                <a:gd name="connsiteX3" fmla="*/ 7609840 w 7609840"/>
                <a:gd name="connsiteY3" fmla="*/ 93482 h 560880"/>
                <a:gd name="connsiteX4" fmla="*/ 7609840 w 7609840"/>
                <a:gd name="connsiteY4" fmla="*/ 467398 h 560880"/>
                <a:gd name="connsiteX5" fmla="*/ 7516358 w 7609840"/>
                <a:gd name="connsiteY5" fmla="*/ 560880 h 560880"/>
                <a:gd name="connsiteX6" fmla="*/ 93482 w 7609840"/>
                <a:gd name="connsiteY6" fmla="*/ 560880 h 560880"/>
                <a:gd name="connsiteX7" fmla="*/ 0 w 7609840"/>
                <a:gd name="connsiteY7" fmla="*/ 467398 h 560880"/>
                <a:gd name="connsiteX8" fmla="*/ 0 w 7609840"/>
                <a:gd name="connsiteY8" fmla="*/ 93482 h 560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09840" h="560880">
                  <a:moveTo>
                    <a:pt x="0" y="93482"/>
                  </a:moveTo>
                  <a:cubicBezTo>
                    <a:pt x="0" y="41853"/>
                    <a:pt x="41853" y="0"/>
                    <a:pt x="93482" y="0"/>
                  </a:cubicBezTo>
                  <a:lnTo>
                    <a:pt x="7516358" y="0"/>
                  </a:lnTo>
                  <a:cubicBezTo>
                    <a:pt x="7567987" y="0"/>
                    <a:pt x="7609840" y="41853"/>
                    <a:pt x="7609840" y="93482"/>
                  </a:cubicBezTo>
                  <a:lnTo>
                    <a:pt x="7609840" y="467398"/>
                  </a:lnTo>
                  <a:cubicBezTo>
                    <a:pt x="7609840" y="519027"/>
                    <a:pt x="7567987" y="560880"/>
                    <a:pt x="7516358" y="560880"/>
                  </a:cubicBezTo>
                  <a:lnTo>
                    <a:pt x="93482" y="560880"/>
                  </a:lnTo>
                  <a:cubicBezTo>
                    <a:pt x="41853" y="560880"/>
                    <a:pt x="0" y="519027"/>
                    <a:pt x="0" y="467398"/>
                  </a:cubicBezTo>
                  <a:lnTo>
                    <a:pt x="0" y="93482"/>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315014" tIns="27380" rIns="315014" bIns="27380" numCol="1" spcCol="1270" anchor="ctr" anchorCtr="0">
              <a:noAutofit/>
            </a:bodyPr>
            <a:lstStyle/>
            <a:p>
              <a:pPr lvl="0" algn="l" defTabSz="844550">
                <a:lnSpc>
                  <a:spcPct val="90000"/>
                </a:lnSpc>
                <a:spcBef>
                  <a:spcPct val="0"/>
                </a:spcBef>
                <a:spcAft>
                  <a:spcPct val="35000"/>
                </a:spcAft>
              </a:pPr>
              <a:r>
                <a:rPr lang="zh-CN" altLang="en-US" sz="1900" kern="1200"/>
                <a:t>提交内容（合并</a:t>
              </a:r>
              <a:r>
                <a:rPr lang="en-US" altLang="zh-CN" sz="1900"/>
                <a:t>5</a:t>
              </a:r>
              <a:r>
                <a:rPr lang="zh-CN" altLang="en-US" sz="1900" kern="1200"/>
                <a:t>张图片为一个文件，允许是图片或</a:t>
              </a:r>
              <a:r>
                <a:rPr lang="en-US" altLang="zh-CN" sz="1900" kern="1200"/>
                <a:t>pdf</a:t>
              </a:r>
              <a:r>
                <a:rPr lang="zh-CN" altLang="en-US" sz="1900" kern="1200"/>
                <a:t>）</a:t>
              </a:r>
            </a:p>
          </p:txBody>
        </p:sp>
        <p:sp>
          <p:nvSpPr>
            <p:cNvPr id="8" name="任意多边形 7"/>
            <p:cNvSpPr/>
            <p:nvPr/>
          </p:nvSpPr>
          <p:spPr>
            <a:xfrm>
              <a:off x="817563" y="4995977"/>
              <a:ext cx="10871200" cy="1807304"/>
            </a:xfrm>
            <a:custGeom>
              <a:avLst/>
              <a:gdLst>
                <a:gd name="connsiteX0" fmla="*/ 0 w 10871200"/>
                <a:gd name="connsiteY0" fmla="*/ 0 h 1316700"/>
                <a:gd name="connsiteX1" fmla="*/ 10871200 w 10871200"/>
                <a:gd name="connsiteY1" fmla="*/ 0 h 1316700"/>
                <a:gd name="connsiteX2" fmla="*/ 10871200 w 10871200"/>
                <a:gd name="connsiteY2" fmla="*/ 1316700 h 1316700"/>
                <a:gd name="connsiteX3" fmla="*/ 0 w 10871200"/>
                <a:gd name="connsiteY3" fmla="*/ 1316700 h 1316700"/>
                <a:gd name="connsiteX4" fmla="*/ 0 w 10871200"/>
                <a:gd name="connsiteY4" fmla="*/ 0 h 1316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71200" h="1316700">
                  <a:moveTo>
                    <a:pt x="0" y="0"/>
                  </a:moveTo>
                  <a:lnTo>
                    <a:pt x="10871200" y="0"/>
                  </a:lnTo>
                  <a:lnTo>
                    <a:pt x="10871200" y="1316700"/>
                  </a:lnTo>
                  <a:lnTo>
                    <a:pt x="0" y="1316700"/>
                  </a:lnTo>
                  <a:lnTo>
                    <a:pt x="0" y="0"/>
                  </a:lnTo>
                  <a:close/>
                </a:path>
              </a:pathLst>
            </a:custGeom>
          </p:spPr>
          <p:style>
            <a:lnRef idx="2">
              <a:schemeClr val="accent5">
                <a:hueOff val="-3010874"/>
                <a:satOff val="15631"/>
                <a:lumOff val="11372"/>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843726" tIns="395732" rIns="843726" bIns="135128" numCol="1" spcCol="1270" anchor="t" anchorCtr="0">
              <a:noAutofit/>
            </a:bodyPr>
            <a:lstStyle/>
            <a:p>
              <a:pPr lvl="1" indent="-457200" algn="l" defTabSz="844550">
                <a:lnSpc>
                  <a:spcPct val="90000"/>
                </a:lnSpc>
                <a:spcBef>
                  <a:spcPct val="0"/>
                </a:spcBef>
                <a:spcAft>
                  <a:spcPct val="15000"/>
                </a:spcAft>
                <a:buFont typeface="+mj-ea"/>
                <a:buAutoNum type="circleNumDbPlain"/>
              </a:pPr>
              <a:r>
                <a:rPr lang="zh-CN" altLang="en-US" sz="1900" kern="1200"/>
                <a:t>图片显眼位置写入学号；方法的注释写入学号。</a:t>
              </a:r>
            </a:p>
          </p:txBody>
        </p:sp>
        <p:sp>
          <p:nvSpPr>
            <p:cNvPr id="9" name="任意多边形 8"/>
            <p:cNvSpPr/>
            <p:nvPr/>
          </p:nvSpPr>
          <p:spPr>
            <a:xfrm>
              <a:off x="1361123" y="4614432"/>
              <a:ext cx="7609840" cy="560880"/>
            </a:xfrm>
            <a:custGeom>
              <a:avLst/>
              <a:gdLst>
                <a:gd name="connsiteX0" fmla="*/ 0 w 7609840"/>
                <a:gd name="connsiteY0" fmla="*/ 93482 h 560880"/>
                <a:gd name="connsiteX1" fmla="*/ 93482 w 7609840"/>
                <a:gd name="connsiteY1" fmla="*/ 0 h 560880"/>
                <a:gd name="connsiteX2" fmla="*/ 7516358 w 7609840"/>
                <a:gd name="connsiteY2" fmla="*/ 0 h 560880"/>
                <a:gd name="connsiteX3" fmla="*/ 7609840 w 7609840"/>
                <a:gd name="connsiteY3" fmla="*/ 93482 h 560880"/>
                <a:gd name="connsiteX4" fmla="*/ 7609840 w 7609840"/>
                <a:gd name="connsiteY4" fmla="*/ 467398 h 560880"/>
                <a:gd name="connsiteX5" fmla="*/ 7516358 w 7609840"/>
                <a:gd name="connsiteY5" fmla="*/ 560880 h 560880"/>
                <a:gd name="connsiteX6" fmla="*/ 93482 w 7609840"/>
                <a:gd name="connsiteY6" fmla="*/ 560880 h 560880"/>
                <a:gd name="connsiteX7" fmla="*/ 0 w 7609840"/>
                <a:gd name="connsiteY7" fmla="*/ 467398 h 560880"/>
                <a:gd name="connsiteX8" fmla="*/ 0 w 7609840"/>
                <a:gd name="connsiteY8" fmla="*/ 93482 h 560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09840" h="560880">
                  <a:moveTo>
                    <a:pt x="0" y="93482"/>
                  </a:moveTo>
                  <a:cubicBezTo>
                    <a:pt x="0" y="41853"/>
                    <a:pt x="41853" y="0"/>
                    <a:pt x="93482" y="0"/>
                  </a:cubicBezTo>
                  <a:lnTo>
                    <a:pt x="7516358" y="0"/>
                  </a:lnTo>
                  <a:cubicBezTo>
                    <a:pt x="7567987" y="0"/>
                    <a:pt x="7609840" y="41853"/>
                    <a:pt x="7609840" y="93482"/>
                  </a:cubicBezTo>
                  <a:lnTo>
                    <a:pt x="7609840" y="467398"/>
                  </a:lnTo>
                  <a:cubicBezTo>
                    <a:pt x="7609840" y="519027"/>
                    <a:pt x="7567987" y="560880"/>
                    <a:pt x="7516358" y="560880"/>
                  </a:cubicBezTo>
                  <a:lnTo>
                    <a:pt x="93482" y="560880"/>
                  </a:lnTo>
                  <a:cubicBezTo>
                    <a:pt x="41853" y="560880"/>
                    <a:pt x="0" y="519027"/>
                    <a:pt x="0" y="467398"/>
                  </a:cubicBezTo>
                  <a:lnTo>
                    <a:pt x="0" y="93482"/>
                  </a:lnTo>
                  <a:close/>
                </a:path>
              </a:pathLst>
            </a:custGeom>
          </p:spPr>
          <p:style>
            <a:lnRef idx="2">
              <a:schemeClr val="lt1">
                <a:hueOff val="0"/>
                <a:satOff val="0"/>
                <a:lumOff val="0"/>
                <a:alphaOff val="0"/>
              </a:schemeClr>
            </a:lnRef>
            <a:fillRef idx="1">
              <a:schemeClr val="accent5">
                <a:hueOff val="-3010874"/>
                <a:satOff val="15631"/>
                <a:lumOff val="11372"/>
                <a:alphaOff val="0"/>
              </a:schemeClr>
            </a:fillRef>
            <a:effectRef idx="0">
              <a:schemeClr val="accent5">
                <a:hueOff val="-3010874"/>
                <a:satOff val="15631"/>
                <a:lumOff val="11372"/>
                <a:alphaOff val="0"/>
              </a:schemeClr>
            </a:effectRef>
            <a:fontRef idx="minor">
              <a:schemeClr val="lt1"/>
            </a:fontRef>
          </p:style>
          <p:txBody>
            <a:bodyPr spcFirstLastPara="0" vert="horz" wrap="square" lIns="315014" tIns="27380" rIns="315014" bIns="27380" numCol="1" spcCol="1270" anchor="ctr" anchorCtr="0">
              <a:noAutofit/>
            </a:bodyPr>
            <a:lstStyle/>
            <a:p>
              <a:pPr lvl="0" algn="l" defTabSz="844550">
                <a:lnSpc>
                  <a:spcPct val="90000"/>
                </a:lnSpc>
                <a:spcBef>
                  <a:spcPct val="0"/>
                </a:spcBef>
                <a:spcAft>
                  <a:spcPct val="35000"/>
                </a:spcAft>
              </a:pPr>
              <a:r>
                <a:rPr lang="zh-CN" altLang="en-US" sz="1900" kern="1200"/>
                <a:t>提交标识</a:t>
              </a: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047354004"/>
      </p:ext>
    </p:extLst>
  </p:cSld>
  <p:clrMapOvr>
    <a:masterClrMapping/>
  </p:clrMapOvr>
</p:sld>
</file>

<file path=ppt/theme/theme1.xml><?xml version="1.0" encoding="utf-8"?>
<a:theme xmlns:a="http://schemas.openxmlformats.org/drawingml/2006/main" name="2026绿色主题">
  <a:themeElements>
    <a:clrScheme name="自定义 12">
      <a:dk1>
        <a:srgbClr val="000000"/>
      </a:dk1>
      <a:lt1>
        <a:srgbClr val="FFFFFF"/>
      </a:lt1>
      <a:dk2>
        <a:srgbClr val="455F51"/>
      </a:dk2>
      <a:lt2>
        <a:srgbClr val="E2DFCC"/>
      </a:lt2>
      <a:accent1>
        <a:srgbClr val="0BB863"/>
      </a:accent1>
      <a:accent2>
        <a:srgbClr val="16D180"/>
      </a:accent2>
      <a:accent3>
        <a:srgbClr val="1CDF8B"/>
      </a:accent3>
      <a:accent4>
        <a:srgbClr val="47D396"/>
      </a:accent4>
      <a:accent5>
        <a:srgbClr val="FCCE00"/>
      </a:accent5>
      <a:accent6>
        <a:srgbClr val="FCB903"/>
      </a:accent6>
      <a:hlink>
        <a:srgbClr val="EE7B08"/>
      </a:hlink>
      <a:folHlink>
        <a:srgbClr val="977B2D"/>
      </a:folHlink>
    </a:clrScheme>
    <a:fontScheme name="自定义 1">
      <a:majorFont>
        <a:latin typeface="微软雅黑"/>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26绿色主题" id="{9D59F0FF-9DE1-4FD8-B542-85E5090F44B8}" vid="{7C6C7B51-D446-4378-B131-6CFA378A3A87}"/>
    </a:ext>
  </a:extLst>
</a:theme>
</file>

<file path=ppt/theme/theme2.xml><?xml version="1.0" encoding="utf-8"?>
<a:theme xmlns:a="http://schemas.openxmlformats.org/drawingml/2006/main" name="1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主题1">
  <a:themeElements>
    <a:clrScheme name="自定义 12">
      <a:dk1>
        <a:srgbClr val="000000"/>
      </a:dk1>
      <a:lt1>
        <a:srgbClr val="FFFFFF"/>
      </a:lt1>
      <a:dk2>
        <a:srgbClr val="455F51"/>
      </a:dk2>
      <a:lt2>
        <a:srgbClr val="E2DFCC"/>
      </a:lt2>
      <a:accent1>
        <a:srgbClr val="0BB863"/>
      </a:accent1>
      <a:accent2>
        <a:srgbClr val="16D180"/>
      </a:accent2>
      <a:accent3>
        <a:srgbClr val="1CDF8B"/>
      </a:accent3>
      <a:accent4>
        <a:srgbClr val="47D396"/>
      </a:accent4>
      <a:accent5>
        <a:srgbClr val="FCCE00"/>
      </a:accent5>
      <a:accent6>
        <a:srgbClr val="FCB903"/>
      </a:accent6>
      <a:hlink>
        <a:srgbClr val="EE7B08"/>
      </a:hlink>
      <a:folHlink>
        <a:srgbClr val="977B2D"/>
      </a:folHlink>
    </a:clrScheme>
    <a:fontScheme name="自定义 1">
      <a:majorFont>
        <a:latin typeface="微软雅黑"/>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主题1" id="{2094BA78-B0FD-4069-8085-5BDBD23254F9}" vid="{597F16F3-6BD7-41B8-9533-1A7E1BB3BB65}"/>
    </a:ext>
  </a:extLst>
</a:theme>
</file>

<file path=ppt/theme/theme5.xml><?xml version="1.0" encoding="utf-8"?>
<a:theme xmlns:a="http://schemas.openxmlformats.org/drawingml/2006/main" name="2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3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4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2728</TotalTime>
  <Words>602</Words>
  <Application>Microsoft Office PowerPoint</Application>
  <PresentationFormat>宽屏</PresentationFormat>
  <Paragraphs>135</Paragraphs>
  <Slides>23</Slides>
  <Notes>7</Notes>
  <HiddenSlides>0</HiddenSlides>
  <MMClips>0</MMClips>
  <ScaleCrop>false</ScaleCrop>
  <HeadingPairs>
    <vt:vector size="6" baseType="variant">
      <vt:variant>
        <vt:lpstr>已用的字体</vt:lpstr>
      </vt:variant>
      <vt:variant>
        <vt:i4>5</vt:i4>
      </vt:variant>
      <vt:variant>
        <vt:lpstr>主题</vt:lpstr>
      </vt:variant>
      <vt:variant>
        <vt:i4>7</vt:i4>
      </vt:variant>
      <vt:variant>
        <vt:lpstr>幻灯片标题</vt:lpstr>
      </vt:variant>
      <vt:variant>
        <vt:i4>23</vt:i4>
      </vt:variant>
    </vt:vector>
  </HeadingPairs>
  <TitlesOfParts>
    <vt:vector size="35" baseType="lpstr">
      <vt:lpstr>等线</vt:lpstr>
      <vt:lpstr>等线 Light</vt:lpstr>
      <vt:lpstr>Arial</vt:lpstr>
      <vt:lpstr>Calibri</vt:lpstr>
      <vt:lpstr>Wingdings</vt:lpstr>
      <vt:lpstr>2026绿色主题</vt:lpstr>
      <vt:lpstr>1_自定义设计方案</vt:lpstr>
      <vt:lpstr>自定义设计方案</vt:lpstr>
      <vt:lpstr>主题1</vt:lpstr>
      <vt:lpstr>2_自定义设计方案</vt:lpstr>
      <vt:lpstr>3_自定义设计方案</vt:lpstr>
      <vt:lpstr>4_自定义设计方案</vt:lpstr>
      <vt:lpstr>252602 WEB项目应用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作业一的提交要求（第十五次课）</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荣枝 桂</dc:creator>
  <cp:lastModifiedBy>荣枝 桂</cp:lastModifiedBy>
  <cp:revision>747</cp:revision>
  <dcterms:created xsi:type="dcterms:W3CDTF">2026-03-27T11:24:42Z</dcterms:created>
  <dcterms:modified xsi:type="dcterms:W3CDTF">2026-06-09T10:51:10Z</dcterms:modified>
</cp:coreProperties>
</file>