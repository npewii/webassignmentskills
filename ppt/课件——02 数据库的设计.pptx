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2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3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tags/tag1.xml" ContentType="application/vnd.openxmlformats-officedocument.presentationml.tags+xml"/>
  <Override PartName="/ppt/notesSlides/notesSlide4.xml" ContentType="application/vnd.openxmlformats-officedocument.presentationml.notesSlide+xml"/>
  <Override PartName="/ppt/ink/ink1.xml" ContentType="application/inkml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notesSlides/notesSlide7.xml" ContentType="application/vnd.openxmlformats-officedocument.presentationml.notesSlide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diagrams/data16.xml" ContentType="application/vnd.openxmlformats-officedocument.drawingml.diagramData+xml"/>
  <Override PartName="/ppt/diagrams/layout16.xml" ContentType="application/vnd.openxmlformats-officedocument.drawingml.diagramLayout+xml"/>
  <Override PartName="/ppt/diagrams/quickStyle16.xml" ContentType="application/vnd.openxmlformats-officedocument.drawingml.diagramStyle+xml"/>
  <Override PartName="/ppt/diagrams/colors16.xml" ContentType="application/vnd.openxmlformats-officedocument.drawingml.diagramColors+xml"/>
  <Override PartName="/ppt/diagrams/drawing16.xml" ContentType="application/vnd.ms-office.drawingml.diagramDrawing+xml"/>
  <Override PartName="/ppt/notesSlides/notesSlide8.xml" ContentType="application/vnd.openxmlformats-officedocument.presentationml.notesSlide+xml"/>
  <Override PartName="/ppt/diagrams/data17.xml" ContentType="application/vnd.openxmlformats-officedocument.drawingml.diagramData+xml"/>
  <Override PartName="/ppt/diagrams/layout17.xml" ContentType="application/vnd.openxmlformats-officedocument.drawingml.diagramLayout+xml"/>
  <Override PartName="/ppt/diagrams/quickStyle17.xml" ContentType="application/vnd.openxmlformats-officedocument.drawingml.diagramStyle+xml"/>
  <Override PartName="/ppt/diagrams/colors17.xml" ContentType="application/vnd.openxmlformats-officedocument.drawingml.diagramColors+xml"/>
  <Override PartName="/ppt/diagrams/drawing17.xml" ContentType="application/vnd.ms-office.drawingml.diagramDrawing+xml"/>
  <Override PartName="/ppt/diagrams/data18.xml" ContentType="application/vnd.openxmlformats-officedocument.drawingml.diagramData+xml"/>
  <Override PartName="/ppt/diagrams/layout18.xml" ContentType="application/vnd.openxmlformats-officedocument.drawingml.diagramLayout+xml"/>
  <Override PartName="/ppt/diagrams/quickStyle18.xml" ContentType="application/vnd.openxmlformats-officedocument.drawingml.diagramStyle+xml"/>
  <Override PartName="/ppt/diagrams/colors18.xml" ContentType="application/vnd.openxmlformats-officedocument.drawingml.diagramColors+xml"/>
  <Override PartName="/ppt/diagrams/drawing18.xml" ContentType="application/vnd.ms-office.drawingml.diagramDrawing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diagrams/data19.xml" ContentType="application/vnd.openxmlformats-officedocument.drawingml.diagramData+xml"/>
  <Override PartName="/ppt/diagrams/layout19.xml" ContentType="application/vnd.openxmlformats-officedocument.drawingml.diagramLayout+xml"/>
  <Override PartName="/ppt/diagrams/quickStyle19.xml" ContentType="application/vnd.openxmlformats-officedocument.drawingml.diagramStyle+xml"/>
  <Override PartName="/ppt/diagrams/colors19.xml" ContentType="application/vnd.openxmlformats-officedocument.drawingml.diagramColors+xml"/>
  <Override PartName="/ppt/diagrams/drawing19.xml" ContentType="application/vnd.ms-office.drawingml.diagramDrawing+xml"/>
  <Override PartName="/ppt/diagrams/data20.xml" ContentType="application/vnd.openxmlformats-officedocument.drawingml.diagramData+xml"/>
  <Override PartName="/ppt/diagrams/layout20.xml" ContentType="application/vnd.openxmlformats-officedocument.drawingml.diagramLayout+xml"/>
  <Override PartName="/ppt/diagrams/quickStyle20.xml" ContentType="application/vnd.openxmlformats-officedocument.drawingml.diagramStyle+xml"/>
  <Override PartName="/ppt/diagrams/colors20.xml" ContentType="application/vnd.openxmlformats-officedocument.drawingml.diagramColors+xml"/>
  <Override PartName="/ppt/diagrams/drawing20.xml" ContentType="application/vnd.ms-office.drawingml.diagramDrawing+xml"/>
  <Override PartName="/ppt/diagrams/data21.xml" ContentType="application/vnd.openxmlformats-officedocument.drawingml.diagramData+xml"/>
  <Override PartName="/ppt/diagrams/layout21.xml" ContentType="application/vnd.openxmlformats-officedocument.drawingml.diagramLayout+xml"/>
  <Override PartName="/ppt/diagrams/quickStyle21.xml" ContentType="application/vnd.openxmlformats-officedocument.drawingml.diagramStyle+xml"/>
  <Override PartName="/ppt/diagrams/colors21.xml" ContentType="application/vnd.openxmlformats-officedocument.drawingml.diagramColors+xml"/>
  <Override PartName="/ppt/diagrams/drawing21.xml" ContentType="application/vnd.ms-office.drawingml.diagramDrawing+xml"/>
  <Override PartName="/ppt/diagrams/data22.xml" ContentType="application/vnd.openxmlformats-officedocument.drawingml.diagramData+xml"/>
  <Override PartName="/ppt/diagrams/layout22.xml" ContentType="application/vnd.openxmlformats-officedocument.drawingml.diagramLayout+xml"/>
  <Override PartName="/ppt/diagrams/quickStyle22.xml" ContentType="application/vnd.openxmlformats-officedocument.drawingml.diagramStyle+xml"/>
  <Override PartName="/ppt/diagrams/colors22.xml" ContentType="application/vnd.openxmlformats-officedocument.drawingml.diagramColors+xml"/>
  <Override PartName="/ppt/diagrams/drawing22.xml" ContentType="application/vnd.ms-office.drawingml.diagramDrawing+xml"/>
  <Override PartName="/ppt/diagrams/data23.xml" ContentType="application/vnd.openxmlformats-officedocument.drawingml.diagramData+xml"/>
  <Override PartName="/ppt/diagrams/layout23.xml" ContentType="application/vnd.openxmlformats-officedocument.drawingml.diagramLayout+xml"/>
  <Override PartName="/ppt/diagrams/quickStyle23.xml" ContentType="application/vnd.openxmlformats-officedocument.drawingml.diagramStyle+xml"/>
  <Override PartName="/ppt/diagrams/colors23.xml" ContentType="application/vnd.openxmlformats-officedocument.drawingml.diagramColors+xml"/>
  <Override PartName="/ppt/diagrams/drawing23.xml" ContentType="application/vnd.ms-office.drawingml.diagramDrawing+xml"/>
  <Override PartName="/ppt/diagrams/data24.xml" ContentType="application/vnd.openxmlformats-officedocument.drawingml.diagramData+xml"/>
  <Override PartName="/ppt/diagrams/layout24.xml" ContentType="application/vnd.openxmlformats-officedocument.drawingml.diagramLayout+xml"/>
  <Override PartName="/ppt/diagrams/quickStyle24.xml" ContentType="application/vnd.openxmlformats-officedocument.drawingml.diagramStyle+xml"/>
  <Override PartName="/ppt/diagrams/colors24.xml" ContentType="application/vnd.openxmlformats-officedocument.drawingml.diagramColors+xml"/>
  <Override PartName="/ppt/diagrams/drawing24.xml" ContentType="application/vnd.ms-office.drawingml.diagramDrawing+xml"/>
  <Override PartName="/ppt/diagrams/data25.xml" ContentType="application/vnd.openxmlformats-officedocument.drawingml.diagramData+xml"/>
  <Override PartName="/ppt/diagrams/layout25.xml" ContentType="application/vnd.openxmlformats-officedocument.drawingml.diagramLayout+xml"/>
  <Override PartName="/ppt/diagrams/quickStyle25.xml" ContentType="application/vnd.openxmlformats-officedocument.drawingml.diagramStyle+xml"/>
  <Override PartName="/ppt/diagrams/colors25.xml" ContentType="application/vnd.openxmlformats-officedocument.drawingml.diagramColors+xml"/>
  <Override PartName="/ppt/diagrams/drawing25.xml" ContentType="application/vnd.ms-office.drawingml.diagramDrawing+xml"/>
  <Override PartName="/ppt/diagrams/data26.xml" ContentType="application/vnd.openxmlformats-officedocument.drawingml.diagramData+xml"/>
  <Override PartName="/ppt/diagrams/layout26.xml" ContentType="application/vnd.openxmlformats-officedocument.drawingml.diagramLayout+xml"/>
  <Override PartName="/ppt/diagrams/quickStyle26.xml" ContentType="application/vnd.openxmlformats-officedocument.drawingml.diagramStyle+xml"/>
  <Override PartName="/ppt/diagrams/colors26.xml" ContentType="application/vnd.openxmlformats-officedocument.drawingml.diagramColors+xml"/>
  <Override PartName="/ppt/diagrams/drawing26.xml" ContentType="application/vnd.ms-office.drawingml.diagramDrawing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ink/ink9.xml" ContentType="application/inkml+xml"/>
  <Override PartName="/ppt/diagrams/data27.xml" ContentType="application/vnd.openxmlformats-officedocument.drawingml.diagramData+xml"/>
  <Override PartName="/ppt/diagrams/layout27.xml" ContentType="application/vnd.openxmlformats-officedocument.drawingml.diagramLayout+xml"/>
  <Override PartName="/ppt/diagrams/quickStyle27.xml" ContentType="application/vnd.openxmlformats-officedocument.drawingml.diagramStyle+xml"/>
  <Override PartName="/ppt/diagrams/colors27.xml" ContentType="application/vnd.openxmlformats-officedocument.drawingml.diagramColors+xml"/>
  <Override PartName="/ppt/diagrams/drawing27.xml" ContentType="application/vnd.ms-office.drawingml.diagramDrawing+xml"/>
  <Override PartName="/ppt/notesSlides/notesSlide14.xml" ContentType="application/vnd.openxmlformats-officedocument.presentationml.notesSlide+xml"/>
  <Override PartName="/ppt/diagrams/data28.xml" ContentType="application/vnd.openxmlformats-officedocument.drawingml.diagramData+xml"/>
  <Override PartName="/ppt/diagrams/layout28.xml" ContentType="application/vnd.openxmlformats-officedocument.drawingml.diagramLayout+xml"/>
  <Override PartName="/ppt/diagrams/quickStyle28.xml" ContentType="application/vnd.openxmlformats-officedocument.drawingml.diagramStyle+xml"/>
  <Override PartName="/ppt/diagrams/colors28.xml" ContentType="application/vnd.openxmlformats-officedocument.drawingml.diagramColors+xml"/>
  <Override PartName="/ppt/diagrams/drawing28.xml" ContentType="application/vnd.ms-office.drawingml.diagramDrawing+xml"/>
  <Override PartName="/ppt/diagrams/data29.xml" ContentType="application/vnd.openxmlformats-officedocument.drawingml.diagramData+xml"/>
  <Override PartName="/ppt/diagrams/layout29.xml" ContentType="application/vnd.openxmlformats-officedocument.drawingml.diagramLayout+xml"/>
  <Override PartName="/ppt/diagrams/quickStyle29.xml" ContentType="application/vnd.openxmlformats-officedocument.drawingml.diagramStyle+xml"/>
  <Override PartName="/ppt/diagrams/colors29.xml" ContentType="application/vnd.openxmlformats-officedocument.drawingml.diagramColors+xml"/>
  <Override PartName="/ppt/diagrams/drawing29.xml" ContentType="application/vnd.ms-office.drawingml.diagramDrawing+xml"/>
  <Override PartName="/ppt/diagrams/data30.xml" ContentType="application/vnd.openxmlformats-officedocument.drawingml.diagramData+xml"/>
  <Override PartName="/ppt/diagrams/layout30.xml" ContentType="application/vnd.openxmlformats-officedocument.drawingml.diagramLayout+xml"/>
  <Override PartName="/ppt/diagrams/quickStyle30.xml" ContentType="application/vnd.openxmlformats-officedocument.drawingml.diagramStyle+xml"/>
  <Override PartName="/ppt/diagrams/colors30.xml" ContentType="application/vnd.openxmlformats-officedocument.drawingml.diagramColors+xml"/>
  <Override PartName="/ppt/diagrams/drawing30.xml" ContentType="application/vnd.ms-office.drawingml.diagramDrawing+xml"/>
  <Override PartName="/ppt/diagrams/data31.xml" ContentType="application/vnd.openxmlformats-officedocument.drawingml.diagramData+xml"/>
  <Override PartName="/ppt/diagrams/layout31.xml" ContentType="application/vnd.openxmlformats-officedocument.drawingml.diagramLayout+xml"/>
  <Override PartName="/ppt/diagrams/quickStyle31.xml" ContentType="application/vnd.openxmlformats-officedocument.drawingml.diagramStyle+xml"/>
  <Override PartName="/ppt/diagrams/colors31.xml" ContentType="application/vnd.openxmlformats-officedocument.drawingml.diagramColors+xml"/>
  <Override PartName="/ppt/diagrams/drawing31.xml" ContentType="application/vnd.ms-office.drawingml.diagramDrawing+xml"/>
  <Override PartName="/ppt/notesSlides/notesSlide15.xml" ContentType="application/vnd.openxmlformats-officedocument.presentationml.notesSlide+xml"/>
  <Override PartName="/ppt/diagrams/data32.xml" ContentType="application/vnd.openxmlformats-officedocument.drawingml.diagramData+xml"/>
  <Override PartName="/ppt/diagrams/layout32.xml" ContentType="application/vnd.openxmlformats-officedocument.drawingml.diagramLayout+xml"/>
  <Override PartName="/ppt/diagrams/quickStyle32.xml" ContentType="application/vnd.openxmlformats-officedocument.drawingml.diagramStyle+xml"/>
  <Override PartName="/ppt/diagrams/colors32.xml" ContentType="application/vnd.openxmlformats-officedocument.drawingml.diagramColors+xml"/>
  <Override PartName="/ppt/diagrams/drawing32.xml" ContentType="application/vnd.ms-office.drawingml.diagramDrawing+xml"/>
  <Override PartName="/ppt/diagrams/data33.xml" ContentType="application/vnd.openxmlformats-officedocument.drawingml.diagramData+xml"/>
  <Override PartName="/ppt/diagrams/layout33.xml" ContentType="application/vnd.openxmlformats-officedocument.drawingml.diagramLayout+xml"/>
  <Override PartName="/ppt/diagrams/quickStyle33.xml" ContentType="application/vnd.openxmlformats-officedocument.drawingml.diagramStyle+xml"/>
  <Override PartName="/ppt/diagrams/colors33.xml" ContentType="application/vnd.openxmlformats-officedocument.drawingml.diagramColors+xml"/>
  <Override PartName="/ppt/diagrams/drawing33.xml" ContentType="application/vnd.ms-office.drawingml.diagramDrawing+xml"/>
  <Override PartName="/ppt/notesSlides/notesSlide16.xml" ContentType="application/vnd.openxmlformats-officedocument.presentationml.notesSlide+xml"/>
  <Override PartName="/ppt/diagrams/data34.xml" ContentType="application/vnd.openxmlformats-officedocument.drawingml.diagramData+xml"/>
  <Override PartName="/ppt/diagrams/layout34.xml" ContentType="application/vnd.openxmlformats-officedocument.drawingml.diagramLayout+xml"/>
  <Override PartName="/ppt/diagrams/quickStyle34.xml" ContentType="application/vnd.openxmlformats-officedocument.drawingml.diagramStyle+xml"/>
  <Override PartName="/ppt/diagrams/colors34.xml" ContentType="application/vnd.openxmlformats-officedocument.drawingml.diagramColors+xml"/>
  <Override PartName="/ppt/diagrams/drawing34.xml" ContentType="application/vnd.ms-office.drawingml.diagramDrawing+xml"/>
  <Override PartName="/ppt/diagrams/data35.xml" ContentType="application/vnd.openxmlformats-officedocument.drawingml.diagramData+xml"/>
  <Override PartName="/ppt/diagrams/layout35.xml" ContentType="application/vnd.openxmlformats-officedocument.drawingml.diagramLayout+xml"/>
  <Override PartName="/ppt/diagrams/quickStyle35.xml" ContentType="application/vnd.openxmlformats-officedocument.drawingml.diagramStyle+xml"/>
  <Override PartName="/ppt/diagrams/colors35.xml" ContentType="application/vnd.openxmlformats-officedocument.drawingml.diagramColors+xml"/>
  <Override PartName="/ppt/diagrams/drawing35.xml" ContentType="application/vnd.ms-office.drawingml.diagramDrawing+xml"/>
  <Override PartName="/ppt/diagrams/data36.xml" ContentType="application/vnd.openxmlformats-officedocument.drawingml.diagramData+xml"/>
  <Override PartName="/ppt/diagrams/layout36.xml" ContentType="application/vnd.openxmlformats-officedocument.drawingml.diagramLayout+xml"/>
  <Override PartName="/ppt/diagrams/quickStyle36.xml" ContentType="application/vnd.openxmlformats-officedocument.drawingml.diagramStyle+xml"/>
  <Override PartName="/ppt/diagrams/colors36.xml" ContentType="application/vnd.openxmlformats-officedocument.drawingml.diagramColors+xml"/>
  <Override PartName="/ppt/diagrams/drawing36.xml" ContentType="application/vnd.ms-office.drawingml.diagramDrawing+xml"/>
  <Override PartName="/ppt/diagrams/data37.xml" ContentType="application/vnd.openxmlformats-officedocument.drawingml.diagramData+xml"/>
  <Override PartName="/ppt/diagrams/layout37.xml" ContentType="application/vnd.openxmlformats-officedocument.drawingml.diagramLayout+xml"/>
  <Override PartName="/ppt/diagrams/quickStyle37.xml" ContentType="application/vnd.openxmlformats-officedocument.drawingml.diagramStyle+xml"/>
  <Override PartName="/ppt/diagrams/colors37.xml" ContentType="application/vnd.openxmlformats-officedocument.drawingml.diagramColors+xml"/>
  <Override PartName="/ppt/diagrams/drawing37.xml" ContentType="application/vnd.ms-office.drawingml.diagramDrawing+xml"/>
  <Override PartName="/ppt/notesSlides/notesSlide17.xml" ContentType="application/vnd.openxmlformats-officedocument.presentationml.notesSlide+xml"/>
  <Override PartName="/ppt/diagrams/data38.xml" ContentType="application/vnd.openxmlformats-officedocument.drawingml.diagramData+xml"/>
  <Override PartName="/ppt/diagrams/layout38.xml" ContentType="application/vnd.openxmlformats-officedocument.drawingml.diagramLayout+xml"/>
  <Override PartName="/ppt/diagrams/quickStyle38.xml" ContentType="application/vnd.openxmlformats-officedocument.drawingml.diagramStyle+xml"/>
  <Override PartName="/ppt/diagrams/colors38.xml" ContentType="application/vnd.openxmlformats-officedocument.drawingml.diagramColors+xml"/>
  <Override PartName="/ppt/diagrams/drawing38.xml" ContentType="application/vnd.ms-office.drawingml.diagramDrawing+xml"/>
  <Override PartName="/ppt/notesSlides/notesSlide18.xml" ContentType="application/vnd.openxmlformats-officedocument.presentationml.notesSlide+xml"/>
  <Override PartName="/ppt/diagrams/data39.xml" ContentType="application/vnd.openxmlformats-officedocument.drawingml.diagramData+xml"/>
  <Override PartName="/ppt/diagrams/layout39.xml" ContentType="application/vnd.openxmlformats-officedocument.drawingml.diagramLayout+xml"/>
  <Override PartName="/ppt/diagrams/quickStyle39.xml" ContentType="application/vnd.openxmlformats-officedocument.drawingml.diagramStyle+xml"/>
  <Override PartName="/ppt/diagrams/colors39.xml" ContentType="application/vnd.openxmlformats-officedocument.drawingml.diagramColors+xml"/>
  <Override PartName="/ppt/diagrams/drawing39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81"/>
  </p:notesMasterIdLst>
  <p:sldIdLst>
    <p:sldId id="1020" r:id="rId2"/>
    <p:sldId id="1052" r:id="rId3"/>
    <p:sldId id="1173" r:id="rId4"/>
    <p:sldId id="1174" r:id="rId5"/>
    <p:sldId id="1215" r:id="rId6"/>
    <p:sldId id="1216" r:id="rId7"/>
    <p:sldId id="1218" r:id="rId8"/>
    <p:sldId id="882" r:id="rId9"/>
    <p:sldId id="1219" r:id="rId10"/>
    <p:sldId id="1221" r:id="rId11"/>
    <p:sldId id="1220" r:id="rId12"/>
    <p:sldId id="1222" r:id="rId13"/>
    <p:sldId id="1182" r:id="rId14"/>
    <p:sldId id="1176" r:id="rId15"/>
    <p:sldId id="1207" r:id="rId16"/>
    <p:sldId id="1208" r:id="rId17"/>
    <p:sldId id="1184" r:id="rId18"/>
    <p:sldId id="1185" r:id="rId19"/>
    <p:sldId id="1206" r:id="rId20"/>
    <p:sldId id="1183" r:id="rId21"/>
    <p:sldId id="1191" r:id="rId22"/>
    <p:sldId id="1212" r:id="rId23"/>
    <p:sldId id="1198" r:id="rId24"/>
    <p:sldId id="1209" r:id="rId25"/>
    <p:sldId id="1211" r:id="rId26"/>
    <p:sldId id="1180" r:id="rId27"/>
    <p:sldId id="1168" r:id="rId28"/>
    <p:sldId id="1223" r:id="rId29"/>
    <p:sldId id="1131" r:id="rId30"/>
    <p:sldId id="1061" r:id="rId31"/>
    <p:sldId id="1112" r:id="rId32"/>
    <p:sldId id="1132" r:id="rId33"/>
    <p:sldId id="1133" r:id="rId34"/>
    <p:sldId id="1134" r:id="rId35"/>
    <p:sldId id="1135" r:id="rId36"/>
    <p:sldId id="1136" r:id="rId37"/>
    <p:sldId id="1137" r:id="rId38"/>
    <p:sldId id="1148" r:id="rId39"/>
    <p:sldId id="1186" r:id="rId40"/>
    <p:sldId id="1188" r:id="rId41"/>
    <p:sldId id="1189" r:id="rId42"/>
    <p:sldId id="1190" r:id="rId43"/>
    <p:sldId id="1194" r:id="rId44"/>
    <p:sldId id="1202" r:id="rId45"/>
    <p:sldId id="1214" r:id="rId46"/>
    <p:sldId id="1145" r:id="rId47"/>
    <p:sldId id="1139" r:id="rId48"/>
    <p:sldId id="1138" r:id="rId49"/>
    <p:sldId id="1143" r:id="rId50"/>
    <p:sldId id="1166" r:id="rId51"/>
    <p:sldId id="1141" r:id="rId52"/>
    <p:sldId id="1142" r:id="rId53"/>
    <p:sldId id="1146" r:id="rId54"/>
    <p:sldId id="1144" r:id="rId55"/>
    <p:sldId id="1160" r:id="rId56"/>
    <p:sldId id="1204" r:id="rId57"/>
    <p:sldId id="1205" r:id="rId58"/>
    <p:sldId id="1147" r:id="rId59"/>
    <p:sldId id="1224" r:id="rId60"/>
    <p:sldId id="1203" r:id="rId61"/>
    <p:sldId id="1057" r:id="rId62"/>
    <p:sldId id="1058" r:id="rId63"/>
    <p:sldId id="1149" r:id="rId64"/>
    <p:sldId id="1225" r:id="rId65"/>
    <p:sldId id="1059" r:id="rId66"/>
    <p:sldId id="1151" r:id="rId67"/>
    <p:sldId id="1226" r:id="rId68"/>
    <p:sldId id="1227" r:id="rId69"/>
    <p:sldId id="1152" r:id="rId70"/>
    <p:sldId id="1154" r:id="rId71"/>
    <p:sldId id="1155" r:id="rId72"/>
    <p:sldId id="1118" r:id="rId73"/>
    <p:sldId id="1157" r:id="rId74"/>
    <p:sldId id="1228" r:id="rId75"/>
    <p:sldId id="1195" r:id="rId76"/>
    <p:sldId id="1161" r:id="rId77"/>
    <p:sldId id="1159" r:id="rId78"/>
    <p:sldId id="1100" r:id="rId79"/>
    <p:sldId id="1082" r:id="rId8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6A6A6"/>
    <a:srgbClr val="F07F09"/>
    <a:srgbClr val="7030A0"/>
    <a:srgbClr val="37A76F"/>
    <a:srgbClr val="62A336"/>
    <a:srgbClr val="45C0A2"/>
    <a:srgbClr val="4BC6A9"/>
    <a:srgbClr val="36A56E"/>
    <a:srgbClr val="50C2F7"/>
    <a:srgbClr val="4EB1C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浅色样式 2 - 强调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FECB4D8-DB02-4DC6-A0A2-4F2EBAE1DC90}" styleName="中度样式 1 - 强调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D083AE6-46FA-4A59-8FB0-9F97EB10719F}" styleName="浅色样式 3 - 强调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427" autoAdjust="0"/>
    <p:restoredTop sz="94660"/>
  </p:normalViewPr>
  <p:slideViewPr>
    <p:cSldViewPr>
      <p:cViewPr varScale="1">
        <p:scale>
          <a:sx n="91" d="100"/>
          <a:sy n="91" d="100"/>
        </p:scale>
        <p:origin x="588" y="5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theme" Target="theme/theme1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61" Type="http://schemas.openxmlformats.org/officeDocument/2006/relationships/slide" Target="slides/slide60.xml"/><Relationship Id="rId82" Type="http://schemas.openxmlformats.org/officeDocument/2006/relationships/presProps" Target="presProps.xml"/></Relationships>
</file>

<file path=ppt/diagrams/_rels/data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diagrams/_rels/data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diagrams/_rels/drawing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diagrams/_rels/drawing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1">
  <dgm:title val=""/>
  <dgm:desc val=""/>
  <dgm:catLst>
    <dgm:cat type="accent2" pri="11100"/>
  </dgm:catLst>
  <dgm:styleLbl name="node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2">
        <a:alpha val="4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5_2">
  <dgm:title val=""/>
  <dgm:desc val=""/>
  <dgm:catLst>
    <dgm:cat type="accent5" pri="11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5_2">
  <dgm:title val=""/>
  <dgm:desc val=""/>
  <dgm:catLst>
    <dgm:cat type="accent5" pri="11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5_2">
  <dgm:title val=""/>
  <dgm:desc val=""/>
  <dgm:catLst>
    <dgm:cat type="accent5" pri="11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8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0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5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7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8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9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0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1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2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3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4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5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6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7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E8F381C-A0E3-4B41-AD69-C63D2E751E23}" type="doc">
      <dgm:prSet loTypeId="urn:microsoft.com/office/officeart/2005/8/layout/list1" loCatId="list" qsTypeId="urn:microsoft.com/office/officeart/2005/8/quickstyle/simple1" qsCatId="simple" csTypeId="urn:microsoft.com/office/officeart/2005/8/colors/accent2_1" csCatId="accent2" phldr="1"/>
      <dgm:spPr/>
      <dgm:t>
        <a:bodyPr/>
        <a:lstStyle/>
        <a:p>
          <a:endParaRPr lang="zh-CN" altLang="en-US"/>
        </a:p>
      </dgm:t>
    </dgm:pt>
    <dgm:pt modelId="{11E15F0A-B5FB-4FA5-B654-A8BEFAFA12C7}">
      <dgm:prSet phldrT="[文本]" custT="1"/>
      <dgm:spPr/>
      <dgm:t>
        <a:bodyPr/>
        <a:lstStyle/>
        <a:p>
          <a:r>
            <a:rPr lang="zh-CN" altLang="en-US" sz="1800" b="0">
              <a:latin typeface="微软雅黑" panose="020B0503020204020204" pitchFamily="34" charset="-122"/>
              <a:ea typeface="微软雅黑" panose="020B0503020204020204" pitchFamily="34" charset="-122"/>
            </a:rPr>
            <a:t>数据库概述</a:t>
          </a:r>
          <a:endParaRPr lang="zh-CN" altLang="en-US" sz="1800" b="0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EE3DB9D8-33A8-4E38-A3B1-84203122813A}" type="parTrans" cxnId="{AEF959AB-876F-446E-8B3F-D290336E2132}">
      <dgm:prSet/>
      <dgm:spPr/>
      <dgm:t>
        <a:bodyPr/>
        <a:lstStyle/>
        <a:p>
          <a:endParaRPr lang="zh-CN" altLang="en-US"/>
        </a:p>
      </dgm:t>
    </dgm:pt>
    <dgm:pt modelId="{2ECA2A24-0DE3-4F96-BD73-E9EDF78CE160}" type="sibTrans" cxnId="{AEF959AB-876F-446E-8B3F-D290336E2132}">
      <dgm:prSet/>
      <dgm:spPr/>
      <dgm:t>
        <a:bodyPr/>
        <a:lstStyle/>
        <a:p>
          <a:endParaRPr lang="zh-CN" altLang="en-US"/>
        </a:p>
      </dgm:t>
    </dgm:pt>
    <dgm:pt modelId="{A9925D74-597A-4031-84C7-9EF3254E5A73}">
      <dgm:prSet phldrT="[文本]" custT="1"/>
      <dgm:spPr/>
      <dgm:t>
        <a:bodyPr/>
        <a:lstStyle/>
        <a:p>
          <a:r>
            <a:rPr lang="zh-CN" altLang="en-US" sz="1800" b="0" kern="1200">
              <a:latin typeface="微软雅黑" panose="020B0503020204020204" pitchFamily="34" charset="-122"/>
              <a:ea typeface="微软雅黑" panose="020B0503020204020204" pitchFamily="34" charset="-122"/>
            </a:rPr>
            <a:t>数据库基础知识</a:t>
          </a:r>
          <a:endParaRPr lang="zh-CN" altLang="en-US" sz="1800" b="0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9F75AB18-2DA4-438A-8C13-66DD8A60EAFE}" type="parTrans" cxnId="{FEB49610-0323-4AD2-80A7-AE741DB983D2}">
      <dgm:prSet/>
      <dgm:spPr/>
      <dgm:t>
        <a:bodyPr/>
        <a:lstStyle/>
        <a:p>
          <a:endParaRPr lang="zh-CN" altLang="en-US"/>
        </a:p>
      </dgm:t>
    </dgm:pt>
    <dgm:pt modelId="{1976A866-811A-498D-9EE7-1F56AEF3F750}" type="sibTrans" cxnId="{FEB49610-0323-4AD2-80A7-AE741DB983D2}">
      <dgm:prSet/>
      <dgm:spPr/>
      <dgm:t>
        <a:bodyPr/>
        <a:lstStyle/>
        <a:p>
          <a:endParaRPr lang="zh-CN" altLang="en-US"/>
        </a:p>
      </dgm:t>
    </dgm:pt>
    <dgm:pt modelId="{E3A8CF26-7FEE-42B0-84F7-0C8F3DC26986}">
      <dgm:prSet phldrT="[文本]" custT="1"/>
      <dgm:spPr/>
      <dgm:t>
        <a:bodyPr/>
        <a:lstStyle/>
        <a:p>
          <a:r>
            <a:rPr lang="en-US" altLang="zh-CN" sz="1800" b="0" kern="1200">
              <a:latin typeface="微软雅黑" panose="020B0503020204020204" pitchFamily="34" charset="-122"/>
              <a:ea typeface="微软雅黑" panose="020B0503020204020204" pitchFamily="34" charset="-122"/>
            </a:rPr>
            <a:t>MySQL</a:t>
          </a:r>
          <a:r>
            <a:rPr lang="zh-CN" altLang="en-US" sz="1800" b="0" kern="1200">
              <a:latin typeface="微软雅黑" panose="020B0503020204020204" pitchFamily="34" charset="-122"/>
              <a:ea typeface="微软雅黑" panose="020B0503020204020204" pitchFamily="34" charset="-122"/>
            </a:rPr>
            <a:t>数据库概述</a:t>
          </a:r>
          <a:endParaRPr lang="zh-CN" altLang="en-US" sz="1800" b="0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18A24158-0486-462B-86A0-2332B04B4AB8}" type="parTrans" cxnId="{F096E2EF-7563-45D2-9722-616D3495CA2A}">
      <dgm:prSet/>
      <dgm:spPr/>
      <dgm:t>
        <a:bodyPr/>
        <a:lstStyle/>
        <a:p>
          <a:endParaRPr lang="zh-CN" altLang="en-US"/>
        </a:p>
      </dgm:t>
    </dgm:pt>
    <dgm:pt modelId="{AAC392DF-AAC9-4CBB-9694-4E733BBCB6D7}" type="sibTrans" cxnId="{F096E2EF-7563-45D2-9722-616D3495CA2A}">
      <dgm:prSet/>
      <dgm:spPr/>
      <dgm:t>
        <a:bodyPr/>
        <a:lstStyle/>
        <a:p>
          <a:endParaRPr lang="zh-CN" altLang="en-US"/>
        </a:p>
      </dgm:t>
    </dgm:pt>
    <dgm:pt modelId="{06C7788D-EAED-4A06-B329-D78F3293E164}">
      <dgm:prSet phldrT="[文本]" custT="1"/>
      <dgm:spPr/>
      <dgm:t>
        <a:bodyPr/>
        <a:lstStyle/>
        <a:p>
          <a:r>
            <a:rPr lang="en-US" altLang="zh-CN" sz="1800" b="0">
              <a:latin typeface="微软雅黑" panose="020B0503020204020204" pitchFamily="34" charset="-122"/>
              <a:ea typeface="微软雅黑" panose="020B0503020204020204" pitchFamily="34" charset="-122"/>
            </a:rPr>
            <a:t>MySQL</a:t>
          </a:r>
          <a:r>
            <a:rPr lang="zh-CN" altLang="en-US" sz="1800" b="0">
              <a:latin typeface="微软雅黑" panose="020B0503020204020204" pitchFamily="34" charset="-122"/>
              <a:ea typeface="微软雅黑" panose="020B0503020204020204" pitchFamily="34" charset="-122"/>
            </a:rPr>
            <a:t>数据库的设计</a:t>
          </a:r>
          <a:endParaRPr lang="zh-CN" altLang="en-US" sz="1800" b="0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0370BCF0-F362-4AA3-8D70-7C3A49CC2998}" type="parTrans" cxnId="{33BE0010-2F11-4BC5-9E82-A045D1B70332}">
      <dgm:prSet/>
      <dgm:spPr/>
      <dgm:t>
        <a:bodyPr/>
        <a:lstStyle/>
        <a:p>
          <a:endParaRPr lang="zh-CN" altLang="en-US"/>
        </a:p>
      </dgm:t>
    </dgm:pt>
    <dgm:pt modelId="{307C6430-7020-41C7-A5F5-EEA0EC90E59F}" type="sibTrans" cxnId="{33BE0010-2F11-4BC5-9E82-A045D1B70332}">
      <dgm:prSet/>
      <dgm:spPr/>
      <dgm:t>
        <a:bodyPr/>
        <a:lstStyle/>
        <a:p>
          <a:endParaRPr lang="zh-CN" altLang="en-US"/>
        </a:p>
      </dgm:t>
    </dgm:pt>
    <dgm:pt modelId="{66A9D897-9FD7-46F2-8E88-DC7270553B55}">
      <dgm:prSet phldrT="[文本]" custT="1"/>
      <dgm:spPr/>
      <dgm:t>
        <a:bodyPr/>
        <a:lstStyle/>
        <a:p>
          <a:r>
            <a:rPr lang="en-US" altLang="zh-CN" sz="1800" b="0">
              <a:latin typeface="微软雅黑" panose="020B0503020204020204" pitchFamily="34" charset="-122"/>
              <a:ea typeface="微软雅黑" panose="020B0503020204020204" pitchFamily="34" charset="-122"/>
            </a:rPr>
            <a:t>ER</a:t>
          </a:r>
          <a:r>
            <a:rPr lang="zh-CN" altLang="en-US" sz="1800" b="0">
              <a:latin typeface="微软雅黑" panose="020B0503020204020204" pitchFamily="34" charset="-122"/>
              <a:ea typeface="微软雅黑" panose="020B0503020204020204" pitchFamily="34" charset="-122"/>
            </a:rPr>
            <a:t>图的绘制要点</a:t>
          </a:r>
          <a:endParaRPr lang="zh-CN" altLang="en-US" sz="1800" b="0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078B6E88-477A-4838-AA20-CF12C75F2B3C}" type="parTrans" cxnId="{44C3D9BF-E2FA-4273-AD9D-4B0E1662C305}">
      <dgm:prSet/>
      <dgm:spPr/>
      <dgm:t>
        <a:bodyPr/>
        <a:lstStyle/>
        <a:p>
          <a:endParaRPr lang="zh-CN" altLang="en-US"/>
        </a:p>
      </dgm:t>
    </dgm:pt>
    <dgm:pt modelId="{F7D88A8D-C0C4-4A58-8A6D-07A57FA46C39}" type="sibTrans" cxnId="{44C3D9BF-E2FA-4273-AD9D-4B0E1662C305}">
      <dgm:prSet/>
      <dgm:spPr/>
      <dgm:t>
        <a:bodyPr/>
        <a:lstStyle/>
        <a:p>
          <a:endParaRPr lang="zh-CN" altLang="en-US"/>
        </a:p>
      </dgm:t>
    </dgm:pt>
    <dgm:pt modelId="{30592B6A-7B36-496A-A933-347DDEEB9CF8}">
      <dgm:prSet phldrT="[文本]" custT="1"/>
      <dgm:spPr/>
      <dgm:t>
        <a:bodyPr/>
        <a:lstStyle/>
        <a:p>
          <a:r>
            <a:rPr lang="zh-CN" altLang="en-US" sz="1800" b="0">
              <a:latin typeface="微软雅黑" panose="020B0503020204020204" pitchFamily="34" charset="-122"/>
              <a:ea typeface="微软雅黑" panose="020B0503020204020204" pitchFamily="34" charset="-122"/>
            </a:rPr>
            <a:t>从</a:t>
          </a:r>
          <a:r>
            <a:rPr lang="en-US" altLang="zh-CN" sz="1800" b="0">
              <a:latin typeface="微软雅黑" panose="020B0503020204020204" pitchFamily="34" charset="-122"/>
              <a:ea typeface="微软雅黑" panose="020B0503020204020204" pitchFamily="34" charset="-122"/>
            </a:rPr>
            <a:t>ER</a:t>
          </a:r>
          <a:r>
            <a:rPr lang="zh-CN" altLang="en-US" sz="1800" b="0">
              <a:latin typeface="微软雅黑" panose="020B0503020204020204" pitchFamily="34" charset="-122"/>
              <a:ea typeface="微软雅黑" panose="020B0503020204020204" pitchFamily="34" charset="-122"/>
            </a:rPr>
            <a:t>图到关系模型</a:t>
          </a:r>
          <a:endParaRPr lang="zh-CN" altLang="en-US" sz="1800" b="0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1D206463-691E-4C58-8B63-C8A890B5EB07}" type="parTrans" cxnId="{ECB78882-FC27-4E54-A1B4-19DC7307A2DC}">
      <dgm:prSet/>
      <dgm:spPr/>
      <dgm:t>
        <a:bodyPr/>
        <a:lstStyle/>
        <a:p>
          <a:endParaRPr lang="zh-CN" altLang="en-US"/>
        </a:p>
      </dgm:t>
    </dgm:pt>
    <dgm:pt modelId="{7CC887BF-7E67-4EED-B90D-D5AFC2969D00}" type="sibTrans" cxnId="{ECB78882-FC27-4E54-A1B4-19DC7307A2DC}">
      <dgm:prSet/>
      <dgm:spPr/>
      <dgm:t>
        <a:bodyPr/>
        <a:lstStyle/>
        <a:p>
          <a:endParaRPr lang="zh-CN" altLang="en-US"/>
        </a:p>
      </dgm:t>
    </dgm:pt>
    <dgm:pt modelId="{04395496-9FC1-4E1C-94A3-A00920A6AE6E}">
      <dgm:prSet phldrT="[文本]" custT="1"/>
      <dgm:spPr/>
      <dgm:t>
        <a:bodyPr/>
        <a:lstStyle/>
        <a:p>
          <a:r>
            <a:rPr lang="zh-CN" altLang="en-US" sz="1800" b="0">
              <a:latin typeface="微软雅黑" panose="020B0503020204020204" pitchFamily="34" charset="-122"/>
              <a:ea typeface="微软雅黑" panose="020B0503020204020204" pitchFamily="34" charset="-122"/>
            </a:rPr>
            <a:t>教务管理系统</a:t>
          </a:r>
          <a:r>
            <a:rPr lang="en-US" altLang="zh-CN" sz="1800" b="0">
              <a:latin typeface="微软雅黑" panose="020B0503020204020204" pitchFamily="34" charset="-122"/>
              <a:ea typeface="微软雅黑" panose="020B0503020204020204" pitchFamily="34" charset="-122"/>
            </a:rPr>
            <a:t>ER</a:t>
          </a:r>
          <a:r>
            <a:rPr lang="zh-CN" altLang="en-US" sz="1800" b="0">
              <a:latin typeface="微软雅黑" panose="020B0503020204020204" pitchFamily="34" charset="-122"/>
              <a:ea typeface="微软雅黑" panose="020B0503020204020204" pitchFamily="34" charset="-122"/>
            </a:rPr>
            <a:t>图的绘制</a:t>
          </a:r>
          <a:endParaRPr lang="zh-CN" altLang="en-US" sz="1800" b="0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FA4676A5-47FE-4A5E-9F16-841AC6D46AAD}" type="parTrans" cxnId="{A1769151-5250-4F62-9F0A-D20D45301EF9}">
      <dgm:prSet/>
      <dgm:spPr/>
      <dgm:t>
        <a:bodyPr/>
        <a:lstStyle/>
        <a:p>
          <a:endParaRPr lang="zh-CN" altLang="en-US"/>
        </a:p>
      </dgm:t>
    </dgm:pt>
    <dgm:pt modelId="{9D76CFAE-CCBD-4865-A521-029B53BFA111}" type="sibTrans" cxnId="{A1769151-5250-4F62-9F0A-D20D45301EF9}">
      <dgm:prSet/>
      <dgm:spPr/>
      <dgm:t>
        <a:bodyPr/>
        <a:lstStyle/>
        <a:p>
          <a:endParaRPr lang="zh-CN" altLang="en-US"/>
        </a:p>
      </dgm:t>
    </dgm:pt>
    <dgm:pt modelId="{BCCCA515-8B76-4713-AC88-B752E1C5F224}">
      <dgm:prSet phldrT="[文本]" custT="1"/>
      <dgm:spPr/>
      <dgm:t>
        <a:bodyPr/>
        <a:lstStyle/>
        <a:p>
          <a:r>
            <a:rPr lang="zh-CN" altLang="en-US" sz="1800" b="0" kern="120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rPr>
            <a:t>数据库的选择</a:t>
          </a:r>
          <a:endParaRPr lang="zh-CN" altLang="en-US" sz="1800" b="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微软雅黑" panose="020B0503020204020204" pitchFamily="34" charset="-122"/>
            <a:ea typeface="微软雅黑" panose="020B0503020204020204" pitchFamily="34" charset="-122"/>
            <a:cs typeface="+mn-cs"/>
          </a:endParaRPr>
        </a:p>
      </dgm:t>
    </dgm:pt>
    <dgm:pt modelId="{6AF86361-8428-41E1-86DD-E48BF6040B73}" type="parTrans" cxnId="{7E27ADA0-790E-4F36-962D-31FB5C99983F}">
      <dgm:prSet/>
      <dgm:spPr/>
      <dgm:t>
        <a:bodyPr/>
        <a:lstStyle/>
        <a:p>
          <a:endParaRPr lang="zh-CN" altLang="en-US"/>
        </a:p>
      </dgm:t>
    </dgm:pt>
    <dgm:pt modelId="{85B9585C-1FA0-45AB-B865-2879AC34156B}" type="sibTrans" cxnId="{7E27ADA0-790E-4F36-962D-31FB5C99983F}">
      <dgm:prSet/>
      <dgm:spPr/>
      <dgm:t>
        <a:bodyPr/>
        <a:lstStyle/>
        <a:p>
          <a:endParaRPr lang="zh-CN" altLang="en-US"/>
        </a:p>
      </dgm:t>
    </dgm:pt>
    <dgm:pt modelId="{C38653C4-A2F7-4C04-AA90-1BDDEAB73937}" type="pres">
      <dgm:prSet presAssocID="{DE8F381C-A0E3-4B41-AD69-C63D2E751E23}" presName="linear" presStyleCnt="0">
        <dgm:presLayoutVars>
          <dgm:dir/>
          <dgm:animLvl val="lvl"/>
          <dgm:resizeHandles val="exact"/>
        </dgm:presLayoutVars>
      </dgm:prSet>
      <dgm:spPr/>
    </dgm:pt>
    <dgm:pt modelId="{0C59268E-7C4B-46C8-8455-1E03DD145E57}" type="pres">
      <dgm:prSet presAssocID="{11E15F0A-B5FB-4FA5-B654-A8BEFAFA12C7}" presName="parentLin" presStyleCnt="0"/>
      <dgm:spPr/>
    </dgm:pt>
    <dgm:pt modelId="{8D2362A2-930A-417A-92D0-494A04DC174F}" type="pres">
      <dgm:prSet presAssocID="{11E15F0A-B5FB-4FA5-B654-A8BEFAFA12C7}" presName="parentLeftMargin" presStyleLbl="node1" presStyleIdx="0" presStyleCnt="2"/>
      <dgm:spPr/>
    </dgm:pt>
    <dgm:pt modelId="{4A1198C3-5970-43DA-9496-9832F737DC8E}" type="pres">
      <dgm:prSet presAssocID="{11E15F0A-B5FB-4FA5-B654-A8BEFAFA12C7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3F499F15-EC03-487F-BC31-8730A567505B}" type="pres">
      <dgm:prSet presAssocID="{11E15F0A-B5FB-4FA5-B654-A8BEFAFA12C7}" presName="negativeSpace" presStyleCnt="0"/>
      <dgm:spPr/>
    </dgm:pt>
    <dgm:pt modelId="{7BE2D3B5-91AD-4C15-9502-B6E3DB438DAF}" type="pres">
      <dgm:prSet presAssocID="{11E15F0A-B5FB-4FA5-B654-A8BEFAFA12C7}" presName="childText" presStyleLbl="conFgAcc1" presStyleIdx="0" presStyleCnt="2">
        <dgm:presLayoutVars>
          <dgm:bulletEnabled val="1"/>
        </dgm:presLayoutVars>
      </dgm:prSet>
      <dgm:spPr/>
    </dgm:pt>
    <dgm:pt modelId="{501483F6-2142-4375-A3B8-49FAAAD38EF9}" type="pres">
      <dgm:prSet presAssocID="{2ECA2A24-0DE3-4F96-BD73-E9EDF78CE160}" presName="spaceBetweenRectangles" presStyleCnt="0"/>
      <dgm:spPr/>
    </dgm:pt>
    <dgm:pt modelId="{E550F20E-25D4-4462-B478-C226B8153F8E}" type="pres">
      <dgm:prSet presAssocID="{06C7788D-EAED-4A06-B329-D78F3293E164}" presName="parentLin" presStyleCnt="0"/>
      <dgm:spPr/>
    </dgm:pt>
    <dgm:pt modelId="{9030A332-3D41-46A6-8700-A419BF47A7F4}" type="pres">
      <dgm:prSet presAssocID="{06C7788D-EAED-4A06-B329-D78F3293E164}" presName="parentLeftMargin" presStyleLbl="node1" presStyleIdx="0" presStyleCnt="2"/>
      <dgm:spPr/>
    </dgm:pt>
    <dgm:pt modelId="{B325E5E4-53AE-4C59-9B54-025C13295059}" type="pres">
      <dgm:prSet presAssocID="{06C7788D-EAED-4A06-B329-D78F3293E164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6392A28B-3935-4A38-BC2E-F095A50DDEB9}" type="pres">
      <dgm:prSet presAssocID="{06C7788D-EAED-4A06-B329-D78F3293E164}" presName="negativeSpace" presStyleCnt="0"/>
      <dgm:spPr/>
    </dgm:pt>
    <dgm:pt modelId="{A5346C96-7DCF-4938-8D05-006497BB12BF}" type="pres">
      <dgm:prSet presAssocID="{06C7788D-EAED-4A06-B329-D78F3293E164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33BE0010-2F11-4BC5-9E82-A045D1B70332}" srcId="{DE8F381C-A0E3-4B41-AD69-C63D2E751E23}" destId="{06C7788D-EAED-4A06-B329-D78F3293E164}" srcOrd="1" destOrd="0" parTransId="{0370BCF0-F362-4AA3-8D70-7C3A49CC2998}" sibTransId="{307C6430-7020-41C7-A5F5-EEA0EC90E59F}"/>
    <dgm:cxn modelId="{FEB49610-0323-4AD2-80A7-AE741DB983D2}" srcId="{11E15F0A-B5FB-4FA5-B654-A8BEFAFA12C7}" destId="{A9925D74-597A-4031-84C7-9EF3254E5A73}" srcOrd="0" destOrd="0" parTransId="{9F75AB18-2DA4-438A-8C13-66DD8A60EAFE}" sibTransId="{1976A866-811A-498D-9EE7-1F56AEF3F750}"/>
    <dgm:cxn modelId="{D288ED18-CD53-4295-AE20-E6F4641414AB}" type="presOf" srcId="{11E15F0A-B5FB-4FA5-B654-A8BEFAFA12C7}" destId="{4A1198C3-5970-43DA-9496-9832F737DC8E}" srcOrd="1" destOrd="0" presId="urn:microsoft.com/office/officeart/2005/8/layout/list1"/>
    <dgm:cxn modelId="{53046924-84AA-44F4-92AC-10441BE8FB77}" type="presOf" srcId="{BCCCA515-8B76-4713-AC88-B752E1C5F224}" destId="{7BE2D3B5-91AD-4C15-9502-B6E3DB438DAF}" srcOrd="0" destOrd="1" presId="urn:microsoft.com/office/officeart/2005/8/layout/list1"/>
    <dgm:cxn modelId="{4959413C-50A9-44D0-8D05-D2F859B4E826}" type="presOf" srcId="{DE8F381C-A0E3-4B41-AD69-C63D2E751E23}" destId="{C38653C4-A2F7-4C04-AA90-1BDDEAB73937}" srcOrd="0" destOrd="0" presId="urn:microsoft.com/office/officeart/2005/8/layout/list1"/>
    <dgm:cxn modelId="{DD5E9A5B-D4DB-4E26-9694-33E763DC19F0}" type="presOf" srcId="{06C7788D-EAED-4A06-B329-D78F3293E164}" destId="{9030A332-3D41-46A6-8700-A419BF47A7F4}" srcOrd="0" destOrd="0" presId="urn:microsoft.com/office/officeart/2005/8/layout/list1"/>
    <dgm:cxn modelId="{C2DC175C-628A-4987-A62B-8A1229831DC4}" type="presOf" srcId="{11E15F0A-B5FB-4FA5-B654-A8BEFAFA12C7}" destId="{8D2362A2-930A-417A-92D0-494A04DC174F}" srcOrd="0" destOrd="0" presId="urn:microsoft.com/office/officeart/2005/8/layout/list1"/>
    <dgm:cxn modelId="{95FC106C-9911-4C3B-ABFD-A9C80C2C3A8E}" type="presOf" srcId="{30592B6A-7B36-496A-A933-347DDEEB9CF8}" destId="{A5346C96-7DCF-4938-8D05-006497BB12BF}" srcOrd="0" destOrd="1" presId="urn:microsoft.com/office/officeart/2005/8/layout/list1"/>
    <dgm:cxn modelId="{A1769151-5250-4F62-9F0A-D20D45301EF9}" srcId="{06C7788D-EAED-4A06-B329-D78F3293E164}" destId="{04395496-9FC1-4E1C-94A3-A00920A6AE6E}" srcOrd="2" destOrd="0" parTransId="{FA4676A5-47FE-4A5E-9F16-841AC6D46AAD}" sibTransId="{9D76CFAE-CCBD-4865-A521-029B53BFA111}"/>
    <dgm:cxn modelId="{ECB78882-FC27-4E54-A1B4-19DC7307A2DC}" srcId="{06C7788D-EAED-4A06-B329-D78F3293E164}" destId="{30592B6A-7B36-496A-A933-347DDEEB9CF8}" srcOrd="1" destOrd="0" parTransId="{1D206463-691E-4C58-8B63-C8A890B5EB07}" sibTransId="{7CC887BF-7E67-4EED-B90D-D5AFC2969D00}"/>
    <dgm:cxn modelId="{DEF40584-1CC6-426D-B000-72003D55F8A3}" type="presOf" srcId="{66A9D897-9FD7-46F2-8E88-DC7270553B55}" destId="{A5346C96-7DCF-4938-8D05-006497BB12BF}" srcOrd="0" destOrd="0" presId="urn:microsoft.com/office/officeart/2005/8/layout/list1"/>
    <dgm:cxn modelId="{7E27ADA0-790E-4F36-962D-31FB5C99983F}" srcId="{11E15F0A-B5FB-4FA5-B654-A8BEFAFA12C7}" destId="{BCCCA515-8B76-4713-AC88-B752E1C5F224}" srcOrd="1" destOrd="0" parTransId="{6AF86361-8428-41E1-86DD-E48BF6040B73}" sibTransId="{85B9585C-1FA0-45AB-B865-2879AC34156B}"/>
    <dgm:cxn modelId="{AEF959AB-876F-446E-8B3F-D290336E2132}" srcId="{DE8F381C-A0E3-4B41-AD69-C63D2E751E23}" destId="{11E15F0A-B5FB-4FA5-B654-A8BEFAFA12C7}" srcOrd="0" destOrd="0" parTransId="{EE3DB9D8-33A8-4E38-A3B1-84203122813A}" sibTransId="{2ECA2A24-0DE3-4F96-BD73-E9EDF78CE160}"/>
    <dgm:cxn modelId="{A3021AB8-597A-4306-91D0-BE2220246992}" type="presOf" srcId="{E3A8CF26-7FEE-42B0-84F7-0C8F3DC26986}" destId="{7BE2D3B5-91AD-4C15-9502-B6E3DB438DAF}" srcOrd="0" destOrd="2" presId="urn:microsoft.com/office/officeart/2005/8/layout/list1"/>
    <dgm:cxn modelId="{88C4B8BA-D20A-4BEE-A74C-DD34C96BBC3B}" type="presOf" srcId="{04395496-9FC1-4E1C-94A3-A00920A6AE6E}" destId="{A5346C96-7DCF-4938-8D05-006497BB12BF}" srcOrd="0" destOrd="2" presId="urn:microsoft.com/office/officeart/2005/8/layout/list1"/>
    <dgm:cxn modelId="{44C3D9BF-E2FA-4273-AD9D-4B0E1662C305}" srcId="{06C7788D-EAED-4A06-B329-D78F3293E164}" destId="{66A9D897-9FD7-46F2-8E88-DC7270553B55}" srcOrd="0" destOrd="0" parTransId="{078B6E88-477A-4838-AA20-CF12C75F2B3C}" sibTransId="{F7D88A8D-C0C4-4A58-8A6D-07A57FA46C39}"/>
    <dgm:cxn modelId="{F096E2EF-7563-45D2-9722-616D3495CA2A}" srcId="{11E15F0A-B5FB-4FA5-B654-A8BEFAFA12C7}" destId="{E3A8CF26-7FEE-42B0-84F7-0C8F3DC26986}" srcOrd="2" destOrd="0" parTransId="{18A24158-0486-462B-86A0-2332B04B4AB8}" sibTransId="{AAC392DF-AAC9-4CBB-9694-4E733BBCB6D7}"/>
    <dgm:cxn modelId="{AE5086F2-C61F-42C4-8023-6D3D27E335CF}" type="presOf" srcId="{06C7788D-EAED-4A06-B329-D78F3293E164}" destId="{B325E5E4-53AE-4C59-9B54-025C13295059}" srcOrd="1" destOrd="0" presId="urn:microsoft.com/office/officeart/2005/8/layout/list1"/>
    <dgm:cxn modelId="{58CCA6F7-D4BB-4288-9957-1ABC224EB623}" type="presOf" srcId="{A9925D74-597A-4031-84C7-9EF3254E5A73}" destId="{7BE2D3B5-91AD-4C15-9502-B6E3DB438DAF}" srcOrd="0" destOrd="0" presId="urn:microsoft.com/office/officeart/2005/8/layout/list1"/>
    <dgm:cxn modelId="{01F90AEA-4E8A-49D4-B499-0104ADF070B7}" type="presParOf" srcId="{C38653C4-A2F7-4C04-AA90-1BDDEAB73937}" destId="{0C59268E-7C4B-46C8-8455-1E03DD145E57}" srcOrd="0" destOrd="0" presId="urn:microsoft.com/office/officeart/2005/8/layout/list1"/>
    <dgm:cxn modelId="{835E1AFF-0C40-402C-AAF9-AEBEB644DD5D}" type="presParOf" srcId="{0C59268E-7C4B-46C8-8455-1E03DD145E57}" destId="{8D2362A2-930A-417A-92D0-494A04DC174F}" srcOrd="0" destOrd="0" presId="urn:microsoft.com/office/officeart/2005/8/layout/list1"/>
    <dgm:cxn modelId="{77E16392-4A06-4C6E-A98B-C3B9C0A8553F}" type="presParOf" srcId="{0C59268E-7C4B-46C8-8455-1E03DD145E57}" destId="{4A1198C3-5970-43DA-9496-9832F737DC8E}" srcOrd="1" destOrd="0" presId="urn:microsoft.com/office/officeart/2005/8/layout/list1"/>
    <dgm:cxn modelId="{A290A5B1-33A2-4AD7-B6F2-1A63E828697C}" type="presParOf" srcId="{C38653C4-A2F7-4C04-AA90-1BDDEAB73937}" destId="{3F499F15-EC03-487F-BC31-8730A567505B}" srcOrd="1" destOrd="0" presId="urn:microsoft.com/office/officeart/2005/8/layout/list1"/>
    <dgm:cxn modelId="{3DACF23C-B1C1-4DF0-A4A1-EE2BEA70B8A6}" type="presParOf" srcId="{C38653C4-A2F7-4C04-AA90-1BDDEAB73937}" destId="{7BE2D3B5-91AD-4C15-9502-B6E3DB438DAF}" srcOrd="2" destOrd="0" presId="urn:microsoft.com/office/officeart/2005/8/layout/list1"/>
    <dgm:cxn modelId="{8C8229E5-0C16-42CE-9116-A76890C6A8C3}" type="presParOf" srcId="{C38653C4-A2F7-4C04-AA90-1BDDEAB73937}" destId="{501483F6-2142-4375-A3B8-49FAAAD38EF9}" srcOrd="3" destOrd="0" presId="urn:microsoft.com/office/officeart/2005/8/layout/list1"/>
    <dgm:cxn modelId="{FFAFE4F5-F748-41B5-A407-CFBADEACECA1}" type="presParOf" srcId="{C38653C4-A2F7-4C04-AA90-1BDDEAB73937}" destId="{E550F20E-25D4-4462-B478-C226B8153F8E}" srcOrd="4" destOrd="0" presId="urn:microsoft.com/office/officeart/2005/8/layout/list1"/>
    <dgm:cxn modelId="{116DF56C-9A42-408E-8284-FB51CEB97F2E}" type="presParOf" srcId="{E550F20E-25D4-4462-B478-C226B8153F8E}" destId="{9030A332-3D41-46A6-8700-A419BF47A7F4}" srcOrd="0" destOrd="0" presId="urn:microsoft.com/office/officeart/2005/8/layout/list1"/>
    <dgm:cxn modelId="{4E15B6D9-1C23-4731-89DF-BDAF98568E34}" type="presParOf" srcId="{E550F20E-25D4-4462-B478-C226B8153F8E}" destId="{B325E5E4-53AE-4C59-9B54-025C13295059}" srcOrd="1" destOrd="0" presId="urn:microsoft.com/office/officeart/2005/8/layout/list1"/>
    <dgm:cxn modelId="{45424AC6-59EA-41D0-94AB-5D82D49F9C75}" type="presParOf" srcId="{C38653C4-A2F7-4C04-AA90-1BDDEAB73937}" destId="{6392A28B-3935-4A38-BC2E-F095A50DDEB9}" srcOrd="5" destOrd="0" presId="urn:microsoft.com/office/officeart/2005/8/layout/list1"/>
    <dgm:cxn modelId="{1E86992F-C366-4E3C-9CB6-4FCD6957F2E5}" type="presParOf" srcId="{C38653C4-A2F7-4C04-AA90-1BDDEAB73937}" destId="{A5346C96-7DCF-4938-8D05-006497BB12BF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DFC6E18-4E8C-4377-9F56-F599E40A10C0}" type="doc">
      <dgm:prSet loTypeId="urn:microsoft.com/office/officeart/2005/8/layout/list1" loCatId="list" qsTypeId="urn:microsoft.com/office/officeart/2005/8/quickstyle/simple2" qsCatId="simple" csTypeId="urn:microsoft.com/office/officeart/2005/8/colors/accent0_3" csCatId="mainScheme" phldr="1"/>
      <dgm:spPr/>
      <dgm:t>
        <a:bodyPr/>
        <a:lstStyle/>
        <a:p>
          <a:endParaRPr lang="zh-CN" altLang="en-US"/>
        </a:p>
      </dgm:t>
    </dgm:pt>
    <dgm:pt modelId="{448860D4-8321-4CF2-8B85-35E36DB2ED72}">
      <dgm:prSet phldrT="[文本]" custT="1"/>
      <dgm:spPr/>
      <dgm:t>
        <a:bodyPr/>
        <a:lstStyle/>
        <a:p>
          <a:r>
            <a:rPr lang="zh-CN" altLang="en-US" sz="1600" b="1"/>
            <a:t>数据</a:t>
          </a:r>
        </a:p>
      </dgm:t>
    </dgm:pt>
    <dgm:pt modelId="{B367BACB-A92F-4383-A0A8-AFB4D1BD7DFC}" type="parTrans" cxnId="{9D408CB4-D488-443F-A935-D4BDC2D84880}">
      <dgm:prSet/>
      <dgm:spPr/>
      <dgm:t>
        <a:bodyPr/>
        <a:lstStyle/>
        <a:p>
          <a:endParaRPr lang="zh-CN" altLang="en-US" sz="2000"/>
        </a:p>
      </dgm:t>
    </dgm:pt>
    <dgm:pt modelId="{0AA05E5A-3D96-4384-A9B3-E92D38EB2B5E}" type="sibTrans" cxnId="{9D408CB4-D488-443F-A935-D4BDC2D84880}">
      <dgm:prSet/>
      <dgm:spPr/>
      <dgm:t>
        <a:bodyPr/>
        <a:lstStyle/>
        <a:p>
          <a:endParaRPr lang="zh-CN" altLang="en-US" sz="2000"/>
        </a:p>
      </dgm:t>
    </dgm:pt>
    <dgm:pt modelId="{70D5C460-953C-45D6-BDAC-5AF8D61A759A}">
      <dgm:prSet custT="1"/>
      <dgm:spPr/>
      <dgm:t>
        <a:bodyPr/>
        <a:lstStyle/>
        <a:p>
          <a:r>
            <a:rPr lang="zh-CN" altLang="en-US" sz="1600" b="1"/>
            <a:t>数据库</a:t>
          </a:r>
        </a:p>
      </dgm:t>
    </dgm:pt>
    <dgm:pt modelId="{E9B3DECD-D86F-4957-B3F7-354D21296F59}" type="parTrans" cxnId="{43707F3F-43C8-4E6C-9DA7-58E07683D30D}">
      <dgm:prSet/>
      <dgm:spPr/>
      <dgm:t>
        <a:bodyPr/>
        <a:lstStyle/>
        <a:p>
          <a:endParaRPr lang="zh-CN" altLang="en-US" sz="2000"/>
        </a:p>
      </dgm:t>
    </dgm:pt>
    <dgm:pt modelId="{BC218288-B2BC-437E-A49A-8012FE420478}" type="sibTrans" cxnId="{43707F3F-43C8-4E6C-9DA7-58E07683D30D}">
      <dgm:prSet/>
      <dgm:spPr/>
      <dgm:t>
        <a:bodyPr/>
        <a:lstStyle/>
        <a:p>
          <a:endParaRPr lang="zh-CN" altLang="en-US" sz="2000"/>
        </a:p>
      </dgm:t>
    </dgm:pt>
    <dgm:pt modelId="{62BAFE9A-CBA7-4CB4-8232-32BA99FF02CD}">
      <dgm:prSet custT="1"/>
      <dgm:spPr/>
      <dgm:t>
        <a:bodyPr/>
        <a:lstStyle/>
        <a:p>
          <a:r>
            <a:rPr lang="zh-CN" altLang="en-US" sz="1600" b="1"/>
            <a:t>数据库管理系统</a:t>
          </a:r>
        </a:p>
      </dgm:t>
    </dgm:pt>
    <dgm:pt modelId="{F2CDAF79-9E8C-42C7-8C9B-32ED56FFFC67}" type="parTrans" cxnId="{95A25BEA-A9A6-44EC-9561-6351E1F90102}">
      <dgm:prSet/>
      <dgm:spPr/>
      <dgm:t>
        <a:bodyPr/>
        <a:lstStyle/>
        <a:p>
          <a:endParaRPr lang="zh-CN" altLang="en-US" sz="2000"/>
        </a:p>
      </dgm:t>
    </dgm:pt>
    <dgm:pt modelId="{96755D9C-EA63-4D20-9025-7078C74BF032}" type="sibTrans" cxnId="{95A25BEA-A9A6-44EC-9561-6351E1F90102}">
      <dgm:prSet/>
      <dgm:spPr/>
      <dgm:t>
        <a:bodyPr/>
        <a:lstStyle/>
        <a:p>
          <a:endParaRPr lang="zh-CN" altLang="en-US" sz="2000"/>
        </a:p>
      </dgm:t>
    </dgm:pt>
    <dgm:pt modelId="{ACD48B05-A2F8-4253-ACE6-A12BE701FEF2}">
      <dgm:prSet custT="1"/>
      <dgm:spPr/>
      <dgm:t>
        <a:bodyPr/>
        <a:lstStyle/>
        <a:p>
          <a:r>
            <a:rPr lang="zh-CN" altLang="en-US" sz="1600" b="1"/>
            <a:t>数据库系统</a:t>
          </a:r>
        </a:p>
      </dgm:t>
    </dgm:pt>
    <dgm:pt modelId="{CCC4FB38-30EB-4B46-89D1-AFCED51A212C}" type="parTrans" cxnId="{25BA8AEA-4185-4520-A7F9-4577226C9519}">
      <dgm:prSet/>
      <dgm:spPr/>
      <dgm:t>
        <a:bodyPr/>
        <a:lstStyle/>
        <a:p>
          <a:endParaRPr lang="zh-CN" altLang="en-US" sz="2000"/>
        </a:p>
      </dgm:t>
    </dgm:pt>
    <dgm:pt modelId="{A1E354E2-D6EC-407D-9E77-81584E1DFFDB}" type="sibTrans" cxnId="{25BA8AEA-4185-4520-A7F9-4577226C9519}">
      <dgm:prSet/>
      <dgm:spPr/>
      <dgm:t>
        <a:bodyPr/>
        <a:lstStyle/>
        <a:p>
          <a:endParaRPr lang="zh-CN" altLang="en-US" sz="2000"/>
        </a:p>
      </dgm:t>
    </dgm:pt>
    <dgm:pt modelId="{187D279E-BBC8-42C2-A8B6-875FC6D07F5C}">
      <dgm:prSet phldrT="[文本]" custT="1"/>
      <dgm:spPr/>
      <dgm:t>
        <a:bodyPr/>
        <a:lstStyle/>
        <a:p>
          <a:r>
            <a:rPr lang="zh-CN" altLang="en-US" sz="1400"/>
            <a:t>描述事物的</a:t>
          </a:r>
          <a:r>
            <a:rPr lang="zh-CN" altLang="en-US" sz="1800" b="1">
              <a:solidFill>
                <a:srgbClr val="FF0000"/>
              </a:solidFill>
            </a:rPr>
            <a:t>符号记录</a:t>
          </a:r>
          <a:r>
            <a:rPr lang="zh-CN" altLang="en-US" sz="1400"/>
            <a:t>，可以使用数字，也可以是文字、图形、图像、声音，语言等，数据有多种形式，他们都可以经过数字化后存入计算机</a:t>
          </a:r>
        </a:p>
      </dgm:t>
    </dgm:pt>
    <dgm:pt modelId="{53AE0605-033D-41D7-A22F-20DF0A771BD3}" type="parTrans" cxnId="{802BE701-60D8-40B6-AC73-040F0AE4A428}">
      <dgm:prSet/>
      <dgm:spPr/>
      <dgm:t>
        <a:bodyPr/>
        <a:lstStyle/>
        <a:p>
          <a:endParaRPr lang="zh-CN" altLang="en-US" sz="2000"/>
        </a:p>
      </dgm:t>
    </dgm:pt>
    <dgm:pt modelId="{EB36A57B-D161-4507-B189-9375BC26278F}" type="sibTrans" cxnId="{802BE701-60D8-40B6-AC73-040F0AE4A428}">
      <dgm:prSet/>
      <dgm:spPr/>
      <dgm:t>
        <a:bodyPr/>
        <a:lstStyle/>
        <a:p>
          <a:endParaRPr lang="zh-CN" altLang="en-US" sz="2000"/>
        </a:p>
      </dgm:t>
    </dgm:pt>
    <dgm:pt modelId="{541ECA5F-CDDD-4C5A-BFDD-7927E71263DE}">
      <dgm:prSet custT="1"/>
      <dgm:spPr/>
      <dgm:t>
        <a:bodyPr/>
        <a:lstStyle/>
        <a:p>
          <a:r>
            <a:rPr lang="zh-CN" altLang="en-US" sz="1400"/>
            <a:t>存储数据的仓库，是长期存放在计算机内，有组织，可共享的</a:t>
          </a:r>
          <a:r>
            <a:rPr lang="zh-CN" altLang="en-US" sz="1800" b="1">
              <a:solidFill>
                <a:srgbClr val="FF0000"/>
              </a:solidFill>
            </a:rPr>
            <a:t>大量数据的集合</a:t>
          </a:r>
          <a:r>
            <a:rPr lang="zh-CN" altLang="en-US" sz="1400"/>
            <a:t>。</a:t>
          </a:r>
        </a:p>
      </dgm:t>
    </dgm:pt>
    <dgm:pt modelId="{5961D569-2ED4-400B-BAF5-4F195FD0F995}" type="parTrans" cxnId="{DFDD8028-9C17-434F-AB65-B6B5A238A878}">
      <dgm:prSet/>
      <dgm:spPr/>
      <dgm:t>
        <a:bodyPr/>
        <a:lstStyle/>
        <a:p>
          <a:endParaRPr lang="zh-CN" altLang="en-US" sz="2000"/>
        </a:p>
      </dgm:t>
    </dgm:pt>
    <dgm:pt modelId="{78391D59-94F7-42A1-9E8A-81ACC2C04487}" type="sibTrans" cxnId="{DFDD8028-9C17-434F-AB65-B6B5A238A878}">
      <dgm:prSet/>
      <dgm:spPr/>
      <dgm:t>
        <a:bodyPr/>
        <a:lstStyle/>
        <a:p>
          <a:endParaRPr lang="zh-CN" altLang="en-US" sz="2000"/>
        </a:p>
      </dgm:t>
    </dgm:pt>
    <dgm:pt modelId="{58EB6B4D-5658-4F42-A45A-390220875720}">
      <dgm:prSet custT="1"/>
      <dgm:spPr/>
      <dgm:t>
        <a:bodyPr/>
        <a:lstStyle/>
        <a:p>
          <a:r>
            <a:rPr lang="zh-CN" altLang="en-US" sz="1400"/>
            <a:t>数据库管理系统（</a:t>
          </a:r>
          <a:r>
            <a:rPr lang="en-US" altLang="en-US" sz="1400"/>
            <a:t>DBMS</a:t>
          </a:r>
          <a:r>
            <a:rPr lang="zh-CN" altLang="en-US" sz="1400"/>
            <a:t>），用户与操作系统之间的一层</a:t>
          </a:r>
          <a:r>
            <a:rPr lang="zh-CN" altLang="en-US" sz="1800" b="1">
              <a:solidFill>
                <a:srgbClr val="FF0000"/>
              </a:solidFill>
            </a:rPr>
            <a:t>数据管理软件</a:t>
          </a:r>
          <a:r>
            <a:rPr lang="zh-CN" altLang="en-US" sz="1400"/>
            <a:t>。</a:t>
          </a:r>
        </a:p>
      </dgm:t>
    </dgm:pt>
    <dgm:pt modelId="{B7EB6DA2-5CF6-4691-A4A2-5129BD398937}" type="parTrans" cxnId="{A27FEE64-B58F-4728-A2FC-82B01800A654}">
      <dgm:prSet/>
      <dgm:spPr/>
      <dgm:t>
        <a:bodyPr/>
        <a:lstStyle/>
        <a:p>
          <a:endParaRPr lang="zh-CN" altLang="en-US" sz="2000"/>
        </a:p>
      </dgm:t>
    </dgm:pt>
    <dgm:pt modelId="{8613CA96-07A2-40EF-8013-59EB08D3239C}" type="sibTrans" cxnId="{A27FEE64-B58F-4728-A2FC-82B01800A654}">
      <dgm:prSet/>
      <dgm:spPr/>
      <dgm:t>
        <a:bodyPr/>
        <a:lstStyle/>
        <a:p>
          <a:endParaRPr lang="zh-CN" altLang="en-US" sz="2000"/>
        </a:p>
      </dgm:t>
    </dgm:pt>
    <dgm:pt modelId="{300A615A-7D75-4E8A-B1CE-0E90558031F3}">
      <dgm:prSet custT="1"/>
      <dgm:spPr/>
      <dgm:t>
        <a:bodyPr/>
        <a:lstStyle/>
        <a:p>
          <a:r>
            <a:rPr lang="zh-CN" altLang="en-US" sz="1400"/>
            <a:t>主要功能：</a:t>
          </a:r>
        </a:p>
      </dgm:t>
    </dgm:pt>
    <dgm:pt modelId="{F32B603D-EBD0-4F34-9E28-B0E0627CA47D}" type="parTrans" cxnId="{EFBFF0D4-05E1-4022-8743-F15BD7569684}">
      <dgm:prSet/>
      <dgm:spPr/>
      <dgm:t>
        <a:bodyPr/>
        <a:lstStyle/>
        <a:p>
          <a:endParaRPr lang="zh-CN" altLang="en-US" sz="2000"/>
        </a:p>
      </dgm:t>
    </dgm:pt>
    <dgm:pt modelId="{0836640A-CBD3-4A5A-AC70-BC2858703E21}" type="sibTrans" cxnId="{EFBFF0D4-05E1-4022-8743-F15BD7569684}">
      <dgm:prSet/>
      <dgm:spPr/>
      <dgm:t>
        <a:bodyPr/>
        <a:lstStyle/>
        <a:p>
          <a:endParaRPr lang="zh-CN" altLang="en-US" sz="2000"/>
        </a:p>
      </dgm:t>
    </dgm:pt>
    <dgm:pt modelId="{129B7061-2FD4-4355-9C80-C6D8C4721F82}">
      <dgm:prSet custT="1"/>
      <dgm:spPr/>
      <dgm:t>
        <a:bodyPr/>
        <a:lstStyle/>
        <a:p>
          <a:r>
            <a:rPr lang="zh-CN" altLang="en-US" sz="1400"/>
            <a:t>数据定义功能：提供数据定义语言</a:t>
          </a:r>
          <a:r>
            <a:rPr lang="en-US" altLang="en-US" sz="1400"/>
            <a:t>DDL</a:t>
          </a:r>
          <a:endParaRPr lang="zh-CN" altLang="en-US" sz="1400"/>
        </a:p>
      </dgm:t>
    </dgm:pt>
    <dgm:pt modelId="{ABE25F3A-8B51-4812-980B-F04BBAE56E71}" type="parTrans" cxnId="{F3B72653-B9FE-444A-A5B9-98017F5B8713}">
      <dgm:prSet/>
      <dgm:spPr/>
      <dgm:t>
        <a:bodyPr/>
        <a:lstStyle/>
        <a:p>
          <a:endParaRPr lang="zh-CN" altLang="en-US" sz="2000"/>
        </a:p>
      </dgm:t>
    </dgm:pt>
    <dgm:pt modelId="{E358FC0A-6E0A-4602-90EE-6E1A08194A86}" type="sibTrans" cxnId="{F3B72653-B9FE-444A-A5B9-98017F5B8713}">
      <dgm:prSet/>
      <dgm:spPr/>
      <dgm:t>
        <a:bodyPr/>
        <a:lstStyle/>
        <a:p>
          <a:endParaRPr lang="zh-CN" altLang="en-US" sz="2000"/>
        </a:p>
      </dgm:t>
    </dgm:pt>
    <dgm:pt modelId="{0D2F8788-5CA7-4F46-BFDB-627727573166}">
      <dgm:prSet custT="1"/>
      <dgm:spPr/>
      <dgm:t>
        <a:bodyPr/>
        <a:lstStyle/>
        <a:p>
          <a:r>
            <a:rPr lang="zh-CN" altLang="en-US" sz="1400"/>
            <a:t>数据操纵功能：提供数据操纵语言</a:t>
          </a:r>
          <a:r>
            <a:rPr lang="en-US" altLang="en-US" sz="1400"/>
            <a:t>DML</a:t>
          </a:r>
          <a:endParaRPr lang="zh-CN" altLang="en-US" sz="1400"/>
        </a:p>
      </dgm:t>
    </dgm:pt>
    <dgm:pt modelId="{D4691A06-5F7E-4228-90D1-5ADF0D247E74}" type="parTrans" cxnId="{957143BC-6ED4-47F2-B05A-95713DB556D6}">
      <dgm:prSet/>
      <dgm:spPr/>
      <dgm:t>
        <a:bodyPr/>
        <a:lstStyle/>
        <a:p>
          <a:endParaRPr lang="zh-CN" altLang="en-US" sz="2000"/>
        </a:p>
      </dgm:t>
    </dgm:pt>
    <dgm:pt modelId="{FC143E09-CC44-4B3D-AF54-0B78F7C81F12}" type="sibTrans" cxnId="{957143BC-6ED4-47F2-B05A-95713DB556D6}">
      <dgm:prSet/>
      <dgm:spPr/>
      <dgm:t>
        <a:bodyPr/>
        <a:lstStyle/>
        <a:p>
          <a:endParaRPr lang="zh-CN" altLang="en-US" sz="2000"/>
        </a:p>
      </dgm:t>
    </dgm:pt>
    <dgm:pt modelId="{DDE135AA-AD22-4055-B8B9-84024437DB09}">
      <dgm:prSet custT="1"/>
      <dgm:spPr/>
      <dgm:t>
        <a:bodyPr/>
        <a:lstStyle/>
        <a:p>
          <a:r>
            <a:rPr lang="zh-CN" altLang="en-US" sz="1400"/>
            <a:t>其他功能：与网络中其他软件系统的通信功能</a:t>
          </a:r>
        </a:p>
      </dgm:t>
    </dgm:pt>
    <dgm:pt modelId="{E1665D14-8C73-4C40-AAE4-A26EFBCE993E}" type="parTrans" cxnId="{84AA7FD8-B28A-44D4-95B9-69DFC0EE4FE6}">
      <dgm:prSet/>
      <dgm:spPr/>
      <dgm:t>
        <a:bodyPr/>
        <a:lstStyle/>
        <a:p>
          <a:endParaRPr lang="zh-CN" altLang="en-US" sz="2000"/>
        </a:p>
      </dgm:t>
    </dgm:pt>
    <dgm:pt modelId="{3F579E3F-8C24-4992-916F-618BBECA08ED}" type="sibTrans" cxnId="{84AA7FD8-B28A-44D4-95B9-69DFC0EE4FE6}">
      <dgm:prSet/>
      <dgm:spPr/>
      <dgm:t>
        <a:bodyPr/>
        <a:lstStyle/>
        <a:p>
          <a:endParaRPr lang="zh-CN" altLang="en-US" sz="2000"/>
        </a:p>
      </dgm:t>
    </dgm:pt>
    <dgm:pt modelId="{5C1123E3-AD31-4A3D-9568-435859ADA32E}">
      <dgm:prSet custT="1"/>
      <dgm:spPr/>
      <dgm:t>
        <a:bodyPr/>
        <a:lstStyle/>
        <a:p>
          <a:r>
            <a:rPr lang="zh-CN" altLang="en-US" sz="1600"/>
            <a:t>计算机系统中引入数据库后的系统，一般有</a:t>
          </a:r>
          <a:r>
            <a:rPr lang="zh-CN" altLang="en-US" sz="1800" b="1">
              <a:solidFill>
                <a:srgbClr val="FF0000"/>
              </a:solidFill>
            </a:rPr>
            <a:t>数据库、数据库管理系统、应用系统、数据库管理员（</a:t>
          </a:r>
          <a:r>
            <a:rPr lang="en-US" altLang="en-US" sz="1800" b="1">
              <a:solidFill>
                <a:srgbClr val="FF0000"/>
              </a:solidFill>
            </a:rPr>
            <a:t>DBA</a:t>
          </a:r>
          <a:r>
            <a:rPr lang="zh-CN" altLang="en-US" sz="1800" b="1">
              <a:solidFill>
                <a:srgbClr val="FF0000"/>
              </a:solidFill>
            </a:rPr>
            <a:t>）</a:t>
          </a:r>
          <a:r>
            <a:rPr lang="zh-CN" altLang="en-US" sz="1600"/>
            <a:t>构成，常简称数据库。</a:t>
          </a:r>
        </a:p>
      </dgm:t>
    </dgm:pt>
    <dgm:pt modelId="{AC350577-D4AC-49EE-967B-9B4579AC3BD1}" type="parTrans" cxnId="{16D1F0EF-27E6-4821-9009-467F8A490E28}">
      <dgm:prSet/>
      <dgm:spPr/>
      <dgm:t>
        <a:bodyPr/>
        <a:lstStyle/>
        <a:p>
          <a:endParaRPr lang="zh-CN" altLang="en-US" sz="2000"/>
        </a:p>
      </dgm:t>
    </dgm:pt>
    <dgm:pt modelId="{8E379E45-E7D9-4545-B11A-85836ABCA650}" type="sibTrans" cxnId="{16D1F0EF-27E6-4821-9009-467F8A490E28}">
      <dgm:prSet/>
      <dgm:spPr/>
      <dgm:t>
        <a:bodyPr/>
        <a:lstStyle/>
        <a:p>
          <a:endParaRPr lang="zh-CN" altLang="en-US" sz="2000"/>
        </a:p>
      </dgm:t>
    </dgm:pt>
    <dgm:pt modelId="{376F463A-053B-4CE3-8D64-953F08066974}" type="pres">
      <dgm:prSet presAssocID="{7DFC6E18-4E8C-4377-9F56-F599E40A10C0}" presName="linear" presStyleCnt="0">
        <dgm:presLayoutVars>
          <dgm:dir/>
          <dgm:animLvl val="lvl"/>
          <dgm:resizeHandles val="exact"/>
        </dgm:presLayoutVars>
      </dgm:prSet>
      <dgm:spPr/>
    </dgm:pt>
    <dgm:pt modelId="{6B8C5D96-5FDE-4613-9208-B441461A89D7}" type="pres">
      <dgm:prSet presAssocID="{448860D4-8321-4CF2-8B85-35E36DB2ED72}" presName="parentLin" presStyleCnt="0"/>
      <dgm:spPr/>
    </dgm:pt>
    <dgm:pt modelId="{36FB6526-0BB5-4ABB-8917-C652F1175A4C}" type="pres">
      <dgm:prSet presAssocID="{448860D4-8321-4CF2-8B85-35E36DB2ED72}" presName="parentLeftMargin" presStyleLbl="node1" presStyleIdx="0" presStyleCnt="4"/>
      <dgm:spPr/>
    </dgm:pt>
    <dgm:pt modelId="{A18EBFB1-508D-4F43-A47A-7F69C82354C1}" type="pres">
      <dgm:prSet presAssocID="{448860D4-8321-4CF2-8B85-35E36DB2ED72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C4F9D87A-8289-4429-AFBE-CC2C5316D833}" type="pres">
      <dgm:prSet presAssocID="{448860D4-8321-4CF2-8B85-35E36DB2ED72}" presName="negativeSpace" presStyleCnt="0"/>
      <dgm:spPr/>
    </dgm:pt>
    <dgm:pt modelId="{D292F75E-0755-4E4B-9F08-5568295EFF91}" type="pres">
      <dgm:prSet presAssocID="{448860D4-8321-4CF2-8B85-35E36DB2ED72}" presName="childText" presStyleLbl="conFgAcc1" presStyleIdx="0" presStyleCnt="4">
        <dgm:presLayoutVars>
          <dgm:bulletEnabled val="1"/>
        </dgm:presLayoutVars>
      </dgm:prSet>
      <dgm:spPr/>
    </dgm:pt>
    <dgm:pt modelId="{737B1A6E-C31A-45EE-B2F7-35288693D2EB}" type="pres">
      <dgm:prSet presAssocID="{0AA05E5A-3D96-4384-A9B3-E92D38EB2B5E}" presName="spaceBetweenRectangles" presStyleCnt="0"/>
      <dgm:spPr/>
    </dgm:pt>
    <dgm:pt modelId="{87D06113-25F5-48E3-9F32-361768364F19}" type="pres">
      <dgm:prSet presAssocID="{70D5C460-953C-45D6-BDAC-5AF8D61A759A}" presName="parentLin" presStyleCnt="0"/>
      <dgm:spPr/>
    </dgm:pt>
    <dgm:pt modelId="{9CD0D82E-90E8-4CF3-9F8C-A605639B015D}" type="pres">
      <dgm:prSet presAssocID="{70D5C460-953C-45D6-BDAC-5AF8D61A759A}" presName="parentLeftMargin" presStyleLbl="node1" presStyleIdx="0" presStyleCnt="4"/>
      <dgm:spPr/>
    </dgm:pt>
    <dgm:pt modelId="{DFE400D3-CB54-4A19-94BC-EFB02CD95E1A}" type="pres">
      <dgm:prSet presAssocID="{70D5C460-953C-45D6-BDAC-5AF8D61A759A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57435484-C6E1-4293-9F0F-32AD22746FAE}" type="pres">
      <dgm:prSet presAssocID="{70D5C460-953C-45D6-BDAC-5AF8D61A759A}" presName="negativeSpace" presStyleCnt="0"/>
      <dgm:spPr/>
    </dgm:pt>
    <dgm:pt modelId="{B1DC8262-6EFB-44E2-B6D8-B126DFFF266D}" type="pres">
      <dgm:prSet presAssocID="{70D5C460-953C-45D6-BDAC-5AF8D61A759A}" presName="childText" presStyleLbl="conFgAcc1" presStyleIdx="1" presStyleCnt="4">
        <dgm:presLayoutVars>
          <dgm:bulletEnabled val="1"/>
        </dgm:presLayoutVars>
      </dgm:prSet>
      <dgm:spPr/>
    </dgm:pt>
    <dgm:pt modelId="{0DC39050-FAA7-4C1A-8FD5-DFD80AE27D0E}" type="pres">
      <dgm:prSet presAssocID="{BC218288-B2BC-437E-A49A-8012FE420478}" presName="spaceBetweenRectangles" presStyleCnt="0"/>
      <dgm:spPr/>
    </dgm:pt>
    <dgm:pt modelId="{091EEF61-8AE1-4BF3-81FC-7EEBD39E082A}" type="pres">
      <dgm:prSet presAssocID="{62BAFE9A-CBA7-4CB4-8232-32BA99FF02CD}" presName="parentLin" presStyleCnt="0"/>
      <dgm:spPr/>
    </dgm:pt>
    <dgm:pt modelId="{7A126A2A-B60A-48F0-8890-F12B35F68500}" type="pres">
      <dgm:prSet presAssocID="{62BAFE9A-CBA7-4CB4-8232-32BA99FF02CD}" presName="parentLeftMargin" presStyleLbl="node1" presStyleIdx="1" presStyleCnt="4"/>
      <dgm:spPr/>
    </dgm:pt>
    <dgm:pt modelId="{6E3BF026-FC98-4EAD-83F8-02451A249E7F}" type="pres">
      <dgm:prSet presAssocID="{62BAFE9A-CBA7-4CB4-8232-32BA99FF02CD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87DD6207-0FE3-40EC-82D9-FE4F24C66D1C}" type="pres">
      <dgm:prSet presAssocID="{62BAFE9A-CBA7-4CB4-8232-32BA99FF02CD}" presName="negativeSpace" presStyleCnt="0"/>
      <dgm:spPr/>
    </dgm:pt>
    <dgm:pt modelId="{D263F606-8620-4997-93BA-8D186A964C33}" type="pres">
      <dgm:prSet presAssocID="{62BAFE9A-CBA7-4CB4-8232-32BA99FF02CD}" presName="childText" presStyleLbl="conFgAcc1" presStyleIdx="2" presStyleCnt="4">
        <dgm:presLayoutVars>
          <dgm:bulletEnabled val="1"/>
        </dgm:presLayoutVars>
      </dgm:prSet>
      <dgm:spPr/>
    </dgm:pt>
    <dgm:pt modelId="{27AC8EE8-28E3-44FC-AF58-EFD362BFCB33}" type="pres">
      <dgm:prSet presAssocID="{96755D9C-EA63-4D20-9025-7078C74BF032}" presName="spaceBetweenRectangles" presStyleCnt="0"/>
      <dgm:spPr/>
    </dgm:pt>
    <dgm:pt modelId="{4DF7A5D1-784B-40F2-BE65-A8D847E259E8}" type="pres">
      <dgm:prSet presAssocID="{ACD48B05-A2F8-4253-ACE6-A12BE701FEF2}" presName="parentLin" presStyleCnt="0"/>
      <dgm:spPr/>
    </dgm:pt>
    <dgm:pt modelId="{01F03B89-8B43-400B-AB3A-3F5381432932}" type="pres">
      <dgm:prSet presAssocID="{ACD48B05-A2F8-4253-ACE6-A12BE701FEF2}" presName="parentLeftMargin" presStyleLbl="node1" presStyleIdx="2" presStyleCnt="4"/>
      <dgm:spPr/>
    </dgm:pt>
    <dgm:pt modelId="{65CE1B8B-90D8-4FE4-B34F-1F19EE90747B}" type="pres">
      <dgm:prSet presAssocID="{ACD48B05-A2F8-4253-ACE6-A12BE701FEF2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ACC40CEC-54CB-406A-A1C1-8C25188EC646}" type="pres">
      <dgm:prSet presAssocID="{ACD48B05-A2F8-4253-ACE6-A12BE701FEF2}" presName="negativeSpace" presStyleCnt="0"/>
      <dgm:spPr/>
    </dgm:pt>
    <dgm:pt modelId="{148E4697-48A6-49CC-91C9-7A69C8244314}" type="pres">
      <dgm:prSet presAssocID="{ACD48B05-A2F8-4253-ACE6-A12BE701FEF2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802BE701-60D8-40B6-AC73-040F0AE4A428}" srcId="{448860D4-8321-4CF2-8B85-35E36DB2ED72}" destId="{187D279E-BBC8-42C2-A8B6-875FC6D07F5C}" srcOrd="0" destOrd="0" parTransId="{53AE0605-033D-41D7-A22F-20DF0A771BD3}" sibTransId="{EB36A57B-D161-4507-B189-9375BC26278F}"/>
    <dgm:cxn modelId="{8CDC9F0D-E809-448F-9D31-567912FDA79B}" type="presOf" srcId="{62BAFE9A-CBA7-4CB4-8232-32BA99FF02CD}" destId="{7A126A2A-B60A-48F0-8890-F12B35F68500}" srcOrd="0" destOrd="0" presId="urn:microsoft.com/office/officeart/2005/8/layout/list1"/>
    <dgm:cxn modelId="{65884E0F-EF50-4335-B8E8-0473B74B0FCB}" type="presOf" srcId="{300A615A-7D75-4E8A-B1CE-0E90558031F3}" destId="{D263F606-8620-4997-93BA-8D186A964C33}" srcOrd="0" destOrd="1" presId="urn:microsoft.com/office/officeart/2005/8/layout/list1"/>
    <dgm:cxn modelId="{DFDD8028-9C17-434F-AB65-B6B5A238A878}" srcId="{70D5C460-953C-45D6-BDAC-5AF8D61A759A}" destId="{541ECA5F-CDDD-4C5A-BFDD-7927E71263DE}" srcOrd="0" destOrd="0" parTransId="{5961D569-2ED4-400B-BAF5-4F195FD0F995}" sibTransId="{78391D59-94F7-42A1-9E8A-81ACC2C04487}"/>
    <dgm:cxn modelId="{56D52B29-9CB6-489A-8BFD-3F0F0BD9D57C}" type="presOf" srcId="{DDE135AA-AD22-4055-B8B9-84024437DB09}" destId="{D263F606-8620-4997-93BA-8D186A964C33}" srcOrd="0" destOrd="4" presId="urn:microsoft.com/office/officeart/2005/8/layout/list1"/>
    <dgm:cxn modelId="{DE233B2E-9394-4950-AA16-5E20963A092E}" type="presOf" srcId="{58EB6B4D-5658-4F42-A45A-390220875720}" destId="{D263F606-8620-4997-93BA-8D186A964C33}" srcOrd="0" destOrd="0" presId="urn:microsoft.com/office/officeart/2005/8/layout/list1"/>
    <dgm:cxn modelId="{5A93363D-C710-4245-8E6D-73A691CBA396}" type="presOf" srcId="{5C1123E3-AD31-4A3D-9568-435859ADA32E}" destId="{148E4697-48A6-49CC-91C9-7A69C8244314}" srcOrd="0" destOrd="0" presId="urn:microsoft.com/office/officeart/2005/8/layout/list1"/>
    <dgm:cxn modelId="{43707F3F-43C8-4E6C-9DA7-58E07683D30D}" srcId="{7DFC6E18-4E8C-4377-9F56-F599E40A10C0}" destId="{70D5C460-953C-45D6-BDAC-5AF8D61A759A}" srcOrd="1" destOrd="0" parTransId="{E9B3DECD-D86F-4957-B3F7-354D21296F59}" sibTransId="{BC218288-B2BC-437E-A49A-8012FE420478}"/>
    <dgm:cxn modelId="{A27FEE64-B58F-4728-A2FC-82B01800A654}" srcId="{62BAFE9A-CBA7-4CB4-8232-32BA99FF02CD}" destId="{58EB6B4D-5658-4F42-A45A-390220875720}" srcOrd="0" destOrd="0" parTransId="{B7EB6DA2-5CF6-4691-A4A2-5129BD398937}" sibTransId="{8613CA96-07A2-40EF-8013-59EB08D3239C}"/>
    <dgm:cxn modelId="{B0E4A350-E976-42F0-B7BD-E17A581BB309}" type="presOf" srcId="{187D279E-BBC8-42C2-A8B6-875FC6D07F5C}" destId="{D292F75E-0755-4E4B-9F08-5568295EFF91}" srcOrd="0" destOrd="0" presId="urn:microsoft.com/office/officeart/2005/8/layout/list1"/>
    <dgm:cxn modelId="{F3B72653-B9FE-444A-A5B9-98017F5B8713}" srcId="{62BAFE9A-CBA7-4CB4-8232-32BA99FF02CD}" destId="{129B7061-2FD4-4355-9C80-C6D8C4721F82}" srcOrd="2" destOrd="0" parTransId="{ABE25F3A-8B51-4812-980B-F04BBAE56E71}" sibTransId="{E358FC0A-6E0A-4602-90EE-6E1A08194A86}"/>
    <dgm:cxn modelId="{D1640578-B447-47E1-BA87-8C3C37146064}" type="presOf" srcId="{62BAFE9A-CBA7-4CB4-8232-32BA99FF02CD}" destId="{6E3BF026-FC98-4EAD-83F8-02451A249E7F}" srcOrd="1" destOrd="0" presId="urn:microsoft.com/office/officeart/2005/8/layout/list1"/>
    <dgm:cxn modelId="{258A827D-7628-4CEA-BC6E-53A7536A19DF}" type="presOf" srcId="{70D5C460-953C-45D6-BDAC-5AF8D61A759A}" destId="{DFE400D3-CB54-4A19-94BC-EFB02CD95E1A}" srcOrd="1" destOrd="0" presId="urn:microsoft.com/office/officeart/2005/8/layout/list1"/>
    <dgm:cxn modelId="{CB6AC5A7-0DEB-4477-BE0F-D04D7619E009}" type="presOf" srcId="{7DFC6E18-4E8C-4377-9F56-F599E40A10C0}" destId="{376F463A-053B-4CE3-8D64-953F08066974}" srcOrd="0" destOrd="0" presId="urn:microsoft.com/office/officeart/2005/8/layout/list1"/>
    <dgm:cxn modelId="{7D5EF7A9-0ADF-4F1D-A3AC-414EF6F9229F}" type="presOf" srcId="{ACD48B05-A2F8-4253-ACE6-A12BE701FEF2}" destId="{01F03B89-8B43-400B-AB3A-3F5381432932}" srcOrd="0" destOrd="0" presId="urn:microsoft.com/office/officeart/2005/8/layout/list1"/>
    <dgm:cxn modelId="{9D408CB4-D488-443F-A935-D4BDC2D84880}" srcId="{7DFC6E18-4E8C-4377-9F56-F599E40A10C0}" destId="{448860D4-8321-4CF2-8B85-35E36DB2ED72}" srcOrd="0" destOrd="0" parTransId="{B367BACB-A92F-4383-A0A8-AFB4D1BD7DFC}" sibTransId="{0AA05E5A-3D96-4384-A9B3-E92D38EB2B5E}"/>
    <dgm:cxn modelId="{DA2B1DBA-8C26-4C2B-BCF5-B3FBA41E5E89}" type="presOf" srcId="{541ECA5F-CDDD-4C5A-BFDD-7927E71263DE}" destId="{B1DC8262-6EFB-44E2-B6D8-B126DFFF266D}" srcOrd="0" destOrd="0" presId="urn:microsoft.com/office/officeart/2005/8/layout/list1"/>
    <dgm:cxn modelId="{1A777EBB-9C52-4187-9FBA-AEF33A0AFB68}" type="presOf" srcId="{129B7061-2FD4-4355-9C80-C6D8C4721F82}" destId="{D263F606-8620-4997-93BA-8D186A964C33}" srcOrd="0" destOrd="2" presId="urn:microsoft.com/office/officeart/2005/8/layout/list1"/>
    <dgm:cxn modelId="{957143BC-6ED4-47F2-B05A-95713DB556D6}" srcId="{62BAFE9A-CBA7-4CB4-8232-32BA99FF02CD}" destId="{0D2F8788-5CA7-4F46-BFDB-627727573166}" srcOrd="3" destOrd="0" parTransId="{D4691A06-5F7E-4228-90D1-5ADF0D247E74}" sibTransId="{FC143E09-CC44-4B3D-AF54-0B78F7C81F12}"/>
    <dgm:cxn modelId="{42CBA9C6-3591-441C-B4EF-F031247E5A8B}" type="presOf" srcId="{448860D4-8321-4CF2-8B85-35E36DB2ED72}" destId="{36FB6526-0BB5-4ABB-8917-C652F1175A4C}" srcOrd="0" destOrd="0" presId="urn:microsoft.com/office/officeart/2005/8/layout/list1"/>
    <dgm:cxn modelId="{0A40C0D3-8CD9-41BC-A7F0-E1CF01FF220F}" type="presOf" srcId="{ACD48B05-A2F8-4253-ACE6-A12BE701FEF2}" destId="{65CE1B8B-90D8-4FE4-B34F-1F19EE90747B}" srcOrd="1" destOrd="0" presId="urn:microsoft.com/office/officeart/2005/8/layout/list1"/>
    <dgm:cxn modelId="{EFBFF0D4-05E1-4022-8743-F15BD7569684}" srcId="{62BAFE9A-CBA7-4CB4-8232-32BA99FF02CD}" destId="{300A615A-7D75-4E8A-B1CE-0E90558031F3}" srcOrd="1" destOrd="0" parTransId="{F32B603D-EBD0-4F34-9E28-B0E0627CA47D}" sibTransId="{0836640A-CBD3-4A5A-AC70-BC2858703E21}"/>
    <dgm:cxn modelId="{84AA7FD8-B28A-44D4-95B9-69DFC0EE4FE6}" srcId="{62BAFE9A-CBA7-4CB4-8232-32BA99FF02CD}" destId="{DDE135AA-AD22-4055-B8B9-84024437DB09}" srcOrd="4" destOrd="0" parTransId="{E1665D14-8C73-4C40-AAE4-A26EFBCE993E}" sibTransId="{3F579E3F-8C24-4992-916F-618BBECA08ED}"/>
    <dgm:cxn modelId="{6FA5B3E8-65C8-4185-A00E-557FA115C304}" type="presOf" srcId="{70D5C460-953C-45D6-BDAC-5AF8D61A759A}" destId="{9CD0D82E-90E8-4CF3-9F8C-A605639B015D}" srcOrd="0" destOrd="0" presId="urn:microsoft.com/office/officeart/2005/8/layout/list1"/>
    <dgm:cxn modelId="{95A25BEA-A9A6-44EC-9561-6351E1F90102}" srcId="{7DFC6E18-4E8C-4377-9F56-F599E40A10C0}" destId="{62BAFE9A-CBA7-4CB4-8232-32BA99FF02CD}" srcOrd="2" destOrd="0" parTransId="{F2CDAF79-9E8C-42C7-8C9B-32ED56FFFC67}" sibTransId="{96755D9C-EA63-4D20-9025-7078C74BF032}"/>
    <dgm:cxn modelId="{25BA8AEA-4185-4520-A7F9-4577226C9519}" srcId="{7DFC6E18-4E8C-4377-9F56-F599E40A10C0}" destId="{ACD48B05-A2F8-4253-ACE6-A12BE701FEF2}" srcOrd="3" destOrd="0" parTransId="{CCC4FB38-30EB-4B46-89D1-AFCED51A212C}" sibTransId="{A1E354E2-D6EC-407D-9E77-81584E1DFFDB}"/>
    <dgm:cxn modelId="{20D0DCED-2E26-4E0A-9AEF-E0EEDB9AB4C7}" type="presOf" srcId="{448860D4-8321-4CF2-8B85-35E36DB2ED72}" destId="{A18EBFB1-508D-4F43-A47A-7F69C82354C1}" srcOrd="1" destOrd="0" presId="urn:microsoft.com/office/officeart/2005/8/layout/list1"/>
    <dgm:cxn modelId="{16D1F0EF-27E6-4821-9009-467F8A490E28}" srcId="{ACD48B05-A2F8-4253-ACE6-A12BE701FEF2}" destId="{5C1123E3-AD31-4A3D-9568-435859ADA32E}" srcOrd="0" destOrd="0" parTransId="{AC350577-D4AC-49EE-967B-9B4579AC3BD1}" sibTransId="{8E379E45-E7D9-4545-B11A-85836ABCA650}"/>
    <dgm:cxn modelId="{A8F4FBF8-F890-46E9-99C2-B4B0DDAAB3A9}" type="presOf" srcId="{0D2F8788-5CA7-4F46-BFDB-627727573166}" destId="{D263F606-8620-4997-93BA-8D186A964C33}" srcOrd="0" destOrd="3" presId="urn:microsoft.com/office/officeart/2005/8/layout/list1"/>
    <dgm:cxn modelId="{E668C6ED-518A-46D7-BC44-316F532BA874}" type="presParOf" srcId="{376F463A-053B-4CE3-8D64-953F08066974}" destId="{6B8C5D96-5FDE-4613-9208-B441461A89D7}" srcOrd="0" destOrd="0" presId="urn:microsoft.com/office/officeart/2005/8/layout/list1"/>
    <dgm:cxn modelId="{6F3F5BA2-E866-4173-9524-BEC6B0A3DA7A}" type="presParOf" srcId="{6B8C5D96-5FDE-4613-9208-B441461A89D7}" destId="{36FB6526-0BB5-4ABB-8917-C652F1175A4C}" srcOrd="0" destOrd="0" presId="urn:microsoft.com/office/officeart/2005/8/layout/list1"/>
    <dgm:cxn modelId="{78DA1BF6-1272-4537-AE7C-65CFACBACBA1}" type="presParOf" srcId="{6B8C5D96-5FDE-4613-9208-B441461A89D7}" destId="{A18EBFB1-508D-4F43-A47A-7F69C82354C1}" srcOrd="1" destOrd="0" presId="urn:microsoft.com/office/officeart/2005/8/layout/list1"/>
    <dgm:cxn modelId="{1F4C7223-292F-4500-8E29-505B0AF7B704}" type="presParOf" srcId="{376F463A-053B-4CE3-8D64-953F08066974}" destId="{C4F9D87A-8289-4429-AFBE-CC2C5316D833}" srcOrd="1" destOrd="0" presId="urn:microsoft.com/office/officeart/2005/8/layout/list1"/>
    <dgm:cxn modelId="{BA59C738-791C-49B1-88CF-86EC2289D82E}" type="presParOf" srcId="{376F463A-053B-4CE3-8D64-953F08066974}" destId="{D292F75E-0755-4E4B-9F08-5568295EFF91}" srcOrd="2" destOrd="0" presId="urn:microsoft.com/office/officeart/2005/8/layout/list1"/>
    <dgm:cxn modelId="{2C8DE880-2E5A-4E40-9D3A-8CB462858109}" type="presParOf" srcId="{376F463A-053B-4CE3-8D64-953F08066974}" destId="{737B1A6E-C31A-45EE-B2F7-35288693D2EB}" srcOrd="3" destOrd="0" presId="urn:microsoft.com/office/officeart/2005/8/layout/list1"/>
    <dgm:cxn modelId="{EA7E3E7A-C535-4D61-867A-EF87720F613A}" type="presParOf" srcId="{376F463A-053B-4CE3-8D64-953F08066974}" destId="{87D06113-25F5-48E3-9F32-361768364F19}" srcOrd="4" destOrd="0" presId="urn:microsoft.com/office/officeart/2005/8/layout/list1"/>
    <dgm:cxn modelId="{8DFFF922-B0D7-42FC-B570-E49185E9E892}" type="presParOf" srcId="{87D06113-25F5-48E3-9F32-361768364F19}" destId="{9CD0D82E-90E8-4CF3-9F8C-A605639B015D}" srcOrd="0" destOrd="0" presId="urn:microsoft.com/office/officeart/2005/8/layout/list1"/>
    <dgm:cxn modelId="{21CFD50D-BE39-4461-9E83-564028221002}" type="presParOf" srcId="{87D06113-25F5-48E3-9F32-361768364F19}" destId="{DFE400D3-CB54-4A19-94BC-EFB02CD95E1A}" srcOrd="1" destOrd="0" presId="urn:microsoft.com/office/officeart/2005/8/layout/list1"/>
    <dgm:cxn modelId="{149ED96F-30EA-48F5-860C-F4E9F73F8DA1}" type="presParOf" srcId="{376F463A-053B-4CE3-8D64-953F08066974}" destId="{57435484-C6E1-4293-9F0F-32AD22746FAE}" srcOrd="5" destOrd="0" presId="urn:microsoft.com/office/officeart/2005/8/layout/list1"/>
    <dgm:cxn modelId="{71EFA303-51EF-4CC1-8409-45B392025288}" type="presParOf" srcId="{376F463A-053B-4CE3-8D64-953F08066974}" destId="{B1DC8262-6EFB-44E2-B6D8-B126DFFF266D}" srcOrd="6" destOrd="0" presId="urn:microsoft.com/office/officeart/2005/8/layout/list1"/>
    <dgm:cxn modelId="{AF00D780-8ECB-4EFD-B2B9-A9DCF36C203C}" type="presParOf" srcId="{376F463A-053B-4CE3-8D64-953F08066974}" destId="{0DC39050-FAA7-4C1A-8FD5-DFD80AE27D0E}" srcOrd="7" destOrd="0" presId="urn:microsoft.com/office/officeart/2005/8/layout/list1"/>
    <dgm:cxn modelId="{03E2F7C1-5831-4581-B94B-737D7282EB62}" type="presParOf" srcId="{376F463A-053B-4CE3-8D64-953F08066974}" destId="{091EEF61-8AE1-4BF3-81FC-7EEBD39E082A}" srcOrd="8" destOrd="0" presId="urn:microsoft.com/office/officeart/2005/8/layout/list1"/>
    <dgm:cxn modelId="{56CC26BA-AF63-46CC-9F42-EBA046748EA5}" type="presParOf" srcId="{091EEF61-8AE1-4BF3-81FC-7EEBD39E082A}" destId="{7A126A2A-B60A-48F0-8890-F12B35F68500}" srcOrd="0" destOrd="0" presId="urn:microsoft.com/office/officeart/2005/8/layout/list1"/>
    <dgm:cxn modelId="{FD103552-AD52-4767-AE9C-CFACFEA81214}" type="presParOf" srcId="{091EEF61-8AE1-4BF3-81FC-7EEBD39E082A}" destId="{6E3BF026-FC98-4EAD-83F8-02451A249E7F}" srcOrd="1" destOrd="0" presId="urn:microsoft.com/office/officeart/2005/8/layout/list1"/>
    <dgm:cxn modelId="{0B10E43F-2EA7-4B09-AD57-5EB807E03F57}" type="presParOf" srcId="{376F463A-053B-4CE3-8D64-953F08066974}" destId="{87DD6207-0FE3-40EC-82D9-FE4F24C66D1C}" srcOrd="9" destOrd="0" presId="urn:microsoft.com/office/officeart/2005/8/layout/list1"/>
    <dgm:cxn modelId="{7D79ECCE-290A-4C5F-9471-2570D98FC5C7}" type="presParOf" srcId="{376F463A-053B-4CE3-8D64-953F08066974}" destId="{D263F606-8620-4997-93BA-8D186A964C33}" srcOrd="10" destOrd="0" presId="urn:microsoft.com/office/officeart/2005/8/layout/list1"/>
    <dgm:cxn modelId="{30E5E240-3727-44E8-B659-F74A2C9B55F7}" type="presParOf" srcId="{376F463A-053B-4CE3-8D64-953F08066974}" destId="{27AC8EE8-28E3-44FC-AF58-EFD362BFCB33}" srcOrd="11" destOrd="0" presId="urn:microsoft.com/office/officeart/2005/8/layout/list1"/>
    <dgm:cxn modelId="{61B481EE-C743-4625-B70B-D99F99633438}" type="presParOf" srcId="{376F463A-053B-4CE3-8D64-953F08066974}" destId="{4DF7A5D1-784B-40F2-BE65-A8D847E259E8}" srcOrd="12" destOrd="0" presId="urn:microsoft.com/office/officeart/2005/8/layout/list1"/>
    <dgm:cxn modelId="{B962FF52-678A-44B2-9A33-83DE2934567C}" type="presParOf" srcId="{4DF7A5D1-784B-40F2-BE65-A8D847E259E8}" destId="{01F03B89-8B43-400B-AB3A-3F5381432932}" srcOrd="0" destOrd="0" presId="urn:microsoft.com/office/officeart/2005/8/layout/list1"/>
    <dgm:cxn modelId="{4BA6CA8B-9CEF-4CC4-A6C2-4BB3AFE2D1B8}" type="presParOf" srcId="{4DF7A5D1-784B-40F2-BE65-A8D847E259E8}" destId="{65CE1B8B-90D8-4FE4-B34F-1F19EE90747B}" srcOrd="1" destOrd="0" presId="urn:microsoft.com/office/officeart/2005/8/layout/list1"/>
    <dgm:cxn modelId="{52A886C1-5494-49C4-B676-464617E41D11}" type="presParOf" srcId="{376F463A-053B-4CE3-8D64-953F08066974}" destId="{ACC40CEC-54CB-406A-A1C1-8C25188EC646}" srcOrd="13" destOrd="0" presId="urn:microsoft.com/office/officeart/2005/8/layout/list1"/>
    <dgm:cxn modelId="{8009B1B7-A73C-45EB-87A8-E46B1DB61FB0}" type="presParOf" srcId="{376F463A-053B-4CE3-8D64-953F08066974}" destId="{148E4697-48A6-49CC-91C9-7A69C8244314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03A2C80-20D3-4F25-B46F-4A098EF412CD}" type="doc">
      <dgm:prSet loTypeId="urn:microsoft.com/office/officeart/2005/8/layout/list1" loCatId="list" qsTypeId="urn:microsoft.com/office/officeart/2005/8/quickstyle/3d3" qsCatId="3D" csTypeId="urn:microsoft.com/office/officeart/2005/8/colors/accent0_2" csCatId="mainScheme" phldr="1"/>
      <dgm:spPr/>
      <dgm:t>
        <a:bodyPr/>
        <a:lstStyle/>
        <a:p>
          <a:endParaRPr lang="zh-CN" altLang="en-US"/>
        </a:p>
      </dgm:t>
    </dgm:pt>
    <dgm:pt modelId="{E6E7BBE8-9CCD-479D-9C79-F09632237FCD}">
      <dgm:prSet phldrT="[文本]"/>
      <dgm:spPr/>
      <dgm:t>
        <a:bodyPr/>
        <a:lstStyle/>
        <a:p>
          <a:pPr>
            <a:buNone/>
          </a:pPr>
          <a:r>
            <a:rPr lang="en-US" b="1"/>
            <a:t>A </a:t>
          </a:r>
          <a:r>
            <a:rPr lang="zh-CN" altLang="en-US" b="1"/>
            <a:t>代表 </a:t>
          </a:r>
          <a:r>
            <a:rPr lang="en-US" b="1"/>
            <a:t>Atomicity（</a:t>
          </a:r>
          <a:r>
            <a:rPr lang="zh-CN" altLang="en-US" b="1"/>
            <a:t>原子性）</a:t>
          </a:r>
          <a:endParaRPr lang="zh-CN" altLang="en-US"/>
        </a:p>
      </dgm:t>
    </dgm:pt>
    <dgm:pt modelId="{8FCFF891-E273-4B80-ACD4-F1E665FD8E21}" type="parTrans" cxnId="{877EF388-F812-4797-80CD-D063B899DAE3}">
      <dgm:prSet/>
      <dgm:spPr/>
      <dgm:t>
        <a:bodyPr/>
        <a:lstStyle/>
        <a:p>
          <a:endParaRPr lang="zh-CN" altLang="en-US"/>
        </a:p>
      </dgm:t>
    </dgm:pt>
    <dgm:pt modelId="{399F4FF4-3165-4A4F-90A6-5FA9E4CD3FD3}" type="sibTrans" cxnId="{877EF388-F812-4797-80CD-D063B899DAE3}">
      <dgm:prSet/>
      <dgm:spPr/>
      <dgm:t>
        <a:bodyPr/>
        <a:lstStyle/>
        <a:p>
          <a:endParaRPr lang="zh-CN" altLang="en-US"/>
        </a:p>
      </dgm:t>
    </dgm:pt>
    <dgm:pt modelId="{0B94C84B-2EB2-4B20-B94B-464A97BA1008}">
      <dgm:prSet phldrT="[文本]"/>
      <dgm:spPr/>
      <dgm:t>
        <a:bodyPr/>
        <a:lstStyle/>
        <a:p>
          <a:pPr>
            <a:buNone/>
          </a:pPr>
          <a:r>
            <a:rPr lang="zh-CN" altLang="en-US" b="0" i="0"/>
            <a:t>指这个事务是一个不可分割的整体，就像一个原子一样。要么全部执行成功，要么全部不执行。不存在只执行一半的情况。</a:t>
          </a:r>
          <a:endParaRPr lang="zh-CN" altLang="en-US"/>
        </a:p>
      </dgm:t>
    </dgm:pt>
    <dgm:pt modelId="{F44CD890-8477-4BF1-BA82-A79DC5DE41FF}" type="parTrans" cxnId="{9071ABFE-9210-406B-B1D0-C65A635543B6}">
      <dgm:prSet/>
      <dgm:spPr/>
      <dgm:t>
        <a:bodyPr/>
        <a:lstStyle/>
        <a:p>
          <a:endParaRPr lang="zh-CN" altLang="en-US"/>
        </a:p>
      </dgm:t>
    </dgm:pt>
    <dgm:pt modelId="{80F103F7-67CC-4210-ADEF-E618C7166FDD}" type="sibTrans" cxnId="{9071ABFE-9210-406B-B1D0-C65A635543B6}">
      <dgm:prSet/>
      <dgm:spPr/>
      <dgm:t>
        <a:bodyPr/>
        <a:lstStyle/>
        <a:p>
          <a:endParaRPr lang="zh-CN" altLang="en-US"/>
        </a:p>
      </dgm:t>
    </dgm:pt>
    <dgm:pt modelId="{BBE58FA7-2DC0-4282-A901-1F9DBD44BAF5}">
      <dgm:prSet phldrT="[文本]"/>
      <dgm:spPr/>
      <dgm:t>
        <a:bodyPr/>
        <a:lstStyle/>
        <a:p>
          <a:pPr>
            <a:buNone/>
          </a:pPr>
          <a:r>
            <a:rPr lang="en-US" b="1"/>
            <a:t>C </a:t>
          </a:r>
          <a:r>
            <a:rPr lang="zh-CN" altLang="en-US" b="1"/>
            <a:t>代表 </a:t>
          </a:r>
          <a:r>
            <a:rPr lang="en-US" b="1"/>
            <a:t>Consistency（</a:t>
          </a:r>
          <a:r>
            <a:rPr lang="zh-CN" altLang="en-US" b="1"/>
            <a:t>一致性）</a:t>
          </a:r>
          <a:endParaRPr lang="zh-CN" altLang="en-US"/>
        </a:p>
      </dgm:t>
    </dgm:pt>
    <dgm:pt modelId="{C99A2B5D-5400-45E4-A16E-E14E35B632A6}" type="parTrans" cxnId="{BE8FD9E4-AB48-46D6-826C-61A121A7D4BB}">
      <dgm:prSet/>
      <dgm:spPr/>
      <dgm:t>
        <a:bodyPr/>
        <a:lstStyle/>
        <a:p>
          <a:endParaRPr lang="zh-CN" altLang="en-US"/>
        </a:p>
      </dgm:t>
    </dgm:pt>
    <dgm:pt modelId="{313507FF-DFE3-49E1-A110-86322EED9EB3}" type="sibTrans" cxnId="{BE8FD9E4-AB48-46D6-826C-61A121A7D4BB}">
      <dgm:prSet/>
      <dgm:spPr/>
      <dgm:t>
        <a:bodyPr/>
        <a:lstStyle/>
        <a:p>
          <a:endParaRPr lang="zh-CN" altLang="en-US"/>
        </a:p>
      </dgm:t>
    </dgm:pt>
    <dgm:pt modelId="{652FAC9F-85D3-43C8-BEC9-E94294484425}">
      <dgm:prSet phldrT="[文本]"/>
      <dgm:spPr/>
      <dgm:t>
        <a:bodyPr/>
        <a:lstStyle/>
        <a:p>
          <a:pPr>
            <a:buNone/>
          </a:pPr>
          <a:r>
            <a:rPr lang="zh-CN" altLang="en-US" b="0" i="0"/>
            <a:t>指在事务开始前和结束后，数据库的完整性约束没有被破坏，数据是合法的、正确的。</a:t>
          </a:r>
          <a:endParaRPr lang="zh-CN" altLang="en-US"/>
        </a:p>
      </dgm:t>
    </dgm:pt>
    <dgm:pt modelId="{20B83FB8-A853-495E-83A2-48702961A510}" type="parTrans" cxnId="{1FC0EF1C-253C-4C27-B47C-DEF0F3A6D8D8}">
      <dgm:prSet/>
      <dgm:spPr/>
      <dgm:t>
        <a:bodyPr/>
        <a:lstStyle/>
        <a:p>
          <a:endParaRPr lang="zh-CN" altLang="en-US"/>
        </a:p>
      </dgm:t>
    </dgm:pt>
    <dgm:pt modelId="{CDEB041C-ACE7-4C5A-93AA-65AB525252D7}" type="sibTrans" cxnId="{1FC0EF1C-253C-4C27-B47C-DEF0F3A6D8D8}">
      <dgm:prSet/>
      <dgm:spPr/>
      <dgm:t>
        <a:bodyPr/>
        <a:lstStyle/>
        <a:p>
          <a:endParaRPr lang="zh-CN" altLang="en-US"/>
        </a:p>
      </dgm:t>
    </dgm:pt>
    <dgm:pt modelId="{279FFC92-B70D-4CF4-B3C7-A63BE84E4F39}">
      <dgm:prSet phldrT="[文本]"/>
      <dgm:spPr/>
      <dgm:t>
        <a:bodyPr/>
        <a:lstStyle/>
        <a:p>
          <a:pPr>
            <a:buNone/>
          </a:pPr>
          <a:r>
            <a:rPr lang="it-IT" b="1"/>
            <a:t>I 代表 Isolation（隔离性）</a:t>
          </a:r>
          <a:endParaRPr lang="zh-CN" altLang="en-US"/>
        </a:p>
      </dgm:t>
    </dgm:pt>
    <dgm:pt modelId="{B333A9F1-9429-4227-B167-F6CAF03706A5}" type="parTrans" cxnId="{70D7E75A-6306-4D69-B7D3-A39D7ADF34FF}">
      <dgm:prSet/>
      <dgm:spPr/>
      <dgm:t>
        <a:bodyPr/>
        <a:lstStyle/>
        <a:p>
          <a:endParaRPr lang="zh-CN" altLang="en-US"/>
        </a:p>
      </dgm:t>
    </dgm:pt>
    <dgm:pt modelId="{8BB44A32-F1DF-4D86-BB78-CCF4B2D51A9E}" type="sibTrans" cxnId="{70D7E75A-6306-4D69-B7D3-A39D7ADF34FF}">
      <dgm:prSet/>
      <dgm:spPr/>
      <dgm:t>
        <a:bodyPr/>
        <a:lstStyle/>
        <a:p>
          <a:endParaRPr lang="zh-CN" altLang="en-US"/>
        </a:p>
      </dgm:t>
    </dgm:pt>
    <dgm:pt modelId="{2B783013-C69E-4876-95CB-FE622685DC27}">
      <dgm:prSet phldrT="[文本]"/>
      <dgm:spPr/>
      <dgm:t>
        <a:bodyPr/>
        <a:lstStyle/>
        <a:p>
          <a:pPr>
            <a:buNone/>
          </a:pPr>
          <a:r>
            <a:rPr lang="zh-CN" altLang="en-US" b="0" i="0"/>
            <a:t>指多个事务并发执行时，应该像排队一个个执行一样，互不干扰。不能因为你正在转账，别人查余额就查到一个中间状态的不正确数字。</a:t>
          </a:r>
          <a:endParaRPr lang="zh-CN" altLang="en-US"/>
        </a:p>
      </dgm:t>
    </dgm:pt>
    <dgm:pt modelId="{6BAE1E6B-A4B3-4B5C-BFD5-7F291CD51DB6}" type="parTrans" cxnId="{783BB02D-5543-4F87-9D27-DA5DF9D4D583}">
      <dgm:prSet/>
      <dgm:spPr/>
      <dgm:t>
        <a:bodyPr/>
        <a:lstStyle/>
        <a:p>
          <a:endParaRPr lang="zh-CN" altLang="en-US"/>
        </a:p>
      </dgm:t>
    </dgm:pt>
    <dgm:pt modelId="{2B5CFFDF-ABA8-4722-B09F-0ECC75039CF9}" type="sibTrans" cxnId="{783BB02D-5543-4F87-9D27-DA5DF9D4D583}">
      <dgm:prSet/>
      <dgm:spPr/>
      <dgm:t>
        <a:bodyPr/>
        <a:lstStyle/>
        <a:p>
          <a:endParaRPr lang="zh-CN" altLang="en-US"/>
        </a:p>
      </dgm:t>
    </dgm:pt>
    <dgm:pt modelId="{5E6E0085-EC0C-4B50-B547-79F12DC87085}">
      <dgm:prSet phldrT="[文本]"/>
      <dgm:spPr/>
      <dgm:t>
        <a:bodyPr/>
        <a:lstStyle/>
        <a:p>
          <a:pPr>
            <a:buNone/>
          </a:pPr>
          <a:r>
            <a:rPr lang="it-IT" b="1"/>
            <a:t>D 代表 Durability（持久性）</a:t>
          </a:r>
          <a:endParaRPr lang="zh-CN" altLang="en-US"/>
        </a:p>
      </dgm:t>
    </dgm:pt>
    <dgm:pt modelId="{9B669D92-A682-4FAD-8885-5F9ABD657E13}" type="parTrans" cxnId="{8FF81A62-9798-493F-B711-850E886BCA06}">
      <dgm:prSet/>
      <dgm:spPr/>
      <dgm:t>
        <a:bodyPr/>
        <a:lstStyle/>
        <a:p>
          <a:endParaRPr lang="zh-CN" altLang="en-US"/>
        </a:p>
      </dgm:t>
    </dgm:pt>
    <dgm:pt modelId="{E767F6BB-879C-479A-91EB-DEC5376658A2}" type="sibTrans" cxnId="{8FF81A62-9798-493F-B711-850E886BCA06}">
      <dgm:prSet/>
      <dgm:spPr/>
      <dgm:t>
        <a:bodyPr/>
        <a:lstStyle/>
        <a:p>
          <a:endParaRPr lang="zh-CN" altLang="en-US"/>
        </a:p>
      </dgm:t>
    </dgm:pt>
    <dgm:pt modelId="{92B669F0-0430-486E-8AD4-3B78D5833FA4}">
      <dgm:prSet phldrT="[文本]"/>
      <dgm:spPr/>
      <dgm:t>
        <a:bodyPr/>
        <a:lstStyle/>
        <a:p>
          <a:pPr>
            <a:buNone/>
          </a:pPr>
          <a:r>
            <a:rPr lang="zh-CN" altLang="en-US" b="0" i="0"/>
            <a:t>一旦事务提交成功，数据的修改就应该被永久保存下来，即使系统断电或重启，数据也不会丢失。</a:t>
          </a:r>
          <a:endParaRPr lang="zh-CN" altLang="en-US"/>
        </a:p>
      </dgm:t>
    </dgm:pt>
    <dgm:pt modelId="{BF36208A-4AED-45E5-B09B-643262952F39}" type="parTrans" cxnId="{9BAFA7E4-CD4B-4E6F-A9B3-E26E248E21AF}">
      <dgm:prSet/>
      <dgm:spPr/>
      <dgm:t>
        <a:bodyPr/>
        <a:lstStyle/>
        <a:p>
          <a:endParaRPr lang="zh-CN" altLang="en-US"/>
        </a:p>
      </dgm:t>
    </dgm:pt>
    <dgm:pt modelId="{9C8F3DF7-F4A0-488E-AEB4-DE18A65364A5}" type="sibTrans" cxnId="{9BAFA7E4-CD4B-4E6F-A9B3-E26E248E21AF}">
      <dgm:prSet/>
      <dgm:spPr/>
      <dgm:t>
        <a:bodyPr/>
        <a:lstStyle/>
        <a:p>
          <a:endParaRPr lang="zh-CN" altLang="en-US"/>
        </a:p>
      </dgm:t>
    </dgm:pt>
    <dgm:pt modelId="{D0DE9A9E-4213-42C6-B170-18E7A6F7F8BC}" type="pres">
      <dgm:prSet presAssocID="{B03A2C80-20D3-4F25-B46F-4A098EF412CD}" presName="linear" presStyleCnt="0">
        <dgm:presLayoutVars>
          <dgm:dir/>
          <dgm:animLvl val="lvl"/>
          <dgm:resizeHandles val="exact"/>
        </dgm:presLayoutVars>
      </dgm:prSet>
      <dgm:spPr/>
    </dgm:pt>
    <dgm:pt modelId="{297A19C2-1B0B-4AA3-8426-4F3A1A389609}" type="pres">
      <dgm:prSet presAssocID="{E6E7BBE8-9CCD-479D-9C79-F09632237FCD}" presName="parentLin" presStyleCnt="0"/>
      <dgm:spPr/>
    </dgm:pt>
    <dgm:pt modelId="{057DD388-7399-46E9-9913-21D9420E71DC}" type="pres">
      <dgm:prSet presAssocID="{E6E7BBE8-9CCD-479D-9C79-F09632237FCD}" presName="parentLeftMargin" presStyleLbl="node1" presStyleIdx="0" presStyleCnt="4"/>
      <dgm:spPr/>
    </dgm:pt>
    <dgm:pt modelId="{218612BE-0094-43BE-BFA4-BC33DEE78DD1}" type="pres">
      <dgm:prSet presAssocID="{E6E7BBE8-9CCD-479D-9C79-F09632237FCD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036AA302-EA65-4241-B32A-B2C4CAB699F7}" type="pres">
      <dgm:prSet presAssocID="{E6E7BBE8-9CCD-479D-9C79-F09632237FCD}" presName="negativeSpace" presStyleCnt="0"/>
      <dgm:spPr/>
    </dgm:pt>
    <dgm:pt modelId="{1B188F1C-E283-4E71-8599-1F4BFEBC2AD9}" type="pres">
      <dgm:prSet presAssocID="{E6E7BBE8-9CCD-479D-9C79-F09632237FCD}" presName="childText" presStyleLbl="conFgAcc1" presStyleIdx="0" presStyleCnt="4">
        <dgm:presLayoutVars>
          <dgm:bulletEnabled val="1"/>
        </dgm:presLayoutVars>
      </dgm:prSet>
      <dgm:spPr/>
    </dgm:pt>
    <dgm:pt modelId="{1A1214EB-7CB5-4708-9809-775184B9959B}" type="pres">
      <dgm:prSet presAssocID="{399F4FF4-3165-4A4F-90A6-5FA9E4CD3FD3}" presName="spaceBetweenRectangles" presStyleCnt="0"/>
      <dgm:spPr/>
    </dgm:pt>
    <dgm:pt modelId="{53875186-02F6-48AD-A20F-4B70F34F97EA}" type="pres">
      <dgm:prSet presAssocID="{BBE58FA7-2DC0-4282-A901-1F9DBD44BAF5}" presName="parentLin" presStyleCnt="0"/>
      <dgm:spPr/>
    </dgm:pt>
    <dgm:pt modelId="{053C661F-1F4C-4147-9570-AAEA3D5E2DEE}" type="pres">
      <dgm:prSet presAssocID="{BBE58FA7-2DC0-4282-A901-1F9DBD44BAF5}" presName="parentLeftMargin" presStyleLbl="node1" presStyleIdx="0" presStyleCnt="4"/>
      <dgm:spPr/>
    </dgm:pt>
    <dgm:pt modelId="{FA8E20D7-B0A1-4655-9A8B-2449566A7CDA}" type="pres">
      <dgm:prSet presAssocID="{BBE58FA7-2DC0-4282-A901-1F9DBD44BAF5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423483BF-BF0A-433F-BA52-18A95B43C0DC}" type="pres">
      <dgm:prSet presAssocID="{BBE58FA7-2DC0-4282-A901-1F9DBD44BAF5}" presName="negativeSpace" presStyleCnt="0"/>
      <dgm:spPr/>
    </dgm:pt>
    <dgm:pt modelId="{348DA0A9-2237-4161-89DF-C1A9C13E4F3D}" type="pres">
      <dgm:prSet presAssocID="{BBE58FA7-2DC0-4282-A901-1F9DBD44BAF5}" presName="childText" presStyleLbl="conFgAcc1" presStyleIdx="1" presStyleCnt="4">
        <dgm:presLayoutVars>
          <dgm:bulletEnabled val="1"/>
        </dgm:presLayoutVars>
      </dgm:prSet>
      <dgm:spPr/>
    </dgm:pt>
    <dgm:pt modelId="{BAA509BB-5347-4308-A1E6-14B8B95750E3}" type="pres">
      <dgm:prSet presAssocID="{313507FF-DFE3-49E1-A110-86322EED9EB3}" presName="spaceBetweenRectangles" presStyleCnt="0"/>
      <dgm:spPr/>
    </dgm:pt>
    <dgm:pt modelId="{F130D20D-3161-4859-9904-B07C6B8C379F}" type="pres">
      <dgm:prSet presAssocID="{279FFC92-B70D-4CF4-B3C7-A63BE84E4F39}" presName="parentLin" presStyleCnt="0"/>
      <dgm:spPr/>
    </dgm:pt>
    <dgm:pt modelId="{760151F2-17A4-4B9C-AFE6-0A366FF6E0B9}" type="pres">
      <dgm:prSet presAssocID="{279FFC92-B70D-4CF4-B3C7-A63BE84E4F39}" presName="parentLeftMargin" presStyleLbl="node1" presStyleIdx="1" presStyleCnt="4"/>
      <dgm:spPr/>
    </dgm:pt>
    <dgm:pt modelId="{01DD06A7-4BAF-42BC-A24B-767ECB41DF48}" type="pres">
      <dgm:prSet presAssocID="{279FFC92-B70D-4CF4-B3C7-A63BE84E4F39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1C799739-13BD-4D78-94D5-C4E713610C7A}" type="pres">
      <dgm:prSet presAssocID="{279FFC92-B70D-4CF4-B3C7-A63BE84E4F39}" presName="negativeSpace" presStyleCnt="0"/>
      <dgm:spPr/>
    </dgm:pt>
    <dgm:pt modelId="{782F82C7-E4F2-4FCA-B8F7-A3FD13C7FCDF}" type="pres">
      <dgm:prSet presAssocID="{279FFC92-B70D-4CF4-B3C7-A63BE84E4F39}" presName="childText" presStyleLbl="conFgAcc1" presStyleIdx="2" presStyleCnt="4">
        <dgm:presLayoutVars>
          <dgm:bulletEnabled val="1"/>
        </dgm:presLayoutVars>
      </dgm:prSet>
      <dgm:spPr/>
    </dgm:pt>
    <dgm:pt modelId="{4E5CBB79-7651-4800-9D6A-F89C1A42B607}" type="pres">
      <dgm:prSet presAssocID="{8BB44A32-F1DF-4D86-BB78-CCF4B2D51A9E}" presName="spaceBetweenRectangles" presStyleCnt="0"/>
      <dgm:spPr/>
    </dgm:pt>
    <dgm:pt modelId="{BB869A88-5BF1-41D9-838F-1D7FF78E89FE}" type="pres">
      <dgm:prSet presAssocID="{5E6E0085-EC0C-4B50-B547-79F12DC87085}" presName="parentLin" presStyleCnt="0"/>
      <dgm:spPr/>
    </dgm:pt>
    <dgm:pt modelId="{1F85A582-A79B-498B-AA36-2ED5AB3C6821}" type="pres">
      <dgm:prSet presAssocID="{5E6E0085-EC0C-4B50-B547-79F12DC87085}" presName="parentLeftMargin" presStyleLbl="node1" presStyleIdx="2" presStyleCnt="4"/>
      <dgm:spPr/>
    </dgm:pt>
    <dgm:pt modelId="{F8C05484-BA6F-4CB0-9313-C314D4E0751C}" type="pres">
      <dgm:prSet presAssocID="{5E6E0085-EC0C-4B50-B547-79F12DC87085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39ECAA2C-F31A-41E3-8E29-6037963038FB}" type="pres">
      <dgm:prSet presAssocID="{5E6E0085-EC0C-4B50-B547-79F12DC87085}" presName="negativeSpace" presStyleCnt="0"/>
      <dgm:spPr/>
    </dgm:pt>
    <dgm:pt modelId="{BBEDEE86-9BF7-4CF2-945B-5A50B5D7135D}" type="pres">
      <dgm:prSet presAssocID="{5E6E0085-EC0C-4B50-B547-79F12DC87085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1C82D605-2939-4611-AFF0-21D5ED1FF7EA}" type="presOf" srcId="{92B669F0-0430-486E-8AD4-3B78D5833FA4}" destId="{BBEDEE86-9BF7-4CF2-945B-5A50B5D7135D}" srcOrd="0" destOrd="0" presId="urn:microsoft.com/office/officeart/2005/8/layout/list1"/>
    <dgm:cxn modelId="{1FC0EF1C-253C-4C27-B47C-DEF0F3A6D8D8}" srcId="{BBE58FA7-2DC0-4282-A901-1F9DBD44BAF5}" destId="{652FAC9F-85D3-43C8-BEC9-E94294484425}" srcOrd="0" destOrd="0" parTransId="{20B83FB8-A853-495E-83A2-48702961A510}" sibTransId="{CDEB041C-ACE7-4C5A-93AA-65AB525252D7}"/>
    <dgm:cxn modelId="{676CD428-1FE6-40FD-9A1E-B0310CFF8F66}" type="presOf" srcId="{5E6E0085-EC0C-4B50-B547-79F12DC87085}" destId="{F8C05484-BA6F-4CB0-9313-C314D4E0751C}" srcOrd="1" destOrd="0" presId="urn:microsoft.com/office/officeart/2005/8/layout/list1"/>
    <dgm:cxn modelId="{783BB02D-5543-4F87-9D27-DA5DF9D4D583}" srcId="{279FFC92-B70D-4CF4-B3C7-A63BE84E4F39}" destId="{2B783013-C69E-4876-95CB-FE622685DC27}" srcOrd="0" destOrd="0" parTransId="{6BAE1E6B-A4B3-4B5C-BFD5-7F291CD51DB6}" sibTransId="{2B5CFFDF-ABA8-4722-B09F-0ECC75039CF9}"/>
    <dgm:cxn modelId="{8FF81A62-9798-493F-B711-850E886BCA06}" srcId="{B03A2C80-20D3-4F25-B46F-4A098EF412CD}" destId="{5E6E0085-EC0C-4B50-B547-79F12DC87085}" srcOrd="3" destOrd="0" parTransId="{9B669D92-A682-4FAD-8885-5F9ABD657E13}" sibTransId="{E767F6BB-879C-479A-91EB-DEC5376658A2}"/>
    <dgm:cxn modelId="{D1636162-784B-4422-9076-64226592A2A5}" type="presOf" srcId="{E6E7BBE8-9CCD-479D-9C79-F09632237FCD}" destId="{218612BE-0094-43BE-BFA4-BC33DEE78DD1}" srcOrd="1" destOrd="0" presId="urn:microsoft.com/office/officeart/2005/8/layout/list1"/>
    <dgm:cxn modelId="{ECCAF548-EC4B-4712-905F-E1B36CB3A00E}" type="presOf" srcId="{B03A2C80-20D3-4F25-B46F-4A098EF412CD}" destId="{D0DE9A9E-4213-42C6-B170-18E7A6F7F8BC}" srcOrd="0" destOrd="0" presId="urn:microsoft.com/office/officeart/2005/8/layout/list1"/>
    <dgm:cxn modelId="{D7D5916E-47BA-43AC-BE5B-48FE6724CEAD}" type="presOf" srcId="{BBE58FA7-2DC0-4282-A901-1F9DBD44BAF5}" destId="{FA8E20D7-B0A1-4655-9A8B-2449566A7CDA}" srcOrd="1" destOrd="0" presId="urn:microsoft.com/office/officeart/2005/8/layout/list1"/>
    <dgm:cxn modelId="{70D7E75A-6306-4D69-B7D3-A39D7ADF34FF}" srcId="{B03A2C80-20D3-4F25-B46F-4A098EF412CD}" destId="{279FFC92-B70D-4CF4-B3C7-A63BE84E4F39}" srcOrd="2" destOrd="0" parTransId="{B333A9F1-9429-4227-B167-F6CAF03706A5}" sibTransId="{8BB44A32-F1DF-4D86-BB78-CCF4B2D51A9E}"/>
    <dgm:cxn modelId="{2334F57C-35BC-4E08-A0B5-2FB83D6C37DC}" type="presOf" srcId="{BBE58FA7-2DC0-4282-A901-1F9DBD44BAF5}" destId="{053C661F-1F4C-4147-9570-AAEA3D5E2DEE}" srcOrd="0" destOrd="0" presId="urn:microsoft.com/office/officeart/2005/8/layout/list1"/>
    <dgm:cxn modelId="{2A56B785-DE30-4075-9E04-702539B6BF45}" type="presOf" srcId="{2B783013-C69E-4876-95CB-FE622685DC27}" destId="{782F82C7-E4F2-4FCA-B8F7-A3FD13C7FCDF}" srcOrd="0" destOrd="0" presId="urn:microsoft.com/office/officeart/2005/8/layout/list1"/>
    <dgm:cxn modelId="{877EF388-F812-4797-80CD-D063B899DAE3}" srcId="{B03A2C80-20D3-4F25-B46F-4A098EF412CD}" destId="{E6E7BBE8-9CCD-479D-9C79-F09632237FCD}" srcOrd="0" destOrd="0" parTransId="{8FCFF891-E273-4B80-ACD4-F1E665FD8E21}" sibTransId="{399F4FF4-3165-4A4F-90A6-5FA9E4CD3FD3}"/>
    <dgm:cxn modelId="{3DC4358F-92C4-4FA2-BD91-32E62A0E564C}" type="presOf" srcId="{E6E7BBE8-9CCD-479D-9C79-F09632237FCD}" destId="{057DD388-7399-46E9-9913-21D9420E71DC}" srcOrd="0" destOrd="0" presId="urn:microsoft.com/office/officeart/2005/8/layout/list1"/>
    <dgm:cxn modelId="{A96FCDB1-55AC-40AA-A40A-1B5D3A568CB2}" type="presOf" srcId="{279FFC92-B70D-4CF4-B3C7-A63BE84E4F39}" destId="{760151F2-17A4-4B9C-AFE6-0A366FF6E0B9}" srcOrd="0" destOrd="0" presId="urn:microsoft.com/office/officeart/2005/8/layout/list1"/>
    <dgm:cxn modelId="{56770DB2-0CAD-4A2C-9817-5D14AFC60CBA}" type="presOf" srcId="{0B94C84B-2EB2-4B20-B94B-464A97BA1008}" destId="{1B188F1C-E283-4E71-8599-1F4BFEBC2AD9}" srcOrd="0" destOrd="0" presId="urn:microsoft.com/office/officeart/2005/8/layout/list1"/>
    <dgm:cxn modelId="{782F1FBE-082C-4914-82FA-0DF06DD59E56}" type="presOf" srcId="{279FFC92-B70D-4CF4-B3C7-A63BE84E4F39}" destId="{01DD06A7-4BAF-42BC-A24B-767ECB41DF48}" srcOrd="1" destOrd="0" presId="urn:microsoft.com/office/officeart/2005/8/layout/list1"/>
    <dgm:cxn modelId="{B54982C7-C5B4-418C-AAFA-9FA7432F3F32}" type="presOf" srcId="{5E6E0085-EC0C-4B50-B547-79F12DC87085}" destId="{1F85A582-A79B-498B-AA36-2ED5AB3C6821}" srcOrd="0" destOrd="0" presId="urn:microsoft.com/office/officeart/2005/8/layout/list1"/>
    <dgm:cxn modelId="{541296E1-1D41-4846-922C-572E6591218E}" type="presOf" srcId="{652FAC9F-85D3-43C8-BEC9-E94294484425}" destId="{348DA0A9-2237-4161-89DF-C1A9C13E4F3D}" srcOrd="0" destOrd="0" presId="urn:microsoft.com/office/officeart/2005/8/layout/list1"/>
    <dgm:cxn modelId="{9BAFA7E4-CD4B-4E6F-A9B3-E26E248E21AF}" srcId="{5E6E0085-EC0C-4B50-B547-79F12DC87085}" destId="{92B669F0-0430-486E-8AD4-3B78D5833FA4}" srcOrd="0" destOrd="0" parTransId="{BF36208A-4AED-45E5-B09B-643262952F39}" sibTransId="{9C8F3DF7-F4A0-488E-AEB4-DE18A65364A5}"/>
    <dgm:cxn modelId="{BE8FD9E4-AB48-46D6-826C-61A121A7D4BB}" srcId="{B03A2C80-20D3-4F25-B46F-4A098EF412CD}" destId="{BBE58FA7-2DC0-4282-A901-1F9DBD44BAF5}" srcOrd="1" destOrd="0" parTransId="{C99A2B5D-5400-45E4-A16E-E14E35B632A6}" sibTransId="{313507FF-DFE3-49E1-A110-86322EED9EB3}"/>
    <dgm:cxn modelId="{9071ABFE-9210-406B-B1D0-C65A635543B6}" srcId="{E6E7BBE8-9CCD-479D-9C79-F09632237FCD}" destId="{0B94C84B-2EB2-4B20-B94B-464A97BA1008}" srcOrd="0" destOrd="0" parTransId="{F44CD890-8477-4BF1-BA82-A79DC5DE41FF}" sibTransId="{80F103F7-67CC-4210-ADEF-E618C7166FDD}"/>
    <dgm:cxn modelId="{67DBE28D-BF11-46A4-85CC-B75873802562}" type="presParOf" srcId="{D0DE9A9E-4213-42C6-B170-18E7A6F7F8BC}" destId="{297A19C2-1B0B-4AA3-8426-4F3A1A389609}" srcOrd="0" destOrd="0" presId="urn:microsoft.com/office/officeart/2005/8/layout/list1"/>
    <dgm:cxn modelId="{0214C4CB-4F99-454F-9341-4A2B37853EF7}" type="presParOf" srcId="{297A19C2-1B0B-4AA3-8426-4F3A1A389609}" destId="{057DD388-7399-46E9-9913-21D9420E71DC}" srcOrd="0" destOrd="0" presId="urn:microsoft.com/office/officeart/2005/8/layout/list1"/>
    <dgm:cxn modelId="{017B6781-57F4-40A2-92A4-8029D2FBE627}" type="presParOf" srcId="{297A19C2-1B0B-4AA3-8426-4F3A1A389609}" destId="{218612BE-0094-43BE-BFA4-BC33DEE78DD1}" srcOrd="1" destOrd="0" presId="urn:microsoft.com/office/officeart/2005/8/layout/list1"/>
    <dgm:cxn modelId="{17EF5ABE-750C-442D-9A3C-B094361C144E}" type="presParOf" srcId="{D0DE9A9E-4213-42C6-B170-18E7A6F7F8BC}" destId="{036AA302-EA65-4241-B32A-B2C4CAB699F7}" srcOrd="1" destOrd="0" presId="urn:microsoft.com/office/officeart/2005/8/layout/list1"/>
    <dgm:cxn modelId="{F341743B-9164-494B-87B6-F7258DA88572}" type="presParOf" srcId="{D0DE9A9E-4213-42C6-B170-18E7A6F7F8BC}" destId="{1B188F1C-E283-4E71-8599-1F4BFEBC2AD9}" srcOrd="2" destOrd="0" presId="urn:microsoft.com/office/officeart/2005/8/layout/list1"/>
    <dgm:cxn modelId="{0E744217-193C-48B8-BAEE-8B5B227A06DE}" type="presParOf" srcId="{D0DE9A9E-4213-42C6-B170-18E7A6F7F8BC}" destId="{1A1214EB-7CB5-4708-9809-775184B9959B}" srcOrd="3" destOrd="0" presId="urn:microsoft.com/office/officeart/2005/8/layout/list1"/>
    <dgm:cxn modelId="{E286CB3F-1B7D-4CC6-B06D-DFF61C9D4B70}" type="presParOf" srcId="{D0DE9A9E-4213-42C6-B170-18E7A6F7F8BC}" destId="{53875186-02F6-48AD-A20F-4B70F34F97EA}" srcOrd="4" destOrd="0" presId="urn:microsoft.com/office/officeart/2005/8/layout/list1"/>
    <dgm:cxn modelId="{F5AD5751-D63D-45C0-B677-202599269857}" type="presParOf" srcId="{53875186-02F6-48AD-A20F-4B70F34F97EA}" destId="{053C661F-1F4C-4147-9570-AAEA3D5E2DEE}" srcOrd="0" destOrd="0" presId="urn:microsoft.com/office/officeart/2005/8/layout/list1"/>
    <dgm:cxn modelId="{72857897-0FC4-491E-A16E-B9901334F23D}" type="presParOf" srcId="{53875186-02F6-48AD-A20F-4B70F34F97EA}" destId="{FA8E20D7-B0A1-4655-9A8B-2449566A7CDA}" srcOrd="1" destOrd="0" presId="urn:microsoft.com/office/officeart/2005/8/layout/list1"/>
    <dgm:cxn modelId="{8666B39A-F702-40E8-9358-8ACFB6647848}" type="presParOf" srcId="{D0DE9A9E-4213-42C6-B170-18E7A6F7F8BC}" destId="{423483BF-BF0A-433F-BA52-18A95B43C0DC}" srcOrd="5" destOrd="0" presId="urn:microsoft.com/office/officeart/2005/8/layout/list1"/>
    <dgm:cxn modelId="{5FD144DA-E2FE-4EF6-9502-04BC79B9A0E6}" type="presParOf" srcId="{D0DE9A9E-4213-42C6-B170-18E7A6F7F8BC}" destId="{348DA0A9-2237-4161-89DF-C1A9C13E4F3D}" srcOrd="6" destOrd="0" presId="urn:microsoft.com/office/officeart/2005/8/layout/list1"/>
    <dgm:cxn modelId="{105C033D-CD7D-4A01-A484-B5022D21B66C}" type="presParOf" srcId="{D0DE9A9E-4213-42C6-B170-18E7A6F7F8BC}" destId="{BAA509BB-5347-4308-A1E6-14B8B95750E3}" srcOrd="7" destOrd="0" presId="urn:microsoft.com/office/officeart/2005/8/layout/list1"/>
    <dgm:cxn modelId="{2A07B9AD-8751-4C0C-B00F-B7BA358DDEDD}" type="presParOf" srcId="{D0DE9A9E-4213-42C6-B170-18E7A6F7F8BC}" destId="{F130D20D-3161-4859-9904-B07C6B8C379F}" srcOrd="8" destOrd="0" presId="urn:microsoft.com/office/officeart/2005/8/layout/list1"/>
    <dgm:cxn modelId="{29F617F0-8D07-484E-AC1C-469CB42083EC}" type="presParOf" srcId="{F130D20D-3161-4859-9904-B07C6B8C379F}" destId="{760151F2-17A4-4B9C-AFE6-0A366FF6E0B9}" srcOrd="0" destOrd="0" presId="urn:microsoft.com/office/officeart/2005/8/layout/list1"/>
    <dgm:cxn modelId="{D817AE18-0C2B-4CCB-8794-57A3C1685F65}" type="presParOf" srcId="{F130D20D-3161-4859-9904-B07C6B8C379F}" destId="{01DD06A7-4BAF-42BC-A24B-767ECB41DF48}" srcOrd="1" destOrd="0" presId="urn:microsoft.com/office/officeart/2005/8/layout/list1"/>
    <dgm:cxn modelId="{85A969E9-F704-4AFA-A2BE-9588FACE2B47}" type="presParOf" srcId="{D0DE9A9E-4213-42C6-B170-18E7A6F7F8BC}" destId="{1C799739-13BD-4D78-94D5-C4E713610C7A}" srcOrd="9" destOrd="0" presId="urn:microsoft.com/office/officeart/2005/8/layout/list1"/>
    <dgm:cxn modelId="{2AB7F0DD-2758-4C36-81D8-1CB07334ABC5}" type="presParOf" srcId="{D0DE9A9E-4213-42C6-B170-18E7A6F7F8BC}" destId="{782F82C7-E4F2-4FCA-B8F7-A3FD13C7FCDF}" srcOrd="10" destOrd="0" presId="urn:microsoft.com/office/officeart/2005/8/layout/list1"/>
    <dgm:cxn modelId="{D545D261-4EF1-434D-A2E5-BF8278EFF342}" type="presParOf" srcId="{D0DE9A9E-4213-42C6-B170-18E7A6F7F8BC}" destId="{4E5CBB79-7651-4800-9D6A-F89C1A42B607}" srcOrd="11" destOrd="0" presId="urn:microsoft.com/office/officeart/2005/8/layout/list1"/>
    <dgm:cxn modelId="{77B1CFB0-60A4-4B44-89D8-927CA6A41BEC}" type="presParOf" srcId="{D0DE9A9E-4213-42C6-B170-18E7A6F7F8BC}" destId="{BB869A88-5BF1-41D9-838F-1D7FF78E89FE}" srcOrd="12" destOrd="0" presId="urn:microsoft.com/office/officeart/2005/8/layout/list1"/>
    <dgm:cxn modelId="{3257A629-9AA3-49EE-B3BB-A4D6DDF17ADE}" type="presParOf" srcId="{BB869A88-5BF1-41D9-838F-1D7FF78E89FE}" destId="{1F85A582-A79B-498B-AA36-2ED5AB3C6821}" srcOrd="0" destOrd="0" presId="urn:microsoft.com/office/officeart/2005/8/layout/list1"/>
    <dgm:cxn modelId="{66602532-5F1C-4556-976D-01695CEC837A}" type="presParOf" srcId="{BB869A88-5BF1-41D9-838F-1D7FF78E89FE}" destId="{F8C05484-BA6F-4CB0-9313-C314D4E0751C}" srcOrd="1" destOrd="0" presId="urn:microsoft.com/office/officeart/2005/8/layout/list1"/>
    <dgm:cxn modelId="{48593358-08EB-4485-813A-FB0AE629B1FB}" type="presParOf" srcId="{D0DE9A9E-4213-42C6-B170-18E7A6F7F8BC}" destId="{39ECAA2C-F31A-41E3-8E29-6037963038FB}" srcOrd="13" destOrd="0" presId="urn:microsoft.com/office/officeart/2005/8/layout/list1"/>
    <dgm:cxn modelId="{3EE92B98-692A-47A8-8933-B969D19F079E}" type="presParOf" srcId="{D0DE9A9E-4213-42C6-B170-18E7A6F7F8BC}" destId="{BBEDEE86-9BF7-4CF2-945B-5A50B5D7135D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F3FFDB58-D1C1-47AA-BDCC-148AAED9ADFB}" type="doc">
      <dgm:prSet loTypeId="urn:microsoft.com/office/officeart/2005/8/layout/list1" loCatId="list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zh-CN" altLang="en-US"/>
        </a:p>
      </dgm:t>
    </dgm:pt>
    <dgm:pt modelId="{E81C9505-EAC3-4512-8397-6DC1D9DC5045}">
      <dgm:prSet phldrT="[文本]"/>
      <dgm:spPr/>
      <dgm:t>
        <a:bodyPr/>
        <a:lstStyle/>
        <a:p>
          <a:r>
            <a:rPr lang="zh-CN" altLang="en-US"/>
            <a:t>银行系统？</a:t>
          </a:r>
        </a:p>
      </dgm:t>
    </dgm:pt>
    <dgm:pt modelId="{9BC20A39-4D80-4055-BC54-009E5C730E94}" type="parTrans" cxnId="{E3981F44-0DDC-40E2-990E-D0FE1E5C5FE9}">
      <dgm:prSet/>
      <dgm:spPr/>
      <dgm:t>
        <a:bodyPr/>
        <a:lstStyle/>
        <a:p>
          <a:endParaRPr lang="zh-CN" altLang="en-US"/>
        </a:p>
      </dgm:t>
    </dgm:pt>
    <dgm:pt modelId="{D440D1AA-FA68-4EF8-BD70-B562B0E83AF9}" type="sibTrans" cxnId="{E3981F44-0DDC-40E2-990E-D0FE1E5C5FE9}">
      <dgm:prSet/>
      <dgm:spPr/>
      <dgm:t>
        <a:bodyPr/>
        <a:lstStyle/>
        <a:p>
          <a:endParaRPr lang="zh-CN" altLang="en-US"/>
        </a:p>
      </dgm:t>
    </dgm:pt>
    <dgm:pt modelId="{469FB8FC-C95F-46EB-AED3-241FDE346F27}">
      <dgm:prSet phldrT="[文本]"/>
      <dgm:spPr/>
      <dgm:t>
        <a:bodyPr/>
        <a:lstStyle/>
        <a:p>
          <a:r>
            <a:rPr lang="zh-CN" altLang="en-US"/>
            <a:t>微博系统</a:t>
          </a:r>
        </a:p>
      </dgm:t>
    </dgm:pt>
    <dgm:pt modelId="{0F524225-B421-43C7-86A6-8BAF3AAF87BE}" type="parTrans" cxnId="{700B9CAA-2F63-4EC7-89B3-0870E3BE0B65}">
      <dgm:prSet/>
      <dgm:spPr/>
      <dgm:t>
        <a:bodyPr/>
        <a:lstStyle/>
        <a:p>
          <a:endParaRPr lang="zh-CN" altLang="en-US"/>
        </a:p>
      </dgm:t>
    </dgm:pt>
    <dgm:pt modelId="{9C7FBD9E-09DF-41CE-AF52-5F5E2CEB379D}" type="sibTrans" cxnId="{700B9CAA-2F63-4EC7-89B3-0870E3BE0B65}">
      <dgm:prSet/>
      <dgm:spPr/>
      <dgm:t>
        <a:bodyPr/>
        <a:lstStyle/>
        <a:p>
          <a:endParaRPr lang="zh-CN" altLang="en-US"/>
        </a:p>
      </dgm:t>
    </dgm:pt>
    <dgm:pt modelId="{FB301BC2-FA37-4816-9EE4-E4A47B35B837}">
      <dgm:prSet phldrT="[文本]"/>
      <dgm:spPr/>
      <dgm:t>
        <a:bodyPr/>
        <a:lstStyle/>
        <a:p>
          <a:r>
            <a:rPr lang="zh-CN" altLang="en-US"/>
            <a:t>电商系统</a:t>
          </a:r>
        </a:p>
      </dgm:t>
    </dgm:pt>
    <dgm:pt modelId="{9656609E-9C43-4105-A47D-6B08B71DE57A}" type="parTrans" cxnId="{7686ECEF-92E8-46E8-A278-CA0BF6856152}">
      <dgm:prSet/>
      <dgm:spPr/>
      <dgm:t>
        <a:bodyPr/>
        <a:lstStyle/>
        <a:p>
          <a:endParaRPr lang="zh-CN" altLang="en-US"/>
        </a:p>
      </dgm:t>
    </dgm:pt>
    <dgm:pt modelId="{3D43FC1D-0C60-4C30-BA95-03FF31AC9C66}" type="sibTrans" cxnId="{7686ECEF-92E8-46E8-A278-CA0BF6856152}">
      <dgm:prSet/>
      <dgm:spPr/>
      <dgm:t>
        <a:bodyPr/>
        <a:lstStyle/>
        <a:p>
          <a:endParaRPr lang="zh-CN" altLang="en-US"/>
        </a:p>
      </dgm:t>
    </dgm:pt>
    <dgm:pt modelId="{2637F7C1-7063-4310-B37A-50F485E3823F}">
      <dgm:prSet phldrT="[文本]"/>
      <dgm:spPr/>
      <dgm:t>
        <a:bodyPr/>
        <a:lstStyle/>
        <a:p>
          <a:r>
            <a:rPr lang="zh-CN" altLang="en-US"/>
            <a:t>场景模拟：甲从自己的银行账号转账</a:t>
          </a:r>
          <a:r>
            <a:rPr lang="en-US" altLang="zh-CN"/>
            <a:t>1000</a:t>
          </a:r>
          <a:r>
            <a:rPr lang="zh-CN" altLang="en-US"/>
            <a:t>元到乙的银行账号</a:t>
          </a:r>
        </a:p>
      </dgm:t>
    </dgm:pt>
    <dgm:pt modelId="{4E43631D-28D5-421C-8E72-8767335AB3A6}" type="parTrans" cxnId="{79E35D7D-2C5B-4EFE-AD4A-EC5571BDE9D1}">
      <dgm:prSet/>
      <dgm:spPr/>
      <dgm:t>
        <a:bodyPr/>
        <a:lstStyle/>
        <a:p>
          <a:endParaRPr lang="zh-CN" altLang="en-US"/>
        </a:p>
      </dgm:t>
    </dgm:pt>
    <dgm:pt modelId="{20A3DF38-1EA3-47EB-B02C-C0964DD219CA}" type="sibTrans" cxnId="{79E35D7D-2C5B-4EFE-AD4A-EC5571BDE9D1}">
      <dgm:prSet/>
      <dgm:spPr/>
      <dgm:t>
        <a:bodyPr/>
        <a:lstStyle/>
        <a:p>
          <a:endParaRPr lang="zh-CN" altLang="en-US"/>
        </a:p>
      </dgm:t>
    </dgm:pt>
    <dgm:pt modelId="{7B31C797-4C19-4890-9456-75822894496E}">
      <dgm:prSet phldrT="[文本]"/>
      <dgm:spPr/>
      <dgm:t>
        <a:bodyPr/>
        <a:lstStyle/>
        <a:p>
          <a:r>
            <a:rPr lang="zh-CN" altLang="en-US"/>
            <a:t>是否需要</a:t>
          </a:r>
          <a:r>
            <a:rPr lang="en-US" altLang="zh-CN"/>
            <a:t>ACID</a:t>
          </a:r>
          <a:r>
            <a:rPr lang="zh-CN" altLang="en-US"/>
            <a:t>支持</a:t>
          </a:r>
        </a:p>
      </dgm:t>
    </dgm:pt>
    <dgm:pt modelId="{8BDC8DAD-1BB4-4B64-9066-799EE8E0B67A}" type="parTrans" cxnId="{D65E0589-B2E6-43E4-876F-398EB6788B45}">
      <dgm:prSet/>
      <dgm:spPr/>
      <dgm:t>
        <a:bodyPr/>
        <a:lstStyle/>
        <a:p>
          <a:endParaRPr lang="zh-CN" altLang="en-US"/>
        </a:p>
      </dgm:t>
    </dgm:pt>
    <dgm:pt modelId="{3C4EF44F-99F5-4505-9F63-BA11CB1A174C}" type="sibTrans" cxnId="{D65E0589-B2E6-43E4-876F-398EB6788B45}">
      <dgm:prSet/>
      <dgm:spPr/>
      <dgm:t>
        <a:bodyPr/>
        <a:lstStyle/>
        <a:p>
          <a:endParaRPr lang="zh-CN" altLang="en-US"/>
        </a:p>
      </dgm:t>
    </dgm:pt>
    <dgm:pt modelId="{3F864D42-4E9A-47D7-BD36-CDA0C8A3950E}">
      <dgm:prSet phldrT="[文本]"/>
      <dgm:spPr/>
      <dgm:t>
        <a:bodyPr/>
        <a:lstStyle/>
        <a:p>
          <a:r>
            <a:rPr lang="zh-CN" altLang="en-US"/>
            <a:t>场景模拟：统计点赞数</a:t>
          </a:r>
        </a:p>
      </dgm:t>
    </dgm:pt>
    <dgm:pt modelId="{2933103C-9B83-49D2-A86B-7D87A42C447A}" type="parTrans" cxnId="{1CC8E659-CEFF-4091-A194-54C3E2BBDB94}">
      <dgm:prSet/>
      <dgm:spPr/>
      <dgm:t>
        <a:bodyPr/>
        <a:lstStyle/>
        <a:p>
          <a:endParaRPr lang="zh-CN" altLang="en-US"/>
        </a:p>
      </dgm:t>
    </dgm:pt>
    <dgm:pt modelId="{AC351C89-0531-4567-8772-70183872041F}" type="sibTrans" cxnId="{1CC8E659-CEFF-4091-A194-54C3E2BBDB94}">
      <dgm:prSet/>
      <dgm:spPr/>
      <dgm:t>
        <a:bodyPr/>
        <a:lstStyle/>
        <a:p>
          <a:endParaRPr lang="zh-CN" altLang="en-US"/>
        </a:p>
      </dgm:t>
    </dgm:pt>
    <dgm:pt modelId="{5D605456-D7E5-47A6-816F-CEA76CA90F97}">
      <dgm:prSet phldrT="[文本]"/>
      <dgm:spPr/>
      <dgm:t>
        <a:bodyPr/>
        <a:lstStyle/>
        <a:p>
          <a:r>
            <a:rPr lang="zh-CN" altLang="en-US"/>
            <a:t>是否需要</a:t>
          </a:r>
          <a:r>
            <a:rPr lang="en-US" altLang="zh-CN"/>
            <a:t>ACID</a:t>
          </a:r>
          <a:r>
            <a:rPr lang="zh-CN" altLang="en-US"/>
            <a:t>支持</a:t>
          </a:r>
        </a:p>
      </dgm:t>
    </dgm:pt>
    <dgm:pt modelId="{2E3A3987-39AB-448B-BAFE-82F1DD23DC0A}" type="parTrans" cxnId="{79CF996E-D4D7-4AD2-8E2F-49A646DD221B}">
      <dgm:prSet/>
      <dgm:spPr/>
      <dgm:t>
        <a:bodyPr/>
        <a:lstStyle/>
        <a:p>
          <a:endParaRPr lang="zh-CN" altLang="en-US"/>
        </a:p>
      </dgm:t>
    </dgm:pt>
    <dgm:pt modelId="{0E30F1C2-625E-4FFB-8B41-31639A607FEA}" type="sibTrans" cxnId="{79CF996E-D4D7-4AD2-8E2F-49A646DD221B}">
      <dgm:prSet/>
      <dgm:spPr/>
      <dgm:t>
        <a:bodyPr/>
        <a:lstStyle/>
        <a:p>
          <a:endParaRPr lang="zh-CN" altLang="en-US"/>
        </a:p>
      </dgm:t>
    </dgm:pt>
    <dgm:pt modelId="{1F40B6F1-254A-4D0C-9757-F2105753766C}">
      <dgm:prSet phldrT="[文本]"/>
      <dgm:spPr/>
      <dgm:t>
        <a:bodyPr/>
        <a:lstStyle/>
        <a:p>
          <a:r>
            <a:rPr lang="zh-CN" altLang="en-US"/>
            <a:t>场景模拟：商品浏览量</a:t>
          </a:r>
        </a:p>
      </dgm:t>
    </dgm:pt>
    <dgm:pt modelId="{9ADEE43F-067A-42D3-8904-F938DCED03CB}" type="parTrans" cxnId="{C48AA59D-B177-45BC-89F7-9750A0CEA4D8}">
      <dgm:prSet/>
      <dgm:spPr/>
      <dgm:t>
        <a:bodyPr/>
        <a:lstStyle/>
        <a:p>
          <a:endParaRPr lang="zh-CN" altLang="en-US"/>
        </a:p>
      </dgm:t>
    </dgm:pt>
    <dgm:pt modelId="{CFF4CD36-89D1-49EB-BDAA-5B7782A357DF}" type="sibTrans" cxnId="{C48AA59D-B177-45BC-89F7-9750A0CEA4D8}">
      <dgm:prSet/>
      <dgm:spPr/>
      <dgm:t>
        <a:bodyPr/>
        <a:lstStyle/>
        <a:p>
          <a:endParaRPr lang="zh-CN" altLang="en-US"/>
        </a:p>
      </dgm:t>
    </dgm:pt>
    <dgm:pt modelId="{5423CD31-5F0B-414E-8961-D5758897D77F}">
      <dgm:prSet phldrT="[文本]"/>
      <dgm:spPr/>
      <dgm:t>
        <a:bodyPr/>
        <a:lstStyle/>
        <a:p>
          <a:r>
            <a:rPr lang="zh-CN" altLang="en-US"/>
            <a:t>是否需要</a:t>
          </a:r>
          <a:r>
            <a:rPr lang="en-US" altLang="zh-CN"/>
            <a:t>ACID</a:t>
          </a:r>
          <a:r>
            <a:rPr lang="zh-CN" altLang="en-US"/>
            <a:t>支持</a:t>
          </a:r>
        </a:p>
      </dgm:t>
    </dgm:pt>
    <dgm:pt modelId="{D872FD2C-C2AB-407E-8CA7-6984BFFAFF3D}" type="parTrans" cxnId="{96349A97-9DDE-49B1-895B-653A54541E24}">
      <dgm:prSet/>
      <dgm:spPr/>
      <dgm:t>
        <a:bodyPr/>
        <a:lstStyle/>
        <a:p>
          <a:endParaRPr lang="zh-CN" altLang="en-US"/>
        </a:p>
      </dgm:t>
    </dgm:pt>
    <dgm:pt modelId="{8F44D99F-DA22-4067-920B-C2A5FE18222E}" type="sibTrans" cxnId="{96349A97-9DDE-49B1-895B-653A54541E24}">
      <dgm:prSet/>
      <dgm:spPr/>
      <dgm:t>
        <a:bodyPr/>
        <a:lstStyle/>
        <a:p>
          <a:endParaRPr lang="zh-CN" altLang="en-US"/>
        </a:p>
      </dgm:t>
    </dgm:pt>
    <dgm:pt modelId="{89318AF9-619A-41A8-9A99-3AB687855D38}" type="pres">
      <dgm:prSet presAssocID="{F3FFDB58-D1C1-47AA-BDCC-148AAED9ADFB}" presName="linear" presStyleCnt="0">
        <dgm:presLayoutVars>
          <dgm:dir/>
          <dgm:animLvl val="lvl"/>
          <dgm:resizeHandles val="exact"/>
        </dgm:presLayoutVars>
      </dgm:prSet>
      <dgm:spPr/>
    </dgm:pt>
    <dgm:pt modelId="{D2D9EB14-5B19-4D75-B8F8-04C45FCDBBA1}" type="pres">
      <dgm:prSet presAssocID="{E81C9505-EAC3-4512-8397-6DC1D9DC5045}" presName="parentLin" presStyleCnt="0"/>
      <dgm:spPr/>
    </dgm:pt>
    <dgm:pt modelId="{D9B8F378-0FE1-4CBB-B26F-EC41DE53F0B0}" type="pres">
      <dgm:prSet presAssocID="{E81C9505-EAC3-4512-8397-6DC1D9DC5045}" presName="parentLeftMargin" presStyleLbl="node1" presStyleIdx="0" presStyleCnt="3"/>
      <dgm:spPr/>
    </dgm:pt>
    <dgm:pt modelId="{06A66294-4E67-4272-ACB8-540B3915BF4F}" type="pres">
      <dgm:prSet presAssocID="{E81C9505-EAC3-4512-8397-6DC1D9DC5045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6FE36122-A316-425E-9080-D9542E026699}" type="pres">
      <dgm:prSet presAssocID="{E81C9505-EAC3-4512-8397-6DC1D9DC5045}" presName="negativeSpace" presStyleCnt="0"/>
      <dgm:spPr/>
    </dgm:pt>
    <dgm:pt modelId="{BAABFAC6-298A-427A-877B-9C6631B1EE49}" type="pres">
      <dgm:prSet presAssocID="{E81C9505-EAC3-4512-8397-6DC1D9DC5045}" presName="childText" presStyleLbl="conFgAcc1" presStyleIdx="0" presStyleCnt="3">
        <dgm:presLayoutVars>
          <dgm:bulletEnabled val="1"/>
        </dgm:presLayoutVars>
      </dgm:prSet>
      <dgm:spPr/>
    </dgm:pt>
    <dgm:pt modelId="{D16BFF48-8D62-4E78-B191-993D9735E975}" type="pres">
      <dgm:prSet presAssocID="{D440D1AA-FA68-4EF8-BD70-B562B0E83AF9}" presName="spaceBetweenRectangles" presStyleCnt="0"/>
      <dgm:spPr/>
    </dgm:pt>
    <dgm:pt modelId="{26B778CA-C5F9-4771-A70A-43BBF16A834F}" type="pres">
      <dgm:prSet presAssocID="{469FB8FC-C95F-46EB-AED3-241FDE346F27}" presName="parentLin" presStyleCnt="0"/>
      <dgm:spPr/>
    </dgm:pt>
    <dgm:pt modelId="{DE0A2537-8656-4C1E-AFEE-53EA701EA448}" type="pres">
      <dgm:prSet presAssocID="{469FB8FC-C95F-46EB-AED3-241FDE346F27}" presName="parentLeftMargin" presStyleLbl="node1" presStyleIdx="0" presStyleCnt="3"/>
      <dgm:spPr/>
    </dgm:pt>
    <dgm:pt modelId="{097D9CE1-5099-4493-B8FE-400BD6F2AAE8}" type="pres">
      <dgm:prSet presAssocID="{469FB8FC-C95F-46EB-AED3-241FDE346F27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D86B0BF0-DB5E-40BC-BA98-2E4FC5BD041E}" type="pres">
      <dgm:prSet presAssocID="{469FB8FC-C95F-46EB-AED3-241FDE346F27}" presName="negativeSpace" presStyleCnt="0"/>
      <dgm:spPr/>
    </dgm:pt>
    <dgm:pt modelId="{41EE9472-D42E-4813-A976-2CADECE83F08}" type="pres">
      <dgm:prSet presAssocID="{469FB8FC-C95F-46EB-AED3-241FDE346F27}" presName="childText" presStyleLbl="conFgAcc1" presStyleIdx="1" presStyleCnt="3">
        <dgm:presLayoutVars>
          <dgm:bulletEnabled val="1"/>
        </dgm:presLayoutVars>
      </dgm:prSet>
      <dgm:spPr/>
    </dgm:pt>
    <dgm:pt modelId="{E9801C1F-90AB-4359-AFB4-0330744D311E}" type="pres">
      <dgm:prSet presAssocID="{9C7FBD9E-09DF-41CE-AF52-5F5E2CEB379D}" presName="spaceBetweenRectangles" presStyleCnt="0"/>
      <dgm:spPr/>
    </dgm:pt>
    <dgm:pt modelId="{445B351C-0E75-47BE-B936-B16E75F077DA}" type="pres">
      <dgm:prSet presAssocID="{FB301BC2-FA37-4816-9EE4-E4A47B35B837}" presName="parentLin" presStyleCnt="0"/>
      <dgm:spPr/>
    </dgm:pt>
    <dgm:pt modelId="{D889CDEA-0553-4D3C-95C0-220CC42C9839}" type="pres">
      <dgm:prSet presAssocID="{FB301BC2-FA37-4816-9EE4-E4A47B35B837}" presName="parentLeftMargin" presStyleLbl="node1" presStyleIdx="1" presStyleCnt="3"/>
      <dgm:spPr/>
    </dgm:pt>
    <dgm:pt modelId="{C60CA46D-2004-4E6E-AF79-6CCBE32BF6BA}" type="pres">
      <dgm:prSet presAssocID="{FB301BC2-FA37-4816-9EE4-E4A47B35B837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D590E6DC-F0B6-4E62-A3AA-1CAF81681E34}" type="pres">
      <dgm:prSet presAssocID="{FB301BC2-FA37-4816-9EE4-E4A47B35B837}" presName="negativeSpace" presStyleCnt="0"/>
      <dgm:spPr/>
    </dgm:pt>
    <dgm:pt modelId="{CEB1E3EA-F58E-4ED8-9181-62C42B3B7B31}" type="pres">
      <dgm:prSet presAssocID="{FB301BC2-FA37-4816-9EE4-E4A47B35B837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36770163-D049-42E0-9AD8-E3356B19DB16}" type="presOf" srcId="{1F40B6F1-254A-4D0C-9757-F2105753766C}" destId="{CEB1E3EA-F58E-4ED8-9181-62C42B3B7B31}" srcOrd="0" destOrd="0" presId="urn:microsoft.com/office/officeart/2005/8/layout/list1"/>
    <dgm:cxn modelId="{E3981F44-0DDC-40E2-990E-D0FE1E5C5FE9}" srcId="{F3FFDB58-D1C1-47AA-BDCC-148AAED9ADFB}" destId="{E81C9505-EAC3-4512-8397-6DC1D9DC5045}" srcOrd="0" destOrd="0" parTransId="{9BC20A39-4D80-4055-BC54-009E5C730E94}" sibTransId="{D440D1AA-FA68-4EF8-BD70-B562B0E83AF9}"/>
    <dgm:cxn modelId="{65927F49-ED78-47B1-A494-B72B2C759989}" type="presOf" srcId="{F3FFDB58-D1C1-47AA-BDCC-148AAED9ADFB}" destId="{89318AF9-619A-41A8-9A99-3AB687855D38}" srcOrd="0" destOrd="0" presId="urn:microsoft.com/office/officeart/2005/8/layout/list1"/>
    <dgm:cxn modelId="{79CF996E-D4D7-4AD2-8E2F-49A646DD221B}" srcId="{469FB8FC-C95F-46EB-AED3-241FDE346F27}" destId="{5D605456-D7E5-47A6-816F-CEA76CA90F97}" srcOrd="1" destOrd="0" parTransId="{2E3A3987-39AB-448B-BAFE-82F1DD23DC0A}" sibTransId="{0E30F1C2-625E-4FFB-8B41-31639A607FEA}"/>
    <dgm:cxn modelId="{1CC8E659-CEFF-4091-A194-54C3E2BBDB94}" srcId="{469FB8FC-C95F-46EB-AED3-241FDE346F27}" destId="{3F864D42-4E9A-47D7-BD36-CDA0C8A3950E}" srcOrd="0" destOrd="0" parTransId="{2933103C-9B83-49D2-A86B-7D87A42C447A}" sibTransId="{AC351C89-0531-4567-8772-70183872041F}"/>
    <dgm:cxn modelId="{79E35D7D-2C5B-4EFE-AD4A-EC5571BDE9D1}" srcId="{E81C9505-EAC3-4512-8397-6DC1D9DC5045}" destId="{2637F7C1-7063-4310-B37A-50F485E3823F}" srcOrd="0" destOrd="0" parTransId="{4E43631D-28D5-421C-8E72-8767335AB3A6}" sibTransId="{20A3DF38-1EA3-47EB-B02C-C0964DD219CA}"/>
    <dgm:cxn modelId="{D65E0589-B2E6-43E4-876F-398EB6788B45}" srcId="{E81C9505-EAC3-4512-8397-6DC1D9DC5045}" destId="{7B31C797-4C19-4890-9456-75822894496E}" srcOrd="1" destOrd="0" parTransId="{8BDC8DAD-1BB4-4B64-9066-799EE8E0B67A}" sibTransId="{3C4EF44F-99F5-4505-9F63-BA11CB1A174C}"/>
    <dgm:cxn modelId="{EF90018B-680F-4BD8-AA9A-DC25CA7694F6}" type="presOf" srcId="{FB301BC2-FA37-4816-9EE4-E4A47B35B837}" destId="{C60CA46D-2004-4E6E-AF79-6CCBE32BF6BA}" srcOrd="1" destOrd="0" presId="urn:microsoft.com/office/officeart/2005/8/layout/list1"/>
    <dgm:cxn modelId="{96349A97-9DDE-49B1-895B-653A54541E24}" srcId="{FB301BC2-FA37-4816-9EE4-E4A47B35B837}" destId="{5423CD31-5F0B-414E-8961-D5758897D77F}" srcOrd="1" destOrd="0" parTransId="{D872FD2C-C2AB-407E-8CA7-6984BFFAFF3D}" sibTransId="{8F44D99F-DA22-4067-920B-C2A5FE18222E}"/>
    <dgm:cxn modelId="{7116D398-42E0-408F-BF38-6DA0CABE448E}" type="presOf" srcId="{2637F7C1-7063-4310-B37A-50F485E3823F}" destId="{BAABFAC6-298A-427A-877B-9C6631B1EE49}" srcOrd="0" destOrd="0" presId="urn:microsoft.com/office/officeart/2005/8/layout/list1"/>
    <dgm:cxn modelId="{E017129A-6D8E-4364-821A-F29950EF8F28}" type="presOf" srcId="{5423CD31-5F0B-414E-8961-D5758897D77F}" destId="{CEB1E3EA-F58E-4ED8-9181-62C42B3B7B31}" srcOrd="0" destOrd="1" presId="urn:microsoft.com/office/officeart/2005/8/layout/list1"/>
    <dgm:cxn modelId="{837BC29A-DA40-4D08-9CB2-D25466EA4FE2}" type="presOf" srcId="{E81C9505-EAC3-4512-8397-6DC1D9DC5045}" destId="{D9B8F378-0FE1-4CBB-B26F-EC41DE53F0B0}" srcOrd="0" destOrd="0" presId="urn:microsoft.com/office/officeart/2005/8/layout/list1"/>
    <dgm:cxn modelId="{1D0F439B-AD6B-4786-AB68-0D14BBA6F5B3}" type="presOf" srcId="{5D605456-D7E5-47A6-816F-CEA76CA90F97}" destId="{41EE9472-D42E-4813-A976-2CADECE83F08}" srcOrd="0" destOrd="1" presId="urn:microsoft.com/office/officeart/2005/8/layout/list1"/>
    <dgm:cxn modelId="{C48AA59D-B177-45BC-89F7-9750A0CEA4D8}" srcId="{FB301BC2-FA37-4816-9EE4-E4A47B35B837}" destId="{1F40B6F1-254A-4D0C-9757-F2105753766C}" srcOrd="0" destOrd="0" parTransId="{9ADEE43F-067A-42D3-8904-F938DCED03CB}" sibTransId="{CFF4CD36-89D1-49EB-BDAA-5B7782A357DF}"/>
    <dgm:cxn modelId="{9CFE83A4-C5B6-4F10-9EC1-899A879C1636}" type="presOf" srcId="{3F864D42-4E9A-47D7-BD36-CDA0C8A3950E}" destId="{41EE9472-D42E-4813-A976-2CADECE83F08}" srcOrd="0" destOrd="0" presId="urn:microsoft.com/office/officeart/2005/8/layout/list1"/>
    <dgm:cxn modelId="{470B11A8-1E90-42AA-AD80-A8393679447D}" type="presOf" srcId="{E81C9505-EAC3-4512-8397-6DC1D9DC5045}" destId="{06A66294-4E67-4272-ACB8-540B3915BF4F}" srcOrd="1" destOrd="0" presId="urn:microsoft.com/office/officeart/2005/8/layout/list1"/>
    <dgm:cxn modelId="{700B9CAA-2F63-4EC7-89B3-0870E3BE0B65}" srcId="{F3FFDB58-D1C1-47AA-BDCC-148AAED9ADFB}" destId="{469FB8FC-C95F-46EB-AED3-241FDE346F27}" srcOrd="1" destOrd="0" parTransId="{0F524225-B421-43C7-86A6-8BAF3AAF87BE}" sibTransId="{9C7FBD9E-09DF-41CE-AF52-5F5E2CEB379D}"/>
    <dgm:cxn modelId="{64B4EBAB-448D-4467-B363-340254214B0A}" type="presOf" srcId="{FB301BC2-FA37-4816-9EE4-E4A47B35B837}" destId="{D889CDEA-0553-4D3C-95C0-220CC42C9839}" srcOrd="0" destOrd="0" presId="urn:microsoft.com/office/officeart/2005/8/layout/list1"/>
    <dgm:cxn modelId="{9519D1EC-541F-4ECB-B129-F7AC070941D5}" type="presOf" srcId="{469FB8FC-C95F-46EB-AED3-241FDE346F27}" destId="{097D9CE1-5099-4493-B8FE-400BD6F2AAE8}" srcOrd="1" destOrd="0" presId="urn:microsoft.com/office/officeart/2005/8/layout/list1"/>
    <dgm:cxn modelId="{7686ECEF-92E8-46E8-A278-CA0BF6856152}" srcId="{F3FFDB58-D1C1-47AA-BDCC-148AAED9ADFB}" destId="{FB301BC2-FA37-4816-9EE4-E4A47B35B837}" srcOrd="2" destOrd="0" parTransId="{9656609E-9C43-4105-A47D-6B08B71DE57A}" sibTransId="{3D43FC1D-0C60-4C30-BA95-03FF31AC9C66}"/>
    <dgm:cxn modelId="{425320F5-2D1B-4C82-8F95-69D9DC8737F4}" type="presOf" srcId="{7B31C797-4C19-4890-9456-75822894496E}" destId="{BAABFAC6-298A-427A-877B-9C6631B1EE49}" srcOrd="0" destOrd="1" presId="urn:microsoft.com/office/officeart/2005/8/layout/list1"/>
    <dgm:cxn modelId="{9DFA25FE-07DF-48AE-BF4D-C8D48EE624C1}" type="presOf" srcId="{469FB8FC-C95F-46EB-AED3-241FDE346F27}" destId="{DE0A2537-8656-4C1E-AFEE-53EA701EA448}" srcOrd="0" destOrd="0" presId="urn:microsoft.com/office/officeart/2005/8/layout/list1"/>
    <dgm:cxn modelId="{DEE23BF7-3D8A-466C-B655-D975A16AE061}" type="presParOf" srcId="{89318AF9-619A-41A8-9A99-3AB687855D38}" destId="{D2D9EB14-5B19-4D75-B8F8-04C45FCDBBA1}" srcOrd="0" destOrd="0" presId="urn:microsoft.com/office/officeart/2005/8/layout/list1"/>
    <dgm:cxn modelId="{8261CFF4-6A6A-456A-8352-70D52D11549D}" type="presParOf" srcId="{D2D9EB14-5B19-4D75-B8F8-04C45FCDBBA1}" destId="{D9B8F378-0FE1-4CBB-B26F-EC41DE53F0B0}" srcOrd="0" destOrd="0" presId="urn:microsoft.com/office/officeart/2005/8/layout/list1"/>
    <dgm:cxn modelId="{730ABA99-6FF4-4097-8264-582ACF5A0EB5}" type="presParOf" srcId="{D2D9EB14-5B19-4D75-B8F8-04C45FCDBBA1}" destId="{06A66294-4E67-4272-ACB8-540B3915BF4F}" srcOrd="1" destOrd="0" presId="urn:microsoft.com/office/officeart/2005/8/layout/list1"/>
    <dgm:cxn modelId="{CC9B91E5-8605-465F-8D35-D8BEE5B61B6D}" type="presParOf" srcId="{89318AF9-619A-41A8-9A99-3AB687855D38}" destId="{6FE36122-A316-425E-9080-D9542E026699}" srcOrd="1" destOrd="0" presId="urn:microsoft.com/office/officeart/2005/8/layout/list1"/>
    <dgm:cxn modelId="{73C5592E-A5C7-4912-9D86-CC8187625BC4}" type="presParOf" srcId="{89318AF9-619A-41A8-9A99-3AB687855D38}" destId="{BAABFAC6-298A-427A-877B-9C6631B1EE49}" srcOrd="2" destOrd="0" presId="urn:microsoft.com/office/officeart/2005/8/layout/list1"/>
    <dgm:cxn modelId="{9B7B5809-74E6-490F-B18B-0647CA1C557C}" type="presParOf" srcId="{89318AF9-619A-41A8-9A99-3AB687855D38}" destId="{D16BFF48-8D62-4E78-B191-993D9735E975}" srcOrd="3" destOrd="0" presId="urn:microsoft.com/office/officeart/2005/8/layout/list1"/>
    <dgm:cxn modelId="{5F8451E9-DFEF-45C5-B2E0-7AE5C5F8A191}" type="presParOf" srcId="{89318AF9-619A-41A8-9A99-3AB687855D38}" destId="{26B778CA-C5F9-4771-A70A-43BBF16A834F}" srcOrd="4" destOrd="0" presId="urn:microsoft.com/office/officeart/2005/8/layout/list1"/>
    <dgm:cxn modelId="{A713CAA1-1C1D-490D-A683-225B4059E1BD}" type="presParOf" srcId="{26B778CA-C5F9-4771-A70A-43BBF16A834F}" destId="{DE0A2537-8656-4C1E-AFEE-53EA701EA448}" srcOrd="0" destOrd="0" presId="urn:microsoft.com/office/officeart/2005/8/layout/list1"/>
    <dgm:cxn modelId="{9F3589B9-30A8-4B0A-9E34-205C66FA578E}" type="presParOf" srcId="{26B778CA-C5F9-4771-A70A-43BBF16A834F}" destId="{097D9CE1-5099-4493-B8FE-400BD6F2AAE8}" srcOrd="1" destOrd="0" presId="urn:microsoft.com/office/officeart/2005/8/layout/list1"/>
    <dgm:cxn modelId="{E87014A6-8F8D-4864-8C53-FA054C7EAA97}" type="presParOf" srcId="{89318AF9-619A-41A8-9A99-3AB687855D38}" destId="{D86B0BF0-DB5E-40BC-BA98-2E4FC5BD041E}" srcOrd="5" destOrd="0" presId="urn:microsoft.com/office/officeart/2005/8/layout/list1"/>
    <dgm:cxn modelId="{C273FF60-5E32-4C2D-8DC8-FAEE3226BD2C}" type="presParOf" srcId="{89318AF9-619A-41A8-9A99-3AB687855D38}" destId="{41EE9472-D42E-4813-A976-2CADECE83F08}" srcOrd="6" destOrd="0" presId="urn:microsoft.com/office/officeart/2005/8/layout/list1"/>
    <dgm:cxn modelId="{1B883CB8-094D-4EA5-93E0-6027529571EB}" type="presParOf" srcId="{89318AF9-619A-41A8-9A99-3AB687855D38}" destId="{E9801C1F-90AB-4359-AFB4-0330744D311E}" srcOrd="7" destOrd="0" presId="urn:microsoft.com/office/officeart/2005/8/layout/list1"/>
    <dgm:cxn modelId="{AB6F1D9F-3374-482B-A4D0-332DB221B9D3}" type="presParOf" srcId="{89318AF9-619A-41A8-9A99-3AB687855D38}" destId="{445B351C-0E75-47BE-B936-B16E75F077DA}" srcOrd="8" destOrd="0" presId="urn:microsoft.com/office/officeart/2005/8/layout/list1"/>
    <dgm:cxn modelId="{53912BBC-38D5-4B93-B73A-12CFAE9DBBB4}" type="presParOf" srcId="{445B351C-0E75-47BE-B936-B16E75F077DA}" destId="{D889CDEA-0553-4D3C-95C0-220CC42C9839}" srcOrd="0" destOrd="0" presId="urn:microsoft.com/office/officeart/2005/8/layout/list1"/>
    <dgm:cxn modelId="{4BA8C1E2-4305-49DD-81B0-261B3BC2D596}" type="presParOf" srcId="{445B351C-0E75-47BE-B936-B16E75F077DA}" destId="{C60CA46D-2004-4E6E-AF79-6CCBE32BF6BA}" srcOrd="1" destOrd="0" presId="urn:microsoft.com/office/officeart/2005/8/layout/list1"/>
    <dgm:cxn modelId="{5CD9E522-1AD3-4A7A-BB7C-7DF582B30C73}" type="presParOf" srcId="{89318AF9-619A-41A8-9A99-3AB687855D38}" destId="{D590E6DC-F0B6-4E62-A3AA-1CAF81681E34}" srcOrd="9" destOrd="0" presId="urn:microsoft.com/office/officeart/2005/8/layout/list1"/>
    <dgm:cxn modelId="{BCC03CE2-9D88-4BD6-9059-D40DDB20D50C}" type="presParOf" srcId="{89318AF9-619A-41A8-9A99-3AB687855D38}" destId="{CEB1E3EA-F58E-4ED8-9181-62C42B3B7B31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D4EB067B-8766-4E29-A16D-AD861374DA37}" type="doc">
      <dgm:prSet loTypeId="urn:microsoft.com/office/officeart/2005/8/layout/hierarchy2" loCatId="hierarchy" qsTypeId="urn:microsoft.com/office/officeart/2005/8/quickstyle/simple5" qsCatId="simple" csTypeId="urn:microsoft.com/office/officeart/2005/8/colors/colorful4" csCatId="colorful" phldr="1"/>
      <dgm:spPr/>
      <dgm:t>
        <a:bodyPr/>
        <a:lstStyle/>
        <a:p>
          <a:endParaRPr lang="zh-CN" altLang="en-US"/>
        </a:p>
      </dgm:t>
    </dgm:pt>
    <dgm:pt modelId="{D141D443-1AB1-4C6C-8D62-B8F4C9080E9C}">
      <dgm:prSet phldrT="[文本]"/>
      <dgm:spPr/>
      <dgm:t>
        <a:bodyPr/>
        <a:lstStyle/>
        <a:p>
          <a:r>
            <a:rPr lang="zh-CN" altLang="en-US"/>
            <a:t>高校教务管理系统</a:t>
          </a:r>
        </a:p>
      </dgm:t>
    </dgm:pt>
    <dgm:pt modelId="{FB8FFA1A-3B0F-481E-8F9B-B18CDB3C7A93}" type="parTrans" cxnId="{D844BC41-A0AF-4600-B35A-2835262F47AE}">
      <dgm:prSet/>
      <dgm:spPr/>
      <dgm:t>
        <a:bodyPr/>
        <a:lstStyle/>
        <a:p>
          <a:endParaRPr lang="zh-CN" altLang="en-US"/>
        </a:p>
      </dgm:t>
    </dgm:pt>
    <dgm:pt modelId="{E01F2187-540C-4662-98D1-49909C400D42}" type="sibTrans" cxnId="{D844BC41-A0AF-4600-B35A-2835262F47AE}">
      <dgm:prSet/>
      <dgm:spPr/>
      <dgm:t>
        <a:bodyPr/>
        <a:lstStyle/>
        <a:p>
          <a:endParaRPr lang="zh-CN" altLang="en-US"/>
        </a:p>
      </dgm:t>
    </dgm:pt>
    <dgm:pt modelId="{71C1F820-D6A0-4F56-8D9C-32611A2B4493}">
      <dgm:prSet phldrT="[文本]"/>
      <dgm:spPr/>
      <dgm:t>
        <a:bodyPr/>
        <a:lstStyle/>
        <a:p>
          <a:r>
            <a:rPr lang="zh-CN" altLang="en-US"/>
            <a:t>登录功能</a:t>
          </a:r>
        </a:p>
      </dgm:t>
    </dgm:pt>
    <dgm:pt modelId="{C3FE475C-3685-4DE3-BEE1-53EB7D7102BB}" type="parTrans" cxnId="{505E8617-4CDA-4F0B-B75E-0F4450D16297}">
      <dgm:prSet/>
      <dgm:spPr/>
      <dgm:t>
        <a:bodyPr/>
        <a:lstStyle/>
        <a:p>
          <a:endParaRPr lang="zh-CN" altLang="en-US"/>
        </a:p>
      </dgm:t>
    </dgm:pt>
    <dgm:pt modelId="{23D274F5-7DED-4E15-B607-DC42FD62ABB6}" type="sibTrans" cxnId="{505E8617-4CDA-4F0B-B75E-0F4450D16297}">
      <dgm:prSet/>
      <dgm:spPr/>
      <dgm:t>
        <a:bodyPr/>
        <a:lstStyle/>
        <a:p>
          <a:endParaRPr lang="zh-CN" altLang="en-US"/>
        </a:p>
      </dgm:t>
    </dgm:pt>
    <dgm:pt modelId="{066BB30A-F2B3-40DE-BDDC-327F08D104AF}">
      <dgm:prSet phldrT="[文本]"/>
      <dgm:spPr/>
      <dgm:t>
        <a:bodyPr/>
        <a:lstStyle/>
        <a:p>
          <a:r>
            <a:rPr lang="zh-CN" altLang="en-US"/>
            <a:t>成绩录入功能</a:t>
          </a:r>
        </a:p>
      </dgm:t>
    </dgm:pt>
    <dgm:pt modelId="{34C37164-B931-41A9-99DD-6C9C7D6E67AA}" type="parTrans" cxnId="{80DACA12-D97F-448E-85FC-6893CFED6CBA}">
      <dgm:prSet/>
      <dgm:spPr/>
      <dgm:t>
        <a:bodyPr/>
        <a:lstStyle/>
        <a:p>
          <a:endParaRPr lang="zh-CN" altLang="en-US"/>
        </a:p>
      </dgm:t>
    </dgm:pt>
    <dgm:pt modelId="{802443FE-8F64-47D5-B2A5-FD92E0ED2BB6}" type="sibTrans" cxnId="{80DACA12-D97F-448E-85FC-6893CFED6CBA}">
      <dgm:prSet/>
      <dgm:spPr/>
      <dgm:t>
        <a:bodyPr/>
        <a:lstStyle/>
        <a:p>
          <a:endParaRPr lang="zh-CN" altLang="en-US"/>
        </a:p>
      </dgm:t>
    </dgm:pt>
    <dgm:pt modelId="{A914433A-4D90-456F-91CD-44B1ED9B46B6}">
      <dgm:prSet phldrT="[文本]"/>
      <dgm:spPr/>
      <dgm:t>
        <a:bodyPr/>
        <a:lstStyle/>
        <a:p>
          <a:r>
            <a:rPr lang="zh-CN" altLang="en-US"/>
            <a:t>读取</a:t>
          </a:r>
          <a:r>
            <a:rPr lang="en-US" altLang="zh-CN"/>
            <a:t>Excel</a:t>
          </a:r>
          <a:r>
            <a:rPr lang="zh-CN" altLang="en-US"/>
            <a:t>录入学生成绩</a:t>
          </a:r>
        </a:p>
      </dgm:t>
    </dgm:pt>
    <dgm:pt modelId="{A28C8ED4-63DE-4B8B-BEB2-27719B207C2F}" type="parTrans" cxnId="{CEBD77D4-400F-4E83-B40E-F913DF0FC871}">
      <dgm:prSet/>
      <dgm:spPr/>
      <dgm:t>
        <a:bodyPr/>
        <a:lstStyle/>
        <a:p>
          <a:endParaRPr lang="zh-CN" altLang="en-US"/>
        </a:p>
      </dgm:t>
    </dgm:pt>
    <dgm:pt modelId="{A78019A7-7783-48C9-954C-BC18E60343E7}" type="sibTrans" cxnId="{CEBD77D4-400F-4E83-B40E-F913DF0FC871}">
      <dgm:prSet/>
      <dgm:spPr/>
      <dgm:t>
        <a:bodyPr/>
        <a:lstStyle/>
        <a:p>
          <a:endParaRPr lang="zh-CN" altLang="en-US"/>
        </a:p>
      </dgm:t>
    </dgm:pt>
    <dgm:pt modelId="{F490EE54-7C59-46E9-9592-022A26CF67D2}">
      <dgm:prSet phldrT="[文本]"/>
      <dgm:spPr/>
      <dgm:t>
        <a:bodyPr/>
        <a:lstStyle/>
        <a:p>
          <a:r>
            <a:rPr lang="zh-CN" altLang="en-US"/>
            <a:t>展示动态查询表单</a:t>
          </a:r>
        </a:p>
      </dgm:t>
    </dgm:pt>
    <dgm:pt modelId="{974A372D-AC97-429B-BC45-08508054DEB0}" type="parTrans" cxnId="{6072AFDB-D444-4999-BAC9-2DE85F75DCD6}">
      <dgm:prSet/>
      <dgm:spPr/>
      <dgm:t>
        <a:bodyPr/>
        <a:lstStyle/>
        <a:p>
          <a:endParaRPr lang="zh-CN" altLang="en-US"/>
        </a:p>
      </dgm:t>
    </dgm:pt>
    <dgm:pt modelId="{91D83CB5-E91D-4B79-949B-2BC4C293A803}" type="sibTrans" cxnId="{6072AFDB-D444-4999-BAC9-2DE85F75DCD6}">
      <dgm:prSet/>
      <dgm:spPr/>
      <dgm:t>
        <a:bodyPr/>
        <a:lstStyle/>
        <a:p>
          <a:endParaRPr lang="zh-CN" altLang="en-US"/>
        </a:p>
      </dgm:t>
    </dgm:pt>
    <dgm:pt modelId="{E47B0685-ACED-4CE8-997B-6ED9B8EADA1F}">
      <dgm:prSet phldrT="[文本]"/>
      <dgm:spPr/>
      <dgm:t>
        <a:bodyPr/>
        <a:lstStyle/>
        <a:p>
          <a:r>
            <a:rPr lang="zh-CN" altLang="en-US"/>
            <a:t>展示查询结果</a:t>
          </a:r>
        </a:p>
      </dgm:t>
    </dgm:pt>
    <dgm:pt modelId="{9D0FA7B0-3BFA-482A-89E7-BB3ECB5EB3AB}" type="parTrans" cxnId="{F145D90E-D4E3-47B9-BB83-88E73C2CB709}">
      <dgm:prSet/>
      <dgm:spPr/>
      <dgm:t>
        <a:bodyPr/>
        <a:lstStyle/>
        <a:p>
          <a:endParaRPr lang="zh-CN" altLang="en-US"/>
        </a:p>
      </dgm:t>
    </dgm:pt>
    <dgm:pt modelId="{F2651C4F-2060-43EB-BBEE-20F02754278F}" type="sibTrans" cxnId="{F145D90E-D4E3-47B9-BB83-88E73C2CB709}">
      <dgm:prSet/>
      <dgm:spPr/>
      <dgm:t>
        <a:bodyPr/>
        <a:lstStyle/>
        <a:p>
          <a:endParaRPr lang="zh-CN" altLang="en-US"/>
        </a:p>
      </dgm:t>
    </dgm:pt>
    <dgm:pt modelId="{359C3467-F172-43CE-8A0F-69076FC73F37}">
      <dgm:prSet phldrT="[文本]"/>
      <dgm:spPr/>
      <dgm:t>
        <a:bodyPr/>
        <a:lstStyle/>
        <a:p>
          <a:r>
            <a:rPr lang="zh-CN" altLang="en-US"/>
            <a:t>修改用户头像功能</a:t>
          </a:r>
        </a:p>
      </dgm:t>
    </dgm:pt>
    <dgm:pt modelId="{B08AC036-DD07-4C05-BACB-B10DE1508F3E}" type="parTrans" cxnId="{C13EAAC8-D52D-4DB7-A559-3FC81E394DE8}">
      <dgm:prSet/>
      <dgm:spPr/>
      <dgm:t>
        <a:bodyPr/>
        <a:lstStyle/>
        <a:p>
          <a:endParaRPr lang="zh-CN" altLang="en-US"/>
        </a:p>
      </dgm:t>
    </dgm:pt>
    <dgm:pt modelId="{4EFFE396-A839-4927-97BF-579441BD3A33}" type="sibTrans" cxnId="{C13EAAC8-D52D-4DB7-A559-3FC81E394DE8}">
      <dgm:prSet/>
      <dgm:spPr/>
      <dgm:t>
        <a:bodyPr/>
        <a:lstStyle/>
        <a:p>
          <a:endParaRPr lang="zh-CN" altLang="en-US"/>
        </a:p>
      </dgm:t>
    </dgm:pt>
    <dgm:pt modelId="{53C1D5DB-62D8-4EA9-ABDE-B84DC542B1F4}">
      <dgm:prSet phldrT="[文本]"/>
      <dgm:spPr/>
      <dgm:t>
        <a:bodyPr/>
        <a:lstStyle/>
        <a:p>
          <a:r>
            <a:rPr lang="zh-CN" altLang="en-US"/>
            <a:t>上传图片</a:t>
          </a:r>
        </a:p>
      </dgm:t>
    </dgm:pt>
    <dgm:pt modelId="{72EE7CA7-1CCC-4077-85B0-EE7711619018}" type="parTrans" cxnId="{3007C5E9-09AE-49A2-B9F6-E443A5268C01}">
      <dgm:prSet/>
      <dgm:spPr/>
      <dgm:t>
        <a:bodyPr/>
        <a:lstStyle/>
        <a:p>
          <a:endParaRPr lang="zh-CN" altLang="en-US"/>
        </a:p>
      </dgm:t>
    </dgm:pt>
    <dgm:pt modelId="{B6F0D876-171B-4909-A591-CF7E6D89472D}" type="sibTrans" cxnId="{3007C5E9-09AE-49A2-B9F6-E443A5268C01}">
      <dgm:prSet/>
      <dgm:spPr/>
      <dgm:t>
        <a:bodyPr/>
        <a:lstStyle/>
        <a:p>
          <a:endParaRPr lang="zh-CN" altLang="en-US"/>
        </a:p>
      </dgm:t>
    </dgm:pt>
    <dgm:pt modelId="{EC160897-BD25-4BE7-9FD7-0947266107C7}">
      <dgm:prSet phldrT="[文本]"/>
      <dgm:spPr/>
      <dgm:t>
        <a:bodyPr/>
        <a:lstStyle/>
        <a:p>
          <a:r>
            <a:rPr lang="zh-CN" altLang="en-US"/>
            <a:t>修改用户头像</a:t>
          </a:r>
        </a:p>
      </dgm:t>
    </dgm:pt>
    <dgm:pt modelId="{9EC17169-24BD-42CD-8E96-7D80DF966C71}" type="parTrans" cxnId="{D5613F23-728B-48F6-ACE3-B2681A54E233}">
      <dgm:prSet/>
      <dgm:spPr/>
      <dgm:t>
        <a:bodyPr/>
        <a:lstStyle/>
        <a:p>
          <a:endParaRPr lang="zh-CN" altLang="en-US"/>
        </a:p>
      </dgm:t>
    </dgm:pt>
    <dgm:pt modelId="{5DEB9642-0595-4B1C-A5A3-95832A25E930}" type="sibTrans" cxnId="{D5613F23-728B-48F6-ACE3-B2681A54E233}">
      <dgm:prSet/>
      <dgm:spPr/>
      <dgm:t>
        <a:bodyPr/>
        <a:lstStyle/>
        <a:p>
          <a:endParaRPr lang="zh-CN" altLang="en-US"/>
        </a:p>
      </dgm:t>
    </dgm:pt>
    <dgm:pt modelId="{29525559-955A-4274-AB6A-763C8FDCB76A}">
      <dgm:prSet phldrT="[文本]"/>
      <dgm:spPr/>
      <dgm:t>
        <a:bodyPr/>
        <a:lstStyle/>
        <a:p>
          <a:r>
            <a:rPr lang="zh-CN" altLang="en-US"/>
            <a:t>登录</a:t>
          </a:r>
        </a:p>
      </dgm:t>
    </dgm:pt>
    <dgm:pt modelId="{60309337-F4BA-4E8F-9E99-DDF2004D11F6}" type="parTrans" cxnId="{8A64FED8-B5D1-4001-860B-B524EBA40DCA}">
      <dgm:prSet/>
      <dgm:spPr/>
      <dgm:t>
        <a:bodyPr/>
        <a:lstStyle/>
        <a:p>
          <a:endParaRPr lang="zh-CN" altLang="en-US"/>
        </a:p>
      </dgm:t>
    </dgm:pt>
    <dgm:pt modelId="{B86E9F42-5E9B-4388-A21F-E9FAA82CAE3F}" type="sibTrans" cxnId="{8A64FED8-B5D1-4001-860B-B524EBA40DCA}">
      <dgm:prSet/>
      <dgm:spPr/>
      <dgm:t>
        <a:bodyPr/>
        <a:lstStyle/>
        <a:p>
          <a:endParaRPr lang="zh-CN" altLang="en-US"/>
        </a:p>
      </dgm:t>
    </dgm:pt>
    <dgm:pt modelId="{2EA9D358-55E3-4B20-AFBE-B4BE4CB23077}">
      <dgm:prSet phldrT="[文本]"/>
      <dgm:spPr/>
      <dgm:t>
        <a:bodyPr/>
        <a:lstStyle/>
        <a:p>
          <a:r>
            <a:rPr lang="zh-CN" altLang="en-US"/>
            <a:t>注销</a:t>
          </a:r>
        </a:p>
      </dgm:t>
    </dgm:pt>
    <dgm:pt modelId="{1EE0CA44-BB2B-49F5-A132-E0C1B8EFA508}" type="parTrans" cxnId="{5AAFB689-0A9F-45E3-AC8E-848565DD12FD}">
      <dgm:prSet/>
      <dgm:spPr/>
      <dgm:t>
        <a:bodyPr/>
        <a:lstStyle/>
        <a:p>
          <a:endParaRPr lang="zh-CN" altLang="en-US"/>
        </a:p>
      </dgm:t>
    </dgm:pt>
    <dgm:pt modelId="{C8B5FE86-EA85-45BF-AF19-3D3E7646CCDC}" type="sibTrans" cxnId="{5AAFB689-0A9F-45E3-AC8E-848565DD12FD}">
      <dgm:prSet/>
      <dgm:spPr/>
      <dgm:t>
        <a:bodyPr/>
        <a:lstStyle/>
        <a:p>
          <a:endParaRPr lang="zh-CN" altLang="en-US"/>
        </a:p>
      </dgm:t>
    </dgm:pt>
    <dgm:pt modelId="{24C7141C-36F4-4B50-B6A8-1018FE2E3FA4}">
      <dgm:prSet phldrT="[文本]"/>
      <dgm:spPr/>
      <dgm:t>
        <a:bodyPr/>
        <a:lstStyle/>
        <a:p>
          <a:r>
            <a:rPr lang="zh-CN" altLang="en-US"/>
            <a:t>改密码</a:t>
          </a:r>
        </a:p>
      </dgm:t>
    </dgm:pt>
    <dgm:pt modelId="{5EEA7B3F-5711-489F-86F8-8F391C51D260}" type="parTrans" cxnId="{C17CD060-09C7-41B3-B186-EE2943C43764}">
      <dgm:prSet/>
      <dgm:spPr/>
      <dgm:t>
        <a:bodyPr/>
        <a:lstStyle/>
        <a:p>
          <a:endParaRPr lang="zh-CN" altLang="en-US"/>
        </a:p>
      </dgm:t>
    </dgm:pt>
    <dgm:pt modelId="{26507246-3D87-427B-A201-EA7108D0B69F}" type="sibTrans" cxnId="{C17CD060-09C7-41B3-B186-EE2943C43764}">
      <dgm:prSet/>
      <dgm:spPr/>
      <dgm:t>
        <a:bodyPr/>
        <a:lstStyle/>
        <a:p>
          <a:endParaRPr lang="zh-CN" altLang="en-US"/>
        </a:p>
      </dgm:t>
    </dgm:pt>
    <dgm:pt modelId="{36CD4668-7E13-4E68-B9D5-BCE31A368104}">
      <dgm:prSet phldrT="[文本]"/>
      <dgm:spPr/>
      <dgm:t>
        <a:bodyPr/>
        <a:lstStyle/>
        <a:p>
          <a:r>
            <a:rPr lang="zh-CN" altLang="en-US"/>
            <a:t>教学任务查询功能</a:t>
          </a:r>
        </a:p>
      </dgm:t>
    </dgm:pt>
    <dgm:pt modelId="{7E1B9083-2C76-45AC-9A25-088A10A32ECF}" type="parTrans" cxnId="{7D95FDFB-283C-4CC8-B86F-AAA2D5BE8FC4}">
      <dgm:prSet/>
      <dgm:spPr/>
      <dgm:t>
        <a:bodyPr/>
        <a:lstStyle/>
        <a:p>
          <a:endParaRPr lang="zh-CN" altLang="en-US"/>
        </a:p>
      </dgm:t>
    </dgm:pt>
    <dgm:pt modelId="{B96A2B85-B23C-434E-8CD0-4D3A54B8F5C4}" type="sibTrans" cxnId="{7D95FDFB-283C-4CC8-B86F-AAA2D5BE8FC4}">
      <dgm:prSet/>
      <dgm:spPr/>
      <dgm:t>
        <a:bodyPr/>
        <a:lstStyle/>
        <a:p>
          <a:endParaRPr lang="zh-CN" altLang="en-US"/>
        </a:p>
      </dgm:t>
    </dgm:pt>
    <dgm:pt modelId="{B69E217F-CD10-4D4C-A605-1C97C7F76B7C}" type="pres">
      <dgm:prSet presAssocID="{D4EB067B-8766-4E29-A16D-AD861374DA37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1B2C669B-0038-418E-AE96-D7BB1A390654}" type="pres">
      <dgm:prSet presAssocID="{D141D443-1AB1-4C6C-8D62-B8F4C9080E9C}" presName="root1" presStyleCnt="0"/>
      <dgm:spPr/>
    </dgm:pt>
    <dgm:pt modelId="{8DC1A9E6-1A77-4B64-A08C-43DEC498B9FB}" type="pres">
      <dgm:prSet presAssocID="{D141D443-1AB1-4C6C-8D62-B8F4C9080E9C}" presName="LevelOneTextNode" presStyleLbl="node0" presStyleIdx="0" presStyleCnt="1" custScaleX="219203" custScaleY="119918" custLinFactNeighborX="-64493">
        <dgm:presLayoutVars>
          <dgm:chPref val="3"/>
        </dgm:presLayoutVars>
      </dgm:prSet>
      <dgm:spPr/>
    </dgm:pt>
    <dgm:pt modelId="{E2229ECD-4162-4F0A-854B-473FDD4BCB62}" type="pres">
      <dgm:prSet presAssocID="{D141D443-1AB1-4C6C-8D62-B8F4C9080E9C}" presName="level2hierChild" presStyleCnt="0"/>
      <dgm:spPr/>
    </dgm:pt>
    <dgm:pt modelId="{D16A9E1C-BA69-4DDC-872F-2931A655ED7A}" type="pres">
      <dgm:prSet presAssocID="{C3FE475C-3685-4DE3-BEE1-53EB7D7102BB}" presName="conn2-1" presStyleLbl="parChTrans1D2" presStyleIdx="0" presStyleCnt="4"/>
      <dgm:spPr/>
    </dgm:pt>
    <dgm:pt modelId="{79F62C7D-820B-419D-A5CD-FD79B437E417}" type="pres">
      <dgm:prSet presAssocID="{C3FE475C-3685-4DE3-BEE1-53EB7D7102BB}" presName="connTx" presStyleLbl="parChTrans1D2" presStyleIdx="0" presStyleCnt="4"/>
      <dgm:spPr/>
    </dgm:pt>
    <dgm:pt modelId="{A1CE5D9F-8BFA-4398-B99E-F593772EC3F8}" type="pres">
      <dgm:prSet presAssocID="{71C1F820-D6A0-4F56-8D9C-32611A2B4493}" presName="root2" presStyleCnt="0"/>
      <dgm:spPr/>
    </dgm:pt>
    <dgm:pt modelId="{99A6343D-33B8-403C-A57A-AFF2B6222663}" type="pres">
      <dgm:prSet presAssocID="{71C1F820-D6A0-4F56-8D9C-32611A2B4493}" presName="LevelTwoTextNode" presStyleLbl="node2" presStyleIdx="0" presStyleCnt="4" custScaleX="175508" custLinFactNeighborX="-41014">
        <dgm:presLayoutVars>
          <dgm:chPref val="3"/>
        </dgm:presLayoutVars>
      </dgm:prSet>
      <dgm:spPr/>
    </dgm:pt>
    <dgm:pt modelId="{BD82036D-18C2-4700-9952-E61D74BC5DD6}" type="pres">
      <dgm:prSet presAssocID="{71C1F820-D6A0-4F56-8D9C-32611A2B4493}" presName="level3hierChild" presStyleCnt="0"/>
      <dgm:spPr/>
    </dgm:pt>
    <dgm:pt modelId="{C11413DA-5C6C-46DC-B1DA-BDD4D3444107}" type="pres">
      <dgm:prSet presAssocID="{60309337-F4BA-4E8F-9E99-DDF2004D11F6}" presName="conn2-1" presStyleLbl="parChTrans1D3" presStyleIdx="0" presStyleCnt="8"/>
      <dgm:spPr/>
    </dgm:pt>
    <dgm:pt modelId="{BBB70FDE-06C5-4B14-A782-982C5B809935}" type="pres">
      <dgm:prSet presAssocID="{60309337-F4BA-4E8F-9E99-DDF2004D11F6}" presName="connTx" presStyleLbl="parChTrans1D3" presStyleIdx="0" presStyleCnt="8"/>
      <dgm:spPr/>
    </dgm:pt>
    <dgm:pt modelId="{221F1C21-C99C-462C-9B80-5AC4BF6D9A8A}" type="pres">
      <dgm:prSet presAssocID="{29525559-955A-4274-AB6A-763C8FDCB76A}" presName="root2" presStyleCnt="0"/>
      <dgm:spPr/>
    </dgm:pt>
    <dgm:pt modelId="{61C4428E-D567-4000-B365-AC3937E76ABB}" type="pres">
      <dgm:prSet presAssocID="{29525559-955A-4274-AB6A-763C8FDCB76A}" presName="LevelTwoTextNode" presStyleLbl="node3" presStyleIdx="0" presStyleCnt="8">
        <dgm:presLayoutVars>
          <dgm:chPref val="3"/>
        </dgm:presLayoutVars>
      </dgm:prSet>
      <dgm:spPr/>
    </dgm:pt>
    <dgm:pt modelId="{769A682F-16D9-46D3-8EA1-91124D4CE5C7}" type="pres">
      <dgm:prSet presAssocID="{29525559-955A-4274-AB6A-763C8FDCB76A}" presName="level3hierChild" presStyleCnt="0"/>
      <dgm:spPr/>
    </dgm:pt>
    <dgm:pt modelId="{62ABA612-3E8E-4B7D-A70D-9C6FB7CC9401}" type="pres">
      <dgm:prSet presAssocID="{1EE0CA44-BB2B-49F5-A132-E0C1B8EFA508}" presName="conn2-1" presStyleLbl="parChTrans1D3" presStyleIdx="1" presStyleCnt="8"/>
      <dgm:spPr/>
    </dgm:pt>
    <dgm:pt modelId="{C49AE336-B680-4712-9D8E-D2F43AE05B83}" type="pres">
      <dgm:prSet presAssocID="{1EE0CA44-BB2B-49F5-A132-E0C1B8EFA508}" presName="connTx" presStyleLbl="parChTrans1D3" presStyleIdx="1" presStyleCnt="8"/>
      <dgm:spPr/>
    </dgm:pt>
    <dgm:pt modelId="{F02A5C37-A07B-43AC-8DEE-0AC68A77A59C}" type="pres">
      <dgm:prSet presAssocID="{2EA9D358-55E3-4B20-AFBE-B4BE4CB23077}" presName="root2" presStyleCnt="0"/>
      <dgm:spPr/>
    </dgm:pt>
    <dgm:pt modelId="{84C3FCE8-65FE-4BAC-A7A5-6E2CBC912FBA}" type="pres">
      <dgm:prSet presAssocID="{2EA9D358-55E3-4B20-AFBE-B4BE4CB23077}" presName="LevelTwoTextNode" presStyleLbl="node3" presStyleIdx="1" presStyleCnt="8">
        <dgm:presLayoutVars>
          <dgm:chPref val="3"/>
        </dgm:presLayoutVars>
      </dgm:prSet>
      <dgm:spPr/>
    </dgm:pt>
    <dgm:pt modelId="{3EB9F5F3-D91A-4CAF-ACBC-4BAD4A08EE92}" type="pres">
      <dgm:prSet presAssocID="{2EA9D358-55E3-4B20-AFBE-B4BE4CB23077}" presName="level3hierChild" presStyleCnt="0"/>
      <dgm:spPr/>
    </dgm:pt>
    <dgm:pt modelId="{31750CC3-33C8-45CB-A59D-639CEDB5B2B7}" type="pres">
      <dgm:prSet presAssocID="{5EEA7B3F-5711-489F-86F8-8F391C51D260}" presName="conn2-1" presStyleLbl="parChTrans1D3" presStyleIdx="2" presStyleCnt="8"/>
      <dgm:spPr/>
    </dgm:pt>
    <dgm:pt modelId="{6B94D4EA-45D5-476A-8AE9-C56795F8E11B}" type="pres">
      <dgm:prSet presAssocID="{5EEA7B3F-5711-489F-86F8-8F391C51D260}" presName="connTx" presStyleLbl="parChTrans1D3" presStyleIdx="2" presStyleCnt="8"/>
      <dgm:spPr/>
    </dgm:pt>
    <dgm:pt modelId="{CA73D749-D3D6-4421-9F9D-5794B07F6480}" type="pres">
      <dgm:prSet presAssocID="{24C7141C-36F4-4B50-B6A8-1018FE2E3FA4}" presName="root2" presStyleCnt="0"/>
      <dgm:spPr/>
    </dgm:pt>
    <dgm:pt modelId="{16D10C83-9C17-45DC-B3DC-0E8F6FB9B56E}" type="pres">
      <dgm:prSet presAssocID="{24C7141C-36F4-4B50-B6A8-1018FE2E3FA4}" presName="LevelTwoTextNode" presStyleLbl="node3" presStyleIdx="2" presStyleCnt="8">
        <dgm:presLayoutVars>
          <dgm:chPref val="3"/>
        </dgm:presLayoutVars>
      </dgm:prSet>
      <dgm:spPr/>
    </dgm:pt>
    <dgm:pt modelId="{0D32F0D4-AA59-4CAB-A9B9-246465CE0F1A}" type="pres">
      <dgm:prSet presAssocID="{24C7141C-36F4-4B50-B6A8-1018FE2E3FA4}" presName="level3hierChild" presStyleCnt="0"/>
      <dgm:spPr/>
    </dgm:pt>
    <dgm:pt modelId="{3A4DFB98-0225-4543-A1F3-AB5136AF80B6}" type="pres">
      <dgm:prSet presAssocID="{7E1B9083-2C76-45AC-9A25-088A10A32ECF}" presName="conn2-1" presStyleLbl="parChTrans1D2" presStyleIdx="1" presStyleCnt="4"/>
      <dgm:spPr/>
    </dgm:pt>
    <dgm:pt modelId="{EAD11F05-59F3-4E3E-AF5D-B1103DE94A6A}" type="pres">
      <dgm:prSet presAssocID="{7E1B9083-2C76-45AC-9A25-088A10A32ECF}" presName="connTx" presStyleLbl="parChTrans1D2" presStyleIdx="1" presStyleCnt="4"/>
      <dgm:spPr/>
    </dgm:pt>
    <dgm:pt modelId="{E4A6830D-B056-483A-8034-268552111B92}" type="pres">
      <dgm:prSet presAssocID="{36CD4668-7E13-4E68-B9D5-BCE31A368104}" presName="root2" presStyleCnt="0"/>
      <dgm:spPr/>
    </dgm:pt>
    <dgm:pt modelId="{D7CFBEB4-9D8C-448A-96C9-E62F81C96F53}" type="pres">
      <dgm:prSet presAssocID="{36CD4668-7E13-4E68-B9D5-BCE31A368104}" presName="LevelTwoTextNode" presStyleLbl="node2" presStyleIdx="1" presStyleCnt="4" custScaleX="161303" custLinFactNeighborX="-30652" custLinFactNeighborY="-5639">
        <dgm:presLayoutVars>
          <dgm:chPref val="3"/>
        </dgm:presLayoutVars>
      </dgm:prSet>
      <dgm:spPr/>
    </dgm:pt>
    <dgm:pt modelId="{D724A534-3E21-49A1-96F7-6841BA22C48C}" type="pres">
      <dgm:prSet presAssocID="{36CD4668-7E13-4E68-B9D5-BCE31A368104}" presName="level3hierChild" presStyleCnt="0"/>
      <dgm:spPr/>
    </dgm:pt>
    <dgm:pt modelId="{2C754397-7E3F-41A9-95E5-7D7630C1CCDE}" type="pres">
      <dgm:prSet presAssocID="{974A372D-AC97-429B-BC45-08508054DEB0}" presName="conn2-1" presStyleLbl="parChTrans1D3" presStyleIdx="3" presStyleCnt="8"/>
      <dgm:spPr/>
    </dgm:pt>
    <dgm:pt modelId="{D09B73C9-3E16-4414-AC10-4F14DB4B3C3A}" type="pres">
      <dgm:prSet presAssocID="{974A372D-AC97-429B-BC45-08508054DEB0}" presName="connTx" presStyleLbl="parChTrans1D3" presStyleIdx="3" presStyleCnt="8"/>
      <dgm:spPr/>
    </dgm:pt>
    <dgm:pt modelId="{91ECA7A2-4895-4F7B-BA46-CBDC1009D26C}" type="pres">
      <dgm:prSet presAssocID="{F490EE54-7C59-46E9-9592-022A26CF67D2}" presName="root2" presStyleCnt="0"/>
      <dgm:spPr/>
    </dgm:pt>
    <dgm:pt modelId="{7EFD9560-308C-426C-BF3A-B34AE5B78766}" type="pres">
      <dgm:prSet presAssocID="{F490EE54-7C59-46E9-9592-022A26CF67D2}" presName="LevelTwoTextNode" presStyleLbl="node3" presStyleIdx="3" presStyleCnt="8" custScaleX="156812">
        <dgm:presLayoutVars>
          <dgm:chPref val="3"/>
        </dgm:presLayoutVars>
      </dgm:prSet>
      <dgm:spPr/>
    </dgm:pt>
    <dgm:pt modelId="{74BC882F-FEB5-4021-A2DD-6E55D2D907C9}" type="pres">
      <dgm:prSet presAssocID="{F490EE54-7C59-46E9-9592-022A26CF67D2}" presName="level3hierChild" presStyleCnt="0"/>
      <dgm:spPr/>
    </dgm:pt>
    <dgm:pt modelId="{0C146088-3EF8-4C23-93FB-5F3D8166401C}" type="pres">
      <dgm:prSet presAssocID="{9D0FA7B0-3BFA-482A-89E7-BB3ECB5EB3AB}" presName="conn2-1" presStyleLbl="parChTrans1D3" presStyleIdx="4" presStyleCnt="8"/>
      <dgm:spPr/>
    </dgm:pt>
    <dgm:pt modelId="{C3D3D61E-47AD-43A8-9442-CF1B72153C38}" type="pres">
      <dgm:prSet presAssocID="{9D0FA7B0-3BFA-482A-89E7-BB3ECB5EB3AB}" presName="connTx" presStyleLbl="parChTrans1D3" presStyleIdx="4" presStyleCnt="8"/>
      <dgm:spPr/>
    </dgm:pt>
    <dgm:pt modelId="{1B4960CB-3C71-4BB6-B333-DE4CB0E63A3B}" type="pres">
      <dgm:prSet presAssocID="{E47B0685-ACED-4CE8-997B-6ED9B8EADA1F}" presName="root2" presStyleCnt="0"/>
      <dgm:spPr/>
    </dgm:pt>
    <dgm:pt modelId="{777E5282-815D-4427-8829-D1B672D7B75B}" type="pres">
      <dgm:prSet presAssocID="{E47B0685-ACED-4CE8-997B-6ED9B8EADA1F}" presName="LevelTwoTextNode" presStyleLbl="node3" presStyleIdx="4" presStyleCnt="8" custScaleX="156812">
        <dgm:presLayoutVars>
          <dgm:chPref val="3"/>
        </dgm:presLayoutVars>
      </dgm:prSet>
      <dgm:spPr/>
    </dgm:pt>
    <dgm:pt modelId="{978AAA94-EB8F-4F69-AC2B-6836470A0954}" type="pres">
      <dgm:prSet presAssocID="{E47B0685-ACED-4CE8-997B-6ED9B8EADA1F}" presName="level3hierChild" presStyleCnt="0"/>
      <dgm:spPr/>
    </dgm:pt>
    <dgm:pt modelId="{908125D4-1810-48FF-976B-499A2F5FC021}" type="pres">
      <dgm:prSet presAssocID="{B08AC036-DD07-4C05-BACB-B10DE1508F3E}" presName="conn2-1" presStyleLbl="parChTrans1D2" presStyleIdx="2" presStyleCnt="4"/>
      <dgm:spPr/>
    </dgm:pt>
    <dgm:pt modelId="{4E0E52DF-7243-422A-8BCD-83F04F08DA0D}" type="pres">
      <dgm:prSet presAssocID="{B08AC036-DD07-4C05-BACB-B10DE1508F3E}" presName="connTx" presStyleLbl="parChTrans1D2" presStyleIdx="2" presStyleCnt="4"/>
      <dgm:spPr/>
    </dgm:pt>
    <dgm:pt modelId="{CE531350-5092-45E7-82A4-94A796781147}" type="pres">
      <dgm:prSet presAssocID="{359C3467-F172-43CE-8A0F-69076FC73F37}" presName="root2" presStyleCnt="0"/>
      <dgm:spPr/>
    </dgm:pt>
    <dgm:pt modelId="{3BA69CC6-CDA6-43D0-A71D-B2E54FD46380}" type="pres">
      <dgm:prSet presAssocID="{359C3467-F172-43CE-8A0F-69076FC73F37}" presName="LevelTwoTextNode" presStyleLbl="node2" presStyleIdx="2" presStyleCnt="4" custScaleX="175508" custLinFactNeighborX="-41014">
        <dgm:presLayoutVars>
          <dgm:chPref val="3"/>
        </dgm:presLayoutVars>
      </dgm:prSet>
      <dgm:spPr/>
    </dgm:pt>
    <dgm:pt modelId="{BD1ED621-E82E-42AF-9E97-61E664F8BB80}" type="pres">
      <dgm:prSet presAssocID="{359C3467-F172-43CE-8A0F-69076FC73F37}" presName="level3hierChild" presStyleCnt="0"/>
      <dgm:spPr/>
    </dgm:pt>
    <dgm:pt modelId="{42F0F4F9-B3B4-4E11-A61E-E49D7C18CE53}" type="pres">
      <dgm:prSet presAssocID="{72EE7CA7-1CCC-4077-85B0-EE7711619018}" presName="conn2-1" presStyleLbl="parChTrans1D3" presStyleIdx="5" presStyleCnt="8"/>
      <dgm:spPr/>
    </dgm:pt>
    <dgm:pt modelId="{2F2B45DB-4CD0-42CE-A70C-EF79D98444C7}" type="pres">
      <dgm:prSet presAssocID="{72EE7CA7-1CCC-4077-85B0-EE7711619018}" presName="connTx" presStyleLbl="parChTrans1D3" presStyleIdx="5" presStyleCnt="8"/>
      <dgm:spPr/>
    </dgm:pt>
    <dgm:pt modelId="{93D27225-9677-4DFF-B7F3-17E1FB0C3F6D}" type="pres">
      <dgm:prSet presAssocID="{53C1D5DB-62D8-4EA9-ABDE-B84DC542B1F4}" presName="root2" presStyleCnt="0"/>
      <dgm:spPr/>
    </dgm:pt>
    <dgm:pt modelId="{2A3FE49A-B2C9-41F5-9BE7-5E0E02A2A8B4}" type="pres">
      <dgm:prSet presAssocID="{53C1D5DB-62D8-4EA9-ABDE-B84DC542B1F4}" presName="LevelTwoTextNode" presStyleLbl="node3" presStyleIdx="5" presStyleCnt="8" custScaleX="156812">
        <dgm:presLayoutVars>
          <dgm:chPref val="3"/>
        </dgm:presLayoutVars>
      </dgm:prSet>
      <dgm:spPr/>
    </dgm:pt>
    <dgm:pt modelId="{E59143C2-2B70-4C81-8374-8836FA2C3BA8}" type="pres">
      <dgm:prSet presAssocID="{53C1D5DB-62D8-4EA9-ABDE-B84DC542B1F4}" presName="level3hierChild" presStyleCnt="0"/>
      <dgm:spPr/>
    </dgm:pt>
    <dgm:pt modelId="{8B6B7183-A8D0-4EF3-BBCD-64BE75790D84}" type="pres">
      <dgm:prSet presAssocID="{9EC17169-24BD-42CD-8E96-7D80DF966C71}" presName="conn2-1" presStyleLbl="parChTrans1D3" presStyleIdx="6" presStyleCnt="8"/>
      <dgm:spPr/>
    </dgm:pt>
    <dgm:pt modelId="{CAABAFB8-9270-4679-9E0B-27215CFE6717}" type="pres">
      <dgm:prSet presAssocID="{9EC17169-24BD-42CD-8E96-7D80DF966C71}" presName="connTx" presStyleLbl="parChTrans1D3" presStyleIdx="6" presStyleCnt="8"/>
      <dgm:spPr/>
    </dgm:pt>
    <dgm:pt modelId="{5B21B258-E879-4C22-8CCB-49BD5D98EBC6}" type="pres">
      <dgm:prSet presAssocID="{EC160897-BD25-4BE7-9FD7-0947266107C7}" presName="root2" presStyleCnt="0"/>
      <dgm:spPr/>
    </dgm:pt>
    <dgm:pt modelId="{2F35CC3F-1DCD-4F80-9883-2F975B3F67B0}" type="pres">
      <dgm:prSet presAssocID="{EC160897-BD25-4BE7-9FD7-0947266107C7}" presName="LevelTwoTextNode" presStyleLbl="node3" presStyleIdx="6" presStyleCnt="8" custScaleX="156812">
        <dgm:presLayoutVars>
          <dgm:chPref val="3"/>
        </dgm:presLayoutVars>
      </dgm:prSet>
      <dgm:spPr/>
    </dgm:pt>
    <dgm:pt modelId="{197BE500-F0CE-4667-AB54-EA877DED9AC9}" type="pres">
      <dgm:prSet presAssocID="{EC160897-BD25-4BE7-9FD7-0947266107C7}" presName="level3hierChild" presStyleCnt="0"/>
      <dgm:spPr/>
    </dgm:pt>
    <dgm:pt modelId="{F76812C8-B725-4BCB-AF8F-017F3CE87D5C}" type="pres">
      <dgm:prSet presAssocID="{34C37164-B931-41A9-99DD-6C9C7D6E67AA}" presName="conn2-1" presStyleLbl="parChTrans1D2" presStyleIdx="3" presStyleCnt="4"/>
      <dgm:spPr/>
    </dgm:pt>
    <dgm:pt modelId="{892E32BF-7A63-4DA3-AA09-11604A504E0D}" type="pres">
      <dgm:prSet presAssocID="{34C37164-B931-41A9-99DD-6C9C7D6E67AA}" presName="connTx" presStyleLbl="parChTrans1D2" presStyleIdx="3" presStyleCnt="4"/>
      <dgm:spPr/>
    </dgm:pt>
    <dgm:pt modelId="{DE1787F9-0606-4CDE-968F-8001EA3C45D1}" type="pres">
      <dgm:prSet presAssocID="{066BB30A-F2B3-40DE-BDDC-327F08D104AF}" presName="root2" presStyleCnt="0"/>
      <dgm:spPr/>
    </dgm:pt>
    <dgm:pt modelId="{B41BD32C-2813-4349-B8E4-E88DEE7948B3}" type="pres">
      <dgm:prSet presAssocID="{066BB30A-F2B3-40DE-BDDC-327F08D104AF}" presName="LevelTwoTextNode" presStyleLbl="node2" presStyleIdx="3" presStyleCnt="4" custScaleX="175508" custLinFactNeighborX="-41014">
        <dgm:presLayoutVars>
          <dgm:chPref val="3"/>
        </dgm:presLayoutVars>
      </dgm:prSet>
      <dgm:spPr/>
    </dgm:pt>
    <dgm:pt modelId="{64ACDD59-22B6-4C63-9ED7-D72B943210AD}" type="pres">
      <dgm:prSet presAssocID="{066BB30A-F2B3-40DE-BDDC-327F08D104AF}" presName="level3hierChild" presStyleCnt="0"/>
      <dgm:spPr/>
    </dgm:pt>
    <dgm:pt modelId="{8549F7A7-E2F9-4E67-9436-BB08F59D5063}" type="pres">
      <dgm:prSet presAssocID="{A28C8ED4-63DE-4B8B-BEB2-27719B207C2F}" presName="conn2-1" presStyleLbl="parChTrans1D3" presStyleIdx="7" presStyleCnt="8"/>
      <dgm:spPr/>
    </dgm:pt>
    <dgm:pt modelId="{D60EBFA5-AEC8-47B6-A3A7-1A528593A1C5}" type="pres">
      <dgm:prSet presAssocID="{A28C8ED4-63DE-4B8B-BEB2-27719B207C2F}" presName="connTx" presStyleLbl="parChTrans1D3" presStyleIdx="7" presStyleCnt="8"/>
      <dgm:spPr/>
    </dgm:pt>
    <dgm:pt modelId="{6426B67B-4EEA-4A98-AB6A-23D5484860A3}" type="pres">
      <dgm:prSet presAssocID="{A914433A-4D90-456F-91CD-44B1ED9B46B6}" presName="root2" presStyleCnt="0"/>
      <dgm:spPr/>
    </dgm:pt>
    <dgm:pt modelId="{B2D8A70E-106B-4F6F-B890-4706D1D39AC5}" type="pres">
      <dgm:prSet presAssocID="{A914433A-4D90-456F-91CD-44B1ED9B46B6}" presName="LevelTwoTextNode" presStyleLbl="node3" presStyleIdx="7" presStyleCnt="8" custScaleX="156812">
        <dgm:presLayoutVars>
          <dgm:chPref val="3"/>
        </dgm:presLayoutVars>
      </dgm:prSet>
      <dgm:spPr/>
    </dgm:pt>
    <dgm:pt modelId="{B0EEA119-48D9-4976-A475-B05B735EE897}" type="pres">
      <dgm:prSet presAssocID="{A914433A-4D90-456F-91CD-44B1ED9B46B6}" presName="level3hierChild" presStyleCnt="0"/>
      <dgm:spPr/>
    </dgm:pt>
  </dgm:ptLst>
  <dgm:cxnLst>
    <dgm:cxn modelId="{294CFE0A-9C06-4C0A-8A4B-57A684CE28DA}" type="presOf" srcId="{A28C8ED4-63DE-4B8B-BEB2-27719B207C2F}" destId="{D60EBFA5-AEC8-47B6-A3A7-1A528593A1C5}" srcOrd="1" destOrd="0" presId="urn:microsoft.com/office/officeart/2005/8/layout/hierarchy2"/>
    <dgm:cxn modelId="{593F830B-B950-4DB9-8890-D2564A9AE7F5}" type="presOf" srcId="{60309337-F4BA-4E8F-9E99-DDF2004D11F6}" destId="{BBB70FDE-06C5-4B14-A782-982C5B809935}" srcOrd="1" destOrd="0" presId="urn:microsoft.com/office/officeart/2005/8/layout/hierarchy2"/>
    <dgm:cxn modelId="{F145D90E-D4E3-47B9-BB83-88E73C2CB709}" srcId="{36CD4668-7E13-4E68-B9D5-BCE31A368104}" destId="{E47B0685-ACED-4CE8-997B-6ED9B8EADA1F}" srcOrd="1" destOrd="0" parTransId="{9D0FA7B0-3BFA-482A-89E7-BB3ECB5EB3AB}" sibTransId="{F2651C4F-2060-43EB-BBEE-20F02754278F}"/>
    <dgm:cxn modelId="{E8CAB60F-9B90-496D-B379-64BB38088736}" type="presOf" srcId="{D141D443-1AB1-4C6C-8D62-B8F4C9080E9C}" destId="{8DC1A9E6-1A77-4B64-A08C-43DEC498B9FB}" srcOrd="0" destOrd="0" presId="urn:microsoft.com/office/officeart/2005/8/layout/hierarchy2"/>
    <dgm:cxn modelId="{80DACA12-D97F-448E-85FC-6893CFED6CBA}" srcId="{D141D443-1AB1-4C6C-8D62-B8F4C9080E9C}" destId="{066BB30A-F2B3-40DE-BDDC-327F08D104AF}" srcOrd="3" destOrd="0" parTransId="{34C37164-B931-41A9-99DD-6C9C7D6E67AA}" sibTransId="{802443FE-8F64-47D5-B2A5-FD92E0ED2BB6}"/>
    <dgm:cxn modelId="{EC3B2B17-BE4C-487F-8ED1-E34FF5BAB98D}" type="presOf" srcId="{7E1B9083-2C76-45AC-9A25-088A10A32ECF}" destId="{3A4DFB98-0225-4543-A1F3-AB5136AF80B6}" srcOrd="0" destOrd="0" presId="urn:microsoft.com/office/officeart/2005/8/layout/hierarchy2"/>
    <dgm:cxn modelId="{505E8617-4CDA-4F0B-B75E-0F4450D16297}" srcId="{D141D443-1AB1-4C6C-8D62-B8F4C9080E9C}" destId="{71C1F820-D6A0-4F56-8D9C-32611A2B4493}" srcOrd="0" destOrd="0" parTransId="{C3FE475C-3685-4DE3-BEE1-53EB7D7102BB}" sibTransId="{23D274F5-7DED-4E15-B607-DC42FD62ABB6}"/>
    <dgm:cxn modelId="{5BE4B819-F6FA-443C-B6DF-A642ED5FF0AE}" type="presOf" srcId="{5EEA7B3F-5711-489F-86F8-8F391C51D260}" destId="{31750CC3-33C8-45CB-A59D-639CEDB5B2B7}" srcOrd="0" destOrd="0" presId="urn:microsoft.com/office/officeart/2005/8/layout/hierarchy2"/>
    <dgm:cxn modelId="{57EF8620-6A67-4E6A-8ED6-CCC7845F2088}" type="presOf" srcId="{5EEA7B3F-5711-489F-86F8-8F391C51D260}" destId="{6B94D4EA-45D5-476A-8AE9-C56795F8E11B}" srcOrd="1" destOrd="0" presId="urn:microsoft.com/office/officeart/2005/8/layout/hierarchy2"/>
    <dgm:cxn modelId="{D5613F23-728B-48F6-ACE3-B2681A54E233}" srcId="{359C3467-F172-43CE-8A0F-69076FC73F37}" destId="{EC160897-BD25-4BE7-9FD7-0947266107C7}" srcOrd="1" destOrd="0" parTransId="{9EC17169-24BD-42CD-8E96-7D80DF966C71}" sibTransId="{5DEB9642-0595-4B1C-A5A3-95832A25E930}"/>
    <dgm:cxn modelId="{E7EA1625-4816-4675-9FB2-745C207BB1C1}" type="presOf" srcId="{D4EB067B-8766-4E29-A16D-AD861374DA37}" destId="{B69E217F-CD10-4D4C-A605-1C97C7F76B7C}" srcOrd="0" destOrd="0" presId="urn:microsoft.com/office/officeart/2005/8/layout/hierarchy2"/>
    <dgm:cxn modelId="{71F9ED2D-17BC-4619-A993-089748F13C9D}" type="presOf" srcId="{B08AC036-DD07-4C05-BACB-B10DE1508F3E}" destId="{908125D4-1810-48FF-976B-499A2F5FC021}" srcOrd="0" destOrd="0" presId="urn:microsoft.com/office/officeart/2005/8/layout/hierarchy2"/>
    <dgm:cxn modelId="{2D479537-E648-4F67-B27D-906EAA63F6CC}" type="presOf" srcId="{34C37164-B931-41A9-99DD-6C9C7D6E67AA}" destId="{892E32BF-7A63-4DA3-AA09-11604A504E0D}" srcOrd="1" destOrd="0" presId="urn:microsoft.com/office/officeart/2005/8/layout/hierarchy2"/>
    <dgm:cxn modelId="{2546163B-F679-46DC-826C-EAF30D9C08DB}" type="presOf" srcId="{066BB30A-F2B3-40DE-BDDC-327F08D104AF}" destId="{B41BD32C-2813-4349-B8E4-E88DEE7948B3}" srcOrd="0" destOrd="0" presId="urn:microsoft.com/office/officeart/2005/8/layout/hierarchy2"/>
    <dgm:cxn modelId="{28ACCB3C-E875-467B-A469-E35247745377}" type="presOf" srcId="{29525559-955A-4274-AB6A-763C8FDCB76A}" destId="{61C4428E-D567-4000-B365-AC3937E76ABB}" srcOrd="0" destOrd="0" presId="urn:microsoft.com/office/officeart/2005/8/layout/hierarchy2"/>
    <dgm:cxn modelId="{C17CD060-09C7-41B3-B186-EE2943C43764}" srcId="{71C1F820-D6A0-4F56-8D9C-32611A2B4493}" destId="{24C7141C-36F4-4B50-B6A8-1018FE2E3FA4}" srcOrd="2" destOrd="0" parTransId="{5EEA7B3F-5711-489F-86F8-8F391C51D260}" sibTransId="{26507246-3D87-427B-A201-EA7108D0B69F}"/>
    <dgm:cxn modelId="{D844BC41-A0AF-4600-B35A-2835262F47AE}" srcId="{D4EB067B-8766-4E29-A16D-AD861374DA37}" destId="{D141D443-1AB1-4C6C-8D62-B8F4C9080E9C}" srcOrd="0" destOrd="0" parTransId="{FB8FFA1A-3B0F-481E-8F9B-B18CDB3C7A93}" sibTransId="{E01F2187-540C-4662-98D1-49909C400D42}"/>
    <dgm:cxn modelId="{080BE642-4245-4C52-870E-C4CC7EB4BD5C}" type="presOf" srcId="{9EC17169-24BD-42CD-8E96-7D80DF966C71}" destId="{8B6B7183-A8D0-4EF3-BBCD-64BE75790D84}" srcOrd="0" destOrd="0" presId="urn:microsoft.com/office/officeart/2005/8/layout/hierarchy2"/>
    <dgm:cxn modelId="{C808AC66-15DC-4ADE-9E64-7B1F681BEAAE}" type="presOf" srcId="{974A372D-AC97-429B-BC45-08508054DEB0}" destId="{D09B73C9-3E16-4414-AC10-4F14DB4B3C3A}" srcOrd="1" destOrd="0" presId="urn:microsoft.com/office/officeart/2005/8/layout/hierarchy2"/>
    <dgm:cxn modelId="{6141476D-CB91-484F-A563-B9BED5691FBD}" type="presOf" srcId="{EC160897-BD25-4BE7-9FD7-0947266107C7}" destId="{2F35CC3F-1DCD-4F80-9883-2F975B3F67B0}" srcOrd="0" destOrd="0" presId="urn:microsoft.com/office/officeart/2005/8/layout/hierarchy2"/>
    <dgm:cxn modelId="{35F1BB6D-7774-45B7-9EA5-BE0B0649C36A}" type="presOf" srcId="{34C37164-B931-41A9-99DD-6C9C7D6E67AA}" destId="{F76812C8-B725-4BCB-AF8F-017F3CE87D5C}" srcOrd="0" destOrd="0" presId="urn:microsoft.com/office/officeart/2005/8/layout/hierarchy2"/>
    <dgm:cxn modelId="{69946288-3D25-4578-B472-23ABBD1F3DEB}" type="presOf" srcId="{9EC17169-24BD-42CD-8E96-7D80DF966C71}" destId="{CAABAFB8-9270-4679-9E0B-27215CFE6717}" srcOrd="1" destOrd="0" presId="urn:microsoft.com/office/officeart/2005/8/layout/hierarchy2"/>
    <dgm:cxn modelId="{5AAFB689-0A9F-45E3-AC8E-848565DD12FD}" srcId="{71C1F820-D6A0-4F56-8D9C-32611A2B4493}" destId="{2EA9D358-55E3-4B20-AFBE-B4BE4CB23077}" srcOrd="1" destOrd="0" parTransId="{1EE0CA44-BB2B-49F5-A132-E0C1B8EFA508}" sibTransId="{C8B5FE86-EA85-45BF-AF19-3D3E7646CCDC}"/>
    <dgm:cxn modelId="{834EBA8D-4643-4744-809B-EA05DFE8D42B}" type="presOf" srcId="{359C3467-F172-43CE-8A0F-69076FC73F37}" destId="{3BA69CC6-CDA6-43D0-A71D-B2E54FD46380}" srcOrd="0" destOrd="0" presId="urn:microsoft.com/office/officeart/2005/8/layout/hierarchy2"/>
    <dgm:cxn modelId="{9073048E-D66B-4AFA-A2FF-48DAFAB0F6E9}" type="presOf" srcId="{C3FE475C-3685-4DE3-BEE1-53EB7D7102BB}" destId="{D16A9E1C-BA69-4DDC-872F-2931A655ED7A}" srcOrd="0" destOrd="0" presId="urn:microsoft.com/office/officeart/2005/8/layout/hierarchy2"/>
    <dgm:cxn modelId="{B264598E-717C-4B6F-BBF4-9AAEF591E083}" type="presOf" srcId="{A914433A-4D90-456F-91CD-44B1ED9B46B6}" destId="{B2D8A70E-106B-4F6F-B890-4706D1D39AC5}" srcOrd="0" destOrd="0" presId="urn:microsoft.com/office/officeart/2005/8/layout/hierarchy2"/>
    <dgm:cxn modelId="{7C2D2E95-AF62-4B13-AB9F-5581D0334B4D}" type="presOf" srcId="{E47B0685-ACED-4CE8-997B-6ED9B8EADA1F}" destId="{777E5282-815D-4427-8829-D1B672D7B75B}" srcOrd="0" destOrd="0" presId="urn:microsoft.com/office/officeart/2005/8/layout/hierarchy2"/>
    <dgm:cxn modelId="{60BB6795-9E64-4B14-B496-381BBDFA41D6}" type="presOf" srcId="{C3FE475C-3685-4DE3-BEE1-53EB7D7102BB}" destId="{79F62C7D-820B-419D-A5CD-FD79B437E417}" srcOrd="1" destOrd="0" presId="urn:microsoft.com/office/officeart/2005/8/layout/hierarchy2"/>
    <dgm:cxn modelId="{0548549B-3920-4296-A970-EEE3D590E68F}" type="presOf" srcId="{1EE0CA44-BB2B-49F5-A132-E0C1B8EFA508}" destId="{62ABA612-3E8E-4B7D-A70D-9C6FB7CC9401}" srcOrd="0" destOrd="0" presId="urn:microsoft.com/office/officeart/2005/8/layout/hierarchy2"/>
    <dgm:cxn modelId="{1C8BADA5-1FD5-467B-9F41-C4A151D06F39}" type="presOf" srcId="{9D0FA7B0-3BFA-482A-89E7-BB3ECB5EB3AB}" destId="{C3D3D61E-47AD-43A8-9442-CF1B72153C38}" srcOrd="1" destOrd="0" presId="urn:microsoft.com/office/officeart/2005/8/layout/hierarchy2"/>
    <dgm:cxn modelId="{8B190DAA-AFEC-45FE-A293-8BE231C70712}" type="presOf" srcId="{72EE7CA7-1CCC-4077-85B0-EE7711619018}" destId="{42F0F4F9-B3B4-4E11-A61E-E49D7C18CE53}" srcOrd="0" destOrd="0" presId="urn:microsoft.com/office/officeart/2005/8/layout/hierarchy2"/>
    <dgm:cxn modelId="{5E8DA8BC-09F8-4832-AC50-C9510D5FD5F9}" type="presOf" srcId="{2EA9D358-55E3-4B20-AFBE-B4BE4CB23077}" destId="{84C3FCE8-65FE-4BAC-A7A5-6E2CBC912FBA}" srcOrd="0" destOrd="0" presId="urn:microsoft.com/office/officeart/2005/8/layout/hierarchy2"/>
    <dgm:cxn modelId="{1FDA7FC3-E9C6-4331-B5DC-56F5CC982D3D}" type="presOf" srcId="{7E1B9083-2C76-45AC-9A25-088A10A32ECF}" destId="{EAD11F05-59F3-4E3E-AF5D-B1103DE94A6A}" srcOrd="1" destOrd="0" presId="urn:microsoft.com/office/officeart/2005/8/layout/hierarchy2"/>
    <dgm:cxn modelId="{C13EAAC8-D52D-4DB7-A559-3FC81E394DE8}" srcId="{D141D443-1AB1-4C6C-8D62-B8F4C9080E9C}" destId="{359C3467-F172-43CE-8A0F-69076FC73F37}" srcOrd="2" destOrd="0" parTransId="{B08AC036-DD07-4C05-BACB-B10DE1508F3E}" sibTransId="{4EFFE396-A839-4927-97BF-579441BD3A33}"/>
    <dgm:cxn modelId="{CEBD77D4-400F-4E83-B40E-F913DF0FC871}" srcId="{066BB30A-F2B3-40DE-BDDC-327F08D104AF}" destId="{A914433A-4D90-456F-91CD-44B1ED9B46B6}" srcOrd="0" destOrd="0" parTransId="{A28C8ED4-63DE-4B8B-BEB2-27719B207C2F}" sibTransId="{A78019A7-7783-48C9-954C-BC18E60343E7}"/>
    <dgm:cxn modelId="{54B8CCD4-C05A-4A6A-AB37-5762411729E0}" type="presOf" srcId="{9D0FA7B0-3BFA-482A-89E7-BB3ECB5EB3AB}" destId="{0C146088-3EF8-4C23-93FB-5F3D8166401C}" srcOrd="0" destOrd="0" presId="urn:microsoft.com/office/officeart/2005/8/layout/hierarchy2"/>
    <dgm:cxn modelId="{21E484D7-00B5-4968-A2AC-7D190E85C95C}" type="presOf" srcId="{974A372D-AC97-429B-BC45-08508054DEB0}" destId="{2C754397-7E3F-41A9-95E5-7D7630C1CCDE}" srcOrd="0" destOrd="0" presId="urn:microsoft.com/office/officeart/2005/8/layout/hierarchy2"/>
    <dgm:cxn modelId="{59DAFCD8-0BC3-4BC6-B91F-7C1CD7581EFF}" type="presOf" srcId="{60309337-F4BA-4E8F-9E99-DDF2004D11F6}" destId="{C11413DA-5C6C-46DC-B1DA-BDD4D3444107}" srcOrd="0" destOrd="0" presId="urn:microsoft.com/office/officeart/2005/8/layout/hierarchy2"/>
    <dgm:cxn modelId="{8A64FED8-B5D1-4001-860B-B524EBA40DCA}" srcId="{71C1F820-D6A0-4F56-8D9C-32611A2B4493}" destId="{29525559-955A-4274-AB6A-763C8FDCB76A}" srcOrd="0" destOrd="0" parTransId="{60309337-F4BA-4E8F-9E99-DDF2004D11F6}" sibTransId="{B86E9F42-5E9B-4388-A21F-E9FAA82CAE3F}"/>
    <dgm:cxn modelId="{8F7F39D9-A558-46EB-A29E-829970DD3373}" type="presOf" srcId="{B08AC036-DD07-4C05-BACB-B10DE1508F3E}" destId="{4E0E52DF-7243-422A-8BCD-83F04F08DA0D}" srcOrd="1" destOrd="0" presId="urn:microsoft.com/office/officeart/2005/8/layout/hierarchy2"/>
    <dgm:cxn modelId="{6072AFDB-D444-4999-BAC9-2DE85F75DCD6}" srcId="{36CD4668-7E13-4E68-B9D5-BCE31A368104}" destId="{F490EE54-7C59-46E9-9592-022A26CF67D2}" srcOrd="0" destOrd="0" parTransId="{974A372D-AC97-429B-BC45-08508054DEB0}" sibTransId="{91D83CB5-E91D-4B79-949B-2BC4C293A803}"/>
    <dgm:cxn modelId="{7108D5E3-246A-471F-BCB1-C86C2C79AC2D}" type="presOf" srcId="{24C7141C-36F4-4B50-B6A8-1018FE2E3FA4}" destId="{16D10C83-9C17-45DC-B3DC-0E8F6FB9B56E}" srcOrd="0" destOrd="0" presId="urn:microsoft.com/office/officeart/2005/8/layout/hierarchy2"/>
    <dgm:cxn modelId="{3007C5E9-09AE-49A2-B9F6-E443A5268C01}" srcId="{359C3467-F172-43CE-8A0F-69076FC73F37}" destId="{53C1D5DB-62D8-4EA9-ABDE-B84DC542B1F4}" srcOrd="0" destOrd="0" parTransId="{72EE7CA7-1CCC-4077-85B0-EE7711619018}" sibTransId="{B6F0D876-171B-4909-A591-CF7E6D89472D}"/>
    <dgm:cxn modelId="{5C10EEEA-3DE2-4F17-85FA-C69CF37DCA4B}" type="presOf" srcId="{F490EE54-7C59-46E9-9592-022A26CF67D2}" destId="{7EFD9560-308C-426C-BF3A-B34AE5B78766}" srcOrd="0" destOrd="0" presId="urn:microsoft.com/office/officeart/2005/8/layout/hierarchy2"/>
    <dgm:cxn modelId="{B650CCF0-DF06-4EDA-B06E-C578A3F4FD6B}" type="presOf" srcId="{A28C8ED4-63DE-4B8B-BEB2-27719B207C2F}" destId="{8549F7A7-E2F9-4E67-9436-BB08F59D5063}" srcOrd="0" destOrd="0" presId="urn:microsoft.com/office/officeart/2005/8/layout/hierarchy2"/>
    <dgm:cxn modelId="{0DC118F4-655F-43D8-9F92-2B038227781E}" type="presOf" srcId="{72EE7CA7-1CCC-4077-85B0-EE7711619018}" destId="{2F2B45DB-4CD0-42CE-A70C-EF79D98444C7}" srcOrd="1" destOrd="0" presId="urn:microsoft.com/office/officeart/2005/8/layout/hierarchy2"/>
    <dgm:cxn modelId="{1DA2B7F4-3A51-41D9-9761-3EAB935F465F}" type="presOf" srcId="{1EE0CA44-BB2B-49F5-A132-E0C1B8EFA508}" destId="{C49AE336-B680-4712-9D8E-D2F43AE05B83}" srcOrd="1" destOrd="0" presId="urn:microsoft.com/office/officeart/2005/8/layout/hierarchy2"/>
    <dgm:cxn modelId="{7D95FDFB-283C-4CC8-B86F-AAA2D5BE8FC4}" srcId="{D141D443-1AB1-4C6C-8D62-B8F4C9080E9C}" destId="{36CD4668-7E13-4E68-B9D5-BCE31A368104}" srcOrd="1" destOrd="0" parTransId="{7E1B9083-2C76-45AC-9A25-088A10A32ECF}" sibTransId="{B96A2B85-B23C-434E-8CD0-4D3A54B8F5C4}"/>
    <dgm:cxn modelId="{A1A8DAFE-6B12-48DA-9429-5F164A3E38B1}" type="presOf" srcId="{36CD4668-7E13-4E68-B9D5-BCE31A368104}" destId="{D7CFBEB4-9D8C-448A-96C9-E62F81C96F53}" srcOrd="0" destOrd="0" presId="urn:microsoft.com/office/officeart/2005/8/layout/hierarchy2"/>
    <dgm:cxn modelId="{59EBF1FE-B877-499F-A8EF-931089771609}" type="presOf" srcId="{53C1D5DB-62D8-4EA9-ABDE-B84DC542B1F4}" destId="{2A3FE49A-B2C9-41F5-9BE7-5E0E02A2A8B4}" srcOrd="0" destOrd="0" presId="urn:microsoft.com/office/officeart/2005/8/layout/hierarchy2"/>
    <dgm:cxn modelId="{1E2620FF-BB83-4136-8DAE-469C2A93F459}" type="presOf" srcId="{71C1F820-D6A0-4F56-8D9C-32611A2B4493}" destId="{99A6343D-33B8-403C-A57A-AFF2B6222663}" srcOrd="0" destOrd="0" presId="urn:microsoft.com/office/officeart/2005/8/layout/hierarchy2"/>
    <dgm:cxn modelId="{2355C7D4-E366-45CF-BEF1-E9F18F34EC7B}" type="presParOf" srcId="{B69E217F-CD10-4D4C-A605-1C97C7F76B7C}" destId="{1B2C669B-0038-418E-AE96-D7BB1A390654}" srcOrd="0" destOrd="0" presId="urn:microsoft.com/office/officeart/2005/8/layout/hierarchy2"/>
    <dgm:cxn modelId="{DA6281F9-1E80-40E6-8D65-CE0C28505E20}" type="presParOf" srcId="{1B2C669B-0038-418E-AE96-D7BB1A390654}" destId="{8DC1A9E6-1A77-4B64-A08C-43DEC498B9FB}" srcOrd="0" destOrd="0" presId="urn:microsoft.com/office/officeart/2005/8/layout/hierarchy2"/>
    <dgm:cxn modelId="{358294C8-9400-49D4-99BD-33D955930D42}" type="presParOf" srcId="{1B2C669B-0038-418E-AE96-D7BB1A390654}" destId="{E2229ECD-4162-4F0A-854B-473FDD4BCB62}" srcOrd="1" destOrd="0" presId="urn:microsoft.com/office/officeart/2005/8/layout/hierarchy2"/>
    <dgm:cxn modelId="{BD4AA147-88D6-45C6-94A4-B52D85A3233D}" type="presParOf" srcId="{E2229ECD-4162-4F0A-854B-473FDD4BCB62}" destId="{D16A9E1C-BA69-4DDC-872F-2931A655ED7A}" srcOrd="0" destOrd="0" presId="urn:microsoft.com/office/officeart/2005/8/layout/hierarchy2"/>
    <dgm:cxn modelId="{129A12C7-2D9D-484B-9AC2-D77D224CA696}" type="presParOf" srcId="{D16A9E1C-BA69-4DDC-872F-2931A655ED7A}" destId="{79F62C7D-820B-419D-A5CD-FD79B437E417}" srcOrd="0" destOrd="0" presId="urn:microsoft.com/office/officeart/2005/8/layout/hierarchy2"/>
    <dgm:cxn modelId="{8D19521A-8CC7-4719-BCD6-6BAEEF4FDADD}" type="presParOf" srcId="{E2229ECD-4162-4F0A-854B-473FDD4BCB62}" destId="{A1CE5D9F-8BFA-4398-B99E-F593772EC3F8}" srcOrd="1" destOrd="0" presId="urn:microsoft.com/office/officeart/2005/8/layout/hierarchy2"/>
    <dgm:cxn modelId="{2511E2F5-7784-45EF-B6FF-72816A014903}" type="presParOf" srcId="{A1CE5D9F-8BFA-4398-B99E-F593772EC3F8}" destId="{99A6343D-33B8-403C-A57A-AFF2B6222663}" srcOrd="0" destOrd="0" presId="urn:microsoft.com/office/officeart/2005/8/layout/hierarchy2"/>
    <dgm:cxn modelId="{BBAB154D-692E-4367-91B0-475C69A69959}" type="presParOf" srcId="{A1CE5D9F-8BFA-4398-B99E-F593772EC3F8}" destId="{BD82036D-18C2-4700-9952-E61D74BC5DD6}" srcOrd="1" destOrd="0" presId="urn:microsoft.com/office/officeart/2005/8/layout/hierarchy2"/>
    <dgm:cxn modelId="{8CCDC5F5-B08A-4E02-8164-CD539B8E2E1A}" type="presParOf" srcId="{BD82036D-18C2-4700-9952-E61D74BC5DD6}" destId="{C11413DA-5C6C-46DC-B1DA-BDD4D3444107}" srcOrd="0" destOrd="0" presId="urn:microsoft.com/office/officeart/2005/8/layout/hierarchy2"/>
    <dgm:cxn modelId="{4D506A86-93AA-4786-955B-9F67BBC22A4A}" type="presParOf" srcId="{C11413DA-5C6C-46DC-B1DA-BDD4D3444107}" destId="{BBB70FDE-06C5-4B14-A782-982C5B809935}" srcOrd="0" destOrd="0" presId="urn:microsoft.com/office/officeart/2005/8/layout/hierarchy2"/>
    <dgm:cxn modelId="{AC33B3DB-77B1-4392-AA78-D7E5272AC7FC}" type="presParOf" srcId="{BD82036D-18C2-4700-9952-E61D74BC5DD6}" destId="{221F1C21-C99C-462C-9B80-5AC4BF6D9A8A}" srcOrd="1" destOrd="0" presId="urn:microsoft.com/office/officeart/2005/8/layout/hierarchy2"/>
    <dgm:cxn modelId="{C1F95763-050D-4883-AB0B-84038321F0AB}" type="presParOf" srcId="{221F1C21-C99C-462C-9B80-5AC4BF6D9A8A}" destId="{61C4428E-D567-4000-B365-AC3937E76ABB}" srcOrd="0" destOrd="0" presId="urn:microsoft.com/office/officeart/2005/8/layout/hierarchy2"/>
    <dgm:cxn modelId="{B22011C3-55BE-4BF0-B6B8-E23D68B4E9C5}" type="presParOf" srcId="{221F1C21-C99C-462C-9B80-5AC4BF6D9A8A}" destId="{769A682F-16D9-46D3-8EA1-91124D4CE5C7}" srcOrd="1" destOrd="0" presId="urn:microsoft.com/office/officeart/2005/8/layout/hierarchy2"/>
    <dgm:cxn modelId="{189175D8-8A5F-44DA-A972-78A215BB1D62}" type="presParOf" srcId="{BD82036D-18C2-4700-9952-E61D74BC5DD6}" destId="{62ABA612-3E8E-4B7D-A70D-9C6FB7CC9401}" srcOrd="2" destOrd="0" presId="urn:microsoft.com/office/officeart/2005/8/layout/hierarchy2"/>
    <dgm:cxn modelId="{6334F310-6917-434B-9ED5-270CA7DD6EC3}" type="presParOf" srcId="{62ABA612-3E8E-4B7D-A70D-9C6FB7CC9401}" destId="{C49AE336-B680-4712-9D8E-D2F43AE05B83}" srcOrd="0" destOrd="0" presId="urn:microsoft.com/office/officeart/2005/8/layout/hierarchy2"/>
    <dgm:cxn modelId="{F458EDA7-3443-4267-84D0-FA9B6CE89FAB}" type="presParOf" srcId="{BD82036D-18C2-4700-9952-E61D74BC5DD6}" destId="{F02A5C37-A07B-43AC-8DEE-0AC68A77A59C}" srcOrd="3" destOrd="0" presId="urn:microsoft.com/office/officeart/2005/8/layout/hierarchy2"/>
    <dgm:cxn modelId="{2A60EE7B-016F-49E1-8622-61DBC0F83DEE}" type="presParOf" srcId="{F02A5C37-A07B-43AC-8DEE-0AC68A77A59C}" destId="{84C3FCE8-65FE-4BAC-A7A5-6E2CBC912FBA}" srcOrd="0" destOrd="0" presId="urn:microsoft.com/office/officeart/2005/8/layout/hierarchy2"/>
    <dgm:cxn modelId="{4F1E9629-143D-4E97-BC7D-0A563E897526}" type="presParOf" srcId="{F02A5C37-A07B-43AC-8DEE-0AC68A77A59C}" destId="{3EB9F5F3-D91A-4CAF-ACBC-4BAD4A08EE92}" srcOrd="1" destOrd="0" presId="urn:microsoft.com/office/officeart/2005/8/layout/hierarchy2"/>
    <dgm:cxn modelId="{515F15C1-9AA9-4CA7-B5E9-E32F8EFF87DA}" type="presParOf" srcId="{BD82036D-18C2-4700-9952-E61D74BC5DD6}" destId="{31750CC3-33C8-45CB-A59D-639CEDB5B2B7}" srcOrd="4" destOrd="0" presId="urn:microsoft.com/office/officeart/2005/8/layout/hierarchy2"/>
    <dgm:cxn modelId="{C40B75DE-D721-40CB-9073-0813847353B2}" type="presParOf" srcId="{31750CC3-33C8-45CB-A59D-639CEDB5B2B7}" destId="{6B94D4EA-45D5-476A-8AE9-C56795F8E11B}" srcOrd="0" destOrd="0" presId="urn:microsoft.com/office/officeart/2005/8/layout/hierarchy2"/>
    <dgm:cxn modelId="{A740D216-567B-48DE-A571-7C4D1FF4336D}" type="presParOf" srcId="{BD82036D-18C2-4700-9952-E61D74BC5DD6}" destId="{CA73D749-D3D6-4421-9F9D-5794B07F6480}" srcOrd="5" destOrd="0" presId="urn:microsoft.com/office/officeart/2005/8/layout/hierarchy2"/>
    <dgm:cxn modelId="{EF7DC316-F70A-42DB-BEFD-4ECDC45034E5}" type="presParOf" srcId="{CA73D749-D3D6-4421-9F9D-5794B07F6480}" destId="{16D10C83-9C17-45DC-B3DC-0E8F6FB9B56E}" srcOrd="0" destOrd="0" presId="urn:microsoft.com/office/officeart/2005/8/layout/hierarchy2"/>
    <dgm:cxn modelId="{82156E45-23F9-4F9B-9E91-1F19B21DAD69}" type="presParOf" srcId="{CA73D749-D3D6-4421-9F9D-5794B07F6480}" destId="{0D32F0D4-AA59-4CAB-A9B9-246465CE0F1A}" srcOrd="1" destOrd="0" presId="urn:microsoft.com/office/officeart/2005/8/layout/hierarchy2"/>
    <dgm:cxn modelId="{3071FC71-FC2A-4F4C-81C3-FD2DDCFE642D}" type="presParOf" srcId="{E2229ECD-4162-4F0A-854B-473FDD4BCB62}" destId="{3A4DFB98-0225-4543-A1F3-AB5136AF80B6}" srcOrd="2" destOrd="0" presId="urn:microsoft.com/office/officeart/2005/8/layout/hierarchy2"/>
    <dgm:cxn modelId="{092FFB8E-7B9C-4586-9C5D-BAD4C3F3235B}" type="presParOf" srcId="{3A4DFB98-0225-4543-A1F3-AB5136AF80B6}" destId="{EAD11F05-59F3-4E3E-AF5D-B1103DE94A6A}" srcOrd="0" destOrd="0" presId="urn:microsoft.com/office/officeart/2005/8/layout/hierarchy2"/>
    <dgm:cxn modelId="{544DA0AA-4ED2-405C-9F7C-D88EA339D201}" type="presParOf" srcId="{E2229ECD-4162-4F0A-854B-473FDD4BCB62}" destId="{E4A6830D-B056-483A-8034-268552111B92}" srcOrd="3" destOrd="0" presId="urn:microsoft.com/office/officeart/2005/8/layout/hierarchy2"/>
    <dgm:cxn modelId="{9B6F92B4-B62F-424F-9847-AB2CF6BFD523}" type="presParOf" srcId="{E4A6830D-B056-483A-8034-268552111B92}" destId="{D7CFBEB4-9D8C-448A-96C9-E62F81C96F53}" srcOrd="0" destOrd="0" presId="urn:microsoft.com/office/officeart/2005/8/layout/hierarchy2"/>
    <dgm:cxn modelId="{C2467AFE-D4AB-4D18-8568-A865E64B991C}" type="presParOf" srcId="{E4A6830D-B056-483A-8034-268552111B92}" destId="{D724A534-3E21-49A1-96F7-6841BA22C48C}" srcOrd="1" destOrd="0" presId="urn:microsoft.com/office/officeart/2005/8/layout/hierarchy2"/>
    <dgm:cxn modelId="{8D0B5749-EDF1-46AB-9219-6079F4C62761}" type="presParOf" srcId="{D724A534-3E21-49A1-96F7-6841BA22C48C}" destId="{2C754397-7E3F-41A9-95E5-7D7630C1CCDE}" srcOrd="0" destOrd="0" presId="urn:microsoft.com/office/officeart/2005/8/layout/hierarchy2"/>
    <dgm:cxn modelId="{1D5ABE36-DD62-425D-8E43-F0DC25E47F39}" type="presParOf" srcId="{2C754397-7E3F-41A9-95E5-7D7630C1CCDE}" destId="{D09B73C9-3E16-4414-AC10-4F14DB4B3C3A}" srcOrd="0" destOrd="0" presId="urn:microsoft.com/office/officeart/2005/8/layout/hierarchy2"/>
    <dgm:cxn modelId="{A25D72A9-32EE-408F-8238-2112888C36F2}" type="presParOf" srcId="{D724A534-3E21-49A1-96F7-6841BA22C48C}" destId="{91ECA7A2-4895-4F7B-BA46-CBDC1009D26C}" srcOrd="1" destOrd="0" presId="urn:microsoft.com/office/officeart/2005/8/layout/hierarchy2"/>
    <dgm:cxn modelId="{4BA2E8D6-6ADD-466A-85D4-70FC35791EDC}" type="presParOf" srcId="{91ECA7A2-4895-4F7B-BA46-CBDC1009D26C}" destId="{7EFD9560-308C-426C-BF3A-B34AE5B78766}" srcOrd="0" destOrd="0" presId="urn:microsoft.com/office/officeart/2005/8/layout/hierarchy2"/>
    <dgm:cxn modelId="{343BF605-7905-4F7E-A3D1-C18D4277448E}" type="presParOf" srcId="{91ECA7A2-4895-4F7B-BA46-CBDC1009D26C}" destId="{74BC882F-FEB5-4021-A2DD-6E55D2D907C9}" srcOrd="1" destOrd="0" presId="urn:microsoft.com/office/officeart/2005/8/layout/hierarchy2"/>
    <dgm:cxn modelId="{0ED7CEFC-C327-46C2-83DE-2FB7AF735E5B}" type="presParOf" srcId="{D724A534-3E21-49A1-96F7-6841BA22C48C}" destId="{0C146088-3EF8-4C23-93FB-5F3D8166401C}" srcOrd="2" destOrd="0" presId="urn:microsoft.com/office/officeart/2005/8/layout/hierarchy2"/>
    <dgm:cxn modelId="{D4358379-F2E7-4965-A0A2-E846117B3A0C}" type="presParOf" srcId="{0C146088-3EF8-4C23-93FB-5F3D8166401C}" destId="{C3D3D61E-47AD-43A8-9442-CF1B72153C38}" srcOrd="0" destOrd="0" presId="urn:microsoft.com/office/officeart/2005/8/layout/hierarchy2"/>
    <dgm:cxn modelId="{CE9647AD-1F85-48D9-AED3-0FE137A0E915}" type="presParOf" srcId="{D724A534-3E21-49A1-96F7-6841BA22C48C}" destId="{1B4960CB-3C71-4BB6-B333-DE4CB0E63A3B}" srcOrd="3" destOrd="0" presId="urn:microsoft.com/office/officeart/2005/8/layout/hierarchy2"/>
    <dgm:cxn modelId="{3F899091-F345-4FAB-B040-B57A5AAC6AA5}" type="presParOf" srcId="{1B4960CB-3C71-4BB6-B333-DE4CB0E63A3B}" destId="{777E5282-815D-4427-8829-D1B672D7B75B}" srcOrd="0" destOrd="0" presId="urn:microsoft.com/office/officeart/2005/8/layout/hierarchy2"/>
    <dgm:cxn modelId="{6C2C475E-CB6B-46A0-96BC-D2E5AEA7A0F9}" type="presParOf" srcId="{1B4960CB-3C71-4BB6-B333-DE4CB0E63A3B}" destId="{978AAA94-EB8F-4F69-AC2B-6836470A0954}" srcOrd="1" destOrd="0" presId="urn:microsoft.com/office/officeart/2005/8/layout/hierarchy2"/>
    <dgm:cxn modelId="{11F210EC-A78E-40C3-8153-228066B6AA5C}" type="presParOf" srcId="{E2229ECD-4162-4F0A-854B-473FDD4BCB62}" destId="{908125D4-1810-48FF-976B-499A2F5FC021}" srcOrd="4" destOrd="0" presId="urn:microsoft.com/office/officeart/2005/8/layout/hierarchy2"/>
    <dgm:cxn modelId="{3A73F61D-EFCA-4CE9-86CE-6B083591B43D}" type="presParOf" srcId="{908125D4-1810-48FF-976B-499A2F5FC021}" destId="{4E0E52DF-7243-422A-8BCD-83F04F08DA0D}" srcOrd="0" destOrd="0" presId="urn:microsoft.com/office/officeart/2005/8/layout/hierarchy2"/>
    <dgm:cxn modelId="{80544D05-6AFD-428E-A371-214C825D0661}" type="presParOf" srcId="{E2229ECD-4162-4F0A-854B-473FDD4BCB62}" destId="{CE531350-5092-45E7-82A4-94A796781147}" srcOrd="5" destOrd="0" presId="urn:microsoft.com/office/officeart/2005/8/layout/hierarchy2"/>
    <dgm:cxn modelId="{64D115DF-155B-4031-977F-3C90BD1097C5}" type="presParOf" srcId="{CE531350-5092-45E7-82A4-94A796781147}" destId="{3BA69CC6-CDA6-43D0-A71D-B2E54FD46380}" srcOrd="0" destOrd="0" presId="urn:microsoft.com/office/officeart/2005/8/layout/hierarchy2"/>
    <dgm:cxn modelId="{35687BC6-FEC5-400C-946B-C35EE23F6A51}" type="presParOf" srcId="{CE531350-5092-45E7-82A4-94A796781147}" destId="{BD1ED621-E82E-42AF-9E97-61E664F8BB80}" srcOrd="1" destOrd="0" presId="urn:microsoft.com/office/officeart/2005/8/layout/hierarchy2"/>
    <dgm:cxn modelId="{869AE557-404E-42E7-B185-41CCEEA64B20}" type="presParOf" srcId="{BD1ED621-E82E-42AF-9E97-61E664F8BB80}" destId="{42F0F4F9-B3B4-4E11-A61E-E49D7C18CE53}" srcOrd="0" destOrd="0" presId="urn:microsoft.com/office/officeart/2005/8/layout/hierarchy2"/>
    <dgm:cxn modelId="{778FB505-6871-4305-BC5B-23B34A4B3414}" type="presParOf" srcId="{42F0F4F9-B3B4-4E11-A61E-E49D7C18CE53}" destId="{2F2B45DB-4CD0-42CE-A70C-EF79D98444C7}" srcOrd="0" destOrd="0" presId="urn:microsoft.com/office/officeart/2005/8/layout/hierarchy2"/>
    <dgm:cxn modelId="{1739B13E-B8D3-48CF-8B2A-C7B695DC72C5}" type="presParOf" srcId="{BD1ED621-E82E-42AF-9E97-61E664F8BB80}" destId="{93D27225-9677-4DFF-B7F3-17E1FB0C3F6D}" srcOrd="1" destOrd="0" presId="urn:microsoft.com/office/officeart/2005/8/layout/hierarchy2"/>
    <dgm:cxn modelId="{9CCB5880-124C-4C27-AFA6-90DC1067A6F5}" type="presParOf" srcId="{93D27225-9677-4DFF-B7F3-17E1FB0C3F6D}" destId="{2A3FE49A-B2C9-41F5-9BE7-5E0E02A2A8B4}" srcOrd="0" destOrd="0" presId="urn:microsoft.com/office/officeart/2005/8/layout/hierarchy2"/>
    <dgm:cxn modelId="{F4C62E77-11B9-4287-82AB-4FC0AD2B49C0}" type="presParOf" srcId="{93D27225-9677-4DFF-B7F3-17E1FB0C3F6D}" destId="{E59143C2-2B70-4C81-8374-8836FA2C3BA8}" srcOrd="1" destOrd="0" presId="urn:microsoft.com/office/officeart/2005/8/layout/hierarchy2"/>
    <dgm:cxn modelId="{B2539B25-719C-44F7-B293-E2D44C0ACAD2}" type="presParOf" srcId="{BD1ED621-E82E-42AF-9E97-61E664F8BB80}" destId="{8B6B7183-A8D0-4EF3-BBCD-64BE75790D84}" srcOrd="2" destOrd="0" presId="urn:microsoft.com/office/officeart/2005/8/layout/hierarchy2"/>
    <dgm:cxn modelId="{C74058BE-12C0-4FC4-BCEB-6B0E91780876}" type="presParOf" srcId="{8B6B7183-A8D0-4EF3-BBCD-64BE75790D84}" destId="{CAABAFB8-9270-4679-9E0B-27215CFE6717}" srcOrd="0" destOrd="0" presId="urn:microsoft.com/office/officeart/2005/8/layout/hierarchy2"/>
    <dgm:cxn modelId="{4D2BB009-98DD-43D9-99C8-5AB0E7296D98}" type="presParOf" srcId="{BD1ED621-E82E-42AF-9E97-61E664F8BB80}" destId="{5B21B258-E879-4C22-8CCB-49BD5D98EBC6}" srcOrd="3" destOrd="0" presId="urn:microsoft.com/office/officeart/2005/8/layout/hierarchy2"/>
    <dgm:cxn modelId="{1443C3B3-7054-40BD-B25A-C02DAD84F327}" type="presParOf" srcId="{5B21B258-E879-4C22-8CCB-49BD5D98EBC6}" destId="{2F35CC3F-1DCD-4F80-9883-2F975B3F67B0}" srcOrd="0" destOrd="0" presId="urn:microsoft.com/office/officeart/2005/8/layout/hierarchy2"/>
    <dgm:cxn modelId="{8DEF7DA4-4360-45A1-8851-1AE708CE527D}" type="presParOf" srcId="{5B21B258-E879-4C22-8CCB-49BD5D98EBC6}" destId="{197BE500-F0CE-4667-AB54-EA877DED9AC9}" srcOrd="1" destOrd="0" presId="urn:microsoft.com/office/officeart/2005/8/layout/hierarchy2"/>
    <dgm:cxn modelId="{4E732258-80F5-4E57-B407-6F2E40FFDEC0}" type="presParOf" srcId="{E2229ECD-4162-4F0A-854B-473FDD4BCB62}" destId="{F76812C8-B725-4BCB-AF8F-017F3CE87D5C}" srcOrd="6" destOrd="0" presId="urn:microsoft.com/office/officeart/2005/8/layout/hierarchy2"/>
    <dgm:cxn modelId="{9175BC94-B8A4-4917-B1B4-0E7E60BF2761}" type="presParOf" srcId="{F76812C8-B725-4BCB-AF8F-017F3CE87D5C}" destId="{892E32BF-7A63-4DA3-AA09-11604A504E0D}" srcOrd="0" destOrd="0" presId="urn:microsoft.com/office/officeart/2005/8/layout/hierarchy2"/>
    <dgm:cxn modelId="{9F59E84F-06F0-4B4D-9E16-DAC9125B75E4}" type="presParOf" srcId="{E2229ECD-4162-4F0A-854B-473FDD4BCB62}" destId="{DE1787F9-0606-4CDE-968F-8001EA3C45D1}" srcOrd="7" destOrd="0" presId="urn:microsoft.com/office/officeart/2005/8/layout/hierarchy2"/>
    <dgm:cxn modelId="{735DFA9C-B88C-42C9-9D1A-D0E6CE44FB85}" type="presParOf" srcId="{DE1787F9-0606-4CDE-968F-8001EA3C45D1}" destId="{B41BD32C-2813-4349-B8E4-E88DEE7948B3}" srcOrd="0" destOrd="0" presId="urn:microsoft.com/office/officeart/2005/8/layout/hierarchy2"/>
    <dgm:cxn modelId="{21C8FCCD-93F0-4323-9919-1F649E934DD0}" type="presParOf" srcId="{DE1787F9-0606-4CDE-968F-8001EA3C45D1}" destId="{64ACDD59-22B6-4C63-9ED7-D72B943210AD}" srcOrd="1" destOrd="0" presId="urn:microsoft.com/office/officeart/2005/8/layout/hierarchy2"/>
    <dgm:cxn modelId="{2DA474E3-5D78-47B4-92CC-9EEEBAB17B50}" type="presParOf" srcId="{64ACDD59-22B6-4C63-9ED7-D72B943210AD}" destId="{8549F7A7-E2F9-4E67-9436-BB08F59D5063}" srcOrd="0" destOrd="0" presId="urn:microsoft.com/office/officeart/2005/8/layout/hierarchy2"/>
    <dgm:cxn modelId="{C05980F9-E8C4-4D3D-B2D5-252460640039}" type="presParOf" srcId="{8549F7A7-E2F9-4E67-9436-BB08F59D5063}" destId="{D60EBFA5-AEC8-47B6-A3A7-1A528593A1C5}" srcOrd="0" destOrd="0" presId="urn:microsoft.com/office/officeart/2005/8/layout/hierarchy2"/>
    <dgm:cxn modelId="{0B8C44EF-0C32-47DF-A8B9-9F48C4AF9310}" type="presParOf" srcId="{64ACDD59-22B6-4C63-9ED7-D72B943210AD}" destId="{6426B67B-4EEA-4A98-AB6A-23D5484860A3}" srcOrd="1" destOrd="0" presId="urn:microsoft.com/office/officeart/2005/8/layout/hierarchy2"/>
    <dgm:cxn modelId="{DFA6E5BE-CCB5-44BC-9A98-4B75A51B9984}" type="presParOf" srcId="{6426B67B-4EEA-4A98-AB6A-23D5484860A3}" destId="{B2D8A70E-106B-4F6F-B890-4706D1D39AC5}" srcOrd="0" destOrd="0" presId="urn:microsoft.com/office/officeart/2005/8/layout/hierarchy2"/>
    <dgm:cxn modelId="{4D61F006-B3A9-416F-B8A4-43770CAAE2E6}" type="presParOf" srcId="{6426B67B-4EEA-4A98-AB6A-23D5484860A3}" destId="{B0EEA119-48D9-4976-A475-B05B735EE897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15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831DCB07-CB3F-4567-908A-053E50AC6770}" type="doc">
      <dgm:prSet loTypeId="urn:microsoft.com/office/officeart/2005/8/layout/list1" loCatId="list" qsTypeId="urn:microsoft.com/office/officeart/2005/8/quickstyle/simple1" qsCatId="simple" csTypeId="urn:microsoft.com/office/officeart/2005/8/colors/accent5_2" csCatId="accent5" phldr="1"/>
      <dgm:spPr/>
      <dgm:t>
        <a:bodyPr/>
        <a:lstStyle/>
        <a:p>
          <a:endParaRPr lang="zh-CN" altLang="en-US"/>
        </a:p>
      </dgm:t>
    </dgm:pt>
    <dgm:pt modelId="{E793A627-E882-4088-B6AD-068A99D4BB3A}">
      <dgm:prSet phldrT="[文本]"/>
      <dgm:spPr/>
      <dgm:t>
        <a:bodyPr/>
        <a:lstStyle/>
        <a:p>
          <a:pPr>
            <a:buNone/>
          </a:pPr>
          <a:r>
            <a:rPr lang="zh-CN" altLang="en-US" b="1" i="0"/>
            <a:t>数据结构高度结构化</a:t>
          </a:r>
          <a:endParaRPr lang="zh-CN" altLang="en-US"/>
        </a:p>
      </dgm:t>
    </dgm:pt>
    <dgm:pt modelId="{69002829-6BD3-4A62-8A38-38489870DD30}" type="parTrans" cxnId="{6E00A47A-807F-4A57-96A4-CF37055CB46E}">
      <dgm:prSet/>
      <dgm:spPr/>
      <dgm:t>
        <a:bodyPr/>
        <a:lstStyle/>
        <a:p>
          <a:endParaRPr lang="zh-CN" altLang="en-US"/>
        </a:p>
      </dgm:t>
    </dgm:pt>
    <dgm:pt modelId="{77D07B5B-079C-4F61-B50F-38D26AAD791E}" type="sibTrans" cxnId="{6E00A47A-807F-4A57-96A4-CF37055CB46E}">
      <dgm:prSet/>
      <dgm:spPr/>
      <dgm:t>
        <a:bodyPr/>
        <a:lstStyle/>
        <a:p>
          <a:endParaRPr lang="zh-CN" altLang="en-US"/>
        </a:p>
      </dgm:t>
    </dgm:pt>
    <dgm:pt modelId="{430E9F3F-799B-42AD-BD40-30C6935B44B2}">
      <dgm:prSet phldrT="[文本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zh-CN" altLang="en-US" b="0" i="0"/>
            <a:t>学生表（学号、姓名、学院）、课程表（课程号、学分）、选课表（学号、课程号、成绩），这些都是典型的</a:t>
          </a:r>
          <a:r>
            <a:rPr lang="zh-CN" altLang="en-US" b="1" i="0"/>
            <a:t>二维表格</a:t>
          </a:r>
          <a:r>
            <a:rPr lang="zh-CN" altLang="en-US" b="0" i="0"/>
            <a:t>，字段非常固定，天生就适合放在关系型数据库里。</a:t>
          </a:r>
          <a:endParaRPr lang="zh-CN" altLang="en-US"/>
        </a:p>
      </dgm:t>
    </dgm:pt>
    <dgm:pt modelId="{626524D7-CC3F-490D-A654-B9E7B39D2729}" type="parTrans" cxnId="{443859BF-49B1-4397-9F91-9F319FB7F999}">
      <dgm:prSet/>
      <dgm:spPr/>
      <dgm:t>
        <a:bodyPr/>
        <a:lstStyle/>
        <a:p>
          <a:endParaRPr lang="zh-CN" altLang="en-US"/>
        </a:p>
      </dgm:t>
    </dgm:pt>
    <dgm:pt modelId="{473C63AF-AA1F-49CD-8BC8-491B6171A512}" type="sibTrans" cxnId="{443859BF-49B1-4397-9F91-9F319FB7F999}">
      <dgm:prSet/>
      <dgm:spPr/>
      <dgm:t>
        <a:bodyPr/>
        <a:lstStyle/>
        <a:p>
          <a:endParaRPr lang="zh-CN" altLang="en-US"/>
        </a:p>
      </dgm:t>
    </dgm:pt>
    <dgm:pt modelId="{B9A99099-9496-4462-9522-262A496F97AB}">
      <dgm:prSet phldrT="[文本]"/>
      <dgm:spPr/>
      <dgm:t>
        <a:bodyPr/>
        <a:lstStyle/>
        <a:p>
          <a:pPr>
            <a:buNone/>
          </a:pPr>
          <a:r>
            <a:rPr lang="zh-CN" altLang="en-US" b="1" i="0"/>
            <a:t>复杂的关联查询</a:t>
          </a:r>
          <a:endParaRPr lang="zh-CN" altLang="en-US"/>
        </a:p>
      </dgm:t>
    </dgm:pt>
    <dgm:pt modelId="{990F3030-BC16-4546-B60F-FCF841CB67AE}" type="parTrans" cxnId="{57F0CAD6-742B-417E-BD16-F1AD7E3A8EA2}">
      <dgm:prSet/>
      <dgm:spPr/>
      <dgm:t>
        <a:bodyPr/>
        <a:lstStyle/>
        <a:p>
          <a:endParaRPr lang="zh-CN" altLang="en-US"/>
        </a:p>
      </dgm:t>
    </dgm:pt>
    <dgm:pt modelId="{E7E402FF-C93C-4F21-914D-18B8E7B8BEC1}" type="sibTrans" cxnId="{57F0CAD6-742B-417E-BD16-F1AD7E3A8EA2}">
      <dgm:prSet/>
      <dgm:spPr/>
      <dgm:t>
        <a:bodyPr/>
        <a:lstStyle/>
        <a:p>
          <a:endParaRPr lang="zh-CN" altLang="en-US"/>
        </a:p>
      </dgm:t>
    </dgm:pt>
    <dgm:pt modelId="{19AE3D43-5ADA-4212-8104-2EF2A2EEBE4E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altLang="zh-CN" b="0" i="0"/>
            <a:t>NoSQL</a:t>
          </a:r>
          <a:r>
            <a:rPr lang="zh-CN" altLang="en-US" b="0" i="0"/>
            <a:t>（如</a:t>
          </a:r>
          <a:r>
            <a:rPr lang="en-US" altLang="zh-CN" b="0" i="0"/>
            <a:t>MongoDB</a:t>
          </a:r>
          <a:r>
            <a:rPr lang="zh-CN" altLang="en-US" b="0" i="0"/>
            <a:t>）的灵活性在教务系统里反而用不上，甚至可能因为文档结构不一致导致查询麻烦。</a:t>
          </a:r>
        </a:p>
      </dgm:t>
    </dgm:pt>
    <dgm:pt modelId="{5C63FE54-6075-4A9C-8440-E4DB16DB48B8}" type="parTrans" cxnId="{65C9F3E4-6C8B-4BCA-BDD9-84469F48F20F}">
      <dgm:prSet/>
      <dgm:spPr/>
      <dgm:t>
        <a:bodyPr/>
        <a:lstStyle/>
        <a:p>
          <a:endParaRPr lang="zh-CN" altLang="en-US"/>
        </a:p>
      </dgm:t>
    </dgm:pt>
    <dgm:pt modelId="{3465D57E-AB80-4EF0-80A4-CCD96D7194DE}" type="sibTrans" cxnId="{65C9F3E4-6C8B-4BCA-BDD9-84469F48F20F}">
      <dgm:prSet/>
      <dgm:spPr/>
      <dgm:t>
        <a:bodyPr/>
        <a:lstStyle/>
        <a:p>
          <a:endParaRPr lang="zh-CN" altLang="en-US"/>
        </a:p>
      </dgm:t>
    </dgm:pt>
    <dgm:pt modelId="{AD5CA3B6-B83E-4B44-8BD5-8F576C5362A9}">
      <dgm:prSet phldrT="[文本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zh-CN" altLang="en-US" b="0" i="0"/>
            <a:t>教务系统经常需要写复杂的</a:t>
          </a:r>
          <a:r>
            <a:rPr lang="en-US" altLang="zh-CN" b="0" i="0"/>
            <a:t>SQL</a:t>
          </a:r>
          <a:r>
            <a:rPr lang="zh-CN" altLang="en-US" b="0" i="0"/>
            <a:t>报表，例如：“查询计算机学院</a:t>
          </a:r>
          <a:r>
            <a:rPr lang="en-US" altLang="zh-CN" b="0" i="0"/>
            <a:t>2024</a:t>
          </a:r>
          <a:r>
            <a:rPr lang="zh-CN" altLang="en-US" b="0" i="0"/>
            <a:t>级所有选修了‘高等数学’且成绩大于</a:t>
          </a:r>
          <a:r>
            <a:rPr lang="en-US" altLang="zh-CN" b="0" i="0"/>
            <a:t>80</a:t>
          </a:r>
          <a:r>
            <a:rPr lang="zh-CN" altLang="en-US" b="0" i="0"/>
            <a:t>分的学生名单”。</a:t>
          </a:r>
          <a:endParaRPr lang="zh-CN" altLang="en-US"/>
        </a:p>
      </dgm:t>
    </dgm:pt>
    <dgm:pt modelId="{9E081970-B82B-4C07-BCA4-C6E250BFB967}" type="parTrans" cxnId="{BFFD759C-5681-4C42-AA06-846D4DF1F9B8}">
      <dgm:prSet/>
      <dgm:spPr/>
      <dgm:t>
        <a:bodyPr/>
        <a:lstStyle/>
        <a:p>
          <a:endParaRPr lang="zh-CN" altLang="en-US"/>
        </a:p>
      </dgm:t>
    </dgm:pt>
    <dgm:pt modelId="{170B72E8-AB02-4A61-A088-2B1268A9CC94}" type="sibTrans" cxnId="{BFFD759C-5681-4C42-AA06-846D4DF1F9B8}">
      <dgm:prSet/>
      <dgm:spPr/>
      <dgm:t>
        <a:bodyPr/>
        <a:lstStyle/>
        <a:p>
          <a:endParaRPr lang="zh-CN" altLang="en-US"/>
        </a:p>
      </dgm:t>
    </dgm:pt>
    <dgm:pt modelId="{829757B9-1EB2-4D8F-AF1F-75C7BFBF048C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altLang="zh-CN" b="0" i="0"/>
            <a:t>MySQL</a:t>
          </a:r>
          <a:r>
            <a:rPr lang="zh-CN" altLang="en-US" b="0" i="0"/>
            <a:t>可以通过表连接（</a:t>
          </a:r>
          <a:r>
            <a:rPr lang="en-US" altLang="zh-CN" b="0" i="0"/>
            <a:t>JOIN</a:t>
          </a:r>
          <a:r>
            <a:rPr lang="zh-CN" altLang="en-US" b="0" i="0"/>
            <a:t>）轻松完成。</a:t>
          </a:r>
        </a:p>
      </dgm:t>
    </dgm:pt>
    <dgm:pt modelId="{45BCE21E-1F8A-453A-92F6-CAC6FE905164}" type="parTrans" cxnId="{542380B5-57BC-4F1B-992A-9F974398CD5B}">
      <dgm:prSet/>
      <dgm:spPr/>
      <dgm:t>
        <a:bodyPr/>
        <a:lstStyle/>
        <a:p>
          <a:endParaRPr lang="zh-CN" altLang="en-US"/>
        </a:p>
      </dgm:t>
    </dgm:pt>
    <dgm:pt modelId="{D710195E-7346-4CEF-B768-F9463593B13A}" type="sibTrans" cxnId="{542380B5-57BC-4F1B-992A-9F974398CD5B}">
      <dgm:prSet/>
      <dgm:spPr/>
      <dgm:t>
        <a:bodyPr/>
        <a:lstStyle/>
        <a:p>
          <a:endParaRPr lang="zh-CN" altLang="en-US"/>
        </a:p>
      </dgm:t>
    </dgm:pt>
    <dgm:pt modelId="{2F26DB96-1063-48DB-BC33-953927FBB4C5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zh-CN" altLang="en-US" b="0" i="0"/>
            <a:t>如果放在</a:t>
          </a:r>
          <a:r>
            <a:rPr lang="en-US" altLang="zh-CN" b="0" i="0"/>
            <a:t>NoSQL</a:t>
          </a:r>
          <a:r>
            <a:rPr lang="zh-CN" altLang="en-US" b="0" i="0"/>
            <a:t>里，这种跨表（或跨集合）的关联查询会非常笨拙，或者性能很差。</a:t>
          </a:r>
        </a:p>
      </dgm:t>
    </dgm:pt>
    <dgm:pt modelId="{82C5D449-D15E-42D4-B646-5D248E32490F}" type="parTrans" cxnId="{CFF1C6FC-2FCC-4A0D-8050-97AE9F67BCAC}">
      <dgm:prSet/>
      <dgm:spPr/>
      <dgm:t>
        <a:bodyPr/>
        <a:lstStyle/>
        <a:p>
          <a:endParaRPr lang="zh-CN" altLang="en-US"/>
        </a:p>
      </dgm:t>
    </dgm:pt>
    <dgm:pt modelId="{16CAAF0B-92DE-415E-B354-9A119F7821DA}" type="sibTrans" cxnId="{CFF1C6FC-2FCC-4A0D-8050-97AE9F67BCAC}">
      <dgm:prSet/>
      <dgm:spPr/>
      <dgm:t>
        <a:bodyPr/>
        <a:lstStyle/>
        <a:p>
          <a:endParaRPr lang="zh-CN" altLang="en-US"/>
        </a:p>
      </dgm:t>
    </dgm:pt>
    <dgm:pt modelId="{A0E74F58-B5DC-4D68-B92D-AF9432473F07}">
      <dgm:prSet/>
      <dgm:spPr/>
      <dgm:t>
        <a:bodyPr/>
        <a:lstStyle/>
        <a:p>
          <a:pPr>
            <a:buNone/>
          </a:pPr>
          <a:r>
            <a:rPr lang="zh-CN" altLang="en-US" b="1" i="0"/>
            <a:t>事务的“常态性”</a:t>
          </a:r>
          <a:endParaRPr lang="zh-CN" altLang="en-US" b="0" i="0"/>
        </a:p>
      </dgm:t>
    </dgm:pt>
    <dgm:pt modelId="{F1D8A4CC-67B2-42F1-AB98-AC99CC71D607}" type="parTrans" cxnId="{65378779-FEDC-46E0-AF6F-8AB8D43DAB88}">
      <dgm:prSet/>
      <dgm:spPr/>
      <dgm:t>
        <a:bodyPr/>
        <a:lstStyle/>
        <a:p>
          <a:endParaRPr lang="zh-CN" altLang="en-US"/>
        </a:p>
      </dgm:t>
    </dgm:pt>
    <dgm:pt modelId="{F90FAA89-0E6F-4A88-BABA-0292A7890FB5}" type="sibTrans" cxnId="{65378779-FEDC-46E0-AF6F-8AB8D43DAB88}">
      <dgm:prSet/>
      <dgm:spPr/>
      <dgm:t>
        <a:bodyPr/>
        <a:lstStyle/>
        <a:p>
          <a:endParaRPr lang="zh-CN" altLang="en-US"/>
        </a:p>
      </dgm:t>
    </dgm:pt>
    <dgm:pt modelId="{13A3BED8-C49E-41F5-A2FF-D1BCEE227550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zh-CN" altLang="en-US" b="0" i="0"/>
            <a:t>不仅是成绩录入和账号导入。</a:t>
          </a:r>
          <a:r>
            <a:rPr lang="zh-CN" altLang="en-US" b="1" i="0"/>
            <a:t>选课</a:t>
          </a:r>
          <a:r>
            <a:rPr lang="zh-CN" altLang="en-US" b="0" i="0"/>
            <a:t>（扣减选课名额 </a:t>
          </a:r>
          <a:r>
            <a:rPr lang="en-US" altLang="zh-CN" b="0" i="0"/>
            <a:t>+ </a:t>
          </a:r>
          <a:r>
            <a:rPr lang="zh-CN" altLang="en-US" b="0" i="0"/>
            <a:t>增加选课记录 </a:t>
          </a:r>
          <a:r>
            <a:rPr lang="en-US" altLang="zh-CN" b="0" i="0"/>
            <a:t>+ </a:t>
          </a:r>
          <a:r>
            <a:rPr lang="zh-CN" altLang="en-US" b="0" i="0"/>
            <a:t>生成课表）同样需要事务。如果扣了名额但没生成记录，学生就白选了。</a:t>
          </a:r>
        </a:p>
      </dgm:t>
    </dgm:pt>
    <dgm:pt modelId="{FC726C04-E6D3-42B6-A5E6-1D2D8FC49172}" type="parTrans" cxnId="{2CD44A7A-78B4-45F2-8BCA-2B276BD077C6}">
      <dgm:prSet/>
      <dgm:spPr/>
      <dgm:t>
        <a:bodyPr/>
        <a:lstStyle/>
        <a:p>
          <a:endParaRPr lang="zh-CN" altLang="en-US"/>
        </a:p>
      </dgm:t>
    </dgm:pt>
    <dgm:pt modelId="{258CC1C6-71E7-4651-8C5F-E70FE966C87F}" type="sibTrans" cxnId="{2CD44A7A-78B4-45F2-8BCA-2B276BD077C6}">
      <dgm:prSet/>
      <dgm:spPr/>
      <dgm:t>
        <a:bodyPr/>
        <a:lstStyle/>
        <a:p>
          <a:endParaRPr lang="zh-CN" altLang="en-US"/>
        </a:p>
      </dgm:t>
    </dgm:pt>
    <dgm:pt modelId="{D4C4806B-F75E-4DF4-A603-661CE35E0C71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zh-CN" altLang="en-US" b="0" i="0"/>
            <a:t>在教务系统里，这种需要强一致性的操作是</a:t>
          </a:r>
          <a:r>
            <a:rPr lang="zh-CN" altLang="en-US" b="1" i="0"/>
            <a:t>常态</a:t>
          </a:r>
          <a:r>
            <a:rPr lang="zh-CN" altLang="en-US" b="0" i="0"/>
            <a:t>，而不是特例。</a:t>
          </a:r>
        </a:p>
      </dgm:t>
    </dgm:pt>
    <dgm:pt modelId="{02EE042C-B2EF-4D7D-BFF8-05FDB0B2C500}" type="parTrans" cxnId="{195B454B-8D9B-4664-9634-76AB2664EE4B}">
      <dgm:prSet/>
      <dgm:spPr/>
      <dgm:t>
        <a:bodyPr/>
        <a:lstStyle/>
        <a:p>
          <a:endParaRPr lang="zh-CN" altLang="en-US"/>
        </a:p>
      </dgm:t>
    </dgm:pt>
    <dgm:pt modelId="{5D00FBA0-6130-4B5B-8787-B157A53744D2}" type="sibTrans" cxnId="{195B454B-8D9B-4664-9634-76AB2664EE4B}">
      <dgm:prSet/>
      <dgm:spPr/>
      <dgm:t>
        <a:bodyPr/>
        <a:lstStyle/>
        <a:p>
          <a:endParaRPr lang="zh-CN" altLang="en-US"/>
        </a:p>
      </dgm:t>
    </dgm:pt>
    <dgm:pt modelId="{69F1DFB7-50EC-4C5D-86A7-0E3455AC3ECE}" type="pres">
      <dgm:prSet presAssocID="{831DCB07-CB3F-4567-908A-053E50AC6770}" presName="linear" presStyleCnt="0">
        <dgm:presLayoutVars>
          <dgm:dir/>
          <dgm:animLvl val="lvl"/>
          <dgm:resizeHandles val="exact"/>
        </dgm:presLayoutVars>
      </dgm:prSet>
      <dgm:spPr/>
    </dgm:pt>
    <dgm:pt modelId="{18DA8D63-19A3-4180-A808-B3F8DA4FE729}" type="pres">
      <dgm:prSet presAssocID="{E793A627-E882-4088-B6AD-068A99D4BB3A}" presName="parentLin" presStyleCnt="0"/>
      <dgm:spPr/>
    </dgm:pt>
    <dgm:pt modelId="{D0AAB523-66CD-44C0-8ED0-26FAF7874FF8}" type="pres">
      <dgm:prSet presAssocID="{E793A627-E882-4088-B6AD-068A99D4BB3A}" presName="parentLeftMargin" presStyleLbl="node1" presStyleIdx="0" presStyleCnt="3"/>
      <dgm:spPr/>
    </dgm:pt>
    <dgm:pt modelId="{C97F763D-73BA-4443-85ED-5FA312475507}" type="pres">
      <dgm:prSet presAssocID="{E793A627-E882-4088-B6AD-068A99D4BB3A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C247E8E3-3E74-4BC7-8473-C39A13FFE967}" type="pres">
      <dgm:prSet presAssocID="{E793A627-E882-4088-B6AD-068A99D4BB3A}" presName="negativeSpace" presStyleCnt="0"/>
      <dgm:spPr/>
    </dgm:pt>
    <dgm:pt modelId="{DCB16D8C-63E5-47E5-B22C-60054E58429E}" type="pres">
      <dgm:prSet presAssocID="{E793A627-E882-4088-B6AD-068A99D4BB3A}" presName="childText" presStyleLbl="conFgAcc1" presStyleIdx="0" presStyleCnt="3">
        <dgm:presLayoutVars>
          <dgm:bulletEnabled val="1"/>
        </dgm:presLayoutVars>
      </dgm:prSet>
      <dgm:spPr/>
    </dgm:pt>
    <dgm:pt modelId="{FD570278-5A49-4FC0-A3A1-0EF0EA3AD7A0}" type="pres">
      <dgm:prSet presAssocID="{77D07B5B-079C-4F61-B50F-38D26AAD791E}" presName="spaceBetweenRectangles" presStyleCnt="0"/>
      <dgm:spPr/>
    </dgm:pt>
    <dgm:pt modelId="{957BE4BD-DF7A-412F-AD15-7C5A553FB6AF}" type="pres">
      <dgm:prSet presAssocID="{B9A99099-9496-4462-9522-262A496F97AB}" presName="parentLin" presStyleCnt="0"/>
      <dgm:spPr/>
    </dgm:pt>
    <dgm:pt modelId="{74DA72BD-1DFB-4D21-9658-6DF558D21630}" type="pres">
      <dgm:prSet presAssocID="{B9A99099-9496-4462-9522-262A496F97AB}" presName="parentLeftMargin" presStyleLbl="node1" presStyleIdx="0" presStyleCnt="3"/>
      <dgm:spPr/>
    </dgm:pt>
    <dgm:pt modelId="{90851C18-20B7-476A-8641-301AE4491BB8}" type="pres">
      <dgm:prSet presAssocID="{B9A99099-9496-4462-9522-262A496F97AB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1D6E690A-9FA2-4398-AE75-1BA6EB4187A8}" type="pres">
      <dgm:prSet presAssocID="{B9A99099-9496-4462-9522-262A496F97AB}" presName="negativeSpace" presStyleCnt="0"/>
      <dgm:spPr/>
    </dgm:pt>
    <dgm:pt modelId="{8241F919-464E-480C-8481-8058D0CA6AC6}" type="pres">
      <dgm:prSet presAssocID="{B9A99099-9496-4462-9522-262A496F97AB}" presName="childText" presStyleLbl="conFgAcc1" presStyleIdx="1" presStyleCnt="3">
        <dgm:presLayoutVars>
          <dgm:bulletEnabled val="1"/>
        </dgm:presLayoutVars>
      </dgm:prSet>
      <dgm:spPr/>
    </dgm:pt>
    <dgm:pt modelId="{902C42CA-EA0A-4285-88AC-8D5F9D9D05BC}" type="pres">
      <dgm:prSet presAssocID="{E7E402FF-C93C-4F21-914D-18B8E7B8BEC1}" presName="spaceBetweenRectangles" presStyleCnt="0"/>
      <dgm:spPr/>
    </dgm:pt>
    <dgm:pt modelId="{3BF1C837-E5FF-4EF2-8D87-4736D1712D00}" type="pres">
      <dgm:prSet presAssocID="{A0E74F58-B5DC-4D68-B92D-AF9432473F07}" presName="parentLin" presStyleCnt="0"/>
      <dgm:spPr/>
    </dgm:pt>
    <dgm:pt modelId="{1C07AF99-32EB-4957-9880-67517AA690AE}" type="pres">
      <dgm:prSet presAssocID="{A0E74F58-B5DC-4D68-B92D-AF9432473F07}" presName="parentLeftMargin" presStyleLbl="node1" presStyleIdx="1" presStyleCnt="3"/>
      <dgm:spPr/>
    </dgm:pt>
    <dgm:pt modelId="{19D2AF9E-5826-4863-B4FA-9A3C3D4AC004}" type="pres">
      <dgm:prSet presAssocID="{A0E74F58-B5DC-4D68-B92D-AF9432473F07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DC9E744A-3252-436F-8D64-A253BCDD201C}" type="pres">
      <dgm:prSet presAssocID="{A0E74F58-B5DC-4D68-B92D-AF9432473F07}" presName="negativeSpace" presStyleCnt="0"/>
      <dgm:spPr/>
    </dgm:pt>
    <dgm:pt modelId="{F202ADD7-4EA4-4E57-9097-F831B58F33FC}" type="pres">
      <dgm:prSet presAssocID="{A0E74F58-B5DC-4D68-B92D-AF9432473F07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97BFA202-741C-4AD7-909F-B986BC8FB65B}" type="presOf" srcId="{19AE3D43-5ADA-4212-8104-2EF2A2EEBE4E}" destId="{DCB16D8C-63E5-47E5-B22C-60054E58429E}" srcOrd="0" destOrd="1" presId="urn:microsoft.com/office/officeart/2005/8/layout/list1"/>
    <dgm:cxn modelId="{A98CE102-6D7F-45DE-9587-1A9DB867BB54}" type="presOf" srcId="{A0E74F58-B5DC-4D68-B92D-AF9432473F07}" destId="{19D2AF9E-5826-4863-B4FA-9A3C3D4AC004}" srcOrd="1" destOrd="0" presId="urn:microsoft.com/office/officeart/2005/8/layout/list1"/>
    <dgm:cxn modelId="{499E332A-7860-4C94-8555-223008DAEEB3}" type="presOf" srcId="{AD5CA3B6-B83E-4B44-8BD5-8F576C5362A9}" destId="{8241F919-464E-480C-8481-8058D0CA6AC6}" srcOrd="0" destOrd="0" presId="urn:microsoft.com/office/officeart/2005/8/layout/list1"/>
    <dgm:cxn modelId="{E6E79F3D-B018-459F-A0EB-D9A8C02566EA}" type="presOf" srcId="{831DCB07-CB3F-4567-908A-053E50AC6770}" destId="{69F1DFB7-50EC-4C5D-86A7-0E3455AC3ECE}" srcOrd="0" destOrd="0" presId="urn:microsoft.com/office/officeart/2005/8/layout/list1"/>
    <dgm:cxn modelId="{6D0FDD41-B0AB-460A-80A2-CA4ECC98D0A2}" type="presOf" srcId="{2F26DB96-1063-48DB-BC33-953927FBB4C5}" destId="{8241F919-464E-480C-8481-8058D0CA6AC6}" srcOrd="0" destOrd="2" presId="urn:microsoft.com/office/officeart/2005/8/layout/list1"/>
    <dgm:cxn modelId="{DCB57147-7A7F-4E23-8BF4-035CC98384FE}" type="presOf" srcId="{430E9F3F-799B-42AD-BD40-30C6935B44B2}" destId="{DCB16D8C-63E5-47E5-B22C-60054E58429E}" srcOrd="0" destOrd="0" presId="urn:microsoft.com/office/officeart/2005/8/layout/list1"/>
    <dgm:cxn modelId="{195B454B-8D9B-4664-9634-76AB2664EE4B}" srcId="{A0E74F58-B5DC-4D68-B92D-AF9432473F07}" destId="{D4C4806B-F75E-4DF4-A603-661CE35E0C71}" srcOrd="1" destOrd="0" parTransId="{02EE042C-B2EF-4D7D-BFF8-05FDB0B2C500}" sibTransId="{5D00FBA0-6130-4B5B-8787-B157A53744D2}"/>
    <dgm:cxn modelId="{40188851-9CEE-4472-A0FF-CDBD74467E01}" type="presOf" srcId="{D4C4806B-F75E-4DF4-A603-661CE35E0C71}" destId="{F202ADD7-4EA4-4E57-9097-F831B58F33FC}" srcOrd="0" destOrd="1" presId="urn:microsoft.com/office/officeart/2005/8/layout/list1"/>
    <dgm:cxn modelId="{7F599D53-38F8-4CC6-BDE1-6847AF1A3B89}" type="presOf" srcId="{B9A99099-9496-4462-9522-262A496F97AB}" destId="{74DA72BD-1DFB-4D21-9658-6DF558D21630}" srcOrd="0" destOrd="0" presId="urn:microsoft.com/office/officeart/2005/8/layout/list1"/>
    <dgm:cxn modelId="{65378779-FEDC-46E0-AF6F-8AB8D43DAB88}" srcId="{831DCB07-CB3F-4567-908A-053E50AC6770}" destId="{A0E74F58-B5DC-4D68-B92D-AF9432473F07}" srcOrd="2" destOrd="0" parTransId="{F1D8A4CC-67B2-42F1-AB98-AC99CC71D607}" sibTransId="{F90FAA89-0E6F-4A88-BABA-0292A7890FB5}"/>
    <dgm:cxn modelId="{2CD44A7A-78B4-45F2-8BCA-2B276BD077C6}" srcId="{A0E74F58-B5DC-4D68-B92D-AF9432473F07}" destId="{13A3BED8-C49E-41F5-A2FF-D1BCEE227550}" srcOrd="0" destOrd="0" parTransId="{FC726C04-E6D3-42B6-A5E6-1D2D8FC49172}" sibTransId="{258CC1C6-71E7-4651-8C5F-E70FE966C87F}"/>
    <dgm:cxn modelId="{6E00A47A-807F-4A57-96A4-CF37055CB46E}" srcId="{831DCB07-CB3F-4567-908A-053E50AC6770}" destId="{E793A627-E882-4088-B6AD-068A99D4BB3A}" srcOrd="0" destOrd="0" parTransId="{69002829-6BD3-4A62-8A38-38489870DD30}" sibTransId="{77D07B5B-079C-4F61-B50F-38D26AAD791E}"/>
    <dgm:cxn modelId="{AB92058D-9B69-424C-8661-FD304F4D89FF}" type="presOf" srcId="{E793A627-E882-4088-B6AD-068A99D4BB3A}" destId="{C97F763D-73BA-4443-85ED-5FA312475507}" srcOrd="1" destOrd="0" presId="urn:microsoft.com/office/officeart/2005/8/layout/list1"/>
    <dgm:cxn modelId="{BFFD759C-5681-4C42-AA06-846D4DF1F9B8}" srcId="{B9A99099-9496-4462-9522-262A496F97AB}" destId="{AD5CA3B6-B83E-4B44-8BD5-8F576C5362A9}" srcOrd="0" destOrd="0" parTransId="{9E081970-B82B-4C07-BCA4-C6E250BFB967}" sibTransId="{170B72E8-AB02-4A61-A088-2B1268A9CC94}"/>
    <dgm:cxn modelId="{542380B5-57BC-4F1B-992A-9F974398CD5B}" srcId="{B9A99099-9496-4462-9522-262A496F97AB}" destId="{829757B9-1EB2-4D8F-AF1F-75C7BFBF048C}" srcOrd="1" destOrd="0" parTransId="{45BCE21E-1F8A-453A-92F6-CAC6FE905164}" sibTransId="{D710195E-7346-4CEF-B768-F9463593B13A}"/>
    <dgm:cxn modelId="{EF0868B6-8EA7-4E5C-9C4B-102AE32564F8}" type="presOf" srcId="{829757B9-1EB2-4D8F-AF1F-75C7BFBF048C}" destId="{8241F919-464E-480C-8481-8058D0CA6AC6}" srcOrd="0" destOrd="1" presId="urn:microsoft.com/office/officeart/2005/8/layout/list1"/>
    <dgm:cxn modelId="{EA726DB8-B8FE-4B30-BF14-105D0F4EB368}" type="presOf" srcId="{A0E74F58-B5DC-4D68-B92D-AF9432473F07}" destId="{1C07AF99-32EB-4957-9880-67517AA690AE}" srcOrd="0" destOrd="0" presId="urn:microsoft.com/office/officeart/2005/8/layout/list1"/>
    <dgm:cxn modelId="{443859BF-49B1-4397-9F91-9F319FB7F999}" srcId="{E793A627-E882-4088-B6AD-068A99D4BB3A}" destId="{430E9F3F-799B-42AD-BD40-30C6935B44B2}" srcOrd="0" destOrd="0" parTransId="{626524D7-CC3F-490D-A654-B9E7B39D2729}" sibTransId="{473C63AF-AA1F-49CD-8BC8-491B6171A512}"/>
    <dgm:cxn modelId="{57F0CAD6-742B-417E-BD16-F1AD7E3A8EA2}" srcId="{831DCB07-CB3F-4567-908A-053E50AC6770}" destId="{B9A99099-9496-4462-9522-262A496F97AB}" srcOrd="1" destOrd="0" parTransId="{990F3030-BC16-4546-B60F-FCF841CB67AE}" sibTransId="{E7E402FF-C93C-4F21-914D-18B8E7B8BEC1}"/>
    <dgm:cxn modelId="{65C9F3E4-6C8B-4BCA-BDD9-84469F48F20F}" srcId="{E793A627-E882-4088-B6AD-068A99D4BB3A}" destId="{19AE3D43-5ADA-4212-8104-2EF2A2EEBE4E}" srcOrd="1" destOrd="0" parTransId="{5C63FE54-6075-4A9C-8440-E4DB16DB48B8}" sibTransId="{3465D57E-AB80-4EF0-80A4-CCD96D7194DE}"/>
    <dgm:cxn modelId="{F1125CE7-6BE3-4337-918A-D07DCCF0B668}" type="presOf" srcId="{B9A99099-9496-4462-9522-262A496F97AB}" destId="{90851C18-20B7-476A-8641-301AE4491BB8}" srcOrd="1" destOrd="0" presId="urn:microsoft.com/office/officeart/2005/8/layout/list1"/>
    <dgm:cxn modelId="{17B5FBEB-B6A8-4AF2-99E8-39704053EFA9}" type="presOf" srcId="{E793A627-E882-4088-B6AD-068A99D4BB3A}" destId="{D0AAB523-66CD-44C0-8ED0-26FAF7874FF8}" srcOrd="0" destOrd="0" presId="urn:microsoft.com/office/officeart/2005/8/layout/list1"/>
    <dgm:cxn modelId="{C28A07EC-D1E1-47BE-B0FB-1BC8D1648369}" type="presOf" srcId="{13A3BED8-C49E-41F5-A2FF-D1BCEE227550}" destId="{F202ADD7-4EA4-4E57-9097-F831B58F33FC}" srcOrd="0" destOrd="0" presId="urn:microsoft.com/office/officeart/2005/8/layout/list1"/>
    <dgm:cxn modelId="{CFF1C6FC-2FCC-4A0D-8050-97AE9F67BCAC}" srcId="{B9A99099-9496-4462-9522-262A496F97AB}" destId="{2F26DB96-1063-48DB-BC33-953927FBB4C5}" srcOrd="2" destOrd="0" parTransId="{82C5D449-D15E-42D4-B646-5D248E32490F}" sibTransId="{16CAAF0B-92DE-415E-B354-9A119F7821DA}"/>
    <dgm:cxn modelId="{4038A090-A96A-4E61-89A9-66F5960CBC76}" type="presParOf" srcId="{69F1DFB7-50EC-4C5D-86A7-0E3455AC3ECE}" destId="{18DA8D63-19A3-4180-A808-B3F8DA4FE729}" srcOrd="0" destOrd="0" presId="urn:microsoft.com/office/officeart/2005/8/layout/list1"/>
    <dgm:cxn modelId="{E2181A5D-0E5C-4936-8AD7-A196F964F598}" type="presParOf" srcId="{18DA8D63-19A3-4180-A808-B3F8DA4FE729}" destId="{D0AAB523-66CD-44C0-8ED0-26FAF7874FF8}" srcOrd="0" destOrd="0" presId="urn:microsoft.com/office/officeart/2005/8/layout/list1"/>
    <dgm:cxn modelId="{950A5BD0-8D36-4E53-838C-20F82A1EF465}" type="presParOf" srcId="{18DA8D63-19A3-4180-A808-B3F8DA4FE729}" destId="{C97F763D-73BA-4443-85ED-5FA312475507}" srcOrd="1" destOrd="0" presId="urn:microsoft.com/office/officeart/2005/8/layout/list1"/>
    <dgm:cxn modelId="{C383FDF6-2666-4D91-BA9F-76F731B22CB6}" type="presParOf" srcId="{69F1DFB7-50EC-4C5D-86A7-0E3455AC3ECE}" destId="{C247E8E3-3E74-4BC7-8473-C39A13FFE967}" srcOrd="1" destOrd="0" presId="urn:microsoft.com/office/officeart/2005/8/layout/list1"/>
    <dgm:cxn modelId="{E2A1D2E6-98E7-48D2-8576-811D3B60B8A6}" type="presParOf" srcId="{69F1DFB7-50EC-4C5D-86A7-0E3455AC3ECE}" destId="{DCB16D8C-63E5-47E5-B22C-60054E58429E}" srcOrd="2" destOrd="0" presId="urn:microsoft.com/office/officeart/2005/8/layout/list1"/>
    <dgm:cxn modelId="{0FF63D1A-C6AF-4F74-8D1E-E84F8404D7CA}" type="presParOf" srcId="{69F1DFB7-50EC-4C5D-86A7-0E3455AC3ECE}" destId="{FD570278-5A49-4FC0-A3A1-0EF0EA3AD7A0}" srcOrd="3" destOrd="0" presId="urn:microsoft.com/office/officeart/2005/8/layout/list1"/>
    <dgm:cxn modelId="{D3305CDB-B99B-4B92-88B0-4DA79489C831}" type="presParOf" srcId="{69F1DFB7-50EC-4C5D-86A7-0E3455AC3ECE}" destId="{957BE4BD-DF7A-412F-AD15-7C5A553FB6AF}" srcOrd="4" destOrd="0" presId="urn:microsoft.com/office/officeart/2005/8/layout/list1"/>
    <dgm:cxn modelId="{3097580C-94A5-4C83-BB2A-E350B65078AA}" type="presParOf" srcId="{957BE4BD-DF7A-412F-AD15-7C5A553FB6AF}" destId="{74DA72BD-1DFB-4D21-9658-6DF558D21630}" srcOrd="0" destOrd="0" presId="urn:microsoft.com/office/officeart/2005/8/layout/list1"/>
    <dgm:cxn modelId="{74417AE1-4A67-4EBF-8B51-02083A7C7A35}" type="presParOf" srcId="{957BE4BD-DF7A-412F-AD15-7C5A553FB6AF}" destId="{90851C18-20B7-476A-8641-301AE4491BB8}" srcOrd="1" destOrd="0" presId="urn:microsoft.com/office/officeart/2005/8/layout/list1"/>
    <dgm:cxn modelId="{D79AD925-86E2-4CB1-981A-4F7ED1718E70}" type="presParOf" srcId="{69F1DFB7-50EC-4C5D-86A7-0E3455AC3ECE}" destId="{1D6E690A-9FA2-4398-AE75-1BA6EB4187A8}" srcOrd="5" destOrd="0" presId="urn:microsoft.com/office/officeart/2005/8/layout/list1"/>
    <dgm:cxn modelId="{7F0819E5-E510-4369-AD4C-A905D1BF5AB6}" type="presParOf" srcId="{69F1DFB7-50EC-4C5D-86A7-0E3455AC3ECE}" destId="{8241F919-464E-480C-8481-8058D0CA6AC6}" srcOrd="6" destOrd="0" presId="urn:microsoft.com/office/officeart/2005/8/layout/list1"/>
    <dgm:cxn modelId="{ECCE2245-153D-432C-A523-0A27C1519BF2}" type="presParOf" srcId="{69F1DFB7-50EC-4C5D-86A7-0E3455AC3ECE}" destId="{902C42CA-EA0A-4285-88AC-8D5F9D9D05BC}" srcOrd="7" destOrd="0" presId="urn:microsoft.com/office/officeart/2005/8/layout/list1"/>
    <dgm:cxn modelId="{E6ABC677-B31B-4362-92BE-9F2EFD8C4423}" type="presParOf" srcId="{69F1DFB7-50EC-4C5D-86A7-0E3455AC3ECE}" destId="{3BF1C837-E5FF-4EF2-8D87-4736D1712D00}" srcOrd="8" destOrd="0" presId="urn:microsoft.com/office/officeart/2005/8/layout/list1"/>
    <dgm:cxn modelId="{E2705609-BBFB-4E62-96C0-CC20A10309EE}" type="presParOf" srcId="{3BF1C837-E5FF-4EF2-8D87-4736D1712D00}" destId="{1C07AF99-32EB-4957-9880-67517AA690AE}" srcOrd="0" destOrd="0" presId="urn:microsoft.com/office/officeart/2005/8/layout/list1"/>
    <dgm:cxn modelId="{FBA25CBB-14DA-4804-89B0-13F6317A1FCB}" type="presParOf" srcId="{3BF1C837-E5FF-4EF2-8D87-4736D1712D00}" destId="{19D2AF9E-5826-4863-B4FA-9A3C3D4AC004}" srcOrd="1" destOrd="0" presId="urn:microsoft.com/office/officeart/2005/8/layout/list1"/>
    <dgm:cxn modelId="{A327B538-7666-43A6-9A0E-A9214E5FE147}" type="presParOf" srcId="{69F1DFB7-50EC-4C5D-86A7-0E3455AC3ECE}" destId="{DC9E744A-3252-436F-8D64-A253BCDD201C}" srcOrd="9" destOrd="0" presId="urn:microsoft.com/office/officeart/2005/8/layout/list1"/>
    <dgm:cxn modelId="{B02CB18D-13EF-4E25-A0E4-8C679E9416F6}" type="presParOf" srcId="{69F1DFB7-50EC-4C5D-86A7-0E3455AC3ECE}" destId="{F202ADD7-4EA4-4E57-9097-F831B58F33FC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41851A69-939C-4C0B-B553-FB584F233FA4}" type="doc">
      <dgm:prSet loTypeId="urn:microsoft.com/office/officeart/2005/8/layout/list1" loCatId="list" qsTypeId="urn:microsoft.com/office/officeart/2005/8/quickstyle/simple2" qsCatId="simple" csTypeId="urn:microsoft.com/office/officeart/2005/8/colors/accent5_2" csCatId="accent5" phldr="1"/>
      <dgm:spPr/>
      <dgm:t>
        <a:bodyPr/>
        <a:lstStyle/>
        <a:p>
          <a:endParaRPr lang="zh-CN" altLang="en-US"/>
        </a:p>
      </dgm:t>
    </dgm:pt>
    <dgm:pt modelId="{6F132C93-D735-4B9E-A964-652C3520A17E}">
      <dgm:prSet phldrT="[文本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zh-CN" altLang="en-US" b="1" i="0"/>
            <a:t>核心诉求匹配</a:t>
          </a:r>
          <a:r>
            <a:rPr lang="zh-CN" altLang="en-US" b="0" i="0"/>
            <a:t>：</a:t>
          </a:r>
          <a:endParaRPr lang="zh-CN" altLang="en-US"/>
        </a:p>
      </dgm:t>
    </dgm:pt>
    <dgm:pt modelId="{E082B0D9-2DBD-490E-85A0-2049F7DF9750}" type="parTrans" cxnId="{3BECDB69-9AB6-4D0A-A754-3F6D8303770B}">
      <dgm:prSet/>
      <dgm:spPr/>
      <dgm:t>
        <a:bodyPr/>
        <a:lstStyle/>
        <a:p>
          <a:endParaRPr lang="zh-CN" altLang="en-US"/>
        </a:p>
      </dgm:t>
    </dgm:pt>
    <dgm:pt modelId="{F4CA9E10-035A-4935-B371-130573E8D272}" type="sibTrans" cxnId="{3BECDB69-9AB6-4D0A-A754-3F6D8303770B}">
      <dgm:prSet/>
      <dgm:spPr/>
      <dgm:t>
        <a:bodyPr/>
        <a:lstStyle/>
        <a:p>
          <a:endParaRPr lang="zh-CN" altLang="en-US"/>
        </a:p>
      </dgm:t>
    </dgm:pt>
    <dgm:pt modelId="{266C84D9-CCD2-42B8-BBD7-1F6B98E5AF75}">
      <dgm:prSet phldrT="[文本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zh-CN" altLang="en-US" b="1" i="0"/>
            <a:t>主流选择</a:t>
          </a:r>
          <a:r>
            <a:rPr lang="zh-CN" altLang="en-US" b="0" i="0"/>
            <a:t>：</a:t>
          </a:r>
          <a:endParaRPr lang="zh-CN" altLang="en-US"/>
        </a:p>
      </dgm:t>
    </dgm:pt>
    <dgm:pt modelId="{A5F4CD16-9143-495F-9CEF-8A85CD92AE9A}" type="parTrans" cxnId="{7F4E449D-49A2-47A1-A2D6-31060F88E907}">
      <dgm:prSet/>
      <dgm:spPr/>
      <dgm:t>
        <a:bodyPr/>
        <a:lstStyle/>
        <a:p>
          <a:endParaRPr lang="zh-CN" altLang="en-US"/>
        </a:p>
      </dgm:t>
    </dgm:pt>
    <dgm:pt modelId="{ED2C53DF-4213-4E69-B1BE-07108223321B}" type="sibTrans" cxnId="{7F4E449D-49A2-47A1-A2D6-31060F88E907}">
      <dgm:prSet/>
      <dgm:spPr/>
      <dgm:t>
        <a:bodyPr/>
        <a:lstStyle/>
        <a:p>
          <a:endParaRPr lang="zh-CN" altLang="en-US"/>
        </a:p>
      </dgm:t>
    </dgm:pt>
    <dgm:pt modelId="{B005F350-D4A1-4B22-9BD1-FE3D49BB5BFA}">
      <dgm:prSet phldrT="[文本]"/>
      <dgm:spPr/>
      <dgm:t>
        <a:bodyPr/>
        <a:lstStyle/>
        <a:p>
          <a:r>
            <a:rPr lang="zh-CN" altLang="en-US"/>
            <a:t>补充：</a:t>
          </a:r>
        </a:p>
      </dgm:t>
    </dgm:pt>
    <dgm:pt modelId="{33A1A7F8-E2D3-4DAE-BA3D-6F5746E16D69}" type="parTrans" cxnId="{90B2793A-6F0C-4BC5-96CF-D928A3ECE4F6}">
      <dgm:prSet/>
      <dgm:spPr/>
      <dgm:t>
        <a:bodyPr/>
        <a:lstStyle/>
        <a:p>
          <a:endParaRPr lang="zh-CN" altLang="en-US"/>
        </a:p>
      </dgm:t>
    </dgm:pt>
    <dgm:pt modelId="{E562A5EC-CA32-4F89-B0D1-ED9D37CC2890}" type="sibTrans" cxnId="{90B2793A-6F0C-4BC5-96CF-D928A3ECE4F6}">
      <dgm:prSet/>
      <dgm:spPr/>
      <dgm:t>
        <a:bodyPr/>
        <a:lstStyle/>
        <a:p>
          <a:endParaRPr lang="zh-CN" altLang="en-US"/>
        </a:p>
      </dgm:t>
    </dgm:pt>
    <dgm:pt modelId="{5572D0BE-9286-4D0D-8F3E-0F9D3E38ED0B}">
      <dgm:prSet phldrT="[文本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zh-CN" altLang="en-US" b="0" i="0"/>
            <a:t>教务系统对</a:t>
          </a:r>
          <a:r>
            <a:rPr lang="zh-CN" altLang="en-US" b="1" i="0"/>
            <a:t>数据一致性</a:t>
          </a:r>
          <a:r>
            <a:rPr lang="zh-CN" altLang="en-US" b="0" i="0"/>
            <a:t>和</a:t>
          </a:r>
          <a:r>
            <a:rPr lang="zh-CN" altLang="en-US" b="1" i="0"/>
            <a:t>复杂查询</a:t>
          </a:r>
          <a:r>
            <a:rPr lang="zh-CN" altLang="en-US" b="0" i="0"/>
            <a:t>的要求，完美匹配</a:t>
          </a:r>
          <a:r>
            <a:rPr lang="en-US" altLang="zh-CN" b="1" i="0"/>
            <a:t>MySQL</a:t>
          </a:r>
          <a:r>
            <a:rPr lang="zh-CN" altLang="en-US" b="0" i="0"/>
            <a:t>的优势。</a:t>
          </a:r>
          <a:endParaRPr lang="zh-CN" altLang="en-US"/>
        </a:p>
      </dgm:t>
    </dgm:pt>
    <dgm:pt modelId="{F6F0303B-7608-48AE-B52A-3A8D0C049CFC}" type="parTrans" cxnId="{89190241-9417-42EE-83D7-64A2C0C04B8C}">
      <dgm:prSet/>
      <dgm:spPr/>
      <dgm:t>
        <a:bodyPr/>
        <a:lstStyle/>
        <a:p>
          <a:endParaRPr lang="zh-CN" altLang="en-US"/>
        </a:p>
      </dgm:t>
    </dgm:pt>
    <dgm:pt modelId="{0984C9F1-C09D-4F73-B169-CD3B3978395B}" type="sibTrans" cxnId="{89190241-9417-42EE-83D7-64A2C0C04B8C}">
      <dgm:prSet/>
      <dgm:spPr/>
      <dgm:t>
        <a:bodyPr/>
        <a:lstStyle/>
        <a:p>
          <a:endParaRPr lang="zh-CN" altLang="en-US"/>
        </a:p>
      </dgm:t>
    </dgm:pt>
    <dgm:pt modelId="{FFD2A84D-4F17-43A3-BE7C-E51903E2BEA9}">
      <dgm:prSet phldrT="[文本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zh-CN" altLang="en-US" b="0" i="0"/>
            <a:t>国内绝大多数高校的教务系统，底层几乎都是</a:t>
          </a:r>
          <a:r>
            <a:rPr lang="en-US" altLang="zh-CN" b="0" i="0"/>
            <a:t>Oracle</a:t>
          </a:r>
          <a:r>
            <a:rPr lang="zh-CN" altLang="en-US" b="0" i="0"/>
            <a:t>、</a:t>
          </a:r>
          <a:r>
            <a:rPr lang="en-US" altLang="zh-CN" b="0" i="0"/>
            <a:t>SQL Server</a:t>
          </a:r>
          <a:r>
            <a:rPr lang="zh-CN" altLang="en-US" b="0" i="0"/>
            <a:t>或者</a:t>
          </a:r>
          <a:r>
            <a:rPr lang="en-US" altLang="zh-CN" b="0" i="0"/>
            <a:t>MySQL</a:t>
          </a:r>
          <a:r>
            <a:rPr lang="zh-CN" altLang="en-US" b="0" i="0"/>
            <a:t>。对于预算有限、需要敏捷开发的项目，</a:t>
          </a:r>
          <a:r>
            <a:rPr lang="en-US" altLang="zh-CN" b="1" i="0"/>
            <a:t>MySQL</a:t>
          </a:r>
          <a:r>
            <a:rPr lang="zh-CN" altLang="en-US" b="1" i="0"/>
            <a:t>（通常是</a:t>
          </a:r>
          <a:r>
            <a:rPr lang="en-US" altLang="zh-CN" b="1" i="0"/>
            <a:t>MySQL 8.0</a:t>
          </a:r>
          <a:r>
            <a:rPr lang="zh-CN" altLang="en-US" b="1" i="0"/>
            <a:t>及以上版本）是非常合理且成本最优的选择。</a:t>
          </a:r>
          <a:endParaRPr lang="zh-CN" altLang="en-US"/>
        </a:p>
      </dgm:t>
    </dgm:pt>
    <dgm:pt modelId="{5C299174-184B-42BD-88EA-B09CB2376AB7}" type="parTrans" cxnId="{EDF12AC5-3690-4590-B576-C9162308CEFD}">
      <dgm:prSet/>
      <dgm:spPr/>
      <dgm:t>
        <a:bodyPr/>
        <a:lstStyle/>
        <a:p>
          <a:endParaRPr lang="zh-CN" altLang="en-US"/>
        </a:p>
      </dgm:t>
    </dgm:pt>
    <dgm:pt modelId="{5B3672FF-2D76-4B46-931F-20CC642AAFE3}" type="sibTrans" cxnId="{EDF12AC5-3690-4590-B576-C9162308CEFD}">
      <dgm:prSet/>
      <dgm:spPr/>
      <dgm:t>
        <a:bodyPr/>
        <a:lstStyle/>
        <a:p>
          <a:endParaRPr lang="zh-CN" altLang="en-US"/>
        </a:p>
      </dgm:t>
    </dgm:pt>
    <dgm:pt modelId="{82247271-CA8D-4DDA-AE56-1A1A9E25DE5F}">
      <dgm:prSet phldrT="[文本]"/>
      <dgm:spPr/>
      <dgm:t>
        <a:bodyPr/>
        <a:lstStyle/>
        <a:p>
          <a:pPr>
            <a:buNone/>
          </a:pPr>
          <a:r>
            <a:rPr lang="zh-CN" altLang="en-US" b="0" i="0"/>
            <a:t>为了应对高并发（比如</a:t>
          </a:r>
          <a:r>
            <a:rPr lang="zh-CN" altLang="en-US" b="1" i="0"/>
            <a:t>选课高峰期</a:t>
          </a:r>
          <a:r>
            <a:rPr lang="zh-CN" altLang="en-US" b="0" i="0"/>
            <a:t>），可以在</a:t>
          </a:r>
          <a:r>
            <a:rPr lang="en-US" altLang="zh-CN" b="0" i="0"/>
            <a:t>MySQL</a:t>
          </a:r>
          <a:r>
            <a:rPr lang="zh-CN" altLang="en-US" b="0" i="0"/>
            <a:t>外面套一层</a:t>
          </a:r>
          <a:r>
            <a:rPr lang="zh-CN" altLang="en-US" b="1" i="0"/>
            <a:t>缓存</a:t>
          </a:r>
          <a:r>
            <a:rPr lang="zh-CN" altLang="en-US" b="0" i="0"/>
            <a:t>（比如</a:t>
          </a:r>
          <a:r>
            <a:rPr lang="en-US" altLang="zh-CN" b="0" i="0"/>
            <a:t>Redis</a:t>
          </a:r>
          <a:r>
            <a:rPr lang="zh-CN" altLang="en-US" b="0" i="0"/>
            <a:t>）或</a:t>
          </a:r>
          <a:r>
            <a:rPr lang="zh-CN" altLang="en-US" b="1" i="0"/>
            <a:t>中间件</a:t>
          </a:r>
          <a:r>
            <a:rPr lang="zh-CN" altLang="en-US" b="0" i="0"/>
            <a:t>。</a:t>
          </a:r>
          <a:endParaRPr lang="zh-CN" altLang="en-US"/>
        </a:p>
      </dgm:t>
    </dgm:pt>
    <dgm:pt modelId="{6F2F073C-03C2-4670-9DF6-85A46C7D1B49}" type="parTrans" cxnId="{75CED9A2-125E-4BE8-966F-3135B8030D6E}">
      <dgm:prSet/>
      <dgm:spPr/>
      <dgm:t>
        <a:bodyPr/>
        <a:lstStyle/>
        <a:p>
          <a:endParaRPr lang="zh-CN" altLang="en-US"/>
        </a:p>
      </dgm:t>
    </dgm:pt>
    <dgm:pt modelId="{0DA1D666-3283-4A45-A1C1-7F9C841F261F}" type="sibTrans" cxnId="{75CED9A2-125E-4BE8-966F-3135B8030D6E}">
      <dgm:prSet/>
      <dgm:spPr/>
      <dgm:t>
        <a:bodyPr/>
        <a:lstStyle/>
        <a:p>
          <a:endParaRPr lang="zh-CN" altLang="en-US"/>
        </a:p>
      </dgm:t>
    </dgm:pt>
    <dgm:pt modelId="{D8591299-FD6F-4D0F-99C5-7F0C781F40A3}">
      <dgm:prSet phldrT="[文本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zh-CN" altLang="en-US" b="1" i="0"/>
            <a:t>选课操作</a:t>
          </a:r>
          <a:r>
            <a:rPr lang="zh-CN" altLang="en-US" b="0" i="0"/>
            <a:t>：请求先写入消息队列（</a:t>
          </a:r>
          <a:r>
            <a:rPr lang="en-US" altLang="zh-CN" b="0" i="0"/>
            <a:t>MQ</a:t>
          </a:r>
          <a:r>
            <a:rPr lang="zh-CN" altLang="en-US" b="0" i="0"/>
            <a:t>）排队，后端程序慢慢更新</a:t>
          </a:r>
          <a:r>
            <a:rPr lang="en-US" altLang="zh-CN" b="0" i="0"/>
            <a:t>MySQL</a:t>
          </a:r>
          <a:r>
            <a:rPr lang="zh-CN" altLang="en-US" b="0" i="0"/>
            <a:t>，防止瞬间写压力过大把</a:t>
          </a:r>
          <a:r>
            <a:rPr lang="en-US" altLang="zh-CN" b="0" i="0"/>
            <a:t>MySQL</a:t>
          </a:r>
          <a:r>
            <a:rPr lang="zh-CN" altLang="en-US" b="0" i="0"/>
            <a:t>冲垮。</a:t>
          </a:r>
          <a:endParaRPr lang="zh-CN" altLang="en-US"/>
        </a:p>
      </dgm:t>
    </dgm:pt>
    <dgm:pt modelId="{D54DF606-7D9A-44C9-9E3C-95844410A428}" type="parTrans" cxnId="{EF5DDC42-27DB-41BC-8C1D-13F0C552C8BC}">
      <dgm:prSet/>
      <dgm:spPr/>
      <dgm:t>
        <a:bodyPr/>
        <a:lstStyle/>
        <a:p>
          <a:endParaRPr lang="zh-CN" altLang="en-US"/>
        </a:p>
      </dgm:t>
    </dgm:pt>
    <dgm:pt modelId="{16E6C35F-1AD8-4810-86AE-D18E7D1C354E}" type="sibTrans" cxnId="{EF5DDC42-27DB-41BC-8C1D-13F0C552C8BC}">
      <dgm:prSet/>
      <dgm:spPr/>
      <dgm:t>
        <a:bodyPr/>
        <a:lstStyle/>
        <a:p>
          <a:endParaRPr lang="zh-CN" altLang="en-US"/>
        </a:p>
      </dgm:t>
    </dgm:pt>
    <dgm:pt modelId="{474DB265-D676-408A-93D4-F7A2FEB13E88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zh-CN" altLang="en-US" b="1" i="0"/>
            <a:t>缓存层</a:t>
          </a:r>
          <a:r>
            <a:rPr lang="zh-CN" altLang="en-US" b="0" i="0"/>
            <a:t>：课表、空闲座位数这种频繁查询的数据，放在</a:t>
          </a:r>
          <a:r>
            <a:rPr lang="en-US" altLang="zh-CN" b="0" i="0"/>
            <a:t>Redis</a:t>
          </a:r>
          <a:r>
            <a:rPr lang="zh-CN" altLang="en-US" b="0" i="0"/>
            <a:t>里加速读取。</a:t>
          </a:r>
        </a:p>
      </dgm:t>
    </dgm:pt>
    <dgm:pt modelId="{ED90BB5E-759A-4D59-92A6-EAE11129E0BE}" type="parTrans" cxnId="{F2F0114B-B060-4502-8A27-F51D0DD637DA}">
      <dgm:prSet/>
      <dgm:spPr/>
      <dgm:t>
        <a:bodyPr/>
        <a:lstStyle/>
        <a:p>
          <a:endParaRPr lang="zh-CN" altLang="en-US"/>
        </a:p>
      </dgm:t>
    </dgm:pt>
    <dgm:pt modelId="{3CF39A55-008E-4499-9731-E9477F57109B}" type="sibTrans" cxnId="{F2F0114B-B060-4502-8A27-F51D0DD637DA}">
      <dgm:prSet/>
      <dgm:spPr/>
      <dgm:t>
        <a:bodyPr/>
        <a:lstStyle/>
        <a:p>
          <a:endParaRPr lang="zh-CN" altLang="en-US"/>
        </a:p>
      </dgm:t>
    </dgm:pt>
    <dgm:pt modelId="{4A598EE0-E894-48CA-8AD4-81F1969E566C}" type="pres">
      <dgm:prSet presAssocID="{41851A69-939C-4C0B-B553-FB584F233FA4}" presName="linear" presStyleCnt="0">
        <dgm:presLayoutVars>
          <dgm:dir/>
          <dgm:animLvl val="lvl"/>
          <dgm:resizeHandles val="exact"/>
        </dgm:presLayoutVars>
      </dgm:prSet>
      <dgm:spPr/>
    </dgm:pt>
    <dgm:pt modelId="{25639289-674B-4318-B1ED-CCD85476B6FB}" type="pres">
      <dgm:prSet presAssocID="{6F132C93-D735-4B9E-A964-652C3520A17E}" presName="parentLin" presStyleCnt="0"/>
      <dgm:spPr/>
    </dgm:pt>
    <dgm:pt modelId="{A4E35C61-732D-48D4-9CBD-A8AD86FF00BF}" type="pres">
      <dgm:prSet presAssocID="{6F132C93-D735-4B9E-A964-652C3520A17E}" presName="parentLeftMargin" presStyleLbl="node1" presStyleIdx="0" presStyleCnt="3"/>
      <dgm:spPr/>
    </dgm:pt>
    <dgm:pt modelId="{75F3A015-A682-4149-BC4C-F31EA3A27341}" type="pres">
      <dgm:prSet presAssocID="{6F132C93-D735-4B9E-A964-652C3520A17E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FB1938E1-559E-45BB-8428-CA04154081AA}" type="pres">
      <dgm:prSet presAssocID="{6F132C93-D735-4B9E-A964-652C3520A17E}" presName="negativeSpace" presStyleCnt="0"/>
      <dgm:spPr/>
    </dgm:pt>
    <dgm:pt modelId="{204FC2BA-5E84-4160-B687-4AE9EA283CED}" type="pres">
      <dgm:prSet presAssocID="{6F132C93-D735-4B9E-A964-652C3520A17E}" presName="childText" presStyleLbl="conFgAcc1" presStyleIdx="0" presStyleCnt="3">
        <dgm:presLayoutVars>
          <dgm:bulletEnabled val="1"/>
        </dgm:presLayoutVars>
      </dgm:prSet>
      <dgm:spPr/>
    </dgm:pt>
    <dgm:pt modelId="{B65F98B3-2E49-4D13-9E27-01B373D163CB}" type="pres">
      <dgm:prSet presAssocID="{F4CA9E10-035A-4935-B371-130573E8D272}" presName="spaceBetweenRectangles" presStyleCnt="0"/>
      <dgm:spPr/>
    </dgm:pt>
    <dgm:pt modelId="{63CC09DE-400F-439B-91F5-EA814E912BCB}" type="pres">
      <dgm:prSet presAssocID="{266C84D9-CCD2-42B8-BBD7-1F6B98E5AF75}" presName="parentLin" presStyleCnt="0"/>
      <dgm:spPr/>
    </dgm:pt>
    <dgm:pt modelId="{42E0522B-2FB9-463D-BAEE-1BAF9BDCF75D}" type="pres">
      <dgm:prSet presAssocID="{266C84D9-CCD2-42B8-BBD7-1F6B98E5AF75}" presName="parentLeftMargin" presStyleLbl="node1" presStyleIdx="0" presStyleCnt="3"/>
      <dgm:spPr/>
    </dgm:pt>
    <dgm:pt modelId="{1B8D40FC-E5C2-4981-B02B-94F7914E82C5}" type="pres">
      <dgm:prSet presAssocID="{266C84D9-CCD2-42B8-BBD7-1F6B98E5AF75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BFF0C44D-F2F9-45F9-A399-872B76079959}" type="pres">
      <dgm:prSet presAssocID="{266C84D9-CCD2-42B8-BBD7-1F6B98E5AF75}" presName="negativeSpace" presStyleCnt="0"/>
      <dgm:spPr/>
    </dgm:pt>
    <dgm:pt modelId="{73B91F60-11F1-4C3C-ABC5-086A174B4C1F}" type="pres">
      <dgm:prSet presAssocID="{266C84D9-CCD2-42B8-BBD7-1F6B98E5AF75}" presName="childText" presStyleLbl="conFgAcc1" presStyleIdx="1" presStyleCnt="3">
        <dgm:presLayoutVars>
          <dgm:bulletEnabled val="1"/>
        </dgm:presLayoutVars>
      </dgm:prSet>
      <dgm:spPr/>
    </dgm:pt>
    <dgm:pt modelId="{9035C72D-C1C6-4165-8A0A-984BDC7CEEAF}" type="pres">
      <dgm:prSet presAssocID="{ED2C53DF-4213-4E69-B1BE-07108223321B}" presName="spaceBetweenRectangles" presStyleCnt="0"/>
      <dgm:spPr/>
    </dgm:pt>
    <dgm:pt modelId="{1289C913-1C27-4E02-B5B8-7ED03E42923A}" type="pres">
      <dgm:prSet presAssocID="{B005F350-D4A1-4B22-9BD1-FE3D49BB5BFA}" presName="parentLin" presStyleCnt="0"/>
      <dgm:spPr/>
    </dgm:pt>
    <dgm:pt modelId="{A7FA181E-3FC0-417F-AE06-0E3CDC729E98}" type="pres">
      <dgm:prSet presAssocID="{B005F350-D4A1-4B22-9BD1-FE3D49BB5BFA}" presName="parentLeftMargin" presStyleLbl="node1" presStyleIdx="1" presStyleCnt="3"/>
      <dgm:spPr/>
    </dgm:pt>
    <dgm:pt modelId="{4BA385FF-7553-4CE1-BDB0-73E858BE8D37}" type="pres">
      <dgm:prSet presAssocID="{B005F350-D4A1-4B22-9BD1-FE3D49BB5BFA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F925E7C6-7620-434F-BFE3-1E004B8DC488}" type="pres">
      <dgm:prSet presAssocID="{B005F350-D4A1-4B22-9BD1-FE3D49BB5BFA}" presName="negativeSpace" presStyleCnt="0"/>
      <dgm:spPr/>
    </dgm:pt>
    <dgm:pt modelId="{0B657F8F-AB40-4FB1-BE8A-853D6FA9C13E}" type="pres">
      <dgm:prSet presAssocID="{B005F350-D4A1-4B22-9BD1-FE3D49BB5BFA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A32F6906-B1C2-42E1-BED2-4519EDF53C44}" type="presOf" srcId="{FFD2A84D-4F17-43A3-BE7C-E51903E2BEA9}" destId="{73B91F60-11F1-4C3C-ABC5-086A174B4C1F}" srcOrd="0" destOrd="0" presId="urn:microsoft.com/office/officeart/2005/8/layout/list1"/>
    <dgm:cxn modelId="{4183800C-06BB-43C2-90D3-71262C6504F1}" type="presOf" srcId="{82247271-CA8D-4DDA-AE56-1A1A9E25DE5F}" destId="{0B657F8F-AB40-4FB1-BE8A-853D6FA9C13E}" srcOrd="0" destOrd="0" presId="urn:microsoft.com/office/officeart/2005/8/layout/list1"/>
    <dgm:cxn modelId="{B4F83426-A869-4182-921E-9398A79B5D3B}" type="presOf" srcId="{B005F350-D4A1-4B22-9BD1-FE3D49BB5BFA}" destId="{4BA385FF-7553-4CE1-BDB0-73E858BE8D37}" srcOrd="1" destOrd="0" presId="urn:microsoft.com/office/officeart/2005/8/layout/list1"/>
    <dgm:cxn modelId="{D15D0B30-EF16-4F02-942E-B881106532BC}" type="presOf" srcId="{266C84D9-CCD2-42B8-BBD7-1F6B98E5AF75}" destId="{42E0522B-2FB9-463D-BAEE-1BAF9BDCF75D}" srcOrd="0" destOrd="0" presId="urn:microsoft.com/office/officeart/2005/8/layout/list1"/>
    <dgm:cxn modelId="{90B2793A-6F0C-4BC5-96CF-D928A3ECE4F6}" srcId="{41851A69-939C-4C0B-B553-FB584F233FA4}" destId="{B005F350-D4A1-4B22-9BD1-FE3D49BB5BFA}" srcOrd="2" destOrd="0" parTransId="{33A1A7F8-E2D3-4DAE-BA3D-6F5746E16D69}" sibTransId="{E562A5EC-CA32-4F89-B0D1-ED9D37CC2890}"/>
    <dgm:cxn modelId="{9AD84D5C-B513-4D60-89B0-F71015811152}" type="presOf" srcId="{41851A69-939C-4C0B-B553-FB584F233FA4}" destId="{4A598EE0-E894-48CA-8AD4-81F1969E566C}" srcOrd="0" destOrd="0" presId="urn:microsoft.com/office/officeart/2005/8/layout/list1"/>
    <dgm:cxn modelId="{89190241-9417-42EE-83D7-64A2C0C04B8C}" srcId="{6F132C93-D735-4B9E-A964-652C3520A17E}" destId="{5572D0BE-9286-4D0D-8F3E-0F9D3E38ED0B}" srcOrd="0" destOrd="0" parTransId="{F6F0303B-7608-48AE-B52A-3A8D0C049CFC}" sibTransId="{0984C9F1-C09D-4F73-B169-CD3B3978395B}"/>
    <dgm:cxn modelId="{EF5DDC42-27DB-41BC-8C1D-13F0C552C8BC}" srcId="{B005F350-D4A1-4B22-9BD1-FE3D49BB5BFA}" destId="{D8591299-FD6F-4D0F-99C5-7F0C781F40A3}" srcOrd="1" destOrd="0" parTransId="{D54DF606-7D9A-44C9-9E3C-95844410A428}" sibTransId="{16E6C35F-1AD8-4810-86AE-D18E7D1C354E}"/>
    <dgm:cxn modelId="{6BE60B49-758A-45C2-8BC8-0A9A44850B7F}" type="presOf" srcId="{D8591299-FD6F-4D0F-99C5-7F0C781F40A3}" destId="{0B657F8F-AB40-4FB1-BE8A-853D6FA9C13E}" srcOrd="0" destOrd="1" presId="urn:microsoft.com/office/officeart/2005/8/layout/list1"/>
    <dgm:cxn modelId="{A7FC5D69-8C91-4600-80A5-7A07D8E8BFAD}" type="presOf" srcId="{6F132C93-D735-4B9E-A964-652C3520A17E}" destId="{75F3A015-A682-4149-BC4C-F31EA3A27341}" srcOrd="1" destOrd="0" presId="urn:microsoft.com/office/officeart/2005/8/layout/list1"/>
    <dgm:cxn modelId="{3BECDB69-9AB6-4D0A-A754-3F6D8303770B}" srcId="{41851A69-939C-4C0B-B553-FB584F233FA4}" destId="{6F132C93-D735-4B9E-A964-652C3520A17E}" srcOrd="0" destOrd="0" parTransId="{E082B0D9-2DBD-490E-85A0-2049F7DF9750}" sibTransId="{F4CA9E10-035A-4935-B371-130573E8D272}"/>
    <dgm:cxn modelId="{F2F0114B-B060-4502-8A27-F51D0DD637DA}" srcId="{B005F350-D4A1-4B22-9BD1-FE3D49BB5BFA}" destId="{474DB265-D676-408A-93D4-F7A2FEB13E88}" srcOrd="2" destOrd="0" parTransId="{ED90BB5E-759A-4D59-92A6-EAE11129E0BE}" sibTransId="{3CF39A55-008E-4499-9731-E9477F57109B}"/>
    <dgm:cxn modelId="{5C353C4E-CC2D-482D-871D-BFEF6C30247A}" type="presOf" srcId="{B005F350-D4A1-4B22-9BD1-FE3D49BB5BFA}" destId="{A7FA181E-3FC0-417F-AE06-0E3CDC729E98}" srcOrd="0" destOrd="0" presId="urn:microsoft.com/office/officeart/2005/8/layout/list1"/>
    <dgm:cxn modelId="{7F4E449D-49A2-47A1-A2D6-31060F88E907}" srcId="{41851A69-939C-4C0B-B553-FB584F233FA4}" destId="{266C84D9-CCD2-42B8-BBD7-1F6B98E5AF75}" srcOrd="1" destOrd="0" parTransId="{A5F4CD16-9143-495F-9CEF-8A85CD92AE9A}" sibTransId="{ED2C53DF-4213-4E69-B1BE-07108223321B}"/>
    <dgm:cxn modelId="{75CED9A2-125E-4BE8-966F-3135B8030D6E}" srcId="{B005F350-D4A1-4B22-9BD1-FE3D49BB5BFA}" destId="{82247271-CA8D-4DDA-AE56-1A1A9E25DE5F}" srcOrd="0" destOrd="0" parTransId="{6F2F073C-03C2-4670-9DF6-85A46C7D1B49}" sibTransId="{0DA1D666-3283-4A45-A1C1-7F9C841F261F}"/>
    <dgm:cxn modelId="{EDF12AC5-3690-4590-B576-C9162308CEFD}" srcId="{266C84D9-CCD2-42B8-BBD7-1F6B98E5AF75}" destId="{FFD2A84D-4F17-43A3-BE7C-E51903E2BEA9}" srcOrd="0" destOrd="0" parTransId="{5C299174-184B-42BD-88EA-B09CB2376AB7}" sibTransId="{5B3672FF-2D76-4B46-931F-20CC642AAFE3}"/>
    <dgm:cxn modelId="{5E6BCBD4-4A70-4AE6-86EA-F2704354D12E}" type="presOf" srcId="{266C84D9-CCD2-42B8-BBD7-1F6B98E5AF75}" destId="{1B8D40FC-E5C2-4981-B02B-94F7914E82C5}" srcOrd="1" destOrd="0" presId="urn:microsoft.com/office/officeart/2005/8/layout/list1"/>
    <dgm:cxn modelId="{EFFEB1E0-114F-4D43-9834-32530569B8E9}" type="presOf" srcId="{6F132C93-D735-4B9E-A964-652C3520A17E}" destId="{A4E35C61-732D-48D4-9CBD-A8AD86FF00BF}" srcOrd="0" destOrd="0" presId="urn:microsoft.com/office/officeart/2005/8/layout/list1"/>
    <dgm:cxn modelId="{0FCDA2F3-F86C-4681-88B5-6DFE88359EB1}" type="presOf" srcId="{474DB265-D676-408A-93D4-F7A2FEB13E88}" destId="{0B657F8F-AB40-4FB1-BE8A-853D6FA9C13E}" srcOrd="0" destOrd="2" presId="urn:microsoft.com/office/officeart/2005/8/layout/list1"/>
    <dgm:cxn modelId="{0E78D5F5-C419-4EA6-B74E-EE5119F0776E}" type="presOf" srcId="{5572D0BE-9286-4D0D-8F3E-0F9D3E38ED0B}" destId="{204FC2BA-5E84-4160-B687-4AE9EA283CED}" srcOrd="0" destOrd="0" presId="urn:microsoft.com/office/officeart/2005/8/layout/list1"/>
    <dgm:cxn modelId="{3D3C6866-8DDE-48FF-9FC6-6D66A470DF4E}" type="presParOf" srcId="{4A598EE0-E894-48CA-8AD4-81F1969E566C}" destId="{25639289-674B-4318-B1ED-CCD85476B6FB}" srcOrd="0" destOrd="0" presId="urn:microsoft.com/office/officeart/2005/8/layout/list1"/>
    <dgm:cxn modelId="{B556ED1A-7B30-4C3D-8E3D-EDA546991631}" type="presParOf" srcId="{25639289-674B-4318-B1ED-CCD85476B6FB}" destId="{A4E35C61-732D-48D4-9CBD-A8AD86FF00BF}" srcOrd="0" destOrd="0" presId="urn:microsoft.com/office/officeart/2005/8/layout/list1"/>
    <dgm:cxn modelId="{166EA2AC-8793-4FD0-AA2E-2B1265A92D3B}" type="presParOf" srcId="{25639289-674B-4318-B1ED-CCD85476B6FB}" destId="{75F3A015-A682-4149-BC4C-F31EA3A27341}" srcOrd="1" destOrd="0" presId="urn:microsoft.com/office/officeart/2005/8/layout/list1"/>
    <dgm:cxn modelId="{C225F9CA-FDFD-4567-AA5A-4370EDCBC8A9}" type="presParOf" srcId="{4A598EE0-E894-48CA-8AD4-81F1969E566C}" destId="{FB1938E1-559E-45BB-8428-CA04154081AA}" srcOrd="1" destOrd="0" presId="urn:microsoft.com/office/officeart/2005/8/layout/list1"/>
    <dgm:cxn modelId="{00716E94-32F3-4C1C-B436-54224EB5F08E}" type="presParOf" srcId="{4A598EE0-E894-48CA-8AD4-81F1969E566C}" destId="{204FC2BA-5E84-4160-B687-4AE9EA283CED}" srcOrd="2" destOrd="0" presId="urn:microsoft.com/office/officeart/2005/8/layout/list1"/>
    <dgm:cxn modelId="{88DD1BC1-5C13-4244-AA6B-5D1D92D4DAFB}" type="presParOf" srcId="{4A598EE0-E894-48CA-8AD4-81F1969E566C}" destId="{B65F98B3-2E49-4D13-9E27-01B373D163CB}" srcOrd="3" destOrd="0" presId="urn:microsoft.com/office/officeart/2005/8/layout/list1"/>
    <dgm:cxn modelId="{28613A4A-8EC8-4506-8D27-A2ED82B4C68B}" type="presParOf" srcId="{4A598EE0-E894-48CA-8AD4-81F1969E566C}" destId="{63CC09DE-400F-439B-91F5-EA814E912BCB}" srcOrd="4" destOrd="0" presId="urn:microsoft.com/office/officeart/2005/8/layout/list1"/>
    <dgm:cxn modelId="{3ECE9923-E1DB-48C3-A8B8-C2F0C3586CD7}" type="presParOf" srcId="{63CC09DE-400F-439B-91F5-EA814E912BCB}" destId="{42E0522B-2FB9-463D-BAEE-1BAF9BDCF75D}" srcOrd="0" destOrd="0" presId="urn:microsoft.com/office/officeart/2005/8/layout/list1"/>
    <dgm:cxn modelId="{EC9ADC7F-04CD-4936-A1D0-FC88C6EEB63F}" type="presParOf" srcId="{63CC09DE-400F-439B-91F5-EA814E912BCB}" destId="{1B8D40FC-E5C2-4981-B02B-94F7914E82C5}" srcOrd="1" destOrd="0" presId="urn:microsoft.com/office/officeart/2005/8/layout/list1"/>
    <dgm:cxn modelId="{16846EE6-407E-432C-B2CC-4A6782002B14}" type="presParOf" srcId="{4A598EE0-E894-48CA-8AD4-81F1969E566C}" destId="{BFF0C44D-F2F9-45F9-A399-872B76079959}" srcOrd="5" destOrd="0" presId="urn:microsoft.com/office/officeart/2005/8/layout/list1"/>
    <dgm:cxn modelId="{8BE8F1F8-2CBE-4580-AAF0-804A1345170F}" type="presParOf" srcId="{4A598EE0-E894-48CA-8AD4-81F1969E566C}" destId="{73B91F60-11F1-4C3C-ABC5-086A174B4C1F}" srcOrd="6" destOrd="0" presId="urn:microsoft.com/office/officeart/2005/8/layout/list1"/>
    <dgm:cxn modelId="{8414F7B8-E65D-4532-A3BF-98AC32B52454}" type="presParOf" srcId="{4A598EE0-E894-48CA-8AD4-81F1969E566C}" destId="{9035C72D-C1C6-4165-8A0A-984BDC7CEEAF}" srcOrd="7" destOrd="0" presId="urn:microsoft.com/office/officeart/2005/8/layout/list1"/>
    <dgm:cxn modelId="{68E246FD-4A34-43D5-9D6C-CDAFE17055BA}" type="presParOf" srcId="{4A598EE0-E894-48CA-8AD4-81F1969E566C}" destId="{1289C913-1C27-4E02-B5B8-7ED03E42923A}" srcOrd="8" destOrd="0" presId="urn:microsoft.com/office/officeart/2005/8/layout/list1"/>
    <dgm:cxn modelId="{B7783825-3B43-45A4-91D2-4F952125A022}" type="presParOf" srcId="{1289C913-1C27-4E02-B5B8-7ED03E42923A}" destId="{A7FA181E-3FC0-417F-AE06-0E3CDC729E98}" srcOrd="0" destOrd="0" presId="urn:microsoft.com/office/officeart/2005/8/layout/list1"/>
    <dgm:cxn modelId="{A9D2CCBE-2E40-47F8-A801-B25F5000A5B2}" type="presParOf" srcId="{1289C913-1C27-4E02-B5B8-7ED03E42923A}" destId="{4BA385FF-7553-4CE1-BDB0-73E858BE8D37}" srcOrd="1" destOrd="0" presId="urn:microsoft.com/office/officeart/2005/8/layout/list1"/>
    <dgm:cxn modelId="{C8872AEA-48B8-41EC-BD6E-BD54F31A87BB}" type="presParOf" srcId="{4A598EE0-E894-48CA-8AD4-81F1969E566C}" destId="{F925E7C6-7620-434F-BFE3-1E004B8DC488}" srcOrd="9" destOrd="0" presId="urn:microsoft.com/office/officeart/2005/8/layout/list1"/>
    <dgm:cxn modelId="{694AC2DF-286D-4DA8-8088-A482F7A1001F}" type="presParOf" srcId="{4A598EE0-E894-48CA-8AD4-81F1969E566C}" destId="{0B657F8F-AB40-4FB1-BE8A-853D6FA9C13E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49E651DC-B6DA-428E-B984-9156F5A811CC}" type="doc">
      <dgm:prSet loTypeId="urn:microsoft.com/office/officeart/2005/8/layout/list1" loCatId="list" qsTypeId="urn:microsoft.com/office/officeart/2005/8/quickstyle/simple1" qsCatId="simple" csTypeId="urn:microsoft.com/office/officeart/2005/8/colors/accent0_2" csCatId="mainScheme" phldr="1"/>
      <dgm:spPr/>
      <dgm:t>
        <a:bodyPr/>
        <a:lstStyle/>
        <a:p>
          <a:endParaRPr lang="zh-CN" altLang="en-US"/>
        </a:p>
      </dgm:t>
    </dgm:pt>
    <dgm:pt modelId="{DE70EBEF-3929-4F8B-A8A7-73B310422464}">
      <dgm:prSet phldrT="[文本]"/>
      <dgm:spPr/>
      <dgm:t>
        <a:bodyPr/>
        <a:lstStyle/>
        <a:p>
          <a:r>
            <a:rPr lang="en-US" altLang="en-US"/>
            <a:t>DDL</a:t>
          </a:r>
          <a:r>
            <a:rPr lang="zh-CN" altLang="en-US"/>
            <a:t>数据库定义语言，重点学习</a:t>
          </a:r>
        </a:p>
      </dgm:t>
    </dgm:pt>
    <dgm:pt modelId="{FA8789F8-EA7A-418F-B319-BE883C98F23F}" type="parTrans" cxnId="{B7D060FD-CAE9-4423-A611-3C4A6A0707C4}">
      <dgm:prSet/>
      <dgm:spPr/>
      <dgm:t>
        <a:bodyPr/>
        <a:lstStyle/>
        <a:p>
          <a:endParaRPr lang="zh-CN" altLang="en-US"/>
        </a:p>
      </dgm:t>
    </dgm:pt>
    <dgm:pt modelId="{B8033EE1-AC3B-4D73-ABA6-57E5AA67CFAC}" type="sibTrans" cxnId="{B7D060FD-CAE9-4423-A611-3C4A6A0707C4}">
      <dgm:prSet/>
      <dgm:spPr/>
      <dgm:t>
        <a:bodyPr/>
        <a:lstStyle/>
        <a:p>
          <a:endParaRPr lang="zh-CN" altLang="en-US"/>
        </a:p>
      </dgm:t>
    </dgm:pt>
    <dgm:pt modelId="{B75E6837-6819-4CBD-9949-8AD93169A180}">
      <dgm:prSet/>
      <dgm:spPr/>
      <dgm:t>
        <a:bodyPr/>
        <a:lstStyle/>
        <a:p>
          <a:r>
            <a:rPr lang="en-US" altLang="en-US"/>
            <a:t>DML</a:t>
          </a:r>
          <a:r>
            <a:rPr lang="zh-CN" altLang="en-US"/>
            <a:t>数据操纵语言，重点学习</a:t>
          </a:r>
        </a:p>
      </dgm:t>
    </dgm:pt>
    <dgm:pt modelId="{2E198B70-108D-46A6-BB82-B6A57CD55F4F}" type="parTrans" cxnId="{A629996A-EA8E-4044-835E-3E6E41950137}">
      <dgm:prSet/>
      <dgm:spPr/>
      <dgm:t>
        <a:bodyPr/>
        <a:lstStyle/>
        <a:p>
          <a:endParaRPr lang="zh-CN" altLang="en-US"/>
        </a:p>
      </dgm:t>
    </dgm:pt>
    <dgm:pt modelId="{B33D49EC-5007-4A03-AC7B-9D100DFC135F}" type="sibTrans" cxnId="{A629996A-EA8E-4044-835E-3E6E41950137}">
      <dgm:prSet/>
      <dgm:spPr/>
      <dgm:t>
        <a:bodyPr/>
        <a:lstStyle/>
        <a:p>
          <a:endParaRPr lang="zh-CN" altLang="en-US"/>
        </a:p>
      </dgm:t>
    </dgm:pt>
    <dgm:pt modelId="{68A705E6-2B95-42FF-BB1B-062201DEEAF7}">
      <dgm:prSet/>
      <dgm:spPr/>
      <dgm:t>
        <a:bodyPr/>
        <a:lstStyle/>
        <a:p>
          <a:r>
            <a:rPr lang="en-US" altLang="en-US"/>
            <a:t>DCL</a:t>
          </a:r>
          <a:r>
            <a:rPr lang="zh-CN" altLang="en-US"/>
            <a:t>数据库控制语言，维护系统人员</a:t>
          </a:r>
        </a:p>
      </dgm:t>
    </dgm:pt>
    <dgm:pt modelId="{FAB8DE44-A07C-4864-8FFC-ADE57F1F53B5}" type="parTrans" cxnId="{D68055EB-1A9E-47DB-80FB-307EAD01C31F}">
      <dgm:prSet/>
      <dgm:spPr/>
      <dgm:t>
        <a:bodyPr/>
        <a:lstStyle/>
        <a:p>
          <a:endParaRPr lang="zh-CN" altLang="en-US"/>
        </a:p>
      </dgm:t>
    </dgm:pt>
    <dgm:pt modelId="{B7430492-CF63-414D-B088-EBFEAB725D44}" type="sibTrans" cxnId="{D68055EB-1A9E-47DB-80FB-307EAD01C31F}">
      <dgm:prSet/>
      <dgm:spPr/>
      <dgm:t>
        <a:bodyPr/>
        <a:lstStyle/>
        <a:p>
          <a:endParaRPr lang="zh-CN" altLang="en-US"/>
        </a:p>
      </dgm:t>
    </dgm:pt>
    <dgm:pt modelId="{F98EEBAC-EEC2-4328-B5DC-BA0EFC7A81F7}">
      <dgm:prSet/>
      <dgm:spPr/>
      <dgm:t>
        <a:bodyPr/>
        <a:lstStyle/>
        <a:p>
          <a:r>
            <a:rPr lang="en-US" altLang="en-US"/>
            <a:t>TCL</a:t>
          </a:r>
          <a:r>
            <a:rPr lang="zh-CN" altLang="en-US"/>
            <a:t>事务控制语言，高深</a:t>
          </a:r>
        </a:p>
      </dgm:t>
    </dgm:pt>
    <dgm:pt modelId="{27101F8C-CFF8-44F7-82A8-61674D0F96A0}" type="parTrans" cxnId="{EF2DF5A9-8621-47B3-857C-AFC08EC0B754}">
      <dgm:prSet/>
      <dgm:spPr/>
      <dgm:t>
        <a:bodyPr/>
        <a:lstStyle/>
        <a:p>
          <a:endParaRPr lang="zh-CN" altLang="en-US"/>
        </a:p>
      </dgm:t>
    </dgm:pt>
    <dgm:pt modelId="{BAE6987C-7C1B-44FF-8A28-A97144079AB0}" type="sibTrans" cxnId="{EF2DF5A9-8621-47B3-857C-AFC08EC0B754}">
      <dgm:prSet/>
      <dgm:spPr/>
      <dgm:t>
        <a:bodyPr/>
        <a:lstStyle/>
        <a:p>
          <a:endParaRPr lang="zh-CN" altLang="en-US"/>
        </a:p>
      </dgm:t>
    </dgm:pt>
    <dgm:pt modelId="{87A74002-DA6B-4EFB-AD19-C3A25D66A783}">
      <dgm:prSet phldrT="[文本]"/>
      <dgm:spPr/>
      <dgm:t>
        <a:bodyPr/>
        <a:lstStyle/>
        <a:p>
          <a:r>
            <a:rPr lang="zh-CN" altLang="en-US"/>
            <a:t>创建</a:t>
          </a:r>
        </a:p>
      </dgm:t>
    </dgm:pt>
    <dgm:pt modelId="{82E14887-CD54-40B6-B954-FBE926DF6AFC}" type="parTrans" cxnId="{447D7656-9173-400E-9AF9-85BFC396D507}">
      <dgm:prSet/>
      <dgm:spPr/>
      <dgm:t>
        <a:bodyPr/>
        <a:lstStyle/>
        <a:p>
          <a:endParaRPr lang="zh-CN" altLang="en-US"/>
        </a:p>
      </dgm:t>
    </dgm:pt>
    <dgm:pt modelId="{3AC7BCA3-02DF-4FE5-853D-46420D58FE86}" type="sibTrans" cxnId="{447D7656-9173-400E-9AF9-85BFC396D507}">
      <dgm:prSet/>
      <dgm:spPr/>
      <dgm:t>
        <a:bodyPr/>
        <a:lstStyle/>
        <a:p>
          <a:endParaRPr lang="zh-CN" altLang="en-US"/>
        </a:p>
      </dgm:t>
    </dgm:pt>
    <dgm:pt modelId="{2F5A75C1-3B4B-4D16-B61E-188B6F137800}">
      <dgm:prSet/>
      <dgm:spPr/>
      <dgm:t>
        <a:bodyPr/>
        <a:lstStyle/>
        <a:p>
          <a:r>
            <a:rPr lang="en-US" altLang="zh-CN"/>
            <a:t>CURD</a:t>
          </a:r>
          <a:r>
            <a:rPr lang="zh-CN" altLang="en-US"/>
            <a:t>：增删改查</a:t>
          </a:r>
        </a:p>
      </dgm:t>
    </dgm:pt>
    <dgm:pt modelId="{A1D1C400-4984-44EA-9F60-B134C0B59EA3}" type="parTrans" cxnId="{F40088FB-3907-4C53-A14B-0DB140BA2337}">
      <dgm:prSet/>
      <dgm:spPr/>
      <dgm:t>
        <a:bodyPr/>
        <a:lstStyle/>
        <a:p>
          <a:endParaRPr lang="zh-CN" altLang="en-US"/>
        </a:p>
      </dgm:t>
    </dgm:pt>
    <dgm:pt modelId="{02B705EF-E82D-40B3-8DA9-FC689F56B355}" type="sibTrans" cxnId="{F40088FB-3907-4C53-A14B-0DB140BA2337}">
      <dgm:prSet/>
      <dgm:spPr/>
      <dgm:t>
        <a:bodyPr/>
        <a:lstStyle/>
        <a:p>
          <a:endParaRPr lang="zh-CN" altLang="en-US"/>
        </a:p>
      </dgm:t>
    </dgm:pt>
    <dgm:pt modelId="{CC715900-01E8-441C-8829-0178FE170042}" type="pres">
      <dgm:prSet presAssocID="{49E651DC-B6DA-428E-B984-9156F5A811CC}" presName="linear" presStyleCnt="0">
        <dgm:presLayoutVars>
          <dgm:dir/>
          <dgm:animLvl val="lvl"/>
          <dgm:resizeHandles val="exact"/>
        </dgm:presLayoutVars>
      </dgm:prSet>
      <dgm:spPr/>
    </dgm:pt>
    <dgm:pt modelId="{16B54526-5686-46B5-BA3D-C6B9E4E5BDE6}" type="pres">
      <dgm:prSet presAssocID="{DE70EBEF-3929-4F8B-A8A7-73B310422464}" presName="parentLin" presStyleCnt="0"/>
      <dgm:spPr/>
    </dgm:pt>
    <dgm:pt modelId="{4269147E-EB57-4D5E-A6E7-EB77C45E4BF9}" type="pres">
      <dgm:prSet presAssocID="{DE70EBEF-3929-4F8B-A8A7-73B310422464}" presName="parentLeftMargin" presStyleLbl="node1" presStyleIdx="0" presStyleCnt="4"/>
      <dgm:spPr/>
    </dgm:pt>
    <dgm:pt modelId="{76FFC099-D539-4C1F-B968-51086E3B2084}" type="pres">
      <dgm:prSet presAssocID="{DE70EBEF-3929-4F8B-A8A7-73B310422464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C930F690-E4FB-4122-8DCD-4872FDFA1010}" type="pres">
      <dgm:prSet presAssocID="{DE70EBEF-3929-4F8B-A8A7-73B310422464}" presName="negativeSpace" presStyleCnt="0"/>
      <dgm:spPr/>
    </dgm:pt>
    <dgm:pt modelId="{B0288CE3-3C29-4A19-B616-B432A10FA348}" type="pres">
      <dgm:prSet presAssocID="{DE70EBEF-3929-4F8B-A8A7-73B310422464}" presName="childText" presStyleLbl="conFgAcc1" presStyleIdx="0" presStyleCnt="4">
        <dgm:presLayoutVars>
          <dgm:bulletEnabled val="1"/>
        </dgm:presLayoutVars>
      </dgm:prSet>
      <dgm:spPr/>
    </dgm:pt>
    <dgm:pt modelId="{20537FB6-0721-4F8E-8C93-0C75754FB771}" type="pres">
      <dgm:prSet presAssocID="{B8033EE1-AC3B-4D73-ABA6-57E5AA67CFAC}" presName="spaceBetweenRectangles" presStyleCnt="0"/>
      <dgm:spPr/>
    </dgm:pt>
    <dgm:pt modelId="{FCDB3EC8-96E1-42A1-95BD-437BC5EC8DB2}" type="pres">
      <dgm:prSet presAssocID="{B75E6837-6819-4CBD-9949-8AD93169A180}" presName="parentLin" presStyleCnt="0"/>
      <dgm:spPr/>
    </dgm:pt>
    <dgm:pt modelId="{FCC64EAF-91D8-4070-99C6-5FDBA197782F}" type="pres">
      <dgm:prSet presAssocID="{B75E6837-6819-4CBD-9949-8AD93169A180}" presName="parentLeftMargin" presStyleLbl="node1" presStyleIdx="0" presStyleCnt="4"/>
      <dgm:spPr/>
    </dgm:pt>
    <dgm:pt modelId="{03B27E3A-9676-4987-8647-CD428EEE206D}" type="pres">
      <dgm:prSet presAssocID="{B75E6837-6819-4CBD-9949-8AD93169A180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C613ADA5-7E4B-48CB-8C52-5758CF8F1818}" type="pres">
      <dgm:prSet presAssocID="{B75E6837-6819-4CBD-9949-8AD93169A180}" presName="negativeSpace" presStyleCnt="0"/>
      <dgm:spPr/>
    </dgm:pt>
    <dgm:pt modelId="{9125DC69-755B-46CD-AF60-29E1304964DC}" type="pres">
      <dgm:prSet presAssocID="{B75E6837-6819-4CBD-9949-8AD93169A180}" presName="childText" presStyleLbl="conFgAcc1" presStyleIdx="1" presStyleCnt="4">
        <dgm:presLayoutVars>
          <dgm:bulletEnabled val="1"/>
        </dgm:presLayoutVars>
      </dgm:prSet>
      <dgm:spPr/>
    </dgm:pt>
    <dgm:pt modelId="{125EA32B-095B-42C5-B990-F7BB59AC2FF9}" type="pres">
      <dgm:prSet presAssocID="{B33D49EC-5007-4A03-AC7B-9D100DFC135F}" presName="spaceBetweenRectangles" presStyleCnt="0"/>
      <dgm:spPr/>
    </dgm:pt>
    <dgm:pt modelId="{9689E525-1E3E-4643-905E-853FC0FCA4DE}" type="pres">
      <dgm:prSet presAssocID="{68A705E6-2B95-42FF-BB1B-062201DEEAF7}" presName="parentLin" presStyleCnt="0"/>
      <dgm:spPr/>
    </dgm:pt>
    <dgm:pt modelId="{65F94119-0991-4C10-897D-72C4D940EA9E}" type="pres">
      <dgm:prSet presAssocID="{68A705E6-2B95-42FF-BB1B-062201DEEAF7}" presName="parentLeftMargin" presStyleLbl="node1" presStyleIdx="1" presStyleCnt="4"/>
      <dgm:spPr/>
    </dgm:pt>
    <dgm:pt modelId="{056F1F9A-64DE-45D4-8FB8-DF2318A7159F}" type="pres">
      <dgm:prSet presAssocID="{68A705E6-2B95-42FF-BB1B-062201DEEAF7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D87FD94F-FDAE-4056-8BAB-3C3F24CF5075}" type="pres">
      <dgm:prSet presAssocID="{68A705E6-2B95-42FF-BB1B-062201DEEAF7}" presName="negativeSpace" presStyleCnt="0"/>
      <dgm:spPr/>
    </dgm:pt>
    <dgm:pt modelId="{B557C214-3672-4817-8433-B4430DDD4D41}" type="pres">
      <dgm:prSet presAssocID="{68A705E6-2B95-42FF-BB1B-062201DEEAF7}" presName="childText" presStyleLbl="conFgAcc1" presStyleIdx="2" presStyleCnt="4">
        <dgm:presLayoutVars>
          <dgm:bulletEnabled val="1"/>
        </dgm:presLayoutVars>
      </dgm:prSet>
      <dgm:spPr/>
    </dgm:pt>
    <dgm:pt modelId="{6165977B-DA4B-46C9-B0FC-73A39E9CF1BA}" type="pres">
      <dgm:prSet presAssocID="{B7430492-CF63-414D-B088-EBFEAB725D44}" presName="spaceBetweenRectangles" presStyleCnt="0"/>
      <dgm:spPr/>
    </dgm:pt>
    <dgm:pt modelId="{819F6C78-A83C-46B7-8C49-E9F626B779F0}" type="pres">
      <dgm:prSet presAssocID="{F98EEBAC-EEC2-4328-B5DC-BA0EFC7A81F7}" presName="parentLin" presStyleCnt="0"/>
      <dgm:spPr/>
    </dgm:pt>
    <dgm:pt modelId="{6CB4323C-D85E-46B5-A019-33A8A9ACDCD6}" type="pres">
      <dgm:prSet presAssocID="{F98EEBAC-EEC2-4328-B5DC-BA0EFC7A81F7}" presName="parentLeftMargin" presStyleLbl="node1" presStyleIdx="2" presStyleCnt="4"/>
      <dgm:spPr/>
    </dgm:pt>
    <dgm:pt modelId="{02D9EB82-2182-447A-8CD2-A93CBD4A0B8C}" type="pres">
      <dgm:prSet presAssocID="{F98EEBAC-EEC2-4328-B5DC-BA0EFC7A81F7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BDA152AE-3281-4D61-BDC1-388FED69A0F1}" type="pres">
      <dgm:prSet presAssocID="{F98EEBAC-EEC2-4328-B5DC-BA0EFC7A81F7}" presName="negativeSpace" presStyleCnt="0"/>
      <dgm:spPr/>
    </dgm:pt>
    <dgm:pt modelId="{13DBEF3E-4574-4DED-A11A-1FFE35E5176C}" type="pres">
      <dgm:prSet presAssocID="{F98EEBAC-EEC2-4328-B5DC-BA0EFC7A81F7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A035BE05-231E-4899-96DC-E991FFF20A8F}" type="presOf" srcId="{B75E6837-6819-4CBD-9949-8AD93169A180}" destId="{FCC64EAF-91D8-4070-99C6-5FDBA197782F}" srcOrd="0" destOrd="0" presId="urn:microsoft.com/office/officeart/2005/8/layout/list1"/>
    <dgm:cxn modelId="{33871608-3EC1-44C1-A895-3D8972A04BA8}" type="presOf" srcId="{DE70EBEF-3929-4F8B-A8A7-73B310422464}" destId="{76FFC099-D539-4C1F-B968-51086E3B2084}" srcOrd="1" destOrd="0" presId="urn:microsoft.com/office/officeart/2005/8/layout/list1"/>
    <dgm:cxn modelId="{41A50715-025C-4548-B6BA-7BBE748C16A9}" type="presOf" srcId="{87A74002-DA6B-4EFB-AD19-C3A25D66A783}" destId="{B0288CE3-3C29-4A19-B616-B432A10FA348}" srcOrd="0" destOrd="0" presId="urn:microsoft.com/office/officeart/2005/8/layout/list1"/>
    <dgm:cxn modelId="{4A98782C-4F10-4965-906D-810CAE3013B7}" type="presOf" srcId="{B75E6837-6819-4CBD-9949-8AD93169A180}" destId="{03B27E3A-9676-4987-8647-CD428EEE206D}" srcOrd="1" destOrd="0" presId="urn:microsoft.com/office/officeart/2005/8/layout/list1"/>
    <dgm:cxn modelId="{6CE9C336-F71E-4691-B01A-89258085F6AB}" type="presOf" srcId="{F98EEBAC-EEC2-4328-B5DC-BA0EFC7A81F7}" destId="{02D9EB82-2182-447A-8CD2-A93CBD4A0B8C}" srcOrd="1" destOrd="0" presId="urn:microsoft.com/office/officeart/2005/8/layout/list1"/>
    <dgm:cxn modelId="{4F1E0544-BDBD-4AB6-A2F3-AE3ECAC4DCB1}" type="presOf" srcId="{68A705E6-2B95-42FF-BB1B-062201DEEAF7}" destId="{65F94119-0991-4C10-897D-72C4D940EA9E}" srcOrd="0" destOrd="0" presId="urn:microsoft.com/office/officeart/2005/8/layout/list1"/>
    <dgm:cxn modelId="{A629996A-EA8E-4044-835E-3E6E41950137}" srcId="{49E651DC-B6DA-428E-B984-9156F5A811CC}" destId="{B75E6837-6819-4CBD-9949-8AD93169A180}" srcOrd="1" destOrd="0" parTransId="{2E198B70-108D-46A6-BB82-B6A57CD55F4F}" sibTransId="{B33D49EC-5007-4A03-AC7B-9D100DFC135F}"/>
    <dgm:cxn modelId="{E9FB5B6E-73AA-453F-BC3D-C148F5E0EBD5}" type="presOf" srcId="{DE70EBEF-3929-4F8B-A8A7-73B310422464}" destId="{4269147E-EB57-4D5E-A6E7-EB77C45E4BF9}" srcOrd="0" destOrd="0" presId="urn:microsoft.com/office/officeart/2005/8/layout/list1"/>
    <dgm:cxn modelId="{C537604E-79C0-4C86-BDA1-F8601F6E8301}" type="presOf" srcId="{2F5A75C1-3B4B-4D16-B61E-188B6F137800}" destId="{9125DC69-755B-46CD-AF60-29E1304964DC}" srcOrd="0" destOrd="0" presId="urn:microsoft.com/office/officeart/2005/8/layout/list1"/>
    <dgm:cxn modelId="{447D7656-9173-400E-9AF9-85BFC396D507}" srcId="{DE70EBEF-3929-4F8B-A8A7-73B310422464}" destId="{87A74002-DA6B-4EFB-AD19-C3A25D66A783}" srcOrd="0" destOrd="0" parTransId="{82E14887-CD54-40B6-B954-FBE926DF6AFC}" sibTransId="{3AC7BCA3-02DF-4FE5-853D-46420D58FE86}"/>
    <dgm:cxn modelId="{EF2DF5A9-8621-47B3-857C-AFC08EC0B754}" srcId="{49E651DC-B6DA-428E-B984-9156F5A811CC}" destId="{F98EEBAC-EEC2-4328-B5DC-BA0EFC7A81F7}" srcOrd="3" destOrd="0" parTransId="{27101F8C-CFF8-44F7-82A8-61674D0F96A0}" sibTransId="{BAE6987C-7C1B-44FF-8A28-A97144079AB0}"/>
    <dgm:cxn modelId="{04512EC8-F4F6-46D6-B409-3E2E0E3A01A2}" type="presOf" srcId="{68A705E6-2B95-42FF-BB1B-062201DEEAF7}" destId="{056F1F9A-64DE-45D4-8FB8-DF2318A7159F}" srcOrd="1" destOrd="0" presId="urn:microsoft.com/office/officeart/2005/8/layout/list1"/>
    <dgm:cxn modelId="{37977DDA-0EDE-4C1C-AC34-7C8BB4243BBE}" type="presOf" srcId="{F98EEBAC-EEC2-4328-B5DC-BA0EFC7A81F7}" destId="{6CB4323C-D85E-46B5-A019-33A8A9ACDCD6}" srcOrd="0" destOrd="0" presId="urn:microsoft.com/office/officeart/2005/8/layout/list1"/>
    <dgm:cxn modelId="{196B52EA-FFBB-4776-A533-BCFA8AC8C1D9}" type="presOf" srcId="{49E651DC-B6DA-428E-B984-9156F5A811CC}" destId="{CC715900-01E8-441C-8829-0178FE170042}" srcOrd="0" destOrd="0" presId="urn:microsoft.com/office/officeart/2005/8/layout/list1"/>
    <dgm:cxn modelId="{D68055EB-1A9E-47DB-80FB-307EAD01C31F}" srcId="{49E651DC-B6DA-428E-B984-9156F5A811CC}" destId="{68A705E6-2B95-42FF-BB1B-062201DEEAF7}" srcOrd="2" destOrd="0" parTransId="{FAB8DE44-A07C-4864-8FFC-ADE57F1F53B5}" sibTransId="{B7430492-CF63-414D-B088-EBFEAB725D44}"/>
    <dgm:cxn modelId="{F40088FB-3907-4C53-A14B-0DB140BA2337}" srcId="{B75E6837-6819-4CBD-9949-8AD93169A180}" destId="{2F5A75C1-3B4B-4D16-B61E-188B6F137800}" srcOrd="0" destOrd="0" parTransId="{A1D1C400-4984-44EA-9F60-B134C0B59EA3}" sibTransId="{02B705EF-E82D-40B3-8DA9-FC689F56B355}"/>
    <dgm:cxn modelId="{B7D060FD-CAE9-4423-A611-3C4A6A0707C4}" srcId="{49E651DC-B6DA-428E-B984-9156F5A811CC}" destId="{DE70EBEF-3929-4F8B-A8A7-73B310422464}" srcOrd="0" destOrd="0" parTransId="{FA8789F8-EA7A-418F-B319-BE883C98F23F}" sibTransId="{B8033EE1-AC3B-4D73-ABA6-57E5AA67CFAC}"/>
    <dgm:cxn modelId="{9FD53016-C1CB-49A4-8078-EC6CB69F58C1}" type="presParOf" srcId="{CC715900-01E8-441C-8829-0178FE170042}" destId="{16B54526-5686-46B5-BA3D-C6B9E4E5BDE6}" srcOrd="0" destOrd="0" presId="urn:microsoft.com/office/officeart/2005/8/layout/list1"/>
    <dgm:cxn modelId="{526FF0AE-E6B1-4D5A-AB84-3D3E1D1AD75F}" type="presParOf" srcId="{16B54526-5686-46B5-BA3D-C6B9E4E5BDE6}" destId="{4269147E-EB57-4D5E-A6E7-EB77C45E4BF9}" srcOrd="0" destOrd="0" presId="urn:microsoft.com/office/officeart/2005/8/layout/list1"/>
    <dgm:cxn modelId="{83673224-34D8-4708-88FC-D014D6DC18D7}" type="presParOf" srcId="{16B54526-5686-46B5-BA3D-C6B9E4E5BDE6}" destId="{76FFC099-D539-4C1F-B968-51086E3B2084}" srcOrd="1" destOrd="0" presId="urn:microsoft.com/office/officeart/2005/8/layout/list1"/>
    <dgm:cxn modelId="{85FE5071-1200-43F2-AE57-C857328D3F64}" type="presParOf" srcId="{CC715900-01E8-441C-8829-0178FE170042}" destId="{C930F690-E4FB-4122-8DCD-4872FDFA1010}" srcOrd="1" destOrd="0" presId="urn:microsoft.com/office/officeart/2005/8/layout/list1"/>
    <dgm:cxn modelId="{E61C6A10-D35F-4E26-910E-8CF85CF7B305}" type="presParOf" srcId="{CC715900-01E8-441C-8829-0178FE170042}" destId="{B0288CE3-3C29-4A19-B616-B432A10FA348}" srcOrd="2" destOrd="0" presId="urn:microsoft.com/office/officeart/2005/8/layout/list1"/>
    <dgm:cxn modelId="{E353E561-FB47-45BA-9576-1BC37856D1F1}" type="presParOf" srcId="{CC715900-01E8-441C-8829-0178FE170042}" destId="{20537FB6-0721-4F8E-8C93-0C75754FB771}" srcOrd="3" destOrd="0" presId="urn:microsoft.com/office/officeart/2005/8/layout/list1"/>
    <dgm:cxn modelId="{B073D7EB-3B46-4B42-909F-F7E4540AC794}" type="presParOf" srcId="{CC715900-01E8-441C-8829-0178FE170042}" destId="{FCDB3EC8-96E1-42A1-95BD-437BC5EC8DB2}" srcOrd="4" destOrd="0" presId="urn:microsoft.com/office/officeart/2005/8/layout/list1"/>
    <dgm:cxn modelId="{205A17B7-ED00-46F3-9874-9D65A75CD683}" type="presParOf" srcId="{FCDB3EC8-96E1-42A1-95BD-437BC5EC8DB2}" destId="{FCC64EAF-91D8-4070-99C6-5FDBA197782F}" srcOrd="0" destOrd="0" presId="urn:microsoft.com/office/officeart/2005/8/layout/list1"/>
    <dgm:cxn modelId="{CC32EF99-8663-4B1B-8CC9-F66D02557D84}" type="presParOf" srcId="{FCDB3EC8-96E1-42A1-95BD-437BC5EC8DB2}" destId="{03B27E3A-9676-4987-8647-CD428EEE206D}" srcOrd="1" destOrd="0" presId="urn:microsoft.com/office/officeart/2005/8/layout/list1"/>
    <dgm:cxn modelId="{EBB5B789-E708-4EE4-AD2B-9D4CC35666B2}" type="presParOf" srcId="{CC715900-01E8-441C-8829-0178FE170042}" destId="{C613ADA5-7E4B-48CB-8C52-5758CF8F1818}" srcOrd="5" destOrd="0" presId="urn:microsoft.com/office/officeart/2005/8/layout/list1"/>
    <dgm:cxn modelId="{E927000D-A9E9-46B1-A44F-659DF90827B2}" type="presParOf" srcId="{CC715900-01E8-441C-8829-0178FE170042}" destId="{9125DC69-755B-46CD-AF60-29E1304964DC}" srcOrd="6" destOrd="0" presId="urn:microsoft.com/office/officeart/2005/8/layout/list1"/>
    <dgm:cxn modelId="{6B6B3DD0-F9D3-4BBC-BB37-D7837713DE3E}" type="presParOf" srcId="{CC715900-01E8-441C-8829-0178FE170042}" destId="{125EA32B-095B-42C5-B990-F7BB59AC2FF9}" srcOrd="7" destOrd="0" presId="urn:microsoft.com/office/officeart/2005/8/layout/list1"/>
    <dgm:cxn modelId="{7406DA8E-7A63-4D5F-8F9A-F63339ABE24A}" type="presParOf" srcId="{CC715900-01E8-441C-8829-0178FE170042}" destId="{9689E525-1E3E-4643-905E-853FC0FCA4DE}" srcOrd="8" destOrd="0" presId="urn:microsoft.com/office/officeart/2005/8/layout/list1"/>
    <dgm:cxn modelId="{707D85DF-EBD9-46D3-A759-A7C7FAEAE2C4}" type="presParOf" srcId="{9689E525-1E3E-4643-905E-853FC0FCA4DE}" destId="{65F94119-0991-4C10-897D-72C4D940EA9E}" srcOrd="0" destOrd="0" presId="urn:microsoft.com/office/officeart/2005/8/layout/list1"/>
    <dgm:cxn modelId="{64116443-BD2D-4D3E-BA8D-C6E5FA2218B4}" type="presParOf" srcId="{9689E525-1E3E-4643-905E-853FC0FCA4DE}" destId="{056F1F9A-64DE-45D4-8FB8-DF2318A7159F}" srcOrd="1" destOrd="0" presId="urn:microsoft.com/office/officeart/2005/8/layout/list1"/>
    <dgm:cxn modelId="{044F852B-FF86-4DAA-A290-8A25CD3B0F21}" type="presParOf" srcId="{CC715900-01E8-441C-8829-0178FE170042}" destId="{D87FD94F-FDAE-4056-8BAB-3C3F24CF5075}" srcOrd="9" destOrd="0" presId="urn:microsoft.com/office/officeart/2005/8/layout/list1"/>
    <dgm:cxn modelId="{09912C31-F2BF-47E1-AC47-B81DACFC7EC2}" type="presParOf" srcId="{CC715900-01E8-441C-8829-0178FE170042}" destId="{B557C214-3672-4817-8433-B4430DDD4D41}" srcOrd="10" destOrd="0" presId="urn:microsoft.com/office/officeart/2005/8/layout/list1"/>
    <dgm:cxn modelId="{2DBBE762-F8A5-4BE0-8BDA-D28896E4C220}" type="presParOf" srcId="{CC715900-01E8-441C-8829-0178FE170042}" destId="{6165977B-DA4B-46C9-B0FC-73A39E9CF1BA}" srcOrd="11" destOrd="0" presId="urn:microsoft.com/office/officeart/2005/8/layout/list1"/>
    <dgm:cxn modelId="{9F8DE8E6-443A-437A-8A06-113575B66EC7}" type="presParOf" srcId="{CC715900-01E8-441C-8829-0178FE170042}" destId="{819F6C78-A83C-46B7-8C49-E9F626B779F0}" srcOrd="12" destOrd="0" presId="urn:microsoft.com/office/officeart/2005/8/layout/list1"/>
    <dgm:cxn modelId="{656FFD0A-F402-4557-B08A-CE63C09DECEE}" type="presParOf" srcId="{819F6C78-A83C-46B7-8C49-E9F626B779F0}" destId="{6CB4323C-D85E-46B5-A019-33A8A9ACDCD6}" srcOrd="0" destOrd="0" presId="urn:microsoft.com/office/officeart/2005/8/layout/list1"/>
    <dgm:cxn modelId="{4DB18A23-1A68-4D11-A287-A3E5E0608A57}" type="presParOf" srcId="{819F6C78-A83C-46B7-8C49-E9F626B779F0}" destId="{02D9EB82-2182-447A-8CD2-A93CBD4A0B8C}" srcOrd="1" destOrd="0" presId="urn:microsoft.com/office/officeart/2005/8/layout/list1"/>
    <dgm:cxn modelId="{FF2EDF0C-237D-4629-8E8F-854319EF11F1}" type="presParOf" srcId="{CC715900-01E8-441C-8829-0178FE170042}" destId="{BDA152AE-3281-4D61-BDC1-388FED69A0F1}" srcOrd="13" destOrd="0" presId="urn:microsoft.com/office/officeart/2005/8/layout/list1"/>
    <dgm:cxn modelId="{616316BE-7B87-4729-AFBA-8A2F6AB4D7CD}" type="presParOf" srcId="{CC715900-01E8-441C-8829-0178FE170042}" destId="{13DBEF3E-4574-4DED-A11A-1FFE35E5176C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F14B906E-D379-4E9C-89C0-88BD0F48AF54}" type="doc">
      <dgm:prSet loTypeId="urn:microsoft.com/office/officeart/2005/8/layout/list1" loCatId="list" qsTypeId="urn:microsoft.com/office/officeart/2005/8/quickstyle/simple1" qsCatId="simple" csTypeId="urn:microsoft.com/office/officeart/2005/8/colors/accent5_2" csCatId="accent5" phldr="1"/>
      <dgm:spPr/>
      <dgm:t>
        <a:bodyPr/>
        <a:lstStyle/>
        <a:p>
          <a:endParaRPr lang="zh-CN" altLang="en-US"/>
        </a:p>
      </dgm:t>
    </dgm:pt>
    <dgm:pt modelId="{CC88DB2A-BB28-43B5-B008-AD573EA3CF79}">
      <dgm:prSet phldrT="[文本]"/>
      <dgm:spPr/>
      <dgm:t>
        <a:bodyPr/>
        <a:lstStyle/>
        <a:p>
          <a:r>
            <a:rPr lang="en-US" altLang="en-US"/>
            <a:t>bin</a:t>
          </a:r>
          <a:r>
            <a:rPr lang="zh-CN" altLang="en-US"/>
            <a:t>：二进制的执行文件</a:t>
          </a:r>
        </a:p>
      </dgm:t>
    </dgm:pt>
    <dgm:pt modelId="{83F8D22C-EE76-44DE-ACD4-0B2B9473EE12}" type="parTrans" cxnId="{64BE2A47-FA72-449E-B8A5-138143AE34C9}">
      <dgm:prSet/>
      <dgm:spPr/>
      <dgm:t>
        <a:bodyPr/>
        <a:lstStyle/>
        <a:p>
          <a:endParaRPr lang="zh-CN" altLang="en-US"/>
        </a:p>
      </dgm:t>
    </dgm:pt>
    <dgm:pt modelId="{209B0164-15BF-418D-8587-5FD5CCF5C9EA}" type="sibTrans" cxnId="{64BE2A47-FA72-449E-B8A5-138143AE34C9}">
      <dgm:prSet/>
      <dgm:spPr/>
      <dgm:t>
        <a:bodyPr/>
        <a:lstStyle/>
        <a:p>
          <a:endParaRPr lang="zh-CN" altLang="en-US"/>
        </a:p>
      </dgm:t>
    </dgm:pt>
    <dgm:pt modelId="{A92EB190-602A-4977-9ADC-849C2073B1D0}">
      <dgm:prSet/>
      <dgm:spPr/>
      <dgm:t>
        <a:bodyPr/>
        <a:lstStyle/>
        <a:p>
          <a:r>
            <a:rPr lang="en-US" altLang="en-US"/>
            <a:t>mysqld.exe</a:t>
          </a:r>
          <a:r>
            <a:rPr lang="zh-CN" altLang="en-US"/>
            <a:t>：</a:t>
          </a:r>
          <a:r>
            <a:rPr lang="en-US" altLang="en-US"/>
            <a:t>mysql</a:t>
          </a:r>
          <a:r>
            <a:rPr lang="zh-CN" altLang="en-US"/>
            <a:t>的服务</a:t>
          </a:r>
        </a:p>
      </dgm:t>
    </dgm:pt>
    <dgm:pt modelId="{FC5370E1-9D44-4C3D-8E5A-852B9FA492D7}" type="parTrans" cxnId="{3494B9A2-E477-4FB2-B2B1-52E7D14798D0}">
      <dgm:prSet/>
      <dgm:spPr/>
      <dgm:t>
        <a:bodyPr/>
        <a:lstStyle/>
        <a:p>
          <a:endParaRPr lang="zh-CN" altLang="en-US"/>
        </a:p>
      </dgm:t>
    </dgm:pt>
    <dgm:pt modelId="{BF5819DB-38FD-4E46-9500-E9CCAF9A97E6}" type="sibTrans" cxnId="{3494B9A2-E477-4FB2-B2B1-52E7D14798D0}">
      <dgm:prSet/>
      <dgm:spPr/>
      <dgm:t>
        <a:bodyPr/>
        <a:lstStyle/>
        <a:p>
          <a:endParaRPr lang="zh-CN" altLang="en-US"/>
        </a:p>
      </dgm:t>
    </dgm:pt>
    <dgm:pt modelId="{145F907D-D18A-4BEB-AD9C-3CF46A0ED3C6}">
      <dgm:prSet/>
      <dgm:spPr/>
      <dgm:t>
        <a:bodyPr/>
        <a:lstStyle/>
        <a:p>
          <a:r>
            <a:rPr lang="en-US" altLang="en-US"/>
            <a:t>mysql.exe</a:t>
          </a:r>
          <a:r>
            <a:rPr lang="zh-CN" altLang="en-US"/>
            <a:t>：访问</a:t>
          </a:r>
          <a:r>
            <a:rPr lang="en-US" altLang="en-US"/>
            <a:t>mysql</a:t>
          </a:r>
          <a:r>
            <a:rPr lang="zh-CN" altLang="en-US"/>
            <a:t>服务器的客户端，</a:t>
          </a:r>
          <a:r>
            <a:rPr lang="en-US" altLang="en-US"/>
            <a:t>c/s</a:t>
          </a:r>
          <a:r>
            <a:rPr lang="zh-CN" altLang="en-US"/>
            <a:t>结构</a:t>
          </a:r>
        </a:p>
      </dgm:t>
    </dgm:pt>
    <dgm:pt modelId="{F21CE730-8A87-4411-85E1-77B125B1F3A4}" type="parTrans" cxnId="{784D92F5-3A4E-4280-A42E-C971223418F5}">
      <dgm:prSet/>
      <dgm:spPr/>
      <dgm:t>
        <a:bodyPr/>
        <a:lstStyle/>
        <a:p>
          <a:endParaRPr lang="zh-CN" altLang="en-US"/>
        </a:p>
      </dgm:t>
    </dgm:pt>
    <dgm:pt modelId="{783ADAC7-7258-470F-9D78-D592C30413DB}" type="sibTrans" cxnId="{784D92F5-3A4E-4280-A42E-C971223418F5}">
      <dgm:prSet/>
      <dgm:spPr/>
      <dgm:t>
        <a:bodyPr/>
        <a:lstStyle/>
        <a:p>
          <a:endParaRPr lang="zh-CN" altLang="en-US"/>
        </a:p>
      </dgm:t>
    </dgm:pt>
    <dgm:pt modelId="{451360BA-6574-4468-97F3-992498CE2220}">
      <dgm:prSet/>
      <dgm:spPr/>
      <dgm:t>
        <a:bodyPr/>
        <a:lstStyle/>
        <a:p>
          <a:r>
            <a:rPr lang="en-US" altLang="en-US"/>
            <a:t>mysqldump.exe</a:t>
          </a:r>
          <a:r>
            <a:rPr lang="zh-CN" altLang="en-US"/>
            <a:t>：备份软件的客户端</a:t>
          </a:r>
        </a:p>
      </dgm:t>
    </dgm:pt>
    <dgm:pt modelId="{E57F5F2D-EE37-46C7-8929-080C41013542}" type="parTrans" cxnId="{0B2C1AF1-BB4E-49DB-B894-2E946D04135B}">
      <dgm:prSet/>
      <dgm:spPr/>
      <dgm:t>
        <a:bodyPr/>
        <a:lstStyle/>
        <a:p>
          <a:endParaRPr lang="zh-CN" altLang="en-US"/>
        </a:p>
      </dgm:t>
    </dgm:pt>
    <dgm:pt modelId="{A0DF3963-9061-4C3A-928A-F27D3AE2D197}" type="sibTrans" cxnId="{0B2C1AF1-BB4E-49DB-B894-2E946D04135B}">
      <dgm:prSet/>
      <dgm:spPr/>
      <dgm:t>
        <a:bodyPr/>
        <a:lstStyle/>
        <a:p>
          <a:endParaRPr lang="zh-CN" altLang="en-US"/>
        </a:p>
      </dgm:t>
    </dgm:pt>
    <dgm:pt modelId="{20DE9BF3-5022-44F5-B399-1CEB6023CD98}">
      <dgm:prSet/>
      <dgm:spPr/>
      <dgm:t>
        <a:bodyPr/>
        <a:lstStyle/>
        <a:p>
          <a:r>
            <a:rPr lang="en-US" altLang="en-US"/>
            <a:t>data</a:t>
          </a:r>
          <a:r>
            <a:rPr lang="zh-CN" altLang="en-US"/>
            <a:t>：数据存储文件夹</a:t>
          </a:r>
        </a:p>
      </dgm:t>
    </dgm:pt>
    <dgm:pt modelId="{D7890CA4-B81C-4F13-872F-8F49BDA4A1EA}" type="parTrans" cxnId="{7E8C326C-9B08-4EE4-92CC-05F2B8E7BA4B}">
      <dgm:prSet/>
      <dgm:spPr/>
      <dgm:t>
        <a:bodyPr/>
        <a:lstStyle/>
        <a:p>
          <a:endParaRPr lang="zh-CN" altLang="en-US"/>
        </a:p>
      </dgm:t>
    </dgm:pt>
    <dgm:pt modelId="{92146BDB-C319-402C-B922-7D5216FF28EC}" type="sibTrans" cxnId="{7E8C326C-9B08-4EE4-92CC-05F2B8E7BA4B}">
      <dgm:prSet/>
      <dgm:spPr/>
      <dgm:t>
        <a:bodyPr/>
        <a:lstStyle/>
        <a:p>
          <a:endParaRPr lang="zh-CN" altLang="en-US"/>
        </a:p>
      </dgm:t>
    </dgm:pt>
    <dgm:pt modelId="{B06EDE9F-3554-4422-B350-946F16336563}">
      <dgm:prSet/>
      <dgm:spPr/>
      <dgm:t>
        <a:bodyPr/>
        <a:lstStyle/>
        <a:p>
          <a:r>
            <a:rPr lang="en-US" altLang="en-US"/>
            <a:t>lib</a:t>
          </a:r>
          <a:r>
            <a:rPr lang="zh-CN" altLang="en-US"/>
            <a:t>：核心文件夹</a:t>
          </a:r>
        </a:p>
      </dgm:t>
    </dgm:pt>
    <dgm:pt modelId="{69A64068-F67A-4B10-9C4A-3605A99912FF}" type="parTrans" cxnId="{CCAD5842-39CC-4CCB-A0A4-A638D37C56D0}">
      <dgm:prSet/>
      <dgm:spPr/>
      <dgm:t>
        <a:bodyPr/>
        <a:lstStyle/>
        <a:p>
          <a:endParaRPr lang="zh-CN" altLang="en-US"/>
        </a:p>
      </dgm:t>
    </dgm:pt>
    <dgm:pt modelId="{AAB512D1-BFE7-47F5-91B9-962B5E3E0776}" type="sibTrans" cxnId="{CCAD5842-39CC-4CCB-A0A4-A638D37C56D0}">
      <dgm:prSet/>
      <dgm:spPr/>
      <dgm:t>
        <a:bodyPr/>
        <a:lstStyle/>
        <a:p>
          <a:endParaRPr lang="zh-CN" altLang="en-US"/>
        </a:p>
      </dgm:t>
    </dgm:pt>
    <dgm:pt modelId="{C4B1E90C-3969-4226-9F92-8F6D51227CE4}">
      <dgm:prSet/>
      <dgm:spPr/>
      <dgm:t>
        <a:bodyPr/>
        <a:lstStyle/>
        <a:p>
          <a:r>
            <a:rPr lang="en-US" altLang="en-US"/>
            <a:t>my.ini</a:t>
          </a:r>
          <a:r>
            <a:rPr lang="zh-CN" altLang="en-US"/>
            <a:t>：配置文件</a:t>
          </a:r>
        </a:p>
      </dgm:t>
    </dgm:pt>
    <dgm:pt modelId="{A36DBBBD-DFCE-4142-AC9F-6D0D9346E11A}" type="parTrans" cxnId="{BEE32F46-EA7F-48A8-888E-7D0CA776537E}">
      <dgm:prSet/>
      <dgm:spPr/>
      <dgm:t>
        <a:bodyPr/>
        <a:lstStyle/>
        <a:p>
          <a:endParaRPr lang="zh-CN" altLang="en-US"/>
        </a:p>
      </dgm:t>
    </dgm:pt>
    <dgm:pt modelId="{B9E0FF93-516A-4166-8815-896BD6D132FC}" type="sibTrans" cxnId="{BEE32F46-EA7F-48A8-888E-7D0CA776537E}">
      <dgm:prSet/>
      <dgm:spPr/>
      <dgm:t>
        <a:bodyPr/>
        <a:lstStyle/>
        <a:p>
          <a:endParaRPr lang="zh-CN" altLang="en-US"/>
        </a:p>
      </dgm:t>
    </dgm:pt>
    <dgm:pt modelId="{B41172B1-EF64-47EE-AC1F-8AA3D3EDDE01}" type="pres">
      <dgm:prSet presAssocID="{F14B906E-D379-4E9C-89C0-88BD0F48AF54}" presName="linear" presStyleCnt="0">
        <dgm:presLayoutVars>
          <dgm:dir/>
          <dgm:animLvl val="lvl"/>
          <dgm:resizeHandles val="exact"/>
        </dgm:presLayoutVars>
      </dgm:prSet>
      <dgm:spPr/>
    </dgm:pt>
    <dgm:pt modelId="{68ED05A2-B040-48F0-B81F-255EEB644116}" type="pres">
      <dgm:prSet presAssocID="{CC88DB2A-BB28-43B5-B008-AD573EA3CF79}" presName="parentLin" presStyleCnt="0"/>
      <dgm:spPr/>
    </dgm:pt>
    <dgm:pt modelId="{945A23F1-5B18-435A-B08F-0F2999F507E9}" type="pres">
      <dgm:prSet presAssocID="{CC88DB2A-BB28-43B5-B008-AD573EA3CF79}" presName="parentLeftMargin" presStyleLbl="node1" presStyleIdx="0" presStyleCnt="4"/>
      <dgm:spPr/>
    </dgm:pt>
    <dgm:pt modelId="{DF9C32E1-2818-40C4-87E3-DB5324FD5415}" type="pres">
      <dgm:prSet presAssocID="{CC88DB2A-BB28-43B5-B008-AD573EA3CF79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C439C7F1-F96A-4362-A285-5B8C9709601E}" type="pres">
      <dgm:prSet presAssocID="{CC88DB2A-BB28-43B5-B008-AD573EA3CF79}" presName="negativeSpace" presStyleCnt="0"/>
      <dgm:spPr/>
    </dgm:pt>
    <dgm:pt modelId="{D4E508F0-E4AC-482D-936C-C33C7946A461}" type="pres">
      <dgm:prSet presAssocID="{CC88DB2A-BB28-43B5-B008-AD573EA3CF79}" presName="childText" presStyleLbl="conFgAcc1" presStyleIdx="0" presStyleCnt="4">
        <dgm:presLayoutVars>
          <dgm:bulletEnabled val="1"/>
        </dgm:presLayoutVars>
      </dgm:prSet>
      <dgm:spPr/>
    </dgm:pt>
    <dgm:pt modelId="{5B074ABC-DBC4-45DD-9162-B8851E2D9959}" type="pres">
      <dgm:prSet presAssocID="{209B0164-15BF-418D-8587-5FD5CCF5C9EA}" presName="spaceBetweenRectangles" presStyleCnt="0"/>
      <dgm:spPr/>
    </dgm:pt>
    <dgm:pt modelId="{77EF859F-9A97-4D81-A201-B18BD747A12C}" type="pres">
      <dgm:prSet presAssocID="{20DE9BF3-5022-44F5-B399-1CEB6023CD98}" presName="parentLin" presStyleCnt="0"/>
      <dgm:spPr/>
    </dgm:pt>
    <dgm:pt modelId="{861F9095-6606-4490-A887-599C9C2BF943}" type="pres">
      <dgm:prSet presAssocID="{20DE9BF3-5022-44F5-B399-1CEB6023CD98}" presName="parentLeftMargin" presStyleLbl="node1" presStyleIdx="0" presStyleCnt="4"/>
      <dgm:spPr/>
    </dgm:pt>
    <dgm:pt modelId="{4E3F1A55-393C-465E-8388-3150699BA2F7}" type="pres">
      <dgm:prSet presAssocID="{20DE9BF3-5022-44F5-B399-1CEB6023CD98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8919EBEF-4F13-4D7A-AD53-78BD056ADF8A}" type="pres">
      <dgm:prSet presAssocID="{20DE9BF3-5022-44F5-B399-1CEB6023CD98}" presName="negativeSpace" presStyleCnt="0"/>
      <dgm:spPr/>
    </dgm:pt>
    <dgm:pt modelId="{04B76D15-E0E9-4C09-BEEF-BD390F5C9394}" type="pres">
      <dgm:prSet presAssocID="{20DE9BF3-5022-44F5-B399-1CEB6023CD98}" presName="childText" presStyleLbl="conFgAcc1" presStyleIdx="1" presStyleCnt="4">
        <dgm:presLayoutVars>
          <dgm:bulletEnabled val="1"/>
        </dgm:presLayoutVars>
      </dgm:prSet>
      <dgm:spPr/>
    </dgm:pt>
    <dgm:pt modelId="{371A6E18-A4B3-427C-8C7C-B140FDA82D6E}" type="pres">
      <dgm:prSet presAssocID="{92146BDB-C319-402C-B922-7D5216FF28EC}" presName="spaceBetweenRectangles" presStyleCnt="0"/>
      <dgm:spPr/>
    </dgm:pt>
    <dgm:pt modelId="{D79B8449-4157-46FB-9F5A-EBEE492E513C}" type="pres">
      <dgm:prSet presAssocID="{B06EDE9F-3554-4422-B350-946F16336563}" presName="parentLin" presStyleCnt="0"/>
      <dgm:spPr/>
    </dgm:pt>
    <dgm:pt modelId="{0A04792D-D229-4246-A6DF-A93DF01F2205}" type="pres">
      <dgm:prSet presAssocID="{B06EDE9F-3554-4422-B350-946F16336563}" presName="parentLeftMargin" presStyleLbl="node1" presStyleIdx="1" presStyleCnt="4"/>
      <dgm:spPr/>
    </dgm:pt>
    <dgm:pt modelId="{BC7FCA83-7BBD-4675-90FE-71C234635F5A}" type="pres">
      <dgm:prSet presAssocID="{B06EDE9F-3554-4422-B350-946F16336563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5F9BCAFD-2291-473A-A096-88643ED46564}" type="pres">
      <dgm:prSet presAssocID="{B06EDE9F-3554-4422-B350-946F16336563}" presName="negativeSpace" presStyleCnt="0"/>
      <dgm:spPr/>
    </dgm:pt>
    <dgm:pt modelId="{A02396D2-7699-4BAE-98B3-16A2C1D3CF24}" type="pres">
      <dgm:prSet presAssocID="{B06EDE9F-3554-4422-B350-946F16336563}" presName="childText" presStyleLbl="conFgAcc1" presStyleIdx="2" presStyleCnt="4">
        <dgm:presLayoutVars>
          <dgm:bulletEnabled val="1"/>
        </dgm:presLayoutVars>
      </dgm:prSet>
      <dgm:spPr/>
    </dgm:pt>
    <dgm:pt modelId="{F39BF89D-C36B-44AA-9E80-6C0D2D4C6E69}" type="pres">
      <dgm:prSet presAssocID="{AAB512D1-BFE7-47F5-91B9-962B5E3E0776}" presName="spaceBetweenRectangles" presStyleCnt="0"/>
      <dgm:spPr/>
    </dgm:pt>
    <dgm:pt modelId="{36BB84BE-69D9-4070-9CAA-A79F80B51EB7}" type="pres">
      <dgm:prSet presAssocID="{C4B1E90C-3969-4226-9F92-8F6D51227CE4}" presName="parentLin" presStyleCnt="0"/>
      <dgm:spPr/>
    </dgm:pt>
    <dgm:pt modelId="{1EBCB00B-4463-4315-9498-50D25E863F06}" type="pres">
      <dgm:prSet presAssocID="{C4B1E90C-3969-4226-9F92-8F6D51227CE4}" presName="parentLeftMargin" presStyleLbl="node1" presStyleIdx="2" presStyleCnt="4"/>
      <dgm:spPr/>
    </dgm:pt>
    <dgm:pt modelId="{50DC3EC8-2F80-41D7-9932-B9A570D96859}" type="pres">
      <dgm:prSet presAssocID="{C4B1E90C-3969-4226-9F92-8F6D51227CE4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82851C33-195A-4875-ABE5-F6155ACEE591}" type="pres">
      <dgm:prSet presAssocID="{C4B1E90C-3969-4226-9F92-8F6D51227CE4}" presName="negativeSpace" presStyleCnt="0"/>
      <dgm:spPr/>
    </dgm:pt>
    <dgm:pt modelId="{C45256E2-F458-42B9-9757-056AEF8EAF23}" type="pres">
      <dgm:prSet presAssocID="{C4B1E90C-3969-4226-9F92-8F6D51227CE4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D6EF9625-B7EB-4393-9F9A-C1933CBCCF2E}" type="presOf" srcId="{F14B906E-D379-4E9C-89C0-88BD0F48AF54}" destId="{B41172B1-EF64-47EE-AC1F-8AA3D3EDDE01}" srcOrd="0" destOrd="0" presId="urn:microsoft.com/office/officeart/2005/8/layout/list1"/>
    <dgm:cxn modelId="{FBA3712B-CF89-43DF-8E0F-65B747F200BF}" type="presOf" srcId="{C4B1E90C-3969-4226-9F92-8F6D51227CE4}" destId="{1EBCB00B-4463-4315-9498-50D25E863F06}" srcOrd="0" destOrd="0" presId="urn:microsoft.com/office/officeart/2005/8/layout/list1"/>
    <dgm:cxn modelId="{CCAD5842-39CC-4CCB-A0A4-A638D37C56D0}" srcId="{F14B906E-D379-4E9C-89C0-88BD0F48AF54}" destId="{B06EDE9F-3554-4422-B350-946F16336563}" srcOrd="2" destOrd="0" parTransId="{69A64068-F67A-4B10-9C4A-3605A99912FF}" sibTransId="{AAB512D1-BFE7-47F5-91B9-962B5E3E0776}"/>
    <dgm:cxn modelId="{BEE32F46-EA7F-48A8-888E-7D0CA776537E}" srcId="{F14B906E-D379-4E9C-89C0-88BD0F48AF54}" destId="{C4B1E90C-3969-4226-9F92-8F6D51227CE4}" srcOrd="3" destOrd="0" parTransId="{A36DBBBD-DFCE-4142-AC9F-6D0D9346E11A}" sibTransId="{B9E0FF93-516A-4166-8815-896BD6D132FC}"/>
    <dgm:cxn modelId="{64BE2A47-FA72-449E-B8A5-138143AE34C9}" srcId="{F14B906E-D379-4E9C-89C0-88BD0F48AF54}" destId="{CC88DB2A-BB28-43B5-B008-AD573EA3CF79}" srcOrd="0" destOrd="0" parTransId="{83F8D22C-EE76-44DE-ACD4-0B2B9473EE12}" sibTransId="{209B0164-15BF-418D-8587-5FD5CCF5C9EA}"/>
    <dgm:cxn modelId="{7E8C326C-9B08-4EE4-92CC-05F2B8E7BA4B}" srcId="{F14B906E-D379-4E9C-89C0-88BD0F48AF54}" destId="{20DE9BF3-5022-44F5-B399-1CEB6023CD98}" srcOrd="1" destOrd="0" parTransId="{D7890CA4-B81C-4F13-872F-8F49BDA4A1EA}" sibTransId="{92146BDB-C319-402C-B922-7D5216FF28EC}"/>
    <dgm:cxn modelId="{8D07C46C-15D8-4A37-A1A1-BBEE2CCD197F}" type="presOf" srcId="{20DE9BF3-5022-44F5-B399-1CEB6023CD98}" destId="{861F9095-6606-4490-A887-599C9C2BF943}" srcOrd="0" destOrd="0" presId="urn:microsoft.com/office/officeart/2005/8/layout/list1"/>
    <dgm:cxn modelId="{1BBE1A50-4F5F-49F8-861C-9E440A1D372A}" type="presOf" srcId="{CC88DB2A-BB28-43B5-B008-AD573EA3CF79}" destId="{945A23F1-5B18-435A-B08F-0F2999F507E9}" srcOrd="0" destOrd="0" presId="urn:microsoft.com/office/officeart/2005/8/layout/list1"/>
    <dgm:cxn modelId="{DC6CF17F-641F-4A95-98F5-C416A15E4963}" type="presOf" srcId="{20DE9BF3-5022-44F5-B399-1CEB6023CD98}" destId="{4E3F1A55-393C-465E-8388-3150699BA2F7}" srcOrd="1" destOrd="0" presId="urn:microsoft.com/office/officeart/2005/8/layout/list1"/>
    <dgm:cxn modelId="{E2B45E86-0C52-4E38-9273-C7E55EAAFFC1}" type="presOf" srcId="{B06EDE9F-3554-4422-B350-946F16336563}" destId="{BC7FCA83-7BBD-4675-90FE-71C234635F5A}" srcOrd="1" destOrd="0" presId="urn:microsoft.com/office/officeart/2005/8/layout/list1"/>
    <dgm:cxn modelId="{3494B9A2-E477-4FB2-B2B1-52E7D14798D0}" srcId="{CC88DB2A-BB28-43B5-B008-AD573EA3CF79}" destId="{A92EB190-602A-4977-9ADC-849C2073B1D0}" srcOrd="0" destOrd="0" parTransId="{FC5370E1-9D44-4C3D-8E5A-852B9FA492D7}" sibTransId="{BF5819DB-38FD-4E46-9500-E9CCAF9A97E6}"/>
    <dgm:cxn modelId="{01E2B7C6-DEE1-49D2-BC41-77C710EDE539}" type="presOf" srcId="{451360BA-6574-4468-97F3-992498CE2220}" destId="{D4E508F0-E4AC-482D-936C-C33C7946A461}" srcOrd="0" destOrd="2" presId="urn:microsoft.com/office/officeart/2005/8/layout/list1"/>
    <dgm:cxn modelId="{7434FBDB-D833-4F6A-BBDA-770CC12199DF}" type="presOf" srcId="{C4B1E90C-3969-4226-9F92-8F6D51227CE4}" destId="{50DC3EC8-2F80-41D7-9932-B9A570D96859}" srcOrd="1" destOrd="0" presId="urn:microsoft.com/office/officeart/2005/8/layout/list1"/>
    <dgm:cxn modelId="{6CE24FEF-07FC-4A32-BD53-E125C7E54277}" type="presOf" srcId="{CC88DB2A-BB28-43B5-B008-AD573EA3CF79}" destId="{DF9C32E1-2818-40C4-87E3-DB5324FD5415}" srcOrd="1" destOrd="0" presId="urn:microsoft.com/office/officeart/2005/8/layout/list1"/>
    <dgm:cxn modelId="{A243F0F0-31C3-42B5-8235-E9ADA9321B12}" type="presOf" srcId="{145F907D-D18A-4BEB-AD9C-3CF46A0ED3C6}" destId="{D4E508F0-E4AC-482D-936C-C33C7946A461}" srcOrd="0" destOrd="1" presId="urn:microsoft.com/office/officeart/2005/8/layout/list1"/>
    <dgm:cxn modelId="{0B2C1AF1-BB4E-49DB-B894-2E946D04135B}" srcId="{CC88DB2A-BB28-43B5-B008-AD573EA3CF79}" destId="{451360BA-6574-4468-97F3-992498CE2220}" srcOrd="2" destOrd="0" parTransId="{E57F5F2D-EE37-46C7-8929-080C41013542}" sibTransId="{A0DF3963-9061-4C3A-928A-F27D3AE2D197}"/>
    <dgm:cxn modelId="{784D92F5-3A4E-4280-A42E-C971223418F5}" srcId="{CC88DB2A-BB28-43B5-B008-AD573EA3CF79}" destId="{145F907D-D18A-4BEB-AD9C-3CF46A0ED3C6}" srcOrd="1" destOrd="0" parTransId="{F21CE730-8A87-4411-85E1-77B125B1F3A4}" sibTransId="{783ADAC7-7258-470F-9D78-D592C30413DB}"/>
    <dgm:cxn modelId="{6B0EC9F9-1CAB-47ED-98C8-B25CA385DC92}" type="presOf" srcId="{B06EDE9F-3554-4422-B350-946F16336563}" destId="{0A04792D-D229-4246-A6DF-A93DF01F2205}" srcOrd="0" destOrd="0" presId="urn:microsoft.com/office/officeart/2005/8/layout/list1"/>
    <dgm:cxn modelId="{C03BCCFF-233E-4C9E-A3AE-9A9887F1D52B}" type="presOf" srcId="{A92EB190-602A-4977-9ADC-849C2073B1D0}" destId="{D4E508F0-E4AC-482D-936C-C33C7946A461}" srcOrd="0" destOrd="0" presId="urn:microsoft.com/office/officeart/2005/8/layout/list1"/>
    <dgm:cxn modelId="{389017C6-1100-4458-A6BB-8678FF4CA80D}" type="presParOf" srcId="{B41172B1-EF64-47EE-AC1F-8AA3D3EDDE01}" destId="{68ED05A2-B040-48F0-B81F-255EEB644116}" srcOrd="0" destOrd="0" presId="urn:microsoft.com/office/officeart/2005/8/layout/list1"/>
    <dgm:cxn modelId="{2E7D27C5-3FE6-4EEB-A63E-D44BD9F9626F}" type="presParOf" srcId="{68ED05A2-B040-48F0-B81F-255EEB644116}" destId="{945A23F1-5B18-435A-B08F-0F2999F507E9}" srcOrd="0" destOrd="0" presId="urn:microsoft.com/office/officeart/2005/8/layout/list1"/>
    <dgm:cxn modelId="{37165116-9C94-4EC0-B75E-DAE84E28EB71}" type="presParOf" srcId="{68ED05A2-B040-48F0-B81F-255EEB644116}" destId="{DF9C32E1-2818-40C4-87E3-DB5324FD5415}" srcOrd="1" destOrd="0" presId="urn:microsoft.com/office/officeart/2005/8/layout/list1"/>
    <dgm:cxn modelId="{B1EFD756-557D-4678-BECA-FFC84682CD1D}" type="presParOf" srcId="{B41172B1-EF64-47EE-AC1F-8AA3D3EDDE01}" destId="{C439C7F1-F96A-4362-A285-5B8C9709601E}" srcOrd="1" destOrd="0" presId="urn:microsoft.com/office/officeart/2005/8/layout/list1"/>
    <dgm:cxn modelId="{E9ABB91D-57E5-41FC-92FF-E4142E8EDA7F}" type="presParOf" srcId="{B41172B1-EF64-47EE-AC1F-8AA3D3EDDE01}" destId="{D4E508F0-E4AC-482D-936C-C33C7946A461}" srcOrd="2" destOrd="0" presId="urn:microsoft.com/office/officeart/2005/8/layout/list1"/>
    <dgm:cxn modelId="{63B69C90-31E1-411B-BE04-2B759B80067C}" type="presParOf" srcId="{B41172B1-EF64-47EE-AC1F-8AA3D3EDDE01}" destId="{5B074ABC-DBC4-45DD-9162-B8851E2D9959}" srcOrd="3" destOrd="0" presId="urn:microsoft.com/office/officeart/2005/8/layout/list1"/>
    <dgm:cxn modelId="{34E6DCCA-9405-440B-B9EC-2AA60AF8F28E}" type="presParOf" srcId="{B41172B1-EF64-47EE-AC1F-8AA3D3EDDE01}" destId="{77EF859F-9A97-4D81-A201-B18BD747A12C}" srcOrd="4" destOrd="0" presId="urn:microsoft.com/office/officeart/2005/8/layout/list1"/>
    <dgm:cxn modelId="{638D9352-ADEB-4AF9-BA1E-852537CD1693}" type="presParOf" srcId="{77EF859F-9A97-4D81-A201-B18BD747A12C}" destId="{861F9095-6606-4490-A887-599C9C2BF943}" srcOrd="0" destOrd="0" presId="urn:microsoft.com/office/officeart/2005/8/layout/list1"/>
    <dgm:cxn modelId="{65261696-5348-4214-8035-891D92A5AB93}" type="presParOf" srcId="{77EF859F-9A97-4D81-A201-B18BD747A12C}" destId="{4E3F1A55-393C-465E-8388-3150699BA2F7}" srcOrd="1" destOrd="0" presId="urn:microsoft.com/office/officeart/2005/8/layout/list1"/>
    <dgm:cxn modelId="{2C027DA6-FAB1-4C24-8E92-5A0BAC065192}" type="presParOf" srcId="{B41172B1-EF64-47EE-AC1F-8AA3D3EDDE01}" destId="{8919EBEF-4F13-4D7A-AD53-78BD056ADF8A}" srcOrd="5" destOrd="0" presId="urn:microsoft.com/office/officeart/2005/8/layout/list1"/>
    <dgm:cxn modelId="{3C7D2C02-B846-461A-A3F8-4B453D03C583}" type="presParOf" srcId="{B41172B1-EF64-47EE-AC1F-8AA3D3EDDE01}" destId="{04B76D15-E0E9-4C09-BEEF-BD390F5C9394}" srcOrd="6" destOrd="0" presId="urn:microsoft.com/office/officeart/2005/8/layout/list1"/>
    <dgm:cxn modelId="{14FBBC95-AD76-4829-B32D-7F481279ADA8}" type="presParOf" srcId="{B41172B1-EF64-47EE-AC1F-8AA3D3EDDE01}" destId="{371A6E18-A4B3-427C-8C7C-B140FDA82D6E}" srcOrd="7" destOrd="0" presId="urn:microsoft.com/office/officeart/2005/8/layout/list1"/>
    <dgm:cxn modelId="{A9A27BB2-6A2F-4772-BB1D-0902834FF256}" type="presParOf" srcId="{B41172B1-EF64-47EE-AC1F-8AA3D3EDDE01}" destId="{D79B8449-4157-46FB-9F5A-EBEE492E513C}" srcOrd="8" destOrd="0" presId="urn:microsoft.com/office/officeart/2005/8/layout/list1"/>
    <dgm:cxn modelId="{D9D184E7-CA0E-4D56-BD30-6707944E5202}" type="presParOf" srcId="{D79B8449-4157-46FB-9F5A-EBEE492E513C}" destId="{0A04792D-D229-4246-A6DF-A93DF01F2205}" srcOrd="0" destOrd="0" presId="urn:microsoft.com/office/officeart/2005/8/layout/list1"/>
    <dgm:cxn modelId="{D4CC1383-679D-4D8B-AEF1-593989575B9F}" type="presParOf" srcId="{D79B8449-4157-46FB-9F5A-EBEE492E513C}" destId="{BC7FCA83-7BBD-4675-90FE-71C234635F5A}" srcOrd="1" destOrd="0" presId="urn:microsoft.com/office/officeart/2005/8/layout/list1"/>
    <dgm:cxn modelId="{5D2C2142-6A3D-4A01-B305-9D5AD762F2FF}" type="presParOf" srcId="{B41172B1-EF64-47EE-AC1F-8AA3D3EDDE01}" destId="{5F9BCAFD-2291-473A-A096-88643ED46564}" srcOrd="9" destOrd="0" presId="urn:microsoft.com/office/officeart/2005/8/layout/list1"/>
    <dgm:cxn modelId="{E7492333-935E-4D56-A7AB-0923761D68E9}" type="presParOf" srcId="{B41172B1-EF64-47EE-AC1F-8AA3D3EDDE01}" destId="{A02396D2-7699-4BAE-98B3-16A2C1D3CF24}" srcOrd="10" destOrd="0" presId="urn:microsoft.com/office/officeart/2005/8/layout/list1"/>
    <dgm:cxn modelId="{AB5DB42B-549D-4B5B-A910-95ACAA4171F9}" type="presParOf" srcId="{B41172B1-EF64-47EE-AC1F-8AA3D3EDDE01}" destId="{F39BF89D-C36B-44AA-9E80-6C0D2D4C6E69}" srcOrd="11" destOrd="0" presId="urn:microsoft.com/office/officeart/2005/8/layout/list1"/>
    <dgm:cxn modelId="{9CF67792-9D06-4980-B5ED-EDB72FF74E2E}" type="presParOf" srcId="{B41172B1-EF64-47EE-AC1F-8AA3D3EDDE01}" destId="{36BB84BE-69D9-4070-9CAA-A79F80B51EB7}" srcOrd="12" destOrd="0" presId="urn:microsoft.com/office/officeart/2005/8/layout/list1"/>
    <dgm:cxn modelId="{FC5C81FA-6844-496C-A89B-23625FAC2961}" type="presParOf" srcId="{36BB84BE-69D9-4070-9CAA-A79F80B51EB7}" destId="{1EBCB00B-4463-4315-9498-50D25E863F06}" srcOrd="0" destOrd="0" presId="urn:microsoft.com/office/officeart/2005/8/layout/list1"/>
    <dgm:cxn modelId="{9A2CACB5-00BC-4C9C-AD47-0EC8A753BA1B}" type="presParOf" srcId="{36BB84BE-69D9-4070-9CAA-A79F80B51EB7}" destId="{50DC3EC8-2F80-41D7-9932-B9A570D96859}" srcOrd="1" destOrd="0" presId="urn:microsoft.com/office/officeart/2005/8/layout/list1"/>
    <dgm:cxn modelId="{3862D29D-ED4F-432D-818D-B38B0D018E8F}" type="presParOf" srcId="{B41172B1-EF64-47EE-AC1F-8AA3D3EDDE01}" destId="{82851C33-195A-4875-ABE5-F6155ACEE591}" srcOrd="13" destOrd="0" presId="urn:microsoft.com/office/officeart/2005/8/layout/list1"/>
    <dgm:cxn modelId="{EA5F2AD6-F941-4133-A49C-8D7DDE5105EE}" type="presParOf" srcId="{B41172B1-EF64-47EE-AC1F-8AA3D3EDDE01}" destId="{C45256E2-F458-42B9-9757-056AEF8EAF23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F7A4991C-279F-40B6-8879-C98A5FB632A9}" type="doc">
      <dgm:prSet loTypeId="urn:microsoft.com/office/officeart/2005/8/layout/list1" loCatId="list" qsTypeId="urn:microsoft.com/office/officeart/2005/8/quickstyle/simple1" qsCatId="simple" csTypeId="urn:microsoft.com/office/officeart/2005/8/colors/accent0_2" csCatId="mainScheme" phldr="1"/>
      <dgm:spPr/>
      <dgm:t>
        <a:bodyPr/>
        <a:lstStyle/>
        <a:p>
          <a:endParaRPr lang="zh-CN" altLang="en-US"/>
        </a:p>
      </dgm:t>
    </dgm:pt>
    <dgm:pt modelId="{7ABD0A3A-EF6B-4209-8B85-D23E0E672836}">
      <dgm:prSet phldrT="[文本]"/>
      <dgm:spPr/>
      <dgm:t>
        <a:bodyPr/>
        <a:lstStyle/>
        <a:p>
          <a:r>
            <a:rPr lang="en-US" altLang="en-US"/>
            <a:t>C/S</a:t>
          </a:r>
          <a:endParaRPr lang="zh-CN" altLang="en-US"/>
        </a:p>
      </dgm:t>
    </dgm:pt>
    <dgm:pt modelId="{2371EDC4-E922-4F09-A73B-B8A556C173ED}" type="parTrans" cxnId="{88F12F86-6464-485B-A797-62274C58AC70}">
      <dgm:prSet/>
      <dgm:spPr/>
      <dgm:t>
        <a:bodyPr/>
        <a:lstStyle/>
        <a:p>
          <a:endParaRPr lang="zh-CN" altLang="en-US"/>
        </a:p>
      </dgm:t>
    </dgm:pt>
    <dgm:pt modelId="{B0CA8634-0D9A-4F01-A69D-408F19884F6D}" type="sibTrans" cxnId="{88F12F86-6464-485B-A797-62274C58AC70}">
      <dgm:prSet/>
      <dgm:spPr/>
      <dgm:t>
        <a:bodyPr/>
        <a:lstStyle/>
        <a:p>
          <a:endParaRPr lang="zh-CN" altLang="en-US"/>
        </a:p>
      </dgm:t>
    </dgm:pt>
    <dgm:pt modelId="{7D947174-C088-4A41-B91B-168617EFD29B}">
      <dgm:prSet/>
      <dgm:spPr/>
      <dgm:t>
        <a:bodyPr/>
        <a:lstStyle/>
        <a:p>
          <a:r>
            <a:rPr lang="en-US" altLang="en-US"/>
            <a:t>B/S</a:t>
          </a:r>
          <a:endParaRPr lang="zh-CN" altLang="en-US"/>
        </a:p>
      </dgm:t>
    </dgm:pt>
    <dgm:pt modelId="{E54FBB73-4BAA-4C76-BFFF-CD90427D560F}" type="parTrans" cxnId="{6CC77D7B-B62F-427D-9651-099F15FA2840}">
      <dgm:prSet/>
      <dgm:spPr/>
      <dgm:t>
        <a:bodyPr/>
        <a:lstStyle/>
        <a:p>
          <a:endParaRPr lang="zh-CN" altLang="en-US"/>
        </a:p>
      </dgm:t>
    </dgm:pt>
    <dgm:pt modelId="{2665BF94-DD9C-452E-8D8D-EC762644C160}" type="sibTrans" cxnId="{6CC77D7B-B62F-427D-9651-099F15FA2840}">
      <dgm:prSet/>
      <dgm:spPr/>
      <dgm:t>
        <a:bodyPr/>
        <a:lstStyle/>
        <a:p>
          <a:endParaRPr lang="zh-CN" altLang="en-US"/>
        </a:p>
      </dgm:t>
    </dgm:pt>
    <dgm:pt modelId="{5D4A9F49-4E1C-459A-98A6-AA8B67A15149}">
      <dgm:prSet phldrT="[文本]"/>
      <dgm:spPr/>
      <dgm:t>
        <a:bodyPr/>
        <a:lstStyle/>
        <a:p>
          <a:r>
            <a:rPr lang="zh-CN" altLang="en-US"/>
            <a:t>客户端</a:t>
          </a:r>
          <a:r>
            <a:rPr lang="en-US" altLang="en-US"/>
            <a:t>/</a:t>
          </a:r>
          <a:r>
            <a:rPr lang="zh-CN" altLang="en-US"/>
            <a:t>服务器端，用户需要安装客户端产品才可以访问，只可以访问一种软件（</a:t>
          </a:r>
          <a:r>
            <a:rPr lang="en-US" altLang="en-US"/>
            <a:t>mysql</a:t>
          </a:r>
          <a:r>
            <a:rPr lang="zh-CN" altLang="en-US"/>
            <a:t>）</a:t>
          </a:r>
        </a:p>
      </dgm:t>
    </dgm:pt>
    <dgm:pt modelId="{677650FD-EBB2-4FD8-B878-6ADF35581B84}" type="parTrans" cxnId="{B118CFD6-9A0F-4F7F-A180-B90D1D83A4DC}">
      <dgm:prSet/>
      <dgm:spPr/>
      <dgm:t>
        <a:bodyPr/>
        <a:lstStyle/>
        <a:p>
          <a:endParaRPr lang="zh-CN" altLang="en-US"/>
        </a:p>
      </dgm:t>
    </dgm:pt>
    <dgm:pt modelId="{3B7D22A0-B5AF-4E50-8028-F1037D3E1AD8}" type="sibTrans" cxnId="{B118CFD6-9A0F-4F7F-A180-B90D1D83A4DC}">
      <dgm:prSet/>
      <dgm:spPr/>
      <dgm:t>
        <a:bodyPr/>
        <a:lstStyle/>
        <a:p>
          <a:endParaRPr lang="zh-CN" altLang="en-US"/>
        </a:p>
      </dgm:t>
    </dgm:pt>
    <dgm:pt modelId="{B05CBE33-516E-4F02-AD3E-67F1117C847C}">
      <dgm:prSet/>
      <dgm:spPr/>
      <dgm:t>
        <a:bodyPr/>
        <a:lstStyle/>
        <a:p>
          <a:r>
            <a:rPr lang="zh-CN" altLang="en-US"/>
            <a:t>浏览器</a:t>
          </a:r>
          <a:r>
            <a:rPr lang="en-US" altLang="en-US"/>
            <a:t>/</a:t>
          </a:r>
          <a:r>
            <a:rPr lang="zh-CN" altLang="en-US"/>
            <a:t>服务器：只要安装浏览器，就可以访问所有的服务器</a:t>
          </a:r>
        </a:p>
      </dgm:t>
    </dgm:pt>
    <dgm:pt modelId="{2AB8006C-3082-44C2-8DE5-77C2ACA8A65D}" type="parTrans" cxnId="{7ADFC8DD-F7DE-402C-B3CD-18064AE4B274}">
      <dgm:prSet/>
      <dgm:spPr/>
      <dgm:t>
        <a:bodyPr/>
        <a:lstStyle/>
        <a:p>
          <a:endParaRPr lang="zh-CN" altLang="en-US"/>
        </a:p>
      </dgm:t>
    </dgm:pt>
    <dgm:pt modelId="{1D091CA1-0A97-4C49-A05A-849ADD118416}" type="sibTrans" cxnId="{7ADFC8DD-F7DE-402C-B3CD-18064AE4B274}">
      <dgm:prSet/>
      <dgm:spPr/>
      <dgm:t>
        <a:bodyPr/>
        <a:lstStyle/>
        <a:p>
          <a:endParaRPr lang="zh-CN" altLang="en-US"/>
        </a:p>
      </dgm:t>
    </dgm:pt>
    <dgm:pt modelId="{C61B6478-E0BE-45C1-95F4-482182983862}" type="pres">
      <dgm:prSet presAssocID="{F7A4991C-279F-40B6-8879-C98A5FB632A9}" presName="linear" presStyleCnt="0">
        <dgm:presLayoutVars>
          <dgm:dir/>
          <dgm:animLvl val="lvl"/>
          <dgm:resizeHandles val="exact"/>
        </dgm:presLayoutVars>
      </dgm:prSet>
      <dgm:spPr/>
    </dgm:pt>
    <dgm:pt modelId="{C79BDB3D-61F9-4A26-8C0E-27E7210FC0D4}" type="pres">
      <dgm:prSet presAssocID="{7ABD0A3A-EF6B-4209-8B85-D23E0E672836}" presName="parentLin" presStyleCnt="0"/>
      <dgm:spPr/>
    </dgm:pt>
    <dgm:pt modelId="{4E7B9F03-C24D-4548-89FE-1464B2FA18E8}" type="pres">
      <dgm:prSet presAssocID="{7ABD0A3A-EF6B-4209-8B85-D23E0E672836}" presName="parentLeftMargin" presStyleLbl="node1" presStyleIdx="0" presStyleCnt="2"/>
      <dgm:spPr/>
    </dgm:pt>
    <dgm:pt modelId="{C9EDD97B-6B70-4596-8C52-C60AF2939DEF}" type="pres">
      <dgm:prSet presAssocID="{7ABD0A3A-EF6B-4209-8B85-D23E0E672836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F3D98436-5C07-4F44-BFFE-B2CC9EE25FFA}" type="pres">
      <dgm:prSet presAssocID="{7ABD0A3A-EF6B-4209-8B85-D23E0E672836}" presName="negativeSpace" presStyleCnt="0"/>
      <dgm:spPr/>
    </dgm:pt>
    <dgm:pt modelId="{D7F82D2F-ECC1-4FBB-AE0C-87ED0F9FC834}" type="pres">
      <dgm:prSet presAssocID="{7ABD0A3A-EF6B-4209-8B85-D23E0E672836}" presName="childText" presStyleLbl="conFgAcc1" presStyleIdx="0" presStyleCnt="2">
        <dgm:presLayoutVars>
          <dgm:bulletEnabled val="1"/>
        </dgm:presLayoutVars>
      </dgm:prSet>
      <dgm:spPr/>
    </dgm:pt>
    <dgm:pt modelId="{B9AE0626-D497-4D97-A551-C80BBEE18863}" type="pres">
      <dgm:prSet presAssocID="{B0CA8634-0D9A-4F01-A69D-408F19884F6D}" presName="spaceBetweenRectangles" presStyleCnt="0"/>
      <dgm:spPr/>
    </dgm:pt>
    <dgm:pt modelId="{0664099C-2D66-43A9-A689-B10543928C73}" type="pres">
      <dgm:prSet presAssocID="{7D947174-C088-4A41-B91B-168617EFD29B}" presName="parentLin" presStyleCnt="0"/>
      <dgm:spPr/>
    </dgm:pt>
    <dgm:pt modelId="{38DD50E7-2458-4FAB-91B2-494AE1DCA31C}" type="pres">
      <dgm:prSet presAssocID="{7D947174-C088-4A41-B91B-168617EFD29B}" presName="parentLeftMargin" presStyleLbl="node1" presStyleIdx="0" presStyleCnt="2"/>
      <dgm:spPr/>
    </dgm:pt>
    <dgm:pt modelId="{1EF496F2-94F1-4522-94AB-CC56FEF95060}" type="pres">
      <dgm:prSet presAssocID="{7D947174-C088-4A41-B91B-168617EFD29B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C70BC507-B2B7-4E69-9407-24A21A03F7D6}" type="pres">
      <dgm:prSet presAssocID="{7D947174-C088-4A41-B91B-168617EFD29B}" presName="negativeSpace" presStyleCnt="0"/>
      <dgm:spPr/>
    </dgm:pt>
    <dgm:pt modelId="{9FADA094-18E0-4D8C-9AEF-E796D6515487}" type="pres">
      <dgm:prSet presAssocID="{7D947174-C088-4A41-B91B-168617EFD29B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B62FE42E-CA72-418E-8756-2448F743766E}" type="presOf" srcId="{7D947174-C088-4A41-B91B-168617EFD29B}" destId="{1EF496F2-94F1-4522-94AB-CC56FEF95060}" srcOrd="1" destOrd="0" presId="urn:microsoft.com/office/officeart/2005/8/layout/list1"/>
    <dgm:cxn modelId="{FBA1C93C-6C2D-4990-9D88-D247E3ECEBDB}" type="presOf" srcId="{7ABD0A3A-EF6B-4209-8B85-D23E0E672836}" destId="{C9EDD97B-6B70-4596-8C52-C60AF2939DEF}" srcOrd="1" destOrd="0" presId="urn:microsoft.com/office/officeart/2005/8/layout/list1"/>
    <dgm:cxn modelId="{6CC77D7B-B62F-427D-9651-099F15FA2840}" srcId="{F7A4991C-279F-40B6-8879-C98A5FB632A9}" destId="{7D947174-C088-4A41-B91B-168617EFD29B}" srcOrd="1" destOrd="0" parTransId="{E54FBB73-4BAA-4C76-BFFF-CD90427D560F}" sibTransId="{2665BF94-DD9C-452E-8D8D-EC762644C160}"/>
    <dgm:cxn modelId="{B4EE3E80-9302-4477-BC1D-F0FAE5527A06}" type="presOf" srcId="{7D947174-C088-4A41-B91B-168617EFD29B}" destId="{38DD50E7-2458-4FAB-91B2-494AE1DCA31C}" srcOrd="0" destOrd="0" presId="urn:microsoft.com/office/officeart/2005/8/layout/list1"/>
    <dgm:cxn modelId="{88F12F86-6464-485B-A797-62274C58AC70}" srcId="{F7A4991C-279F-40B6-8879-C98A5FB632A9}" destId="{7ABD0A3A-EF6B-4209-8B85-D23E0E672836}" srcOrd="0" destOrd="0" parTransId="{2371EDC4-E922-4F09-A73B-B8A556C173ED}" sibTransId="{B0CA8634-0D9A-4F01-A69D-408F19884F6D}"/>
    <dgm:cxn modelId="{B118CFD6-9A0F-4F7F-A180-B90D1D83A4DC}" srcId="{7ABD0A3A-EF6B-4209-8B85-D23E0E672836}" destId="{5D4A9F49-4E1C-459A-98A6-AA8B67A15149}" srcOrd="0" destOrd="0" parTransId="{677650FD-EBB2-4FD8-B878-6ADF35581B84}" sibTransId="{3B7D22A0-B5AF-4E50-8028-F1037D3E1AD8}"/>
    <dgm:cxn modelId="{7ADFC8DD-F7DE-402C-B3CD-18064AE4B274}" srcId="{7D947174-C088-4A41-B91B-168617EFD29B}" destId="{B05CBE33-516E-4F02-AD3E-67F1117C847C}" srcOrd="0" destOrd="0" parTransId="{2AB8006C-3082-44C2-8DE5-77C2ACA8A65D}" sibTransId="{1D091CA1-0A97-4C49-A05A-849ADD118416}"/>
    <dgm:cxn modelId="{AB3C5BDE-7FC2-457B-A62E-323FFBF0A77C}" type="presOf" srcId="{F7A4991C-279F-40B6-8879-C98A5FB632A9}" destId="{C61B6478-E0BE-45C1-95F4-482182983862}" srcOrd="0" destOrd="0" presId="urn:microsoft.com/office/officeart/2005/8/layout/list1"/>
    <dgm:cxn modelId="{2814EAE1-7378-4663-B9B7-A58E34EFB9B7}" type="presOf" srcId="{B05CBE33-516E-4F02-AD3E-67F1117C847C}" destId="{9FADA094-18E0-4D8C-9AEF-E796D6515487}" srcOrd="0" destOrd="0" presId="urn:microsoft.com/office/officeart/2005/8/layout/list1"/>
    <dgm:cxn modelId="{23699CF7-47C5-4810-9417-57744C9C3244}" type="presOf" srcId="{7ABD0A3A-EF6B-4209-8B85-D23E0E672836}" destId="{4E7B9F03-C24D-4548-89FE-1464B2FA18E8}" srcOrd="0" destOrd="0" presId="urn:microsoft.com/office/officeart/2005/8/layout/list1"/>
    <dgm:cxn modelId="{E9D61EF9-641A-4B94-A118-D5698BA3720F}" type="presOf" srcId="{5D4A9F49-4E1C-459A-98A6-AA8B67A15149}" destId="{D7F82D2F-ECC1-4FBB-AE0C-87ED0F9FC834}" srcOrd="0" destOrd="0" presId="urn:microsoft.com/office/officeart/2005/8/layout/list1"/>
    <dgm:cxn modelId="{80AAD7F2-EFF3-468F-808F-1E935082C0F5}" type="presParOf" srcId="{C61B6478-E0BE-45C1-95F4-482182983862}" destId="{C79BDB3D-61F9-4A26-8C0E-27E7210FC0D4}" srcOrd="0" destOrd="0" presId="urn:microsoft.com/office/officeart/2005/8/layout/list1"/>
    <dgm:cxn modelId="{FD6F5187-8FEC-421C-9654-B6EFC93A5C02}" type="presParOf" srcId="{C79BDB3D-61F9-4A26-8C0E-27E7210FC0D4}" destId="{4E7B9F03-C24D-4548-89FE-1464B2FA18E8}" srcOrd="0" destOrd="0" presId="urn:microsoft.com/office/officeart/2005/8/layout/list1"/>
    <dgm:cxn modelId="{69432A78-3FF9-4E01-9811-54B95168BAD0}" type="presParOf" srcId="{C79BDB3D-61F9-4A26-8C0E-27E7210FC0D4}" destId="{C9EDD97B-6B70-4596-8C52-C60AF2939DEF}" srcOrd="1" destOrd="0" presId="urn:microsoft.com/office/officeart/2005/8/layout/list1"/>
    <dgm:cxn modelId="{64F0DE9F-F48F-4305-AC91-1A9ACF5FB9D4}" type="presParOf" srcId="{C61B6478-E0BE-45C1-95F4-482182983862}" destId="{F3D98436-5C07-4F44-BFFE-B2CC9EE25FFA}" srcOrd="1" destOrd="0" presId="urn:microsoft.com/office/officeart/2005/8/layout/list1"/>
    <dgm:cxn modelId="{AE70B938-C896-4E17-97E3-B10085A6C6D8}" type="presParOf" srcId="{C61B6478-E0BE-45C1-95F4-482182983862}" destId="{D7F82D2F-ECC1-4FBB-AE0C-87ED0F9FC834}" srcOrd="2" destOrd="0" presId="urn:microsoft.com/office/officeart/2005/8/layout/list1"/>
    <dgm:cxn modelId="{5E60BE9A-229E-4279-A434-8BCE3BB0034F}" type="presParOf" srcId="{C61B6478-E0BE-45C1-95F4-482182983862}" destId="{B9AE0626-D497-4D97-A551-C80BBEE18863}" srcOrd="3" destOrd="0" presId="urn:microsoft.com/office/officeart/2005/8/layout/list1"/>
    <dgm:cxn modelId="{09248B24-01B5-409E-91B0-0F4E8CA8EE92}" type="presParOf" srcId="{C61B6478-E0BE-45C1-95F4-482182983862}" destId="{0664099C-2D66-43A9-A689-B10543928C73}" srcOrd="4" destOrd="0" presId="urn:microsoft.com/office/officeart/2005/8/layout/list1"/>
    <dgm:cxn modelId="{91E15238-4C25-462C-813D-B5BC8FEA774C}" type="presParOf" srcId="{0664099C-2D66-43A9-A689-B10543928C73}" destId="{38DD50E7-2458-4FAB-91B2-494AE1DCA31C}" srcOrd="0" destOrd="0" presId="urn:microsoft.com/office/officeart/2005/8/layout/list1"/>
    <dgm:cxn modelId="{3B14AD6E-F7A2-4D84-8C6A-CC7CC7C1A549}" type="presParOf" srcId="{0664099C-2D66-43A9-A689-B10543928C73}" destId="{1EF496F2-94F1-4522-94AB-CC56FEF95060}" srcOrd="1" destOrd="0" presId="urn:microsoft.com/office/officeart/2005/8/layout/list1"/>
    <dgm:cxn modelId="{23EF8789-EDFC-4306-A698-4B89A9CFE24D}" type="presParOf" srcId="{C61B6478-E0BE-45C1-95F4-482182983862}" destId="{C70BC507-B2B7-4E69-9407-24A21A03F7D6}" srcOrd="5" destOrd="0" presId="urn:microsoft.com/office/officeart/2005/8/layout/list1"/>
    <dgm:cxn modelId="{84B28FC3-29ED-4CFF-BDE7-5BBE595DC3B9}" type="presParOf" srcId="{C61B6478-E0BE-45C1-95F4-482182983862}" destId="{9FADA094-18E0-4D8C-9AEF-E796D6515487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A845F2A7-14CB-4E54-A324-EA83F3B5E365}" type="doc">
      <dgm:prSet loTypeId="urn:microsoft.com/office/officeart/2008/layout/CaptionedPictures" loCatId="picture" qsTypeId="urn:microsoft.com/office/officeart/2005/8/quickstyle/simple1" qsCatId="simple" csTypeId="urn:microsoft.com/office/officeart/2005/8/colors/accent0_2" csCatId="mainScheme" phldr="1"/>
      <dgm:spPr/>
      <dgm:t>
        <a:bodyPr/>
        <a:lstStyle/>
        <a:p>
          <a:endParaRPr lang="zh-CN" altLang="en-US"/>
        </a:p>
      </dgm:t>
    </dgm:pt>
    <dgm:pt modelId="{42100311-DC93-44B0-9969-CF7904153190}">
      <dgm:prSet phldrT="[文本]"/>
      <dgm:spPr/>
      <dgm:t>
        <a:bodyPr/>
        <a:lstStyle/>
        <a:p>
          <a:r>
            <a:rPr lang="en-US" altLang="zh-CN"/>
            <a:t> </a:t>
          </a:r>
          <a:r>
            <a:rPr lang="zh-CN" altLang="en-US"/>
            <a:t>推荐</a:t>
          </a:r>
        </a:p>
      </dgm:t>
    </dgm:pt>
    <dgm:pt modelId="{276A2620-9A91-4D1A-B329-7E3DAD83C499}" type="parTrans" cxnId="{589109C8-6087-477C-8070-2DD0B09B3185}">
      <dgm:prSet/>
      <dgm:spPr/>
      <dgm:t>
        <a:bodyPr/>
        <a:lstStyle/>
        <a:p>
          <a:endParaRPr lang="zh-CN" altLang="en-US"/>
        </a:p>
      </dgm:t>
    </dgm:pt>
    <dgm:pt modelId="{D948B468-8E11-41D0-A9C1-F80A66139941}" type="sibTrans" cxnId="{589109C8-6087-477C-8070-2DD0B09B3185}">
      <dgm:prSet/>
      <dgm:spPr/>
      <dgm:t>
        <a:bodyPr/>
        <a:lstStyle/>
        <a:p>
          <a:endParaRPr lang="zh-CN" altLang="en-US"/>
        </a:p>
      </dgm:t>
    </dgm:pt>
    <dgm:pt modelId="{4D7E749A-1940-4903-8555-091CD25EFCAE}">
      <dgm:prSet phldrT="[文本]"/>
      <dgm:spPr/>
      <dgm:t>
        <a:bodyPr/>
        <a:lstStyle/>
        <a:p>
          <a:r>
            <a:rPr lang="en-US" altLang="zh-CN"/>
            <a:t>C/S</a:t>
          </a:r>
          <a:r>
            <a:rPr lang="zh-CN" altLang="en-US"/>
            <a:t>方式</a:t>
          </a:r>
        </a:p>
      </dgm:t>
    </dgm:pt>
    <dgm:pt modelId="{4D8B1ACD-C41D-4233-B351-A573C5E08490}" type="parTrans" cxnId="{5D1F4AC9-FC5A-47AF-9C88-4C25D1EC75E4}">
      <dgm:prSet/>
      <dgm:spPr/>
      <dgm:t>
        <a:bodyPr/>
        <a:lstStyle/>
        <a:p>
          <a:endParaRPr lang="zh-CN" altLang="en-US"/>
        </a:p>
      </dgm:t>
    </dgm:pt>
    <dgm:pt modelId="{948DF89A-A3AF-477D-A069-128E83E3EE4A}" type="sibTrans" cxnId="{5D1F4AC9-FC5A-47AF-9C88-4C25D1EC75E4}">
      <dgm:prSet/>
      <dgm:spPr/>
      <dgm:t>
        <a:bodyPr/>
        <a:lstStyle/>
        <a:p>
          <a:endParaRPr lang="zh-CN" altLang="en-US"/>
        </a:p>
      </dgm:t>
    </dgm:pt>
    <dgm:pt modelId="{3CB97AB0-131E-4BA3-847E-9A36AAC8D2DF}">
      <dgm:prSet phldrT="[文本]"/>
      <dgm:spPr/>
      <dgm:t>
        <a:bodyPr/>
        <a:lstStyle/>
        <a:p>
          <a:r>
            <a:rPr lang="en-US" altLang="zh-CN"/>
            <a:t> </a:t>
          </a:r>
          <a:endParaRPr lang="zh-CN" altLang="en-US"/>
        </a:p>
      </dgm:t>
    </dgm:pt>
    <dgm:pt modelId="{691E4D27-C73C-4484-9D4C-85AF94A8F15E}" type="parTrans" cxnId="{C41FBE0C-3DD3-42B3-AB5B-595A6A8E09EE}">
      <dgm:prSet/>
      <dgm:spPr/>
      <dgm:t>
        <a:bodyPr/>
        <a:lstStyle/>
        <a:p>
          <a:endParaRPr lang="zh-CN" altLang="en-US"/>
        </a:p>
      </dgm:t>
    </dgm:pt>
    <dgm:pt modelId="{5CB3CAF4-92B2-4826-AEEF-EDE8965BA268}" type="sibTrans" cxnId="{C41FBE0C-3DD3-42B3-AB5B-595A6A8E09EE}">
      <dgm:prSet/>
      <dgm:spPr/>
      <dgm:t>
        <a:bodyPr/>
        <a:lstStyle/>
        <a:p>
          <a:endParaRPr lang="zh-CN" altLang="en-US"/>
        </a:p>
      </dgm:t>
    </dgm:pt>
    <dgm:pt modelId="{63ED93A1-C435-453B-8990-BF6C453548C7}">
      <dgm:prSet phldrT="[文本]"/>
      <dgm:spPr/>
      <dgm:t>
        <a:bodyPr/>
        <a:lstStyle/>
        <a:p>
          <a:r>
            <a:rPr lang="en-US" altLang="zh-CN"/>
            <a:t>B/S</a:t>
          </a:r>
          <a:r>
            <a:rPr lang="zh-CN" altLang="en-US"/>
            <a:t>方式</a:t>
          </a:r>
        </a:p>
      </dgm:t>
    </dgm:pt>
    <dgm:pt modelId="{7E8E3622-B609-46CE-B0D0-AFB51DD5A1E2}" type="parTrans" cxnId="{035D5A6D-0CAD-493A-BCCC-6F333BEA41C7}">
      <dgm:prSet/>
      <dgm:spPr/>
      <dgm:t>
        <a:bodyPr/>
        <a:lstStyle/>
        <a:p>
          <a:endParaRPr lang="zh-CN" altLang="en-US"/>
        </a:p>
      </dgm:t>
    </dgm:pt>
    <dgm:pt modelId="{5F40D210-E523-46A5-A33D-AE1CE79CB026}" type="sibTrans" cxnId="{035D5A6D-0CAD-493A-BCCC-6F333BEA41C7}">
      <dgm:prSet/>
      <dgm:spPr/>
      <dgm:t>
        <a:bodyPr/>
        <a:lstStyle/>
        <a:p>
          <a:endParaRPr lang="zh-CN" altLang="en-US"/>
        </a:p>
      </dgm:t>
    </dgm:pt>
    <dgm:pt modelId="{602D6709-3BB5-4BEF-B5A4-C0ABA27B1B75}" type="pres">
      <dgm:prSet presAssocID="{A845F2A7-14CB-4E54-A324-EA83F3B5E365}" presName="Name0" presStyleCnt="0">
        <dgm:presLayoutVars>
          <dgm:chMax/>
          <dgm:chPref/>
          <dgm:dir/>
        </dgm:presLayoutVars>
      </dgm:prSet>
      <dgm:spPr/>
    </dgm:pt>
    <dgm:pt modelId="{4CD547D7-CFD6-4DB7-98EE-3FFD492F0633}" type="pres">
      <dgm:prSet presAssocID="{42100311-DC93-44B0-9969-CF7904153190}" presName="composite" presStyleCnt="0">
        <dgm:presLayoutVars>
          <dgm:chMax val="1"/>
          <dgm:chPref val="1"/>
        </dgm:presLayoutVars>
      </dgm:prSet>
      <dgm:spPr/>
    </dgm:pt>
    <dgm:pt modelId="{A80BEFFD-E723-42B5-AD3F-94E101FB26EB}" type="pres">
      <dgm:prSet presAssocID="{42100311-DC93-44B0-9969-CF7904153190}" presName="Accent" presStyleLbl="trAlignAcc1" presStyleIdx="0" presStyleCnt="2">
        <dgm:presLayoutVars>
          <dgm:chMax val="0"/>
          <dgm:chPref val="0"/>
        </dgm:presLayoutVars>
      </dgm:prSet>
      <dgm:spPr/>
    </dgm:pt>
    <dgm:pt modelId="{1791DF8E-B1EA-4D16-81C6-88B4BA0E94C8}" type="pres">
      <dgm:prSet presAssocID="{42100311-DC93-44B0-9969-CF7904153190}" presName="Image" presStyleLbl="alignImgPlace1" presStyleIdx="0" presStyleCnt="2">
        <dgm:presLayoutVars>
          <dgm:chMax val="0"/>
          <dgm:chPref val="0"/>
        </dgm:presLayoutVars>
      </dgm:prSet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33000" r="-33000"/>
          </a:stretch>
        </a:blipFill>
      </dgm:spPr>
    </dgm:pt>
    <dgm:pt modelId="{5B43B2A7-5B0F-485C-A6F9-2596B64F76CA}" type="pres">
      <dgm:prSet presAssocID="{42100311-DC93-44B0-9969-CF7904153190}" presName="ChildComposite" presStyleCnt="0"/>
      <dgm:spPr/>
    </dgm:pt>
    <dgm:pt modelId="{349A281D-838F-4C39-AA73-012A1EE1E6E3}" type="pres">
      <dgm:prSet presAssocID="{42100311-DC93-44B0-9969-CF7904153190}" presName="Child" presStyleLbl="node1" presStyleIdx="0" presStyleCnt="2">
        <dgm:presLayoutVars>
          <dgm:chMax val="0"/>
          <dgm:chPref val="0"/>
          <dgm:bulletEnabled val="1"/>
        </dgm:presLayoutVars>
      </dgm:prSet>
      <dgm:spPr/>
    </dgm:pt>
    <dgm:pt modelId="{7D034B64-3DB5-4ADB-A01B-11D1E9E59FB3}" type="pres">
      <dgm:prSet presAssocID="{42100311-DC93-44B0-9969-CF7904153190}" presName="Parent" presStyleLbl="revTx" presStyleIdx="0" presStyleCnt="2">
        <dgm:presLayoutVars>
          <dgm:chMax val="1"/>
          <dgm:chPref val="0"/>
          <dgm:bulletEnabled val="1"/>
        </dgm:presLayoutVars>
      </dgm:prSet>
      <dgm:spPr/>
    </dgm:pt>
    <dgm:pt modelId="{A86D58E4-19AA-4CC9-BB3A-5BF2822EF8FA}" type="pres">
      <dgm:prSet presAssocID="{D948B468-8E11-41D0-A9C1-F80A66139941}" presName="sibTrans" presStyleCnt="0"/>
      <dgm:spPr/>
    </dgm:pt>
    <dgm:pt modelId="{E3F7A106-C056-4BB1-959B-91315D88C468}" type="pres">
      <dgm:prSet presAssocID="{3CB97AB0-131E-4BA3-847E-9A36AAC8D2DF}" presName="composite" presStyleCnt="0">
        <dgm:presLayoutVars>
          <dgm:chMax val="1"/>
          <dgm:chPref val="1"/>
        </dgm:presLayoutVars>
      </dgm:prSet>
      <dgm:spPr/>
    </dgm:pt>
    <dgm:pt modelId="{DF97FF61-9CC0-42CF-A547-4C859230ADF0}" type="pres">
      <dgm:prSet presAssocID="{3CB97AB0-131E-4BA3-847E-9A36AAC8D2DF}" presName="Accent" presStyleLbl="trAlignAcc1" presStyleIdx="1" presStyleCnt="2">
        <dgm:presLayoutVars>
          <dgm:chMax val="0"/>
          <dgm:chPref val="0"/>
        </dgm:presLayoutVars>
      </dgm:prSet>
      <dgm:spPr/>
    </dgm:pt>
    <dgm:pt modelId="{7E1B1685-1F1B-4650-805D-FEB2F2EF287C}" type="pres">
      <dgm:prSet presAssocID="{3CB97AB0-131E-4BA3-847E-9A36AAC8D2DF}" presName="Image" presStyleLbl="alignImgPlace1" presStyleIdx="1" presStyleCnt="2">
        <dgm:presLayoutVars>
          <dgm:chMax val="0"/>
          <dgm:chPref val="0"/>
        </dgm:presLayoutVars>
      </dgm:prSet>
      <dgm:spPr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9000" b="-9000"/>
          </a:stretch>
        </a:blipFill>
      </dgm:spPr>
    </dgm:pt>
    <dgm:pt modelId="{91B5AC5A-0E52-4640-A6E0-5568365D1BCD}" type="pres">
      <dgm:prSet presAssocID="{3CB97AB0-131E-4BA3-847E-9A36AAC8D2DF}" presName="ChildComposite" presStyleCnt="0"/>
      <dgm:spPr/>
    </dgm:pt>
    <dgm:pt modelId="{45B18F6D-8A39-4322-B6CE-3D49547457F7}" type="pres">
      <dgm:prSet presAssocID="{3CB97AB0-131E-4BA3-847E-9A36AAC8D2DF}" presName="Child" presStyleLbl="node1" presStyleIdx="1" presStyleCnt="2">
        <dgm:presLayoutVars>
          <dgm:chMax val="0"/>
          <dgm:chPref val="0"/>
          <dgm:bulletEnabled val="1"/>
        </dgm:presLayoutVars>
      </dgm:prSet>
      <dgm:spPr/>
    </dgm:pt>
    <dgm:pt modelId="{571E6C65-C909-4E30-B384-1525D94B4EFA}" type="pres">
      <dgm:prSet presAssocID="{3CB97AB0-131E-4BA3-847E-9A36AAC8D2DF}" presName="Parent" presStyleLbl="revTx" presStyleIdx="1" presStyleCnt="2">
        <dgm:presLayoutVars>
          <dgm:chMax val="1"/>
          <dgm:chPref val="0"/>
          <dgm:bulletEnabled val="1"/>
        </dgm:presLayoutVars>
      </dgm:prSet>
      <dgm:spPr/>
    </dgm:pt>
  </dgm:ptLst>
  <dgm:cxnLst>
    <dgm:cxn modelId="{C41FBE0C-3DD3-42B3-AB5B-595A6A8E09EE}" srcId="{A845F2A7-14CB-4E54-A324-EA83F3B5E365}" destId="{3CB97AB0-131E-4BA3-847E-9A36AAC8D2DF}" srcOrd="1" destOrd="0" parTransId="{691E4D27-C73C-4484-9D4C-85AF94A8F15E}" sibTransId="{5CB3CAF4-92B2-4826-AEEF-EDE8965BA268}"/>
    <dgm:cxn modelId="{035D5A6D-0CAD-493A-BCCC-6F333BEA41C7}" srcId="{3CB97AB0-131E-4BA3-847E-9A36AAC8D2DF}" destId="{63ED93A1-C435-453B-8990-BF6C453548C7}" srcOrd="0" destOrd="0" parTransId="{7E8E3622-B609-46CE-B0D0-AFB51DD5A1E2}" sibTransId="{5F40D210-E523-46A5-A33D-AE1CE79CB026}"/>
    <dgm:cxn modelId="{6BD2418B-A038-4FB6-8E48-A977B3D0E7C4}" type="presOf" srcId="{4D7E749A-1940-4903-8555-091CD25EFCAE}" destId="{349A281D-838F-4C39-AA73-012A1EE1E6E3}" srcOrd="0" destOrd="0" presId="urn:microsoft.com/office/officeart/2008/layout/CaptionedPictures"/>
    <dgm:cxn modelId="{589109C8-6087-477C-8070-2DD0B09B3185}" srcId="{A845F2A7-14CB-4E54-A324-EA83F3B5E365}" destId="{42100311-DC93-44B0-9969-CF7904153190}" srcOrd="0" destOrd="0" parTransId="{276A2620-9A91-4D1A-B329-7E3DAD83C499}" sibTransId="{D948B468-8E11-41D0-A9C1-F80A66139941}"/>
    <dgm:cxn modelId="{5D1F4AC9-FC5A-47AF-9C88-4C25D1EC75E4}" srcId="{42100311-DC93-44B0-9969-CF7904153190}" destId="{4D7E749A-1940-4903-8555-091CD25EFCAE}" srcOrd="0" destOrd="0" parTransId="{4D8B1ACD-C41D-4233-B351-A573C5E08490}" sibTransId="{948DF89A-A3AF-477D-A069-128E83E3EE4A}"/>
    <dgm:cxn modelId="{DB3B7BE5-7062-4B38-9F72-5980A2522C1A}" type="presOf" srcId="{3CB97AB0-131E-4BA3-847E-9A36AAC8D2DF}" destId="{571E6C65-C909-4E30-B384-1525D94B4EFA}" srcOrd="0" destOrd="0" presId="urn:microsoft.com/office/officeart/2008/layout/CaptionedPictures"/>
    <dgm:cxn modelId="{6B59E5F2-CEF2-45FA-A416-42A455233814}" type="presOf" srcId="{42100311-DC93-44B0-9969-CF7904153190}" destId="{7D034B64-3DB5-4ADB-A01B-11D1E9E59FB3}" srcOrd="0" destOrd="0" presId="urn:microsoft.com/office/officeart/2008/layout/CaptionedPictures"/>
    <dgm:cxn modelId="{6B3B47F3-E7D5-4B78-8A8E-7FFFCB6528E9}" type="presOf" srcId="{63ED93A1-C435-453B-8990-BF6C453548C7}" destId="{45B18F6D-8A39-4322-B6CE-3D49547457F7}" srcOrd="0" destOrd="0" presId="urn:microsoft.com/office/officeart/2008/layout/CaptionedPictures"/>
    <dgm:cxn modelId="{5F6404F9-D2C6-46BB-8518-A93EE35F00F9}" type="presOf" srcId="{A845F2A7-14CB-4E54-A324-EA83F3B5E365}" destId="{602D6709-3BB5-4BEF-B5A4-C0ABA27B1B75}" srcOrd="0" destOrd="0" presId="urn:microsoft.com/office/officeart/2008/layout/CaptionedPictures"/>
    <dgm:cxn modelId="{331D7F61-84DC-46BA-AA54-9E4A0EA4AABA}" type="presParOf" srcId="{602D6709-3BB5-4BEF-B5A4-C0ABA27B1B75}" destId="{4CD547D7-CFD6-4DB7-98EE-3FFD492F0633}" srcOrd="0" destOrd="0" presId="urn:microsoft.com/office/officeart/2008/layout/CaptionedPictures"/>
    <dgm:cxn modelId="{75911FD9-34C3-4DB9-829E-7FB384130C01}" type="presParOf" srcId="{4CD547D7-CFD6-4DB7-98EE-3FFD492F0633}" destId="{A80BEFFD-E723-42B5-AD3F-94E101FB26EB}" srcOrd="0" destOrd="0" presId="urn:microsoft.com/office/officeart/2008/layout/CaptionedPictures"/>
    <dgm:cxn modelId="{3B9DFCE8-4468-4EF7-9996-7BCFE87EA7C9}" type="presParOf" srcId="{4CD547D7-CFD6-4DB7-98EE-3FFD492F0633}" destId="{1791DF8E-B1EA-4D16-81C6-88B4BA0E94C8}" srcOrd="1" destOrd="0" presId="urn:microsoft.com/office/officeart/2008/layout/CaptionedPictures"/>
    <dgm:cxn modelId="{43D53DB2-3F41-484F-8A42-946146E4D768}" type="presParOf" srcId="{4CD547D7-CFD6-4DB7-98EE-3FFD492F0633}" destId="{5B43B2A7-5B0F-485C-A6F9-2596B64F76CA}" srcOrd="2" destOrd="0" presId="urn:microsoft.com/office/officeart/2008/layout/CaptionedPictures"/>
    <dgm:cxn modelId="{9CD29C49-42C6-486B-A894-CAEC1120002F}" type="presParOf" srcId="{5B43B2A7-5B0F-485C-A6F9-2596B64F76CA}" destId="{349A281D-838F-4C39-AA73-012A1EE1E6E3}" srcOrd="0" destOrd="0" presId="urn:microsoft.com/office/officeart/2008/layout/CaptionedPictures"/>
    <dgm:cxn modelId="{6A5EEDEB-EAD5-42FB-8FDB-E624D81ADDBA}" type="presParOf" srcId="{5B43B2A7-5B0F-485C-A6F9-2596B64F76CA}" destId="{7D034B64-3DB5-4ADB-A01B-11D1E9E59FB3}" srcOrd="1" destOrd="0" presId="urn:microsoft.com/office/officeart/2008/layout/CaptionedPictures"/>
    <dgm:cxn modelId="{45D49E90-BDDE-4D1B-897B-8CA724D1E2A7}" type="presParOf" srcId="{602D6709-3BB5-4BEF-B5A4-C0ABA27B1B75}" destId="{A86D58E4-19AA-4CC9-BB3A-5BF2822EF8FA}" srcOrd="1" destOrd="0" presId="urn:microsoft.com/office/officeart/2008/layout/CaptionedPictures"/>
    <dgm:cxn modelId="{8E4193D2-D176-4521-ABC7-DD297A4AB21C}" type="presParOf" srcId="{602D6709-3BB5-4BEF-B5A4-C0ABA27B1B75}" destId="{E3F7A106-C056-4BB1-959B-91315D88C468}" srcOrd="2" destOrd="0" presId="urn:microsoft.com/office/officeart/2008/layout/CaptionedPictures"/>
    <dgm:cxn modelId="{6CA89E0F-9D38-4AF4-861F-B67A11403AD8}" type="presParOf" srcId="{E3F7A106-C056-4BB1-959B-91315D88C468}" destId="{DF97FF61-9CC0-42CF-A547-4C859230ADF0}" srcOrd="0" destOrd="0" presId="urn:microsoft.com/office/officeart/2008/layout/CaptionedPictures"/>
    <dgm:cxn modelId="{3876D380-243C-40FC-AA2E-6B0BCE589118}" type="presParOf" srcId="{E3F7A106-C056-4BB1-959B-91315D88C468}" destId="{7E1B1685-1F1B-4650-805D-FEB2F2EF287C}" srcOrd="1" destOrd="0" presId="urn:microsoft.com/office/officeart/2008/layout/CaptionedPictures"/>
    <dgm:cxn modelId="{985FA7B1-FFE4-4AF8-845A-21F04DF74F42}" type="presParOf" srcId="{E3F7A106-C056-4BB1-959B-91315D88C468}" destId="{91B5AC5A-0E52-4640-A6E0-5568365D1BCD}" srcOrd="2" destOrd="0" presId="urn:microsoft.com/office/officeart/2008/layout/CaptionedPictures"/>
    <dgm:cxn modelId="{959E28E5-E331-4D62-A45A-87B11B9158E1}" type="presParOf" srcId="{91B5AC5A-0E52-4640-A6E0-5568365D1BCD}" destId="{45B18F6D-8A39-4322-B6CE-3D49547457F7}" srcOrd="0" destOrd="0" presId="urn:microsoft.com/office/officeart/2008/layout/CaptionedPictures"/>
    <dgm:cxn modelId="{7D804049-6842-4D76-977C-B27A0467643C}" type="presParOf" srcId="{91B5AC5A-0E52-4640-A6E0-5568365D1BCD}" destId="{571E6C65-C909-4E30-B384-1525D94B4EFA}" srcOrd="1" destOrd="0" presId="urn:microsoft.com/office/officeart/2008/layout/CaptionedPicture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48E95653-8B6E-4965-BAC0-2D3041589226}" type="doc">
      <dgm:prSet loTypeId="urn:microsoft.com/office/officeart/2005/8/layout/list1" loCatId="list" qsTypeId="urn:microsoft.com/office/officeart/2005/8/quickstyle/simple1" qsCatId="simple" csTypeId="urn:microsoft.com/office/officeart/2005/8/colors/accent0_2" csCatId="mainScheme" phldr="1"/>
      <dgm:spPr/>
      <dgm:t>
        <a:bodyPr/>
        <a:lstStyle/>
        <a:p>
          <a:endParaRPr lang="zh-CN" altLang="en-US"/>
        </a:p>
      </dgm:t>
    </dgm:pt>
    <dgm:pt modelId="{ADEAA5C7-6E49-47E3-9283-D3B9DED966C1}">
      <dgm:prSet phldrT="[文本]"/>
      <dgm:spPr/>
      <dgm:t>
        <a:bodyPr/>
        <a:lstStyle/>
        <a:p>
          <a:r>
            <a:rPr lang="en-US" altLang="en-US"/>
            <a:t>InnoDB</a:t>
          </a:r>
          <a:r>
            <a:rPr lang="zh-CN" altLang="en-US"/>
            <a:t>存储引擎</a:t>
          </a:r>
        </a:p>
      </dgm:t>
    </dgm:pt>
    <dgm:pt modelId="{1A300C24-E4F9-419C-8BB8-E589E2D9CABB}" type="parTrans" cxnId="{E56B540F-D364-4E8D-89D7-B0B7D0488C3A}">
      <dgm:prSet/>
      <dgm:spPr/>
      <dgm:t>
        <a:bodyPr/>
        <a:lstStyle/>
        <a:p>
          <a:endParaRPr lang="zh-CN" altLang="en-US"/>
        </a:p>
      </dgm:t>
    </dgm:pt>
    <dgm:pt modelId="{DA960D61-FCE5-447C-AE5F-2E5739E411B2}" type="sibTrans" cxnId="{E56B540F-D364-4E8D-89D7-B0B7D0488C3A}">
      <dgm:prSet/>
      <dgm:spPr/>
      <dgm:t>
        <a:bodyPr/>
        <a:lstStyle/>
        <a:p>
          <a:endParaRPr lang="zh-CN" altLang="en-US"/>
        </a:p>
      </dgm:t>
    </dgm:pt>
    <dgm:pt modelId="{8617F309-15CE-4E16-BC85-141855FBE3B2}">
      <dgm:prSet/>
      <dgm:spPr/>
      <dgm:t>
        <a:bodyPr/>
        <a:lstStyle/>
        <a:p>
          <a:r>
            <a:rPr lang="zh-CN" altLang="en-US"/>
            <a:t>创建表会生成两个文件：表结构文件</a:t>
          </a:r>
          <a:r>
            <a:rPr lang="en-US" altLang="en-US"/>
            <a:t>(.</a:t>
          </a:r>
          <a:r>
            <a:rPr lang="en-US" altLang="zh-CN"/>
            <a:t>frm</a:t>
          </a:r>
          <a:r>
            <a:rPr lang="en-US" altLang="en-US"/>
            <a:t>)+</a:t>
          </a:r>
          <a:r>
            <a:rPr lang="zh-CN" altLang="en-US"/>
            <a:t>表数据文件（</a:t>
          </a:r>
          <a:r>
            <a:rPr lang="en-US" altLang="en-US"/>
            <a:t>.</a:t>
          </a:r>
          <a:r>
            <a:rPr lang="en-US" altLang="zh-CN"/>
            <a:t>ibd</a:t>
          </a:r>
          <a:r>
            <a:rPr lang="zh-CN" altLang="en-US"/>
            <a:t>）</a:t>
          </a:r>
        </a:p>
      </dgm:t>
    </dgm:pt>
    <dgm:pt modelId="{AC997158-D62A-4899-BE8D-276110ABF048}" type="parTrans" cxnId="{FDD1F8D7-8EA4-4041-9B30-D1EDF4A5CFBC}">
      <dgm:prSet/>
      <dgm:spPr/>
      <dgm:t>
        <a:bodyPr/>
        <a:lstStyle/>
        <a:p>
          <a:endParaRPr lang="zh-CN" altLang="en-US"/>
        </a:p>
      </dgm:t>
    </dgm:pt>
    <dgm:pt modelId="{F6B13592-E550-45E9-AF52-458F920BDCE3}" type="sibTrans" cxnId="{FDD1F8D7-8EA4-4041-9B30-D1EDF4A5CFBC}">
      <dgm:prSet/>
      <dgm:spPr/>
      <dgm:t>
        <a:bodyPr/>
        <a:lstStyle/>
        <a:p>
          <a:endParaRPr lang="zh-CN" altLang="en-US"/>
        </a:p>
      </dgm:t>
    </dgm:pt>
    <dgm:pt modelId="{4A4B92B2-B3D1-4E06-8896-A1A93EB9593A}">
      <dgm:prSet/>
      <dgm:spPr/>
      <dgm:t>
        <a:bodyPr/>
        <a:lstStyle/>
        <a:p>
          <a:r>
            <a:rPr lang="en-US" altLang="en-US"/>
            <a:t>MyISAM</a:t>
          </a:r>
          <a:r>
            <a:rPr lang="zh-CN" altLang="en-US"/>
            <a:t>存储引擎</a:t>
          </a:r>
        </a:p>
      </dgm:t>
    </dgm:pt>
    <dgm:pt modelId="{95561900-B037-405A-ABD4-A1C642DFA750}" type="parTrans" cxnId="{13F32FD4-01C2-43A8-BDB8-295CDFFBFC65}">
      <dgm:prSet/>
      <dgm:spPr/>
      <dgm:t>
        <a:bodyPr/>
        <a:lstStyle/>
        <a:p>
          <a:endParaRPr lang="zh-CN" altLang="en-US"/>
        </a:p>
      </dgm:t>
    </dgm:pt>
    <dgm:pt modelId="{9C837CAB-0E16-451F-BA28-8B9E8DB59AF8}" type="sibTrans" cxnId="{13F32FD4-01C2-43A8-BDB8-295CDFFBFC65}">
      <dgm:prSet/>
      <dgm:spPr/>
      <dgm:t>
        <a:bodyPr/>
        <a:lstStyle/>
        <a:p>
          <a:endParaRPr lang="zh-CN" altLang="en-US"/>
        </a:p>
      </dgm:t>
    </dgm:pt>
    <dgm:pt modelId="{0D5AF1A2-9486-420E-ABFD-F8121E72C7D2}">
      <dgm:prSet/>
      <dgm:spPr/>
      <dgm:t>
        <a:bodyPr/>
        <a:lstStyle/>
        <a:p>
          <a:r>
            <a:rPr lang="zh-CN" altLang="en-US"/>
            <a:t>表结构文件</a:t>
          </a:r>
          <a:r>
            <a:rPr lang="en-US" altLang="en-US"/>
            <a:t>(.frm)+</a:t>
          </a:r>
          <a:r>
            <a:rPr lang="zh-CN" altLang="en-US"/>
            <a:t>表数据文件</a:t>
          </a:r>
          <a:r>
            <a:rPr lang="en-US" altLang="en-US"/>
            <a:t>(.MYD)+</a:t>
          </a:r>
          <a:r>
            <a:rPr lang="zh-CN" altLang="en-US"/>
            <a:t>表索引文件</a:t>
          </a:r>
          <a:r>
            <a:rPr lang="en-US" altLang="en-US"/>
            <a:t>(.MYI)</a:t>
          </a:r>
          <a:endParaRPr lang="zh-CN" altLang="en-US"/>
        </a:p>
      </dgm:t>
    </dgm:pt>
    <dgm:pt modelId="{BB1D1088-4ACC-4CA6-880B-8D886522BBB6}" type="parTrans" cxnId="{7D271A5B-4FD7-4FC0-93E1-673118D75630}">
      <dgm:prSet/>
      <dgm:spPr/>
      <dgm:t>
        <a:bodyPr/>
        <a:lstStyle/>
        <a:p>
          <a:endParaRPr lang="zh-CN" altLang="en-US"/>
        </a:p>
      </dgm:t>
    </dgm:pt>
    <dgm:pt modelId="{7F849F53-0FEF-463E-A818-75D76902BDF1}" type="sibTrans" cxnId="{7D271A5B-4FD7-4FC0-93E1-673118D75630}">
      <dgm:prSet/>
      <dgm:spPr/>
      <dgm:t>
        <a:bodyPr/>
        <a:lstStyle/>
        <a:p>
          <a:endParaRPr lang="zh-CN" altLang="en-US"/>
        </a:p>
      </dgm:t>
    </dgm:pt>
    <dgm:pt modelId="{57111E97-D091-4904-9F5C-FF1805D95B52}">
      <dgm:prSet/>
      <dgm:spPr/>
      <dgm:t>
        <a:bodyPr/>
        <a:lstStyle/>
        <a:p>
          <a:r>
            <a:rPr lang="en-US" altLang="en-US"/>
            <a:t>MEMO</a:t>
          </a:r>
          <a:r>
            <a:rPr lang="en-US" altLang="zh-CN"/>
            <a:t>R</a:t>
          </a:r>
          <a:r>
            <a:rPr lang="en-US" altLang="en-US"/>
            <a:t>Y</a:t>
          </a:r>
          <a:r>
            <a:rPr lang="zh-CN" altLang="en-US"/>
            <a:t>存储引擎</a:t>
          </a:r>
        </a:p>
      </dgm:t>
    </dgm:pt>
    <dgm:pt modelId="{E9F093C6-9DCF-4577-A12F-63C7BA12C77A}" type="parTrans" cxnId="{D6A1E0A9-F80C-4874-BF31-CCEB41545943}">
      <dgm:prSet/>
      <dgm:spPr/>
      <dgm:t>
        <a:bodyPr/>
        <a:lstStyle/>
        <a:p>
          <a:endParaRPr lang="zh-CN" altLang="en-US"/>
        </a:p>
      </dgm:t>
    </dgm:pt>
    <dgm:pt modelId="{1422672E-EE66-46CC-A905-160C8CAA2FC5}" type="sibTrans" cxnId="{D6A1E0A9-F80C-4874-BF31-CCEB41545943}">
      <dgm:prSet/>
      <dgm:spPr/>
      <dgm:t>
        <a:bodyPr/>
        <a:lstStyle/>
        <a:p>
          <a:endParaRPr lang="zh-CN" altLang="en-US"/>
        </a:p>
      </dgm:t>
    </dgm:pt>
    <dgm:pt modelId="{3E01939A-BC6D-491C-813B-1DD496EBADC7}">
      <dgm:prSet/>
      <dgm:spPr/>
      <dgm:t>
        <a:bodyPr/>
        <a:lstStyle/>
        <a:p>
          <a:r>
            <a:rPr lang="en-US" altLang="en-US"/>
            <a:t>Archive</a:t>
          </a:r>
          <a:r>
            <a:rPr lang="zh-CN" altLang="en-US"/>
            <a:t>存储引擎</a:t>
          </a:r>
        </a:p>
      </dgm:t>
    </dgm:pt>
    <dgm:pt modelId="{5C526FBB-EE96-478B-97A1-0510D3690E78}" type="parTrans" cxnId="{6B5FC97F-B505-4EE8-B0C1-12B94170FA03}">
      <dgm:prSet/>
      <dgm:spPr/>
      <dgm:t>
        <a:bodyPr/>
        <a:lstStyle/>
        <a:p>
          <a:endParaRPr lang="zh-CN" altLang="en-US"/>
        </a:p>
      </dgm:t>
    </dgm:pt>
    <dgm:pt modelId="{581BF4BD-D282-4572-A922-BDA8B7879CDA}" type="sibTrans" cxnId="{6B5FC97F-B505-4EE8-B0C1-12B94170FA03}">
      <dgm:prSet/>
      <dgm:spPr/>
      <dgm:t>
        <a:bodyPr/>
        <a:lstStyle/>
        <a:p>
          <a:endParaRPr lang="zh-CN" altLang="en-US"/>
        </a:p>
      </dgm:t>
    </dgm:pt>
    <dgm:pt modelId="{81D91029-08D0-422A-8BC3-2DDFC0104A42}">
      <dgm:prSet/>
      <dgm:spPr/>
      <dgm:t>
        <a:bodyPr/>
        <a:lstStyle/>
        <a:p>
          <a:r>
            <a:rPr lang="zh-CN" altLang="en-US"/>
            <a:t>高并发时，</a:t>
          </a:r>
          <a:r>
            <a:rPr lang="zh-CN" altLang="en-US" b="1"/>
            <a:t>临时存放数据</a:t>
          </a:r>
          <a:r>
            <a:rPr lang="zh-CN" altLang="en-US"/>
            <a:t>，不需要高的安全性，作为查询的中间存储</a:t>
          </a:r>
        </a:p>
      </dgm:t>
    </dgm:pt>
    <dgm:pt modelId="{3F82C751-3444-466C-A68B-495939DA6A86}" type="parTrans" cxnId="{133F951A-B7F5-4177-BB13-9B1B6567F13A}">
      <dgm:prSet/>
      <dgm:spPr/>
      <dgm:t>
        <a:bodyPr/>
        <a:lstStyle/>
        <a:p>
          <a:endParaRPr lang="zh-CN" altLang="en-US"/>
        </a:p>
      </dgm:t>
    </dgm:pt>
    <dgm:pt modelId="{0EF2FCDD-EC86-4CE1-B28F-6C6140B3262B}" type="sibTrans" cxnId="{133F951A-B7F5-4177-BB13-9B1B6567F13A}">
      <dgm:prSet/>
      <dgm:spPr/>
      <dgm:t>
        <a:bodyPr/>
        <a:lstStyle/>
        <a:p>
          <a:endParaRPr lang="zh-CN" altLang="en-US"/>
        </a:p>
      </dgm:t>
    </dgm:pt>
    <dgm:pt modelId="{F5814538-F24C-4009-93BA-00E389DF48D0}">
      <dgm:prSet/>
      <dgm:spPr/>
      <dgm:t>
        <a:bodyPr/>
        <a:lstStyle/>
        <a:p>
          <a:r>
            <a:rPr lang="zh-CN" altLang="en-US" b="1"/>
            <a:t>只有</a:t>
          </a:r>
          <a:r>
            <a:rPr lang="en-US" altLang="en-US" b="1"/>
            <a:t>select</a:t>
          </a:r>
          <a:r>
            <a:rPr lang="zh-CN" altLang="en-US" b="1"/>
            <a:t>和</a:t>
          </a:r>
          <a:r>
            <a:rPr lang="en-US" altLang="en-US" b="1"/>
            <a:t>insert</a:t>
          </a:r>
          <a:r>
            <a:rPr lang="zh-CN" altLang="en-US" b="1"/>
            <a:t>操作</a:t>
          </a:r>
          <a:r>
            <a:rPr lang="zh-CN" altLang="en-US"/>
            <a:t>，支持</a:t>
          </a:r>
          <a:r>
            <a:rPr lang="zh-CN" altLang="en-US" b="1"/>
            <a:t>高并发</a:t>
          </a:r>
          <a:r>
            <a:rPr lang="zh-CN" altLang="en-US"/>
            <a:t>的插入，非常适合存储归档数据，如记录日志信息</a:t>
          </a:r>
        </a:p>
      </dgm:t>
    </dgm:pt>
    <dgm:pt modelId="{78FF013C-E515-42A6-A636-F5F8F3CAFCAA}" type="parTrans" cxnId="{F5967B8B-0446-43C0-A15A-D093CDAF523B}">
      <dgm:prSet/>
      <dgm:spPr/>
      <dgm:t>
        <a:bodyPr/>
        <a:lstStyle/>
        <a:p>
          <a:endParaRPr lang="zh-CN" altLang="en-US"/>
        </a:p>
      </dgm:t>
    </dgm:pt>
    <dgm:pt modelId="{D2C59E04-23D6-4467-8088-4AB20D1C88CF}" type="sibTrans" cxnId="{F5967B8B-0446-43C0-A15A-D093CDAF523B}">
      <dgm:prSet/>
      <dgm:spPr/>
      <dgm:t>
        <a:bodyPr/>
        <a:lstStyle/>
        <a:p>
          <a:endParaRPr lang="zh-CN" altLang="en-US"/>
        </a:p>
      </dgm:t>
    </dgm:pt>
    <dgm:pt modelId="{8073B985-BD64-4FAD-91B7-385803F95CD7}">
      <dgm:prSet phldrT="[文本]"/>
      <dgm:spPr/>
      <dgm:t>
        <a:bodyPr/>
        <a:lstStyle/>
        <a:p>
          <a:r>
            <a:rPr lang="zh-CN" altLang="en-US"/>
            <a:t>支持</a:t>
          </a:r>
          <a:r>
            <a:rPr lang="zh-CN" altLang="en-US" b="1"/>
            <a:t>事务</a:t>
          </a:r>
          <a:r>
            <a:rPr lang="zh-CN" altLang="en-US"/>
            <a:t>、</a:t>
          </a:r>
          <a:r>
            <a:rPr lang="zh-CN" altLang="en-US" b="1"/>
            <a:t>外键</a:t>
          </a:r>
          <a:r>
            <a:rPr lang="zh-CN" altLang="en-US"/>
            <a:t>和</a:t>
          </a:r>
          <a:r>
            <a:rPr lang="zh-CN" altLang="en-US" b="1"/>
            <a:t>行级的锁定</a:t>
          </a:r>
          <a:r>
            <a:rPr lang="zh-CN" altLang="en-US"/>
            <a:t>；但效率低</a:t>
          </a:r>
        </a:p>
      </dgm:t>
    </dgm:pt>
    <dgm:pt modelId="{D4A9879F-D89E-4786-811A-A285D001B93C}" type="parTrans" cxnId="{9AF9D351-C8E6-42A5-A4B2-05425B0DA501}">
      <dgm:prSet/>
      <dgm:spPr/>
      <dgm:t>
        <a:bodyPr/>
        <a:lstStyle/>
        <a:p>
          <a:endParaRPr lang="zh-CN" altLang="en-US"/>
        </a:p>
      </dgm:t>
    </dgm:pt>
    <dgm:pt modelId="{3F20AE00-D9CE-49F6-B8ED-524C19BC5FA6}" type="sibTrans" cxnId="{9AF9D351-C8E6-42A5-A4B2-05425B0DA501}">
      <dgm:prSet/>
      <dgm:spPr/>
      <dgm:t>
        <a:bodyPr/>
        <a:lstStyle/>
        <a:p>
          <a:endParaRPr lang="zh-CN" altLang="en-US"/>
        </a:p>
      </dgm:t>
    </dgm:pt>
    <dgm:pt modelId="{3181E4B9-42DC-467F-9EE3-48956FDEEAE4}">
      <dgm:prSet/>
      <dgm:spPr/>
      <dgm:t>
        <a:bodyPr/>
        <a:lstStyle/>
        <a:p>
          <a:r>
            <a:rPr lang="zh-CN" altLang="en-US"/>
            <a:t>强调</a:t>
          </a:r>
          <a:r>
            <a:rPr lang="zh-CN" altLang="en-US" b="1"/>
            <a:t>性能</a:t>
          </a:r>
          <a:r>
            <a:rPr lang="zh-CN" altLang="en-US"/>
            <a:t>，</a:t>
          </a:r>
          <a:r>
            <a:rPr lang="zh-CN" altLang="en-US" b="1"/>
            <a:t>不支持事务处理</a:t>
          </a:r>
        </a:p>
      </dgm:t>
    </dgm:pt>
    <dgm:pt modelId="{FF30ED10-AFC6-454B-A38A-B4B0D9AACDE9}" type="parTrans" cxnId="{C9B6F9F3-9F77-4878-9ACD-1D33B6395BD1}">
      <dgm:prSet/>
      <dgm:spPr/>
      <dgm:t>
        <a:bodyPr/>
        <a:lstStyle/>
        <a:p>
          <a:endParaRPr lang="zh-CN" altLang="en-US"/>
        </a:p>
      </dgm:t>
    </dgm:pt>
    <dgm:pt modelId="{0AAA8DD4-938A-4C10-8C8D-827CC6A891D5}" type="sibTrans" cxnId="{C9B6F9F3-9F77-4878-9ACD-1D33B6395BD1}">
      <dgm:prSet/>
      <dgm:spPr/>
      <dgm:t>
        <a:bodyPr/>
        <a:lstStyle/>
        <a:p>
          <a:endParaRPr lang="zh-CN" altLang="en-US"/>
        </a:p>
      </dgm:t>
    </dgm:pt>
    <dgm:pt modelId="{6A570236-8D1A-4385-9F1F-7B62F3BD60F8}">
      <dgm:prSet/>
      <dgm:spPr/>
      <dgm:t>
        <a:bodyPr/>
        <a:lstStyle/>
        <a:p>
          <a:r>
            <a:rPr lang="zh-CN" altLang="en-US"/>
            <a:t>在</a:t>
          </a:r>
          <a:r>
            <a:rPr lang="en-US" altLang="en-US"/>
            <a:t>MySQL</a:t>
          </a:r>
          <a:r>
            <a:rPr lang="zh-CN" altLang="en-US"/>
            <a:t>数据目录下创建一个名为</a:t>
          </a:r>
          <a:r>
            <a:rPr lang="en-US" altLang="en-US"/>
            <a:t>ibdata1</a:t>
          </a:r>
          <a:r>
            <a:rPr lang="zh-CN" altLang="en-US"/>
            <a:t>的</a:t>
          </a:r>
          <a:r>
            <a:rPr lang="en-US" altLang="en-US"/>
            <a:t>10MB</a:t>
          </a:r>
          <a:r>
            <a:rPr lang="zh-CN" altLang="en-US"/>
            <a:t>大小的自动扩展数据文件，以及两个名为</a:t>
          </a:r>
          <a:r>
            <a:rPr lang="en-US" altLang="en-US"/>
            <a:t>ib_logfile0</a:t>
          </a:r>
          <a:r>
            <a:rPr lang="zh-CN" altLang="en-US"/>
            <a:t>和</a:t>
          </a:r>
          <a:r>
            <a:rPr lang="en-US" altLang="en-US"/>
            <a:t>ib_logfile1</a:t>
          </a:r>
          <a:r>
            <a:rPr lang="zh-CN" altLang="en-US"/>
            <a:t>的</a:t>
          </a:r>
          <a:r>
            <a:rPr lang="en-US" altLang="en-US"/>
            <a:t>5MB</a:t>
          </a:r>
          <a:r>
            <a:rPr lang="zh-CN" altLang="en-US"/>
            <a:t>大小的日志文件</a:t>
          </a:r>
        </a:p>
      </dgm:t>
    </dgm:pt>
    <dgm:pt modelId="{2E553ECA-C076-4A89-8121-55B0F3D8F9BF}" type="parTrans" cxnId="{2713363A-C3B7-4CB2-BADA-1B68571CE3C6}">
      <dgm:prSet/>
      <dgm:spPr/>
      <dgm:t>
        <a:bodyPr/>
        <a:lstStyle/>
        <a:p>
          <a:endParaRPr lang="zh-CN" altLang="en-US"/>
        </a:p>
      </dgm:t>
    </dgm:pt>
    <dgm:pt modelId="{693AB2CC-EC3D-4ACE-B7D7-B67F475C5B7B}" type="sibTrans" cxnId="{2713363A-C3B7-4CB2-BADA-1B68571CE3C6}">
      <dgm:prSet/>
      <dgm:spPr/>
      <dgm:t>
        <a:bodyPr/>
        <a:lstStyle/>
        <a:p>
          <a:endParaRPr lang="zh-CN" altLang="en-US"/>
        </a:p>
      </dgm:t>
    </dgm:pt>
    <dgm:pt modelId="{0FC7D37E-00E9-4864-B6EA-CC53B82B3D8A}" type="pres">
      <dgm:prSet presAssocID="{48E95653-8B6E-4965-BAC0-2D3041589226}" presName="linear" presStyleCnt="0">
        <dgm:presLayoutVars>
          <dgm:dir/>
          <dgm:animLvl val="lvl"/>
          <dgm:resizeHandles val="exact"/>
        </dgm:presLayoutVars>
      </dgm:prSet>
      <dgm:spPr/>
    </dgm:pt>
    <dgm:pt modelId="{03147877-A5CC-4796-926D-31EDC0DD31DA}" type="pres">
      <dgm:prSet presAssocID="{ADEAA5C7-6E49-47E3-9283-D3B9DED966C1}" presName="parentLin" presStyleCnt="0"/>
      <dgm:spPr/>
    </dgm:pt>
    <dgm:pt modelId="{1B09D105-73B2-48DC-9FEF-D6C154455947}" type="pres">
      <dgm:prSet presAssocID="{ADEAA5C7-6E49-47E3-9283-D3B9DED966C1}" presName="parentLeftMargin" presStyleLbl="node1" presStyleIdx="0" presStyleCnt="4"/>
      <dgm:spPr/>
    </dgm:pt>
    <dgm:pt modelId="{5800BB70-6A58-4900-9D85-D69088E6EAB7}" type="pres">
      <dgm:prSet presAssocID="{ADEAA5C7-6E49-47E3-9283-D3B9DED966C1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9407A0EA-07CC-4177-B49B-E4432C9D12E3}" type="pres">
      <dgm:prSet presAssocID="{ADEAA5C7-6E49-47E3-9283-D3B9DED966C1}" presName="negativeSpace" presStyleCnt="0"/>
      <dgm:spPr/>
    </dgm:pt>
    <dgm:pt modelId="{E3E28966-EBE7-4034-A927-3FC767EA3AA2}" type="pres">
      <dgm:prSet presAssocID="{ADEAA5C7-6E49-47E3-9283-D3B9DED966C1}" presName="childText" presStyleLbl="conFgAcc1" presStyleIdx="0" presStyleCnt="4">
        <dgm:presLayoutVars>
          <dgm:bulletEnabled val="1"/>
        </dgm:presLayoutVars>
      </dgm:prSet>
      <dgm:spPr/>
    </dgm:pt>
    <dgm:pt modelId="{4E084045-05B9-4B74-B4AF-055DA55614E4}" type="pres">
      <dgm:prSet presAssocID="{DA960D61-FCE5-447C-AE5F-2E5739E411B2}" presName="spaceBetweenRectangles" presStyleCnt="0"/>
      <dgm:spPr/>
    </dgm:pt>
    <dgm:pt modelId="{6C326E27-24EB-4A15-976D-9563CF9DE2B1}" type="pres">
      <dgm:prSet presAssocID="{4A4B92B2-B3D1-4E06-8896-A1A93EB9593A}" presName="parentLin" presStyleCnt="0"/>
      <dgm:spPr/>
    </dgm:pt>
    <dgm:pt modelId="{B35CAE77-ABB7-48C1-9699-A9BDDB522AA7}" type="pres">
      <dgm:prSet presAssocID="{4A4B92B2-B3D1-4E06-8896-A1A93EB9593A}" presName="parentLeftMargin" presStyleLbl="node1" presStyleIdx="0" presStyleCnt="4"/>
      <dgm:spPr/>
    </dgm:pt>
    <dgm:pt modelId="{328E2BB3-7399-4071-A562-3D26BD342718}" type="pres">
      <dgm:prSet presAssocID="{4A4B92B2-B3D1-4E06-8896-A1A93EB9593A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A469DC1B-9911-4F34-A60E-30B113BE6D06}" type="pres">
      <dgm:prSet presAssocID="{4A4B92B2-B3D1-4E06-8896-A1A93EB9593A}" presName="negativeSpace" presStyleCnt="0"/>
      <dgm:spPr/>
    </dgm:pt>
    <dgm:pt modelId="{F9A1BEE2-888F-4349-96F9-8A55D69CECC9}" type="pres">
      <dgm:prSet presAssocID="{4A4B92B2-B3D1-4E06-8896-A1A93EB9593A}" presName="childText" presStyleLbl="conFgAcc1" presStyleIdx="1" presStyleCnt="4">
        <dgm:presLayoutVars>
          <dgm:bulletEnabled val="1"/>
        </dgm:presLayoutVars>
      </dgm:prSet>
      <dgm:spPr/>
    </dgm:pt>
    <dgm:pt modelId="{F9918735-E3AE-4B40-B8D5-931BFC7421E3}" type="pres">
      <dgm:prSet presAssocID="{9C837CAB-0E16-451F-BA28-8B9E8DB59AF8}" presName="spaceBetweenRectangles" presStyleCnt="0"/>
      <dgm:spPr/>
    </dgm:pt>
    <dgm:pt modelId="{E6EDBB27-EA21-4BCA-94FE-B41FE28C1669}" type="pres">
      <dgm:prSet presAssocID="{57111E97-D091-4904-9F5C-FF1805D95B52}" presName="parentLin" presStyleCnt="0"/>
      <dgm:spPr/>
    </dgm:pt>
    <dgm:pt modelId="{AD22ECD3-D33B-4311-B295-88434A6AEE7E}" type="pres">
      <dgm:prSet presAssocID="{57111E97-D091-4904-9F5C-FF1805D95B52}" presName="parentLeftMargin" presStyleLbl="node1" presStyleIdx="1" presStyleCnt="4"/>
      <dgm:spPr/>
    </dgm:pt>
    <dgm:pt modelId="{E7B0511D-2D67-4207-8679-A2D4B8B0427C}" type="pres">
      <dgm:prSet presAssocID="{57111E97-D091-4904-9F5C-FF1805D95B52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6B31796F-F735-4C17-88A2-19F1ADA0FEC5}" type="pres">
      <dgm:prSet presAssocID="{57111E97-D091-4904-9F5C-FF1805D95B52}" presName="negativeSpace" presStyleCnt="0"/>
      <dgm:spPr/>
    </dgm:pt>
    <dgm:pt modelId="{4C9DFC5D-50EA-4FDD-9FF0-B21638A58682}" type="pres">
      <dgm:prSet presAssocID="{57111E97-D091-4904-9F5C-FF1805D95B52}" presName="childText" presStyleLbl="conFgAcc1" presStyleIdx="2" presStyleCnt="4">
        <dgm:presLayoutVars>
          <dgm:bulletEnabled val="1"/>
        </dgm:presLayoutVars>
      </dgm:prSet>
      <dgm:spPr/>
    </dgm:pt>
    <dgm:pt modelId="{6A3158F1-7B80-4ECE-A3D8-47F5E239EF29}" type="pres">
      <dgm:prSet presAssocID="{1422672E-EE66-46CC-A905-160C8CAA2FC5}" presName="spaceBetweenRectangles" presStyleCnt="0"/>
      <dgm:spPr/>
    </dgm:pt>
    <dgm:pt modelId="{EBA514A6-F54A-4AD1-A37E-9AD668BC6A8F}" type="pres">
      <dgm:prSet presAssocID="{3E01939A-BC6D-491C-813B-1DD496EBADC7}" presName="parentLin" presStyleCnt="0"/>
      <dgm:spPr/>
    </dgm:pt>
    <dgm:pt modelId="{22868A21-DB06-40F1-9465-DE3D8BA82C55}" type="pres">
      <dgm:prSet presAssocID="{3E01939A-BC6D-491C-813B-1DD496EBADC7}" presName="parentLeftMargin" presStyleLbl="node1" presStyleIdx="2" presStyleCnt="4"/>
      <dgm:spPr/>
    </dgm:pt>
    <dgm:pt modelId="{B7FA1771-F8F0-477E-AD04-3E9234C3BF8E}" type="pres">
      <dgm:prSet presAssocID="{3E01939A-BC6D-491C-813B-1DD496EBADC7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857FB81D-5870-4D60-AB26-5DFC63743EA3}" type="pres">
      <dgm:prSet presAssocID="{3E01939A-BC6D-491C-813B-1DD496EBADC7}" presName="negativeSpace" presStyleCnt="0"/>
      <dgm:spPr/>
    </dgm:pt>
    <dgm:pt modelId="{2AB77747-5D62-4899-8F36-BC679AAEF8F3}" type="pres">
      <dgm:prSet presAssocID="{3E01939A-BC6D-491C-813B-1DD496EBADC7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6528FC05-3F6B-4D23-8167-C6A460CE9447}" type="presOf" srcId="{6A570236-8D1A-4385-9F1F-7B62F3BD60F8}" destId="{E3E28966-EBE7-4034-A927-3FC767EA3AA2}" srcOrd="0" destOrd="2" presId="urn:microsoft.com/office/officeart/2005/8/layout/list1"/>
    <dgm:cxn modelId="{E56B540F-D364-4E8D-89D7-B0B7D0488C3A}" srcId="{48E95653-8B6E-4965-BAC0-2D3041589226}" destId="{ADEAA5C7-6E49-47E3-9283-D3B9DED966C1}" srcOrd="0" destOrd="0" parTransId="{1A300C24-E4F9-419C-8BB8-E589E2D9CABB}" sibTransId="{DA960D61-FCE5-447C-AE5F-2E5739E411B2}"/>
    <dgm:cxn modelId="{133F951A-B7F5-4177-BB13-9B1B6567F13A}" srcId="{57111E97-D091-4904-9F5C-FF1805D95B52}" destId="{81D91029-08D0-422A-8BC3-2DDFC0104A42}" srcOrd="0" destOrd="0" parTransId="{3F82C751-3444-466C-A68B-495939DA6A86}" sibTransId="{0EF2FCDD-EC86-4CE1-B28F-6C6140B3262B}"/>
    <dgm:cxn modelId="{07BC0921-15F2-477A-8FA8-B20C9D7DE496}" type="presOf" srcId="{ADEAA5C7-6E49-47E3-9283-D3B9DED966C1}" destId="{1B09D105-73B2-48DC-9FEF-D6C154455947}" srcOrd="0" destOrd="0" presId="urn:microsoft.com/office/officeart/2005/8/layout/list1"/>
    <dgm:cxn modelId="{84251838-C974-4898-950E-C7C20F6D8E01}" type="presOf" srcId="{4A4B92B2-B3D1-4E06-8896-A1A93EB9593A}" destId="{B35CAE77-ABB7-48C1-9699-A9BDDB522AA7}" srcOrd="0" destOrd="0" presId="urn:microsoft.com/office/officeart/2005/8/layout/list1"/>
    <dgm:cxn modelId="{2713363A-C3B7-4CB2-BADA-1B68571CE3C6}" srcId="{ADEAA5C7-6E49-47E3-9283-D3B9DED966C1}" destId="{6A570236-8D1A-4385-9F1F-7B62F3BD60F8}" srcOrd="2" destOrd="0" parTransId="{2E553ECA-C076-4A89-8121-55B0F3D8F9BF}" sibTransId="{693AB2CC-EC3D-4ACE-B7D7-B67F475C5B7B}"/>
    <dgm:cxn modelId="{7D271A5B-4FD7-4FC0-93E1-673118D75630}" srcId="{4A4B92B2-B3D1-4E06-8896-A1A93EB9593A}" destId="{0D5AF1A2-9486-420E-ABFD-F8121E72C7D2}" srcOrd="1" destOrd="0" parTransId="{BB1D1088-4ACC-4CA6-880B-8D886522BBB6}" sibTransId="{7F849F53-0FEF-463E-A818-75D76902BDF1}"/>
    <dgm:cxn modelId="{81371543-AA14-424A-8C33-E64817C348D8}" type="presOf" srcId="{0D5AF1A2-9486-420E-ABFD-F8121E72C7D2}" destId="{F9A1BEE2-888F-4349-96F9-8A55D69CECC9}" srcOrd="0" destOrd="1" presId="urn:microsoft.com/office/officeart/2005/8/layout/list1"/>
    <dgm:cxn modelId="{AD898644-1A35-4E17-B828-C8A812AA0EC8}" type="presOf" srcId="{8617F309-15CE-4E16-BC85-141855FBE3B2}" destId="{E3E28966-EBE7-4034-A927-3FC767EA3AA2}" srcOrd="0" destOrd="1" presId="urn:microsoft.com/office/officeart/2005/8/layout/list1"/>
    <dgm:cxn modelId="{1ADC346F-4F95-4D3C-B114-8BAE88B7D288}" type="presOf" srcId="{3181E4B9-42DC-467F-9EE3-48956FDEEAE4}" destId="{F9A1BEE2-888F-4349-96F9-8A55D69CECC9}" srcOrd="0" destOrd="0" presId="urn:microsoft.com/office/officeart/2005/8/layout/list1"/>
    <dgm:cxn modelId="{9AF9D351-C8E6-42A5-A4B2-05425B0DA501}" srcId="{ADEAA5C7-6E49-47E3-9283-D3B9DED966C1}" destId="{8073B985-BD64-4FAD-91B7-385803F95CD7}" srcOrd="0" destOrd="0" parTransId="{D4A9879F-D89E-4786-811A-A285D001B93C}" sibTransId="{3F20AE00-D9CE-49F6-B8ED-524C19BC5FA6}"/>
    <dgm:cxn modelId="{ACDC1877-9674-41CF-AEEF-256B808B5CF2}" type="presOf" srcId="{57111E97-D091-4904-9F5C-FF1805D95B52}" destId="{E7B0511D-2D67-4207-8679-A2D4B8B0427C}" srcOrd="1" destOrd="0" presId="urn:microsoft.com/office/officeart/2005/8/layout/list1"/>
    <dgm:cxn modelId="{46D30779-7DAB-4725-AF68-8A4403FBDAA9}" type="presOf" srcId="{57111E97-D091-4904-9F5C-FF1805D95B52}" destId="{AD22ECD3-D33B-4311-B295-88434A6AEE7E}" srcOrd="0" destOrd="0" presId="urn:microsoft.com/office/officeart/2005/8/layout/list1"/>
    <dgm:cxn modelId="{5C01B159-C557-4E77-A289-39CEB29397E9}" type="presOf" srcId="{F5814538-F24C-4009-93BA-00E389DF48D0}" destId="{2AB77747-5D62-4899-8F36-BC679AAEF8F3}" srcOrd="0" destOrd="0" presId="urn:microsoft.com/office/officeart/2005/8/layout/list1"/>
    <dgm:cxn modelId="{6B5FC97F-B505-4EE8-B0C1-12B94170FA03}" srcId="{48E95653-8B6E-4965-BAC0-2D3041589226}" destId="{3E01939A-BC6D-491C-813B-1DD496EBADC7}" srcOrd="3" destOrd="0" parTransId="{5C526FBB-EE96-478B-97A1-0510D3690E78}" sibTransId="{581BF4BD-D282-4572-A922-BDA8B7879CDA}"/>
    <dgm:cxn modelId="{5630C685-2E84-493A-800D-F00613EF05EB}" type="presOf" srcId="{81D91029-08D0-422A-8BC3-2DDFC0104A42}" destId="{4C9DFC5D-50EA-4FDD-9FF0-B21638A58682}" srcOrd="0" destOrd="0" presId="urn:microsoft.com/office/officeart/2005/8/layout/list1"/>
    <dgm:cxn modelId="{F9527C89-BD1B-437A-96B4-EBBCA9D550B4}" type="presOf" srcId="{4A4B92B2-B3D1-4E06-8896-A1A93EB9593A}" destId="{328E2BB3-7399-4071-A562-3D26BD342718}" srcOrd="1" destOrd="0" presId="urn:microsoft.com/office/officeart/2005/8/layout/list1"/>
    <dgm:cxn modelId="{F5967B8B-0446-43C0-A15A-D093CDAF523B}" srcId="{3E01939A-BC6D-491C-813B-1DD496EBADC7}" destId="{F5814538-F24C-4009-93BA-00E389DF48D0}" srcOrd="0" destOrd="0" parTransId="{78FF013C-E515-42A6-A636-F5F8F3CAFCAA}" sibTransId="{D2C59E04-23D6-4467-8088-4AB20D1C88CF}"/>
    <dgm:cxn modelId="{EC4D8492-8059-4C49-8720-4C74276869E9}" type="presOf" srcId="{8073B985-BD64-4FAD-91B7-385803F95CD7}" destId="{E3E28966-EBE7-4034-A927-3FC767EA3AA2}" srcOrd="0" destOrd="0" presId="urn:microsoft.com/office/officeart/2005/8/layout/list1"/>
    <dgm:cxn modelId="{D6A1E0A9-F80C-4874-BF31-CCEB41545943}" srcId="{48E95653-8B6E-4965-BAC0-2D3041589226}" destId="{57111E97-D091-4904-9F5C-FF1805D95B52}" srcOrd="2" destOrd="0" parTransId="{E9F093C6-9DCF-4577-A12F-63C7BA12C77A}" sibTransId="{1422672E-EE66-46CC-A905-160C8CAA2FC5}"/>
    <dgm:cxn modelId="{13F32FD4-01C2-43A8-BDB8-295CDFFBFC65}" srcId="{48E95653-8B6E-4965-BAC0-2D3041589226}" destId="{4A4B92B2-B3D1-4E06-8896-A1A93EB9593A}" srcOrd="1" destOrd="0" parTransId="{95561900-B037-405A-ABD4-A1C642DFA750}" sibTransId="{9C837CAB-0E16-451F-BA28-8B9E8DB59AF8}"/>
    <dgm:cxn modelId="{FDD1F8D7-8EA4-4041-9B30-D1EDF4A5CFBC}" srcId="{ADEAA5C7-6E49-47E3-9283-D3B9DED966C1}" destId="{8617F309-15CE-4E16-BC85-141855FBE3B2}" srcOrd="1" destOrd="0" parTransId="{AC997158-D62A-4899-BE8D-276110ABF048}" sibTransId="{F6B13592-E550-45E9-AF52-458F920BDCE3}"/>
    <dgm:cxn modelId="{C38450D8-5145-43F9-A480-39DC5942F178}" type="presOf" srcId="{ADEAA5C7-6E49-47E3-9283-D3B9DED966C1}" destId="{5800BB70-6A58-4900-9D85-D69088E6EAB7}" srcOrd="1" destOrd="0" presId="urn:microsoft.com/office/officeart/2005/8/layout/list1"/>
    <dgm:cxn modelId="{794886E7-98D4-4B0E-A98C-236E5389A748}" type="presOf" srcId="{3E01939A-BC6D-491C-813B-1DD496EBADC7}" destId="{B7FA1771-F8F0-477E-AD04-3E9234C3BF8E}" srcOrd="1" destOrd="0" presId="urn:microsoft.com/office/officeart/2005/8/layout/list1"/>
    <dgm:cxn modelId="{BE5938E9-714C-4303-BAB3-63753F7F473C}" type="presOf" srcId="{3E01939A-BC6D-491C-813B-1DD496EBADC7}" destId="{22868A21-DB06-40F1-9465-DE3D8BA82C55}" srcOrd="0" destOrd="0" presId="urn:microsoft.com/office/officeart/2005/8/layout/list1"/>
    <dgm:cxn modelId="{BBEBC4EE-1F53-4FA9-BAF5-9F015995E8D4}" type="presOf" srcId="{48E95653-8B6E-4965-BAC0-2D3041589226}" destId="{0FC7D37E-00E9-4864-B6EA-CC53B82B3D8A}" srcOrd="0" destOrd="0" presId="urn:microsoft.com/office/officeart/2005/8/layout/list1"/>
    <dgm:cxn modelId="{C9B6F9F3-9F77-4878-9ACD-1D33B6395BD1}" srcId="{4A4B92B2-B3D1-4E06-8896-A1A93EB9593A}" destId="{3181E4B9-42DC-467F-9EE3-48956FDEEAE4}" srcOrd="0" destOrd="0" parTransId="{FF30ED10-AFC6-454B-A38A-B4B0D9AACDE9}" sibTransId="{0AAA8DD4-938A-4C10-8C8D-827CC6A891D5}"/>
    <dgm:cxn modelId="{9879CE75-4EF5-48D4-AF21-479F92028823}" type="presParOf" srcId="{0FC7D37E-00E9-4864-B6EA-CC53B82B3D8A}" destId="{03147877-A5CC-4796-926D-31EDC0DD31DA}" srcOrd="0" destOrd="0" presId="urn:microsoft.com/office/officeart/2005/8/layout/list1"/>
    <dgm:cxn modelId="{49B3D68C-E09D-4BED-9EF5-70E91A576E36}" type="presParOf" srcId="{03147877-A5CC-4796-926D-31EDC0DD31DA}" destId="{1B09D105-73B2-48DC-9FEF-D6C154455947}" srcOrd="0" destOrd="0" presId="urn:microsoft.com/office/officeart/2005/8/layout/list1"/>
    <dgm:cxn modelId="{FBC08BF4-3E42-4DE7-9C93-186D7E916C24}" type="presParOf" srcId="{03147877-A5CC-4796-926D-31EDC0DD31DA}" destId="{5800BB70-6A58-4900-9D85-D69088E6EAB7}" srcOrd="1" destOrd="0" presId="urn:microsoft.com/office/officeart/2005/8/layout/list1"/>
    <dgm:cxn modelId="{536DBC8D-9A30-4DE9-AF2F-11A11FC5E7A6}" type="presParOf" srcId="{0FC7D37E-00E9-4864-B6EA-CC53B82B3D8A}" destId="{9407A0EA-07CC-4177-B49B-E4432C9D12E3}" srcOrd="1" destOrd="0" presId="urn:microsoft.com/office/officeart/2005/8/layout/list1"/>
    <dgm:cxn modelId="{06D56D4A-6023-4D1B-A89C-6B3DF0D677E4}" type="presParOf" srcId="{0FC7D37E-00E9-4864-B6EA-CC53B82B3D8A}" destId="{E3E28966-EBE7-4034-A927-3FC767EA3AA2}" srcOrd="2" destOrd="0" presId="urn:microsoft.com/office/officeart/2005/8/layout/list1"/>
    <dgm:cxn modelId="{D21409D4-B76B-4498-9ABD-09711EA86999}" type="presParOf" srcId="{0FC7D37E-00E9-4864-B6EA-CC53B82B3D8A}" destId="{4E084045-05B9-4B74-B4AF-055DA55614E4}" srcOrd="3" destOrd="0" presId="urn:microsoft.com/office/officeart/2005/8/layout/list1"/>
    <dgm:cxn modelId="{A9645776-C05F-44AA-BB50-901E07F33971}" type="presParOf" srcId="{0FC7D37E-00E9-4864-B6EA-CC53B82B3D8A}" destId="{6C326E27-24EB-4A15-976D-9563CF9DE2B1}" srcOrd="4" destOrd="0" presId="urn:microsoft.com/office/officeart/2005/8/layout/list1"/>
    <dgm:cxn modelId="{F2420C37-4F89-4C0D-9A46-52326B2FA9C4}" type="presParOf" srcId="{6C326E27-24EB-4A15-976D-9563CF9DE2B1}" destId="{B35CAE77-ABB7-48C1-9699-A9BDDB522AA7}" srcOrd="0" destOrd="0" presId="urn:microsoft.com/office/officeart/2005/8/layout/list1"/>
    <dgm:cxn modelId="{EA99B8F9-BB2E-42F8-887F-24664EAB8CB8}" type="presParOf" srcId="{6C326E27-24EB-4A15-976D-9563CF9DE2B1}" destId="{328E2BB3-7399-4071-A562-3D26BD342718}" srcOrd="1" destOrd="0" presId="urn:microsoft.com/office/officeart/2005/8/layout/list1"/>
    <dgm:cxn modelId="{6F4A77AD-01A6-4C0A-86F0-6131F89E5362}" type="presParOf" srcId="{0FC7D37E-00E9-4864-B6EA-CC53B82B3D8A}" destId="{A469DC1B-9911-4F34-A60E-30B113BE6D06}" srcOrd="5" destOrd="0" presId="urn:microsoft.com/office/officeart/2005/8/layout/list1"/>
    <dgm:cxn modelId="{48372A11-E4D4-43E0-84CB-1F5B5A1BCF87}" type="presParOf" srcId="{0FC7D37E-00E9-4864-B6EA-CC53B82B3D8A}" destId="{F9A1BEE2-888F-4349-96F9-8A55D69CECC9}" srcOrd="6" destOrd="0" presId="urn:microsoft.com/office/officeart/2005/8/layout/list1"/>
    <dgm:cxn modelId="{54C47BF2-096E-4361-B932-6B4A4E34E7B7}" type="presParOf" srcId="{0FC7D37E-00E9-4864-B6EA-CC53B82B3D8A}" destId="{F9918735-E3AE-4B40-B8D5-931BFC7421E3}" srcOrd="7" destOrd="0" presId="urn:microsoft.com/office/officeart/2005/8/layout/list1"/>
    <dgm:cxn modelId="{4D258C3B-715D-49D7-8465-4F6214957EEF}" type="presParOf" srcId="{0FC7D37E-00E9-4864-B6EA-CC53B82B3D8A}" destId="{E6EDBB27-EA21-4BCA-94FE-B41FE28C1669}" srcOrd="8" destOrd="0" presId="urn:microsoft.com/office/officeart/2005/8/layout/list1"/>
    <dgm:cxn modelId="{F5749AE0-984A-45FB-A52C-B013AC453805}" type="presParOf" srcId="{E6EDBB27-EA21-4BCA-94FE-B41FE28C1669}" destId="{AD22ECD3-D33B-4311-B295-88434A6AEE7E}" srcOrd="0" destOrd="0" presId="urn:microsoft.com/office/officeart/2005/8/layout/list1"/>
    <dgm:cxn modelId="{48B1633B-EC55-4E9A-8081-B61E8AEE0E89}" type="presParOf" srcId="{E6EDBB27-EA21-4BCA-94FE-B41FE28C1669}" destId="{E7B0511D-2D67-4207-8679-A2D4B8B0427C}" srcOrd="1" destOrd="0" presId="urn:microsoft.com/office/officeart/2005/8/layout/list1"/>
    <dgm:cxn modelId="{839EA466-AD6D-420A-AB16-1B86A963C59D}" type="presParOf" srcId="{0FC7D37E-00E9-4864-B6EA-CC53B82B3D8A}" destId="{6B31796F-F735-4C17-88A2-19F1ADA0FEC5}" srcOrd="9" destOrd="0" presId="urn:microsoft.com/office/officeart/2005/8/layout/list1"/>
    <dgm:cxn modelId="{D3A8B7FA-C603-4E3F-A337-475189B7D8D3}" type="presParOf" srcId="{0FC7D37E-00E9-4864-B6EA-CC53B82B3D8A}" destId="{4C9DFC5D-50EA-4FDD-9FF0-B21638A58682}" srcOrd="10" destOrd="0" presId="urn:microsoft.com/office/officeart/2005/8/layout/list1"/>
    <dgm:cxn modelId="{BAA81E5D-0DF3-41D9-833F-93842EBA2D02}" type="presParOf" srcId="{0FC7D37E-00E9-4864-B6EA-CC53B82B3D8A}" destId="{6A3158F1-7B80-4ECE-A3D8-47F5E239EF29}" srcOrd="11" destOrd="0" presId="urn:microsoft.com/office/officeart/2005/8/layout/list1"/>
    <dgm:cxn modelId="{40E40681-BFE5-45A5-AECB-7128F72AE37C}" type="presParOf" srcId="{0FC7D37E-00E9-4864-B6EA-CC53B82B3D8A}" destId="{EBA514A6-F54A-4AD1-A37E-9AD668BC6A8F}" srcOrd="12" destOrd="0" presId="urn:microsoft.com/office/officeart/2005/8/layout/list1"/>
    <dgm:cxn modelId="{4CF48C94-34C3-4BE3-8DCC-11D6563BB4D6}" type="presParOf" srcId="{EBA514A6-F54A-4AD1-A37E-9AD668BC6A8F}" destId="{22868A21-DB06-40F1-9465-DE3D8BA82C55}" srcOrd="0" destOrd="0" presId="urn:microsoft.com/office/officeart/2005/8/layout/list1"/>
    <dgm:cxn modelId="{F572F349-920A-4049-9B53-6555127CCD59}" type="presParOf" srcId="{EBA514A6-F54A-4AD1-A37E-9AD668BC6A8F}" destId="{B7FA1771-F8F0-477E-AD04-3E9234C3BF8E}" srcOrd="1" destOrd="0" presId="urn:microsoft.com/office/officeart/2005/8/layout/list1"/>
    <dgm:cxn modelId="{A1BC95BF-134A-41E0-A5A0-B834D2624FCD}" type="presParOf" srcId="{0FC7D37E-00E9-4864-B6EA-CC53B82B3D8A}" destId="{857FB81D-5870-4D60-AB26-5DFC63743EA3}" srcOrd="13" destOrd="0" presId="urn:microsoft.com/office/officeart/2005/8/layout/list1"/>
    <dgm:cxn modelId="{2A2948E5-2408-4384-8F2C-6B9795A2B55D}" type="presParOf" srcId="{0FC7D37E-00E9-4864-B6EA-CC53B82B3D8A}" destId="{2AB77747-5D62-4899-8F36-BC679AAEF8F3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48E95653-8B6E-4965-BAC0-2D3041589226}" type="doc">
      <dgm:prSet loTypeId="urn:microsoft.com/office/officeart/2005/8/layout/list1" loCatId="list" qsTypeId="urn:microsoft.com/office/officeart/2005/8/quickstyle/simple1" qsCatId="simple" csTypeId="urn:microsoft.com/office/officeart/2005/8/colors/accent0_2" csCatId="mainScheme" phldr="1"/>
      <dgm:spPr/>
      <dgm:t>
        <a:bodyPr/>
        <a:lstStyle/>
        <a:p>
          <a:endParaRPr lang="zh-CN" altLang="en-US"/>
        </a:p>
      </dgm:t>
    </dgm:pt>
    <dgm:pt modelId="{ADEAA5C7-6E49-47E3-9283-D3B9DED966C1}">
      <dgm:prSet phldrT="[文本]"/>
      <dgm:spPr/>
      <dgm:t>
        <a:bodyPr/>
        <a:lstStyle/>
        <a:p>
          <a:r>
            <a:rPr lang="en-US" altLang="en-US"/>
            <a:t>InnoDB</a:t>
          </a:r>
          <a:r>
            <a:rPr lang="zh-CN" altLang="en-US"/>
            <a:t>存储引擎</a:t>
          </a:r>
        </a:p>
      </dgm:t>
    </dgm:pt>
    <dgm:pt modelId="{1A300C24-E4F9-419C-8BB8-E589E2D9CABB}" type="parTrans" cxnId="{E56B540F-D364-4E8D-89D7-B0B7D0488C3A}">
      <dgm:prSet/>
      <dgm:spPr/>
      <dgm:t>
        <a:bodyPr/>
        <a:lstStyle/>
        <a:p>
          <a:endParaRPr lang="zh-CN" altLang="en-US"/>
        </a:p>
      </dgm:t>
    </dgm:pt>
    <dgm:pt modelId="{DA960D61-FCE5-447C-AE5F-2E5739E411B2}" type="sibTrans" cxnId="{E56B540F-D364-4E8D-89D7-B0B7D0488C3A}">
      <dgm:prSet/>
      <dgm:spPr/>
      <dgm:t>
        <a:bodyPr/>
        <a:lstStyle/>
        <a:p>
          <a:endParaRPr lang="zh-CN" altLang="en-US"/>
        </a:p>
      </dgm:t>
    </dgm:pt>
    <dgm:pt modelId="{8617F309-15CE-4E16-BC85-141855FBE3B2}">
      <dgm:prSet/>
      <dgm:spPr/>
      <dgm:t>
        <a:bodyPr/>
        <a:lstStyle/>
        <a:p>
          <a:r>
            <a:rPr lang="zh-CN" altLang="en-US"/>
            <a:t>创建表会生成两个文件：</a:t>
          </a:r>
          <a:r>
            <a:rPr lang="zh-CN" altLang="en-US" b="1">
              <a:solidFill>
                <a:srgbClr val="FF0000"/>
              </a:solidFill>
            </a:rPr>
            <a:t>表结构文件</a:t>
          </a:r>
          <a:r>
            <a:rPr lang="en-US" altLang="en-US" b="1">
              <a:solidFill>
                <a:srgbClr val="FF0000"/>
              </a:solidFill>
            </a:rPr>
            <a:t>(.</a:t>
          </a:r>
          <a:r>
            <a:rPr lang="en-US" altLang="zh-CN" b="1">
              <a:solidFill>
                <a:srgbClr val="FF0000"/>
              </a:solidFill>
            </a:rPr>
            <a:t>frm</a:t>
          </a:r>
          <a:r>
            <a:rPr lang="en-US" altLang="en-US" b="1">
              <a:solidFill>
                <a:srgbClr val="FF0000"/>
              </a:solidFill>
            </a:rPr>
            <a:t>)+</a:t>
          </a:r>
          <a:r>
            <a:rPr lang="zh-CN" altLang="en-US" b="1">
              <a:solidFill>
                <a:srgbClr val="FF0000"/>
              </a:solidFill>
            </a:rPr>
            <a:t>表数据文件（</a:t>
          </a:r>
          <a:r>
            <a:rPr lang="en-US" altLang="en-US" b="1">
              <a:solidFill>
                <a:srgbClr val="FF0000"/>
              </a:solidFill>
            </a:rPr>
            <a:t>.</a:t>
          </a:r>
          <a:r>
            <a:rPr lang="en-US" altLang="zh-CN" b="1">
              <a:solidFill>
                <a:srgbClr val="FF0000"/>
              </a:solidFill>
            </a:rPr>
            <a:t>ibd</a:t>
          </a:r>
          <a:r>
            <a:rPr lang="zh-CN" altLang="en-US" b="1">
              <a:solidFill>
                <a:srgbClr val="FF0000"/>
              </a:solidFill>
            </a:rPr>
            <a:t>）</a:t>
          </a:r>
        </a:p>
      </dgm:t>
    </dgm:pt>
    <dgm:pt modelId="{AC997158-D62A-4899-BE8D-276110ABF048}" type="parTrans" cxnId="{FDD1F8D7-8EA4-4041-9B30-D1EDF4A5CFBC}">
      <dgm:prSet/>
      <dgm:spPr/>
      <dgm:t>
        <a:bodyPr/>
        <a:lstStyle/>
        <a:p>
          <a:endParaRPr lang="zh-CN" altLang="en-US"/>
        </a:p>
      </dgm:t>
    </dgm:pt>
    <dgm:pt modelId="{F6B13592-E550-45E9-AF52-458F920BDCE3}" type="sibTrans" cxnId="{FDD1F8D7-8EA4-4041-9B30-D1EDF4A5CFBC}">
      <dgm:prSet/>
      <dgm:spPr/>
      <dgm:t>
        <a:bodyPr/>
        <a:lstStyle/>
        <a:p>
          <a:endParaRPr lang="zh-CN" altLang="en-US"/>
        </a:p>
      </dgm:t>
    </dgm:pt>
    <dgm:pt modelId="{4A4B92B2-B3D1-4E06-8896-A1A93EB9593A}">
      <dgm:prSet/>
      <dgm:spPr/>
      <dgm:t>
        <a:bodyPr/>
        <a:lstStyle/>
        <a:p>
          <a:r>
            <a:rPr lang="en-US" altLang="en-US"/>
            <a:t>MyISAM</a:t>
          </a:r>
          <a:r>
            <a:rPr lang="zh-CN" altLang="en-US"/>
            <a:t>存储引擎</a:t>
          </a:r>
        </a:p>
      </dgm:t>
    </dgm:pt>
    <dgm:pt modelId="{95561900-B037-405A-ABD4-A1C642DFA750}" type="parTrans" cxnId="{13F32FD4-01C2-43A8-BDB8-295CDFFBFC65}">
      <dgm:prSet/>
      <dgm:spPr/>
      <dgm:t>
        <a:bodyPr/>
        <a:lstStyle/>
        <a:p>
          <a:endParaRPr lang="zh-CN" altLang="en-US"/>
        </a:p>
      </dgm:t>
    </dgm:pt>
    <dgm:pt modelId="{9C837CAB-0E16-451F-BA28-8B9E8DB59AF8}" type="sibTrans" cxnId="{13F32FD4-01C2-43A8-BDB8-295CDFFBFC65}">
      <dgm:prSet/>
      <dgm:spPr/>
      <dgm:t>
        <a:bodyPr/>
        <a:lstStyle/>
        <a:p>
          <a:endParaRPr lang="zh-CN" altLang="en-US"/>
        </a:p>
      </dgm:t>
    </dgm:pt>
    <dgm:pt modelId="{0D5AF1A2-9486-420E-ABFD-F8121E72C7D2}">
      <dgm:prSet custT="1"/>
      <dgm:spPr/>
      <dgm:t>
        <a:bodyPr/>
        <a:lstStyle/>
        <a:p>
          <a:r>
            <a:rPr lang="zh-CN" altLang="en-US" sz="1300" b="1" kern="1200">
              <a:solidFill>
                <a:srgbClr val="FF0000"/>
              </a:solidFill>
              <a:latin typeface="Arial"/>
              <a:ea typeface="黑体" panose="02010609060101010101" pitchFamily="49" charset="-122"/>
              <a:cs typeface="+mn-cs"/>
            </a:rPr>
            <a:t>表结构文件</a:t>
          </a:r>
          <a:r>
            <a:rPr lang="en-US" altLang="en-US" sz="1300" b="1" kern="1200">
              <a:solidFill>
                <a:srgbClr val="FF0000"/>
              </a:solidFill>
              <a:latin typeface="Arial"/>
              <a:ea typeface="黑体" panose="02010609060101010101" pitchFamily="49" charset="-122"/>
              <a:cs typeface="+mn-cs"/>
            </a:rPr>
            <a:t>(.frm)+</a:t>
          </a:r>
          <a:r>
            <a:rPr lang="zh-CN" altLang="en-US" sz="1300" b="1" kern="1200">
              <a:solidFill>
                <a:srgbClr val="FF0000"/>
              </a:solidFill>
              <a:latin typeface="Arial"/>
              <a:ea typeface="黑体" panose="02010609060101010101" pitchFamily="49" charset="-122"/>
              <a:cs typeface="+mn-cs"/>
            </a:rPr>
            <a:t>表数据文件</a:t>
          </a:r>
          <a:r>
            <a:rPr lang="en-US" altLang="en-US" sz="1300" b="1" kern="1200">
              <a:solidFill>
                <a:srgbClr val="FF0000"/>
              </a:solidFill>
              <a:latin typeface="Arial"/>
              <a:ea typeface="黑体" panose="02010609060101010101" pitchFamily="49" charset="-122"/>
              <a:cs typeface="+mn-cs"/>
            </a:rPr>
            <a:t>(.MYD)+</a:t>
          </a:r>
          <a:r>
            <a:rPr lang="zh-CN" altLang="en-US" sz="1300" b="1" kern="1200">
              <a:solidFill>
                <a:srgbClr val="FF0000"/>
              </a:solidFill>
              <a:latin typeface="Arial"/>
              <a:ea typeface="黑体" panose="02010609060101010101" pitchFamily="49" charset="-122"/>
              <a:cs typeface="+mn-cs"/>
            </a:rPr>
            <a:t>表索引文件</a:t>
          </a:r>
          <a:r>
            <a:rPr lang="en-US" altLang="en-US" sz="1300" b="1" kern="1200">
              <a:solidFill>
                <a:srgbClr val="FF0000"/>
              </a:solidFill>
              <a:latin typeface="Arial"/>
              <a:ea typeface="黑体" panose="02010609060101010101" pitchFamily="49" charset="-122"/>
              <a:cs typeface="+mn-cs"/>
            </a:rPr>
            <a:t>(.MYI)</a:t>
          </a:r>
          <a:endParaRPr lang="zh-CN" altLang="en-US" sz="1300" b="1" kern="1200">
            <a:solidFill>
              <a:srgbClr val="FF0000"/>
            </a:solidFill>
            <a:latin typeface="Arial"/>
            <a:ea typeface="黑体" panose="02010609060101010101" pitchFamily="49" charset="-122"/>
            <a:cs typeface="+mn-cs"/>
          </a:endParaRPr>
        </a:p>
      </dgm:t>
    </dgm:pt>
    <dgm:pt modelId="{BB1D1088-4ACC-4CA6-880B-8D886522BBB6}" type="parTrans" cxnId="{7D271A5B-4FD7-4FC0-93E1-673118D75630}">
      <dgm:prSet/>
      <dgm:spPr/>
      <dgm:t>
        <a:bodyPr/>
        <a:lstStyle/>
        <a:p>
          <a:endParaRPr lang="zh-CN" altLang="en-US"/>
        </a:p>
      </dgm:t>
    </dgm:pt>
    <dgm:pt modelId="{7F849F53-0FEF-463E-A818-75D76902BDF1}" type="sibTrans" cxnId="{7D271A5B-4FD7-4FC0-93E1-673118D75630}">
      <dgm:prSet/>
      <dgm:spPr/>
      <dgm:t>
        <a:bodyPr/>
        <a:lstStyle/>
        <a:p>
          <a:endParaRPr lang="zh-CN" altLang="en-US"/>
        </a:p>
      </dgm:t>
    </dgm:pt>
    <dgm:pt modelId="{57111E97-D091-4904-9F5C-FF1805D95B52}">
      <dgm:prSet/>
      <dgm:spPr/>
      <dgm:t>
        <a:bodyPr/>
        <a:lstStyle/>
        <a:p>
          <a:r>
            <a:rPr lang="en-US" altLang="en-US"/>
            <a:t>MEMO</a:t>
          </a:r>
          <a:r>
            <a:rPr lang="en-US" altLang="zh-CN"/>
            <a:t>R</a:t>
          </a:r>
          <a:r>
            <a:rPr lang="en-US" altLang="en-US"/>
            <a:t>Y</a:t>
          </a:r>
          <a:r>
            <a:rPr lang="zh-CN" altLang="en-US"/>
            <a:t>存储引擎</a:t>
          </a:r>
        </a:p>
      </dgm:t>
    </dgm:pt>
    <dgm:pt modelId="{E9F093C6-9DCF-4577-A12F-63C7BA12C77A}" type="parTrans" cxnId="{D6A1E0A9-F80C-4874-BF31-CCEB41545943}">
      <dgm:prSet/>
      <dgm:spPr/>
      <dgm:t>
        <a:bodyPr/>
        <a:lstStyle/>
        <a:p>
          <a:endParaRPr lang="zh-CN" altLang="en-US"/>
        </a:p>
      </dgm:t>
    </dgm:pt>
    <dgm:pt modelId="{1422672E-EE66-46CC-A905-160C8CAA2FC5}" type="sibTrans" cxnId="{D6A1E0A9-F80C-4874-BF31-CCEB41545943}">
      <dgm:prSet/>
      <dgm:spPr/>
      <dgm:t>
        <a:bodyPr/>
        <a:lstStyle/>
        <a:p>
          <a:endParaRPr lang="zh-CN" altLang="en-US"/>
        </a:p>
      </dgm:t>
    </dgm:pt>
    <dgm:pt modelId="{3E01939A-BC6D-491C-813B-1DD496EBADC7}">
      <dgm:prSet/>
      <dgm:spPr/>
      <dgm:t>
        <a:bodyPr/>
        <a:lstStyle/>
        <a:p>
          <a:r>
            <a:rPr lang="en-US" altLang="en-US"/>
            <a:t>Archive</a:t>
          </a:r>
          <a:r>
            <a:rPr lang="zh-CN" altLang="en-US"/>
            <a:t>存储引擎</a:t>
          </a:r>
        </a:p>
      </dgm:t>
    </dgm:pt>
    <dgm:pt modelId="{5C526FBB-EE96-478B-97A1-0510D3690E78}" type="parTrans" cxnId="{6B5FC97F-B505-4EE8-B0C1-12B94170FA03}">
      <dgm:prSet/>
      <dgm:spPr/>
      <dgm:t>
        <a:bodyPr/>
        <a:lstStyle/>
        <a:p>
          <a:endParaRPr lang="zh-CN" altLang="en-US"/>
        </a:p>
      </dgm:t>
    </dgm:pt>
    <dgm:pt modelId="{581BF4BD-D282-4572-A922-BDA8B7879CDA}" type="sibTrans" cxnId="{6B5FC97F-B505-4EE8-B0C1-12B94170FA03}">
      <dgm:prSet/>
      <dgm:spPr/>
      <dgm:t>
        <a:bodyPr/>
        <a:lstStyle/>
        <a:p>
          <a:endParaRPr lang="zh-CN" altLang="en-US"/>
        </a:p>
      </dgm:t>
    </dgm:pt>
    <dgm:pt modelId="{81D91029-08D0-422A-8BC3-2DDFC0104A42}">
      <dgm:prSet/>
      <dgm:spPr/>
      <dgm:t>
        <a:bodyPr/>
        <a:lstStyle/>
        <a:p>
          <a:r>
            <a:rPr lang="zh-CN" altLang="en-US"/>
            <a:t>高并发时，</a:t>
          </a:r>
          <a:r>
            <a:rPr lang="zh-CN" altLang="en-US" b="1"/>
            <a:t>临时存放数据</a:t>
          </a:r>
          <a:r>
            <a:rPr lang="zh-CN" altLang="en-US"/>
            <a:t>，不需要高的安全性，作为查询的中间存储</a:t>
          </a:r>
        </a:p>
      </dgm:t>
    </dgm:pt>
    <dgm:pt modelId="{3F82C751-3444-466C-A68B-495939DA6A86}" type="parTrans" cxnId="{133F951A-B7F5-4177-BB13-9B1B6567F13A}">
      <dgm:prSet/>
      <dgm:spPr/>
      <dgm:t>
        <a:bodyPr/>
        <a:lstStyle/>
        <a:p>
          <a:endParaRPr lang="zh-CN" altLang="en-US"/>
        </a:p>
      </dgm:t>
    </dgm:pt>
    <dgm:pt modelId="{0EF2FCDD-EC86-4CE1-B28F-6C6140B3262B}" type="sibTrans" cxnId="{133F951A-B7F5-4177-BB13-9B1B6567F13A}">
      <dgm:prSet/>
      <dgm:spPr/>
      <dgm:t>
        <a:bodyPr/>
        <a:lstStyle/>
        <a:p>
          <a:endParaRPr lang="zh-CN" altLang="en-US"/>
        </a:p>
      </dgm:t>
    </dgm:pt>
    <dgm:pt modelId="{F5814538-F24C-4009-93BA-00E389DF48D0}">
      <dgm:prSet/>
      <dgm:spPr/>
      <dgm:t>
        <a:bodyPr/>
        <a:lstStyle/>
        <a:p>
          <a:r>
            <a:rPr lang="zh-CN" altLang="en-US" b="1"/>
            <a:t>只有</a:t>
          </a:r>
          <a:r>
            <a:rPr lang="en-US" altLang="en-US" b="1"/>
            <a:t>select</a:t>
          </a:r>
          <a:r>
            <a:rPr lang="zh-CN" altLang="en-US" b="1"/>
            <a:t>和</a:t>
          </a:r>
          <a:r>
            <a:rPr lang="en-US" altLang="en-US" b="1"/>
            <a:t>insert</a:t>
          </a:r>
          <a:r>
            <a:rPr lang="zh-CN" altLang="en-US" b="1"/>
            <a:t>操作</a:t>
          </a:r>
          <a:r>
            <a:rPr lang="zh-CN" altLang="en-US"/>
            <a:t>，支持</a:t>
          </a:r>
          <a:r>
            <a:rPr lang="zh-CN" altLang="en-US" b="1"/>
            <a:t>高并发</a:t>
          </a:r>
          <a:r>
            <a:rPr lang="zh-CN" altLang="en-US"/>
            <a:t>的插入，非常适合存储归档数据，如记录日志信息</a:t>
          </a:r>
        </a:p>
      </dgm:t>
    </dgm:pt>
    <dgm:pt modelId="{78FF013C-E515-42A6-A636-F5F8F3CAFCAA}" type="parTrans" cxnId="{F5967B8B-0446-43C0-A15A-D093CDAF523B}">
      <dgm:prSet/>
      <dgm:spPr/>
      <dgm:t>
        <a:bodyPr/>
        <a:lstStyle/>
        <a:p>
          <a:endParaRPr lang="zh-CN" altLang="en-US"/>
        </a:p>
      </dgm:t>
    </dgm:pt>
    <dgm:pt modelId="{D2C59E04-23D6-4467-8088-4AB20D1C88CF}" type="sibTrans" cxnId="{F5967B8B-0446-43C0-A15A-D093CDAF523B}">
      <dgm:prSet/>
      <dgm:spPr/>
      <dgm:t>
        <a:bodyPr/>
        <a:lstStyle/>
        <a:p>
          <a:endParaRPr lang="zh-CN" altLang="en-US"/>
        </a:p>
      </dgm:t>
    </dgm:pt>
    <dgm:pt modelId="{8073B985-BD64-4FAD-91B7-385803F95CD7}">
      <dgm:prSet phldrT="[文本]"/>
      <dgm:spPr/>
      <dgm:t>
        <a:bodyPr/>
        <a:lstStyle/>
        <a:p>
          <a:r>
            <a:rPr lang="zh-CN" altLang="en-US"/>
            <a:t>支持</a:t>
          </a:r>
          <a:r>
            <a:rPr lang="zh-CN" altLang="en-US" b="1"/>
            <a:t>事务</a:t>
          </a:r>
          <a:r>
            <a:rPr lang="zh-CN" altLang="en-US"/>
            <a:t>、</a:t>
          </a:r>
          <a:r>
            <a:rPr lang="zh-CN" altLang="en-US" b="1"/>
            <a:t>外键</a:t>
          </a:r>
          <a:r>
            <a:rPr lang="zh-CN" altLang="en-US"/>
            <a:t>和</a:t>
          </a:r>
          <a:r>
            <a:rPr lang="zh-CN" altLang="en-US" b="1"/>
            <a:t>行级的锁定</a:t>
          </a:r>
          <a:r>
            <a:rPr lang="zh-CN" altLang="en-US"/>
            <a:t>；但效率低</a:t>
          </a:r>
        </a:p>
      </dgm:t>
    </dgm:pt>
    <dgm:pt modelId="{D4A9879F-D89E-4786-811A-A285D001B93C}" type="parTrans" cxnId="{9AF9D351-C8E6-42A5-A4B2-05425B0DA501}">
      <dgm:prSet/>
      <dgm:spPr/>
      <dgm:t>
        <a:bodyPr/>
        <a:lstStyle/>
        <a:p>
          <a:endParaRPr lang="zh-CN" altLang="en-US"/>
        </a:p>
      </dgm:t>
    </dgm:pt>
    <dgm:pt modelId="{3F20AE00-D9CE-49F6-B8ED-524C19BC5FA6}" type="sibTrans" cxnId="{9AF9D351-C8E6-42A5-A4B2-05425B0DA501}">
      <dgm:prSet/>
      <dgm:spPr/>
      <dgm:t>
        <a:bodyPr/>
        <a:lstStyle/>
        <a:p>
          <a:endParaRPr lang="zh-CN" altLang="en-US"/>
        </a:p>
      </dgm:t>
    </dgm:pt>
    <dgm:pt modelId="{3181E4B9-42DC-467F-9EE3-48956FDEEAE4}">
      <dgm:prSet/>
      <dgm:spPr/>
      <dgm:t>
        <a:bodyPr/>
        <a:lstStyle/>
        <a:p>
          <a:r>
            <a:rPr lang="zh-CN" altLang="en-US" sz="1300" kern="1200"/>
            <a:t>强调</a:t>
          </a:r>
          <a:r>
            <a:rPr lang="zh-CN" altLang="en-US" sz="1300" b="1" kern="1200"/>
            <a:t>性能</a:t>
          </a:r>
          <a:r>
            <a:rPr lang="zh-CN" altLang="en-US" sz="1300" kern="1200"/>
            <a:t>，</a:t>
          </a:r>
          <a:r>
            <a:rPr lang="zh-CN" altLang="en-US" sz="1300" b="1" kern="1200"/>
            <a:t>不支持事务处理</a:t>
          </a:r>
        </a:p>
      </dgm:t>
    </dgm:pt>
    <dgm:pt modelId="{FF30ED10-AFC6-454B-A38A-B4B0D9AACDE9}" type="parTrans" cxnId="{C9B6F9F3-9F77-4878-9ACD-1D33B6395BD1}">
      <dgm:prSet/>
      <dgm:spPr/>
      <dgm:t>
        <a:bodyPr/>
        <a:lstStyle/>
        <a:p>
          <a:endParaRPr lang="zh-CN" altLang="en-US"/>
        </a:p>
      </dgm:t>
    </dgm:pt>
    <dgm:pt modelId="{0AAA8DD4-938A-4C10-8C8D-827CC6A891D5}" type="sibTrans" cxnId="{C9B6F9F3-9F77-4878-9ACD-1D33B6395BD1}">
      <dgm:prSet/>
      <dgm:spPr/>
      <dgm:t>
        <a:bodyPr/>
        <a:lstStyle/>
        <a:p>
          <a:endParaRPr lang="zh-CN" altLang="en-US"/>
        </a:p>
      </dgm:t>
    </dgm:pt>
    <dgm:pt modelId="{6A570236-8D1A-4385-9F1F-7B62F3BD60F8}">
      <dgm:prSet/>
      <dgm:spPr/>
      <dgm:t>
        <a:bodyPr/>
        <a:lstStyle/>
        <a:p>
          <a:r>
            <a:rPr lang="zh-CN" altLang="en-US"/>
            <a:t>在</a:t>
          </a:r>
          <a:r>
            <a:rPr lang="en-US" altLang="en-US"/>
            <a:t>MySQL</a:t>
          </a:r>
          <a:r>
            <a:rPr lang="zh-CN" altLang="en-US"/>
            <a:t>数据目录下创建一个名为</a:t>
          </a:r>
          <a:r>
            <a:rPr lang="en-US" altLang="en-US"/>
            <a:t>ibdata1</a:t>
          </a:r>
          <a:r>
            <a:rPr lang="zh-CN" altLang="en-US"/>
            <a:t>的</a:t>
          </a:r>
          <a:r>
            <a:rPr lang="en-US" altLang="en-US"/>
            <a:t>10MB</a:t>
          </a:r>
          <a:r>
            <a:rPr lang="zh-CN" altLang="en-US"/>
            <a:t>大小的自动扩展数据文件，以及两个名为</a:t>
          </a:r>
          <a:r>
            <a:rPr lang="en-US" altLang="en-US"/>
            <a:t>ib_logfile0</a:t>
          </a:r>
          <a:r>
            <a:rPr lang="zh-CN" altLang="en-US"/>
            <a:t>和</a:t>
          </a:r>
          <a:r>
            <a:rPr lang="en-US" altLang="en-US"/>
            <a:t>ib_logfile1</a:t>
          </a:r>
          <a:r>
            <a:rPr lang="zh-CN" altLang="en-US"/>
            <a:t>的</a:t>
          </a:r>
          <a:r>
            <a:rPr lang="en-US" altLang="en-US"/>
            <a:t>5MB</a:t>
          </a:r>
          <a:r>
            <a:rPr lang="zh-CN" altLang="en-US"/>
            <a:t>大小的日志文件</a:t>
          </a:r>
        </a:p>
      </dgm:t>
    </dgm:pt>
    <dgm:pt modelId="{2E553ECA-C076-4A89-8121-55B0F3D8F9BF}" type="parTrans" cxnId="{2713363A-C3B7-4CB2-BADA-1B68571CE3C6}">
      <dgm:prSet/>
      <dgm:spPr/>
      <dgm:t>
        <a:bodyPr/>
        <a:lstStyle/>
        <a:p>
          <a:endParaRPr lang="zh-CN" altLang="en-US"/>
        </a:p>
      </dgm:t>
    </dgm:pt>
    <dgm:pt modelId="{693AB2CC-EC3D-4ACE-B7D7-B67F475C5B7B}" type="sibTrans" cxnId="{2713363A-C3B7-4CB2-BADA-1B68571CE3C6}">
      <dgm:prSet/>
      <dgm:spPr/>
      <dgm:t>
        <a:bodyPr/>
        <a:lstStyle/>
        <a:p>
          <a:endParaRPr lang="zh-CN" altLang="en-US"/>
        </a:p>
      </dgm:t>
    </dgm:pt>
    <dgm:pt modelId="{0FC7D37E-00E9-4864-B6EA-CC53B82B3D8A}" type="pres">
      <dgm:prSet presAssocID="{48E95653-8B6E-4965-BAC0-2D3041589226}" presName="linear" presStyleCnt="0">
        <dgm:presLayoutVars>
          <dgm:dir/>
          <dgm:animLvl val="lvl"/>
          <dgm:resizeHandles val="exact"/>
        </dgm:presLayoutVars>
      </dgm:prSet>
      <dgm:spPr/>
    </dgm:pt>
    <dgm:pt modelId="{03147877-A5CC-4796-926D-31EDC0DD31DA}" type="pres">
      <dgm:prSet presAssocID="{ADEAA5C7-6E49-47E3-9283-D3B9DED966C1}" presName="parentLin" presStyleCnt="0"/>
      <dgm:spPr/>
    </dgm:pt>
    <dgm:pt modelId="{1B09D105-73B2-48DC-9FEF-D6C154455947}" type="pres">
      <dgm:prSet presAssocID="{ADEAA5C7-6E49-47E3-9283-D3B9DED966C1}" presName="parentLeftMargin" presStyleLbl="node1" presStyleIdx="0" presStyleCnt="4"/>
      <dgm:spPr/>
    </dgm:pt>
    <dgm:pt modelId="{5800BB70-6A58-4900-9D85-D69088E6EAB7}" type="pres">
      <dgm:prSet presAssocID="{ADEAA5C7-6E49-47E3-9283-D3B9DED966C1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9407A0EA-07CC-4177-B49B-E4432C9D12E3}" type="pres">
      <dgm:prSet presAssocID="{ADEAA5C7-6E49-47E3-9283-D3B9DED966C1}" presName="negativeSpace" presStyleCnt="0"/>
      <dgm:spPr/>
    </dgm:pt>
    <dgm:pt modelId="{E3E28966-EBE7-4034-A927-3FC767EA3AA2}" type="pres">
      <dgm:prSet presAssocID="{ADEAA5C7-6E49-47E3-9283-D3B9DED966C1}" presName="childText" presStyleLbl="conFgAcc1" presStyleIdx="0" presStyleCnt="4">
        <dgm:presLayoutVars>
          <dgm:bulletEnabled val="1"/>
        </dgm:presLayoutVars>
      </dgm:prSet>
      <dgm:spPr/>
    </dgm:pt>
    <dgm:pt modelId="{4E084045-05B9-4B74-B4AF-055DA55614E4}" type="pres">
      <dgm:prSet presAssocID="{DA960D61-FCE5-447C-AE5F-2E5739E411B2}" presName="spaceBetweenRectangles" presStyleCnt="0"/>
      <dgm:spPr/>
    </dgm:pt>
    <dgm:pt modelId="{6C326E27-24EB-4A15-976D-9563CF9DE2B1}" type="pres">
      <dgm:prSet presAssocID="{4A4B92B2-B3D1-4E06-8896-A1A93EB9593A}" presName="parentLin" presStyleCnt="0"/>
      <dgm:spPr/>
    </dgm:pt>
    <dgm:pt modelId="{B35CAE77-ABB7-48C1-9699-A9BDDB522AA7}" type="pres">
      <dgm:prSet presAssocID="{4A4B92B2-B3D1-4E06-8896-A1A93EB9593A}" presName="parentLeftMargin" presStyleLbl="node1" presStyleIdx="0" presStyleCnt="4"/>
      <dgm:spPr/>
    </dgm:pt>
    <dgm:pt modelId="{328E2BB3-7399-4071-A562-3D26BD342718}" type="pres">
      <dgm:prSet presAssocID="{4A4B92B2-B3D1-4E06-8896-A1A93EB9593A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A469DC1B-9911-4F34-A60E-30B113BE6D06}" type="pres">
      <dgm:prSet presAssocID="{4A4B92B2-B3D1-4E06-8896-A1A93EB9593A}" presName="negativeSpace" presStyleCnt="0"/>
      <dgm:spPr/>
    </dgm:pt>
    <dgm:pt modelId="{F9A1BEE2-888F-4349-96F9-8A55D69CECC9}" type="pres">
      <dgm:prSet presAssocID="{4A4B92B2-B3D1-4E06-8896-A1A93EB9593A}" presName="childText" presStyleLbl="conFgAcc1" presStyleIdx="1" presStyleCnt="4">
        <dgm:presLayoutVars>
          <dgm:bulletEnabled val="1"/>
        </dgm:presLayoutVars>
      </dgm:prSet>
      <dgm:spPr/>
    </dgm:pt>
    <dgm:pt modelId="{F9918735-E3AE-4B40-B8D5-931BFC7421E3}" type="pres">
      <dgm:prSet presAssocID="{9C837CAB-0E16-451F-BA28-8B9E8DB59AF8}" presName="spaceBetweenRectangles" presStyleCnt="0"/>
      <dgm:spPr/>
    </dgm:pt>
    <dgm:pt modelId="{E6EDBB27-EA21-4BCA-94FE-B41FE28C1669}" type="pres">
      <dgm:prSet presAssocID="{57111E97-D091-4904-9F5C-FF1805D95B52}" presName="parentLin" presStyleCnt="0"/>
      <dgm:spPr/>
    </dgm:pt>
    <dgm:pt modelId="{AD22ECD3-D33B-4311-B295-88434A6AEE7E}" type="pres">
      <dgm:prSet presAssocID="{57111E97-D091-4904-9F5C-FF1805D95B52}" presName="parentLeftMargin" presStyleLbl="node1" presStyleIdx="1" presStyleCnt="4"/>
      <dgm:spPr/>
    </dgm:pt>
    <dgm:pt modelId="{E7B0511D-2D67-4207-8679-A2D4B8B0427C}" type="pres">
      <dgm:prSet presAssocID="{57111E97-D091-4904-9F5C-FF1805D95B52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6B31796F-F735-4C17-88A2-19F1ADA0FEC5}" type="pres">
      <dgm:prSet presAssocID="{57111E97-D091-4904-9F5C-FF1805D95B52}" presName="negativeSpace" presStyleCnt="0"/>
      <dgm:spPr/>
    </dgm:pt>
    <dgm:pt modelId="{4C9DFC5D-50EA-4FDD-9FF0-B21638A58682}" type="pres">
      <dgm:prSet presAssocID="{57111E97-D091-4904-9F5C-FF1805D95B52}" presName="childText" presStyleLbl="conFgAcc1" presStyleIdx="2" presStyleCnt="4">
        <dgm:presLayoutVars>
          <dgm:bulletEnabled val="1"/>
        </dgm:presLayoutVars>
      </dgm:prSet>
      <dgm:spPr/>
    </dgm:pt>
    <dgm:pt modelId="{6A3158F1-7B80-4ECE-A3D8-47F5E239EF29}" type="pres">
      <dgm:prSet presAssocID="{1422672E-EE66-46CC-A905-160C8CAA2FC5}" presName="spaceBetweenRectangles" presStyleCnt="0"/>
      <dgm:spPr/>
    </dgm:pt>
    <dgm:pt modelId="{EBA514A6-F54A-4AD1-A37E-9AD668BC6A8F}" type="pres">
      <dgm:prSet presAssocID="{3E01939A-BC6D-491C-813B-1DD496EBADC7}" presName="parentLin" presStyleCnt="0"/>
      <dgm:spPr/>
    </dgm:pt>
    <dgm:pt modelId="{22868A21-DB06-40F1-9465-DE3D8BA82C55}" type="pres">
      <dgm:prSet presAssocID="{3E01939A-BC6D-491C-813B-1DD496EBADC7}" presName="parentLeftMargin" presStyleLbl="node1" presStyleIdx="2" presStyleCnt="4"/>
      <dgm:spPr/>
    </dgm:pt>
    <dgm:pt modelId="{B7FA1771-F8F0-477E-AD04-3E9234C3BF8E}" type="pres">
      <dgm:prSet presAssocID="{3E01939A-BC6D-491C-813B-1DD496EBADC7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857FB81D-5870-4D60-AB26-5DFC63743EA3}" type="pres">
      <dgm:prSet presAssocID="{3E01939A-BC6D-491C-813B-1DD496EBADC7}" presName="negativeSpace" presStyleCnt="0"/>
      <dgm:spPr/>
    </dgm:pt>
    <dgm:pt modelId="{2AB77747-5D62-4899-8F36-BC679AAEF8F3}" type="pres">
      <dgm:prSet presAssocID="{3E01939A-BC6D-491C-813B-1DD496EBADC7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6528FC05-3F6B-4D23-8167-C6A460CE9447}" type="presOf" srcId="{6A570236-8D1A-4385-9F1F-7B62F3BD60F8}" destId="{E3E28966-EBE7-4034-A927-3FC767EA3AA2}" srcOrd="0" destOrd="2" presId="urn:microsoft.com/office/officeart/2005/8/layout/list1"/>
    <dgm:cxn modelId="{E56B540F-D364-4E8D-89D7-B0B7D0488C3A}" srcId="{48E95653-8B6E-4965-BAC0-2D3041589226}" destId="{ADEAA5C7-6E49-47E3-9283-D3B9DED966C1}" srcOrd="0" destOrd="0" parTransId="{1A300C24-E4F9-419C-8BB8-E589E2D9CABB}" sibTransId="{DA960D61-FCE5-447C-AE5F-2E5739E411B2}"/>
    <dgm:cxn modelId="{133F951A-B7F5-4177-BB13-9B1B6567F13A}" srcId="{57111E97-D091-4904-9F5C-FF1805D95B52}" destId="{81D91029-08D0-422A-8BC3-2DDFC0104A42}" srcOrd="0" destOrd="0" parTransId="{3F82C751-3444-466C-A68B-495939DA6A86}" sibTransId="{0EF2FCDD-EC86-4CE1-B28F-6C6140B3262B}"/>
    <dgm:cxn modelId="{07BC0921-15F2-477A-8FA8-B20C9D7DE496}" type="presOf" srcId="{ADEAA5C7-6E49-47E3-9283-D3B9DED966C1}" destId="{1B09D105-73B2-48DC-9FEF-D6C154455947}" srcOrd="0" destOrd="0" presId="urn:microsoft.com/office/officeart/2005/8/layout/list1"/>
    <dgm:cxn modelId="{84251838-C974-4898-950E-C7C20F6D8E01}" type="presOf" srcId="{4A4B92B2-B3D1-4E06-8896-A1A93EB9593A}" destId="{B35CAE77-ABB7-48C1-9699-A9BDDB522AA7}" srcOrd="0" destOrd="0" presId="urn:microsoft.com/office/officeart/2005/8/layout/list1"/>
    <dgm:cxn modelId="{2713363A-C3B7-4CB2-BADA-1B68571CE3C6}" srcId="{ADEAA5C7-6E49-47E3-9283-D3B9DED966C1}" destId="{6A570236-8D1A-4385-9F1F-7B62F3BD60F8}" srcOrd="2" destOrd="0" parTransId="{2E553ECA-C076-4A89-8121-55B0F3D8F9BF}" sibTransId="{693AB2CC-EC3D-4ACE-B7D7-B67F475C5B7B}"/>
    <dgm:cxn modelId="{7D271A5B-4FD7-4FC0-93E1-673118D75630}" srcId="{4A4B92B2-B3D1-4E06-8896-A1A93EB9593A}" destId="{0D5AF1A2-9486-420E-ABFD-F8121E72C7D2}" srcOrd="1" destOrd="0" parTransId="{BB1D1088-4ACC-4CA6-880B-8D886522BBB6}" sibTransId="{7F849F53-0FEF-463E-A818-75D76902BDF1}"/>
    <dgm:cxn modelId="{81371543-AA14-424A-8C33-E64817C348D8}" type="presOf" srcId="{0D5AF1A2-9486-420E-ABFD-F8121E72C7D2}" destId="{F9A1BEE2-888F-4349-96F9-8A55D69CECC9}" srcOrd="0" destOrd="1" presId="urn:microsoft.com/office/officeart/2005/8/layout/list1"/>
    <dgm:cxn modelId="{AD898644-1A35-4E17-B828-C8A812AA0EC8}" type="presOf" srcId="{8617F309-15CE-4E16-BC85-141855FBE3B2}" destId="{E3E28966-EBE7-4034-A927-3FC767EA3AA2}" srcOrd="0" destOrd="1" presId="urn:microsoft.com/office/officeart/2005/8/layout/list1"/>
    <dgm:cxn modelId="{1ADC346F-4F95-4D3C-B114-8BAE88B7D288}" type="presOf" srcId="{3181E4B9-42DC-467F-9EE3-48956FDEEAE4}" destId="{F9A1BEE2-888F-4349-96F9-8A55D69CECC9}" srcOrd="0" destOrd="0" presId="urn:microsoft.com/office/officeart/2005/8/layout/list1"/>
    <dgm:cxn modelId="{9AF9D351-C8E6-42A5-A4B2-05425B0DA501}" srcId="{ADEAA5C7-6E49-47E3-9283-D3B9DED966C1}" destId="{8073B985-BD64-4FAD-91B7-385803F95CD7}" srcOrd="0" destOrd="0" parTransId="{D4A9879F-D89E-4786-811A-A285D001B93C}" sibTransId="{3F20AE00-D9CE-49F6-B8ED-524C19BC5FA6}"/>
    <dgm:cxn modelId="{ACDC1877-9674-41CF-AEEF-256B808B5CF2}" type="presOf" srcId="{57111E97-D091-4904-9F5C-FF1805D95B52}" destId="{E7B0511D-2D67-4207-8679-A2D4B8B0427C}" srcOrd="1" destOrd="0" presId="urn:microsoft.com/office/officeart/2005/8/layout/list1"/>
    <dgm:cxn modelId="{46D30779-7DAB-4725-AF68-8A4403FBDAA9}" type="presOf" srcId="{57111E97-D091-4904-9F5C-FF1805D95B52}" destId="{AD22ECD3-D33B-4311-B295-88434A6AEE7E}" srcOrd="0" destOrd="0" presId="urn:microsoft.com/office/officeart/2005/8/layout/list1"/>
    <dgm:cxn modelId="{5C01B159-C557-4E77-A289-39CEB29397E9}" type="presOf" srcId="{F5814538-F24C-4009-93BA-00E389DF48D0}" destId="{2AB77747-5D62-4899-8F36-BC679AAEF8F3}" srcOrd="0" destOrd="0" presId="urn:microsoft.com/office/officeart/2005/8/layout/list1"/>
    <dgm:cxn modelId="{6B5FC97F-B505-4EE8-B0C1-12B94170FA03}" srcId="{48E95653-8B6E-4965-BAC0-2D3041589226}" destId="{3E01939A-BC6D-491C-813B-1DD496EBADC7}" srcOrd="3" destOrd="0" parTransId="{5C526FBB-EE96-478B-97A1-0510D3690E78}" sibTransId="{581BF4BD-D282-4572-A922-BDA8B7879CDA}"/>
    <dgm:cxn modelId="{5630C685-2E84-493A-800D-F00613EF05EB}" type="presOf" srcId="{81D91029-08D0-422A-8BC3-2DDFC0104A42}" destId="{4C9DFC5D-50EA-4FDD-9FF0-B21638A58682}" srcOrd="0" destOrd="0" presId="urn:microsoft.com/office/officeart/2005/8/layout/list1"/>
    <dgm:cxn modelId="{F9527C89-BD1B-437A-96B4-EBBCA9D550B4}" type="presOf" srcId="{4A4B92B2-B3D1-4E06-8896-A1A93EB9593A}" destId="{328E2BB3-7399-4071-A562-3D26BD342718}" srcOrd="1" destOrd="0" presId="urn:microsoft.com/office/officeart/2005/8/layout/list1"/>
    <dgm:cxn modelId="{F5967B8B-0446-43C0-A15A-D093CDAF523B}" srcId="{3E01939A-BC6D-491C-813B-1DD496EBADC7}" destId="{F5814538-F24C-4009-93BA-00E389DF48D0}" srcOrd="0" destOrd="0" parTransId="{78FF013C-E515-42A6-A636-F5F8F3CAFCAA}" sibTransId="{D2C59E04-23D6-4467-8088-4AB20D1C88CF}"/>
    <dgm:cxn modelId="{EC4D8492-8059-4C49-8720-4C74276869E9}" type="presOf" srcId="{8073B985-BD64-4FAD-91B7-385803F95CD7}" destId="{E3E28966-EBE7-4034-A927-3FC767EA3AA2}" srcOrd="0" destOrd="0" presId="urn:microsoft.com/office/officeart/2005/8/layout/list1"/>
    <dgm:cxn modelId="{D6A1E0A9-F80C-4874-BF31-CCEB41545943}" srcId="{48E95653-8B6E-4965-BAC0-2D3041589226}" destId="{57111E97-D091-4904-9F5C-FF1805D95B52}" srcOrd="2" destOrd="0" parTransId="{E9F093C6-9DCF-4577-A12F-63C7BA12C77A}" sibTransId="{1422672E-EE66-46CC-A905-160C8CAA2FC5}"/>
    <dgm:cxn modelId="{13F32FD4-01C2-43A8-BDB8-295CDFFBFC65}" srcId="{48E95653-8B6E-4965-BAC0-2D3041589226}" destId="{4A4B92B2-B3D1-4E06-8896-A1A93EB9593A}" srcOrd="1" destOrd="0" parTransId="{95561900-B037-405A-ABD4-A1C642DFA750}" sibTransId="{9C837CAB-0E16-451F-BA28-8B9E8DB59AF8}"/>
    <dgm:cxn modelId="{FDD1F8D7-8EA4-4041-9B30-D1EDF4A5CFBC}" srcId="{ADEAA5C7-6E49-47E3-9283-D3B9DED966C1}" destId="{8617F309-15CE-4E16-BC85-141855FBE3B2}" srcOrd="1" destOrd="0" parTransId="{AC997158-D62A-4899-BE8D-276110ABF048}" sibTransId="{F6B13592-E550-45E9-AF52-458F920BDCE3}"/>
    <dgm:cxn modelId="{C38450D8-5145-43F9-A480-39DC5942F178}" type="presOf" srcId="{ADEAA5C7-6E49-47E3-9283-D3B9DED966C1}" destId="{5800BB70-6A58-4900-9D85-D69088E6EAB7}" srcOrd="1" destOrd="0" presId="urn:microsoft.com/office/officeart/2005/8/layout/list1"/>
    <dgm:cxn modelId="{794886E7-98D4-4B0E-A98C-236E5389A748}" type="presOf" srcId="{3E01939A-BC6D-491C-813B-1DD496EBADC7}" destId="{B7FA1771-F8F0-477E-AD04-3E9234C3BF8E}" srcOrd="1" destOrd="0" presId="urn:microsoft.com/office/officeart/2005/8/layout/list1"/>
    <dgm:cxn modelId="{BE5938E9-714C-4303-BAB3-63753F7F473C}" type="presOf" srcId="{3E01939A-BC6D-491C-813B-1DD496EBADC7}" destId="{22868A21-DB06-40F1-9465-DE3D8BA82C55}" srcOrd="0" destOrd="0" presId="urn:microsoft.com/office/officeart/2005/8/layout/list1"/>
    <dgm:cxn modelId="{BBEBC4EE-1F53-4FA9-BAF5-9F015995E8D4}" type="presOf" srcId="{48E95653-8B6E-4965-BAC0-2D3041589226}" destId="{0FC7D37E-00E9-4864-B6EA-CC53B82B3D8A}" srcOrd="0" destOrd="0" presId="urn:microsoft.com/office/officeart/2005/8/layout/list1"/>
    <dgm:cxn modelId="{C9B6F9F3-9F77-4878-9ACD-1D33B6395BD1}" srcId="{4A4B92B2-B3D1-4E06-8896-A1A93EB9593A}" destId="{3181E4B9-42DC-467F-9EE3-48956FDEEAE4}" srcOrd="0" destOrd="0" parTransId="{FF30ED10-AFC6-454B-A38A-B4B0D9AACDE9}" sibTransId="{0AAA8DD4-938A-4C10-8C8D-827CC6A891D5}"/>
    <dgm:cxn modelId="{9879CE75-4EF5-48D4-AF21-479F92028823}" type="presParOf" srcId="{0FC7D37E-00E9-4864-B6EA-CC53B82B3D8A}" destId="{03147877-A5CC-4796-926D-31EDC0DD31DA}" srcOrd="0" destOrd="0" presId="urn:microsoft.com/office/officeart/2005/8/layout/list1"/>
    <dgm:cxn modelId="{49B3D68C-E09D-4BED-9EF5-70E91A576E36}" type="presParOf" srcId="{03147877-A5CC-4796-926D-31EDC0DD31DA}" destId="{1B09D105-73B2-48DC-9FEF-D6C154455947}" srcOrd="0" destOrd="0" presId="urn:microsoft.com/office/officeart/2005/8/layout/list1"/>
    <dgm:cxn modelId="{FBC08BF4-3E42-4DE7-9C93-186D7E916C24}" type="presParOf" srcId="{03147877-A5CC-4796-926D-31EDC0DD31DA}" destId="{5800BB70-6A58-4900-9D85-D69088E6EAB7}" srcOrd="1" destOrd="0" presId="urn:microsoft.com/office/officeart/2005/8/layout/list1"/>
    <dgm:cxn modelId="{536DBC8D-9A30-4DE9-AF2F-11A11FC5E7A6}" type="presParOf" srcId="{0FC7D37E-00E9-4864-B6EA-CC53B82B3D8A}" destId="{9407A0EA-07CC-4177-B49B-E4432C9D12E3}" srcOrd="1" destOrd="0" presId="urn:microsoft.com/office/officeart/2005/8/layout/list1"/>
    <dgm:cxn modelId="{06D56D4A-6023-4D1B-A89C-6B3DF0D677E4}" type="presParOf" srcId="{0FC7D37E-00E9-4864-B6EA-CC53B82B3D8A}" destId="{E3E28966-EBE7-4034-A927-3FC767EA3AA2}" srcOrd="2" destOrd="0" presId="urn:microsoft.com/office/officeart/2005/8/layout/list1"/>
    <dgm:cxn modelId="{D21409D4-B76B-4498-9ABD-09711EA86999}" type="presParOf" srcId="{0FC7D37E-00E9-4864-B6EA-CC53B82B3D8A}" destId="{4E084045-05B9-4B74-B4AF-055DA55614E4}" srcOrd="3" destOrd="0" presId="urn:microsoft.com/office/officeart/2005/8/layout/list1"/>
    <dgm:cxn modelId="{A9645776-C05F-44AA-BB50-901E07F33971}" type="presParOf" srcId="{0FC7D37E-00E9-4864-B6EA-CC53B82B3D8A}" destId="{6C326E27-24EB-4A15-976D-9563CF9DE2B1}" srcOrd="4" destOrd="0" presId="urn:microsoft.com/office/officeart/2005/8/layout/list1"/>
    <dgm:cxn modelId="{F2420C37-4F89-4C0D-9A46-52326B2FA9C4}" type="presParOf" srcId="{6C326E27-24EB-4A15-976D-9563CF9DE2B1}" destId="{B35CAE77-ABB7-48C1-9699-A9BDDB522AA7}" srcOrd="0" destOrd="0" presId="urn:microsoft.com/office/officeart/2005/8/layout/list1"/>
    <dgm:cxn modelId="{EA99B8F9-BB2E-42F8-887F-24664EAB8CB8}" type="presParOf" srcId="{6C326E27-24EB-4A15-976D-9563CF9DE2B1}" destId="{328E2BB3-7399-4071-A562-3D26BD342718}" srcOrd="1" destOrd="0" presId="urn:microsoft.com/office/officeart/2005/8/layout/list1"/>
    <dgm:cxn modelId="{6F4A77AD-01A6-4C0A-86F0-6131F89E5362}" type="presParOf" srcId="{0FC7D37E-00E9-4864-B6EA-CC53B82B3D8A}" destId="{A469DC1B-9911-4F34-A60E-30B113BE6D06}" srcOrd="5" destOrd="0" presId="urn:microsoft.com/office/officeart/2005/8/layout/list1"/>
    <dgm:cxn modelId="{48372A11-E4D4-43E0-84CB-1F5B5A1BCF87}" type="presParOf" srcId="{0FC7D37E-00E9-4864-B6EA-CC53B82B3D8A}" destId="{F9A1BEE2-888F-4349-96F9-8A55D69CECC9}" srcOrd="6" destOrd="0" presId="urn:microsoft.com/office/officeart/2005/8/layout/list1"/>
    <dgm:cxn modelId="{54C47BF2-096E-4361-B932-6B4A4E34E7B7}" type="presParOf" srcId="{0FC7D37E-00E9-4864-B6EA-CC53B82B3D8A}" destId="{F9918735-E3AE-4B40-B8D5-931BFC7421E3}" srcOrd="7" destOrd="0" presId="urn:microsoft.com/office/officeart/2005/8/layout/list1"/>
    <dgm:cxn modelId="{4D258C3B-715D-49D7-8465-4F6214957EEF}" type="presParOf" srcId="{0FC7D37E-00E9-4864-B6EA-CC53B82B3D8A}" destId="{E6EDBB27-EA21-4BCA-94FE-B41FE28C1669}" srcOrd="8" destOrd="0" presId="urn:microsoft.com/office/officeart/2005/8/layout/list1"/>
    <dgm:cxn modelId="{F5749AE0-984A-45FB-A52C-B013AC453805}" type="presParOf" srcId="{E6EDBB27-EA21-4BCA-94FE-B41FE28C1669}" destId="{AD22ECD3-D33B-4311-B295-88434A6AEE7E}" srcOrd="0" destOrd="0" presId="urn:microsoft.com/office/officeart/2005/8/layout/list1"/>
    <dgm:cxn modelId="{48B1633B-EC55-4E9A-8081-B61E8AEE0E89}" type="presParOf" srcId="{E6EDBB27-EA21-4BCA-94FE-B41FE28C1669}" destId="{E7B0511D-2D67-4207-8679-A2D4B8B0427C}" srcOrd="1" destOrd="0" presId="urn:microsoft.com/office/officeart/2005/8/layout/list1"/>
    <dgm:cxn modelId="{839EA466-AD6D-420A-AB16-1B86A963C59D}" type="presParOf" srcId="{0FC7D37E-00E9-4864-B6EA-CC53B82B3D8A}" destId="{6B31796F-F735-4C17-88A2-19F1ADA0FEC5}" srcOrd="9" destOrd="0" presId="urn:microsoft.com/office/officeart/2005/8/layout/list1"/>
    <dgm:cxn modelId="{D3A8B7FA-C603-4E3F-A337-475189B7D8D3}" type="presParOf" srcId="{0FC7D37E-00E9-4864-B6EA-CC53B82B3D8A}" destId="{4C9DFC5D-50EA-4FDD-9FF0-B21638A58682}" srcOrd="10" destOrd="0" presId="urn:microsoft.com/office/officeart/2005/8/layout/list1"/>
    <dgm:cxn modelId="{BAA81E5D-0DF3-41D9-833F-93842EBA2D02}" type="presParOf" srcId="{0FC7D37E-00E9-4864-B6EA-CC53B82B3D8A}" destId="{6A3158F1-7B80-4ECE-A3D8-47F5E239EF29}" srcOrd="11" destOrd="0" presId="urn:microsoft.com/office/officeart/2005/8/layout/list1"/>
    <dgm:cxn modelId="{40E40681-BFE5-45A5-AECB-7128F72AE37C}" type="presParOf" srcId="{0FC7D37E-00E9-4864-B6EA-CC53B82B3D8A}" destId="{EBA514A6-F54A-4AD1-A37E-9AD668BC6A8F}" srcOrd="12" destOrd="0" presId="urn:microsoft.com/office/officeart/2005/8/layout/list1"/>
    <dgm:cxn modelId="{4CF48C94-34C3-4BE3-8DCC-11D6563BB4D6}" type="presParOf" srcId="{EBA514A6-F54A-4AD1-A37E-9AD668BC6A8F}" destId="{22868A21-DB06-40F1-9465-DE3D8BA82C55}" srcOrd="0" destOrd="0" presId="urn:microsoft.com/office/officeart/2005/8/layout/list1"/>
    <dgm:cxn modelId="{F572F349-920A-4049-9B53-6555127CCD59}" type="presParOf" srcId="{EBA514A6-F54A-4AD1-A37E-9AD668BC6A8F}" destId="{B7FA1771-F8F0-477E-AD04-3E9234C3BF8E}" srcOrd="1" destOrd="0" presId="urn:microsoft.com/office/officeart/2005/8/layout/list1"/>
    <dgm:cxn modelId="{A1BC95BF-134A-41E0-A5A0-B834D2624FCD}" type="presParOf" srcId="{0FC7D37E-00E9-4864-B6EA-CC53B82B3D8A}" destId="{857FB81D-5870-4D60-AB26-5DFC63743EA3}" srcOrd="13" destOrd="0" presId="urn:microsoft.com/office/officeart/2005/8/layout/list1"/>
    <dgm:cxn modelId="{2A2948E5-2408-4384-8F2C-6B9795A2B55D}" type="presParOf" srcId="{0FC7D37E-00E9-4864-B6EA-CC53B82B3D8A}" destId="{2AB77747-5D62-4899-8F36-BC679AAEF8F3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48E95653-8B6E-4965-BAC0-2D3041589226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ADEAA5C7-6E49-47E3-9283-D3B9DED966C1}">
      <dgm:prSet phldrT="[文本]"/>
      <dgm:spPr/>
      <dgm:t>
        <a:bodyPr/>
        <a:lstStyle/>
        <a:p>
          <a:r>
            <a:rPr lang="en-US" altLang="en-US"/>
            <a:t>InnoDB</a:t>
          </a:r>
          <a:r>
            <a:rPr lang="zh-CN" altLang="en-US"/>
            <a:t>存储引擎</a:t>
          </a:r>
        </a:p>
      </dgm:t>
    </dgm:pt>
    <dgm:pt modelId="{1A300C24-E4F9-419C-8BB8-E589E2D9CABB}" type="parTrans" cxnId="{E56B540F-D364-4E8D-89D7-B0B7D0488C3A}">
      <dgm:prSet/>
      <dgm:spPr/>
      <dgm:t>
        <a:bodyPr/>
        <a:lstStyle/>
        <a:p>
          <a:endParaRPr lang="zh-CN" altLang="en-US"/>
        </a:p>
      </dgm:t>
    </dgm:pt>
    <dgm:pt modelId="{DA960D61-FCE5-447C-AE5F-2E5739E411B2}" type="sibTrans" cxnId="{E56B540F-D364-4E8D-89D7-B0B7D0488C3A}">
      <dgm:prSet/>
      <dgm:spPr/>
      <dgm:t>
        <a:bodyPr/>
        <a:lstStyle/>
        <a:p>
          <a:endParaRPr lang="zh-CN" altLang="en-US"/>
        </a:p>
      </dgm:t>
    </dgm:pt>
    <dgm:pt modelId="{8617F309-15CE-4E16-BC85-141855FBE3B2}">
      <dgm:prSet/>
      <dgm:spPr/>
      <dgm:t>
        <a:bodyPr/>
        <a:lstStyle/>
        <a:p>
          <a:r>
            <a:rPr lang="zh-CN" altLang="en-US"/>
            <a:t>创建表会生成两个文件：表结构文件</a:t>
          </a:r>
          <a:r>
            <a:rPr lang="en-US" altLang="en-US"/>
            <a:t>(.</a:t>
          </a:r>
          <a:r>
            <a:rPr lang="en-US" altLang="zh-CN"/>
            <a:t>frm</a:t>
          </a:r>
          <a:r>
            <a:rPr lang="en-US" altLang="en-US"/>
            <a:t>)+</a:t>
          </a:r>
          <a:r>
            <a:rPr lang="zh-CN" altLang="en-US"/>
            <a:t>表数据文件（</a:t>
          </a:r>
          <a:r>
            <a:rPr lang="en-US" altLang="en-US"/>
            <a:t>.</a:t>
          </a:r>
          <a:r>
            <a:rPr lang="en-US" altLang="zh-CN"/>
            <a:t>ibd</a:t>
          </a:r>
          <a:r>
            <a:rPr lang="zh-CN" altLang="en-US"/>
            <a:t>）</a:t>
          </a:r>
        </a:p>
      </dgm:t>
    </dgm:pt>
    <dgm:pt modelId="{AC997158-D62A-4899-BE8D-276110ABF048}" type="parTrans" cxnId="{FDD1F8D7-8EA4-4041-9B30-D1EDF4A5CFBC}">
      <dgm:prSet/>
      <dgm:spPr/>
      <dgm:t>
        <a:bodyPr/>
        <a:lstStyle/>
        <a:p>
          <a:endParaRPr lang="zh-CN" altLang="en-US"/>
        </a:p>
      </dgm:t>
    </dgm:pt>
    <dgm:pt modelId="{F6B13592-E550-45E9-AF52-458F920BDCE3}" type="sibTrans" cxnId="{FDD1F8D7-8EA4-4041-9B30-D1EDF4A5CFBC}">
      <dgm:prSet/>
      <dgm:spPr/>
      <dgm:t>
        <a:bodyPr/>
        <a:lstStyle/>
        <a:p>
          <a:endParaRPr lang="zh-CN" altLang="en-US"/>
        </a:p>
      </dgm:t>
    </dgm:pt>
    <dgm:pt modelId="{4A4B92B2-B3D1-4E06-8896-A1A93EB9593A}">
      <dgm:prSet/>
      <dgm:spPr/>
      <dgm:t>
        <a:bodyPr/>
        <a:lstStyle/>
        <a:p>
          <a:r>
            <a:rPr lang="en-US" altLang="en-US"/>
            <a:t>MyISAM</a:t>
          </a:r>
          <a:r>
            <a:rPr lang="zh-CN" altLang="en-US"/>
            <a:t>存储引擎</a:t>
          </a:r>
        </a:p>
      </dgm:t>
    </dgm:pt>
    <dgm:pt modelId="{95561900-B037-405A-ABD4-A1C642DFA750}" type="parTrans" cxnId="{13F32FD4-01C2-43A8-BDB8-295CDFFBFC65}">
      <dgm:prSet/>
      <dgm:spPr/>
      <dgm:t>
        <a:bodyPr/>
        <a:lstStyle/>
        <a:p>
          <a:endParaRPr lang="zh-CN" altLang="en-US"/>
        </a:p>
      </dgm:t>
    </dgm:pt>
    <dgm:pt modelId="{9C837CAB-0E16-451F-BA28-8B9E8DB59AF8}" type="sibTrans" cxnId="{13F32FD4-01C2-43A8-BDB8-295CDFFBFC65}">
      <dgm:prSet/>
      <dgm:spPr/>
      <dgm:t>
        <a:bodyPr/>
        <a:lstStyle/>
        <a:p>
          <a:endParaRPr lang="zh-CN" altLang="en-US"/>
        </a:p>
      </dgm:t>
    </dgm:pt>
    <dgm:pt modelId="{0D5AF1A2-9486-420E-ABFD-F8121E72C7D2}">
      <dgm:prSet/>
      <dgm:spPr/>
      <dgm:t>
        <a:bodyPr/>
        <a:lstStyle/>
        <a:p>
          <a:r>
            <a:rPr lang="zh-CN" altLang="en-US"/>
            <a:t>表结构文件</a:t>
          </a:r>
          <a:r>
            <a:rPr lang="en-US" altLang="en-US"/>
            <a:t>(.frm)+</a:t>
          </a:r>
          <a:r>
            <a:rPr lang="zh-CN" altLang="en-US"/>
            <a:t>表数据文件</a:t>
          </a:r>
          <a:r>
            <a:rPr lang="en-US" altLang="en-US"/>
            <a:t>(.MYD)+</a:t>
          </a:r>
          <a:r>
            <a:rPr lang="zh-CN" altLang="en-US"/>
            <a:t>表索引文件</a:t>
          </a:r>
          <a:r>
            <a:rPr lang="en-US" altLang="en-US"/>
            <a:t>(.MYI)</a:t>
          </a:r>
          <a:endParaRPr lang="zh-CN" altLang="en-US"/>
        </a:p>
      </dgm:t>
    </dgm:pt>
    <dgm:pt modelId="{BB1D1088-4ACC-4CA6-880B-8D886522BBB6}" type="parTrans" cxnId="{7D271A5B-4FD7-4FC0-93E1-673118D75630}">
      <dgm:prSet/>
      <dgm:spPr/>
      <dgm:t>
        <a:bodyPr/>
        <a:lstStyle/>
        <a:p>
          <a:endParaRPr lang="zh-CN" altLang="en-US"/>
        </a:p>
      </dgm:t>
    </dgm:pt>
    <dgm:pt modelId="{7F849F53-0FEF-463E-A818-75D76902BDF1}" type="sibTrans" cxnId="{7D271A5B-4FD7-4FC0-93E1-673118D75630}">
      <dgm:prSet/>
      <dgm:spPr/>
      <dgm:t>
        <a:bodyPr/>
        <a:lstStyle/>
        <a:p>
          <a:endParaRPr lang="zh-CN" altLang="en-US"/>
        </a:p>
      </dgm:t>
    </dgm:pt>
    <dgm:pt modelId="{57111E97-D091-4904-9F5C-FF1805D95B52}">
      <dgm:prSet/>
      <dgm:spPr/>
      <dgm:t>
        <a:bodyPr/>
        <a:lstStyle/>
        <a:p>
          <a:r>
            <a:rPr lang="en-US" altLang="en-US"/>
            <a:t>MEMO</a:t>
          </a:r>
          <a:r>
            <a:rPr lang="en-US" altLang="zh-CN"/>
            <a:t>R</a:t>
          </a:r>
          <a:r>
            <a:rPr lang="en-US" altLang="en-US"/>
            <a:t>Y</a:t>
          </a:r>
          <a:r>
            <a:rPr lang="zh-CN" altLang="en-US"/>
            <a:t>存储引擎</a:t>
          </a:r>
        </a:p>
      </dgm:t>
    </dgm:pt>
    <dgm:pt modelId="{E9F093C6-9DCF-4577-A12F-63C7BA12C77A}" type="parTrans" cxnId="{D6A1E0A9-F80C-4874-BF31-CCEB41545943}">
      <dgm:prSet/>
      <dgm:spPr/>
      <dgm:t>
        <a:bodyPr/>
        <a:lstStyle/>
        <a:p>
          <a:endParaRPr lang="zh-CN" altLang="en-US"/>
        </a:p>
      </dgm:t>
    </dgm:pt>
    <dgm:pt modelId="{1422672E-EE66-46CC-A905-160C8CAA2FC5}" type="sibTrans" cxnId="{D6A1E0A9-F80C-4874-BF31-CCEB41545943}">
      <dgm:prSet/>
      <dgm:spPr/>
      <dgm:t>
        <a:bodyPr/>
        <a:lstStyle/>
        <a:p>
          <a:endParaRPr lang="zh-CN" altLang="en-US"/>
        </a:p>
      </dgm:t>
    </dgm:pt>
    <dgm:pt modelId="{3E01939A-BC6D-491C-813B-1DD496EBADC7}">
      <dgm:prSet/>
      <dgm:spPr/>
      <dgm:t>
        <a:bodyPr/>
        <a:lstStyle/>
        <a:p>
          <a:r>
            <a:rPr lang="en-US" altLang="en-US"/>
            <a:t>Archive</a:t>
          </a:r>
          <a:r>
            <a:rPr lang="zh-CN" altLang="en-US"/>
            <a:t>存储引擎</a:t>
          </a:r>
        </a:p>
      </dgm:t>
    </dgm:pt>
    <dgm:pt modelId="{5C526FBB-EE96-478B-97A1-0510D3690E78}" type="parTrans" cxnId="{6B5FC97F-B505-4EE8-B0C1-12B94170FA03}">
      <dgm:prSet/>
      <dgm:spPr/>
      <dgm:t>
        <a:bodyPr/>
        <a:lstStyle/>
        <a:p>
          <a:endParaRPr lang="zh-CN" altLang="en-US"/>
        </a:p>
      </dgm:t>
    </dgm:pt>
    <dgm:pt modelId="{581BF4BD-D282-4572-A922-BDA8B7879CDA}" type="sibTrans" cxnId="{6B5FC97F-B505-4EE8-B0C1-12B94170FA03}">
      <dgm:prSet/>
      <dgm:spPr/>
      <dgm:t>
        <a:bodyPr/>
        <a:lstStyle/>
        <a:p>
          <a:endParaRPr lang="zh-CN" altLang="en-US"/>
        </a:p>
      </dgm:t>
    </dgm:pt>
    <dgm:pt modelId="{81D91029-08D0-422A-8BC3-2DDFC0104A42}">
      <dgm:prSet/>
      <dgm:spPr/>
      <dgm:t>
        <a:bodyPr/>
        <a:lstStyle/>
        <a:p>
          <a:r>
            <a:rPr lang="zh-CN" altLang="en-US"/>
            <a:t>高并发时，</a:t>
          </a:r>
          <a:r>
            <a:rPr lang="zh-CN" altLang="en-US" b="1">
              <a:solidFill>
                <a:srgbClr val="FF0000"/>
              </a:solidFill>
            </a:rPr>
            <a:t>临时存放数据</a:t>
          </a:r>
          <a:r>
            <a:rPr lang="zh-CN" altLang="en-US"/>
            <a:t>，不需要高的安全性，作为查询的中间存储</a:t>
          </a:r>
        </a:p>
      </dgm:t>
    </dgm:pt>
    <dgm:pt modelId="{3F82C751-3444-466C-A68B-495939DA6A86}" type="parTrans" cxnId="{133F951A-B7F5-4177-BB13-9B1B6567F13A}">
      <dgm:prSet/>
      <dgm:spPr/>
      <dgm:t>
        <a:bodyPr/>
        <a:lstStyle/>
        <a:p>
          <a:endParaRPr lang="zh-CN" altLang="en-US"/>
        </a:p>
      </dgm:t>
    </dgm:pt>
    <dgm:pt modelId="{0EF2FCDD-EC86-4CE1-B28F-6C6140B3262B}" type="sibTrans" cxnId="{133F951A-B7F5-4177-BB13-9B1B6567F13A}">
      <dgm:prSet/>
      <dgm:spPr/>
      <dgm:t>
        <a:bodyPr/>
        <a:lstStyle/>
        <a:p>
          <a:endParaRPr lang="zh-CN" altLang="en-US"/>
        </a:p>
      </dgm:t>
    </dgm:pt>
    <dgm:pt modelId="{F5814538-F24C-4009-93BA-00E389DF48D0}">
      <dgm:prSet/>
      <dgm:spPr/>
      <dgm:t>
        <a:bodyPr/>
        <a:lstStyle/>
        <a:p>
          <a:r>
            <a:rPr lang="zh-CN" altLang="en-US" b="1">
              <a:solidFill>
                <a:srgbClr val="FF0000"/>
              </a:solidFill>
            </a:rPr>
            <a:t>只有</a:t>
          </a:r>
          <a:r>
            <a:rPr lang="en-US" altLang="en-US" b="1">
              <a:solidFill>
                <a:srgbClr val="FF0000"/>
              </a:solidFill>
            </a:rPr>
            <a:t>select</a:t>
          </a:r>
          <a:r>
            <a:rPr lang="zh-CN" altLang="en-US" b="1">
              <a:solidFill>
                <a:srgbClr val="FF0000"/>
              </a:solidFill>
            </a:rPr>
            <a:t>和</a:t>
          </a:r>
          <a:r>
            <a:rPr lang="en-US" altLang="en-US" b="1">
              <a:solidFill>
                <a:srgbClr val="FF0000"/>
              </a:solidFill>
            </a:rPr>
            <a:t>insert</a:t>
          </a:r>
          <a:r>
            <a:rPr lang="zh-CN" altLang="en-US" b="1">
              <a:solidFill>
                <a:srgbClr val="FF0000"/>
              </a:solidFill>
            </a:rPr>
            <a:t>操作</a:t>
          </a:r>
          <a:r>
            <a:rPr lang="zh-CN" altLang="en-US"/>
            <a:t>，支持</a:t>
          </a:r>
          <a:r>
            <a:rPr lang="zh-CN" altLang="en-US" b="1">
              <a:solidFill>
                <a:srgbClr val="FF0000"/>
              </a:solidFill>
            </a:rPr>
            <a:t>高并发</a:t>
          </a:r>
          <a:r>
            <a:rPr lang="zh-CN" altLang="en-US"/>
            <a:t>的插入，非常适合存储归档数据，如记录日志信息</a:t>
          </a:r>
        </a:p>
      </dgm:t>
    </dgm:pt>
    <dgm:pt modelId="{78FF013C-E515-42A6-A636-F5F8F3CAFCAA}" type="parTrans" cxnId="{F5967B8B-0446-43C0-A15A-D093CDAF523B}">
      <dgm:prSet/>
      <dgm:spPr/>
      <dgm:t>
        <a:bodyPr/>
        <a:lstStyle/>
        <a:p>
          <a:endParaRPr lang="zh-CN" altLang="en-US"/>
        </a:p>
      </dgm:t>
    </dgm:pt>
    <dgm:pt modelId="{D2C59E04-23D6-4467-8088-4AB20D1C88CF}" type="sibTrans" cxnId="{F5967B8B-0446-43C0-A15A-D093CDAF523B}">
      <dgm:prSet/>
      <dgm:spPr/>
      <dgm:t>
        <a:bodyPr/>
        <a:lstStyle/>
        <a:p>
          <a:endParaRPr lang="zh-CN" altLang="en-US"/>
        </a:p>
      </dgm:t>
    </dgm:pt>
    <dgm:pt modelId="{8073B985-BD64-4FAD-91B7-385803F95CD7}">
      <dgm:prSet phldrT="[文本]"/>
      <dgm:spPr/>
      <dgm:t>
        <a:bodyPr/>
        <a:lstStyle/>
        <a:p>
          <a:r>
            <a:rPr lang="zh-CN" altLang="en-US"/>
            <a:t>支持</a:t>
          </a:r>
          <a:r>
            <a:rPr lang="zh-CN" altLang="en-US" b="1">
              <a:solidFill>
                <a:srgbClr val="FF0000"/>
              </a:solidFill>
            </a:rPr>
            <a:t>事务</a:t>
          </a:r>
          <a:r>
            <a:rPr lang="zh-CN" altLang="en-US"/>
            <a:t>、</a:t>
          </a:r>
          <a:r>
            <a:rPr lang="zh-CN" altLang="en-US" b="1">
              <a:solidFill>
                <a:srgbClr val="FF0000"/>
              </a:solidFill>
            </a:rPr>
            <a:t>外键</a:t>
          </a:r>
          <a:r>
            <a:rPr lang="zh-CN" altLang="en-US"/>
            <a:t>和</a:t>
          </a:r>
          <a:r>
            <a:rPr lang="zh-CN" altLang="en-US" b="1">
              <a:solidFill>
                <a:srgbClr val="FF0000"/>
              </a:solidFill>
            </a:rPr>
            <a:t>行级的锁定</a:t>
          </a:r>
          <a:r>
            <a:rPr lang="zh-CN" altLang="en-US"/>
            <a:t>；但效率低</a:t>
          </a:r>
        </a:p>
      </dgm:t>
    </dgm:pt>
    <dgm:pt modelId="{D4A9879F-D89E-4786-811A-A285D001B93C}" type="parTrans" cxnId="{9AF9D351-C8E6-42A5-A4B2-05425B0DA501}">
      <dgm:prSet/>
      <dgm:spPr/>
      <dgm:t>
        <a:bodyPr/>
        <a:lstStyle/>
        <a:p>
          <a:endParaRPr lang="zh-CN" altLang="en-US"/>
        </a:p>
      </dgm:t>
    </dgm:pt>
    <dgm:pt modelId="{3F20AE00-D9CE-49F6-B8ED-524C19BC5FA6}" type="sibTrans" cxnId="{9AF9D351-C8E6-42A5-A4B2-05425B0DA501}">
      <dgm:prSet/>
      <dgm:spPr/>
      <dgm:t>
        <a:bodyPr/>
        <a:lstStyle/>
        <a:p>
          <a:endParaRPr lang="zh-CN" altLang="en-US"/>
        </a:p>
      </dgm:t>
    </dgm:pt>
    <dgm:pt modelId="{3181E4B9-42DC-467F-9EE3-48956FDEEAE4}">
      <dgm:prSet/>
      <dgm:spPr/>
      <dgm:t>
        <a:bodyPr/>
        <a:lstStyle/>
        <a:p>
          <a:r>
            <a:rPr lang="zh-CN" altLang="en-US"/>
            <a:t>强调</a:t>
          </a:r>
          <a:r>
            <a:rPr lang="zh-CN" altLang="en-US" b="1">
              <a:solidFill>
                <a:srgbClr val="FF0000"/>
              </a:solidFill>
            </a:rPr>
            <a:t>性能</a:t>
          </a:r>
          <a:r>
            <a:rPr lang="zh-CN" altLang="en-US"/>
            <a:t>，</a:t>
          </a:r>
          <a:r>
            <a:rPr lang="zh-CN" altLang="en-US" b="1">
              <a:solidFill>
                <a:srgbClr val="FF0000"/>
              </a:solidFill>
            </a:rPr>
            <a:t>不支持事务处理</a:t>
          </a:r>
        </a:p>
      </dgm:t>
    </dgm:pt>
    <dgm:pt modelId="{FF30ED10-AFC6-454B-A38A-B4B0D9AACDE9}" type="parTrans" cxnId="{C9B6F9F3-9F77-4878-9ACD-1D33B6395BD1}">
      <dgm:prSet/>
      <dgm:spPr/>
      <dgm:t>
        <a:bodyPr/>
        <a:lstStyle/>
        <a:p>
          <a:endParaRPr lang="zh-CN" altLang="en-US"/>
        </a:p>
      </dgm:t>
    </dgm:pt>
    <dgm:pt modelId="{0AAA8DD4-938A-4C10-8C8D-827CC6A891D5}" type="sibTrans" cxnId="{C9B6F9F3-9F77-4878-9ACD-1D33B6395BD1}">
      <dgm:prSet/>
      <dgm:spPr/>
      <dgm:t>
        <a:bodyPr/>
        <a:lstStyle/>
        <a:p>
          <a:endParaRPr lang="zh-CN" altLang="en-US"/>
        </a:p>
      </dgm:t>
    </dgm:pt>
    <dgm:pt modelId="{6A570236-8D1A-4385-9F1F-7B62F3BD60F8}">
      <dgm:prSet/>
      <dgm:spPr/>
      <dgm:t>
        <a:bodyPr/>
        <a:lstStyle/>
        <a:p>
          <a:r>
            <a:rPr lang="zh-CN" altLang="en-US"/>
            <a:t>在</a:t>
          </a:r>
          <a:r>
            <a:rPr lang="en-US" altLang="en-US"/>
            <a:t>MySQL</a:t>
          </a:r>
          <a:r>
            <a:rPr lang="zh-CN" altLang="en-US"/>
            <a:t>数据目录下创建一个名为</a:t>
          </a:r>
          <a:r>
            <a:rPr lang="en-US" altLang="en-US"/>
            <a:t>ibdata1</a:t>
          </a:r>
          <a:r>
            <a:rPr lang="zh-CN" altLang="en-US"/>
            <a:t>的</a:t>
          </a:r>
          <a:r>
            <a:rPr lang="en-US" altLang="en-US"/>
            <a:t>10MB</a:t>
          </a:r>
          <a:r>
            <a:rPr lang="zh-CN" altLang="en-US"/>
            <a:t>大小的自动扩展数据文件，以及两个名为</a:t>
          </a:r>
          <a:r>
            <a:rPr lang="en-US" altLang="en-US"/>
            <a:t>ib_logfile0</a:t>
          </a:r>
          <a:r>
            <a:rPr lang="zh-CN" altLang="en-US"/>
            <a:t>和</a:t>
          </a:r>
          <a:r>
            <a:rPr lang="en-US" altLang="en-US"/>
            <a:t>ib_logfile1</a:t>
          </a:r>
          <a:r>
            <a:rPr lang="zh-CN" altLang="en-US"/>
            <a:t>的</a:t>
          </a:r>
          <a:r>
            <a:rPr lang="en-US" altLang="en-US"/>
            <a:t>5MB</a:t>
          </a:r>
          <a:r>
            <a:rPr lang="zh-CN" altLang="en-US"/>
            <a:t>大小的日志文件</a:t>
          </a:r>
        </a:p>
      </dgm:t>
    </dgm:pt>
    <dgm:pt modelId="{2E553ECA-C076-4A89-8121-55B0F3D8F9BF}" type="parTrans" cxnId="{2713363A-C3B7-4CB2-BADA-1B68571CE3C6}">
      <dgm:prSet/>
      <dgm:spPr/>
      <dgm:t>
        <a:bodyPr/>
        <a:lstStyle/>
        <a:p>
          <a:endParaRPr lang="zh-CN" altLang="en-US"/>
        </a:p>
      </dgm:t>
    </dgm:pt>
    <dgm:pt modelId="{693AB2CC-EC3D-4ACE-B7D7-B67F475C5B7B}" type="sibTrans" cxnId="{2713363A-C3B7-4CB2-BADA-1B68571CE3C6}">
      <dgm:prSet/>
      <dgm:spPr/>
      <dgm:t>
        <a:bodyPr/>
        <a:lstStyle/>
        <a:p>
          <a:endParaRPr lang="zh-CN" altLang="en-US"/>
        </a:p>
      </dgm:t>
    </dgm:pt>
    <dgm:pt modelId="{0FC7D37E-00E9-4864-B6EA-CC53B82B3D8A}" type="pres">
      <dgm:prSet presAssocID="{48E95653-8B6E-4965-BAC0-2D3041589226}" presName="linear" presStyleCnt="0">
        <dgm:presLayoutVars>
          <dgm:dir/>
          <dgm:animLvl val="lvl"/>
          <dgm:resizeHandles val="exact"/>
        </dgm:presLayoutVars>
      </dgm:prSet>
      <dgm:spPr/>
    </dgm:pt>
    <dgm:pt modelId="{03147877-A5CC-4796-926D-31EDC0DD31DA}" type="pres">
      <dgm:prSet presAssocID="{ADEAA5C7-6E49-47E3-9283-D3B9DED966C1}" presName="parentLin" presStyleCnt="0"/>
      <dgm:spPr/>
    </dgm:pt>
    <dgm:pt modelId="{1B09D105-73B2-48DC-9FEF-D6C154455947}" type="pres">
      <dgm:prSet presAssocID="{ADEAA5C7-6E49-47E3-9283-D3B9DED966C1}" presName="parentLeftMargin" presStyleLbl="node1" presStyleIdx="0" presStyleCnt="4"/>
      <dgm:spPr/>
    </dgm:pt>
    <dgm:pt modelId="{5800BB70-6A58-4900-9D85-D69088E6EAB7}" type="pres">
      <dgm:prSet presAssocID="{ADEAA5C7-6E49-47E3-9283-D3B9DED966C1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9407A0EA-07CC-4177-B49B-E4432C9D12E3}" type="pres">
      <dgm:prSet presAssocID="{ADEAA5C7-6E49-47E3-9283-D3B9DED966C1}" presName="negativeSpace" presStyleCnt="0"/>
      <dgm:spPr/>
    </dgm:pt>
    <dgm:pt modelId="{E3E28966-EBE7-4034-A927-3FC767EA3AA2}" type="pres">
      <dgm:prSet presAssocID="{ADEAA5C7-6E49-47E3-9283-D3B9DED966C1}" presName="childText" presStyleLbl="conFgAcc1" presStyleIdx="0" presStyleCnt="4">
        <dgm:presLayoutVars>
          <dgm:bulletEnabled val="1"/>
        </dgm:presLayoutVars>
      </dgm:prSet>
      <dgm:spPr/>
    </dgm:pt>
    <dgm:pt modelId="{4E084045-05B9-4B74-B4AF-055DA55614E4}" type="pres">
      <dgm:prSet presAssocID="{DA960D61-FCE5-447C-AE5F-2E5739E411B2}" presName="spaceBetweenRectangles" presStyleCnt="0"/>
      <dgm:spPr/>
    </dgm:pt>
    <dgm:pt modelId="{6C326E27-24EB-4A15-976D-9563CF9DE2B1}" type="pres">
      <dgm:prSet presAssocID="{4A4B92B2-B3D1-4E06-8896-A1A93EB9593A}" presName="parentLin" presStyleCnt="0"/>
      <dgm:spPr/>
    </dgm:pt>
    <dgm:pt modelId="{B35CAE77-ABB7-48C1-9699-A9BDDB522AA7}" type="pres">
      <dgm:prSet presAssocID="{4A4B92B2-B3D1-4E06-8896-A1A93EB9593A}" presName="parentLeftMargin" presStyleLbl="node1" presStyleIdx="0" presStyleCnt="4"/>
      <dgm:spPr/>
    </dgm:pt>
    <dgm:pt modelId="{328E2BB3-7399-4071-A562-3D26BD342718}" type="pres">
      <dgm:prSet presAssocID="{4A4B92B2-B3D1-4E06-8896-A1A93EB9593A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A469DC1B-9911-4F34-A60E-30B113BE6D06}" type="pres">
      <dgm:prSet presAssocID="{4A4B92B2-B3D1-4E06-8896-A1A93EB9593A}" presName="negativeSpace" presStyleCnt="0"/>
      <dgm:spPr/>
    </dgm:pt>
    <dgm:pt modelId="{F9A1BEE2-888F-4349-96F9-8A55D69CECC9}" type="pres">
      <dgm:prSet presAssocID="{4A4B92B2-B3D1-4E06-8896-A1A93EB9593A}" presName="childText" presStyleLbl="conFgAcc1" presStyleIdx="1" presStyleCnt="4">
        <dgm:presLayoutVars>
          <dgm:bulletEnabled val="1"/>
        </dgm:presLayoutVars>
      </dgm:prSet>
      <dgm:spPr/>
    </dgm:pt>
    <dgm:pt modelId="{F9918735-E3AE-4B40-B8D5-931BFC7421E3}" type="pres">
      <dgm:prSet presAssocID="{9C837CAB-0E16-451F-BA28-8B9E8DB59AF8}" presName="spaceBetweenRectangles" presStyleCnt="0"/>
      <dgm:spPr/>
    </dgm:pt>
    <dgm:pt modelId="{E6EDBB27-EA21-4BCA-94FE-B41FE28C1669}" type="pres">
      <dgm:prSet presAssocID="{57111E97-D091-4904-9F5C-FF1805D95B52}" presName="parentLin" presStyleCnt="0"/>
      <dgm:spPr/>
    </dgm:pt>
    <dgm:pt modelId="{AD22ECD3-D33B-4311-B295-88434A6AEE7E}" type="pres">
      <dgm:prSet presAssocID="{57111E97-D091-4904-9F5C-FF1805D95B52}" presName="parentLeftMargin" presStyleLbl="node1" presStyleIdx="1" presStyleCnt="4"/>
      <dgm:spPr/>
    </dgm:pt>
    <dgm:pt modelId="{E7B0511D-2D67-4207-8679-A2D4B8B0427C}" type="pres">
      <dgm:prSet presAssocID="{57111E97-D091-4904-9F5C-FF1805D95B52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6B31796F-F735-4C17-88A2-19F1ADA0FEC5}" type="pres">
      <dgm:prSet presAssocID="{57111E97-D091-4904-9F5C-FF1805D95B52}" presName="negativeSpace" presStyleCnt="0"/>
      <dgm:spPr/>
    </dgm:pt>
    <dgm:pt modelId="{4C9DFC5D-50EA-4FDD-9FF0-B21638A58682}" type="pres">
      <dgm:prSet presAssocID="{57111E97-D091-4904-9F5C-FF1805D95B52}" presName="childText" presStyleLbl="conFgAcc1" presStyleIdx="2" presStyleCnt="4">
        <dgm:presLayoutVars>
          <dgm:bulletEnabled val="1"/>
        </dgm:presLayoutVars>
      </dgm:prSet>
      <dgm:spPr/>
    </dgm:pt>
    <dgm:pt modelId="{6A3158F1-7B80-4ECE-A3D8-47F5E239EF29}" type="pres">
      <dgm:prSet presAssocID="{1422672E-EE66-46CC-A905-160C8CAA2FC5}" presName="spaceBetweenRectangles" presStyleCnt="0"/>
      <dgm:spPr/>
    </dgm:pt>
    <dgm:pt modelId="{EBA514A6-F54A-4AD1-A37E-9AD668BC6A8F}" type="pres">
      <dgm:prSet presAssocID="{3E01939A-BC6D-491C-813B-1DD496EBADC7}" presName="parentLin" presStyleCnt="0"/>
      <dgm:spPr/>
    </dgm:pt>
    <dgm:pt modelId="{22868A21-DB06-40F1-9465-DE3D8BA82C55}" type="pres">
      <dgm:prSet presAssocID="{3E01939A-BC6D-491C-813B-1DD496EBADC7}" presName="parentLeftMargin" presStyleLbl="node1" presStyleIdx="2" presStyleCnt="4"/>
      <dgm:spPr/>
    </dgm:pt>
    <dgm:pt modelId="{B7FA1771-F8F0-477E-AD04-3E9234C3BF8E}" type="pres">
      <dgm:prSet presAssocID="{3E01939A-BC6D-491C-813B-1DD496EBADC7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857FB81D-5870-4D60-AB26-5DFC63743EA3}" type="pres">
      <dgm:prSet presAssocID="{3E01939A-BC6D-491C-813B-1DD496EBADC7}" presName="negativeSpace" presStyleCnt="0"/>
      <dgm:spPr/>
    </dgm:pt>
    <dgm:pt modelId="{2AB77747-5D62-4899-8F36-BC679AAEF8F3}" type="pres">
      <dgm:prSet presAssocID="{3E01939A-BC6D-491C-813B-1DD496EBADC7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6528FC05-3F6B-4D23-8167-C6A460CE9447}" type="presOf" srcId="{6A570236-8D1A-4385-9F1F-7B62F3BD60F8}" destId="{E3E28966-EBE7-4034-A927-3FC767EA3AA2}" srcOrd="0" destOrd="2" presId="urn:microsoft.com/office/officeart/2005/8/layout/list1"/>
    <dgm:cxn modelId="{E56B540F-D364-4E8D-89D7-B0B7D0488C3A}" srcId="{48E95653-8B6E-4965-BAC0-2D3041589226}" destId="{ADEAA5C7-6E49-47E3-9283-D3B9DED966C1}" srcOrd="0" destOrd="0" parTransId="{1A300C24-E4F9-419C-8BB8-E589E2D9CABB}" sibTransId="{DA960D61-FCE5-447C-AE5F-2E5739E411B2}"/>
    <dgm:cxn modelId="{133F951A-B7F5-4177-BB13-9B1B6567F13A}" srcId="{57111E97-D091-4904-9F5C-FF1805D95B52}" destId="{81D91029-08D0-422A-8BC3-2DDFC0104A42}" srcOrd="0" destOrd="0" parTransId="{3F82C751-3444-466C-A68B-495939DA6A86}" sibTransId="{0EF2FCDD-EC86-4CE1-B28F-6C6140B3262B}"/>
    <dgm:cxn modelId="{07BC0921-15F2-477A-8FA8-B20C9D7DE496}" type="presOf" srcId="{ADEAA5C7-6E49-47E3-9283-D3B9DED966C1}" destId="{1B09D105-73B2-48DC-9FEF-D6C154455947}" srcOrd="0" destOrd="0" presId="urn:microsoft.com/office/officeart/2005/8/layout/list1"/>
    <dgm:cxn modelId="{84251838-C974-4898-950E-C7C20F6D8E01}" type="presOf" srcId="{4A4B92B2-B3D1-4E06-8896-A1A93EB9593A}" destId="{B35CAE77-ABB7-48C1-9699-A9BDDB522AA7}" srcOrd="0" destOrd="0" presId="urn:microsoft.com/office/officeart/2005/8/layout/list1"/>
    <dgm:cxn modelId="{2713363A-C3B7-4CB2-BADA-1B68571CE3C6}" srcId="{ADEAA5C7-6E49-47E3-9283-D3B9DED966C1}" destId="{6A570236-8D1A-4385-9F1F-7B62F3BD60F8}" srcOrd="2" destOrd="0" parTransId="{2E553ECA-C076-4A89-8121-55B0F3D8F9BF}" sibTransId="{693AB2CC-EC3D-4ACE-B7D7-B67F475C5B7B}"/>
    <dgm:cxn modelId="{7D271A5B-4FD7-4FC0-93E1-673118D75630}" srcId="{4A4B92B2-B3D1-4E06-8896-A1A93EB9593A}" destId="{0D5AF1A2-9486-420E-ABFD-F8121E72C7D2}" srcOrd="1" destOrd="0" parTransId="{BB1D1088-4ACC-4CA6-880B-8D886522BBB6}" sibTransId="{7F849F53-0FEF-463E-A818-75D76902BDF1}"/>
    <dgm:cxn modelId="{81371543-AA14-424A-8C33-E64817C348D8}" type="presOf" srcId="{0D5AF1A2-9486-420E-ABFD-F8121E72C7D2}" destId="{F9A1BEE2-888F-4349-96F9-8A55D69CECC9}" srcOrd="0" destOrd="1" presId="urn:microsoft.com/office/officeart/2005/8/layout/list1"/>
    <dgm:cxn modelId="{AD898644-1A35-4E17-B828-C8A812AA0EC8}" type="presOf" srcId="{8617F309-15CE-4E16-BC85-141855FBE3B2}" destId="{E3E28966-EBE7-4034-A927-3FC767EA3AA2}" srcOrd="0" destOrd="1" presId="urn:microsoft.com/office/officeart/2005/8/layout/list1"/>
    <dgm:cxn modelId="{1ADC346F-4F95-4D3C-B114-8BAE88B7D288}" type="presOf" srcId="{3181E4B9-42DC-467F-9EE3-48956FDEEAE4}" destId="{F9A1BEE2-888F-4349-96F9-8A55D69CECC9}" srcOrd="0" destOrd="0" presId="urn:microsoft.com/office/officeart/2005/8/layout/list1"/>
    <dgm:cxn modelId="{9AF9D351-C8E6-42A5-A4B2-05425B0DA501}" srcId="{ADEAA5C7-6E49-47E3-9283-D3B9DED966C1}" destId="{8073B985-BD64-4FAD-91B7-385803F95CD7}" srcOrd="0" destOrd="0" parTransId="{D4A9879F-D89E-4786-811A-A285D001B93C}" sibTransId="{3F20AE00-D9CE-49F6-B8ED-524C19BC5FA6}"/>
    <dgm:cxn modelId="{ACDC1877-9674-41CF-AEEF-256B808B5CF2}" type="presOf" srcId="{57111E97-D091-4904-9F5C-FF1805D95B52}" destId="{E7B0511D-2D67-4207-8679-A2D4B8B0427C}" srcOrd="1" destOrd="0" presId="urn:microsoft.com/office/officeart/2005/8/layout/list1"/>
    <dgm:cxn modelId="{46D30779-7DAB-4725-AF68-8A4403FBDAA9}" type="presOf" srcId="{57111E97-D091-4904-9F5C-FF1805D95B52}" destId="{AD22ECD3-D33B-4311-B295-88434A6AEE7E}" srcOrd="0" destOrd="0" presId="urn:microsoft.com/office/officeart/2005/8/layout/list1"/>
    <dgm:cxn modelId="{5C01B159-C557-4E77-A289-39CEB29397E9}" type="presOf" srcId="{F5814538-F24C-4009-93BA-00E389DF48D0}" destId="{2AB77747-5D62-4899-8F36-BC679AAEF8F3}" srcOrd="0" destOrd="0" presId="urn:microsoft.com/office/officeart/2005/8/layout/list1"/>
    <dgm:cxn modelId="{6B5FC97F-B505-4EE8-B0C1-12B94170FA03}" srcId="{48E95653-8B6E-4965-BAC0-2D3041589226}" destId="{3E01939A-BC6D-491C-813B-1DD496EBADC7}" srcOrd="3" destOrd="0" parTransId="{5C526FBB-EE96-478B-97A1-0510D3690E78}" sibTransId="{581BF4BD-D282-4572-A922-BDA8B7879CDA}"/>
    <dgm:cxn modelId="{5630C685-2E84-493A-800D-F00613EF05EB}" type="presOf" srcId="{81D91029-08D0-422A-8BC3-2DDFC0104A42}" destId="{4C9DFC5D-50EA-4FDD-9FF0-B21638A58682}" srcOrd="0" destOrd="0" presId="urn:microsoft.com/office/officeart/2005/8/layout/list1"/>
    <dgm:cxn modelId="{F9527C89-BD1B-437A-96B4-EBBCA9D550B4}" type="presOf" srcId="{4A4B92B2-B3D1-4E06-8896-A1A93EB9593A}" destId="{328E2BB3-7399-4071-A562-3D26BD342718}" srcOrd="1" destOrd="0" presId="urn:microsoft.com/office/officeart/2005/8/layout/list1"/>
    <dgm:cxn modelId="{F5967B8B-0446-43C0-A15A-D093CDAF523B}" srcId="{3E01939A-BC6D-491C-813B-1DD496EBADC7}" destId="{F5814538-F24C-4009-93BA-00E389DF48D0}" srcOrd="0" destOrd="0" parTransId="{78FF013C-E515-42A6-A636-F5F8F3CAFCAA}" sibTransId="{D2C59E04-23D6-4467-8088-4AB20D1C88CF}"/>
    <dgm:cxn modelId="{EC4D8492-8059-4C49-8720-4C74276869E9}" type="presOf" srcId="{8073B985-BD64-4FAD-91B7-385803F95CD7}" destId="{E3E28966-EBE7-4034-A927-3FC767EA3AA2}" srcOrd="0" destOrd="0" presId="urn:microsoft.com/office/officeart/2005/8/layout/list1"/>
    <dgm:cxn modelId="{D6A1E0A9-F80C-4874-BF31-CCEB41545943}" srcId="{48E95653-8B6E-4965-BAC0-2D3041589226}" destId="{57111E97-D091-4904-9F5C-FF1805D95B52}" srcOrd="2" destOrd="0" parTransId="{E9F093C6-9DCF-4577-A12F-63C7BA12C77A}" sibTransId="{1422672E-EE66-46CC-A905-160C8CAA2FC5}"/>
    <dgm:cxn modelId="{13F32FD4-01C2-43A8-BDB8-295CDFFBFC65}" srcId="{48E95653-8B6E-4965-BAC0-2D3041589226}" destId="{4A4B92B2-B3D1-4E06-8896-A1A93EB9593A}" srcOrd="1" destOrd="0" parTransId="{95561900-B037-405A-ABD4-A1C642DFA750}" sibTransId="{9C837CAB-0E16-451F-BA28-8B9E8DB59AF8}"/>
    <dgm:cxn modelId="{FDD1F8D7-8EA4-4041-9B30-D1EDF4A5CFBC}" srcId="{ADEAA5C7-6E49-47E3-9283-D3B9DED966C1}" destId="{8617F309-15CE-4E16-BC85-141855FBE3B2}" srcOrd="1" destOrd="0" parTransId="{AC997158-D62A-4899-BE8D-276110ABF048}" sibTransId="{F6B13592-E550-45E9-AF52-458F920BDCE3}"/>
    <dgm:cxn modelId="{C38450D8-5145-43F9-A480-39DC5942F178}" type="presOf" srcId="{ADEAA5C7-6E49-47E3-9283-D3B9DED966C1}" destId="{5800BB70-6A58-4900-9D85-D69088E6EAB7}" srcOrd="1" destOrd="0" presId="urn:microsoft.com/office/officeart/2005/8/layout/list1"/>
    <dgm:cxn modelId="{794886E7-98D4-4B0E-A98C-236E5389A748}" type="presOf" srcId="{3E01939A-BC6D-491C-813B-1DD496EBADC7}" destId="{B7FA1771-F8F0-477E-AD04-3E9234C3BF8E}" srcOrd="1" destOrd="0" presId="urn:microsoft.com/office/officeart/2005/8/layout/list1"/>
    <dgm:cxn modelId="{BE5938E9-714C-4303-BAB3-63753F7F473C}" type="presOf" srcId="{3E01939A-BC6D-491C-813B-1DD496EBADC7}" destId="{22868A21-DB06-40F1-9465-DE3D8BA82C55}" srcOrd="0" destOrd="0" presId="urn:microsoft.com/office/officeart/2005/8/layout/list1"/>
    <dgm:cxn modelId="{BBEBC4EE-1F53-4FA9-BAF5-9F015995E8D4}" type="presOf" srcId="{48E95653-8B6E-4965-BAC0-2D3041589226}" destId="{0FC7D37E-00E9-4864-B6EA-CC53B82B3D8A}" srcOrd="0" destOrd="0" presId="urn:microsoft.com/office/officeart/2005/8/layout/list1"/>
    <dgm:cxn modelId="{C9B6F9F3-9F77-4878-9ACD-1D33B6395BD1}" srcId="{4A4B92B2-B3D1-4E06-8896-A1A93EB9593A}" destId="{3181E4B9-42DC-467F-9EE3-48956FDEEAE4}" srcOrd="0" destOrd="0" parTransId="{FF30ED10-AFC6-454B-A38A-B4B0D9AACDE9}" sibTransId="{0AAA8DD4-938A-4C10-8C8D-827CC6A891D5}"/>
    <dgm:cxn modelId="{9879CE75-4EF5-48D4-AF21-479F92028823}" type="presParOf" srcId="{0FC7D37E-00E9-4864-B6EA-CC53B82B3D8A}" destId="{03147877-A5CC-4796-926D-31EDC0DD31DA}" srcOrd="0" destOrd="0" presId="urn:microsoft.com/office/officeart/2005/8/layout/list1"/>
    <dgm:cxn modelId="{49B3D68C-E09D-4BED-9EF5-70E91A576E36}" type="presParOf" srcId="{03147877-A5CC-4796-926D-31EDC0DD31DA}" destId="{1B09D105-73B2-48DC-9FEF-D6C154455947}" srcOrd="0" destOrd="0" presId="urn:microsoft.com/office/officeart/2005/8/layout/list1"/>
    <dgm:cxn modelId="{FBC08BF4-3E42-4DE7-9C93-186D7E916C24}" type="presParOf" srcId="{03147877-A5CC-4796-926D-31EDC0DD31DA}" destId="{5800BB70-6A58-4900-9D85-D69088E6EAB7}" srcOrd="1" destOrd="0" presId="urn:microsoft.com/office/officeart/2005/8/layout/list1"/>
    <dgm:cxn modelId="{536DBC8D-9A30-4DE9-AF2F-11A11FC5E7A6}" type="presParOf" srcId="{0FC7D37E-00E9-4864-B6EA-CC53B82B3D8A}" destId="{9407A0EA-07CC-4177-B49B-E4432C9D12E3}" srcOrd="1" destOrd="0" presId="urn:microsoft.com/office/officeart/2005/8/layout/list1"/>
    <dgm:cxn modelId="{06D56D4A-6023-4D1B-A89C-6B3DF0D677E4}" type="presParOf" srcId="{0FC7D37E-00E9-4864-B6EA-CC53B82B3D8A}" destId="{E3E28966-EBE7-4034-A927-3FC767EA3AA2}" srcOrd="2" destOrd="0" presId="urn:microsoft.com/office/officeart/2005/8/layout/list1"/>
    <dgm:cxn modelId="{D21409D4-B76B-4498-9ABD-09711EA86999}" type="presParOf" srcId="{0FC7D37E-00E9-4864-B6EA-CC53B82B3D8A}" destId="{4E084045-05B9-4B74-B4AF-055DA55614E4}" srcOrd="3" destOrd="0" presId="urn:microsoft.com/office/officeart/2005/8/layout/list1"/>
    <dgm:cxn modelId="{A9645776-C05F-44AA-BB50-901E07F33971}" type="presParOf" srcId="{0FC7D37E-00E9-4864-B6EA-CC53B82B3D8A}" destId="{6C326E27-24EB-4A15-976D-9563CF9DE2B1}" srcOrd="4" destOrd="0" presId="urn:microsoft.com/office/officeart/2005/8/layout/list1"/>
    <dgm:cxn modelId="{F2420C37-4F89-4C0D-9A46-52326B2FA9C4}" type="presParOf" srcId="{6C326E27-24EB-4A15-976D-9563CF9DE2B1}" destId="{B35CAE77-ABB7-48C1-9699-A9BDDB522AA7}" srcOrd="0" destOrd="0" presId="urn:microsoft.com/office/officeart/2005/8/layout/list1"/>
    <dgm:cxn modelId="{EA99B8F9-BB2E-42F8-887F-24664EAB8CB8}" type="presParOf" srcId="{6C326E27-24EB-4A15-976D-9563CF9DE2B1}" destId="{328E2BB3-7399-4071-A562-3D26BD342718}" srcOrd="1" destOrd="0" presId="urn:microsoft.com/office/officeart/2005/8/layout/list1"/>
    <dgm:cxn modelId="{6F4A77AD-01A6-4C0A-86F0-6131F89E5362}" type="presParOf" srcId="{0FC7D37E-00E9-4864-B6EA-CC53B82B3D8A}" destId="{A469DC1B-9911-4F34-A60E-30B113BE6D06}" srcOrd="5" destOrd="0" presId="urn:microsoft.com/office/officeart/2005/8/layout/list1"/>
    <dgm:cxn modelId="{48372A11-E4D4-43E0-84CB-1F5B5A1BCF87}" type="presParOf" srcId="{0FC7D37E-00E9-4864-B6EA-CC53B82B3D8A}" destId="{F9A1BEE2-888F-4349-96F9-8A55D69CECC9}" srcOrd="6" destOrd="0" presId="urn:microsoft.com/office/officeart/2005/8/layout/list1"/>
    <dgm:cxn modelId="{54C47BF2-096E-4361-B932-6B4A4E34E7B7}" type="presParOf" srcId="{0FC7D37E-00E9-4864-B6EA-CC53B82B3D8A}" destId="{F9918735-E3AE-4B40-B8D5-931BFC7421E3}" srcOrd="7" destOrd="0" presId="urn:microsoft.com/office/officeart/2005/8/layout/list1"/>
    <dgm:cxn modelId="{4D258C3B-715D-49D7-8465-4F6214957EEF}" type="presParOf" srcId="{0FC7D37E-00E9-4864-B6EA-CC53B82B3D8A}" destId="{E6EDBB27-EA21-4BCA-94FE-B41FE28C1669}" srcOrd="8" destOrd="0" presId="urn:microsoft.com/office/officeart/2005/8/layout/list1"/>
    <dgm:cxn modelId="{F5749AE0-984A-45FB-A52C-B013AC453805}" type="presParOf" srcId="{E6EDBB27-EA21-4BCA-94FE-B41FE28C1669}" destId="{AD22ECD3-D33B-4311-B295-88434A6AEE7E}" srcOrd="0" destOrd="0" presId="urn:microsoft.com/office/officeart/2005/8/layout/list1"/>
    <dgm:cxn modelId="{48B1633B-EC55-4E9A-8081-B61E8AEE0E89}" type="presParOf" srcId="{E6EDBB27-EA21-4BCA-94FE-B41FE28C1669}" destId="{E7B0511D-2D67-4207-8679-A2D4B8B0427C}" srcOrd="1" destOrd="0" presId="urn:microsoft.com/office/officeart/2005/8/layout/list1"/>
    <dgm:cxn modelId="{839EA466-AD6D-420A-AB16-1B86A963C59D}" type="presParOf" srcId="{0FC7D37E-00E9-4864-B6EA-CC53B82B3D8A}" destId="{6B31796F-F735-4C17-88A2-19F1ADA0FEC5}" srcOrd="9" destOrd="0" presId="urn:microsoft.com/office/officeart/2005/8/layout/list1"/>
    <dgm:cxn modelId="{D3A8B7FA-C603-4E3F-A337-475189B7D8D3}" type="presParOf" srcId="{0FC7D37E-00E9-4864-B6EA-CC53B82B3D8A}" destId="{4C9DFC5D-50EA-4FDD-9FF0-B21638A58682}" srcOrd="10" destOrd="0" presId="urn:microsoft.com/office/officeart/2005/8/layout/list1"/>
    <dgm:cxn modelId="{BAA81E5D-0DF3-41D9-833F-93842EBA2D02}" type="presParOf" srcId="{0FC7D37E-00E9-4864-B6EA-CC53B82B3D8A}" destId="{6A3158F1-7B80-4ECE-A3D8-47F5E239EF29}" srcOrd="11" destOrd="0" presId="urn:microsoft.com/office/officeart/2005/8/layout/list1"/>
    <dgm:cxn modelId="{40E40681-BFE5-45A5-AECB-7128F72AE37C}" type="presParOf" srcId="{0FC7D37E-00E9-4864-B6EA-CC53B82B3D8A}" destId="{EBA514A6-F54A-4AD1-A37E-9AD668BC6A8F}" srcOrd="12" destOrd="0" presId="urn:microsoft.com/office/officeart/2005/8/layout/list1"/>
    <dgm:cxn modelId="{4CF48C94-34C3-4BE3-8DCC-11D6563BB4D6}" type="presParOf" srcId="{EBA514A6-F54A-4AD1-A37E-9AD668BC6A8F}" destId="{22868A21-DB06-40F1-9465-DE3D8BA82C55}" srcOrd="0" destOrd="0" presId="urn:microsoft.com/office/officeart/2005/8/layout/list1"/>
    <dgm:cxn modelId="{F572F349-920A-4049-9B53-6555127CCD59}" type="presParOf" srcId="{EBA514A6-F54A-4AD1-A37E-9AD668BC6A8F}" destId="{B7FA1771-F8F0-477E-AD04-3E9234C3BF8E}" srcOrd="1" destOrd="0" presId="urn:microsoft.com/office/officeart/2005/8/layout/list1"/>
    <dgm:cxn modelId="{A1BC95BF-134A-41E0-A5A0-B834D2624FCD}" type="presParOf" srcId="{0FC7D37E-00E9-4864-B6EA-CC53B82B3D8A}" destId="{857FB81D-5870-4D60-AB26-5DFC63743EA3}" srcOrd="13" destOrd="0" presId="urn:microsoft.com/office/officeart/2005/8/layout/list1"/>
    <dgm:cxn modelId="{2A2948E5-2408-4384-8F2C-6B9795A2B55D}" type="presParOf" srcId="{0FC7D37E-00E9-4864-B6EA-CC53B82B3D8A}" destId="{2AB77747-5D62-4899-8F36-BC679AAEF8F3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069DE592-DFAE-4AE5-98E2-F9E460CAB1CF}" type="doc">
      <dgm:prSet loTypeId="urn:microsoft.com/office/officeart/2009/3/layout/IncreasingArrowsProcess" loCatId="process" qsTypeId="urn:microsoft.com/office/officeart/2005/8/quickstyle/simple1" qsCatId="simple" csTypeId="urn:microsoft.com/office/officeart/2005/8/colors/accent1_2" csCatId="accent1" phldr="1"/>
      <dgm:spPr/>
    </dgm:pt>
    <dgm:pt modelId="{2C8A29F2-C058-4DC4-9DD7-2868EBF4D5A3}">
      <dgm:prSet phldrT="[文本]"/>
      <dgm:spPr/>
      <dgm:t>
        <a:bodyPr/>
        <a:lstStyle/>
        <a:p>
          <a:r>
            <a:rPr lang="zh-CN" altLang="en-US"/>
            <a:t>概念数据模型</a:t>
          </a:r>
        </a:p>
      </dgm:t>
    </dgm:pt>
    <dgm:pt modelId="{10EDF7FC-4C1F-45F5-9E13-8F4AF7F2FCA1}" type="parTrans" cxnId="{422B2F5A-6327-40D0-862A-F1CE5E6A52BE}">
      <dgm:prSet/>
      <dgm:spPr/>
      <dgm:t>
        <a:bodyPr/>
        <a:lstStyle/>
        <a:p>
          <a:endParaRPr lang="zh-CN" altLang="en-US"/>
        </a:p>
      </dgm:t>
    </dgm:pt>
    <dgm:pt modelId="{1E4ABD8B-0075-4348-AAF5-DAA9D81CBC52}" type="sibTrans" cxnId="{422B2F5A-6327-40D0-862A-F1CE5E6A52BE}">
      <dgm:prSet/>
      <dgm:spPr/>
      <dgm:t>
        <a:bodyPr/>
        <a:lstStyle/>
        <a:p>
          <a:endParaRPr lang="zh-CN" altLang="en-US"/>
        </a:p>
      </dgm:t>
    </dgm:pt>
    <dgm:pt modelId="{0E08AA44-1524-4F80-8B3A-E73589573E3A}">
      <dgm:prSet phldrT="[文本]"/>
      <dgm:spPr/>
      <dgm:t>
        <a:bodyPr/>
        <a:lstStyle/>
        <a:p>
          <a:r>
            <a:rPr lang="zh-CN" altLang="en-US"/>
            <a:t>逻辑数据模型</a:t>
          </a:r>
        </a:p>
      </dgm:t>
    </dgm:pt>
    <dgm:pt modelId="{67BB1EB5-73DB-487B-B933-61E8ED8367EF}" type="parTrans" cxnId="{43A12573-35CE-4372-8F98-ED0EA12E7518}">
      <dgm:prSet/>
      <dgm:spPr/>
      <dgm:t>
        <a:bodyPr/>
        <a:lstStyle/>
        <a:p>
          <a:endParaRPr lang="zh-CN" altLang="en-US"/>
        </a:p>
      </dgm:t>
    </dgm:pt>
    <dgm:pt modelId="{53FA5226-58C8-46A0-AC86-BC51BE6C7D2C}" type="sibTrans" cxnId="{43A12573-35CE-4372-8F98-ED0EA12E7518}">
      <dgm:prSet/>
      <dgm:spPr/>
      <dgm:t>
        <a:bodyPr/>
        <a:lstStyle/>
        <a:p>
          <a:endParaRPr lang="zh-CN" altLang="en-US"/>
        </a:p>
      </dgm:t>
    </dgm:pt>
    <dgm:pt modelId="{A5F21930-6452-4576-90AC-79A12D880B6F}">
      <dgm:prSet phldrT="[文本]"/>
      <dgm:spPr/>
      <dgm:t>
        <a:bodyPr/>
        <a:lstStyle/>
        <a:p>
          <a:r>
            <a:rPr lang="zh-CN" altLang="en-US"/>
            <a:t>物理数据模型</a:t>
          </a:r>
        </a:p>
      </dgm:t>
    </dgm:pt>
    <dgm:pt modelId="{C77C19DD-C9B7-4B69-9BDF-56502F8A72A2}" type="parTrans" cxnId="{7B2A2940-B279-4D14-99EE-A260C60CD1CE}">
      <dgm:prSet/>
      <dgm:spPr/>
      <dgm:t>
        <a:bodyPr/>
        <a:lstStyle/>
        <a:p>
          <a:endParaRPr lang="zh-CN" altLang="en-US"/>
        </a:p>
      </dgm:t>
    </dgm:pt>
    <dgm:pt modelId="{3E246B48-D8EA-406F-B867-8584FAF2E7C6}" type="sibTrans" cxnId="{7B2A2940-B279-4D14-99EE-A260C60CD1CE}">
      <dgm:prSet/>
      <dgm:spPr/>
      <dgm:t>
        <a:bodyPr/>
        <a:lstStyle/>
        <a:p>
          <a:endParaRPr lang="zh-CN" altLang="en-US"/>
        </a:p>
      </dgm:t>
    </dgm:pt>
    <dgm:pt modelId="{CB5F2009-CB21-4FDF-A0AF-09086D2A9310}">
      <dgm:prSet phldrT="[文本]"/>
      <dgm:spPr/>
      <dgm:t>
        <a:bodyPr/>
        <a:lstStyle/>
        <a:p>
          <a:r>
            <a:rPr lang="zh-CN" altLang="en-US">
              <a:solidFill>
                <a:schemeClr val="tx1"/>
              </a:solidFill>
            </a:rPr>
            <a:t>常用：</a:t>
          </a:r>
          <a:r>
            <a:rPr lang="en-US" altLang="zh-CN">
              <a:solidFill>
                <a:srgbClr val="FF0000"/>
              </a:solidFill>
            </a:rPr>
            <a:t>ER</a:t>
          </a:r>
          <a:r>
            <a:rPr lang="zh-CN" altLang="en-US">
              <a:solidFill>
                <a:srgbClr val="FF0000"/>
              </a:solidFill>
            </a:rPr>
            <a:t>图</a:t>
          </a:r>
        </a:p>
      </dgm:t>
    </dgm:pt>
    <dgm:pt modelId="{286E629D-E139-4BCD-944A-954610B00054}" type="parTrans" cxnId="{06F8E2D9-D767-466B-9BE5-C3FBBA1A9682}">
      <dgm:prSet/>
      <dgm:spPr/>
      <dgm:t>
        <a:bodyPr/>
        <a:lstStyle/>
        <a:p>
          <a:endParaRPr lang="zh-CN" altLang="en-US"/>
        </a:p>
      </dgm:t>
    </dgm:pt>
    <dgm:pt modelId="{E47FF16C-F976-4BF3-BA64-77B2886AF7FD}" type="sibTrans" cxnId="{06F8E2D9-D767-466B-9BE5-C3FBBA1A9682}">
      <dgm:prSet/>
      <dgm:spPr/>
      <dgm:t>
        <a:bodyPr/>
        <a:lstStyle/>
        <a:p>
          <a:endParaRPr lang="zh-CN" altLang="en-US"/>
        </a:p>
      </dgm:t>
    </dgm:pt>
    <dgm:pt modelId="{0C92F587-F5F3-43FE-AC5E-41CB55E61091}">
      <dgm:prSet phldrT="[文本]"/>
      <dgm:spPr/>
      <dgm:t>
        <a:bodyPr/>
        <a:lstStyle/>
        <a:p>
          <a:r>
            <a:rPr lang="zh-CN" altLang="en-US"/>
            <a:t>层次、网状、</a:t>
          </a:r>
          <a:r>
            <a:rPr lang="zh-CN" altLang="en-US">
              <a:solidFill>
                <a:srgbClr val="FF0000"/>
              </a:solidFill>
            </a:rPr>
            <a:t>关系</a:t>
          </a:r>
        </a:p>
      </dgm:t>
    </dgm:pt>
    <dgm:pt modelId="{B45535DA-1235-4D7E-8C1C-5DFFF597C6BC}" type="parTrans" cxnId="{793576AC-678C-4FEB-BC38-93A9FB743C6F}">
      <dgm:prSet/>
      <dgm:spPr/>
      <dgm:t>
        <a:bodyPr/>
        <a:lstStyle/>
        <a:p>
          <a:endParaRPr lang="zh-CN" altLang="en-US"/>
        </a:p>
      </dgm:t>
    </dgm:pt>
    <dgm:pt modelId="{D793C7C8-3947-4F8F-A39C-742CEE698122}" type="sibTrans" cxnId="{793576AC-678C-4FEB-BC38-93A9FB743C6F}">
      <dgm:prSet/>
      <dgm:spPr/>
      <dgm:t>
        <a:bodyPr/>
        <a:lstStyle/>
        <a:p>
          <a:endParaRPr lang="zh-CN" altLang="en-US"/>
        </a:p>
      </dgm:t>
    </dgm:pt>
    <dgm:pt modelId="{0E3C2FCB-1036-4F9A-96A6-DFA49538EE25}">
      <dgm:prSet phldrT="[文本]"/>
      <dgm:spPr/>
      <dgm:t>
        <a:bodyPr/>
        <a:lstStyle/>
        <a:p>
          <a:r>
            <a:rPr lang="zh-CN" altLang="en-US"/>
            <a:t>如：</a:t>
          </a:r>
          <a:r>
            <a:rPr lang="en-US" altLang="zh-CN"/>
            <a:t>mysql</a:t>
          </a:r>
          <a:r>
            <a:rPr lang="zh-CN" altLang="en-US"/>
            <a:t>、</a:t>
          </a:r>
          <a:r>
            <a:rPr lang="en-US" altLang="zh-CN"/>
            <a:t>SQLServer</a:t>
          </a:r>
          <a:endParaRPr lang="zh-CN" altLang="en-US"/>
        </a:p>
      </dgm:t>
    </dgm:pt>
    <dgm:pt modelId="{163ACB27-2B95-4CC3-A3A9-6B4EFD00EADA}" type="parTrans" cxnId="{97E9AE7D-1969-40F0-8D91-EAA026908CBB}">
      <dgm:prSet/>
      <dgm:spPr/>
      <dgm:t>
        <a:bodyPr/>
        <a:lstStyle/>
        <a:p>
          <a:endParaRPr lang="zh-CN" altLang="en-US"/>
        </a:p>
      </dgm:t>
    </dgm:pt>
    <dgm:pt modelId="{80D58188-EDE0-46AE-B081-92110F7E9D82}" type="sibTrans" cxnId="{97E9AE7D-1969-40F0-8D91-EAA026908CBB}">
      <dgm:prSet/>
      <dgm:spPr/>
      <dgm:t>
        <a:bodyPr/>
        <a:lstStyle/>
        <a:p>
          <a:endParaRPr lang="zh-CN" altLang="en-US"/>
        </a:p>
      </dgm:t>
    </dgm:pt>
    <dgm:pt modelId="{C3F55E0F-B6A8-486D-8D62-A06EEB384B28}" type="pres">
      <dgm:prSet presAssocID="{069DE592-DFAE-4AE5-98E2-F9E460CAB1CF}" presName="Name0" presStyleCnt="0">
        <dgm:presLayoutVars>
          <dgm:chMax val="5"/>
          <dgm:chPref val="5"/>
          <dgm:dir/>
          <dgm:animLvl val="lvl"/>
        </dgm:presLayoutVars>
      </dgm:prSet>
      <dgm:spPr/>
    </dgm:pt>
    <dgm:pt modelId="{66A0F7B2-D69D-4441-B946-106B20464F6D}" type="pres">
      <dgm:prSet presAssocID="{2C8A29F2-C058-4DC4-9DD7-2868EBF4D5A3}" presName="parentText1" presStyleLbl="node1" presStyleIdx="0" presStyleCnt="3">
        <dgm:presLayoutVars>
          <dgm:chMax/>
          <dgm:chPref val="3"/>
          <dgm:bulletEnabled val="1"/>
        </dgm:presLayoutVars>
      </dgm:prSet>
      <dgm:spPr/>
    </dgm:pt>
    <dgm:pt modelId="{22742D62-0FBB-4B8F-A8EB-C7A3808C4310}" type="pres">
      <dgm:prSet presAssocID="{2C8A29F2-C058-4DC4-9DD7-2868EBF4D5A3}" presName="childText1" presStyleLbl="solidAlignAcc1" presStyleIdx="0" presStyleCnt="3" custLinFactNeighborX="-296" custLinFactNeighborY="-1262">
        <dgm:presLayoutVars>
          <dgm:chMax val="0"/>
          <dgm:chPref val="0"/>
          <dgm:bulletEnabled val="1"/>
        </dgm:presLayoutVars>
      </dgm:prSet>
      <dgm:spPr/>
    </dgm:pt>
    <dgm:pt modelId="{25976CC3-C5B5-4A2A-9366-50125E663A43}" type="pres">
      <dgm:prSet presAssocID="{0E08AA44-1524-4F80-8B3A-E73589573E3A}" presName="parentText2" presStyleLbl="node1" presStyleIdx="1" presStyleCnt="3">
        <dgm:presLayoutVars>
          <dgm:chMax/>
          <dgm:chPref val="3"/>
          <dgm:bulletEnabled val="1"/>
        </dgm:presLayoutVars>
      </dgm:prSet>
      <dgm:spPr/>
    </dgm:pt>
    <dgm:pt modelId="{FAE449E2-C542-49C6-B6F8-DC769205439B}" type="pres">
      <dgm:prSet presAssocID="{0E08AA44-1524-4F80-8B3A-E73589573E3A}" presName="childText2" presStyleLbl="solidAlignAcc1" presStyleIdx="1" presStyleCnt="3">
        <dgm:presLayoutVars>
          <dgm:chMax val="0"/>
          <dgm:chPref val="0"/>
          <dgm:bulletEnabled val="1"/>
        </dgm:presLayoutVars>
      </dgm:prSet>
      <dgm:spPr/>
    </dgm:pt>
    <dgm:pt modelId="{1991CF19-8392-4A4C-84A3-23267F3F5669}" type="pres">
      <dgm:prSet presAssocID="{A5F21930-6452-4576-90AC-79A12D880B6F}" presName="parentText3" presStyleLbl="node1" presStyleIdx="2" presStyleCnt="3">
        <dgm:presLayoutVars>
          <dgm:chMax/>
          <dgm:chPref val="3"/>
          <dgm:bulletEnabled val="1"/>
        </dgm:presLayoutVars>
      </dgm:prSet>
      <dgm:spPr/>
    </dgm:pt>
    <dgm:pt modelId="{1247E716-CA8C-4F8F-B75E-0F4D1F6DA7E4}" type="pres">
      <dgm:prSet presAssocID="{A5F21930-6452-4576-90AC-79A12D880B6F}" presName="childText3" presStyleLbl="solidAlignAcc1" presStyleIdx="2" presStyleCnt="3">
        <dgm:presLayoutVars>
          <dgm:chMax val="0"/>
          <dgm:chPref val="0"/>
          <dgm:bulletEnabled val="1"/>
        </dgm:presLayoutVars>
      </dgm:prSet>
      <dgm:spPr/>
    </dgm:pt>
  </dgm:ptLst>
  <dgm:cxnLst>
    <dgm:cxn modelId="{AE8A9A25-F08D-4A12-B60E-6053BB25CA27}" type="presOf" srcId="{CB5F2009-CB21-4FDF-A0AF-09086D2A9310}" destId="{22742D62-0FBB-4B8F-A8EB-C7A3808C4310}" srcOrd="0" destOrd="0" presId="urn:microsoft.com/office/officeart/2009/3/layout/IncreasingArrowsProcess"/>
    <dgm:cxn modelId="{7372C52A-F8BF-4C30-BC07-293E86AFCE71}" type="presOf" srcId="{069DE592-DFAE-4AE5-98E2-F9E460CAB1CF}" destId="{C3F55E0F-B6A8-486D-8D62-A06EEB384B28}" srcOrd="0" destOrd="0" presId="urn:microsoft.com/office/officeart/2009/3/layout/IncreasingArrowsProcess"/>
    <dgm:cxn modelId="{7B2A2940-B279-4D14-99EE-A260C60CD1CE}" srcId="{069DE592-DFAE-4AE5-98E2-F9E460CAB1CF}" destId="{A5F21930-6452-4576-90AC-79A12D880B6F}" srcOrd="2" destOrd="0" parTransId="{C77C19DD-C9B7-4B69-9BDF-56502F8A72A2}" sibTransId="{3E246B48-D8EA-406F-B867-8584FAF2E7C6}"/>
    <dgm:cxn modelId="{2109CC5C-F97E-43D3-A9A3-DDEC8AAD786B}" type="presOf" srcId="{0E3C2FCB-1036-4F9A-96A6-DFA49538EE25}" destId="{1247E716-CA8C-4F8F-B75E-0F4D1F6DA7E4}" srcOrd="0" destOrd="0" presId="urn:microsoft.com/office/officeart/2009/3/layout/IncreasingArrowsProcess"/>
    <dgm:cxn modelId="{E9D12051-96A5-4123-BBA7-432625E8B051}" type="presOf" srcId="{0E08AA44-1524-4F80-8B3A-E73589573E3A}" destId="{25976CC3-C5B5-4A2A-9366-50125E663A43}" srcOrd="0" destOrd="0" presId="urn:microsoft.com/office/officeart/2009/3/layout/IncreasingArrowsProcess"/>
    <dgm:cxn modelId="{43A12573-35CE-4372-8F98-ED0EA12E7518}" srcId="{069DE592-DFAE-4AE5-98E2-F9E460CAB1CF}" destId="{0E08AA44-1524-4F80-8B3A-E73589573E3A}" srcOrd="1" destOrd="0" parTransId="{67BB1EB5-73DB-487B-B933-61E8ED8367EF}" sibTransId="{53FA5226-58C8-46A0-AC86-BC51BE6C7D2C}"/>
    <dgm:cxn modelId="{5F088E58-1DE2-424D-90D9-350A3A50D1CA}" type="presOf" srcId="{2C8A29F2-C058-4DC4-9DD7-2868EBF4D5A3}" destId="{66A0F7B2-D69D-4441-B946-106B20464F6D}" srcOrd="0" destOrd="0" presId="urn:microsoft.com/office/officeart/2009/3/layout/IncreasingArrowsProcess"/>
    <dgm:cxn modelId="{422B2F5A-6327-40D0-862A-F1CE5E6A52BE}" srcId="{069DE592-DFAE-4AE5-98E2-F9E460CAB1CF}" destId="{2C8A29F2-C058-4DC4-9DD7-2868EBF4D5A3}" srcOrd="0" destOrd="0" parTransId="{10EDF7FC-4C1F-45F5-9E13-8F4AF7F2FCA1}" sibTransId="{1E4ABD8B-0075-4348-AAF5-DAA9D81CBC52}"/>
    <dgm:cxn modelId="{97E9AE7D-1969-40F0-8D91-EAA026908CBB}" srcId="{A5F21930-6452-4576-90AC-79A12D880B6F}" destId="{0E3C2FCB-1036-4F9A-96A6-DFA49538EE25}" srcOrd="0" destOrd="0" parTransId="{163ACB27-2B95-4CC3-A3A9-6B4EFD00EADA}" sibTransId="{80D58188-EDE0-46AE-B081-92110F7E9D82}"/>
    <dgm:cxn modelId="{9E182F9A-7643-4430-B3A4-1BB2C89AF33B}" type="presOf" srcId="{0C92F587-F5F3-43FE-AC5E-41CB55E61091}" destId="{FAE449E2-C542-49C6-B6F8-DC769205439B}" srcOrd="0" destOrd="0" presId="urn:microsoft.com/office/officeart/2009/3/layout/IncreasingArrowsProcess"/>
    <dgm:cxn modelId="{793576AC-678C-4FEB-BC38-93A9FB743C6F}" srcId="{0E08AA44-1524-4F80-8B3A-E73589573E3A}" destId="{0C92F587-F5F3-43FE-AC5E-41CB55E61091}" srcOrd="0" destOrd="0" parTransId="{B45535DA-1235-4D7E-8C1C-5DFFF597C6BC}" sibTransId="{D793C7C8-3947-4F8F-A39C-742CEE698122}"/>
    <dgm:cxn modelId="{06F8E2D9-D767-466B-9BE5-C3FBBA1A9682}" srcId="{2C8A29F2-C058-4DC4-9DD7-2868EBF4D5A3}" destId="{CB5F2009-CB21-4FDF-A0AF-09086D2A9310}" srcOrd="0" destOrd="0" parTransId="{286E629D-E139-4BCD-944A-954610B00054}" sibTransId="{E47FF16C-F976-4BF3-BA64-77B2886AF7FD}"/>
    <dgm:cxn modelId="{2D3BC9E5-6CB3-4A8A-9AE5-5B54E25EEE19}" type="presOf" srcId="{A5F21930-6452-4576-90AC-79A12D880B6F}" destId="{1991CF19-8392-4A4C-84A3-23267F3F5669}" srcOrd="0" destOrd="0" presId="urn:microsoft.com/office/officeart/2009/3/layout/IncreasingArrowsProcess"/>
    <dgm:cxn modelId="{DC2EF33D-02F9-4565-982E-CD0050F8558D}" type="presParOf" srcId="{C3F55E0F-B6A8-486D-8D62-A06EEB384B28}" destId="{66A0F7B2-D69D-4441-B946-106B20464F6D}" srcOrd="0" destOrd="0" presId="urn:microsoft.com/office/officeart/2009/3/layout/IncreasingArrowsProcess"/>
    <dgm:cxn modelId="{D6F8D70B-5753-45B1-A9BB-08D0FEDC78E1}" type="presParOf" srcId="{C3F55E0F-B6A8-486D-8D62-A06EEB384B28}" destId="{22742D62-0FBB-4B8F-A8EB-C7A3808C4310}" srcOrd="1" destOrd="0" presId="urn:microsoft.com/office/officeart/2009/3/layout/IncreasingArrowsProcess"/>
    <dgm:cxn modelId="{38021AC4-4E9F-4EEE-91D5-4421278F1A95}" type="presParOf" srcId="{C3F55E0F-B6A8-486D-8D62-A06EEB384B28}" destId="{25976CC3-C5B5-4A2A-9366-50125E663A43}" srcOrd="2" destOrd="0" presId="urn:microsoft.com/office/officeart/2009/3/layout/IncreasingArrowsProcess"/>
    <dgm:cxn modelId="{3E2C8956-C638-4789-9B82-BBB4DD04EEC0}" type="presParOf" srcId="{C3F55E0F-B6A8-486D-8D62-A06EEB384B28}" destId="{FAE449E2-C542-49C6-B6F8-DC769205439B}" srcOrd="3" destOrd="0" presId="urn:microsoft.com/office/officeart/2009/3/layout/IncreasingArrowsProcess"/>
    <dgm:cxn modelId="{4F8E9464-FB33-4CA0-8C66-0B414E475BF2}" type="presParOf" srcId="{C3F55E0F-B6A8-486D-8D62-A06EEB384B28}" destId="{1991CF19-8392-4A4C-84A3-23267F3F5669}" srcOrd="4" destOrd="0" presId="urn:microsoft.com/office/officeart/2009/3/layout/IncreasingArrowsProcess"/>
    <dgm:cxn modelId="{4733E543-CE8C-415E-8667-39AABC20A580}" type="presParOf" srcId="{C3F55E0F-B6A8-486D-8D62-A06EEB384B28}" destId="{1247E716-CA8C-4F8F-B75E-0F4D1F6DA7E4}" srcOrd="5" destOrd="0" presId="urn:microsoft.com/office/officeart/2009/3/layout/IncreasingArrows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DBCF7BF6-7DD2-4BAA-9F89-D83C2C3F5DFD}" type="doc">
      <dgm:prSet loTypeId="urn:microsoft.com/office/officeart/2005/8/layout/vList4" loCatId="list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zh-CN" altLang="en-US"/>
        </a:p>
      </dgm:t>
    </dgm:pt>
    <dgm:pt modelId="{4E7DE356-5135-4613-90CA-BB4C0181D529}">
      <dgm:prSet phldrT="[文本]"/>
      <dgm:spPr/>
      <dgm:t>
        <a:bodyPr/>
        <a:lstStyle/>
        <a:p>
          <a:r>
            <a:rPr lang="en-US" b="0" i="0"/>
            <a:t>E-R</a:t>
          </a:r>
          <a:r>
            <a:rPr lang="zh-CN" altLang="en-US" b="0" i="0"/>
            <a:t>图也称实体</a:t>
          </a:r>
          <a:r>
            <a:rPr lang="en-US" altLang="zh-CN" b="0" i="0"/>
            <a:t>-</a:t>
          </a:r>
          <a:r>
            <a:rPr lang="zh-CN" altLang="en-US" b="0" i="0"/>
            <a:t>联系图</a:t>
          </a:r>
          <a:r>
            <a:rPr lang="en-US" altLang="zh-CN" b="0" i="0"/>
            <a:t>(</a:t>
          </a:r>
          <a:r>
            <a:rPr lang="en-US" b="0" i="0"/>
            <a:t>Entity Relationship Diagram)</a:t>
          </a:r>
          <a:endParaRPr lang="zh-CN" altLang="en-US"/>
        </a:p>
      </dgm:t>
    </dgm:pt>
    <dgm:pt modelId="{1486E939-B6BC-454A-AA62-5722E5150F76}" type="parTrans" cxnId="{644011AE-AABC-473A-AC54-E7D1ADE6E3DA}">
      <dgm:prSet/>
      <dgm:spPr/>
      <dgm:t>
        <a:bodyPr/>
        <a:lstStyle/>
        <a:p>
          <a:endParaRPr lang="zh-CN" altLang="en-US"/>
        </a:p>
      </dgm:t>
    </dgm:pt>
    <dgm:pt modelId="{9A0E3347-BA59-4D32-8E4B-D2619314D0BA}" type="sibTrans" cxnId="{644011AE-AABC-473A-AC54-E7D1ADE6E3DA}">
      <dgm:prSet/>
      <dgm:spPr/>
      <dgm:t>
        <a:bodyPr/>
        <a:lstStyle/>
        <a:p>
          <a:endParaRPr lang="zh-CN" altLang="en-US"/>
        </a:p>
      </dgm:t>
    </dgm:pt>
    <dgm:pt modelId="{FB63BF79-269F-431F-87C6-2CDCB8A1E425}">
      <dgm:prSet/>
      <dgm:spPr/>
      <dgm:t>
        <a:bodyPr/>
        <a:lstStyle/>
        <a:p>
          <a:r>
            <a:rPr lang="zh-CN" altLang="en-US" b="0" i="0"/>
            <a:t>使用实体</a:t>
          </a:r>
          <a:r>
            <a:rPr lang="en-US" altLang="zh-CN" b="0" i="0"/>
            <a:t>-</a:t>
          </a:r>
          <a:r>
            <a:rPr lang="zh-CN" altLang="en-US" b="0" i="0"/>
            <a:t>联系模型（</a:t>
          </a:r>
          <a:r>
            <a:rPr lang="en-US" altLang="zh-CN" b="0" i="0"/>
            <a:t>ER</a:t>
          </a:r>
          <a:r>
            <a:rPr lang="zh-CN" altLang="en-US" b="0" i="0"/>
            <a:t>模型）可帮助用户进行数据库设计</a:t>
          </a:r>
        </a:p>
      </dgm:t>
    </dgm:pt>
    <dgm:pt modelId="{8609F9B0-69FC-4CA3-B117-8775B00D6DD2}" type="parTrans" cxnId="{C1AFAF04-1C1A-4607-9858-A2E36178985A}">
      <dgm:prSet/>
      <dgm:spPr/>
      <dgm:t>
        <a:bodyPr/>
        <a:lstStyle/>
        <a:p>
          <a:endParaRPr lang="zh-CN" altLang="en-US"/>
        </a:p>
      </dgm:t>
    </dgm:pt>
    <dgm:pt modelId="{8315BD43-7FF5-4C81-B740-753F40943F4A}" type="sibTrans" cxnId="{C1AFAF04-1C1A-4607-9858-A2E36178985A}">
      <dgm:prSet/>
      <dgm:spPr/>
      <dgm:t>
        <a:bodyPr/>
        <a:lstStyle/>
        <a:p>
          <a:endParaRPr lang="zh-CN" altLang="en-US"/>
        </a:p>
      </dgm:t>
    </dgm:pt>
    <dgm:pt modelId="{92977FFB-5926-4CAA-971D-0DFCC03DD649}">
      <dgm:prSet phldrT="[文本]"/>
      <dgm:spPr/>
      <dgm:t>
        <a:bodyPr/>
        <a:lstStyle/>
        <a:p>
          <a:r>
            <a:rPr lang="zh-CN" altLang="en-US" b="0" i="0"/>
            <a:t>用来描述现实世界的概念模型。</a:t>
          </a:r>
          <a:endParaRPr lang="zh-CN" altLang="en-US"/>
        </a:p>
      </dgm:t>
    </dgm:pt>
    <dgm:pt modelId="{5221B0CE-F8BD-4080-BA93-0A0757331AFA}" type="parTrans" cxnId="{B18D932F-F396-449A-A011-2B60DDED8CE3}">
      <dgm:prSet/>
      <dgm:spPr/>
      <dgm:t>
        <a:bodyPr/>
        <a:lstStyle/>
        <a:p>
          <a:endParaRPr lang="zh-CN" altLang="en-US"/>
        </a:p>
      </dgm:t>
    </dgm:pt>
    <dgm:pt modelId="{1EE462EF-9099-4FB6-8584-E854FDF9E9A3}" type="sibTrans" cxnId="{B18D932F-F396-449A-A011-2B60DDED8CE3}">
      <dgm:prSet/>
      <dgm:spPr/>
      <dgm:t>
        <a:bodyPr/>
        <a:lstStyle/>
        <a:p>
          <a:endParaRPr lang="zh-CN" altLang="en-US"/>
        </a:p>
      </dgm:t>
    </dgm:pt>
    <dgm:pt modelId="{93298695-6ED9-4535-85C0-77E3F58C8268}" type="pres">
      <dgm:prSet presAssocID="{DBCF7BF6-7DD2-4BAA-9F89-D83C2C3F5DFD}" presName="linear" presStyleCnt="0">
        <dgm:presLayoutVars>
          <dgm:dir/>
          <dgm:resizeHandles val="exact"/>
        </dgm:presLayoutVars>
      </dgm:prSet>
      <dgm:spPr/>
    </dgm:pt>
    <dgm:pt modelId="{258D353A-BE98-4361-9BA4-0777AE4FC008}" type="pres">
      <dgm:prSet presAssocID="{4E7DE356-5135-4613-90CA-BB4C0181D529}" presName="comp" presStyleCnt="0"/>
      <dgm:spPr/>
    </dgm:pt>
    <dgm:pt modelId="{F73DB45C-4CE0-48E6-BCC1-A34FBE7302B5}" type="pres">
      <dgm:prSet presAssocID="{4E7DE356-5135-4613-90CA-BB4C0181D529}" presName="box" presStyleLbl="node1" presStyleIdx="0" presStyleCnt="3"/>
      <dgm:spPr/>
    </dgm:pt>
    <dgm:pt modelId="{635FF276-003D-4BE7-8665-628CA5399167}" type="pres">
      <dgm:prSet presAssocID="{4E7DE356-5135-4613-90CA-BB4C0181D529}" presName="img" presStyleLbl="fgImgPlac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3000" r="-3000"/>
          </a:stretch>
        </a:blipFill>
      </dgm:spPr>
    </dgm:pt>
    <dgm:pt modelId="{83B2F94D-E519-47C8-A203-01F9FBE72A5A}" type="pres">
      <dgm:prSet presAssocID="{4E7DE356-5135-4613-90CA-BB4C0181D529}" presName="text" presStyleLbl="node1" presStyleIdx="0" presStyleCnt="3">
        <dgm:presLayoutVars>
          <dgm:bulletEnabled val="1"/>
        </dgm:presLayoutVars>
      </dgm:prSet>
      <dgm:spPr/>
    </dgm:pt>
    <dgm:pt modelId="{FA64A1CD-CED5-4BAE-AA62-77FEC40FEA0F}" type="pres">
      <dgm:prSet presAssocID="{9A0E3347-BA59-4D32-8E4B-D2619314D0BA}" presName="spacer" presStyleCnt="0"/>
      <dgm:spPr/>
    </dgm:pt>
    <dgm:pt modelId="{E02C9339-1203-4780-A447-DB2A5758D02E}" type="pres">
      <dgm:prSet presAssocID="{92977FFB-5926-4CAA-971D-0DFCC03DD649}" presName="comp" presStyleCnt="0"/>
      <dgm:spPr/>
    </dgm:pt>
    <dgm:pt modelId="{CFAFF825-1459-41DC-BC3A-39774BA0B545}" type="pres">
      <dgm:prSet presAssocID="{92977FFB-5926-4CAA-971D-0DFCC03DD649}" presName="box" presStyleLbl="node1" presStyleIdx="1" presStyleCnt="3"/>
      <dgm:spPr/>
    </dgm:pt>
    <dgm:pt modelId="{8F15922D-6622-4648-9D6E-11B42DEBDF36}" type="pres">
      <dgm:prSet presAssocID="{92977FFB-5926-4CAA-971D-0DFCC03DD649}" presName="img" presStyleLbl="fgImgPlace1" presStyleIdx="1" presStyleCnt="3" custLinFactNeighborX="1460" custLinFactNeighborY="3001"/>
      <dgm:spPr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3000" r="-3000"/>
          </a:stretch>
        </a:blipFill>
      </dgm:spPr>
    </dgm:pt>
    <dgm:pt modelId="{2B8FF560-D34D-4605-BC3C-D087F1CD311C}" type="pres">
      <dgm:prSet presAssocID="{92977FFB-5926-4CAA-971D-0DFCC03DD649}" presName="text" presStyleLbl="node1" presStyleIdx="1" presStyleCnt="3">
        <dgm:presLayoutVars>
          <dgm:bulletEnabled val="1"/>
        </dgm:presLayoutVars>
      </dgm:prSet>
      <dgm:spPr/>
    </dgm:pt>
    <dgm:pt modelId="{47210C97-9202-4F44-9456-DB5554C0EBFD}" type="pres">
      <dgm:prSet presAssocID="{1EE462EF-9099-4FB6-8584-E854FDF9E9A3}" presName="spacer" presStyleCnt="0"/>
      <dgm:spPr/>
    </dgm:pt>
    <dgm:pt modelId="{B456D581-C66D-4F45-BD8A-4F977953C44B}" type="pres">
      <dgm:prSet presAssocID="{FB63BF79-269F-431F-87C6-2CDCB8A1E425}" presName="comp" presStyleCnt="0"/>
      <dgm:spPr/>
    </dgm:pt>
    <dgm:pt modelId="{A9486D3B-7569-41DE-B54B-72BDA4AE7FB8}" type="pres">
      <dgm:prSet presAssocID="{FB63BF79-269F-431F-87C6-2CDCB8A1E425}" presName="box" presStyleLbl="node1" presStyleIdx="2" presStyleCnt="3"/>
      <dgm:spPr/>
    </dgm:pt>
    <dgm:pt modelId="{549832AA-365E-494E-9165-05E128969B2F}" type="pres">
      <dgm:prSet presAssocID="{FB63BF79-269F-431F-87C6-2CDCB8A1E425}" presName="img" presStyleLbl="fgImgPlace1" presStyleIdx="2" presStyleCnt="3" custLinFactNeighborX="1460" custLinFactNeighborY="-196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18000" r="-18000"/>
          </a:stretch>
        </a:blipFill>
      </dgm:spPr>
    </dgm:pt>
    <dgm:pt modelId="{A416CDAE-5652-47D6-95BC-024F79F7E8CE}" type="pres">
      <dgm:prSet presAssocID="{FB63BF79-269F-431F-87C6-2CDCB8A1E425}" presName="text" presStyleLbl="node1" presStyleIdx="2" presStyleCnt="3">
        <dgm:presLayoutVars>
          <dgm:bulletEnabled val="1"/>
        </dgm:presLayoutVars>
      </dgm:prSet>
      <dgm:spPr/>
    </dgm:pt>
  </dgm:ptLst>
  <dgm:cxnLst>
    <dgm:cxn modelId="{B7AA6C03-FA77-4137-BCCE-7C47A7A7E8F1}" type="presOf" srcId="{DBCF7BF6-7DD2-4BAA-9F89-D83C2C3F5DFD}" destId="{93298695-6ED9-4535-85C0-77E3F58C8268}" srcOrd="0" destOrd="0" presId="urn:microsoft.com/office/officeart/2005/8/layout/vList4"/>
    <dgm:cxn modelId="{C1AFAF04-1C1A-4607-9858-A2E36178985A}" srcId="{DBCF7BF6-7DD2-4BAA-9F89-D83C2C3F5DFD}" destId="{FB63BF79-269F-431F-87C6-2CDCB8A1E425}" srcOrd="2" destOrd="0" parTransId="{8609F9B0-69FC-4CA3-B117-8775B00D6DD2}" sibTransId="{8315BD43-7FF5-4C81-B740-753F40943F4A}"/>
    <dgm:cxn modelId="{0C10312A-6D62-4474-8CBB-05AEC601648F}" type="presOf" srcId="{4E7DE356-5135-4613-90CA-BB4C0181D529}" destId="{F73DB45C-4CE0-48E6-BCC1-A34FBE7302B5}" srcOrd="0" destOrd="0" presId="urn:microsoft.com/office/officeart/2005/8/layout/vList4"/>
    <dgm:cxn modelId="{B18D932F-F396-449A-A011-2B60DDED8CE3}" srcId="{DBCF7BF6-7DD2-4BAA-9F89-D83C2C3F5DFD}" destId="{92977FFB-5926-4CAA-971D-0DFCC03DD649}" srcOrd="1" destOrd="0" parTransId="{5221B0CE-F8BD-4080-BA93-0A0757331AFA}" sibTransId="{1EE462EF-9099-4FB6-8584-E854FDF9E9A3}"/>
    <dgm:cxn modelId="{5E02933A-8D8A-4D61-8560-341BE39515A4}" type="presOf" srcId="{92977FFB-5926-4CAA-971D-0DFCC03DD649}" destId="{2B8FF560-D34D-4605-BC3C-D087F1CD311C}" srcOrd="1" destOrd="0" presId="urn:microsoft.com/office/officeart/2005/8/layout/vList4"/>
    <dgm:cxn modelId="{81549F3F-AB3A-4AEA-A166-DB4538DFB0D1}" type="presOf" srcId="{92977FFB-5926-4CAA-971D-0DFCC03DD649}" destId="{CFAFF825-1459-41DC-BC3A-39774BA0B545}" srcOrd="0" destOrd="0" presId="urn:microsoft.com/office/officeart/2005/8/layout/vList4"/>
    <dgm:cxn modelId="{0EC2B241-EF70-482C-8CF4-B3AE4D5BDEA1}" type="presOf" srcId="{FB63BF79-269F-431F-87C6-2CDCB8A1E425}" destId="{A416CDAE-5652-47D6-95BC-024F79F7E8CE}" srcOrd="1" destOrd="0" presId="urn:microsoft.com/office/officeart/2005/8/layout/vList4"/>
    <dgm:cxn modelId="{A7EA4196-44F3-40E4-9AC0-994291A7DDEC}" type="presOf" srcId="{4E7DE356-5135-4613-90CA-BB4C0181D529}" destId="{83B2F94D-E519-47C8-A203-01F9FBE72A5A}" srcOrd="1" destOrd="0" presId="urn:microsoft.com/office/officeart/2005/8/layout/vList4"/>
    <dgm:cxn modelId="{102E1FA1-AAB0-42AA-B165-13FC2A33E5AB}" type="presOf" srcId="{FB63BF79-269F-431F-87C6-2CDCB8A1E425}" destId="{A9486D3B-7569-41DE-B54B-72BDA4AE7FB8}" srcOrd="0" destOrd="0" presId="urn:microsoft.com/office/officeart/2005/8/layout/vList4"/>
    <dgm:cxn modelId="{644011AE-AABC-473A-AC54-E7D1ADE6E3DA}" srcId="{DBCF7BF6-7DD2-4BAA-9F89-D83C2C3F5DFD}" destId="{4E7DE356-5135-4613-90CA-BB4C0181D529}" srcOrd="0" destOrd="0" parTransId="{1486E939-B6BC-454A-AA62-5722E5150F76}" sibTransId="{9A0E3347-BA59-4D32-8E4B-D2619314D0BA}"/>
    <dgm:cxn modelId="{CF41DB55-8311-4511-97CC-9C47500C80BB}" type="presParOf" srcId="{93298695-6ED9-4535-85C0-77E3F58C8268}" destId="{258D353A-BE98-4361-9BA4-0777AE4FC008}" srcOrd="0" destOrd="0" presId="urn:microsoft.com/office/officeart/2005/8/layout/vList4"/>
    <dgm:cxn modelId="{6C062F04-5AED-4EF4-B474-8B25C30B8338}" type="presParOf" srcId="{258D353A-BE98-4361-9BA4-0777AE4FC008}" destId="{F73DB45C-4CE0-48E6-BCC1-A34FBE7302B5}" srcOrd="0" destOrd="0" presId="urn:microsoft.com/office/officeart/2005/8/layout/vList4"/>
    <dgm:cxn modelId="{69598340-F96F-4581-B720-A40D9F94ED55}" type="presParOf" srcId="{258D353A-BE98-4361-9BA4-0777AE4FC008}" destId="{635FF276-003D-4BE7-8665-628CA5399167}" srcOrd="1" destOrd="0" presId="urn:microsoft.com/office/officeart/2005/8/layout/vList4"/>
    <dgm:cxn modelId="{DD8C5105-4FD5-4A49-A342-CD9C11F63191}" type="presParOf" srcId="{258D353A-BE98-4361-9BA4-0777AE4FC008}" destId="{83B2F94D-E519-47C8-A203-01F9FBE72A5A}" srcOrd="2" destOrd="0" presId="urn:microsoft.com/office/officeart/2005/8/layout/vList4"/>
    <dgm:cxn modelId="{5E9842D6-0E12-4147-8E81-75F06FB749AC}" type="presParOf" srcId="{93298695-6ED9-4535-85C0-77E3F58C8268}" destId="{FA64A1CD-CED5-4BAE-AA62-77FEC40FEA0F}" srcOrd="1" destOrd="0" presId="urn:microsoft.com/office/officeart/2005/8/layout/vList4"/>
    <dgm:cxn modelId="{542A7D1F-EB61-4749-84EE-43ACF3E40728}" type="presParOf" srcId="{93298695-6ED9-4535-85C0-77E3F58C8268}" destId="{E02C9339-1203-4780-A447-DB2A5758D02E}" srcOrd="2" destOrd="0" presId="urn:microsoft.com/office/officeart/2005/8/layout/vList4"/>
    <dgm:cxn modelId="{F186C591-C2CE-4BF1-B073-50FA29D2D0E6}" type="presParOf" srcId="{E02C9339-1203-4780-A447-DB2A5758D02E}" destId="{CFAFF825-1459-41DC-BC3A-39774BA0B545}" srcOrd="0" destOrd="0" presId="urn:microsoft.com/office/officeart/2005/8/layout/vList4"/>
    <dgm:cxn modelId="{E0778EA2-B430-49D1-BFE3-C801F1C00A4F}" type="presParOf" srcId="{E02C9339-1203-4780-A447-DB2A5758D02E}" destId="{8F15922D-6622-4648-9D6E-11B42DEBDF36}" srcOrd="1" destOrd="0" presId="urn:microsoft.com/office/officeart/2005/8/layout/vList4"/>
    <dgm:cxn modelId="{D869E0B3-8A0F-4C01-95B3-68A273EB009D}" type="presParOf" srcId="{E02C9339-1203-4780-A447-DB2A5758D02E}" destId="{2B8FF560-D34D-4605-BC3C-D087F1CD311C}" srcOrd="2" destOrd="0" presId="urn:microsoft.com/office/officeart/2005/8/layout/vList4"/>
    <dgm:cxn modelId="{03B5C9CD-288E-409F-B3B0-CB376E04B000}" type="presParOf" srcId="{93298695-6ED9-4535-85C0-77E3F58C8268}" destId="{47210C97-9202-4F44-9456-DB5554C0EBFD}" srcOrd="3" destOrd="0" presId="urn:microsoft.com/office/officeart/2005/8/layout/vList4"/>
    <dgm:cxn modelId="{30415B5C-A599-4608-8CF2-77D52782DE45}" type="presParOf" srcId="{93298695-6ED9-4535-85C0-77E3F58C8268}" destId="{B456D581-C66D-4F45-BD8A-4F977953C44B}" srcOrd="4" destOrd="0" presId="urn:microsoft.com/office/officeart/2005/8/layout/vList4"/>
    <dgm:cxn modelId="{4B8A03D7-EF54-4465-B524-225E0CED0C87}" type="presParOf" srcId="{B456D581-C66D-4F45-BD8A-4F977953C44B}" destId="{A9486D3B-7569-41DE-B54B-72BDA4AE7FB8}" srcOrd="0" destOrd="0" presId="urn:microsoft.com/office/officeart/2005/8/layout/vList4"/>
    <dgm:cxn modelId="{2B3B9C40-031C-496E-8E52-24E4E0C310A2}" type="presParOf" srcId="{B456D581-C66D-4F45-BD8A-4F977953C44B}" destId="{549832AA-365E-494E-9165-05E128969B2F}" srcOrd="1" destOrd="0" presId="urn:microsoft.com/office/officeart/2005/8/layout/vList4"/>
    <dgm:cxn modelId="{177F7820-377F-4E73-8C73-79F8DFA5184B}" type="presParOf" srcId="{B456D581-C66D-4F45-BD8A-4F977953C44B}" destId="{A416CDAE-5652-47D6-95BC-024F79F7E8CE}" srcOrd="2" destOrd="0" presId="urn:microsoft.com/office/officeart/2005/8/layout/vList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7.xml><?xml version="1.0" encoding="utf-8"?>
<dgm:dataModel xmlns:dgm="http://schemas.openxmlformats.org/drawingml/2006/diagram" xmlns:a="http://schemas.openxmlformats.org/drawingml/2006/main">
  <dgm:ptLst>
    <dgm:pt modelId="{7427668E-5CF7-49CE-A041-DABBEF6B5052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06BA90EA-ECB0-4971-99A5-F2804D8D7275}">
      <dgm:prSet phldrT="[文本]" custT="1"/>
      <dgm:spPr/>
      <dgm:t>
        <a:bodyPr/>
        <a:lstStyle/>
        <a:p>
          <a:r>
            <a:rPr lang="zh-CN" altLang="en-US" sz="2000">
              <a:latin typeface="微软雅黑" panose="020B0503020204020204" pitchFamily="34" charset="-122"/>
              <a:ea typeface="微软雅黑" panose="020B0503020204020204" pitchFamily="34" charset="-122"/>
            </a:rPr>
            <a:t>使用</a:t>
          </a:r>
          <a:r>
            <a:rPr lang="en-US" altLang="zh-CN" sz="2000">
              <a:latin typeface="微软雅黑" panose="020B0503020204020204" pitchFamily="34" charset="-122"/>
              <a:ea typeface="微软雅黑" panose="020B0503020204020204" pitchFamily="34" charset="-122"/>
            </a:rPr>
            <a:t>ER</a:t>
          </a:r>
          <a:r>
            <a:rPr lang="zh-CN" altLang="en-US" sz="2000">
              <a:latin typeface="微软雅黑" panose="020B0503020204020204" pitchFamily="34" charset="-122"/>
              <a:ea typeface="微软雅黑" panose="020B0503020204020204" pitchFamily="34" charset="-122"/>
            </a:rPr>
            <a:t>图描述数据模型</a:t>
          </a:r>
        </a:p>
      </dgm:t>
    </dgm:pt>
    <dgm:pt modelId="{58C1B89F-9C3C-4700-91C9-46CEAFDBF62C}" type="parTrans" cxnId="{5F63F024-D3D2-4312-A89E-2971F70B898C}">
      <dgm:prSet/>
      <dgm:spPr/>
      <dgm:t>
        <a:bodyPr/>
        <a:lstStyle/>
        <a:p>
          <a:endParaRPr lang="zh-CN" altLang="en-US"/>
        </a:p>
      </dgm:t>
    </dgm:pt>
    <dgm:pt modelId="{0F719987-2AC6-4346-8CAC-D3FA070B02ED}" type="sibTrans" cxnId="{5F63F024-D3D2-4312-A89E-2971F70B898C}">
      <dgm:prSet/>
      <dgm:spPr/>
      <dgm:t>
        <a:bodyPr/>
        <a:lstStyle/>
        <a:p>
          <a:endParaRPr lang="zh-CN" altLang="en-US"/>
        </a:p>
      </dgm:t>
    </dgm:pt>
    <dgm:pt modelId="{E2525B26-6C03-4DD4-8BA1-EE1E45CBC0C7}">
      <dgm:prSet phldrT="[文本]"/>
      <dgm:spPr/>
      <dgm:t>
        <a:bodyPr/>
        <a:lstStyle/>
        <a:p>
          <a:endParaRPr lang="zh-CN" altLang="en-US" u="none" dirty="0">
            <a:solidFill>
              <a:schemeClr val="tx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D916C39A-D6F1-4AC5-BF21-F0A7EE6921AF}" type="parTrans" cxnId="{D665FC0B-46F6-4CAA-9825-F4660750A210}">
      <dgm:prSet/>
      <dgm:spPr/>
      <dgm:t>
        <a:bodyPr/>
        <a:lstStyle/>
        <a:p>
          <a:endParaRPr lang="zh-CN" altLang="en-US"/>
        </a:p>
      </dgm:t>
    </dgm:pt>
    <dgm:pt modelId="{C9DA8611-D403-4B41-B55A-AF702657A4E1}" type="sibTrans" cxnId="{D665FC0B-46F6-4CAA-9825-F4660750A210}">
      <dgm:prSet/>
      <dgm:spPr/>
      <dgm:t>
        <a:bodyPr/>
        <a:lstStyle/>
        <a:p>
          <a:endParaRPr lang="zh-CN" altLang="en-US"/>
        </a:p>
      </dgm:t>
    </dgm:pt>
    <dgm:pt modelId="{B0EB4FA7-D6D5-4F72-9D28-DC9F1A4ED1BE}">
      <dgm:prSet phldrT="[文本]"/>
      <dgm:spPr/>
      <dgm:t>
        <a:bodyPr/>
        <a:lstStyle/>
        <a:p>
          <a:endParaRPr lang="zh-CN" altLang="en-US" dirty="0"/>
        </a:p>
      </dgm:t>
    </dgm:pt>
    <dgm:pt modelId="{A4862486-0042-41C1-BD02-E94119627E3C}" type="parTrans" cxnId="{0C482F60-5C4E-42D5-B67C-4CDC9CBA0C59}">
      <dgm:prSet/>
      <dgm:spPr/>
      <dgm:t>
        <a:bodyPr/>
        <a:lstStyle/>
        <a:p>
          <a:endParaRPr lang="zh-CN" altLang="en-US"/>
        </a:p>
      </dgm:t>
    </dgm:pt>
    <dgm:pt modelId="{5C9CE0FD-11E6-4719-A4DF-EB1D53BCEE3B}" type="sibTrans" cxnId="{0C482F60-5C4E-42D5-B67C-4CDC9CBA0C59}">
      <dgm:prSet/>
      <dgm:spPr/>
      <dgm:t>
        <a:bodyPr/>
        <a:lstStyle/>
        <a:p>
          <a:endParaRPr lang="zh-CN" altLang="en-US"/>
        </a:p>
      </dgm:t>
    </dgm:pt>
    <dgm:pt modelId="{569063EC-75EC-415B-A278-9EF0A1FF396E}">
      <dgm:prSet/>
      <dgm:spPr/>
      <dgm:t>
        <a:bodyPr/>
        <a:lstStyle/>
        <a:p>
          <a:r>
            <a:rPr lang="zh-CN" altLang="en-US" b="0" i="0" u="none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矩形框：表示实体，在框中记入实体名。</a:t>
          </a:r>
          <a:endParaRPr lang="zh-CN" altLang="en-US" b="0" i="0" u="none" dirty="0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644E9C17-4065-4318-9ED2-F4425D40E2BB}" type="parTrans" cxnId="{3757D90B-0A8A-4C04-96D9-F4FF6AC53C1D}">
      <dgm:prSet/>
      <dgm:spPr/>
      <dgm:t>
        <a:bodyPr/>
        <a:lstStyle/>
        <a:p>
          <a:endParaRPr lang="zh-CN" altLang="en-US"/>
        </a:p>
      </dgm:t>
    </dgm:pt>
    <dgm:pt modelId="{B6F4BCBA-9CE5-4812-8A08-345466E42D5D}" type="sibTrans" cxnId="{3757D90B-0A8A-4C04-96D9-F4FF6AC53C1D}">
      <dgm:prSet/>
      <dgm:spPr/>
      <dgm:t>
        <a:bodyPr/>
        <a:lstStyle/>
        <a:p>
          <a:endParaRPr lang="zh-CN" altLang="en-US"/>
        </a:p>
      </dgm:t>
    </dgm:pt>
    <dgm:pt modelId="{014F1A73-9A7D-456F-BD45-EF1CE0A8B09A}">
      <dgm:prSet/>
      <dgm:spPr/>
      <dgm:t>
        <a:bodyPr/>
        <a:lstStyle/>
        <a:p>
          <a:r>
            <a:rPr lang="zh-CN" altLang="en-US" b="0" i="0" u="none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菱形框：表示联系，在框中记入联系名。</a:t>
          </a:r>
          <a:endParaRPr lang="zh-CN" altLang="en-US" b="0" i="0" u="none" dirty="0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657A143B-8A53-4159-B286-EBA9FFCD356D}" type="parTrans" cxnId="{257DC74D-4B78-47C1-8CE1-98FB2BA09E57}">
      <dgm:prSet/>
      <dgm:spPr/>
      <dgm:t>
        <a:bodyPr/>
        <a:lstStyle/>
        <a:p>
          <a:endParaRPr lang="zh-CN" altLang="en-US"/>
        </a:p>
      </dgm:t>
    </dgm:pt>
    <dgm:pt modelId="{76F644A0-71A6-4C9D-BE8D-E79445716682}" type="sibTrans" cxnId="{257DC74D-4B78-47C1-8CE1-98FB2BA09E57}">
      <dgm:prSet/>
      <dgm:spPr/>
      <dgm:t>
        <a:bodyPr/>
        <a:lstStyle/>
        <a:p>
          <a:endParaRPr lang="zh-CN" altLang="en-US"/>
        </a:p>
      </dgm:t>
    </dgm:pt>
    <dgm:pt modelId="{01CDDE2B-86ED-4CDD-953D-A57D1E4E7FE9}">
      <dgm:prSet/>
      <dgm:spPr/>
      <dgm:t>
        <a:bodyPr/>
        <a:lstStyle/>
        <a:p>
          <a:r>
            <a:rPr lang="zh-CN" altLang="en-US" b="0" i="0" u="none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椭圆形框：表示实体或联系的属性，将属性名记入框中。对于主属性名，则在其名称下划一下划线。</a:t>
          </a:r>
          <a:endParaRPr lang="zh-CN" altLang="en-US" b="0" i="0" u="none" dirty="0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AC3D4231-2E26-4DE8-96F2-5486D37417AD}" type="parTrans" cxnId="{BD0E58EB-2BA6-4DF7-9917-0381F626FE03}">
      <dgm:prSet/>
      <dgm:spPr/>
      <dgm:t>
        <a:bodyPr/>
        <a:lstStyle/>
        <a:p>
          <a:endParaRPr lang="zh-CN" altLang="en-US"/>
        </a:p>
      </dgm:t>
    </dgm:pt>
    <dgm:pt modelId="{6D440396-B7FF-4AF3-812B-58145102E94C}" type="sibTrans" cxnId="{BD0E58EB-2BA6-4DF7-9917-0381F626FE03}">
      <dgm:prSet/>
      <dgm:spPr/>
      <dgm:t>
        <a:bodyPr/>
        <a:lstStyle/>
        <a:p>
          <a:endParaRPr lang="zh-CN" altLang="en-US"/>
        </a:p>
      </dgm:t>
    </dgm:pt>
    <dgm:pt modelId="{436472C5-37CC-421B-8DDA-C1C8600F1997}">
      <dgm:prSet/>
      <dgm:spPr/>
      <dgm:t>
        <a:bodyPr/>
        <a:lstStyle/>
        <a:p>
          <a:r>
            <a:rPr lang="zh-CN" altLang="en-US" b="0" i="0" u="none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连线：实体与属性之间；实体与联系之间；联系与属性之间用直线相连，并在直线上标注联系的类型。（对于一对一联系，要在两个实体连线方向各写</a:t>
          </a:r>
          <a:r>
            <a:rPr lang="en-US" altLang="zh-CN" b="0" i="0" u="none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1</a:t>
          </a:r>
          <a:r>
            <a:rPr lang="zh-CN" altLang="en-US" b="0" i="0" u="none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； 对于一对多联系，要在一的一方写</a:t>
          </a:r>
          <a:r>
            <a:rPr lang="en-US" altLang="zh-CN" b="0" i="0" u="none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1</a:t>
          </a:r>
          <a:r>
            <a:rPr lang="zh-CN" altLang="en-US" b="0" i="0" u="none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，多的一方写</a:t>
          </a:r>
          <a:r>
            <a:rPr lang="en-US" altLang="zh-CN" b="0" i="0" u="none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N</a:t>
          </a:r>
          <a:r>
            <a:rPr lang="zh-CN" altLang="en-US" b="0" i="0" u="none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；对于多对多关系，则要在两个实体连线方向各写</a:t>
          </a:r>
          <a:r>
            <a:rPr lang="en-US" altLang="zh-CN" b="0" i="0" u="none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N,M</a:t>
          </a:r>
          <a:r>
            <a:rPr lang="zh-CN" altLang="en-US" b="0" i="0" u="none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。</a:t>
          </a:r>
          <a:r>
            <a:rPr lang="en-US" altLang="zh-CN" b="0" i="0" u="none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)</a:t>
          </a:r>
          <a:endParaRPr lang="en-US" altLang="zh-CN" b="0" i="0" u="none" dirty="0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0B1A5092-956C-4DC1-A465-AD6C342C04DF}" type="parTrans" cxnId="{4BC6907C-7257-4F2C-B265-E8876CC1860F}">
      <dgm:prSet/>
      <dgm:spPr/>
      <dgm:t>
        <a:bodyPr/>
        <a:lstStyle/>
        <a:p>
          <a:endParaRPr lang="zh-CN" altLang="en-US"/>
        </a:p>
      </dgm:t>
    </dgm:pt>
    <dgm:pt modelId="{E840143A-0AFB-4F9D-893F-CE9DE47290E1}" type="sibTrans" cxnId="{4BC6907C-7257-4F2C-B265-E8876CC1860F}">
      <dgm:prSet/>
      <dgm:spPr/>
      <dgm:t>
        <a:bodyPr/>
        <a:lstStyle/>
        <a:p>
          <a:endParaRPr lang="zh-CN" altLang="en-US"/>
        </a:p>
      </dgm:t>
    </dgm:pt>
    <dgm:pt modelId="{211FE6D3-1BA3-4C2E-A62B-2575AA8AC880}" type="pres">
      <dgm:prSet presAssocID="{7427668E-5CF7-49CE-A041-DABBEF6B5052}" presName="linear" presStyleCnt="0">
        <dgm:presLayoutVars>
          <dgm:dir/>
          <dgm:animLvl val="lvl"/>
          <dgm:resizeHandles val="exact"/>
        </dgm:presLayoutVars>
      </dgm:prSet>
      <dgm:spPr/>
    </dgm:pt>
    <dgm:pt modelId="{A4CFD442-F0DD-46C2-BE69-8B7A7EDB0CA2}" type="pres">
      <dgm:prSet presAssocID="{06BA90EA-ECB0-4971-99A5-F2804D8D7275}" presName="parentLin" presStyleCnt="0"/>
      <dgm:spPr/>
    </dgm:pt>
    <dgm:pt modelId="{3BA4BDA7-42C2-4A3C-999F-E959AFB608FD}" type="pres">
      <dgm:prSet presAssocID="{06BA90EA-ECB0-4971-99A5-F2804D8D7275}" presName="parentLeftMargin" presStyleLbl="node1" presStyleIdx="0" presStyleCnt="1"/>
      <dgm:spPr/>
    </dgm:pt>
    <dgm:pt modelId="{10883A52-1035-4D1B-AED8-D82E7EA298D5}" type="pres">
      <dgm:prSet presAssocID="{06BA90EA-ECB0-4971-99A5-F2804D8D7275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8DD26698-253C-4B61-AF34-B2282F0273E6}" type="pres">
      <dgm:prSet presAssocID="{06BA90EA-ECB0-4971-99A5-F2804D8D7275}" presName="negativeSpace" presStyleCnt="0"/>
      <dgm:spPr/>
    </dgm:pt>
    <dgm:pt modelId="{D37F3E10-0889-4DAB-98D2-E684651359BD}" type="pres">
      <dgm:prSet presAssocID="{06BA90EA-ECB0-4971-99A5-F2804D8D7275}" presName="childText" presStyleLbl="conFgAcc1" presStyleIdx="0" presStyleCnt="1" custLinFactNeighborX="-4763" custLinFactNeighborY="11378">
        <dgm:presLayoutVars>
          <dgm:bulletEnabled val="1"/>
        </dgm:presLayoutVars>
      </dgm:prSet>
      <dgm:spPr/>
    </dgm:pt>
  </dgm:ptLst>
  <dgm:cxnLst>
    <dgm:cxn modelId="{B8699507-C086-4507-8FE5-AAFA98CD5127}" type="presOf" srcId="{7427668E-5CF7-49CE-A041-DABBEF6B5052}" destId="{211FE6D3-1BA3-4C2E-A62B-2575AA8AC880}" srcOrd="0" destOrd="0" presId="urn:microsoft.com/office/officeart/2005/8/layout/list1"/>
    <dgm:cxn modelId="{3757D90B-0A8A-4C04-96D9-F4FF6AC53C1D}" srcId="{E2525B26-6C03-4DD4-8BA1-EE1E45CBC0C7}" destId="{569063EC-75EC-415B-A278-9EF0A1FF396E}" srcOrd="0" destOrd="0" parTransId="{644E9C17-4065-4318-9ED2-F4425D40E2BB}" sibTransId="{B6F4BCBA-9CE5-4812-8A08-345466E42D5D}"/>
    <dgm:cxn modelId="{D665FC0B-46F6-4CAA-9825-F4660750A210}" srcId="{06BA90EA-ECB0-4971-99A5-F2804D8D7275}" destId="{E2525B26-6C03-4DD4-8BA1-EE1E45CBC0C7}" srcOrd="0" destOrd="0" parTransId="{D916C39A-D6F1-4AC5-BF21-F0A7EE6921AF}" sibTransId="{C9DA8611-D403-4B41-B55A-AF702657A4E1}"/>
    <dgm:cxn modelId="{53A03F11-05DF-41C9-9D08-182812FFEFB1}" type="presOf" srcId="{014F1A73-9A7D-456F-BD45-EF1CE0A8B09A}" destId="{D37F3E10-0889-4DAB-98D2-E684651359BD}" srcOrd="0" destOrd="2" presId="urn:microsoft.com/office/officeart/2005/8/layout/list1"/>
    <dgm:cxn modelId="{5F63F024-D3D2-4312-A89E-2971F70B898C}" srcId="{7427668E-5CF7-49CE-A041-DABBEF6B5052}" destId="{06BA90EA-ECB0-4971-99A5-F2804D8D7275}" srcOrd="0" destOrd="0" parTransId="{58C1B89F-9C3C-4700-91C9-46CEAFDBF62C}" sibTransId="{0F719987-2AC6-4346-8CAC-D3FA070B02ED}"/>
    <dgm:cxn modelId="{67802B5D-F698-4795-831C-33AD20208B1B}" type="presOf" srcId="{569063EC-75EC-415B-A278-9EF0A1FF396E}" destId="{D37F3E10-0889-4DAB-98D2-E684651359BD}" srcOrd="0" destOrd="1" presId="urn:microsoft.com/office/officeart/2005/8/layout/list1"/>
    <dgm:cxn modelId="{0C482F60-5C4E-42D5-B67C-4CDC9CBA0C59}" srcId="{06BA90EA-ECB0-4971-99A5-F2804D8D7275}" destId="{B0EB4FA7-D6D5-4F72-9D28-DC9F1A4ED1BE}" srcOrd="1" destOrd="0" parTransId="{A4862486-0042-41C1-BD02-E94119627E3C}" sibTransId="{5C9CE0FD-11E6-4719-A4DF-EB1D53BCEE3B}"/>
    <dgm:cxn modelId="{66FF0861-A112-41ED-BF3E-E9EE94ACF1C8}" type="presOf" srcId="{E2525B26-6C03-4DD4-8BA1-EE1E45CBC0C7}" destId="{D37F3E10-0889-4DAB-98D2-E684651359BD}" srcOrd="0" destOrd="0" presId="urn:microsoft.com/office/officeart/2005/8/layout/list1"/>
    <dgm:cxn modelId="{FF6AE24A-AD5F-4929-8AAA-D7D988BDF8DA}" type="presOf" srcId="{B0EB4FA7-D6D5-4F72-9D28-DC9F1A4ED1BE}" destId="{D37F3E10-0889-4DAB-98D2-E684651359BD}" srcOrd="0" destOrd="5" presId="urn:microsoft.com/office/officeart/2005/8/layout/list1"/>
    <dgm:cxn modelId="{257DC74D-4B78-47C1-8CE1-98FB2BA09E57}" srcId="{E2525B26-6C03-4DD4-8BA1-EE1E45CBC0C7}" destId="{014F1A73-9A7D-456F-BD45-EF1CE0A8B09A}" srcOrd="1" destOrd="0" parTransId="{657A143B-8A53-4159-B286-EBA9FFCD356D}" sibTransId="{76F644A0-71A6-4C9D-BE8D-E79445716682}"/>
    <dgm:cxn modelId="{1AF9CA6D-7C83-49BA-95D3-99F01D8BB1C9}" type="presOf" srcId="{436472C5-37CC-421B-8DDA-C1C8600F1997}" destId="{D37F3E10-0889-4DAB-98D2-E684651359BD}" srcOrd="0" destOrd="4" presId="urn:microsoft.com/office/officeart/2005/8/layout/list1"/>
    <dgm:cxn modelId="{D422EC4D-77EF-4E56-A27D-100C95E24324}" type="presOf" srcId="{01CDDE2B-86ED-4CDD-953D-A57D1E4E7FE9}" destId="{D37F3E10-0889-4DAB-98D2-E684651359BD}" srcOrd="0" destOrd="3" presId="urn:microsoft.com/office/officeart/2005/8/layout/list1"/>
    <dgm:cxn modelId="{4BC6907C-7257-4F2C-B265-E8876CC1860F}" srcId="{E2525B26-6C03-4DD4-8BA1-EE1E45CBC0C7}" destId="{436472C5-37CC-421B-8DDA-C1C8600F1997}" srcOrd="3" destOrd="0" parTransId="{0B1A5092-956C-4DC1-A465-AD6C342C04DF}" sibTransId="{E840143A-0AFB-4F9D-893F-CE9DE47290E1}"/>
    <dgm:cxn modelId="{5B071382-C87B-4644-9C48-6AAF0F81D12B}" type="presOf" srcId="{06BA90EA-ECB0-4971-99A5-F2804D8D7275}" destId="{3BA4BDA7-42C2-4A3C-999F-E959AFB608FD}" srcOrd="0" destOrd="0" presId="urn:microsoft.com/office/officeart/2005/8/layout/list1"/>
    <dgm:cxn modelId="{95478C8A-414D-4041-9AFD-BE49F8623F4E}" type="presOf" srcId="{06BA90EA-ECB0-4971-99A5-F2804D8D7275}" destId="{10883A52-1035-4D1B-AED8-D82E7EA298D5}" srcOrd="1" destOrd="0" presId="urn:microsoft.com/office/officeart/2005/8/layout/list1"/>
    <dgm:cxn modelId="{BD0E58EB-2BA6-4DF7-9917-0381F626FE03}" srcId="{E2525B26-6C03-4DD4-8BA1-EE1E45CBC0C7}" destId="{01CDDE2B-86ED-4CDD-953D-A57D1E4E7FE9}" srcOrd="2" destOrd="0" parTransId="{AC3D4231-2E26-4DE8-96F2-5486D37417AD}" sibTransId="{6D440396-B7FF-4AF3-812B-58145102E94C}"/>
    <dgm:cxn modelId="{6E5B744E-0C32-4734-AE09-37B3A064FA96}" type="presParOf" srcId="{211FE6D3-1BA3-4C2E-A62B-2575AA8AC880}" destId="{A4CFD442-F0DD-46C2-BE69-8B7A7EDB0CA2}" srcOrd="0" destOrd="0" presId="urn:microsoft.com/office/officeart/2005/8/layout/list1"/>
    <dgm:cxn modelId="{5B3CB8BE-E8F0-4EFE-8C78-ABE3ED53926B}" type="presParOf" srcId="{A4CFD442-F0DD-46C2-BE69-8B7A7EDB0CA2}" destId="{3BA4BDA7-42C2-4A3C-999F-E959AFB608FD}" srcOrd="0" destOrd="0" presId="urn:microsoft.com/office/officeart/2005/8/layout/list1"/>
    <dgm:cxn modelId="{81DB4EDE-7019-403B-BF1F-8CE109AB7488}" type="presParOf" srcId="{A4CFD442-F0DD-46C2-BE69-8B7A7EDB0CA2}" destId="{10883A52-1035-4D1B-AED8-D82E7EA298D5}" srcOrd="1" destOrd="0" presId="urn:microsoft.com/office/officeart/2005/8/layout/list1"/>
    <dgm:cxn modelId="{7D424B4D-1265-4303-B170-941B297A5C8C}" type="presParOf" srcId="{211FE6D3-1BA3-4C2E-A62B-2575AA8AC880}" destId="{8DD26698-253C-4B61-AF34-B2282F0273E6}" srcOrd="1" destOrd="0" presId="urn:microsoft.com/office/officeart/2005/8/layout/list1"/>
    <dgm:cxn modelId="{1EFFDE71-5534-4515-A078-A783C17F6A79}" type="presParOf" srcId="{211FE6D3-1BA3-4C2E-A62B-2575AA8AC880}" destId="{D37F3E10-0889-4DAB-98D2-E684651359BD}" srcOrd="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8.xml><?xml version="1.0" encoding="utf-8"?>
<dgm:dataModel xmlns:dgm="http://schemas.openxmlformats.org/drawingml/2006/diagram" xmlns:a="http://schemas.openxmlformats.org/drawingml/2006/main">
  <dgm:ptLst>
    <dgm:pt modelId="{BBF76722-2047-4DEE-A31B-A0736BD02FFA}" type="doc">
      <dgm:prSet loTypeId="urn:microsoft.com/office/officeart/2005/8/layout/list1" loCatId="list" qsTypeId="urn:microsoft.com/office/officeart/2005/8/quickstyle/simple1" qsCatId="simple" csTypeId="urn:microsoft.com/office/officeart/2005/8/colors/accent0_2" csCatId="mainScheme" phldr="1"/>
      <dgm:spPr/>
      <dgm:t>
        <a:bodyPr/>
        <a:lstStyle/>
        <a:p>
          <a:endParaRPr lang="zh-CN" altLang="en-US"/>
        </a:p>
      </dgm:t>
    </dgm:pt>
    <dgm:pt modelId="{025DCEA4-9642-43DE-A5C4-658CAC861D76}">
      <dgm:prSet phldrT="[文本]"/>
      <dgm:spPr/>
      <dgm:t>
        <a:bodyPr/>
        <a:lstStyle/>
        <a:p>
          <a:r>
            <a:rPr lang="zh-CN" altLang="en-US" b="0" i="0" u="none">
              <a:latin typeface="微软雅黑" panose="020B0503020204020204" pitchFamily="34" charset="-122"/>
              <a:ea typeface="微软雅黑" panose="020B0503020204020204" pitchFamily="34" charset="-122"/>
            </a:rPr>
            <a:t>矩形框</a:t>
          </a:r>
          <a:endParaRPr lang="zh-CN" altLang="en-US" dirty="0"/>
        </a:p>
      </dgm:t>
    </dgm:pt>
    <dgm:pt modelId="{186BB5B4-5B32-4A9D-8B58-02DF1AF7D595}" type="parTrans" cxnId="{BD9FC236-786A-458D-B95E-170AD3475E73}">
      <dgm:prSet/>
      <dgm:spPr/>
      <dgm:t>
        <a:bodyPr/>
        <a:lstStyle/>
        <a:p>
          <a:endParaRPr lang="zh-CN" altLang="en-US"/>
        </a:p>
      </dgm:t>
    </dgm:pt>
    <dgm:pt modelId="{3B4515A6-6C25-466B-AB34-235154F926F7}" type="sibTrans" cxnId="{BD9FC236-786A-458D-B95E-170AD3475E73}">
      <dgm:prSet/>
      <dgm:spPr/>
      <dgm:t>
        <a:bodyPr/>
        <a:lstStyle/>
        <a:p>
          <a:endParaRPr lang="zh-CN" altLang="en-US"/>
        </a:p>
      </dgm:t>
    </dgm:pt>
    <dgm:pt modelId="{0A1446AF-0D07-4093-9693-578B383F2C4E}">
      <dgm:prSet/>
      <dgm:spPr/>
      <dgm:t>
        <a:bodyPr/>
        <a:lstStyle/>
        <a:p>
          <a:r>
            <a:rPr lang="zh-CN" altLang="en-US" b="0" i="0" u="none">
              <a:latin typeface="微软雅黑" panose="020B0503020204020204" pitchFamily="34" charset="-122"/>
              <a:ea typeface="微软雅黑" panose="020B0503020204020204" pitchFamily="34" charset="-122"/>
            </a:rPr>
            <a:t>菱形框</a:t>
          </a:r>
          <a:endParaRPr lang="zh-CN" altLang="en-US" b="0" i="0" u="none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D3DD2D4E-FF58-4FD7-B562-D875C5DC3502}" type="parTrans" cxnId="{C1FE443D-3CDE-4E14-8CE8-4E0BB4881F90}">
      <dgm:prSet/>
      <dgm:spPr/>
      <dgm:t>
        <a:bodyPr/>
        <a:lstStyle/>
        <a:p>
          <a:endParaRPr lang="zh-CN" altLang="en-US"/>
        </a:p>
      </dgm:t>
    </dgm:pt>
    <dgm:pt modelId="{B515413B-2DBE-4F95-8571-1B78E8904FC5}" type="sibTrans" cxnId="{C1FE443D-3CDE-4E14-8CE8-4E0BB4881F90}">
      <dgm:prSet/>
      <dgm:spPr/>
      <dgm:t>
        <a:bodyPr/>
        <a:lstStyle/>
        <a:p>
          <a:endParaRPr lang="zh-CN" altLang="en-US"/>
        </a:p>
      </dgm:t>
    </dgm:pt>
    <dgm:pt modelId="{DBFB55FF-D792-464F-B4E1-EC7FE9C2473F}">
      <dgm:prSet/>
      <dgm:spPr/>
      <dgm:t>
        <a:bodyPr/>
        <a:lstStyle/>
        <a:p>
          <a:r>
            <a:rPr lang="zh-CN" altLang="en-US" b="0" i="0" u="none">
              <a:latin typeface="微软雅黑" panose="020B0503020204020204" pitchFamily="34" charset="-122"/>
              <a:ea typeface="微软雅黑" panose="020B0503020204020204" pitchFamily="34" charset="-122"/>
            </a:rPr>
            <a:t>椭圆形框</a:t>
          </a:r>
          <a:endParaRPr lang="zh-CN" altLang="en-US" b="0" i="0" u="none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29C852CA-7DB9-4BAE-926C-375472D0C591}" type="parTrans" cxnId="{044954EB-7337-485F-856C-7FE7676B782F}">
      <dgm:prSet/>
      <dgm:spPr/>
      <dgm:t>
        <a:bodyPr/>
        <a:lstStyle/>
        <a:p>
          <a:endParaRPr lang="zh-CN" altLang="en-US"/>
        </a:p>
      </dgm:t>
    </dgm:pt>
    <dgm:pt modelId="{7D76CA22-6829-414D-A8C4-4F7F9C280580}" type="sibTrans" cxnId="{044954EB-7337-485F-856C-7FE7676B782F}">
      <dgm:prSet/>
      <dgm:spPr/>
      <dgm:t>
        <a:bodyPr/>
        <a:lstStyle/>
        <a:p>
          <a:endParaRPr lang="zh-CN" altLang="en-US"/>
        </a:p>
      </dgm:t>
    </dgm:pt>
    <dgm:pt modelId="{E5FFB412-E833-4887-8580-F98F02DB76CA}">
      <dgm:prSet/>
      <dgm:spPr/>
      <dgm:t>
        <a:bodyPr/>
        <a:lstStyle/>
        <a:p>
          <a:r>
            <a:rPr lang="zh-CN" altLang="en-US" b="0" i="0" u="none">
              <a:latin typeface="微软雅黑" panose="020B0503020204020204" pitchFamily="34" charset="-122"/>
              <a:ea typeface="微软雅黑" panose="020B0503020204020204" pitchFamily="34" charset="-122"/>
            </a:rPr>
            <a:t>连线</a:t>
          </a:r>
          <a:endParaRPr lang="en-US" altLang="zh-CN" b="0" i="0" u="none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211DEDA9-FD9C-4658-BDC8-C00875E70AAA}" type="parTrans" cxnId="{8D053521-2742-4527-8D5B-98C3A295187F}">
      <dgm:prSet/>
      <dgm:spPr/>
      <dgm:t>
        <a:bodyPr/>
        <a:lstStyle/>
        <a:p>
          <a:endParaRPr lang="zh-CN" altLang="en-US"/>
        </a:p>
      </dgm:t>
    </dgm:pt>
    <dgm:pt modelId="{E73110A0-81A4-4330-9983-4E6E4A04ED43}" type="sibTrans" cxnId="{8D053521-2742-4527-8D5B-98C3A295187F}">
      <dgm:prSet/>
      <dgm:spPr/>
      <dgm:t>
        <a:bodyPr/>
        <a:lstStyle/>
        <a:p>
          <a:endParaRPr lang="zh-CN" altLang="en-US"/>
        </a:p>
      </dgm:t>
    </dgm:pt>
    <dgm:pt modelId="{AE60A051-7290-452F-806F-F2ACFD28D041}">
      <dgm:prSet phldrT="[文本]"/>
      <dgm:spPr/>
      <dgm:t>
        <a:bodyPr/>
        <a:lstStyle/>
        <a:p>
          <a:r>
            <a:rPr lang="zh-CN" altLang="en-US" b="0" i="0" u="none">
              <a:latin typeface="微软雅黑" panose="020B0503020204020204" pitchFamily="34" charset="-122"/>
              <a:ea typeface="微软雅黑" panose="020B0503020204020204" pitchFamily="34" charset="-122"/>
            </a:rPr>
            <a:t>表示实体，在框中记入实体名。</a:t>
          </a:r>
          <a:endParaRPr lang="zh-CN" altLang="en-US" dirty="0"/>
        </a:p>
      </dgm:t>
    </dgm:pt>
    <dgm:pt modelId="{8951FF62-DF54-4401-AA00-E74E7474C6BA}" type="parTrans" cxnId="{E7D994EB-A4A0-4614-9AC0-B497E1D3C2DD}">
      <dgm:prSet/>
      <dgm:spPr/>
      <dgm:t>
        <a:bodyPr/>
        <a:lstStyle/>
        <a:p>
          <a:endParaRPr lang="zh-CN" altLang="en-US"/>
        </a:p>
      </dgm:t>
    </dgm:pt>
    <dgm:pt modelId="{F878D105-80BD-423E-A0AC-B28A4BC5CD48}" type="sibTrans" cxnId="{E7D994EB-A4A0-4614-9AC0-B497E1D3C2DD}">
      <dgm:prSet/>
      <dgm:spPr/>
      <dgm:t>
        <a:bodyPr/>
        <a:lstStyle/>
        <a:p>
          <a:endParaRPr lang="zh-CN" altLang="en-US"/>
        </a:p>
      </dgm:t>
    </dgm:pt>
    <dgm:pt modelId="{CE83AE18-A9EA-43D9-80A3-816DE19E3847}">
      <dgm:prSet/>
      <dgm:spPr/>
      <dgm:t>
        <a:bodyPr/>
        <a:lstStyle/>
        <a:p>
          <a:r>
            <a:rPr lang="zh-CN" altLang="en-US" b="0" i="0" u="none">
              <a:latin typeface="微软雅黑" panose="020B0503020204020204" pitchFamily="34" charset="-122"/>
              <a:ea typeface="微软雅黑" panose="020B0503020204020204" pitchFamily="34" charset="-122"/>
            </a:rPr>
            <a:t>表示联系，在框中记入联系名。</a:t>
          </a:r>
          <a:endParaRPr lang="zh-CN" altLang="en-US" b="0" i="0" u="none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2C083716-923F-4823-AD0B-CA3CEA8595BC}" type="parTrans" cxnId="{E73A9C75-752D-4302-B8C1-0466208C75CC}">
      <dgm:prSet/>
      <dgm:spPr/>
      <dgm:t>
        <a:bodyPr/>
        <a:lstStyle/>
        <a:p>
          <a:endParaRPr lang="zh-CN" altLang="en-US"/>
        </a:p>
      </dgm:t>
    </dgm:pt>
    <dgm:pt modelId="{4D64D5CC-8FA7-4CFB-A0B8-5CE655C41FE0}" type="sibTrans" cxnId="{E73A9C75-752D-4302-B8C1-0466208C75CC}">
      <dgm:prSet/>
      <dgm:spPr/>
      <dgm:t>
        <a:bodyPr/>
        <a:lstStyle/>
        <a:p>
          <a:endParaRPr lang="zh-CN" altLang="en-US"/>
        </a:p>
      </dgm:t>
    </dgm:pt>
    <dgm:pt modelId="{FF9AF231-7B08-4F26-9E14-BB1D35D5CBC3}">
      <dgm:prSet/>
      <dgm:spPr/>
      <dgm:t>
        <a:bodyPr/>
        <a:lstStyle/>
        <a:p>
          <a:r>
            <a:rPr lang="zh-CN" altLang="en-US" b="0" i="0" u="none" dirty="0">
              <a:latin typeface="微软雅黑" panose="020B0503020204020204" pitchFamily="34" charset="-122"/>
              <a:ea typeface="微软雅黑" panose="020B0503020204020204" pitchFamily="34" charset="-122"/>
            </a:rPr>
            <a:t>表示实体或联系的属性，将属性名记入框中。对于主属性名，则在其名称下划一下划线。</a:t>
          </a:r>
        </a:p>
      </dgm:t>
    </dgm:pt>
    <dgm:pt modelId="{41500E83-DCEE-47E0-B8CF-6CD4EA4AEEDC}" type="parTrans" cxnId="{50822828-DE21-4BB8-BDE7-52C26928DF9D}">
      <dgm:prSet/>
      <dgm:spPr/>
      <dgm:t>
        <a:bodyPr/>
        <a:lstStyle/>
        <a:p>
          <a:endParaRPr lang="zh-CN" altLang="en-US"/>
        </a:p>
      </dgm:t>
    </dgm:pt>
    <dgm:pt modelId="{956F7E84-468B-432F-AA74-6AACA63F7D7D}" type="sibTrans" cxnId="{50822828-DE21-4BB8-BDE7-52C26928DF9D}">
      <dgm:prSet/>
      <dgm:spPr/>
      <dgm:t>
        <a:bodyPr/>
        <a:lstStyle/>
        <a:p>
          <a:endParaRPr lang="zh-CN" altLang="en-US"/>
        </a:p>
      </dgm:t>
    </dgm:pt>
    <dgm:pt modelId="{09EED4C3-E67F-4A83-897E-BAA052459B2E}">
      <dgm:prSet/>
      <dgm:spPr/>
      <dgm:t>
        <a:bodyPr/>
        <a:lstStyle/>
        <a:p>
          <a:r>
            <a:rPr lang="zh-CN" altLang="en-US" b="0" i="0" u="none" dirty="0">
              <a:latin typeface="微软雅黑" panose="020B0503020204020204" pitchFamily="34" charset="-122"/>
              <a:ea typeface="微软雅黑" panose="020B0503020204020204" pitchFamily="34" charset="-122"/>
            </a:rPr>
            <a:t>实体与属性之间；实体与联系之间；联系与属性之间用直线相连，并在直线上标注联系的类型。（对于一对一联系，要在两个实体连线方向各写</a:t>
          </a:r>
          <a:r>
            <a:rPr lang="en-US" altLang="zh-CN" b="0" i="0" u="none" dirty="0">
              <a:latin typeface="微软雅黑" panose="020B0503020204020204" pitchFamily="34" charset="-122"/>
              <a:ea typeface="微软雅黑" panose="020B0503020204020204" pitchFamily="34" charset="-122"/>
            </a:rPr>
            <a:t>1</a:t>
          </a:r>
          <a:r>
            <a:rPr lang="zh-CN" altLang="en-US" b="0" i="0" u="none" dirty="0">
              <a:latin typeface="微软雅黑" panose="020B0503020204020204" pitchFamily="34" charset="-122"/>
              <a:ea typeface="微软雅黑" panose="020B0503020204020204" pitchFamily="34" charset="-122"/>
            </a:rPr>
            <a:t>； 对于一对多联系，要在一的一方写</a:t>
          </a:r>
          <a:r>
            <a:rPr lang="en-US" altLang="zh-CN" b="0" i="0" u="none" dirty="0">
              <a:latin typeface="微软雅黑" panose="020B0503020204020204" pitchFamily="34" charset="-122"/>
              <a:ea typeface="微软雅黑" panose="020B0503020204020204" pitchFamily="34" charset="-122"/>
            </a:rPr>
            <a:t>1</a:t>
          </a:r>
          <a:r>
            <a:rPr lang="zh-CN" altLang="en-US" b="0" i="0" u="none" dirty="0">
              <a:latin typeface="微软雅黑" panose="020B0503020204020204" pitchFamily="34" charset="-122"/>
              <a:ea typeface="微软雅黑" panose="020B0503020204020204" pitchFamily="34" charset="-122"/>
            </a:rPr>
            <a:t>，多的一方写</a:t>
          </a:r>
          <a:r>
            <a:rPr lang="en-US" altLang="zh-CN" b="0" i="0" u="none" dirty="0">
              <a:latin typeface="微软雅黑" panose="020B0503020204020204" pitchFamily="34" charset="-122"/>
              <a:ea typeface="微软雅黑" panose="020B0503020204020204" pitchFamily="34" charset="-122"/>
            </a:rPr>
            <a:t>N</a:t>
          </a:r>
          <a:r>
            <a:rPr lang="zh-CN" altLang="en-US" b="0" i="0" u="none" dirty="0">
              <a:latin typeface="微软雅黑" panose="020B0503020204020204" pitchFamily="34" charset="-122"/>
              <a:ea typeface="微软雅黑" panose="020B0503020204020204" pitchFamily="34" charset="-122"/>
            </a:rPr>
            <a:t>；对于多对多关系，则要在两个实体连线方向各写</a:t>
          </a:r>
          <a:r>
            <a:rPr lang="en-US" altLang="zh-CN" b="0" i="0" u="none" dirty="0">
              <a:latin typeface="微软雅黑" panose="020B0503020204020204" pitchFamily="34" charset="-122"/>
              <a:ea typeface="微软雅黑" panose="020B0503020204020204" pitchFamily="34" charset="-122"/>
            </a:rPr>
            <a:t>N,M</a:t>
          </a:r>
          <a:r>
            <a:rPr lang="zh-CN" altLang="en-US" b="0" i="0" u="none" dirty="0">
              <a:latin typeface="微软雅黑" panose="020B0503020204020204" pitchFamily="34" charset="-122"/>
              <a:ea typeface="微软雅黑" panose="020B0503020204020204" pitchFamily="34" charset="-122"/>
            </a:rPr>
            <a:t>。</a:t>
          </a:r>
          <a:r>
            <a:rPr lang="en-US" altLang="zh-CN" b="0" i="0" u="none" dirty="0">
              <a:latin typeface="微软雅黑" panose="020B0503020204020204" pitchFamily="34" charset="-122"/>
              <a:ea typeface="微软雅黑" panose="020B0503020204020204" pitchFamily="34" charset="-122"/>
            </a:rPr>
            <a:t>)</a:t>
          </a:r>
        </a:p>
      </dgm:t>
    </dgm:pt>
    <dgm:pt modelId="{3B379A26-A97A-480C-8694-EE264ADCEEEF}" type="parTrans" cxnId="{AE220E5C-6611-43C3-9665-A1AECDCF7929}">
      <dgm:prSet/>
      <dgm:spPr/>
      <dgm:t>
        <a:bodyPr/>
        <a:lstStyle/>
        <a:p>
          <a:endParaRPr lang="zh-CN" altLang="en-US"/>
        </a:p>
      </dgm:t>
    </dgm:pt>
    <dgm:pt modelId="{8DCC22B5-D740-46FB-AA82-01B0CFFF9F65}" type="sibTrans" cxnId="{AE220E5C-6611-43C3-9665-A1AECDCF7929}">
      <dgm:prSet/>
      <dgm:spPr/>
      <dgm:t>
        <a:bodyPr/>
        <a:lstStyle/>
        <a:p>
          <a:endParaRPr lang="zh-CN" altLang="en-US"/>
        </a:p>
      </dgm:t>
    </dgm:pt>
    <dgm:pt modelId="{3DC14EA8-5B74-4A3D-822B-E4B46CD5AE56}" type="pres">
      <dgm:prSet presAssocID="{BBF76722-2047-4DEE-A31B-A0736BD02FFA}" presName="linear" presStyleCnt="0">
        <dgm:presLayoutVars>
          <dgm:dir/>
          <dgm:animLvl val="lvl"/>
          <dgm:resizeHandles val="exact"/>
        </dgm:presLayoutVars>
      </dgm:prSet>
      <dgm:spPr/>
    </dgm:pt>
    <dgm:pt modelId="{2A80DC7A-A1E3-406D-BD2F-29B1F3313672}" type="pres">
      <dgm:prSet presAssocID="{025DCEA4-9642-43DE-A5C4-658CAC861D76}" presName="parentLin" presStyleCnt="0"/>
      <dgm:spPr/>
    </dgm:pt>
    <dgm:pt modelId="{67C42EFA-8ADC-4ADE-B56B-F4426D842CC5}" type="pres">
      <dgm:prSet presAssocID="{025DCEA4-9642-43DE-A5C4-658CAC861D76}" presName="parentLeftMargin" presStyleLbl="node1" presStyleIdx="0" presStyleCnt="4"/>
      <dgm:spPr/>
    </dgm:pt>
    <dgm:pt modelId="{AD8D80F3-09E1-4687-902F-025609B9FBE2}" type="pres">
      <dgm:prSet presAssocID="{025DCEA4-9642-43DE-A5C4-658CAC861D76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776A82B2-F09D-4A38-85A1-F52CC8089BA5}" type="pres">
      <dgm:prSet presAssocID="{025DCEA4-9642-43DE-A5C4-658CAC861D76}" presName="negativeSpace" presStyleCnt="0"/>
      <dgm:spPr/>
    </dgm:pt>
    <dgm:pt modelId="{85211D9D-25EB-4FD3-9926-E26EC45B0851}" type="pres">
      <dgm:prSet presAssocID="{025DCEA4-9642-43DE-A5C4-658CAC861D76}" presName="childText" presStyleLbl="conFgAcc1" presStyleIdx="0" presStyleCnt="4">
        <dgm:presLayoutVars>
          <dgm:bulletEnabled val="1"/>
        </dgm:presLayoutVars>
      </dgm:prSet>
      <dgm:spPr/>
    </dgm:pt>
    <dgm:pt modelId="{B6EF0092-3CBF-4053-AF64-D3B581732026}" type="pres">
      <dgm:prSet presAssocID="{3B4515A6-6C25-466B-AB34-235154F926F7}" presName="spaceBetweenRectangles" presStyleCnt="0"/>
      <dgm:spPr/>
    </dgm:pt>
    <dgm:pt modelId="{9E9C923A-D7A3-450C-A35B-1031348E2C11}" type="pres">
      <dgm:prSet presAssocID="{0A1446AF-0D07-4093-9693-578B383F2C4E}" presName="parentLin" presStyleCnt="0"/>
      <dgm:spPr/>
    </dgm:pt>
    <dgm:pt modelId="{C8576D45-133C-460D-8851-FF22F2724B75}" type="pres">
      <dgm:prSet presAssocID="{0A1446AF-0D07-4093-9693-578B383F2C4E}" presName="parentLeftMargin" presStyleLbl="node1" presStyleIdx="0" presStyleCnt="4"/>
      <dgm:spPr/>
    </dgm:pt>
    <dgm:pt modelId="{97E1D37F-4CD3-4F81-B772-04959FEE642C}" type="pres">
      <dgm:prSet presAssocID="{0A1446AF-0D07-4093-9693-578B383F2C4E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73ADEF24-B88F-41D0-83DA-1D43E9813CA8}" type="pres">
      <dgm:prSet presAssocID="{0A1446AF-0D07-4093-9693-578B383F2C4E}" presName="negativeSpace" presStyleCnt="0"/>
      <dgm:spPr/>
    </dgm:pt>
    <dgm:pt modelId="{6E43E2F5-DE6A-4AC2-A5FD-49F7488763C7}" type="pres">
      <dgm:prSet presAssocID="{0A1446AF-0D07-4093-9693-578B383F2C4E}" presName="childText" presStyleLbl="conFgAcc1" presStyleIdx="1" presStyleCnt="4">
        <dgm:presLayoutVars>
          <dgm:bulletEnabled val="1"/>
        </dgm:presLayoutVars>
      </dgm:prSet>
      <dgm:spPr/>
    </dgm:pt>
    <dgm:pt modelId="{08855B96-F737-4014-941E-EC7DA4F16454}" type="pres">
      <dgm:prSet presAssocID="{B515413B-2DBE-4F95-8571-1B78E8904FC5}" presName="spaceBetweenRectangles" presStyleCnt="0"/>
      <dgm:spPr/>
    </dgm:pt>
    <dgm:pt modelId="{747C5648-EA98-4AC9-9112-93A940D3943F}" type="pres">
      <dgm:prSet presAssocID="{DBFB55FF-D792-464F-B4E1-EC7FE9C2473F}" presName="parentLin" presStyleCnt="0"/>
      <dgm:spPr/>
    </dgm:pt>
    <dgm:pt modelId="{C51E86E9-1837-48F0-9283-41DF69B0495D}" type="pres">
      <dgm:prSet presAssocID="{DBFB55FF-D792-464F-B4E1-EC7FE9C2473F}" presName="parentLeftMargin" presStyleLbl="node1" presStyleIdx="1" presStyleCnt="4"/>
      <dgm:spPr/>
    </dgm:pt>
    <dgm:pt modelId="{7FF141EB-2E94-49D0-9166-EFAF5E2EEFE9}" type="pres">
      <dgm:prSet presAssocID="{DBFB55FF-D792-464F-B4E1-EC7FE9C2473F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791DA6A8-2D6F-4EE9-B740-8E28B9992F35}" type="pres">
      <dgm:prSet presAssocID="{DBFB55FF-D792-464F-B4E1-EC7FE9C2473F}" presName="negativeSpace" presStyleCnt="0"/>
      <dgm:spPr/>
    </dgm:pt>
    <dgm:pt modelId="{26BC8D99-6C00-471D-A6BA-ECC8B31B1662}" type="pres">
      <dgm:prSet presAssocID="{DBFB55FF-D792-464F-B4E1-EC7FE9C2473F}" presName="childText" presStyleLbl="conFgAcc1" presStyleIdx="2" presStyleCnt="4">
        <dgm:presLayoutVars>
          <dgm:bulletEnabled val="1"/>
        </dgm:presLayoutVars>
      </dgm:prSet>
      <dgm:spPr/>
    </dgm:pt>
    <dgm:pt modelId="{0E674ED2-9309-4E02-A146-2F8945FA7F5A}" type="pres">
      <dgm:prSet presAssocID="{7D76CA22-6829-414D-A8C4-4F7F9C280580}" presName="spaceBetweenRectangles" presStyleCnt="0"/>
      <dgm:spPr/>
    </dgm:pt>
    <dgm:pt modelId="{9E053EAA-1CC0-49BD-BE6A-0E2B611C7C30}" type="pres">
      <dgm:prSet presAssocID="{E5FFB412-E833-4887-8580-F98F02DB76CA}" presName="parentLin" presStyleCnt="0"/>
      <dgm:spPr/>
    </dgm:pt>
    <dgm:pt modelId="{4AC7900B-9564-4BBE-A0AA-F6FE0476BFF8}" type="pres">
      <dgm:prSet presAssocID="{E5FFB412-E833-4887-8580-F98F02DB76CA}" presName="parentLeftMargin" presStyleLbl="node1" presStyleIdx="2" presStyleCnt="4"/>
      <dgm:spPr/>
    </dgm:pt>
    <dgm:pt modelId="{B865A898-DF73-42D1-844E-055F5ED3FF4B}" type="pres">
      <dgm:prSet presAssocID="{E5FFB412-E833-4887-8580-F98F02DB76CA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3FAF4050-80D8-4BB4-BF9E-9F3415EA663E}" type="pres">
      <dgm:prSet presAssocID="{E5FFB412-E833-4887-8580-F98F02DB76CA}" presName="negativeSpace" presStyleCnt="0"/>
      <dgm:spPr/>
    </dgm:pt>
    <dgm:pt modelId="{4509CB6C-82EB-4AF2-82B4-C1044DBC1577}" type="pres">
      <dgm:prSet presAssocID="{E5FFB412-E833-4887-8580-F98F02DB76CA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8D053521-2742-4527-8D5B-98C3A295187F}" srcId="{BBF76722-2047-4DEE-A31B-A0736BD02FFA}" destId="{E5FFB412-E833-4887-8580-F98F02DB76CA}" srcOrd="3" destOrd="0" parTransId="{211DEDA9-FD9C-4658-BDC8-C00875E70AAA}" sibTransId="{E73110A0-81A4-4330-9983-4E6E4A04ED43}"/>
    <dgm:cxn modelId="{4F67AF22-DC14-41FC-A8B1-489A029AFE2B}" type="presOf" srcId="{CE83AE18-A9EA-43D9-80A3-816DE19E3847}" destId="{6E43E2F5-DE6A-4AC2-A5FD-49F7488763C7}" srcOrd="0" destOrd="0" presId="urn:microsoft.com/office/officeart/2005/8/layout/list1"/>
    <dgm:cxn modelId="{50822828-DE21-4BB8-BDE7-52C26928DF9D}" srcId="{DBFB55FF-D792-464F-B4E1-EC7FE9C2473F}" destId="{FF9AF231-7B08-4F26-9E14-BB1D35D5CBC3}" srcOrd="0" destOrd="0" parTransId="{41500E83-DCEE-47E0-B8CF-6CD4EA4AEEDC}" sibTransId="{956F7E84-468B-432F-AA74-6AACA63F7D7D}"/>
    <dgm:cxn modelId="{BD9FC236-786A-458D-B95E-170AD3475E73}" srcId="{BBF76722-2047-4DEE-A31B-A0736BD02FFA}" destId="{025DCEA4-9642-43DE-A5C4-658CAC861D76}" srcOrd="0" destOrd="0" parTransId="{186BB5B4-5B32-4A9D-8B58-02DF1AF7D595}" sibTransId="{3B4515A6-6C25-466B-AB34-235154F926F7}"/>
    <dgm:cxn modelId="{83AE823A-BEF3-4ABC-A3F6-7B9DE2569D3E}" type="presOf" srcId="{E5FFB412-E833-4887-8580-F98F02DB76CA}" destId="{B865A898-DF73-42D1-844E-055F5ED3FF4B}" srcOrd="1" destOrd="0" presId="urn:microsoft.com/office/officeart/2005/8/layout/list1"/>
    <dgm:cxn modelId="{17E3443C-A17E-4744-A687-6387D02AD056}" type="presOf" srcId="{025DCEA4-9642-43DE-A5C4-658CAC861D76}" destId="{67C42EFA-8ADC-4ADE-B56B-F4426D842CC5}" srcOrd="0" destOrd="0" presId="urn:microsoft.com/office/officeart/2005/8/layout/list1"/>
    <dgm:cxn modelId="{C1FE443D-3CDE-4E14-8CE8-4E0BB4881F90}" srcId="{BBF76722-2047-4DEE-A31B-A0736BD02FFA}" destId="{0A1446AF-0D07-4093-9693-578B383F2C4E}" srcOrd="1" destOrd="0" parTransId="{D3DD2D4E-FF58-4FD7-B562-D875C5DC3502}" sibTransId="{B515413B-2DBE-4F95-8571-1B78E8904FC5}"/>
    <dgm:cxn modelId="{AE220E5C-6611-43C3-9665-A1AECDCF7929}" srcId="{E5FFB412-E833-4887-8580-F98F02DB76CA}" destId="{09EED4C3-E67F-4A83-897E-BAA052459B2E}" srcOrd="0" destOrd="0" parTransId="{3B379A26-A97A-480C-8694-EE264ADCEEEF}" sibTransId="{8DCC22B5-D740-46FB-AA82-01B0CFFF9F65}"/>
    <dgm:cxn modelId="{C991F264-4C06-474D-BE55-475023149166}" type="presOf" srcId="{09EED4C3-E67F-4A83-897E-BAA052459B2E}" destId="{4509CB6C-82EB-4AF2-82B4-C1044DBC1577}" srcOrd="0" destOrd="0" presId="urn:microsoft.com/office/officeart/2005/8/layout/list1"/>
    <dgm:cxn modelId="{0C698F48-588D-4935-A9EF-4B3A2F435A04}" type="presOf" srcId="{025DCEA4-9642-43DE-A5C4-658CAC861D76}" destId="{AD8D80F3-09E1-4687-902F-025609B9FBE2}" srcOrd="1" destOrd="0" presId="urn:microsoft.com/office/officeart/2005/8/layout/list1"/>
    <dgm:cxn modelId="{8C1E2B4C-07D5-4899-8B38-8D3F392980DA}" type="presOf" srcId="{0A1446AF-0D07-4093-9693-578B383F2C4E}" destId="{C8576D45-133C-460D-8851-FF22F2724B75}" srcOrd="0" destOrd="0" presId="urn:microsoft.com/office/officeart/2005/8/layout/list1"/>
    <dgm:cxn modelId="{E73A9C75-752D-4302-B8C1-0466208C75CC}" srcId="{0A1446AF-0D07-4093-9693-578B383F2C4E}" destId="{CE83AE18-A9EA-43D9-80A3-816DE19E3847}" srcOrd="0" destOrd="0" parTransId="{2C083716-923F-4823-AD0B-CA3CEA8595BC}" sibTransId="{4D64D5CC-8FA7-4CFB-A0B8-5CE655C41FE0}"/>
    <dgm:cxn modelId="{902C7658-CE94-4A83-86A1-DA638C94529F}" type="presOf" srcId="{0A1446AF-0D07-4093-9693-578B383F2C4E}" destId="{97E1D37F-4CD3-4F81-B772-04959FEE642C}" srcOrd="1" destOrd="0" presId="urn:microsoft.com/office/officeart/2005/8/layout/list1"/>
    <dgm:cxn modelId="{854BF57E-18C6-4B1D-865A-45A8581D3D55}" type="presOf" srcId="{FF9AF231-7B08-4F26-9E14-BB1D35D5CBC3}" destId="{26BC8D99-6C00-471D-A6BA-ECC8B31B1662}" srcOrd="0" destOrd="0" presId="urn:microsoft.com/office/officeart/2005/8/layout/list1"/>
    <dgm:cxn modelId="{92CCFBBA-C2DC-4214-B6F1-03FE23CC52E1}" type="presOf" srcId="{BBF76722-2047-4DEE-A31B-A0736BD02FFA}" destId="{3DC14EA8-5B74-4A3D-822B-E4B46CD5AE56}" srcOrd="0" destOrd="0" presId="urn:microsoft.com/office/officeart/2005/8/layout/list1"/>
    <dgm:cxn modelId="{514B12D2-AF6E-4BF0-9BA6-09E4E5C21CBA}" type="presOf" srcId="{DBFB55FF-D792-464F-B4E1-EC7FE9C2473F}" destId="{C51E86E9-1837-48F0-9283-41DF69B0495D}" srcOrd="0" destOrd="0" presId="urn:microsoft.com/office/officeart/2005/8/layout/list1"/>
    <dgm:cxn modelId="{680251D5-EDE2-4F0E-84BA-1045BFD08295}" type="presOf" srcId="{DBFB55FF-D792-464F-B4E1-EC7FE9C2473F}" destId="{7FF141EB-2E94-49D0-9166-EFAF5E2EEFE9}" srcOrd="1" destOrd="0" presId="urn:microsoft.com/office/officeart/2005/8/layout/list1"/>
    <dgm:cxn modelId="{6AC651DC-E532-469D-AE4F-6015508D4591}" type="presOf" srcId="{E5FFB412-E833-4887-8580-F98F02DB76CA}" destId="{4AC7900B-9564-4BBE-A0AA-F6FE0476BFF8}" srcOrd="0" destOrd="0" presId="urn:microsoft.com/office/officeart/2005/8/layout/list1"/>
    <dgm:cxn modelId="{8F2C3DE9-8267-4AF8-B47A-098CDEB17867}" type="presOf" srcId="{AE60A051-7290-452F-806F-F2ACFD28D041}" destId="{85211D9D-25EB-4FD3-9926-E26EC45B0851}" srcOrd="0" destOrd="0" presId="urn:microsoft.com/office/officeart/2005/8/layout/list1"/>
    <dgm:cxn modelId="{044954EB-7337-485F-856C-7FE7676B782F}" srcId="{BBF76722-2047-4DEE-A31B-A0736BD02FFA}" destId="{DBFB55FF-D792-464F-B4E1-EC7FE9C2473F}" srcOrd="2" destOrd="0" parTransId="{29C852CA-7DB9-4BAE-926C-375472D0C591}" sibTransId="{7D76CA22-6829-414D-A8C4-4F7F9C280580}"/>
    <dgm:cxn modelId="{E7D994EB-A4A0-4614-9AC0-B497E1D3C2DD}" srcId="{025DCEA4-9642-43DE-A5C4-658CAC861D76}" destId="{AE60A051-7290-452F-806F-F2ACFD28D041}" srcOrd="0" destOrd="0" parTransId="{8951FF62-DF54-4401-AA00-E74E7474C6BA}" sibTransId="{F878D105-80BD-423E-A0AC-B28A4BC5CD48}"/>
    <dgm:cxn modelId="{B0C559CE-2F29-4CBA-92D6-DB3C696A7398}" type="presParOf" srcId="{3DC14EA8-5B74-4A3D-822B-E4B46CD5AE56}" destId="{2A80DC7A-A1E3-406D-BD2F-29B1F3313672}" srcOrd="0" destOrd="0" presId="urn:microsoft.com/office/officeart/2005/8/layout/list1"/>
    <dgm:cxn modelId="{C5923DCF-5571-4033-940D-8768646634D9}" type="presParOf" srcId="{2A80DC7A-A1E3-406D-BD2F-29B1F3313672}" destId="{67C42EFA-8ADC-4ADE-B56B-F4426D842CC5}" srcOrd="0" destOrd="0" presId="urn:microsoft.com/office/officeart/2005/8/layout/list1"/>
    <dgm:cxn modelId="{5429EFFC-C249-4DC1-914A-0D6659F571F6}" type="presParOf" srcId="{2A80DC7A-A1E3-406D-BD2F-29B1F3313672}" destId="{AD8D80F3-09E1-4687-902F-025609B9FBE2}" srcOrd="1" destOrd="0" presId="urn:microsoft.com/office/officeart/2005/8/layout/list1"/>
    <dgm:cxn modelId="{411C94B4-B56C-4ACA-B578-64EB2C97344A}" type="presParOf" srcId="{3DC14EA8-5B74-4A3D-822B-E4B46CD5AE56}" destId="{776A82B2-F09D-4A38-85A1-F52CC8089BA5}" srcOrd="1" destOrd="0" presId="urn:microsoft.com/office/officeart/2005/8/layout/list1"/>
    <dgm:cxn modelId="{F992CC54-EE23-4B4C-960D-616E7C620B68}" type="presParOf" srcId="{3DC14EA8-5B74-4A3D-822B-E4B46CD5AE56}" destId="{85211D9D-25EB-4FD3-9926-E26EC45B0851}" srcOrd="2" destOrd="0" presId="urn:microsoft.com/office/officeart/2005/8/layout/list1"/>
    <dgm:cxn modelId="{F9C14B5F-13D2-4AB1-AF33-F6F5CFFD6ECA}" type="presParOf" srcId="{3DC14EA8-5B74-4A3D-822B-E4B46CD5AE56}" destId="{B6EF0092-3CBF-4053-AF64-D3B581732026}" srcOrd="3" destOrd="0" presId="urn:microsoft.com/office/officeart/2005/8/layout/list1"/>
    <dgm:cxn modelId="{87D48B81-EF79-4036-B243-CB01D69EE5A9}" type="presParOf" srcId="{3DC14EA8-5B74-4A3D-822B-E4B46CD5AE56}" destId="{9E9C923A-D7A3-450C-A35B-1031348E2C11}" srcOrd="4" destOrd="0" presId="urn:microsoft.com/office/officeart/2005/8/layout/list1"/>
    <dgm:cxn modelId="{8807E0F3-8705-49A0-AD31-119CA80307D0}" type="presParOf" srcId="{9E9C923A-D7A3-450C-A35B-1031348E2C11}" destId="{C8576D45-133C-460D-8851-FF22F2724B75}" srcOrd="0" destOrd="0" presId="urn:microsoft.com/office/officeart/2005/8/layout/list1"/>
    <dgm:cxn modelId="{77030B18-7357-44EE-8B54-C12984464110}" type="presParOf" srcId="{9E9C923A-D7A3-450C-A35B-1031348E2C11}" destId="{97E1D37F-4CD3-4F81-B772-04959FEE642C}" srcOrd="1" destOrd="0" presId="urn:microsoft.com/office/officeart/2005/8/layout/list1"/>
    <dgm:cxn modelId="{680FA308-C2A3-4E0F-A20F-60B80B2D08C1}" type="presParOf" srcId="{3DC14EA8-5B74-4A3D-822B-E4B46CD5AE56}" destId="{73ADEF24-B88F-41D0-83DA-1D43E9813CA8}" srcOrd="5" destOrd="0" presId="urn:microsoft.com/office/officeart/2005/8/layout/list1"/>
    <dgm:cxn modelId="{7050BD57-88BD-4CF2-BD04-783FEAC1B432}" type="presParOf" srcId="{3DC14EA8-5B74-4A3D-822B-E4B46CD5AE56}" destId="{6E43E2F5-DE6A-4AC2-A5FD-49F7488763C7}" srcOrd="6" destOrd="0" presId="urn:microsoft.com/office/officeart/2005/8/layout/list1"/>
    <dgm:cxn modelId="{C41B171A-E563-4AF4-9C16-B44761DDFEB6}" type="presParOf" srcId="{3DC14EA8-5B74-4A3D-822B-E4B46CD5AE56}" destId="{08855B96-F737-4014-941E-EC7DA4F16454}" srcOrd="7" destOrd="0" presId="urn:microsoft.com/office/officeart/2005/8/layout/list1"/>
    <dgm:cxn modelId="{A4519144-6863-4818-8CF4-ED286083D84C}" type="presParOf" srcId="{3DC14EA8-5B74-4A3D-822B-E4B46CD5AE56}" destId="{747C5648-EA98-4AC9-9112-93A940D3943F}" srcOrd="8" destOrd="0" presId="urn:microsoft.com/office/officeart/2005/8/layout/list1"/>
    <dgm:cxn modelId="{EDE60AE0-8A22-41B7-8CE3-66ED050F6D36}" type="presParOf" srcId="{747C5648-EA98-4AC9-9112-93A940D3943F}" destId="{C51E86E9-1837-48F0-9283-41DF69B0495D}" srcOrd="0" destOrd="0" presId="urn:microsoft.com/office/officeart/2005/8/layout/list1"/>
    <dgm:cxn modelId="{2FE2C37C-CFB5-479A-8C5F-882425EC02A9}" type="presParOf" srcId="{747C5648-EA98-4AC9-9112-93A940D3943F}" destId="{7FF141EB-2E94-49D0-9166-EFAF5E2EEFE9}" srcOrd="1" destOrd="0" presId="urn:microsoft.com/office/officeart/2005/8/layout/list1"/>
    <dgm:cxn modelId="{3C374D34-3B13-4AF6-A291-A76FB3CE27AA}" type="presParOf" srcId="{3DC14EA8-5B74-4A3D-822B-E4B46CD5AE56}" destId="{791DA6A8-2D6F-4EE9-B740-8E28B9992F35}" srcOrd="9" destOrd="0" presId="urn:microsoft.com/office/officeart/2005/8/layout/list1"/>
    <dgm:cxn modelId="{CE19E06A-8719-405E-AF60-6A5F70A0CD6D}" type="presParOf" srcId="{3DC14EA8-5B74-4A3D-822B-E4B46CD5AE56}" destId="{26BC8D99-6C00-471D-A6BA-ECC8B31B1662}" srcOrd="10" destOrd="0" presId="urn:microsoft.com/office/officeart/2005/8/layout/list1"/>
    <dgm:cxn modelId="{29244CE9-4574-4941-8EFA-657CC4DD0F43}" type="presParOf" srcId="{3DC14EA8-5B74-4A3D-822B-E4B46CD5AE56}" destId="{0E674ED2-9309-4E02-A146-2F8945FA7F5A}" srcOrd="11" destOrd="0" presId="urn:microsoft.com/office/officeart/2005/8/layout/list1"/>
    <dgm:cxn modelId="{E24EBC0D-98C5-43CD-A3A9-330EFE4ED7BA}" type="presParOf" srcId="{3DC14EA8-5B74-4A3D-822B-E4B46CD5AE56}" destId="{9E053EAA-1CC0-49BD-BE6A-0E2B611C7C30}" srcOrd="12" destOrd="0" presId="urn:microsoft.com/office/officeart/2005/8/layout/list1"/>
    <dgm:cxn modelId="{E011A1D1-26D1-433E-956C-3C0414FE80F4}" type="presParOf" srcId="{9E053EAA-1CC0-49BD-BE6A-0E2B611C7C30}" destId="{4AC7900B-9564-4BBE-A0AA-F6FE0476BFF8}" srcOrd="0" destOrd="0" presId="urn:microsoft.com/office/officeart/2005/8/layout/list1"/>
    <dgm:cxn modelId="{A289AC78-0B1E-4DE9-AF37-3A87C245BD7E}" type="presParOf" srcId="{9E053EAA-1CC0-49BD-BE6A-0E2B611C7C30}" destId="{B865A898-DF73-42D1-844E-055F5ED3FF4B}" srcOrd="1" destOrd="0" presId="urn:microsoft.com/office/officeart/2005/8/layout/list1"/>
    <dgm:cxn modelId="{C7F185DE-DF6D-4F0A-BE64-F187D93E3559}" type="presParOf" srcId="{3DC14EA8-5B74-4A3D-822B-E4B46CD5AE56}" destId="{3FAF4050-80D8-4BB4-BF9E-9F3415EA663E}" srcOrd="13" destOrd="0" presId="urn:microsoft.com/office/officeart/2005/8/layout/list1"/>
    <dgm:cxn modelId="{6E735365-9492-43FF-A058-494D702DCC5F}" type="presParOf" srcId="{3DC14EA8-5B74-4A3D-822B-E4B46CD5AE56}" destId="{4509CB6C-82EB-4AF2-82B4-C1044DBC1577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19.xml><?xml version="1.0" encoding="utf-8"?>
<dgm:dataModel xmlns:dgm="http://schemas.openxmlformats.org/drawingml/2006/diagram" xmlns:a="http://schemas.openxmlformats.org/drawingml/2006/main">
  <dgm:ptLst>
    <dgm:pt modelId="{DAACBE13-1861-43DE-8B44-ADBBB1238B8F}" type="doc">
      <dgm:prSet loTypeId="urn:microsoft.com/office/officeart/2008/layout/RadialCluster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80AB964E-8BBE-4727-915B-D86A76E91B0D}">
      <dgm:prSet phldrT="[文本]"/>
      <dgm:spPr/>
      <dgm:t>
        <a:bodyPr/>
        <a:lstStyle/>
        <a:p>
          <a:r>
            <a:rPr lang="zh-CN" altLang="en-US"/>
            <a:t>学生</a:t>
          </a:r>
        </a:p>
      </dgm:t>
    </dgm:pt>
    <dgm:pt modelId="{9CA0257D-8018-4B25-867B-7D0BD2E24DFB}" type="parTrans" cxnId="{E27ACCBD-A938-44AC-B72E-057CE8A3417C}">
      <dgm:prSet/>
      <dgm:spPr/>
      <dgm:t>
        <a:bodyPr/>
        <a:lstStyle/>
        <a:p>
          <a:endParaRPr lang="zh-CN" altLang="en-US"/>
        </a:p>
      </dgm:t>
    </dgm:pt>
    <dgm:pt modelId="{4AE9F868-7064-4545-94A9-1C4E4DDE1E63}" type="sibTrans" cxnId="{E27ACCBD-A938-44AC-B72E-057CE8A3417C}">
      <dgm:prSet/>
      <dgm:spPr/>
      <dgm:t>
        <a:bodyPr/>
        <a:lstStyle/>
        <a:p>
          <a:endParaRPr lang="zh-CN" altLang="en-US"/>
        </a:p>
      </dgm:t>
    </dgm:pt>
    <dgm:pt modelId="{B64BD073-A013-4806-AF33-F747137338ED}">
      <dgm:prSet phldrT="[文本]"/>
      <dgm:spPr/>
      <dgm:t>
        <a:bodyPr/>
        <a:lstStyle/>
        <a:p>
          <a:r>
            <a:rPr lang="zh-CN" altLang="en-US"/>
            <a:t>班级</a:t>
          </a:r>
        </a:p>
      </dgm:t>
    </dgm:pt>
    <dgm:pt modelId="{726569B0-DB6B-478C-8C79-C2B72EA9B251}" type="parTrans" cxnId="{061C0753-4BCB-4E4A-96ED-E06E389C8CEC}">
      <dgm:prSet/>
      <dgm:spPr/>
      <dgm:t>
        <a:bodyPr/>
        <a:lstStyle/>
        <a:p>
          <a:endParaRPr lang="zh-CN" altLang="en-US"/>
        </a:p>
      </dgm:t>
    </dgm:pt>
    <dgm:pt modelId="{3BDD7BA0-9900-4940-853F-5041F9EA5EBD}" type="sibTrans" cxnId="{061C0753-4BCB-4E4A-96ED-E06E389C8CEC}">
      <dgm:prSet/>
      <dgm:spPr/>
      <dgm:t>
        <a:bodyPr/>
        <a:lstStyle/>
        <a:p>
          <a:endParaRPr lang="zh-CN" altLang="en-US"/>
        </a:p>
      </dgm:t>
    </dgm:pt>
    <dgm:pt modelId="{51E2E9DB-8F02-410F-9F00-41DCBB29D9C9}" type="pres">
      <dgm:prSet presAssocID="{DAACBE13-1861-43DE-8B44-ADBBB1238B8F}" presName="Name0" presStyleCnt="0">
        <dgm:presLayoutVars>
          <dgm:chMax val="1"/>
          <dgm:chPref val="1"/>
          <dgm:dir/>
          <dgm:animOne val="branch"/>
          <dgm:animLvl val="lvl"/>
        </dgm:presLayoutVars>
      </dgm:prSet>
      <dgm:spPr/>
    </dgm:pt>
    <dgm:pt modelId="{E828ECE3-B77C-4FFE-A107-B7A373156035}" type="pres">
      <dgm:prSet presAssocID="{80AB964E-8BBE-4727-915B-D86A76E91B0D}" presName="singleCycle" presStyleCnt="0"/>
      <dgm:spPr/>
    </dgm:pt>
    <dgm:pt modelId="{9E0BDB32-D8D2-4C7B-941E-9BE5E3B9520E}" type="pres">
      <dgm:prSet presAssocID="{80AB964E-8BBE-4727-915B-D86A76E91B0D}" presName="singleCenter" presStyleLbl="node1" presStyleIdx="0" presStyleCnt="2" custLinFactNeighborX="-31982" custLinFactNeighborY="4146">
        <dgm:presLayoutVars>
          <dgm:chMax val="7"/>
          <dgm:chPref val="7"/>
        </dgm:presLayoutVars>
      </dgm:prSet>
      <dgm:spPr/>
    </dgm:pt>
    <dgm:pt modelId="{7BDD308B-0340-4443-8A71-D179BAC68B7E}" type="pres">
      <dgm:prSet presAssocID="{726569B0-DB6B-478C-8C79-C2B72EA9B251}" presName="Name56" presStyleLbl="parChTrans1D2" presStyleIdx="0" presStyleCnt="1"/>
      <dgm:spPr/>
    </dgm:pt>
    <dgm:pt modelId="{11B52A3F-2994-4F43-BAFB-6BB09634AD2F}" type="pres">
      <dgm:prSet presAssocID="{B64BD073-A013-4806-AF33-F747137338ED}" presName="text0" presStyleLbl="node1" presStyleIdx="1" presStyleCnt="2" custScaleX="161897" custScaleY="147349" custRadScaleRad="171770" custRadScaleInc="1621">
        <dgm:presLayoutVars>
          <dgm:bulletEnabled val="1"/>
        </dgm:presLayoutVars>
      </dgm:prSet>
      <dgm:spPr/>
    </dgm:pt>
  </dgm:ptLst>
  <dgm:cxnLst>
    <dgm:cxn modelId="{7990E23E-1D57-4D42-90C8-AABABB288C30}" type="presOf" srcId="{DAACBE13-1861-43DE-8B44-ADBBB1238B8F}" destId="{51E2E9DB-8F02-410F-9F00-41DCBB29D9C9}" srcOrd="0" destOrd="0" presId="urn:microsoft.com/office/officeart/2008/layout/RadialCluster"/>
    <dgm:cxn modelId="{061C0753-4BCB-4E4A-96ED-E06E389C8CEC}" srcId="{80AB964E-8BBE-4727-915B-D86A76E91B0D}" destId="{B64BD073-A013-4806-AF33-F747137338ED}" srcOrd="0" destOrd="0" parTransId="{726569B0-DB6B-478C-8C79-C2B72EA9B251}" sibTransId="{3BDD7BA0-9900-4940-853F-5041F9EA5EBD}"/>
    <dgm:cxn modelId="{EA8F69B1-921B-4C78-B7EA-7A41110F4541}" type="presOf" srcId="{80AB964E-8BBE-4727-915B-D86A76E91B0D}" destId="{9E0BDB32-D8D2-4C7B-941E-9BE5E3B9520E}" srcOrd="0" destOrd="0" presId="urn:microsoft.com/office/officeart/2008/layout/RadialCluster"/>
    <dgm:cxn modelId="{E27ACCBD-A938-44AC-B72E-057CE8A3417C}" srcId="{DAACBE13-1861-43DE-8B44-ADBBB1238B8F}" destId="{80AB964E-8BBE-4727-915B-D86A76E91B0D}" srcOrd="0" destOrd="0" parTransId="{9CA0257D-8018-4B25-867B-7D0BD2E24DFB}" sibTransId="{4AE9F868-7064-4545-94A9-1C4E4DDE1E63}"/>
    <dgm:cxn modelId="{B2B2B5C4-3BAB-4DBB-8C79-F49132A71E56}" type="presOf" srcId="{B64BD073-A013-4806-AF33-F747137338ED}" destId="{11B52A3F-2994-4F43-BAFB-6BB09634AD2F}" srcOrd="0" destOrd="0" presId="urn:microsoft.com/office/officeart/2008/layout/RadialCluster"/>
    <dgm:cxn modelId="{4B846FCD-114F-48A4-BC49-F0EB40C9F6FE}" type="presOf" srcId="{726569B0-DB6B-478C-8C79-C2B72EA9B251}" destId="{7BDD308B-0340-4443-8A71-D179BAC68B7E}" srcOrd="0" destOrd="0" presId="urn:microsoft.com/office/officeart/2008/layout/RadialCluster"/>
    <dgm:cxn modelId="{70659015-0B5B-4B91-9ABD-7C4E93184A80}" type="presParOf" srcId="{51E2E9DB-8F02-410F-9F00-41DCBB29D9C9}" destId="{E828ECE3-B77C-4FFE-A107-B7A373156035}" srcOrd="0" destOrd="0" presId="urn:microsoft.com/office/officeart/2008/layout/RadialCluster"/>
    <dgm:cxn modelId="{D339641B-6703-4FC6-845F-D23938B85104}" type="presParOf" srcId="{E828ECE3-B77C-4FFE-A107-B7A373156035}" destId="{9E0BDB32-D8D2-4C7B-941E-9BE5E3B9520E}" srcOrd="0" destOrd="0" presId="urn:microsoft.com/office/officeart/2008/layout/RadialCluster"/>
    <dgm:cxn modelId="{4EA3678C-775D-4169-99D6-7047E14B8213}" type="presParOf" srcId="{E828ECE3-B77C-4FFE-A107-B7A373156035}" destId="{7BDD308B-0340-4443-8A71-D179BAC68B7E}" srcOrd="1" destOrd="0" presId="urn:microsoft.com/office/officeart/2008/layout/RadialCluster"/>
    <dgm:cxn modelId="{54D5B840-439A-4C48-BFAC-90D65DE84718}" type="presParOf" srcId="{E828ECE3-B77C-4FFE-A107-B7A373156035}" destId="{11B52A3F-2994-4F43-BAFB-6BB09634AD2F}" srcOrd="2" destOrd="0" presId="urn:microsoft.com/office/officeart/2008/layout/RadialCluster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0.xml><?xml version="1.0" encoding="utf-8"?>
<dgm:dataModel xmlns:dgm="http://schemas.openxmlformats.org/drawingml/2006/diagram" xmlns:a="http://schemas.openxmlformats.org/drawingml/2006/main">
  <dgm:ptLst>
    <dgm:pt modelId="{FCF09BEC-6459-4CB3-9095-6327DE8FAEEC}" type="doc">
      <dgm:prSet loTypeId="urn:microsoft.com/office/officeart/2005/8/layout/process2" loCatId="process" qsTypeId="urn:microsoft.com/office/officeart/2005/8/quickstyle/simple1" qsCatId="simple" csTypeId="urn:microsoft.com/office/officeart/2005/8/colors/colorful1" csCatId="colorful" phldr="1"/>
      <dgm:spPr/>
    </dgm:pt>
    <dgm:pt modelId="{994AD3E4-73C6-4F3B-9E58-6CDB0BDE5EFC}">
      <dgm:prSet phldrT="[文本]"/>
      <dgm:spPr/>
      <dgm:t>
        <a:bodyPr/>
        <a:lstStyle/>
        <a:p>
          <a:r>
            <a:rPr lang="zh-CN" altLang="en-US" dirty="0"/>
            <a:t>分析功能流程</a:t>
          </a:r>
        </a:p>
      </dgm:t>
    </dgm:pt>
    <dgm:pt modelId="{E4D61D82-5C00-432A-AB79-96D7C0F51B89}" type="parTrans" cxnId="{DD131C06-BCB4-487A-A05D-9AC060D67180}">
      <dgm:prSet/>
      <dgm:spPr/>
      <dgm:t>
        <a:bodyPr/>
        <a:lstStyle/>
        <a:p>
          <a:endParaRPr lang="zh-CN" altLang="en-US"/>
        </a:p>
      </dgm:t>
    </dgm:pt>
    <dgm:pt modelId="{D5E8C906-2E05-4C4A-B142-343C58C5E5DA}" type="sibTrans" cxnId="{DD131C06-BCB4-487A-A05D-9AC060D67180}">
      <dgm:prSet/>
      <dgm:spPr/>
      <dgm:t>
        <a:bodyPr/>
        <a:lstStyle/>
        <a:p>
          <a:endParaRPr lang="zh-CN" altLang="en-US"/>
        </a:p>
      </dgm:t>
    </dgm:pt>
    <dgm:pt modelId="{FC4C7DFB-E770-40A0-9E9E-28A323940A92}">
      <dgm:prSet phldrT="[文本]"/>
      <dgm:spPr/>
      <dgm:t>
        <a:bodyPr/>
        <a:lstStyle/>
        <a:p>
          <a:r>
            <a:rPr lang="zh-CN" altLang="en-US"/>
            <a:t>分析业务流程，找出实体</a:t>
          </a:r>
          <a:endParaRPr lang="zh-CN" altLang="en-US" dirty="0"/>
        </a:p>
      </dgm:t>
    </dgm:pt>
    <dgm:pt modelId="{BD3777EA-AEB8-4420-9EAC-6D59B1706CEF}" type="parTrans" cxnId="{92285ECE-E505-45D3-9D76-0098E04BA600}">
      <dgm:prSet/>
      <dgm:spPr/>
      <dgm:t>
        <a:bodyPr/>
        <a:lstStyle/>
        <a:p>
          <a:endParaRPr lang="zh-CN" altLang="en-US"/>
        </a:p>
      </dgm:t>
    </dgm:pt>
    <dgm:pt modelId="{FB9B0989-0D8D-4D89-9666-7658CB1DC60B}" type="sibTrans" cxnId="{92285ECE-E505-45D3-9D76-0098E04BA600}">
      <dgm:prSet/>
      <dgm:spPr/>
      <dgm:t>
        <a:bodyPr/>
        <a:lstStyle/>
        <a:p>
          <a:endParaRPr lang="zh-CN" altLang="en-US"/>
        </a:p>
      </dgm:t>
    </dgm:pt>
    <dgm:pt modelId="{4CF922A2-6F5A-4DF4-B49D-B05332D39242}">
      <dgm:prSet phldrT="[文本]"/>
      <dgm:spPr/>
      <dgm:t>
        <a:bodyPr/>
        <a:lstStyle/>
        <a:p>
          <a:r>
            <a:rPr lang="zh-CN" altLang="en-US" dirty="0"/>
            <a:t>分析实体之间的关系</a:t>
          </a:r>
        </a:p>
      </dgm:t>
    </dgm:pt>
    <dgm:pt modelId="{8240D7D1-EE66-414E-8667-E43F543117AB}" type="parTrans" cxnId="{45572C2B-E687-4D22-BE25-AD93CD5064AC}">
      <dgm:prSet/>
      <dgm:spPr/>
      <dgm:t>
        <a:bodyPr/>
        <a:lstStyle/>
        <a:p>
          <a:endParaRPr lang="zh-CN" altLang="en-US"/>
        </a:p>
      </dgm:t>
    </dgm:pt>
    <dgm:pt modelId="{9D3B02F4-6BF1-43B5-92E3-8A60E95181FA}" type="sibTrans" cxnId="{45572C2B-E687-4D22-BE25-AD93CD5064AC}">
      <dgm:prSet/>
      <dgm:spPr/>
      <dgm:t>
        <a:bodyPr/>
        <a:lstStyle/>
        <a:p>
          <a:endParaRPr lang="zh-CN" altLang="en-US"/>
        </a:p>
      </dgm:t>
    </dgm:pt>
    <dgm:pt modelId="{D747891C-00B3-4192-A29A-B8A1B005D482}">
      <dgm:prSet phldrT="[文本]"/>
      <dgm:spPr/>
      <dgm:t>
        <a:bodyPr/>
        <a:lstStyle/>
        <a:p>
          <a:r>
            <a:rPr lang="zh-CN" altLang="en-US" dirty="0"/>
            <a:t>分析实体的属性</a:t>
          </a:r>
        </a:p>
      </dgm:t>
    </dgm:pt>
    <dgm:pt modelId="{FB1C4CAC-A329-4A6A-A218-DC5229DC2EEC}" type="parTrans" cxnId="{77A707AF-C97E-4DFF-9501-FA98EECC4D05}">
      <dgm:prSet/>
      <dgm:spPr/>
      <dgm:t>
        <a:bodyPr/>
        <a:lstStyle/>
        <a:p>
          <a:endParaRPr lang="zh-CN" altLang="en-US"/>
        </a:p>
      </dgm:t>
    </dgm:pt>
    <dgm:pt modelId="{B092A5E6-884D-469D-A36D-40CA51917D55}" type="sibTrans" cxnId="{77A707AF-C97E-4DFF-9501-FA98EECC4D05}">
      <dgm:prSet/>
      <dgm:spPr/>
      <dgm:t>
        <a:bodyPr/>
        <a:lstStyle/>
        <a:p>
          <a:endParaRPr lang="zh-CN" altLang="en-US"/>
        </a:p>
      </dgm:t>
    </dgm:pt>
    <dgm:pt modelId="{D87AF25B-3775-41C2-BEDF-8AE11A941084}">
      <dgm:prSet phldrT="[文本]"/>
      <dgm:spPr/>
      <dgm:t>
        <a:bodyPr/>
        <a:lstStyle/>
        <a:p>
          <a:r>
            <a:rPr lang="zh-CN" altLang="en-US" dirty="0"/>
            <a:t>绘制</a:t>
          </a:r>
          <a:r>
            <a:rPr lang="en-US" altLang="zh-CN" dirty="0"/>
            <a:t>ER</a:t>
          </a:r>
          <a:r>
            <a:rPr lang="zh-CN" altLang="en-US" dirty="0"/>
            <a:t>图</a:t>
          </a:r>
        </a:p>
      </dgm:t>
    </dgm:pt>
    <dgm:pt modelId="{C6A62DE0-EC7F-4B7F-A32C-5243EF50029F}" type="parTrans" cxnId="{ADB54FC6-EDC8-4FC2-969E-75E5225D7950}">
      <dgm:prSet/>
      <dgm:spPr/>
      <dgm:t>
        <a:bodyPr/>
        <a:lstStyle/>
        <a:p>
          <a:endParaRPr lang="zh-CN" altLang="en-US"/>
        </a:p>
      </dgm:t>
    </dgm:pt>
    <dgm:pt modelId="{47227805-4E84-4FD1-8CBE-1B931E98A208}" type="sibTrans" cxnId="{ADB54FC6-EDC8-4FC2-969E-75E5225D7950}">
      <dgm:prSet/>
      <dgm:spPr/>
      <dgm:t>
        <a:bodyPr/>
        <a:lstStyle/>
        <a:p>
          <a:endParaRPr lang="zh-CN" altLang="en-US"/>
        </a:p>
      </dgm:t>
    </dgm:pt>
    <dgm:pt modelId="{7DA10BFB-6D7D-45CD-A25A-69278AF5B766}" type="pres">
      <dgm:prSet presAssocID="{FCF09BEC-6459-4CB3-9095-6327DE8FAEEC}" presName="linearFlow" presStyleCnt="0">
        <dgm:presLayoutVars>
          <dgm:resizeHandles val="exact"/>
        </dgm:presLayoutVars>
      </dgm:prSet>
      <dgm:spPr/>
    </dgm:pt>
    <dgm:pt modelId="{554D6005-4A20-4161-8407-46576E0A947C}" type="pres">
      <dgm:prSet presAssocID="{994AD3E4-73C6-4F3B-9E58-6CDB0BDE5EFC}" presName="node" presStyleLbl="node1" presStyleIdx="0" presStyleCnt="5" custScaleX="194703">
        <dgm:presLayoutVars>
          <dgm:bulletEnabled val="1"/>
        </dgm:presLayoutVars>
      </dgm:prSet>
      <dgm:spPr/>
    </dgm:pt>
    <dgm:pt modelId="{389F6E44-B68C-4A2A-A4A8-C351B8FBC764}" type="pres">
      <dgm:prSet presAssocID="{D5E8C906-2E05-4C4A-B142-343C58C5E5DA}" presName="sibTrans" presStyleLbl="sibTrans2D1" presStyleIdx="0" presStyleCnt="4"/>
      <dgm:spPr/>
    </dgm:pt>
    <dgm:pt modelId="{1806B4D7-964F-4996-9239-1C7A71327837}" type="pres">
      <dgm:prSet presAssocID="{D5E8C906-2E05-4C4A-B142-343C58C5E5DA}" presName="connectorText" presStyleLbl="sibTrans2D1" presStyleIdx="0" presStyleCnt="4"/>
      <dgm:spPr/>
    </dgm:pt>
    <dgm:pt modelId="{5C26CA18-BF5B-46D1-A902-ED5769DDA864}" type="pres">
      <dgm:prSet presAssocID="{FC4C7DFB-E770-40A0-9E9E-28A323940A92}" presName="node" presStyleLbl="node1" presStyleIdx="1" presStyleCnt="5" custScaleX="194703">
        <dgm:presLayoutVars>
          <dgm:bulletEnabled val="1"/>
        </dgm:presLayoutVars>
      </dgm:prSet>
      <dgm:spPr/>
    </dgm:pt>
    <dgm:pt modelId="{93A6CC95-A243-4496-B68D-485AC701D0FD}" type="pres">
      <dgm:prSet presAssocID="{FB9B0989-0D8D-4D89-9666-7658CB1DC60B}" presName="sibTrans" presStyleLbl="sibTrans2D1" presStyleIdx="1" presStyleCnt="4"/>
      <dgm:spPr/>
    </dgm:pt>
    <dgm:pt modelId="{97079AE4-DBE2-4DA5-B17E-7084ADAC1603}" type="pres">
      <dgm:prSet presAssocID="{FB9B0989-0D8D-4D89-9666-7658CB1DC60B}" presName="connectorText" presStyleLbl="sibTrans2D1" presStyleIdx="1" presStyleCnt="4"/>
      <dgm:spPr/>
    </dgm:pt>
    <dgm:pt modelId="{42A4BA61-846B-4394-9ACB-4B52780F6F31}" type="pres">
      <dgm:prSet presAssocID="{D747891C-00B3-4192-A29A-B8A1B005D482}" presName="node" presStyleLbl="node1" presStyleIdx="2" presStyleCnt="5" custScaleX="194703">
        <dgm:presLayoutVars>
          <dgm:bulletEnabled val="1"/>
        </dgm:presLayoutVars>
      </dgm:prSet>
      <dgm:spPr/>
    </dgm:pt>
    <dgm:pt modelId="{A6FD9F03-9D0D-4B74-944E-B95B4F928630}" type="pres">
      <dgm:prSet presAssocID="{B092A5E6-884D-469D-A36D-40CA51917D55}" presName="sibTrans" presStyleLbl="sibTrans2D1" presStyleIdx="2" presStyleCnt="4"/>
      <dgm:spPr/>
    </dgm:pt>
    <dgm:pt modelId="{EA4E81C1-0B9F-4129-8210-E4A4BA02EB11}" type="pres">
      <dgm:prSet presAssocID="{B092A5E6-884D-469D-A36D-40CA51917D55}" presName="connectorText" presStyleLbl="sibTrans2D1" presStyleIdx="2" presStyleCnt="4"/>
      <dgm:spPr/>
    </dgm:pt>
    <dgm:pt modelId="{698DC9B6-F2F0-4725-849A-D95D5C322E62}" type="pres">
      <dgm:prSet presAssocID="{4CF922A2-6F5A-4DF4-B49D-B05332D39242}" presName="node" presStyleLbl="node1" presStyleIdx="3" presStyleCnt="5" custScaleX="194703">
        <dgm:presLayoutVars>
          <dgm:bulletEnabled val="1"/>
        </dgm:presLayoutVars>
      </dgm:prSet>
      <dgm:spPr/>
    </dgm:pt>
    <dgm:pt modelId="{B22BF7F5-8622-4E06-ACDE-328CCDE369EE}" type="pres">
      <dgm:prSet presAssocID="{9D3B02F4-6BF1-43B5-92E3-8A60E95181FA}" presName="sibTrans" presStyleLbl="sibTrans2D1" presStyleIdx="3" presStyleCnt="4"/>
      <dgm:spPr/>
    </dgm:pt>
    <dgm:pt modelId="{09B287D9-9400-462C-AAA3-B06F2116B7B0}" type="pres">
      <dgm:prSet presAssocID="{9D3B02F4-6BF1-43B5-92E3-8A60E95181FA}" presName="connectorText" presStyleLbl="sibTrans2D1" presStyleIdx="3" presStyleCnt="4"/>
      <dgm:spPr/>
    </dgm:pt>
    <dgm:pt modelId="{E59BE66F-C71C-4AA6-B3F4-E6B02F7F2750}" type="pres">
      <dgm:prSet presAssocID="{D87AF25B-3775-41C2-BEDF-8AE11A941084}" presName="node" presStyleLbl="node1" presStyleIdx="4" presStyleCnt="5" custScaleX="194703">
        <dgm:presLayoutVars>
          <dgm:bulletEnabled val="1"/>
        </dgm:presLayoutVars>
      </dgm:prSet>
      <dgm:spPr/>
    </dgm:pt>
  </dgm:ptLst>
  <dgm:cxnLst>
    <dgm:cxn modelId="{DD131C06-BCB4-487A-A05D-9AC060D67180}" srcId="{FCF09BEC-6459-4CB3-9095-6327DE8FAEEC}" destId="{994AD3E4-73C6-4F3B-9E58-6CDB0BDE5EFC}" srcOrd="0" destOrd="0" parTransId="{E4D61D82-5C00-432A-AB79-96D7C0F51B89}" sibTransId="{D5E8C906-2E05-4C4A-B142-343C58C5E5DA}"/>
    <dgm:cxn modelId="{0F49E809-E7B3-4397-8C2E-BD6464B15557}" type="presOf" srcId="{FB9B0989-0D8D-4D89-9666-7658CB1DC60B}" destId="{93A6CC95-A243-4496-B68D-485AC701D0FD}" srcOrd="0" destOrd="0" presId="urn:microsoft.com/office/officeart/2005/8/layout/process2"/>
    <dgm:cxn modelId="{AE2ED41B-CE3E-4AB2-B2CF-65310D54FA58}" type="presOf" srcId="{B092A5E6-884D-469D-A36D-40CA51917D55}" destId="{EA4E81C1-0B9F-4129-8210-E4A4BA02EB11}" srcOrd="1" destOrd="0" presId="urn:microsoft.com/office/officeart/2005/8/layout/process2"/>
    <dgm:cxn modelId="{45572C2B-E687-4D22-BE25-AD93CD5064AC}" srcId="{FCF09BEC-6459-4CB3-9095-6327DE8FAEEC}" destId="{4CF922A2-6F5A-4DF4-B49D-B05332D39242}" srcOrd="3" destOrd="0" parTransId="{8240D7D1-EE66-414E-8667-E43F543117AB}" sibTransId="{9D3B02F4-6BF1-43B5-92E3-8A60E95181FA}"/>
    <dgm:cxn modelId="{4069FD3D-E1E2-4E48-A85C-B1166373CA47}" type="presOf" srcId="{994AD3E4-73C6-4F3B-9E58-6CDB0BDE5EFC}" destId="{554D6005-4A20-4161-8407-46576E0A947C}" srcOrd="0" destOrd="0" presId="urn:microsoft.com/office/officeart/2005/8/layout/process2"/>
    <dgm:cxn modelId="{F0DF2F6D-DBA0-4A78-BC60-04872C0F9515}" type="presOf" srcId="{4CF922A2-6F5A-4DF4-B49D-B05332D39242}" destId="{698DC9B6-F2F0-4725-849A-D95D5C322E62}" srcOrd="0" destOrd="0" presId="urn:microsoft.com/office/officeart/2005/8/layout/process2"/>
    <dgm:cxn modelId="{FECBC573-7F86-4903-B81B-316FF7BE6456}" type="presOf" srcId="{D747891C-00B3-4192-A29A-B8A1B005D482}" destId="{42A4BA61-846B-4394-9ACB-4B52780F6F31}" srcOrd="0" destOrd="0" presId="urn:microsoft.com/office/officeart/2005/8/layout/process2"/>
    <dgm:cxn modelId="{DFA0D37A-99DA-48EA-B1DB-C4EE8A77D494}" type="presOf" srcId="{FB9B0989-0D8D-4D89-9666-7658CB1DC60B}" destId="{97079AE4-DBE2-4DA5-B17E-7084ADAC1603}" srcOrd="1" destOrd="0" presId="urn:microsoft.com/office/officeart/2005/8/layout/process2"/>
    <dgm:cxn modelId="{D362C289-4DFB-4B61-BAF7-81208634A49C}" type="presOf" srcId="{D87AF25B-3775-41C2-BEDF-8AE11A941084}" destId="{E59BE66F-C71C-4AA6-B3F4-E6B02F7F2750}" srcOrd="0" destOrd="0" presId="urn:microsoft.com/office/officeart/2005/8/layout/process2"/>
    <dgm:cxn modelId="{F366278B-F64E-42A7-8764-E60F01C65B85}" type="presOf" srcId="{D5E8C906-2E05-4C4A-B142-343C58C5E5DA}" destId="{1806B4D7-964F-4996-9239-1C7A71327837}" srcOrd="1" destOrd="0" presId="urn:microsoft.com/office/officeart/2005/8/layout/process2"/>
    <dgm:cxn modelId="{77A707AF-C97E-4DFF-9501-FA98EECC4D05}" srcId="{FCF09BEC-6459-4CB3-9095-6327DE8FAEEC}" destId="{D747891C-00B3-4192-A29A-B8A1B005D482}" srcOrd="2" destOrd="0" parTransId="{FB1C4CAC-A329-4A6A-A218-DC5229DC2EEC}" sibTransId="{B092A5E6-884D-469D-A36D-40CA51917D55}"/>
    <dgm:cxn modelId="{2131E5BD-0F49-4553-B1B2-AEB23E6B4931}" type="presOf" srcId="{9D3B02F4-6BF1-43B5-92E3-8A60E95181FA}" destId="{09B287D9-9400-462C-AAA3-B06F2116B7B0}" srcOrd="1" destOrd="0" presId="urn:microsoft.com/office/officeart/2005/8/layout/process2"/>
    <dgm:cxn modelId="{201DE8C1-7A2B-40B5-B9FB-1D85B256B7F0}" type="presOf" srcId="{D5E8C906-2E05-4C4A-B142-343C58C5E5DA}" destId="{389F6E44-B68C-4A2A-A4A8-C351B8FBC764}" srcOrd="0" destOrd="0" presId="urn:microsoft.com/office/officeart/2005/8/layout/process2"/>
    <dgm:cxn modelId="{39701FC3-4028-4F64-9B9E-E9B275B27419}" type="presOf" srcId="{FCF09BEC-6459-4CB3-9095-6327DE8FAEEC}" destId="{7DA10BFB-6D7D-45CD-A25A-69278AF5B766}" srcOrd="0" destOrd="0" presId="urn:microsoft.com/office/officeart/2005/8/layout/process2"/>
    <dgm:cxn modelId="{ADB54FC6-EDC8-4FC2-969E-75E5225D7950}" srcId="{FCF09BEC-6459-4CB3-9095-6327DE8FAEEC}" destId="{D87AF25B-3775-41C2-BEDF-8AE11A941084}" srcOrd="4" destOrd="0" parTransId="{C6A62DE0-EC7F-4B7F-A32C-5243EF50029F}" sibTransId="{47227805-4E84-4FD1-8CBE-1B931E98A208}"/>
    <dgm:cxn modelId="{92285ECE-E505-45D3-9D76-0098E04BA600}" srcId="{FCF09BEC-6459-4CB3-9095-6327DE8FAEEC}" destId="{FC4C7DFB-E770-40A0-9E9E-28A323940A92}" srcOrd="1" destOrd="0" parTransId="{BD3777EA-AEB8-4420-9EAC-6D59B1706CEF}" sibTransId="{FB9B0989-0D8D-4D89-9666-7658CB1DC60B}"/>
    <dgm:cxn modelId="{554213DB-6AA1-4AA5-AF55-291C6A2A915E}" type="presOf" srcId="{FC4C7DFB-E770-40A0-9E9E-28A323940A92}" destId="{5C26CA18-BF5B-46D1-A902-ED5769DDA864}" srcOrd="0" destOrd="0" presId="urn:microsoft.com/office/officeart/2005/8/layout/process2"/>
    <dgm:cxn modelId="{649013E7-27D5-4437-8935-4237387C8D65}" type="presOf" srcId="{B092A5E6-884D-469D-A36D-40CA51917D55}" destId="{A6FD9F03-9D0D-4B74-944E-B95B4F928630}" srcOrd="0" destOrd="0" presId="urn:microsoft.com/office/officeart/2005/8/layout/process2"/>
    <dgm:cxn modelId="{7FF2CEF6-863D-426E-A94A-54B3AEFBD38C}" type="presOf" srcId="{9D3B02F4-6BF1-43B5-92E3-8A60E95181FA}" destId="{B22BF7F5-8622-4E06-ACDE-328CCDE369EE}" srcOrd="0" destOrd="0" presId="urn:microsoft.com/office/officeart/2005/8/layout/process2"/>
    <dgm:cxn modelId="{33CF2A09-82E0-4DC6-B2A2-F45DA39CF586}" type="presParOf" srcId="{7DA10BFB-6D7D-45CD-A25A-69278AF5B766}" destId="{554D6005-4A20-4161-8407-46576E0A947C}" srcOrd="0" destOrd="0" presId="urn:microsoft.com/office/officeart/2005/8/layout/process2"/>
    <dgm:cxn modelId="{E580D627-D8AB-4D2B-BC64-8C87FA3EC25E}" type="presParOf" srcId="{7DA10BFB-6D7D-45CD-A25A-69278AF5B766}" destId="{389F6E44-B68C-4A2A-A4A8-C351B8FBC764}" srcOrd="1" destOrd="0" presId="urn:microsoft.com/office/officeart/2005/8/layout/process2"/>
    <dgm:cxn modelId="{F23EAD07-B011-431A-BA49-4B9E6966B14A}" type="presParOf" srcId="{389F6E44-B68C-4A2A-A4A8-C351B8FBC764}" destId="{1806B4D7-964F-4996-9239-1C7A71327837}" srcOrd="0" destOrd="0" presId="urn:microsoft.com/office/officeart/2005/8/layout/process2"/>
    <dgm:cxn modelId="{EB5B28CB-7CBD-4F59-99BB-21DA819AE1EA}" type="presParOf" srcId="{7DA10BFB-6D7D-45CD-A25A-69278AF5B766}" destId="{5C26CA18-BF5B-46D1-A902-ED5769DDA864}" srcOrd="2" destOrd="0" presId="urn:microsoft.com/office/officeart/2005/8/layout/process2"/>
    <dgm:cxn modelId="{87BC44D2-F728-4BC4-8393-9E0ED79CFEAB}" type="presParOf" srcId="{7DA10BFB-6D7D-45CD-A25A-69278AF5B766}" destId="{93A6CC95-A243-4496-B68D-485AC701D0FD}" srcOrd="3" destOrd="0" presId="urn:microsoft.com/office/officeart/2005/8/layout/process2"/>
    <dgm:cxn modelId="{27B6F323-31DF-4F29-90F1-E987D34D40AF}" type="presParOf" srcId="{93A6CC95-A243-4496-B68D-485AC701D0FD}" destId="{97079AE4-DBE2-4DA5-B17E-7084ADAC1603}" srcOrd="0" destOrd="0" presId="urn:microsoft.com/office/officeart/2005/8/layout/process2"/>
    <dgm:cxn modelId="{8BE5117F-6179-4DA8-987E-4DA14747B243}" type="presParOf" srcId="{7DA10BFB-6D7D-45CD-A25A-69278AF5B766}" destId="{42A4BA61-846B-4394-9ACB-4B52780F6F31}" srcOrd="4" destOrd="0" presId="urn:microsoft.com/office/officeart/2005/8/layout/process2"/>
    <dgm:cxn modelId="{BDDB89DC-E9AF-47DD-AD57-FD1BDA2BEFFD}" type="presParOf" srcId="{7DA10BFB-6D7D-45CD-A25A-69278AF5B766}" destId="{A6FD9F03-9D0D-4B74-944E-B95B4F928630}" srcOrd="5" destOrd="0" presId="urn:microsoft.com/office/officeart/2005/8/layout/process2"/>
    <dgm:cxn modelId="{0253B9DF-2CD7-4F7D-A632-43D051C50B5D}" type="presParOf" srcId="{A6FD9F03-9D0D-4B74-944E-B95B4F928630}" destId="{EA4E81C1-0B9F-4129-8210-E4A4BA02EB11}" srcOrd="0" destOrd="0" presId="urn:microsoft.com/office/officeart/2005/8/layout/process2"/>
    <dgm:cxn modelId="{D24986F4-0CF6-44D0-99D0-4093FE9D5DD8}" type="presParOf" srcId="{7DA10BFB-6D7D-45CD-A25A-69278AF5B766}" destId="{698DC9B6-F2F0-4725-849A-D95D5C322E62}" srcOrd="6" destOrd="0" presId="urn:microsoft.com/office/officeart/2005/8/layout/process2"/>
    <dgm:cxn modelId="{B275645E-F971-4D8C-93D2-5333986AD05D}" type="presParOf" srcId="{7DA10BFB-6D7D-45CD-A25A-69278AF5B766}" destId="{B22BF7F5-8622-4E06-ACDE-328CCDE369EE}" srcOrd="7" destOrd="0" presId="urn:microsoft.com/office/officeart/2005/8/layout/process2"/>
    <dgm:cxn modelId="{536BBE99-3F05-4B0F-8D30-1B17D215013A}" type="presParOf" srcId="{B22BF7F5-8622-4E06-ACDE-328CCDE369EE}" destId="{09B287D9-9400-462C-AAA3-B06F2116B7B0}" srcOrd="0" destOrd="0" presId="urn:microsoft.com/office/officeart/2005/8/layout/process2"/>
    <dgm:cxn modelId="{76144C18-F52E-4985-8B69-42C68D53F64F}" type="presParOf" srcId="{7DA10BFB-6D7D-45CD-A25A-69278AF5B766}" destId="{E59BE66F-C71C-4AA6-B3F4-E6B02F7F2750}" srcOrd="8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1.xml><?xml version="1.0" encoding="utf-8"?>
<dgm:dataModel xmlns:dgm="http://schemas.openxmlformats.org/drawingml/2006/diagram" xmlns:a="http://schemas.openxmlformats.org/drawingml/2006/main">
  <dgm:ptLst>
    <dgm:pt modelId="{FCF09BEC-6459-4CB3-9095-6327DE8FAEEC}" type="doc">
      <dgm:prSet loTypeId="urn:microsoft.com/office/officeart/2005/8/layout/process2" loCatId="process" qsTypeId="urn:microsoft.com/office/officeart/2005/8/quickstyle/simple1" qsCatId="simple" csTypeId="urn:microsoft.com/office/officeart/2005/8/colors/colorful1" csCatId="colorful" phldr="1"/>
      <dgm:spPr/>
    </dgm:pt>
    <dgm:pt modelId="{994AD3E4-73C6-4F3B-9E58-6CDB0BDE5EFC}">
      <dgm:prSet phldrT="[文本]">
        <dgm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zh-CN" altLang="en-US" dirty="0"/>
            <a:t>分析功能流程</a:t>
          </a:r>
        </a:p>
      </dgm:t>
    </dgm:pt>
    <dgm:pt modelId="{E4D61D82-5C00-432A-AB79-96D7C0F51B89}" type="parTrans" cxnId="{DD131C06-BCB4-487A-A05D-9AC060D67180}">
      <dgm:prSet/>
      <dgm:spPr/>
      <dgm:t>
        <a:bodyPr/>
        <a:lstStyle/>
        <a:p>
          <a:endParaRPr lang="zh-CN" altLang="en-US"/>
        </a:p>
      </dgm:t>
    </dgm:pt>
    <dgm:pt modelId="{D5E8C906-2E05-4C4A-B142-343C58C5E5DA}" type="sibTrans" cxnId="{DD131C06-BCB4-487A-A05D-9AC060D67180}">
      <dgm:prSet/>
      <dgm:spPr/>
      <dgm:t>
        <a:bodyPr/>
        <a:lstStyle/>
        <a:p>
          <a:endParaRPr lang="zh-CN" altLang="en-US"/>
        </a:p>
      </dgm:t>
    </dgm:pt>
    <dgm:pt modelId="{FC4C7DFB-E770-40A0-9E9E-28A323940A92}">
      <dgm:prSet phldrT="[文本]"/>
      <dgm:spPr/>
      <dgm:t>
        <a:bodyPr/>
        <a:lstStyle/>
        <a:p>
          <a:r>
            <a:rPr lang="zh-CN" altLang="en-US"/>
            <a:t>分析业务流程，找出实体</a:t>
          </a:r>
          <a:endParaRPr lang="zh-CN" altLang="en-US" dirty="0"/>
        </a:p>
      </dgm:t>
    </dgm:pt>
    <dgm:pt modelId="{BD3777EA-AEB8-4420-9EAC-6D59B1706CEF}" type="parTrans" cxnId="{92285ECE-E505-45D3-9D76-0098E04BA600}">
      <dgm:prSet/>
      <dgm:spPr/>
      <dgm:t>
        <a:bodyPr/>
        <a:lstStyle/>
        <a:p>
          <a:endParaRPr lang="zh-CN" altLang="en-US"/>
        </a:p>
      </dgm:t>
    </dgm:pt>
    <dgm:pt modelId="{FB9B0989-0D8D-4D89-9666-7658CB1DC60B}" type="sibTrans" cxnId="{92285ECE-E505-45D3-9D76-0098E04BA600}">
      <dgm:prSet/>
      <dgm:spPr/>
      <dgm:t>
        <a:bodyPr/>
        <a:lstStyle/>
        <a:p>
          <a:endParaRPr lang="zh-CN" altLang="en-US"/>
        </a:p>
      </dgm:t>
    </dgm:pt>
    <dgm:pt modelId="{4CF922A2-6F5A-4DF4-B49D-B05332D39242}">
      <dgm:prSet phldrT="[文本]"/>
      <dgm:spPr/>
      <dgm:t>
        <a:bodyPr/>
        <a:lstStyle/>
        <a:p>
          <a:r>
            <a:rPr lang="zh-CN" altLang="en-US" dirty="0"/>
            <a:t>分析实体之间的关系</a:t>
          </a:r>
        </a:p>
      </dgm:t>
    </dgm:pt>
    <dgm:pt modelId="{8240D7D1-EE66-414E-8667-E43F543117AB}" type="parTrans" cxnId="{45572C2B-E687-4D22-BE25-AD93CD5064AC}">
      <dgm:prSet/>
      <dgm:spPr/>
      <dgm:t>
        <a:bodyPr/>
        <a:lstStyle/>
        <a:p>
          <a:endParaRPr lang="zh-CN" altLang="en-US"/>
        </a:p>
      </dgm:t>
    </dgm:pt>
    <dgm:pt modelId="{9D3B02F4-6BF1-43B5-92E3-8A60E95181FA}" type="sibTrans" cxnId="{45572C2B-E687-4D22-BE25-AD93CD5064AC}">
      <dgm:prSet/>
      <dgm:spPr/>
      <dgm:t>
        <a:bodyPr/>
        <a:lstStyle/>
        <a:p>
          <a:endParaRPr lang="zh-CN" altLang="en-US"/>
        </a:p>
      </dgm:t>
    </dgm:pt>
    <dgm:pt modelId="{D747891C-00B3-4192-A29A-B8A1B005D482}">
      <dgm:prSet phldrT="[文本]"/>
      <dgm:spPr/>
      <dgm:t>
        <a:bodyPr/>
        <a:lstStyle/>
        <a:p>
          <a:r>
            <a:rPr lang="zh-CN" altLang="en-US" dirty="0"/>
            <a:t>分析实体的属性</a:t>
          </a:r>
        </a:p>
      </dgm:t>
    </dgm:pt>
    <dgm:pt modelId="{FB1C4CAC-A329-4A6A-A218-DC5229DC2EEC}" type="parTrans" cxnId="{77A707AF-C97E-4DFF-9501-FA98EECC4D05}">
      <dgm:prSet/>
      <dgm:spPr/>
      <dgm:t>
        <a:bodyPr/>
        <a:lstStyle/>
        <a:p>
          <a:endParaRPr lang="zh-CN" altLang="en-US"/>
        </a:p>
      </dgm:t>
    </dgm:pt>
    <dgm:pt modelId="{B092A5E6-884D-469D-A36D-40CA51917D55}" type="sibTrans" cxnId="{77A707AF-C97E-4DFF-9501-FA98EECC4D05}">
      <dgm:prSet/>
      <dgm:spPr/>
      <dgm:t>
        <a:bodyPr/>
        <a:lstStyle/>
        <a:p>
          <a:endParaRPr lang="zh-CN" altLang="en-US"/>
        </a:p>
      </dgm:t>
    </dgm:pt>
    <dgm:pt modelId="{D87AF25B-3775-41C2-BEDF-8AE11A941084}">
      <dgm:prSet phldrT="[文本]"/>
      <dgm:spPr/>
      <dgm:t>
        <a:bodyPr/>
        <a:lstStyle/>
        <a:p>
          <a:r>
            <a:rPr lang="zh-CN" altLang="en-US" dirty="0"/>
            <a:t>绘制</a:t>
          </a:r>
          <a:r>
            <a:rPr lang="en-US" altLang="zh-CN" dirty="0"/>
            <a:t>ER</a:t>
          </a:r>
          <a:r>
            <a:rPr lang="zh-CN" altLang="en-US" dirty="0"/>
            <a:t>图</a:t>
          </a:r>
        </a:p>
      </dgm:t>
    </dgm:pt>
    <dgm:pt modelId="{C6A62DE0-EC7F-4B7F-A32C-5243EF50029F}" type="parTrans" cxnId="{ADB54FC6-EDC8-4FC2-969E-75E5225D7950}">
      <dgm:prSet/>
      <dgm:spPr/>
      <dgm:t>
        <a:bodyPr/>
        <a:lstStyle/>
        <a:p>
          <a:endParaRPr lang="zh-CN" altLang="en-US"/>
        </a:p>
      </dgm:t>
    </dgm:pt>
    <dgm:pt modelId="{47227805-4E84-4FD1-8CBE-1B931E98A208}" type="sibTrans" cxnId="{ADB54FC6-EDC8-4FC2-969E-75E5225D7950}">
      <dgm:prSet/>
      <dgm:spPr/>
      <dgm:t>
        <a:bodyPr/>
        <a:lstStyle/>
        <a:p>
          <a:endParaRPr lang="zh-CN" altLang="en-US"/>
        </a:p>
      </dgm:t>
    </dgm:pt>
    <dgm:pt modelId="{7DA10BFB-6D7D-45CD-A25A-69278AF5B766}" type="pres">
      <dgm:prSet presAssocID="{FCF09BEC-6459-4CB3-9095-6327DE8FAEEC}" presName="linearFlow" presStyleCnt="0">
        <dgm:presLayoutVars>
          <dgm:resizeHandles val="exact"/>
        </dgm:presLayoutVars>
      </dgm:prSet>
      <dgm:spPr/>
    </dgm:pt>
    <dgm:pt modelId="{554D6005-4A20-4161-8407-46576E0A947C}" type="pres">
      <dgm:prSet presAssocID="{994AD3E4-73C6-4F3B-9E58-6CDB0BDE5EFC}" presName="node" presStyleLbl="node1" presStyleIdx="0" presStyleCnt="5" custScaleX="194703">
        <dgm:presLayoutVars>
          <dgm:bulletEnabled val="1"/>
        </dgm:presLayoutVars>
      </dgm:prSet>
      <dgm:spPr/>
    </dgm:pt>
    <dgm:pt modelId="{389F6E44-B68C-4A2A-A4A8-C351B8FBC764}" type="pres">
      <dgm:prSet presAssocID="{D5E8C906-2E05-4C4A-B142-343C58C5E5DA}" presName="sibTrans" presStyleLbl="sibTrans2D1" presStyleIdx="0" presStyleCnt="4"/>
      <dgm:spPr/>
    </dgm:pt>
    <dgm:pt modelId="{1806B4D7-964F-4996-9239-1C7A71327837}" type="pres">
      <dgm:prSet presAssocID="{D5E8C906-2E05-4C4A-B142-343C58C5E5DA}" presName="connectorText" presStyleLbl="sibTrans2D1" presStyleIdx="0" presStyleCnt="4"/>
      <dgm:spPr/>
    </dgm:pt>
    <dgm:pt modelId="{5C26CA18-BF5B-46D1-A902-ED5769DDA864}" type="pres">
      <dgm:prSet presAssocID="{FC4C7DFB-E770-40A0-9E9E-28A323940A92}" presName="node" presStyleLbl="node1" presStyleIdx="1" presStyleCnt="5" custScaleX="194703">
        <dgm:presLayoutVars>
          <dgm:bulletEnabled val="1"/>
        </dgm:presLayoutVars>
      </dgm:prSet>
      <dgm:spPr/>
    </dgm:pt>
    <dgm:pt modelId="{93A6CC95-A243-4496-B68D-485AC701D0FD}" type="pres">
      <dgm:prSet presAssocID="{FB9B0989-0D8D-4D89-9666-7658CB1DC60B}" presName="sibTrans" presStyleLbl="sibTrans2D1" presStyleIdx="1" presStyleCnt="4"/>
      <dgm:spPr/>
    </dgm:pt>
    <dgm:pt modelId="{97079AE4-DBE2-4DA5-B17E-7084ADAC1603}" type="pres">
      <dgm:prSet presAssocID="{FB9B0989-0D8D-4D89-9666-7658CB1DC60B}" presName="connectorText" presStyleLbl="sibTrans2D1" presStyleIdx="1" presStyleCnt="4"/>
      <dgm:spPr/>
    </dgm:pt>
    <dgm:pt modelId="{42A4BA61-846B-4394-9ACB-4B52780F6F31}" type="pres">
      <dgm:prSet presAssocID="{D747891C-00B3-4192-A29A-B8A1B005D482}" presName="node" presStyleLbl="node1" presStyleIdx="2" presStyleCnt="5" custScaleX="194703">
        <dgm:presLayoutVars>
          <dgm:bulletEnabled val="1"/>
        </dgm:presLayoutVars>
      </dgm:prSet>
      <dgm:spPr/>
    </dgm:pt>
    <dgm:pt modelId="{A6FD9F03-9D0D-4B74-944E-B95B4F928630}" type="pres">
      <dgm:prSet presAssocID="{B092A5E6-884D-469D-A36D-40CA51917D55}" presName="sibTrans" presStyleLbl="sibTrans2D1" presStyleIdx="2" presStyleCnt="4"/>
      <dgm:spPr/>
    </dgm:pt>
    <dgm:pt modelId="{EA4E81C1-0B9F-4129-8210-E4A4BA02EB11}" type="pres">
      <dgm:prSet presAssocID="{B092A5E6-884D-469D-A36D-40CA51917D55}" presName="connectorText" presStyleLbl="sibTrans2D1" presStyleIdx="2" presStyleCnt="4"/>
      <dgm:spPr/>
    </dgm:pt>
    <dgm:pt modelId="{698DC9B6-F2F0-4725-849A-D95D5C322E62}" type="pres">
      <dgm:prSet presAssocID="{4CF922A2-6F5A-4DF4-B49D-B05332D39242}" presName="node" presStyleLbl="node1" presStyleIdx="3" presStyleCnt="5" custScaleX="194703">
        <dgm:presLayoutVars>
          <dgm:bulletEnabled val="1"/>
        </dgm:presLayoutVars>
      </dgm:prSet>
      <dgm:spPr/>
    </dgm:pt>
    <dgm:pt modelId="{B22BF7F5-8622-4E06-ACDE-328CCDE369EE}" type="pres">
      <dgm:prSet presAssocID="{9D3B02F4-6BF1-43B5-92E3-8A60E95181FA}" presName="sibTrans" presStyleLbl="sibTrans2D1" presStyleIdx="3" presStyleCnt="4"/>
      <dgm:spPr/>
    </dgm:pt>
    <dgm:pt modelId="{09B287D9-9400-462C-AAA3-B06F2116B7B0}" type="pres">
      <dgm:prSet presAssocID="{9D3B02F4-6BF1-43B5-92E3-8A60E95181FA}" presName="connectorText" presStyleLbl="sibTrans2D1" presStyleIdx="3" presStyleCnt="4"/>
      <dgm:spPr/>
    </dgm:pt>
    <dgm:pt modelId="{E59BE66F-C71C-4AA6-B3F4-E6B02F7F2750}" type="pres">
      <dgm:prSet presAssocID="{D87AF25B-3775-41C2-BEDF-8AE11A941084}" presName="node" presStyleLbl="node1" presStyleIdx="4" presStyleCnt="5" custScaleX="194703">
        <dgm:presLayoutVars>
          <dgm:bulletEnabled val="1"/>
        </dgm:presLayoutVars>
      </dgm:prSet>
      <dgm:spPr/>
    </dgm:pt>
  </dgm:ptLst>
  <dgm:cxnLst>
    <dgm:cxn modelId="{DD131C06-BCB4-487A-A05D-9AC060D67180}" srcId="{FCF09BEC-6459-4CB3-9095-6327DE8FAEEC}" destId="{994AD3E4-73C6-4F3B-9E58-6CDB0BDE5EFC}" srcOrd="0" destOrd="0" parTransId="{E4D61D82-5C00-432A-AB79-96D7C0F51B89}" sibTransId="{D5E8C906-2E05-4C4A-B142-343C58C5E5DA}"/>
    <dgm:cxn modelId="{0F49E809-E7B3-4397-8C2E-BD6464B15557}" type="presOf" srcId="{FB9B0989-0D8D-4D89-9666-7658CB1DC60B}" destId="{93A6CC95-A243-4496-B68D-485AC701D0FD}" srcOrd="0" destOrd="0" presId="urn:microsoft.com/office/officeart/2005/8/layout/process2"/>
    <dgm:cxn modelId="{AE2ED41B-CE3E-4AB2-B2CF-65310D54FA58}" type="presOf" srcId="{B092A5E6-884D-469D-A36D-40CA51917D55}" destId="{EA4E81C1-0B9F-4129-8210-E4A4BA02EB11}" srcOrd="1" destOrd="0" presId="urn:microsoft.com/office/officeart/2005/8/layout/process2"/>
    <dgm:cxn modelId="{45572C2B-E687-4D22-BE25-AD93CD5064AC}" srcId="{FCF09BEC-6459-4CB3-9095-6327DE8FAEEC}" destId="{4CF922A2-6F5A-4DF4-B49D-B05332D39242}" srcOrd="3" destOrd="0" parTransId="{8240D7D1-EE66-414E-8667-E43F543117AB}" sibTransId="{9D3B02F4-6BF1-43B5-92E3-8A60E95181FA}"/>
    <dgm:cxn modelId="{4069FD3D-E1E2-4E48-A85C-B1166373CA47}" type="presOf" srcId="{994AD3E4-73C6-4F3B-9E58-6CDB0BDE5EFC}" destId="{554D6005-4A20-4161-8407-46576E0A947C}" srcOrd="0" destOrd="0" presId="urn:microsoft.com/office/officeart/2005/8/layout/process2"/>
    <dgm:cxn modelId="{F0DF2F6D-DBA0-4A78-BC60-04872C0F9515}" type="presOf" srcId="{4CF922A2-6F5A-4DF4-B49D-B05332D39242}" destId="{698DC9B6-F2F0-4725-849A-D95D5C322E62}" srcOrd="0" destOrd="0" presId="urn:microsoft.com/office/officeart/2005/8/layout/process2"/>
    <dgm:cxn modelId="{FECBC573-7F86-4903-B81B-316FF7BE6456}" type="presOf" srcId="{D747891C-00B3-4192-A29A-B8A1B005D482}" destId="{42A4BA61-846B-4394-9ACB-4B52780F6F31}" srcOrd="0" destOrd="0" presId="urn:microsoft.com/office/officeart/2005/8/layout/process2"/>
    <dgm:cxn modelId="{DFA0D37A-99DA-48EA-B1DB-C4EE8A77D494}" type="presOf" srcId="{FB9B0989-0D8D-4D89-9666-7658CB1DC60B}" destId="{97079AE4-DBE2-4DA5-B17E-7084ADAC1603}" srcOrd="1" destOrd="0" presId="urn:microsoft.com/office/officeart/2005/8/layout/process2"/>
    <dgm:cxn modelId="{D362C289-4DFB-4B61-BAF7-81208634A49C}" type="presOf" srcId="{D87AF25B-3775-41C2-BEDF-8AE11A941084}" destId="{E59BE66F-C71C-4AA6-B3F4-E6B02F7F2750}" srcOrd="0" destOrd="0" presId="urn:microsoft.com/office/officeart/2005/8/layout/process2"/>
    <dgm:cxn modelId="{F366278B-F64E-42A7-8764-E60F01C65B85}" type="presOf" srcId="{D5E8C906-2E05-4C4A-B142-343C58C5E5DA}" destId="{1806B4D7-964F-4996-9239-1C7A71327837}" srcOrd="1" destOrd="0" presId="urn:microsoft.com/office/officeart/2005/8/layout/process2"/>
    <dgm:cxn modelId="{77A707AF-C97E-4DFF-9501-FA98EECC4D05}" srcId="{FCF09BEC-6459-4CB3-9095-6327DE8FAEEC}" destId="{D747891C-00B3-4192-A29A-B8A1B005D482}" srcOrd="2" destOrd="0" parTransId="{FB1C4CAC-A329-4A6A-A218-DC5229DC2EEC}" sibTransId="{B092A5E6-884D-469D-A36D-40CA51917D55}"/>
    <dgm:cxn modelId="{2131E5BD-0F49-4553-B1B2-AEB23E6B4931}" type="presOf" srcId="{9D3B02F4-6BF1-43B5-92E3-8A60E95181FA}" destId="{09B287D9-9400-462C-AAA3-B06F2116B7B0}" srcOrd="1" destOrd="0" presId="urn:microsoft.com/office/officeart/2005/8/layout/process2"/>
    <dgm:cxn modelId="{201DE8C1-7A2B-40B5-B9FB-1D85B256B7F0}" type="presOf" srcId="{D5E8C906-2E05-4C4A-B142-343C58C5E5DA}" destId="{389F6E44-B68C-4A2A-A4A8-C351B8FBC764}" srcOrd="0" destOrd="0" presId="urn:microsoft.com/office/officeart/2005/8/layout/process2"/>
    <dgm:cxn modelId="{39701FC3-4028-4F64-9B9E-E9B275B27419}" type="presOf" srcId="{FCF09BEC-6459-4CB3-9095-6327DE8FAEEC}" destId="{7DA10BFB-6D7D-45CD-A25A-69278AF5B766}" srcOrd="0" destOrd="0" presId="urn:microsoft.com/office/officeart/2005/8/layout/process2"/>
    <dgm:cxn modelId="{ADB54FC6-EDC8-4FC2-969E-75E5225D7950}" srcId="{FCF09BEC-6459-4CB3-9095-6327DE8FAEEC}" destId="{D87AF25B-3775-41C2-BEDF-8AE11A941084}" srcOrd="4" destOrd="0" parTransId="{C6A62DE0-EC7F-4B7F-A32C-5243EF50029F}" sibTransId="{47227805-4E84-4FD1-8CBE-1B931E98A208}"/>
    <dgm:cxn modelId="{92285ECE-E505-45D3-9D76-0098E04BA600}" srcId="{FCF09BEC-6459-4CB3-9095-6327DE8FAEEC}" destId="{FC4C7DFB-E770-40A0-9E9E-28A323940A92}" srcOrd="1" destOrd="0" parTransId="{BD3777EA-AEB8-4420-9EAC-6D59B1706CEF}" sibTransId="{FB9B0989-0D8D-4D89-9666-7658CB1DC60B}"/>
    <dgm:cxn modelId="{554213DB-6AA1-4AA5-AF55-291C6A2A915E}" type="presOf" srcId="{FC4C7DFB-E770-40A0-9E9E-28A323940A92}" destId="{5C26CA18-BF5B-46D1-A902-ED5769DDA864}" srcOrd="0" destOrd="0" presId="urn:microsoft.com/office/officeart/2005/8/layout/process2"/>
    <dgm:cxn modelId="{649013E7-27D5-4437-8935-4237387C8D65}" type="presOf" srcId="{B092A5E6-884D-469D-A36D-40CA51917D55}" destId="{A6FD9F03-9D0D-4B74-944E-B95B4F928630}" srcOrd="0" destOrd="0" presId="urn:microsoft.com/office/officeart/2005/8/layout/process2"/>
    <dgm:cxn modelId="{7FF2CEF6-863D-426E-A94A-54B3AEFBD38C}" type="presOf" srcId="{9D3B02F4-6BF1-43B5-92E3-8A60E95181FA}" destId="{B22BF7F5-8622-4E06-ACDE-328CCDE369EE}" srcOrd="0" destOrd="0" presId="urn:microsoft.com/office/officeart/2005/8/layout/process2"/>
    <dgm:cxn modelId="{33CF2A09-82E0-4DC6-B2A2-F45DA39CF586}" type="presParOf" srcId="{7DA10BFB-6D7D-45CD-A25A-69278AF5B766}" destId="{554D6005-4A20-4161-8407-46576E0A947C}" srcOrd="0" destOrd="0" presId="urn:microsoft.com/office/officeart/2005/8/layout/process2"/>
    <dgm:cxn modelId="{E580D627-D8AB-4D2B-BC64-8C87FA3EC25E}" type="presParOf" srcId="{7DA10BFB-6D7D-45CD-A25A-69278AF5B766}" destId="{389F6E44-B68C-4A2A-A4A8-C351B8FBC764}" srcOrd="1" destOrd="0" presId="urn:microsoft.com/office/officeart/2005/8/layout/process2"/>
    <dgm:cxn modelId="{F23EAD07-B011-431A-BA49-4B9E6966B14A}" type="presParOf" srcId="{389F6E44-B68C-4A2A-A4A8-C351B8FBC764}" destId="{1806B4D7-964F-4996-9239-1C7A71327837}" srcOrd="0" destOrd="0" presId="urn:microsoft.com/office/officeart/2005/8/layout/process2"/>
    <dgm:cxn modelId="{EB5B28CB-7CBD-4F59-99BB-21DA819AE1EA}" type="presParOf" srcId="{7DA10BFB-6D7D-45CD-A25A-69278AF5B766}" destId="{5C26CA18-BF5B-46D1-A902-ED5769DDA864}" srcOrd="2" destOrd="0" presId="urn:microsoft.com/office/officeart/2005/8/layout/process2"/>
    <dgm:cxn modelId="{87BC44D2-F728-4BC4-8393-9E0ED79CFEAB}" type="presParOf" srcId="{7DA10BFB-6D7D-45CD-A25A-69278AF5B766}" destId="{93A6CC95-A243-4496-B68D-485AC701D0FD}" srcOrd="3" destOrd="0" presId="urn:microsoft.com/office/officeart/2005/8/layout/process2"/>
    <dgm:cxn modelId="{27B6F323-31DF-4F29-90F1-E987D34D40AF}" type="presParOf" srcId="{93A6CC95-A243-4496-B68D-485AC701D0FD}" destId="{97079AE4-DBE2-4DA5-B17E-7084ADAC1603}" srcOrd="0" destOrd="0" presId="urn:microsoft.com/office/officeart/2005/8/layout/process2"/>
    <dgm:cxn modelId="{8BE5117F-6179-4DA8-987E-4DA14747B243}" type="presParOf" srcId="{7DA10BFB-6D7D-45CD-A25A-69278AF5B766}" destId="{42A4BA61-846B-4394-9ACB-4B52780F6F31}" srcOrd="4" destOrd="0" presId="urn:microsoft.com/office/officeart/2005/8/layout/process2"/>
    <dgm:cxn modelId="{BDDB89DC-E9AF-47DD-AD57-FD1BDA2BEFFD}" type="presParOf" srcId="{7DA10BFB-6D7D-45CD-A25A-69278AF5B766}" destId="{A6FD9F03-9D0D-4B74-944E-B95B4F928630}" srcOrd="5" destOrd="0" presId="urn:microsoft.com/office/officeart/2005/8/layout/process2"/>
    <dgm:cxn modelId="{0253B9DF-2CD7-4F7D-A632-43D051C50B5D}" type="presParOf" srcId="{A6FD9F03-9D0D-4B74-944E-B95B4F928630}" destId="{EA4E81C1-0B9F-4129-8210-E4A4BA02EB11}" srcOrd="0" destOrd="0" presId="urn:microsoft.com/office/officeart/2005/8/layout/process2"/>
    <dgm:cxn modelId="{D24986F4-0CF6-44D0-99D0-4093FE9D5DD8}" type="presParOf" srcId="{7DA10BFB-6D7D-45CD-A25A-69278AF5B766}" destId="{698DC9B6-F2F0-4725-849A-D95D5C322E62}" srcOrd="6" destOrd="0" presId="urn:microsoft.com/office/officeart/2005/8/layout/process2"/>
    <dgm:cxn modelId="{B275645E-F971-4D8C-93D2-5333986AD05D}" type="presParOf" srcId="{7DA10BFB-6D7D-45CD-A25A-69278AF5B766}" destId="{B22BF7F5-8622-4E06-ACDE-328CCDE369EE}" srcOrd="7" destOrd="0" presId="urn:microsoft.com/office/officeart/2005/8/layout/process2"/>
    <dgm:cxn modelId="{536BBE99-3F05-4B0F-8D30-1B17D215013A}" type="presParOf" srcId="{B22BF7F5-8622-4E06-ACDE-328CCDE369EE}" destId="{09B287D9-9400-462C-AAA3-B06F2116B7B0}" srcOrd="0" destOrd="0" presId="urn:microsoft.com/office/officeart/2005/8/layout/process2"/>
    <dgm:cxn modelId="{76144C18-F52E-4985-8B69-42C68D53F64F}" type="presParOf" srcId="{7DA10BFB-6D7D-45CD-A25A-69278AF5B766}" destId="{E59BE66F-C71C-4AA6-B3F4-E6B02F7F2750}" srcOrd="8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2.xml><?xml version="1.0" encoding="utf-8"?>
<dgm:dataModel xmlns:dgm="http://schemas.openxmlformats.org/drawingml/2006/diagram" xmlns:a="http://schemas.openxmlformats.org/drawingml/2006/main">
  <dgm:ptLst>
    <dgm:pt modelId="{FCF09BEC-6459-4CB3-9095-6327DE8FAEEC}" type="doc">
      <dgm:prSet loTypeId="urn:microsoft.com/office/officeart/2005/8/layout/process2" loCatId="process" qsTypeId="urn:microsoft.com/office/officeart/2005/8/quickstyle/simple1" qsCatId="simple" csTypeId="urn:microsoft.com/office/officeart/2005/8/colors/colorful1" csCatId="colorful" phldr="1"/>
      <dgm:spPr/>
    </dgm:pt>
    <dgm:pt modelId="{994AD3E4-73C6-4F3B-9E58-6CDB0BDE5EFC}">
      <dgm:prSet phldrT="[文本]">
        <dgm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zh-CN" altLang="en-US" dirty="0"/>
            <a:t>分析功能流程</a:t>
          </a:r>
        </a:p>
      </dgm:t>
    </dgm:pt>
    <dgm:pt modelId="{E4D61D82-5C00-432A-AB79-96D7C0F51B89}" type="parTrans" cxnId="{DD131C06-BCB4-487A-A05D-9AC060D67180}">
      <dgm:prSet/>
      <dgm:spPr/>
      <dgm:t>
        <a:bodyPr/>
        <a:lstStyle/>
        <a:p>
          <a:endParaRPr lang="zh-CN" altLang="en-US"/>
        </a:p>
      </dgm:t>
    </dgm:pt>
    <dgm:pt modelId="{D5E8C906-2E05-4C4A-B142-343C58C5E5DA}" type="sibTrans" cxnId="{DD131C06-BCB4-487A-A05D-9AC060D67180}">
      <dgm:prSet/>
      <dgm:spPr/>
      <dgm:t>
        <a:bodyPr/>
        <a:lstStyle/>
        <a:p>
          <a:endParaRPr lang="zh-CN" altLang="en-US"/>
        </a:p>
      </dgm:t>
    </dgm:pt>
    <dgm:pt modelId="{FC4C7DFB-E770-40A0-9E9E-28A323940A92}">
      <dgm:prSet phldrT="[文本]">
        <dgm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zh-CN" altLang="en-US"/>
            <a:t>分析业务流程，找出实体</a:t>
          </a:r>
          <a:endParaRPr lang="zh-CN" altLang="en-US" dirty="0"/>
        </a:p>
      </dgm:t>
    </dgm:pt>
    <dgm:pt modelId="{BD3777EA-AEB8-4420-9EAC-6D59B1706CEF}" type="parTrans" cxnId="{92285ECE-E505-45D3-9D76-0098E04BA600}">
      <dgm:prSet/>
      <dgm:spPr/>
      <dgm:t>
        <a:bodyPr/>
        <a:lstStyle/>
        <a:p>
          <a:endParaRPr lang="zh-CN" altLang="en-US"/>
        </a:p>
      </dgm:t>
    </dgm:pt>
    <dgm:pt modelId="{FB9B0989-0D8D-4D89-9666-7658CB1DC60B}" type="sibTrans" cxnId="{92285ECE-E505-45D3-9D76-0098E04BA600}">
      <dgm:prSet/>
      <dgm:spPr/>
      <dgm:t>
        <a:bodyPr/>
        <a:lstStyle/>
        <a:p>
          <a:endParaRPr lang="zh-CN" altLang="en-US"/>
        </a:p>
      </dgm:t>
    </dgm:pt>
    <dgm:pt modelId="{4CF922A2-6F5A-4DF4-B49D-B05332D39242}">
      <dgm:prSet phldrT="[文本]"/>
      <dgm:spPr/>
      <dgm:t>
        <a:bodyPr/>
        <a:lstStyle/>
        <a:p>
          <a:r>
            <a:rPr lang="zh-CN" altLang="en-US" dirty="0"/>
            <a:t>分析实体之间的关系</a:t>
          </a:r>
        </a:p>
      </dgm:t>
    </dgm:pt>
    <dgm:pt modelId="{8240D7D1-EE66-414E-8667-E43F543117AB}" type="parTrans" cxnId="{45572C2B-E687-4D22-BE25-AD93CD5064AC}">
      <dgm:prSet/>
      <dgm:spPr/>
      <dgm:t>
        <a:bodyPr/>
        <a:lstStyle/>
        <a:p>
          <a:endParaRPr lang="zh-CN" altLang="en-US"/>
        </a:p>
      </dgm:t>
    </dgm:pt>
    <dgm:pt modelId="{9D3B02F4-6BF1-43B5-92E3-8A60E95181FA}" type="sibTrans" cxnId="{45572C2B-E687-4D22-BE25-AD93CD5064AC}">
      <dgm:prSet/>
      <dgm:spPr/>
      <dgm:t>
        <a:bodyPr/>
        <a:lstStyle/>
        <a:p>
          <a:endParaRPr lang="zh-CN" altLang="en-US"/>
        </a:p>
      </dgm:t>
    </dgm:pt>
    <dgm:pt modelId="{D747891C-00B3-4192-A29A-B8A1B005D482}">
      <dgm:prSet phldrT="[文本]"/>
      <dgm:spPr/>
      <dgm:t>
        <a:bodyPr/>
        <a:lstStyle/>
        <a:p>
          <a:r>
            <a:rPr lang="zh-CN" altLang="en-US" dirty="0"/>
            <a:t>分析实体的属性</a:t>
          </a:r>
        </a:p>
      </dgm:t>
    </dgm:pt>
    <dgm:pt modelId="{FB1C4CAC-A329-4A6A-A218-DC5229DC2EEC}" type="parTrans" cxnId="{77A707AF-C97E-4DFF-9501-FA98EECC4D05}">
      <dgm:prSet/>
      <dgm:spPr/>
      <dgm:t>
        <a:bodyPr/>
        <a:lstStyle/>
        <a:p>
          <a:endParaRPr lang="zh-CN" altLang="en-US"/>
        </a:p>
      </dgm:t>
    </dgm:pt>
    <dgm:pt modelId="{B092A5E6-884D-469D-A36D-40CA51917D55}" type="sibTrans" cxnId="{77A707AF-C97E-4DFF-9501-FA98EECC4D05}">
      <dgm:prSet/>
      <dgm:spPr/>
      <dgm:t>
        <a:bodyPr/>
        <a:lstStyle/>
        <a:p>
          <a:endParaRPr lang="zh-CN" altLang="en-US"/>
        </a:p>
      </dgm:t>
    </dgm:pt>
    <dgm:pt modelId="{D87AF25B-3775-41C2-BEDF-8AE11A941084}">
      <dgm:prSet phldrT="[文本]"/>
      <dgm:spPr/>
      <dgm:t>
        <a:bodyPr/>
        <a:lstStyle/>
        <a:p>
          <a:r>
            <a:rPr lang="zh-CN" altLang="en-US" dirty="0"/>
            <a:t>绘制</a:t>
          </a:r>
          <a:r>
            <a:rPr lang="en-US" altLang="zh-CN" dirty="0"/>
            <a:t>ER</a:t>
          </a:r>
          <a:r>
            <a:rPr lang="zh-CN" altLang="en-US" dirty="0"/>
            <a:t>图</a:t>
          </a:r>
        </a:p>
      </dgm:t>
    </dgm:pt>
    <dgm:pt modelId="{C6A62DE0-EC7F-4B7F-A32C-5243EF50029F}" type="parTrans" cxnId="{ADB54FC6-EDC8-4FC2-969E-75E5225D7950}">
      <dgm:prSet/>
      <dgm:spPr/>
      <dgm:t>
        <a:bodyPr/>
        <a:lstStyle/>
        <a:p>
          <a:endParaRPr lang="zh-CN" altLang="en-US"/>
        </a:p>
      </dgm:t>
    </dgm:pt>
    <dgm:pt modelId="{47227805-4E84-4FD1-8CBE-1B931E98A208}" type="sibTrans" cxnId="{ADB54FC6-EDC8-4FC2-969E-75E5225D7950}">
      <dgm:prSet/>
      <dgm:spPr/>
      <dgm:t>
        <a:bodyPr/>
        <a:lstStyle/>
        <a:p>
          <a:endParaRPr lang="zh-CN" altLang="en-US"/>
        </a:p>
      </dgm:t>
    </dgm:pt>
    <dgm:pt modelId="{7DA10BFB-6D7D-45CD-A25A-69278AF5B766}" type="pres">
      <dgm:prSet presAssocID="{FCF09BEC-6459-4CB3-9095-6327DE8FAEEC}" presName="linearFlow" presStyleCnt="0">
        <dgm:presLayoutVars>
          <dgm:resizeHandles val="exact"/>
        </dgm:presLayoutVars>
      </dgm:prSet>
      <dgm:spPr/>
    </dgm:pt>
    <dgm:pt modelId="{554D6005-4A20-4161-8407-46576E0A947C}" type="pres">
      <dgm:prSet presAssocID="{994AD3E4-73C6-4F3B-9E58-6CDB0BDE5EFC}" presName="node" presStyleLbl="node1" presStyleIdx="0" presStyleCnt="5" custScaleX="194703">
        <dgm:presLayoutVars>
          <dgm:bulletEnabled val="1"/>
        </dgm:presLayoutVars>
      </dgm:prSet>
      <dgm:spPr/>
    </dgm:pt>
    <dgm:pt modelId="{389F6E44-B68C-4A2A-A4A8-C351B8FBC764}" type="pres">
      <dgm:prSet presAssocID="{D5E8C906-2E05-4C4A-B142-343C58C5E5DA}" presName="sibTrans" presStyleLbl="sibTrans2D1" presStyleIdx="0" presStyleCnt="4"/>
      <dgm:spPr/>
    </dgm:pt>
    <dgm:pt modelId="{1806B4D7-964F-4996-9239-1C7A71327837}" type="pres">
      <dgm:prSet presAssocID="{D5E8C906-2E05-4C4A-B142-343C58C5E5DA}" presName="connectorText" presStyleLbl="sibTrans2D1" presStyleIdx="0" presStyleCnt="4"/>
      <dgm:spPr/>
    </dgm:pt>
    <dgm:pt modelId="{5C26CA18-BF5B-46D1-A902-ED5769DDA864}" type="pres">
      <dgm:prSet presAssocID="{FC4C7DFB-E770-40A0-9E9E-28A323940A92}" presName="node" presStyleLbl="node1" presStyleIdx="1" presStyleCnt="5" custScaleX="194703">
        <dgm:presLayoutVars>
          <dgm:bulletEnabled val="1"/>
        </dgm:presLayoutVars>
      </dgm:prSet>
      <dgm:spPr/>
    </dgm:pt>
    <dgm:pt modelId="{93A6CC95-A243-4496-B68D-485AC701D0FD}" type="pres">
      <dgm:prSet presAssocID="{FB9B0989-0D8D-4D89-9666-7658CB1DC60B}" presName="sibTrans" presStyleLbl="sibTrans2D1" presStyleIdx="1" presStyleCnt="4"/>
      <dgm:spPr/>
    </dgm:pt>
    <dgm:pt modelId="{97079AE4-DBE2-4DA5-B17E-7084ADAC1603}" type="pres">
      <dgm:prSet presAssocID="{FB9B0989-0D8D-4D89-9666-7658CB1DC60B}" presName="connectorText" presStyleLbl="sibTrans2D1" presStyleIdx="1" presStyleCnt="4"/>
      <dgm:spPr/>
    </dgm:pt>
    <dgm:pt modelId="{42A4BA61-846B-4394-9ACB-4B52780F6F31}" type="pres">
      <dgm:prSet presAssocID="{D747891C-00B3-4192-A29A-B8A1B005D482}" presName="node" presStyleLbl="node1" presStyleIdx="2" presStyleCnt="5" custScaleX="194703">
        <dgm:presLayoutVars>
          <dgm:bulletEnabled val="1"/>
        </dgm:presLayoutVars>
      </dgm:prSet>
      <dgm:spPr/>
    </dgm:pt>
    <dgm:pt modelId="{A6FD9F03-9D0D-4B74-944E-B95B4F928630}" type="pres">
      <dgm:prSet presAssocID="{B092A5E6-884D-469D-A36D-40CA51917D55}" presName="sibTrans" presStyleLbl="sibTrans2D1" presStyleIdx="2" presStyleCnt="4"/>
      <dgm:spPr/>
    </dgm:pt>
    <dgm:pt modelId="{EA4E81C1-0B9F-4129-8210-E4A4BA02EB11}" type="pres">
      <dgm:prSet presAssocID="{B092A5E6-884D-469D-A36D-40CA51917D55}" presName="connectorText" presStyleLbl="sibTrans2D1" presStyleIdx="2" presStyleCnt="4"/>
      <dgm:spPr/>
    </dgm:pt>
    <dgm:pt modelId="{698DC9B6-F2F0-4725-849A-D95D5C322E62}" type="pres">
      <dgm:prSet presAssocID="{4CF922A2-6F5A-4DF4-B49D-B05332D39242}" presName="node" presStyleLbl="node1" presStyleIdx="3" presStyleCnt="5" custScaleX="194703">
        <dgm:presLayoutVars>
          <dgm:bulletEnabled val="1"/>
        </dgm:presLayoutVars>
      </dgm:prSet>
      <dgm:spPr/>
    </dgm:pt>
    <dgm:pt modelId="{B22BF7F5-8622-4E06-ACDE-328CCDE369EE}" type="pres">
      <dgm:prSet presAssocID="{9D3B02F4-6BF1-43B5-92E3-8A60E95181FA}" presName="sibTrans" presStyleLbl="sibTrans2D1" presStyleIdx="3" presStyleCnt="4"/>
      <dgm:spPr/>
    </dgm:pt>
    <dgm:pt modelId="{09B287D9-9400-462C-AAA3-B06F2116B7B0}" type="pres">
      <dgm:prSet presAssocID="{9D3B02F4-6BF1-43B5-92E3-8A60E95181FA}" presName="connectorText" presStyleLbl="sibTrans2D1" presStyleIdx="3" presStyleCnt="4"/>
      <dgm:spPr/>
    </dgm:pt>
    <dgm:pt modelId="{E59BE66F-C71C-4AA6-B3F4-E6B02F7F2750}" type="pres">
      <dgm:prSet presAssocID="{D87AF25B-3775-41C2-BEDF-8AE11A941084}" presName="node" presStyleLbl="node1" presStyleIdx="4" presStyleCnt="5" custScaleX="194703">
        <dgm:presLayoutVars>
          <dgm:bulletEnabled val="1"/>
        </dgm:presLayoutVars>
      </dgm:prSet>
      <dgm:spPr/>
    </dgm:pt>
  </dgm:ptLst>
  <dgm:cxnLst>
    <dgm:cxn modelId="{DD131C06-BCB4-487A-A05D-9AC060D67180}" srcId="{FCF09BEC-6459-4CB3-9095-6327DE8FAEEC}" destId="{994AD3E4-73C6-4F3B-9E58-6CDB0BDE5EFC}" srcOrd="0" destOrd="0" parTransId="{E4D61D82-5C00-432A-AB79-96D7C0F51B89}" sibTransId="{D5E8C906-2E05-4C4A-B142-343C58C5E5DA}"/>
    <dgm:cxn modelId="{0F49E809-E7B3-4397-8C2E-BD6464B15557}" type="presOf" srcId="{FB9B0989-0D8D-4D89-9666-7658CB1DC60B}" destId="{93A6CC95-A243-4496-B68D-485AC701D0FD}" srcOrd="0" destOrd="0" presId="urn:microsoft.com/office/officeart/2005/8/layout/process2"/>
    <dgm:cxn modelId="{AE2ED41B-CE3E-4AB2-B2CF-65310D54FA58}" type="presOf" srcId="{B092A5E6-884D-469D-A36D-40CA51917D55}" destId="{EA4E81C1-0B9F-4129-8210-E4A4BA02EB11}" srcOrd="1" destOrd="0" presId="urn:microsoft.com/office/officeart/2005/8/layout/process2"/>
    <dgm:cxn modelId="{45572C2B-E687-4D22-BE25-AD93CD5064AC}" srcId="{FCF09BEC-6459-4CB3-9095-6327DE8FAEEC}" destId="{4CF922A2-6F5A-4DF4-B49D-B05332D39242}" srcOrd="3" destOrd="0" parTransId="{8240D7D1-EE66-414E-8667-E43F543117AB}" sibTransId="{9D3B02F4-6BF1-43B5-92E3-8A60E95181FA}"/>
    <dgm:cxn modelId="{4069FD3D-E1E2-4E48-A85C-B1166373CA47}" type="presOf" srcId="{994AD3E4-73C6-4F3B-9E58-6CDB0BDE5EFC}" destId="{554D6005-4A20-4161-8407-46576E0A947C}" srcOrd="0" destOrd="0" presId="urn:microsoft.com/office/officeart/2005/8/layout/process2"/>
    <dgm:cxn modelId="{F0DF2F6D-DBA0-4A78-BC60-04872C0F9515}" type="presOf" srcId="{4CF922A2-6F5A-4DF4-B49D-B05332D39242}" destId="{698DC9B6-F2F0-4725-849A-D95D5C322E62}" srcOrd="0" destOrd="0" presId="urn:microsoft.com/office/officeart/2005/8/layout/process2"/>
    <dgm:cxn modelId="{FECBC573-7F86-4903-B81B-316FF7BE6456}" type="presOf" srcId="{D747891C-00B3-4192-A29A-B8A1B005D482}" destId="{42A4BA61-846B-4394-9ACB-4B52780F6F31}" srcOrd="0" destOrd="0" presId="urn:microsoft.com/office/officeart/2005/8/layout/process2"/>
    <dgm:cxn modelId="{DFA0D37A-99DA-48EA-B1DB-C4EE8A77D494}" type="presOf" srcId="{FB9B0989-0D8D-4D89-9666-7658CB1DC60B}" destId="{97079AE4-DBE2-4DA5-B17E-7084ADAC1603}" srcOrd="1" destOrd="0" presId="urn:microsoft.com/office/officeart/2005/8/layout/process2"/>
    <dgm:cxn modelId="{D362C289-4DFB-4B61-BAF7-81208634A49C}" type="presOf" srcId="{D87AF25B-3775-41C2-BEDF-8AE11A941084}" destId="{E59BE66F-C71C-4AA6-B3F4-E6B02F7F2750}" srcOrd="0" destOrd="0" presId="urn:microsoft.com/office/officeart/2005/8/layout/process2"/>
    <dgm:cxn modelId="{F366278B-F64E-42A7-8764-E60F01C65B85}" type="presOf" srcId="{D5E8C906-2E05-4C4A-B142-343C58C5E5DA}" destId="{1806B4D7-964F-4996-9239-1C7A71327837}" srcOrd="1" destOrd="0" presId="urn:microsoft.com/office/officeart/2005/8/layout/process2"/>
    <dgm:cxn modelId="{77A707AF-C97E-4DFF-9501-FA98EECC4D05}" srcId="{FCF09BEC-6459-4CB3-9095-6327DE8FAEEC}" destId="{D747891C-00B3-4192-A29A-B8A1B005D482}" srcOrd="2" destOrd="0" parTransId="{FB1C4CAC-A329-4A6A-A218-DC5229DC2EEC}" sibTransId="{B092A5E6-884D-469D-A36D-40CA51917D55}"/>
    <dgm:cxn modelId="{2131E5BD-0F49-4553-B1B2-AEB23E6B4931}" type="presOf" srcId="{9D3B02F4-6BF1-43B5-92E3-8A60E95181FA}" destId="{09B287D9-9400-462C-AAA3-B06F2116B7B0}" srcOrd="1" destOrd="0" presId="urn:microsoft.com/office/officeart/2005/8/layout/process2"/>
    <dgm:cxn modelId="{201DE8C1-7A2B-40B5-B9FB-1D85B256B7F0}" type="presOf" srcId="{D5E8C906-2E05-4C4A-B142-343C58C5E5DA}" destId="{389F6E44-B68C-4A2A-A4A8-C351B8FBC764}" srcOrd="0" destOrd="0" presId="urn:microsoft.com/office/officeart/2005/8/layout/process2"/>
    <dgm:cxn modelId="{39701FC3-4028-4F64-9B9E-E9B275B27419}" type="presOf" srcId="{FCF09BEC-6459-4CB3-9095-6327DE8FAEEC}" destId="{7DA10BFB-6D7D-45CD-A25A-69278AF5B766}" srcOrd="0" destOrd="0" presId="urn:microsoft.com/office/officeart/2005/8/layout/process2"/>
    <dgm:cxn modelId="{ADB54FC6-EDC8-4FC2-969E-75E5225D7950}" srcId="{FCF09BEC-6459-4CB3-9095-6327DE8FAEEC}" destId="{D87AF25B-3775-41C2-BEDF-8AE11A941084}" srcOrd="4" destOrd="0" parTransId="{C6A62DE0-EC7F-4B7F-A32C-5243EF50029F}" sibTransId="{47227805-4E84-4FD1-8CBE-1B931E98A208}"/>
    <dgm:cxn modelId="{92285ECE-E505-45D3-9D76-0098E04BA600}" srcId="{FCF09BEC-6459-4CB3-9095-6327DE8FAEEC}" destId="{FC4C7DFB-E770-40A0-9E9E-28A323940A92}" srcOrd="1" destOrd="0" parTransId="{BD3777EA-AEB8-4420-9EAC-6D59B1706CEF}" sibTransId="{FB9B0989-0D8D-4D89-9666-7658CB1DC60B}"/>
    <dgm:cxn modelId="{554213DB-6AA1-4AA5-AF55-291C6A2A915E}" type="presOf" srcId="{FC4C7DFB-E770-40A0-9E9E-28A323940A92}" destId="{5C26CA18-BF5B-46D1-A902-ED5769DDA864}" srcOrd="0" destOrd="0" presId="urn:microsoft.com/office/officeart/2005/8/layout/process2"/>
    <dgm:cxn modelId="{649013E7-27D5-4437-8935-4237387C8D65}" type="presOf" srcId="{B092A5E6-884D-469D-A36D-40CA51917D55}" destId="{A6FD9F03-9D0D-4B74-944E-B95B4F928630}" srcOrd="0" destOrd="0" presId="urn:microsoft.com/office/officeart/2005/8/layout/process2"/>
    <dgm:cxn modelId="{7FF2CEF6-863D-426E-A94A-54B3AEFBD38C}" type="presOf" srcId="{9D3B02F4-6BF1-43B5-92E3-8A60E95181FA}" destId="{B22BF7F5-8622-4E06-ACDE-328CCDE369EE}" srcOrd="0" destOrd="0" presId="urn:microsoft.com/office/officeart/2005/8/layout/process2"/>
    <dgm:cxn modelId="{33CF2A09-82E0-4DC6-B2A2-F45DA39CF586}" type="presParOf" srcId="{7DA10BFB-6D7D-45CD-A25A-69278AF5B766}" destId="{554D6005-4A20-4161-8407-46576E0A947C}" srcOrd="0" destOrd="0" presId="urn:microsoft.com/office/officeart/2005/8/layout/process2"/>
    <dgm:cxn modelId="{E580D627-D8AB-4D2B-BC64-8C87FA3EC25E}" type="presParOf" srcId="{7DA10BFB-6D7D-45CD-A25A-69278AF5B766}" destId="{389F6E44-B68C-4A2A-A4A8-C351B8FBC764}" srcOrd="1" destOrd="0" presId="urn:microsoft.com/office/officeart/2005/8/layout/process2"/>
    <dgm:cxn modelId="{F23EAD07-B011-431A-BA49-4B9E6966B14A}" type="presParOf" srcId="{389F6E44-B68C-4A2A-A4A8-C351B8FBC764}" destId="{1806B4D7-964F-4996-9239-1C7A71327837}" srcOrd="0" destOrd="0" presId="urn:microsoft.com/office/officeart/2005/8/layout/process2"/>
    <dgm:cxn modelId="{EB5B28CB-7CBD-4F59-99BB-21DA819AE1EA}" type="presParOf" srcId="{7DA10BFB-6D7D-45CD-A25A-69278AF5B766}" destId="{5C26CA18-BF5B-46D1-A902-ED5769DDA864}" srcOrd="2" destOrd="0" presId="urn:microsoft.com/office/officeart/2005/8/layout/process2"/>
    <dgm:cxn modelId="{87BC44D2-F728-4BC4-8393-9E0ED79CFEAB}" type="presParOf" srcId="{7DA10BFB-6D7D-45CD-A25A-69278AF5B766}" destId="{93A6CC95-A243-4496-B68D-485AC701D0FD}" srcOrd="3" destOrd="0" presId="urn:microsoft.com/office/officeart/2005/8/layout/process2"/>
    <dgm:cxn modelId="{27B6F323-31DF-4F29-90F1-E987D34D40AF}" type="presParOf" srcId="{93A6CC95-A243-4496-B68D-485AC701D0FD}" destId="{97079AE4-DBE2-4DA5-B17E-7084ADAC1603}" srcOrd="0" destOrd="0" presId="urn:microsoft.com/office/officeart/2005/8/layout/process2"/>
    <dgm:cxn modelId="{8BE5117F-6179-4DA8-987E-4DA14747B243}" type="presParOf" srcId="{7DA10BFB-6D7D-45CD-A25A-69278AF5B766}" destId="{42A4BA61-846B-4394-9ACB-4B52780F6F31}" srcOrd="4" destOrd="0" presId="urn:microsoft.com/office/officeart/2005/8/layout/process2"/>
    <dgm:cxn modelId="{BDDB89DC-E9AF-47DD-AD57-FD1BDA2BEFFD}" type="presParOf" srcId="{7DA10BFB-6D7D-45CD-A25A-69278AF5B766}" destId="{A6FD9F03-9D0D-4B74-944E-B95B4F928630}" srcOrd="5" destOrd="0" presId="urn:microsoft.com/office/officeart/2005/8/layout/process2"/>
    <dgm:cxn modelId="{0253B9DF-2CD7-4F7D-A632-43D051C50B5D}" type="presParOf" srcId="{A6FD9F03-9D0D-4B74-944E-B95B4F928630}" destId="{EA4E81C1-0B9F-4129-8210-E4A4BA02EB11}" srcOrd="0" destOrd="0" presId="urn:microsoft.com/office/officeart/2005/8/layout/process2"/>
    <dgm:cxn modelId="{D24986F4-0CF6-44D0-99D0-4093FE9D5DD8}" type="presParOf" srcId="{7DA10BFB-6D7D-45CD-A25A-69278AF5B766}" destId="{698DC9B6-F2F0-4725-849A-D95D5C322E62}" srcOrd="6" destOrd="0" presId="urn:microsoft.com/office/officeart/2005/8/layout/process2"/>
    <dgm:cxn modelId="{B275645E-F971-4D8C-93D2-5333986AD05D}" type="presParOf" srcId="{7DA10BFB-6D7D-45CD-A25A-69278AF5B766}" destId="{B22BF7F5-8622-4E06-ACDE-328CCDE369EE}" srcOrd="7" destOrd="0" presId="urn:microsoft.com/office/officeart/2005/8/layout/process2"/>
    <dgm:cxn modelId="{536BBE99-3F05-4B0F-8D30-1B17D215013A}" type="presParOf" srcId="{B22BF7F5-8622-4E06-ACDE-328CCDE369EE}" destId="{09B287D9-9400-462C-AAA3-B06F2116B7B0}" srcOrd="0" destOrd="0" presId="urn:microsoft.com/office/officeart/2005/8/layout/process2"/>
    <dgm:cxn modelId="{76144C18-F52E-4985-8B69-42C68D53F64F}" type="presParOf" srcId="{7DA10BFB-6D7D-45CD-A25A-69278AF5B766}" destId="{E59BE66F-C71C-4AA6-B3F4-E6B02F7F2750}" srcOrd="8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3.xml><?xml version="1.0" encoding="utf-8"?>
<dgm:dataModel xmlns:dgm="http://schemas.openxmlformats.org/drawingml/2006/diagram" xmlns:a="http://schemas.openxmlformats.org/drawingml/2006/main">
  <dgm:ptLst>
    <dgm:pt modelId="{FCF09BEC-6459-4CB3-9095-6327DE8FAEEC}" type="doc">
      <dgm:prSet loTypeId="urn:microsoft.com/office/officeart/2005/8/layout/process2" loCatId="process" qsTypeId="urn:microsoft.com/office/officeart/2005/8/quickstyle/simple1" qsCatId="simple" csTypeId="urn:microsoft.com/office/officeart/2005/8/colors/colorful1" csCatId="colorful" phldr="1"/>
      <dgm:spPr/>
    </dgm:pt>
    <dgm:pt modelId="{994AD3E4-73C6-4F3B-9E58-6CDB0BDE5EFC}">
      <dgm:prSet phldrT="[文本]">
        <dgm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zh-CN" altLang="en-US" dirty="0"/>
            <a:t>分析功能流程</a:t>
          </a:r>
        </a:p>
      </dgm:t>
    </dgm:pt>
    <dgm:pt modelId="{E4D61D82-5C00-432A-AB79-96D7C0F51B89}" type="parTrans" cxnId="{DD131C06-BCB4-487A-A05D-9AC060D67180}">
      <dgm:prSet/>
      <dgm:spPr/>
      <dgm:t>
        <a:bodyPr/>
        <a:lstStyle/>
        <a:p>
          <a:endParaRPr lang="zh-CN" altLang="en-US"/>
        </a:p>
      </dgm:t>
    </dgm:pt>
    <dgm:pt modelId="{D5E8C906-2E05-4C4A-B142-343C58C5E5DA}" type="sibTrans" cxnId="{DD131C06-BCB4-487A-A05D-9AC060D67180}">
      <dgm:prSet/>
      <dgm:spPr/>
      <dgm:t>
        <a:bodyPr/>
        <a:lstStyle/>
        <a:p>
          <a:endParaRPr lang="zh-CN" altLang="en-US"/>
        </a:p>
      </dgm:t>
    </dgm:pt>
    <dgm:pt modelId="{FC4C7DFB-E770-40A0-9E9E-28A323940A92}">
      <dgm:prSet phldrT="[文本]">
        <dgm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zh-CN" altLang="en-US"/>
            <a:t>分析业务流程，找出实体</a:t>
          </a:r>
          <a:endParaRPr lang="zh-CN" altLang="en-US" dirty="0"/>
        </a:p>
      </dgm:t>
    </dgm:pt>
    <dgm:pt modelId="{BD3777EA-AEB8-4420-9EAC-6D59B1706CEF}" type="parTrans" cxnId="{92285ECE-E505-45D3-9D76-0098E04BA600}">
      <dgm:prSet/>
      <dgm:spPr/>
      <dgm:t>
        <a:bodyPr/>
        <a:lstStyle/>
        <a:p>
          <a:endParaRPr lang="zh-CN" altLang="en-US"/>
        </a:p>
      </dgm:t>
    </dgm:pt>
    <dgm:pt modelId="{FB9B0989-0D8D-4D89-9666-7658CB1DC60B}" type="sibTrans" cxnId="{92285ECE-E505-45D3-9D76-0098E04BA600}">
      <dgm:prSet/>
      <dgm:spPr/>
      <dgm:t>
        <a:bodyPr/>
        <a:lstStyle/>
        <a:p>
          <a:endParaRPr lang="zh-CN" altLang="en-US"/>
        </a:p>
      </dgm:t>
    </dgm:pt>
    <dgm:pt modelId="{4CF922A2-6F5A-4DF4-B49D-B05332D39242}">
      <dgm:prSet phldrT="[文本]"/>
      <dgm:spPr/>
      <dgm:t>
        <a:bodyPr/>
        <a:lstStyle/>
        <a:p>
          <a:r>
            <a:rPr lang="zh-CN" altLang="en-US" dirty="0"/>
            <a:t>分析实体之间的关系</a:t>
          </a:r>
        </a:p>
      </dgm:t>
    </dgm:pt>
    <dgm:pt modelId="{8240D7D1-EE66-414E-8667-E43F543117AB}" type="parTrans" cxnId="{45572C2B-E687-4D22-BE25-AD93CD5064AC}">
      <dgm:prSet/>
      <dgm:spPr/>
      <dgm:t>
        <a:bodyPr/>
        <a:lstStyle/>
        <a:p>
          <a:endParaRPr lang="zh-CN" altLang="en-US"/>
        </a:p>
      </dgm:t>
    </dgm:pt>
    <dgm:pt modelId="{9D3B02F4-6BF1-43B5-92E3-8A60E95181FA}" type="sibTrans" cxnId="{45572C2B-E687-4D22-BE25-AD93CD5064AC}">
      <dgm:prSet/>
      <dgm:spPr/>
      <dgm:t>
        <a:bodyPr/>
        <a:lstStyle/>
        <a:p>
          <a:endParaRPr lang="zh-CN" altLang="en-US"/>
        </a:p>
      </dgm:t>
    </dgm:pt>
    <dgm:pt modelId="{D747891C-00B3-4192-A29A-B8A1B005D482}">
      <dgm:prSet phldrT="[文本]">
        <dgm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zh-CN" altLang="en-US" dirty="0"/>
            <a:t>分析实体的属性</a:t>
          </a:r>
        </a:p>
      </dgm:t>
    </dgm:pt>
    <dgm:pt modelId="{FB1C4CAC-A329-4A6A-A218-DC5229DC2EEC}" type="parTrans" cxnId="{77A707AF-C97E-4DFF-9501-FA98EECC4D05}">
      <dgm:prSet/>
      <dgm:spPr/>
      <dgm:t>
        <a:bodyPr/>
        <a:lstStyle/>
        <a:p>
          <a:endParaRPr lang="zh-CN" altLang="en-US"/>
        </a:p>
      </dgm:t>
    </dgm:pt>
    <dgm:pt modelId="{B092A5E6-884D-469D-A36D-40CA51917D55}" type="sibTrans" cxnId="{77A707AF-C97E-4DFF-9501-FA98EECC4D05}">
      <dgm:prSet/>
      <dgm:spPr/>
      <dgm:t>
        <a:bodyPr/>
        <a:lstStyle/>
        <a:p>
          <a:endParaRPr lang="zh-CN" altLang="en-US"/>
        </a:p>
      </dgm:t>
    </dgm:pt>
    <dgm:pt modelId="{D87AF25B-3775-41C2-BEDF-8AE11A941084}">
      <dgm:prSet phldrT="[文本]"/>
      <dgm:spPr/>
      <dgm:t>
        <a:bodyPr/>
        <a:lstStyle/>
        <a:p>
          <a:r>
            <a:rPr lang="zh-CN" altLang="en-US" dirty="0"/>
            <a:t>绘制</a:t>
          </a:r>
          <a:r>
            <a:rPr lang="en-US" altLang="zh-CN" dirty="0"/>
            <a:t>ER</a:t>
          </a:r>
          <a:r>
            <a:rPr lang="zh-CN" altLang="en-US" dirty="0"/>
            <a:t>图</a:t>
          </a:r>
        </a:p>
      </dgm:t>
    </dgm:pt>
    <dgm:pt modelId="{C6A62DE0-EC7F-4B7F-A32C-5243EF50029F}" type="parTrans" cxnId="{ADB54FC6-EDC8-4FC2-969E-75E5225D7950}">
      <dgm:prSet/>
      <dgm:spPr/>
      <dgm:t>
        <a:bodyPr/>
        <a:lstStyle/>
        <a:p>
          <a:endParaRPr lang="zh-CN" altLang="en-US"/>
        </a:p>
      </dgm:t>
    </dgm:pt>
    <dgm:pt modelId="{47227805-4E84-4FD1-8CBE-1B931E98A208}" type="sibTrans" cxnId="{ADB54FC6-EDC8-4FC2-969E-75E5225D7950}">
      <dgm:prSet/>
      <dgm:spPr/>
      <dgm:t>
        <a:bodyPr/>
        <a:lstStyle/>
        <a:p>
          <a:endParaRPr lang="zh-CN" altLang="en-US"/>
        </a:p>
      </dgm:t>
    </dgm:pt>
    <dgm:pt modelId="{7DA10BFB-6D7D-45CD-A25A-69278AF5B766}" type="pres">
      <dgm:prSet presAssocID="{FCF09BEC-6459-4CB3-9095-6327DE8FAEEC}" presName="linearFlow" presStyleCnt="0">
        <dgm:presLayoutVars>
          <dgm:resizeHandles val="exact"/>
        </dgm:presLayoutVars>
      </dgm:prSet>
      <dgm:spPr/>
    </dgm:pt>
    <dgm:pt modelId="{554D6005-4A20-4161-8407-46576E0A947C}" type="pres">
      <dgm:prSet presAssocID="{994AD3E4-73C6-4F3B-9E58-6CDB0BDE5EFC}" presName="node" presStyleLbl="node1" presStyleIdx="0" presStyleCnt="5" custScaleX="194703">
        <dgm:presLayoutVars>
          <dgm:bulletEnabled val="1"/>
        </dgm:presLayoutVars>
      </dgm:prSet>
      <dgm:spPr/>
    </dgm:pt>
    <dgm:pt modelId="{389F6E44-B68C-4A2A-A4A8-C351B8FBC764}" type="pres">
      <dgm:prSet presAssocID="{D5E8C906-2E05-4C4A-B142-343C58C5E5DA}" presName="sibTrans" presStyleLbl="sibTrans2D1" presStyleIdx="0" presStyleCnt="4"/>
      <dgm:spPr/>
    </dgm:pt>
    <dgm:pt modelId="{1806B4D7-964F-4996-9239-1C7A71327837}" type="pres">
      <dgm:prSet presAssocID="{D5E8C906-2E05-4C4A-B142-343C58C5E5DA}" presName="connectorText" presStyleLbl="sibTrans2D1" presStyleIdx="0" presStyleCnt="4"/>
      <dgm:spPr/>
    </dgm:pt>
    <dgm:pt modelId="{5C26CA18-BF5B-46D1-A902-ED5769DDA864}" type="pres">
      <dgm:prSet presAssocID="{FC4C7DFB-E770-40A0-9E9E-28A323940A92}" presName="node" presStyleLbl="node1" presStyleIdx="1" presStyleCnt="5" custScaleX="194703">
        <dgm:presLayoutVars>
          <dgm:bulletEnabled val="1"/>
        </dgm:presLayoutVars>
      </dgm:prSet>
      <dgm:spPr/>
    </dgm:pt>
    <dgm:pt modelId="{93A6CC95-A243-4496-B68D-485AC701D0FD}" type="pres">
      <dgm:prSet presAssocID="{FB9B0989-0D8D-4D89-9666-7658CB1DC60B}" presName="sibTrans" presStyleLbl="sibTrans2D1" presStyleIdx="1" presStyleCnt="4"/>
      <dgm:spPr/>
    </dgm:pt>
    <dgm:pt modelId="{97079AE4-DBE2-4DA5-B17E-7084ADAC1603}" type="pres">
      <dgm:prSet presAssocID="{FB9B0989-0D8D-4D89-9666-7658CB1DC60B}" presName="connectorText" presStyleLbl="sibTrans2D1" presStyleIdx="1" presStyleCnt="4"/>
      <dgm:spPr/>
    </dgm:pt>
    <dgm:pt modelId="{42A4BA61-846B-4394-9ACB-4B52780F6F31}" type="pres">
      <dgm:prSet presAssocID="{D747891C-00B3-4192-A29A-B8A1B005D482}" presName="node" presStyleLbl="node1" presStyleIdx="2" presStyleCnt="5" custScaleX="194703">
        <dgm:presLayoutVars>
          <dgm:bulletEnabled val="1"/>
        </dgm:presLayoutVars>
      </dgm:prSet>
      <dgm:spPr/>
    </dgm:pt>
    <dgm:pt modelId="{A6FD9F03-9D0D-4B74-944E-B95B4F928630}" type="pres">
      <dgm:prSet presAssocID="{B092A5E6-884D-469D-A36D-40CA51917D55}" presName="sibTrans" presStyleLbl="sibTrans2D1" presStyleIdx="2" presStyleCnt="4"/>
      <dgm:spPr/>
    </dgm:pt>
    <dgm:pt modelId="{EA4E81C1-0B9F-4129-8210-E4A4BA02EB11}" type="pres">
      <dgm:prSet presAssocID="{B092A5E6-884D-469D-A36D-40CA51917D55}" presName="connectorText" presStyleLbl="sibTrans2D1" presStyleIdx="2" presStyleCnt="4"/>
      <dgm:spPr/>
    </dgm:pt>
    <dgm:pt modelId="{698DC9B6-F2F0-4725-849A-D95D5C322E62}" type="pres">
      <dgm:prSet presAssocID="{4CF922A2-6F5A-4DF4-B49D-B05332D39242}" presName="node" presStyleLbl="node1" presStyleIdx="3" presStyleCnt="5" custScaleX="194703">
        <dgm:presLayoutVars>
          <dgm:bulletEnabled val="1"/>
        </dgm:presLayoutVars>
      </dgm:prSet>
      <dgm:spPr/>
    </dgm:pt>
    <dgm:pt modelId="{B22BF7F5-8622-4E06-ACDE-328CCDE369EE}" type="pres">
      <dgm:prSet presAssocID="{9D3B02F4-6BF1-43B5-92E3-8A60E95181FA}" presName="sibTrans" presStyleLbl="sibTrans2D1" presStyleIdx="3" presStyleCnt="4"/>
      <dgm:spPr/>
    </dgm:pt>
    <dgm:pt modelId="{09B287D9-9400-462C-AAA3-B06F2116B7B0}" type="pres">
      <dgm:prSet presAssocID="{9D3B02F4-6BF1-43B5-92E3-8A60E95181FA}" presName="connectorText" presStyleLbl="sibTrans2D1" presStyleIdx="3" presStyleCnt="4"/>
      <dgm:spPr/>
    </dgm:pt>
    <dgm:pt modelId="{E59BE66F-C71C-4AA6-B3F4-E6B02F7F2750}" type="pres">
      <dgm:prSet presAssocID="{D87AF25B-3775-41C2-BEDF-8AE11A941084}" presName="node" presStyleLbl="node1" presStyleIdx="4" presStyleCnt="5" custScaleX="194703">
        <dgm:presLayoutVars>
          <dgm:bulletEnabled val="1"/>
        </dgm:presLayoutVars>
      </dgm:prSet>
      <dgm:spPr/>
    </dgm:pt>
  </dgm:ptLst>
  <dgm:cxnLst>
    <dgm:cxn modelId="{DD131C06-BCB4-487A-A05D-9AC060D67180}" srcId="{FCF09BEC-6459-4CB3-9095-6327DE8FAEEC}" destId="{994AD3E4-73C6-4F3B-9E58-6CDB0BDE5EFC}" srcOrd="0" destOrd="0" parTransId="{E4D61D82-5C00-432A-AB79-96D7C0F51B89}" sibTransId="{D5E8C906-2E05-4C4A-B142-343C58C5E5DA}"/>
    <dgm:cxn modelId="{0F49E809-E7B3-4397-8C2E-BD6464B15557}" type="presOf" srcId="{FB9B0989-0D8D-4D89-9666-7658CB1DC60B}" destId="{93A6CC95-A243-4496-B68D-485AC701D0FD}" srcOrd="0" destOrd="0" presId="urn:microsoft.com/office/officeart/2005/8/layout/process2"/>
    <dgm:cxn modelId="{AE2ED41B-CE3E-4AB2-B2CF-65310D54FA58}" type="presOf" srcId="{B092A5E6-884D-469D-A36D-40CA51917D55}" destId="{EA4E81C1-0B9F-4129-8210-E4A4BA02EB11}" srcOrd="1" destOrd="0" presId="urn:microsoft.com/office/officeart/2005/8/layout/process2"/>
    <dgm:cxn modelId="{45572C2B-E687-4D22-BE25-AD93CD5064AC}" srcId="{FCF09BEC-6459-4CB3-9095-6327DE8FAEEC}" destId="{4CF922A2-6F5A-4DF4-B49D-B05332D39242}" srcOrd="3" destOrd="0" parTransId="{8240D7D1-EE66-414E-8667-E43F543117AB}" sibTransId="{9D3B02F4-6BF1-43B5-92E3-8A60E95181FA}"/>
    <dgm:cxn modelId="{4069FD3D-E1E2-4E48-A85C-B1166373CA47}" type="presOf" srcId="{994AD3E4-73C6-4F3B-9E58-6CDB0BDE5EFC}" destId="{554D6005-4A20-4161-8407-46576E0A947C}" srcOrd="0" destOrd="0" presId="urn:microsoft.com/office/officeart/2005/8/layout/process2"/>
    <dgm:cxn modelId="{F0DF2F6D-DBA0-4A78-BC60-04872C0F9515}" type="presOf" srcId="{4CF922A2-6F5A-4DF4-B49D-B05332D39242}" destId="{698DC9B6-F2F0-4725-849A-D95D5C322E62}" srcOrd="0" destOrd="0" presId="urn:microsoft.com/office/officeart/2005/8/layout/process2"/>
    <dgm:cxn modelId="{FECBC573-7F86-4903-B81B-316FF7BE6456}" type="presOf" srcId="{D747891C-00B3-4192-A29A-B8A1B005D482}" destId="{42A4BA61-846B-4394-9ACB-4B52780F6F31}" srcOrd="0" destOrd="0" presId="urn:microsoft.com/office/officeart/2005/8/layout/process2"/>
    <dgm:cxn modelId="{DFA0D37A-99DA-48EA-B1DB-C4EE8A77D494}" type="presOf" srcId="{FB9B0989-0D8D-4D89-9666-7658CB1DC60B}" destId="{97079AE4-DBE2-4DA5-B17E-7084ADAC1603}" srcOrd="1" destOrd="0" presId="urn:microsoft.com/office/officeart/2005/8/layout/process2"/>
    <dgm:cxn modelId="{D362C289-4DFB-4B61-BAF7-81208634A49C}" type="presOf" srcId="{D87AF25B-3775-41C2-BEDF-8AE11A941084}" destId="{E59BE66F-C71C-4AA6-B3F4-E6B02F7F2750}" srcOrd="0" destOrd="0" presId="urn:microsoft.com/office/officeart/2005/8/layout/process2"/>
    <dgm:cxn modelId="{F366278B-F64E-42A7-8764-E60F01C65B85}" type="presOf" srcId="{D5E8C906-2E05-4C4A-B142-343C58C5E5DA}" destId="{1806B4D7-964F-4996-9239-1C7A71327837}" srcOrd="1" destOrd="0" presId="urn:microsoft.com/office/officeart/2005/8/layout/process2"/>
    <dgm:cxn modelId="{77A707AF-C97E-4DFF-9501-FA98EECC4D05}" srcId="{FCF09BEC-6459-4CB3-9095-6327DE8FAEEC}" destId="{D747891C-00B3-4192-A29A-B8A1B005D482}" srcOrd="2" destOrd="0" parTransId="{FB1C4CAC-A329-4A6A-A218-DC5229DC2EEC}" sibTransId="{B092A5E6-884D-469D-A36D-40CA51917D55}"/>
    <dgm:cxn modelId="{2131E5BD-0F49-4553-B1B2-AEB23E6B4931}" type="presOf" srcId="{9D3B02F4-6BF1-43B5-92E3-8A60E95181FA}" destId="{09B287D9-9400-462C-AAA3-B06F2116B7B0}" srcOrd="1" destOrd="0" presId="urn:microsoft.com/office/officeart/2005/8/layout/process2"/>
    <dgm:cxn modelId="{201DE8C1-7A2B-40B5-B9FB-1D85B256B7F0}" type="presOf" srcId="{D5E8C906-2E05-4C4A-B142-343C58C5E5DA}" destId="{389F6E44-B68C-4A2A-A4A8-C351B8FBC764}" srcOrd="0" destOrd="0" presId="urn:microsoft.com/office/officeart/2005/8/layout/process2"/>
    <dgm:cxn modelId="{39701FC3-4028-4F64-9B9E-E9B275B27419}" type="presOf" srcId="{FCF09BEC-6459-4CB3-9095-6327DE8FAEEC}" destId="{7DA10BFB-6D7D-45CD-A25A-69278AF5B766}" srcOrd="0" destOrd="0" presId="urn:microsoft.com/office/officeart/2005/8/layout/process2"/>
    <dgm:cxn modelId="{ADB54FC6-EDC8-4FC2-969E-75E5225D7950}" srcId="{FCF09BEC-6459-4CB3-9095-6327DE8FAEEC}" destId="{D87AF25B-3775-41C2-BEDF-8AE11A941084}" srcOrd="4" destOrd="0" parTransId="{C6A62DE0-EC7F-4B7F-A32C-5243EF50029F}" sibTransId="{47227805-4E84-4FD1-8CBE-1B931E98A208}"/>
    <dgm:cxn modelId="{92285ECE-E505-45D3-9D76-0098E04BA600}" srcId="{FCF09BEC-6459-4CB3-9095-6327DE8FAEEC}" destId="{FC4C7DFB-E770-40A0-9E9E-28A323940A92}" srcOrd="1" destOrd="0" parTransId="{BD3777EA-AEB8-4420-9EAC-6D59B1706CEF}" sibTransId="{FB9B0989-0D8D-4D89-9666-7658CB1DC60B}"/>
    <dgm:cxn modelId="{554213DB-6AA1-4AA5-AF55-291C6A2A915E}" type="presOf" srcId="{FC4C7DFB-E770-40A0-9E9E-28A323940A92}" destId="{5C26CA18-BF5B-46D1-A902-ED5769DDA864}" srcOrd="0" destOrd="0" presId="urn:microsoft.com/office/officeart/2005/8/layout/process2"/>
    <dgm:cxn modelId="{649013E7-27D5-4437-8935-4237387C8D65}" type="presOf" srcId="{B092A5E6-884D-469D-A36D-40CA51917D55}" destId="{A6FD9F03-9D0D-4B74-944E-B95B4F928630}" srcOrd="0" destOrd="0" presId="urn:microsoft.com/office/officeart/2005/8/layout/process2"/>
    <dgm:cxn modelId="{7FF2CEF6-863D-426E-A94A-54B3AEFBD38C}" type="presOf" srcId="{9D3B02F4-6BF1-43B5-92E3-8A60E95181FA}" destId="{B22BF7F5-8622-4E06-ACDE-328CCDE369EE}" srcOrd="0" destOrd="0" presId="urn:microsoft.com/office/officeart/2005/8/layout/process2"/>
    <dgm:cxn modelId="{33CF2A09-82E0-4DC6-B2A2-F45DA39CF586}" type="presParOf" srcId="{7DA10BFB-6D7D-45CD-A25A-69278AF5B766}" destId="{554D6005-4A20-4161-8407-46576E0A947C}" srcOrd="0" destOrd="0" presId="urn:microsoft.com/office/officeart/2005/8/layout/process2"/>
    <dgm:cxn modelId="{E580D627-D8AB-4D2B-BC64-8C87FA3EC25E}" type="presParOf" srcId="{7DA10BFB-6D7D-45CD-A25A-69278AF5B766}" destId="{389F6E44-B68C-4A2A-A4A8-C351B8FBC764}" srcOrd="1" destOrd="0" presId="urn:microsoft.com/office/officeart/2005/8/layout/process2"/>
    <dgm:cxn modelId="{F23EAD07-B011-431A-BA49-4B9E6966B14A}" type="presParOf" srcId="{389F6E44-B68C-4A2A-A4A8-C351B8FBC764}" destId="{1806B4D7-964F-4996-9239-1C7A71327837}" srcOrd="0" destOrd="0" presId="urn:microsoft.com/office/officeart/2005/8/layout/process2"/>
    <dgm:cxn modelId="{EB5B28CB-7CBD-4F59-99BB-21DA819AE1EA}" type="presParOf" srcId="{7DA10BFB-6D7D-45CD-A25A-69278AF5B766}" destId="{5C26CA18-BF5B-46D1-A902-ED5769DDA864}" srcOrd="2" destOrd="0" presId="urn:microsoft.com/office/officeart/2005/8/layout/process2"/>
    <dgm:cxn modelId="{87BC44D2-F728-4BC4-8393-9E0ED79CFEAB}" type="presParOf" srcId="{7DA10BFB-6D7D-45CD-A25A-69278AF5B766}" destId="{93A6CC95-A243-4496-B68D-485AC701D0FD}" srcOrd="3" destOrd="0" presId="urn:microsoft.com/office/officeart/2005/8/layout/process2"/>
    <dgm:cxn modelId="{27B6F323-31DF-4F29-90F1-E987D34D40AF}" type="presParOf" srcId="{93A6CC95-A243-4496-B68D-485AC701D0FD}" destId="{97079AE4-DBE2-4DA5-B17E-7084ADAC1603}" srcOrd="0" destOrd="0" presId="urn:microsoft.com/office/officeart/2005/8/layout/process2"/>
    <dgm:cxn modelId="{8BE5117F-6179-4DA8-987E-4DA14747B243}" type="presParOf" srcId="{7DA10BFB-6D7D-45CD-A25A-69278AF5B766}" destId="{42A4BA61-846B-4394-9ACB-4B52780F6F31}" srcOrd="4" destOrd="0" presId="urn:microsoft.com/office/officeart/2005/8/layout/process2"/>
    <dgm:cxn modelId="{BDDB89DC-E9AF-47DD-AD57-FD1BDA2BEFFD}" type="presParOf" srcId="{7DA10BFB-6D7D-45CD-A25A-69278AF5B766}" destId="{A6FD9F03-9D0D-4B74-944E-B95B4F928630}" srcOrd="5" destOrd="0" presId="urn:microsoft.com/office/officeart/2005/8/layout/process2"/>
    <dgm:cxn modelId="{0253B9DF-2CD7-4F7D-A632-43D051C50B5D}" type="presParOf" srcId="{A6FD9F03-9D0D-4B74-944E-B95B4F928630}" destId="{EA4E81C1-0B9F-4129-8210-E4A4BA02EB11}" srcOrd="0" destOrd="0" presId="urn:microsoft.com/office/officeart/2005/8/layout/process2"/>
    <dgm:cxn modelId="{D24986F4-0CF6-44D0-99D0-4093FE9D5DD8}" type="presParOf" srcId="{7DA10BFB-6D7D-45CD-A25A-69278AF5B766}" destId="{698DC9B6-F2F0-4725-849A-D95D5C322E62}" srcOrd="6" destOrd="0" presId="urn:microsoft.com/office/officeart/2005/8/layout/process2"/>
    <dgm:cxn modelId="{B275645E-F971-4D8C-93D2-5333986AD05D}" type="presParOf" srcId="{7DA10BFB-6D7D-45CD-A25A-69278AF5B766}" destId="{B22BF7F5-8622-4E06-ACDE-328CCDE369EE}" srcOrd="7" destOrd="0" presId="urn:microsoft.com/office/officeart/2005/8/layout/process2"/>
    <dgm:cxn modelId="{536BBE99-3F05-4B0F-8D30-1B17D215013A}" type="presParOf" srcId="{B22BF7F5-8622-4E06-ACDE-328CCDE369EE}" destId="{09B287D9-9400-462C-AAA3-B06F2116B7B0}" srcOrd="0" destOrd="0" presId="urn:microsoft.com/office/officeart/2005/8/layout/process2"/>
    <dgm:cxn modelId="{76144C18-F52E-4985-8B69-42C68D53F64F}" type="presParOf" srcId="{7DA10BFB-6D7D-45CD-A25A-69278AF5B766}" destId="{E59BE66F-C71C-4AA6-B3F4-E6B02F7F2750}" srcOrd="8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4.xml><?xml version="1.0" encoding="utf-8"?>
<dgm:dataModel xmlns:dgm="http://schemas.openxmlformats.org/drawingml/2006/diagram" xmlns:a="http://schemas.openxmlformats.org/drawingml/2006/main">
  <dgm:ptLst>
    <dgm:pt modelId="{FCF09BEC-6459-4CB3-9095-6327DE8FAEEC}" type="doc">
      <dgm:prSet loTypeId="urn:microsoft.com/office/officeart/2005/8/layout/process2" loCatId="process" qsTypeId="urn:microsoft.com/office/officeart/2005/8/quickstyle/simple1" qsCatId="simple" csTypeId="urn:microsoft.com/office/officeart/2005/8/colors/colorful1" csCatId="colorful" phldr="1"/>
      <dgm:spPr/>
    </dgm:pt>
    <dgm:pt modelId="{994AD3E4-73C6-4F3B-9E58-6CDB0BDE5EFC}">
      <dgm:prSet phldrT="[文本]">
        <dgm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zh-CN" altLang="en-US" dirty="0"/>
            <a:t>分析功能流程</a:t>
          </a:r>
        </a:p>
      </dgm:t>
    </dgm:pt>
    <dgm:pt modelId="{E4D61D82-5C00-432A-AB79-96D7C0F51B89}" type="parTrans" cxnId="{DD131C06-BCB4-487A-A05D-9AC060D67180}">
      <dgm:prSet/>
      <dgm:spPr/>
      <dgm:t>
        <a:bodyPr/>
        <a:lstStyle/>
        <a:p>
          <a:endParaRPr lang="zh-CN" altLang="en-US"/>
        </a:p>
      </dgm:t>
    </dgm:pt>
    <dgm:pt modelId="{D5E8C906-2E05-4C4A-B142-343C58C5E5DA}" type="sibTrans" cxnId="{DD131C06-BCB4-487A-A05D-9AC060D67180}">
      <dgm:prSet/>
      <dgm:spPr/>
      <dgm:t>
        <a:bodyPr/>
        <a:lstStyle/>
        <a:p>
          <a:endParaRPr lang="zh-CN" altLang="en-US"/>
        </a:p>
      </dgm:t>
    </dgm:pt>
    <dgm:pt modelId="{FC4C7DFB-E770-40A0-9E9E-28A323940A92}">
      <dgm:prSet phldrT="[文本]">
        <dgm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zh-CN" altLang="en-US"/>
            <a:t>分析业务流程，找出实体</a:t>
          </a:r>
          <a:endParaRPr lang="zh-CN" altLang="en-US" dirty="0"/>
        </a:p>
      </dgm:t>
    </dgm:pt>
    <dgm:pt modelId="{BD3777EA-AEB8-4420-9EAC-6D59B1706CEF}" type="parTrans" cxnId="{92285ECE-E505-45D3-9D76-0098E04BA600}">
      <dgm:prSet/>
      <dgm:spPr/>
      <dgm:t>
        <a:bodyPr/>
        <a:lstStyle/>
        <a:p>
          <a:endParaRPr lang="zh-CN" altLang="en-US"/>
        </a:p>
      </dgm:t>
    </dgm:pt>
    <dgm:pt modelId="{FB9B0989-0D8D-4D89-9666-7658CB1DC60B}" type="sibTrans" cxnId="{92285ECE-E505-45D3-9D76-0098E04BA600}">
      <dgm:prSet/>
      <dgm:spPr/>
      <dgm:t>
        <a:bodyPr/>
        <a:lstStyle/>
        <a:p>
          <a:endParaRPr lang="zh-CN" altLang="en-US"/>
        </a:p>
      </dgm:t>
    </dgm:pt>
    <dgm:pt modelId="{4CF922A2-6F5A-4DF4-B49D-B05332D39242}">
      <dgm:prSet phldrT="[文本]">
        <dgm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zh-CN" altLang="en-US" dirty="0"/>
            <a:t>分析实体之间的关系</a:t>
          </a:r>
        </a:p>
      </dgm:t>
    </dgm:pt>
    <dgm:pt modelId="{8240D7D1-EE66-414E-8667-E43F543117AB}" type="parTrans" cxnId="{45572C2B-E687-4D22-BE25-AD93CD5064AC}">
      <dgm:prSet/>
      <dgm:spPr/>
      <dgm:t>
        <a:bodyPr/>
        <a:lstStyle/>
        <a:p>
          <a:endParaRPr lang="zh-CN" altLang="en-US"/>
        </a:p>
      </dgm:t>
    </dgm:pt>
    <dgm:pt modelId="{9D3B02F4-6BF1-43B5-92E3-8A60E95181FA}" type="sibTrans" cxnId="{45572C2B-E687-4D22-BE25-AD93CD5064AC}">
      <dgm:prSet/>
      <dgm:spPr/>
      <dgm:t>
        <a:bodyPr/>
        <a:lstStyle/>
        <a:p>
          <a:endParaRPr lang="zh-CN" altLang="en-US"/>
        </a:p>
      </dgm:t>
    </dgm:pt>
    <dgm:pt modelId="{D747891C-00B3-4192-A29A-B8A1B005D482}">
      <dgm:prSet phldrT="[文本]">
        <dgm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zh-CN" altLang="en-US" dirty="0"/>
            <a:t>分析实体的属性</a:t>
          </a:r>
        </a:p>
      </dgm:t>
    </dgm:pt>
    <dgm:pt modelId="{FB1C4CAC-A329-4A6A-A218-DC5229DC2EEC}" type="parTrans" cxnId="{77A707AF-C97E-4DFF-9501-FA98EECC4D05}">
      <dgm:prSet/>
      <dgm:spPr/>
      <dgm:t>
        <a:bodyPr/>
        <a:lstStyle/>
        <a:p>
          <a:endParaRPr lang="zh-CN" altLang="en-US"/>
        </a:p>
      </dgm:t>
    </dgm:pt>
    <dgm:pt modelId="{B092A5E6-884D-469D-A36D-40CA51917D55}" type="sibTrans" cxnId="{77A707AF-C97E-4DFF-9501-FA98EECC4D05}">
      <dgm:prSet/>
      <dgm:spPr/>
      <dgm:t>
        <a:bodyPr/>
        <a:lstStyle/>
        <a:p>
          <a:endParaRPr lang="zh-CN" altLang="en-US"/>
        </a:p>
      </dgm:t>
    </dgm:pt>
    <dgm:pt modelId="{D87AF25B-3775-41C2-BEDF-8AE11A941084}">
      <dgm:prSet phldrT="[文本]"/>
      <dgm:spPr/>
      <dgm:t>
        <a:bodyPr/>
        <a:lstStyle/>
        <a:p>
          <a:r>
            <a:rPr lang="zh-CN" altLang="en-US" dirty="0"/>
            <a:t>绘制</a:t>
          </a:r>
          <a:r>
            <a:rPr lang="en-US" altLang="zh-CN" dirty="0"/>
            <a:t>ER</a:t>
          </a:r>
          <a:r>
            <a:rPr lang="zh-CN" altLang="en-US" dirty="0"/>
            <a:t>图</a:t>
          </a:r>
        </a:p>
      </dgm:t>
    </dgm:pt>
    <dgm:pt modelId="{C6A62DE0-EC7F-4B7F-A32C-5243EF50029F}" type="parTrans" cxnId="{ADB54FC6-EDC8-4FC2-969E-75E5225D7950}">
      <dgm:prSet/>
      <dgm:spPr/>
      <dgm:t>
        <a:bodyPr/>
        <a:lstStyle/>
        <a:p>
          <a:endParaRPr lang="zh-CN" altLang="en-US"/>
        </a:p>
      </dgm:t>
    </dgm:pt>
    <dgm:pt modelId="{47227805-4E84-4FD1-8CBE-1B931E98A208}" type="sibTrans" cxnId="{ADB54FC6-EDC8-4FC2-969E-75E5225D7950}">
      <dgm:prSet/>
      <dgm:spPr/>
      <dgm:t>
        <a:bodyPr/>
        <a:lstStyle/>
        <a:p>
          <a:endParaRPr lang="zh-CN" altLang="en-US"/>
        </a:p>
      </dgm:t>
    </dgm:pt>
    <dgm:pt modelId="{7DA10BFB-6D7D-45CD-A25A-69278AF5B766}" type="pres">
      <dgm:prSet presAssocID="{FCF09BEC-6459-4CB3-9095-6327DE8FAEEC}" presName="linearFlow" presStyleCnt="0">
        <dgm:presLayoutVars>
          <dgm:resizeHandles val="exact"/>
        </dgm:presLayoutVars>
      </dgm:prSet>
      <dgm:spPr/>
    </dgm:pt>
    <dgm:pt modelId="{554D6005-4A20-4161-8407-46576E0A947C}" type="pres">
      <dgm:prSet presAssocID="{994AD3E4-73C6-4F3B-9E58-6CDB0BDE5EFC}" presName="node" presStyleLbl="node1" presStyleIdx="0" presStyleCnt="5" custScaleX="194703">
        <dgm:presLayoutVars>
          <dgm:bulletEnabled val="1"/>
        </dgm:presLayoutVars>
      </dgm:prSet>
      <dgm:spPr/>
    </dgm:pt>
    <dgm:pt modelId="{389F6E44-B68C-4A2A-A4A8-C351B8FBC764}" type="pres">
      <dgm:prSet presAssocID="{D5E8C906-2E05-4C4A-B142-343C58C5E5DA}" presName="sibTrans" presStyleLbl="sibTrans2D1" presStyleIdx="0" presStyleCnt="4"/>
      <dgm:spPr/>
    </dgm:pt>
    <dgm:pt modelId="{1806B4D7-964F-4996-9239-1C7A71327837}" type="pres">
      <dgm:prSet presAssocID="{D5E8C906-2E05-4C4A-B142-343C58C5E5DA}" presName="connectorText" presStyleLbl="sibTrans2D1" presStyleIdx="0" presStyleCnt="4"/>
      <dgm:spPr/>
    </dgm:pt>
    <dgm:pt modelId="{5C26CA18-BF5B-46D1-A902-ED5769DDA864}" type="pres">
      <dgm:prSet presAssocID="{FC4C7DFB-E770-40A0-9E9E-28A323940A92}" presName="node" presStyleLbl="node1" presStyleIdx="1" presStyleCnt="5" custScaleX="194703">
        <dgm:presLayoutVars>
          <dgm:bulletEnabled val="1"/>
        </dgm:presLayoutVars>
      </dgm:prSet>
      <dgm:spPr/>
    </dgm:pt>
    <dgm:pt modelId="{93A6CC95-A243-4496-B68D-485AC701D0FD}" type="pres">
      <dgm:prSet presAssocID="{FB9B0989-0D8D-4D89-9666-7658CB1DC60B}" presName="sibTrans" presStyleLbl="sibTrans2D1" presStyleIdx="1" presStyleCnt="4"/>
      <dgm:spPr/>
    </dgm:pt>
    <dgm:pt modelId="{97079AE4-DBE2-4DA5-B17E-7084ADAC1603}" type="pres">
      <dgm:prSet presAssocID="{FB9B0989-0D8D-4D89-9666-7658CB1DC60B}" presName="connectorText" presStyleLbl="sibTrans2D1" presStyleIdx="1" presStyleCnt="4"/>
      <dgm:spPr/>
    </dgm:pt>
    <dgm:pt modelId="{42A4BA61-846B-4394-9ACB-4B52780F6F31}" type="pres">
      <dgm:prSet presAssocID="{D747891C-00B3-4192-A29A-B8A1B005D482}" presName="node" presStyleLbl="node1" presStyleIdx="2" presStyleCnt="5" custScaleX="194703">
        <dgm:presLayoutVars>
          <dgm:bulletEnabled val="1"/>
        </dgm:presLayoutVars>
      </dgm:prSet>
      <dgm:spPr/>
    </dgm:pt>
    <dgm:pt modelId="{A6FD9F03-9D0D-4B74-944E-B95B4F928630}" type="pres">
      <dgm:prSet presAssocID="{B092A5E6-884D-469D-A36D-40CA51917D55}" presName="sibTrans" presStyleLbl="sibTrans2D1" presStyleIdx="2" presStyleCnt="4"/>
      <dgm:spPr/>
    </dgm:pt>
    <dgm:pt modelId="{EA4E81C1-0B9F-4129-8210-E4A4BA02EB11}" type="pres">
      <dgm:prSet presAssocID="{B092A5E6-884D-469D-A36D-40CA51917D55}" presName="connectorText" presStyleLbl="sibTrans2D1" presStyleIdx="2" presStyleCnt="4"/>
      <dgm:spPr/>
    </dgm:pt>
    <dgm:pt modelId="{698DC9B6-F2F0-4725-849A-D95D5C322E62}" type="pres">
      <dgm:prSet presAssocID="{4CF922A2-6F5A-4DF4-B49D-B05332D39242}" presName="node" presStyleLbl="node1" presStyleIdx="3" presStyleCnt="5" custScaleX="194703">
        <dgm:presLayoutVars>
          <dgm:bulletEnabled val="1"/>
        </dgm:presLayoutVars>
      </dgm:prSet>
      <dgm:spPr/>
    </dgm:pt>
    <dgm:pt modelId="{B22BF7F5-8622-4E06-ACDE-328CCDE369EE}" type="pres">
      <dgm:prSet presAssocID="{9D3B02F4-6BF1-43B5-92E3-8A60E95181FA}" presName="sibTrans" presStyleLbl="sibTrans2D1" presStyleIdx="3" presStyleCnt="4"/>
      <dgm:spPr/>
    </dgm:pt>
    <dgm:pt modelId="{09B287D9-9400-462C-AAA3-B06F2116B7B0}" type="pres">
      <dgm:prSet presAssocID="{9D3B02F4-6BF1-43B5-92E3-8A60E95181FA}" presName="connectorText" presStyleLbl="sibTrans2D1" presStyleIdx="3" presStyleCnt="4"/>
      <dgm:spPr/>
    </dgm:pt>
    <dgm:pt modelId="{E59BE66F-C71C-4AA6-B3F4-E6B02F7F2750}" type="pres">
      <dgm:prSet presAssocID="{D87AF25B-3775-41C2-BEDF-8AE11A941084}" presName="node" presStyleLbl="node1" presStyleIdx="4" presStyleCnt="5" custScaleX="194703">
        <dgm:presLayoutVars>
          <dgm:bulletEnabled val="1"/>
        </dgm:presLayoutVars>
      </dgm:prSet>
      <dgm:spPr/>
    </dgm:pt>
  </dgm:ptLst>
  <dgm:cxnLst>
    <dgm:cxn modelId="{DD131C06-BCB4-487A-A05D-9AC060D67180}" srcId="{FCF09BEC-6459-4CB3-9095-6327DE8FAEEC}" destId="{994AD3E4-73C6-4F3B-9E58-6CDB0BDE5EFC}" srcOrd="0" destOrd="0" parTransId="{E4D61D82-5C00-432A-AB79-96D7C0F51B89}" sibTransId="{D5E8C906-2E05-4C4A-B142-343C58C5E5DA}"/>
    <dgm:cxn modelId="{0F49E809-E7B3-4397-8C2E-BD6464B15557}" type="presOf" srcId="{FB9B0989-0D8D-4D89-9666-7658CB1DC60B}" destId="{93A6CC95-A243-4496-B68D-485AC701D0FD}" srcOrd="0" destOrd="0" presId="urn:microsoft.com/office/officeart/2005/8/layout/process2"/>
    <dgm:cxn modelId="{AE2ED41B-CE3E-4AB2-B2CF-65310D54FA58}" type="presOf" srcId="{B092A5E6-884D-469D-A36D-40CA51917D55}" destId="{EA4E81C1-0B9F-4129-8210-E4A4BA02EB11}" srcOrd="1" destOrd="0" presId="urn:microsoft.com/office/officeart/2005/8/layout/process2"/>
    <dgm:cxn modelId="{45572C2B-E687-4D22-BE25-AD93CD5064AC}" srcId="{FCF09BEC-6459-4CB3-9095-6327DE8FAEEC}" destId="{4CF922A2-6F5A-4DF4-B49D-B05332D39242}" srcOrd="3" destOrd="0" parTransId="{8240D7D1-EE66-414E-8667-E43F543117AB}" sibTransId="{9D3B02F4-6BF1-43B5-92E3-8A60E95181FA}"/>
    <dgm:cxn modelId="{4069FD3D-E1E2-4E48-A85C-B1166373CA47}" type="presOf" srcId="{994AD3E4-73C6-4F3B-9E58-6CDB0BDE5EFC}" destId="{554D6005-4A20-4161-8407-46576E0A947C}" srcOrd="0" destOrd="0" presId="urn:microsoft.com/office/officeart/2005/8/layout/process2"/>
    <dgm:cxn modelId="{F0DF2F6D-DBA0-4A78-BC60-04872C0F9515}" type="presOf" srcId="{4CF922A2-6F5A-4DF4-B49D-B05332D39242}" destId="{698DC9B6-F2F0-4725-849A-D95D5C322E62}" srcOrd="0" destOrd="0" presId="urn:microsoft.com/office/officeart/2005/8/layout/process2"/>
    <dgm:cxn modelId="{FECBC573-7F86-4903-B81B-316FF7BE6456}" type="presOf" srcId="{D747891C-00B3-4192-A29A-B8A1B005D482}" destId="{42A4BA61-846B-4394-9ACB-4B52780F6F31}" srcOrd="0" destOrd="0" presId="urn:microsoft.com/office/officeart/2005/8/layout/process2"/>
    <dgm:cxn modelId="{DFA0D37A-99DA-48EA-B1DB-C4EE8A77D494}" type="presOf" srcId="{FB9B0989-0D8D-4D89-9666-7658CB1DC60B}" destId="{97079AE4-DBE2-4DA5-B17E-7084ADAC1603}" srcOrd="1" destOrd="0" presId="urn:microsoft.com/office/officeart/2005/8/layout/process2"/>
    <dgm:cxn modelId="{D362C289-4DFB-4B61-BAF7-81208634A49C}" type="presOf" srcId="{D87AF25B-3775-41C2-BEDF-8AE11A941084}" destId="{E59BE66F-C71C-4AA6-B3F4-E6B02F7F2750}" srcOrd="0" destOrd="0" presId="urn:microsoft.com/office/officeart/2005/8/layout/process2"/>
    <dgm:cxn modelId="{F366278B-F64E-42A7-8764-E60F01C65B85}" type="presOf" srcId="{D5E8C906-2E05-4C4A-B142-343C58C5E5DA}" destId="{1806B4D7-964F-4996-9239-1C7A71327837}" srcOrd="1" destOrd="0" presId="urn:microsoft.com/office/officeart/2005/8/layout/process2"/>
    <dgm:cxn modelId="{77A707AF-C97E-4DFF-9501-FA98EECC4D05}" srcId="{FCF09BEC-6459-4CB3-9095-6327DE8FAEEC}" destId="{D747891C-00B3-4192-A29A-B8A1B005D482}" srcOrd="2" destOrd="0" parTransId="{FB1C4CAC-A329-4A6A-A218-DC5229DC2EEC}" sibTransId="{B092A5E6-884D-469D-A36D-40CA51917D55}"/>
    <dgm:cxn modelId="{2131E5BD-0F49-4553-B1B2-AEB23E6B4931}" type="presOf" srcId="{9D3B02F4-6BF1-43B5-92E3-8A60E95181FA}" destId="{09B287D9-9400-462C-AAA3-B06F2116B7B0}" srcOrd="1" destOrd="0" presId="urn:microsoft.com/office/officeart/2005/8/layout/process2"/>
    <dgm:cxn modelId="{201DE8C1-7A2B-40B5-B9FB-1D85B256B7F0}" type="presOf" srcId="{D5E8C906-2E05-4C4A-B142-343C58C5E5DA}" destId="{389F6E44-B68C-4A2A-A4A8-C351B8FBC764}" srcOrd="0" destOrd="0" presId="urn:microsoft.com/office/officeart/2005/8/layout/process2"/>
    <dgm:cxn modelId="{39701FC3-4028-4F64-9B9E-E9B275B27419}" type="presOf" srcId="{FCF09BEC-6459-4CB3-9095-6327DE8FAEEC}" destId="{7DA10BFB-6D7D-45CD-A25A-69278AF5B766}" srcOrd="0" destOrd="0" presId="urn:microsoft.com/office/officeart/2005/8/layout/process2"/>
    <dgm:cxn modelId="{ADB54FC6-EDC8-4FC2-969E-75E5225D7950}" srcId="{FCF09BEC-6459-4CB3-9095-6327DE8FAEEC}" destId="{D87AF25B-3775-41C2-BEDF-8AE11A941084}" srcOrd="4" destOrd="0" parTransId="{C6A62DE0-EC7F-4B7F-A32C-5243EF50029F}" sibTransId="{47227805-4E84-4FD1-8CBE-1B931E98A208}"/>
    <dgm:cxn modelId="{92285ECE-E505-45D3-9D76-0098E04BA600}" srcId="{FCF09BEC-6459-4CB3-9095-6327DE8FAEEC}" destId="{FC4C7DFB-E770-40A0-9E9E-28A323940A92}" srcOrd="1" destOrd="0" parTransId="{BD3777EA-AEB8-4420-9EAC-6D59B1706CEF}" sibTransId="{FB9B0989-0D8D-4D89-9666-7658CB1DC60B}"/>
    <dgm:cxn modelId="{554213DB-6AA1-4AA5-AF55-291C6A2A915E}" type="presOf" srcId="{FC4C7DFB-E770-40A0-9E9E-28A323940A92}" destId="{5C26CA18-BF5B-46D1-A902-ED5769DDA864}" srcOrd="0" destOrd="0" presId="urn:microsoft.com/office/officeart/2005/8/layout/process2"/>
    <dgm:cxn modelId="{649013E7-27D5-4437-8935-4237387C8D65}" type="presOf" srcId="{B092A5E6-884D-469D-A36D-40CA51917D55}" destId="{A6FD9F03-9D0D-4B74-944E-B95B4F928630}" srcOrd="0" destOrd="0" presId="urn:microsoft.com/office/officeart/2005/8/layout/process2"/>
    <dgm:cxn modelId="{7FF2CEF6-863D-426E-A94A-54B3AEFBD38C}" type="presOf" srcId="{9D3B02F4-6BF1-43B5-92E3-8A60E95181FA}" destId="{B22BF7F5-8622-4E06-ACDE-328CCDE369EE}" srcOrd="0" destOrd="0" presId="urn:microsoft.com/office/officeart/2005/8/layout/process2"/>
    <dgm:cxn modelId="{33CF2A09-82E0-4DC6-B2A2-F45DA39CF586}" type="presParOf" srcId="{7DA10BFB-6D7D-45CD-A25A-69278AF5B766}" destId="{554D6005-4A20-4161-8407-46576E0A947C}" srcOrd="0" destOrd="0" presId="urn:microsoft.com/office/officeart/2005/8/layout/process2"/>
    <dgm:cxn modelId="{E580D627-D8AB-4D2B-BC64-8C87FA3EC25E}" type="presParOf" srcId="{7DA10BFB-6D7D-45CD-A25A-69278AF5B766}" destId="{389F6E44-B68C-4A2A-A4A8-C351B8FBC764}" srcOrd="1" destOrd="0" presId="urn:microsoft.com/office/officeart/2005/8/layout/process2"/>
    <dgm:cxn modelId="{F23EAD07-B011-431A-BA49-4B9E6966B14A}" type="presParOf" srcId="{389F6E44-B68C-4A2A-A4A8-C351B8FBC764}" destId="{1806B4D7-964F-4996-9239-1C7A71327837}" srcOrd="0" destOrd="0" presId="urn:microsoft.com/office/officeart/2005/8/layout/process2"/>
    <dgm:cxn modelId="{EB5B28CB-7CBD-4F59-99BB-21DA819AE1EA}" type="presParOf" srcId="{7DA10BFB-6D7D-45CD-A25A-69278AF5B766}" destId="{5C26CA18-BF5B-46D1-A902-ED5769DDA864}" srcOrd="2" destOrd="0" presId="urn:microsoft.com/office/officeart/2005/8/layout/process2"/>
    <dgm:cxn modelId="{87BC44D2-F728-4BC4-8393-9E0ED79CFEAB}" type="presParOf" srcId="{7DA10BFB-6D7D-45CD-A25A-69278AF5B766}" destId="{93A6CC95-A243-4496-B68D-485AC701D0FD}" srcOrd="3" destOrd="0" presId="urn:microsoft.com/office/officeart/2005/8/layout/process2"/>
    <dgm:cxn modelId="{27B6F323-31DF-4F29-90F1-E987D34D40AF}" type="presParOf" srcId="{93A6CC95-A243-4496-B68D-485AC701D0FD}" destId="{97079AE4-DBE2-4DA5-B17E-7084ADAC1603}" srcOrd="0" destOrd="0" presId="urn:microsoft.com/office/officeart/2005/8/layout/process2"/>
    <dgm:cxn modelId="{8BE5117F-6179-4DA8-987E-4DA14747B243}" type="presParOf" srcId="{7DA10BFB-6D7D-45CD-A25A-69278AF5B766}" destId="{42A4BA61-846B-4394-9ACB-4B52780F6F31}" srcOrd="4" destOrd="0" presId="urn:microsoft.com/office/officeart/2005/8/layout/process2"/>
    <dgm:cxn modelId="{BDDB89DC-E9AF-47DD-AD57-FD1BDA2BEFFD}" type="presParOf" srcId="{7DA10BFB-6D7D-45CD-A25A-69278AF5B766}" destId="{A6FD9F03-9D0D-4B74-944E-B95B4F928630}" srcOrd="5" destOrd="0" presId="urn:microsoft.com/office/officeart/2005/8/layout/process2"/>
    <dgm:cxn modelId="{0253B9DF-2CD7-4F7D-A632-43D051C50B5D}" type="presParOf" srcId="{A6FD9F03-9D0D-4B74-944E-B95B4F928630}" destId="{EA4E81C1-0B9F-4129-8210-E4A4BA02EB11}" srcOrd="0" destOrd="0" presId="urn:microsoft.com/office/officeart/2005/8/layout/process2"/>
    <dgm:cxn modelId="{D24986F4-0CF6-44D0-99D0-4093FE9D5DD8}" type="presParOf" srcId="{7DA10BFB-6D7D-45CD-A25A-69278AF5B766}" destId="{698DC9B6-F2F0-4725-849A-D95D5C322E62}" srcOrd="6" destOrd="0" presId="urn:microsoft.com/office/officeart/2005/8/layout/process2"/>
    <dgm:cxn modelId="{B275645E-F971-4D8C-93D2-5333986AD05D}" type="presParOf" srcId="{7DA10BFB-6D7D-45CD-A25A-69278AF5B766}" destId="{B22BF7F5-8622-4E06-ACDE-328CCDE369EE}" srcOrd="7" destOrd="0" presId="urn:microsoft.com/office/officeart/2005/8/layout/process2"/>
    <dgm:cxn modelId="{536BBE99-3F05-4B0F-8D30-1B17D215013A}" type="presParOf" srcId="{B22BF7F5-8622-4E06-ACDE-328CCDE369EE}" destId="{09B287D9-9400-462C-AAA3-B06F2116B7B0}" srcOrd="0" destOrd="0" presId="urn:microsoft.com/office/officeart/2005/8/layout/process2"/>
    <dgm:cxn modelId="{76144C18-F52E-4985-8B69-42C68D53F64F}" type="presParOf" srcId="{7DA10BFB-6D7D-45CD-A25A-69278AF5B766}" destId="{E59BE66F-C71C-4AA6-B3F4-E6B02F7F2750}" srcOrd="8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5.xml><?xml version="1.0" encoding="utf-8"?>
<dgm:dataModel xmlns:dgm="http://schemas.openxmlformats.org/drawingml/2006/diagram" xmlns:a="http://schemas.openxmlformats.org/drawingml/2006/main">
  <dgm:ptLst>
    <dgm:pt modelId="{FCF09BEC-6459-4CB3-9095-6327DE8FAEEC}" type="doc">
      <dgm:prSet loTypeId="urn:microsoft.com/office/officeart/2005/8/layout/process2" loCatId="process" qsTypeId="urn:microsoft.com/office/officeart/2005/8/quickstyle/simple1" qsCatId="simple" csTypeId="urn:microsoft.com/office/officeart/2005/8/colors/colorful1" csCatId="colorful" phldr="1"/>
      <dgm:spPr/>
    </dgm:pt>
    <dgm:pt modelId="{994AD3E4-73C6-4F3B-9E58-6CDB0BDE5EFC}">
      <dgm:prSet phldrT="[文本]">
        <dgm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zh-CN" altLang="en-US" dirty="0"/>
            <a:t>分析功能流程</a:t>
          </a:r>
        </a:p>
      </dgm:t>
    </dgm:pt>
    <dgm:pt modelId="{E4D61D82-5C00-432A-AB79-96D7C0F51B89}" type="parTrans" cxnId="{DD131C06-BCB4-487A-A05D-9AC060D67180}">
      <dgm:prSet/>
      <dgm:spPr/>
      <dgm:t>
        <a:bodyPr/>
        <a:lstStyle/>
        <a:p>
          <a:endParaRPr lang="zh-CN" altLang="en-US"/>
        </a:p>
      </dgm:t>
    </dgm:pt>
    <dgm:pt modelId="{D5E8C906-2E05-4C4A-B142-343C58C5E5DA}" type="sibTrans" cxnId="{DD131C06-BCB4-487A-A05D-9AC060D67180}">
      <dgm:prSet/>
      <dgm:spPr/>
      <dgm:t>
        <a:bodyPr/>
        <a:lstStyle/>
        <a:p>
          <a:endParaRPr lang="zh-CN" altLang="en-US"/>
        </a:p>
      </dgm:t>
    </dgm:pt>
    <dgm:pt modelId="{FC4C7DFB-E770-40A0-9E9E-28A323940A92}">
      <dgm:prSet phldrT="[文本]">
        <dgm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zh-CN" altLang="en-US"/>
            <a:t>分析业务流程，找出实体</a:t>
          </a:r>
          <a:endParaRPr lang="zh-CN" altLang="en-US" dirty="0"/>
        </a:p>
      </dgm:t>
    </dgm:pt>
    <dgm:pt modelId="{BD3777EA-AEB8-4420-9EAC-6D59B1706CEF}" type="parTrans" cxnId="{92285ECE-E505-45D3-9D76-0098E04BA600}">
      <dgm:prSet/>
      <dgm:spPr/>
      <dgm:t>
        <a:bodyPr/>
        <a:lstStyle/>
        <a:p>
          <a:endParaRPr lang="zh-CN" altLang="en-US"/>
        </a:p>
      </dgm:t>
    </dgm:pt>
    <dgm:pt modelId="{FB9B0989-0D8D-4D89-9666-7658CB1DC60B}" type="sibTrans" cxnId="{92285ECE-E505-45D3-9D76-0098E04BA600}">
      <dgm:prSet/>
      <dgm:spPr/>
      <dgm:t>
        <a:bodyPr/>
        <a:lstStyle/>
        <a:p>
          <a:endParaRPr lang="zh-CN" altLang="en-US"/>
        </a:p>
      </dgm:t>
    </dgm:pt>
    <dgm:pt modelId="{4CF922A2-6F5A-4DF4-B49D-B05332D39242}">
      <dgm:prSet phldrT="[文本]">
        <dgm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zh-CN" altLang="en-US" dirty="0"/>
            <a:t>分析实体之间的关系</a:t>
          </a:r>
        </a:p>
      </dgm:t>
    </dgm:pt>
    <dgm:pt modelId="{8240D7D1-EE66-414E-8667-E43F543117AB}" type="parTrans" cxnId="{45572C2B-E687-4D22-BE25-AD93CD5064AC}">
      <dgm:prSet/>
      <dgm:spPr/>
      <dgm:t>
        <a:bodyPr/>
        <a:lstStyle/>
        <a:p>
          <a:endParaRPr lang="zh-CN" altLang="en-US"/>
        </a:p>
      </dgm:t>
    </dgm:pt>
    <dgm:pt modelId="{9D3B02F4-6BF1-43B5-92E3-8A60E95181FA}" type="sibTrans" cxnId="{45572C2B-E687-4D22-BE25-AD93CD5064AC}">
      <dgm:prSet/>
      <dgm:spPr/>
      <dgm:t>
        <a:bodyPr/>
        <a:lstStyle/>
        <a:p>
          <a:endParaRPr lang="zh-CN" altLang="en-US"/>
        </a:p>
      </dgm:t>
    </dgm:pt>
    <dgm:pt modelId="{D747891C-00B3-4192-A29A-B8A1B005D482}">
      <dgm:prSet phldrT="[文本]">
        <dgm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zh-CN" altLang="en-US" dirty="0"/>
            <a:t>分析实体的属性</a:t>
          </a:r>
        </a:p>
      </dgm:t>
    </dgm:pt>
    <dgm:pt modelId="{FB1C4CAC-A329-4A6A-A218-DC5229DC2EEC}" type="parTrans" cxnId="{77A707AF-C97E-4DFF-9501-FA98EECC4D05}">
      <dgm:prSet/>
      <dgm:spPr/>
      <dgm:t>
        <a:bodyPr/>
        <a:lstStyle/>
        <a:p>
          <a:endParaRPr lang="zh-CN" altLang="en-US"/>
        </a:p>
      </dgm:t>
    </dgm:pt>
    <dgm:pt modelId="{B092A5E6-884D-469D-A36D-40CA51917D55}" type="sibTrans" cxnId="{77A707AF-C97E-4DFF-9501-FA98EECC4D05}">
      <dgm:prSet/>
      <dgm:spPr/>
      <dgm:t>
        <a:bodyPr/>
        <a:lstStyle/>
        <a:p>
          <a:endParaRPr lang="zh-CN" altLang="en-US"/>
        </a:p>
      </dgm:t>
    </dgm:pt>
    <dgm:pt modelId="{D87AF25B-3775-41C2-BEDF-8AE11A941084}">
      <dgm:prSet phldrT="[文本]"/>
      <dgm:spPr/>
      <dgm:t>
        <a:bodyPr/>
        <a:lstStyle/>
        <a:p>
          <a:r>
            <a:rPr lang="zh-CN" altLang="en-US" dirty="0"/>
            <a:t>绘制</a:t>
          </a:r>
          <a:r>
            <a:rPr lang="en-US" altLang="zh-CN" dirty="0"/>
            <a:t>ER</a:t>
          </a:r>
          <a:r>
            <a:rPr lang="zh-CN" altLang="en-US" dirty="0"/>
            <a:t>图</a:t>
          </a:r>
        </a:p>
      </dgm:t>
    </dgm:pt>
    <dgm:pt modelId="{C6A62DE0-EC7F-4B7F-A32C-5243EF50029F}" type="parTrans" cxnId="{ADB54FC6-EDC8-4FC2-969E-75E5225D7950}">
      <dgm:prSet/>
      <dgm:spPr/>
      <dgm:t>
        <a:bodyPr/>
        <a:lstStyle/>
        <a:p>
          <a:endParaRPr lang="zh-CN" altLang="en-US"/>
        </a:p>
      </dgm:t>
    </dgm:pt>
    <dgm:pt modelId="{47227805-4E84-4FD1-8CBE-1B931E98A208}" type="sibTrans" cxnId="{ADB54FC6-EDC8-4FC2-969E-75E5225D7950}">
      <dgm:prSet/>
      <dgm:spPr/>
      <dgm:t>
        <a:bodyPr/>
        <a:lstStyle/>
        <a:p>
          <a:endParaRPr lang="zh-CN" altLang="en-US"/>
        </a:p>
      </dgm:t>
    </dgm:pt>
    <dgm:pt modelId="{7DA10BFB-6D7D-45CD-A25A-69278AF5B766}" type="pres">
      <dgm:prSet presAssocID="{FCF09BEC-6459-4CB3-9095-6327DE8FAEEC}" presName="linearFlow" presStyleCnt="0">
        <dgm:presLayoutVars>
          <dgm:resizeHandles val="exact"/>
        </dgm:presLayoutVars>
      </dgm:prSet>
      <dgm:spPr/>
    </dgm:pt>
    <dgm:pt modelId="{554D6005-4A20-4161-8407-46576E0A947C}" type="pres">
      <dgm:prSet presAssocID="{994AD3E4-73C6-4F3B-9E58-6CDB0BDE5EFC}" presName="node" presStyleLbl="node1" presStyleIdx="0" presStyleCnt="5" custScaleX="194703">
        <dgm:presLayoutVars>
          <dgm:bulletEnabled val="1"/>
        </dgm:presLayoutVars>
      </dgm:prSet>
      <dgm:spPr/>
    </dgm:pt>
    <dgm:pt modelId="{389F6E44-B68C-4A2A-A4A8-C351B8FBC764}" type="pres">
      <dgm:prSet presAssocID="{D5E8C906-2E05-4C4A-B142-343C58C5E5DA}" presName="sibTrans" presStyleLbl="sibTrans2D1" presStyleIdx="0" presStyleCnt="4"/>
      <dgm:spPr/>
    </dgm:pt>
    <dgm:pt modelId="{1806B4D7-964F-4996-9239-1C7A71327837}" type="pres">
      <dgm:prSet presAssocID="{D5E8C906-2E05-4C4A-B142-343C58C5E5DA}" presName="connectorText" presStyleLbl="sibTrans2D1" presStyleIdx="0" presStyleCnt="4"/>
      <dgm:spPr/>
    </dgm:pt>
    <dgm:pt modelId="{5C26CA18-BF5B-46D1-A902-ED5769DDA864}" type="pres">
      <dgm:prSet presAssocID="{FC4C7DFB-E770-40A0-9E9E-28A323940A92}" presName="node" presStyleLbl="node1" presStyleIdx="1" presStyleCnt="5" custScaleX="194703">
        <dgm:presLayoutVars>
          <dgm:bulletEnabled val="1"/>
        </dgm:presLayoutVars>
      </dgm:prSet>
      <dgm:spPr/>
    </dgm:pt>
    <dgm:pt modelId="{93A6CC95-A243-4496-B68D-485AC701D0FD}" type="pres">
      <dgm:prSet presAssocID="{FB9B0989-0D8D-4D89-9666-7658CB1DC60B}" presName="sibTrans" presStyleLbl="sibTrans2D1" presStyleIdx="1" presStyleCnt="4"/>
      <dgm:spPr/>
    </dgm:pt>
    <dgm:pt modelId="{97079AE4-DBE2-4DA5-B17E-7084ADAC1603}" type="pres">
      <dgm:prSet presAssocID="{FB9B0989-0D8D-4D89-9666-7658CB1DC60B}" presName="connectorText" presStyleLbl="sibTrans2D1" presStyleIdx="1" presStyleCnt="4"/>
      <dgm:spPr/>
    </dgm:pt>
    <dgm:pt modelId="{42A4BA61-846B-4394-9ACB-4B52780F6F31}" type="pres">
      <dgm:prSet presAssocID="{D747891C-00B3-4192-A29A-B8A1B005D482}" presName="node" presStyleLbl="node1" presStyleIdx="2" presStyleCnt="5" custScaleX="194703">
        <dgm:presLayoutVars>
          <dgm:bulletEnabled val="1"/>
        </dgm:presLayoutVars>
      </dgm:prSet>
      <dgm:spPr/>
    </dgm:pt>
    <dgm:pt modelId="{A6FD9F03-9D0D-4B74-944E-B95B4F928630}" type="pres">
      <dgm:prSet presAssocID="{B092A5E6-884D-469D-A36D-40CA51917D55}" presName="sibTrans" presStyleLbl="sibTrans2D1" presStyleIdx="2" presStyleCnt="4"/>
      <dgm:spPr/>
    </dgm:pt>
    <dgm:pt modelId="{EA4E81C1-0B9F-4129-8210-E4A4BA02EB11}" type="pres">
      <dgm:prSet presAssocID="{B092A5E6-884D-469D-A36D-40CA51917D55}" presName="connectorText" presStyleLbl="sibTrans2D1" presStyleIdx="2" presStyleCnt="4"/>
      <dgm:spPr/>
    </dgm:pt>
    <dgm:pt modelId="{698DC9B6-F2F0-4725-849A-D95D5C322E62}" type="pres">
      <dgm:prSet presAssocID="{4CF922A2-6F5A-4DF4-B49D-B05332D39242}" presName="node" presStyleLbl="node1" presStyleIdx="3" presStyleCnt="5" custScaleX="194703">
        <dgm:presLayoutVars>
          <dgm:bulletEnabled val="1"/>
        </dgm:presLayoutVars>
      </dgm:prSet>
      <dgm:spPr/>
    </dgm:pt>
    <dgm:pt modelId="{B22BF7F5-8622-4E06-ACDE-328CCDE369EE}" type="pres">
      <dgm:prSet presAssocID="{9D3B02F4-6BF1-43B5-92E3-8A60E95181FA}" presName="sibTrans" presStyleLbl="sibTrans2D1" presStyleIdx="3" presStyleCnt="4"/>
      <dgm:spPr/>
    </dgm:pt>
    <dgm:pt modelId="{09B287D9-9400-462C-AAA3-B06F2116B7B0}" type="pres">
      <dgm:prSet presAssocID="{9D3B02F4-6BF1-43B5-92E3-8A60E95181FA}" presName="connectorText" presStyleLbl="sibTrans2D1" presStyleIdx="3" presStyleCnt="4"/>
      <dgm:spPr/>
    </dgm:pt>
    <dgm:pt modelId="{E59BE66F-C71C-4AA6-B3F4-E6B02F7F2750}" type="pres">
      <dgm:prSet presAssocID="{D87AF25B-3775-41C2-BEDF-8AE11A941084}" presName="node" presStyleLbl="node1" presStyleIdx="4" presStyleCnt="5" custScaleX="194703">
        <dgm:presLayoutVars>
          <dgm:bulletEnabled val="1"/>
        </dgm:presLayoutVars>
      </dgm:prSet>
      <dgm:spPr/>
    </dgm:pt>
  </dgm:ptLst>
  <dgm:cxnLst>
    <dgm:cxn modelId="{DD131C06-BCB4-487A-A05D-9AC060D67180}" srcId="{FCF09BEC-6459-4CB3-9095-6327DE8FAEEC}" destId="{994AD3E4-73C6-4F3B-9E58-6CDB0BDE5EFC}" srcOrd="0" destOrd="0" parTransId="{E4D61D82-5C00-432A-AB79-96D7C0F51B89}" sibTransId="{D5E8C906-2E05-4C4A-B142-343C58C5E5DA}"/>
    <dgm:cxn modelId="{0F49E809-E7B3-4397-8C2E-BD6464B15557}" type="presOf" srcId="{FB9B0989-0D8D-4D89-9666-7658CB1DC60B}" destId="{93A6CC95-A243-4496-B68D-485AC701D0FD}" srcOrd="0" destOrd="0" presId="urn:microsoft.com/office/officeart/2005/8/layout/process2"/>
    <dgm:cxn modelId="{AE2ED41B-CE3E-4AB2-B2CF-65310D54FA58}" type="presOf" srcId="{B092A5E6-884D-469D-A36D-40CA51917D55}" destId="{EA4E81C1-0B9F-4129-8210-E4A4BA02EB11}" srcOrd="1" destOrd="0" presId="urn:microsoft.com/office/officeart/2005/8/layout/process2"/>
    <dgm:cxn modelId="{45572C2B-E687-4D22-BE25-AD93CD5064AC}" srcId="{FCF09BEC-6459-4CB3-9095-6327DE8FAEEC}" destId="{4CF922A2-6F5A-4DF4-B49D-B05332D39242}" srcOrd="3" destOrd="0" parTransId="{8240D7D1-EE66-414E-8667-E43F543117AB}" sibTransId="{9D3B02F4-6BF1-43B5-92E3-8A60E95181FA}"/>
    <dgm:cxn modelId="{4069FD3D-E1E2-4E48-A85C-B1166373CA47}" type="presOf" srcId="{994AD3E4-73C6-4F3B-9E58-6CDB0BDE5EFC}" destId="{554D6005-4A20-4161-8407-46576E0A947C}" srcOrd="0" destOrd="0" presId="urn:microsoft.com/office/officeart/2005/8/layout/process2"/>
    <dgm:cxn modelId="{F0DF2F6D-DBA0-4A78-BC60-04872C0F9515}" type="presOf" srcId="{4CF922A2-6F5A-4DF4-B49D-B05332D39242}" destId="{698DC9B6-F2F0-4725-849A-D95D5C322E62}" srcOrd="0" destOrd="0" presId="urn:microsoft.com/office/officeart/2005/8/layout/process2"/>
    <dgm:cxn modelId="{FECBC573-7F86-4903-B81B-316FF7BE6456}" type="presOf" srcId="{D747891C-00B3-4192-A29A-B8A1B005D482}" destId="{42A4BA61-846B-4394-9ACB-4B52780F6F31}" srcOrd="0" destOrd="0" presId="urn:microsoft.com/office/officeart/2005/8/layout/process2"/>
    <dgm:cxn modelId="{DFA0D37A-99DA-48EA-B1DB-C4EE8A77D494}" type="presOf" srcId="{FB9B0989-0D8D-4D89-9666-7658CB1DC60B}" destId="{97079AE4-DBE2-4DA5-B17E-7084ADAC1603}" srcOrd="1" destOrd="0" presId="urn:microsoft.com/office/officeart/2005/8/layout/process2"/>
    <dgm:cxn modelId="{D362C289-4DFB-4B61-BAF7-81208634A49C}" type="presOf" srcId="{D87AF25B-3775-41C2-BEDF-8AE11A941084}" destId="{E59BE66F-C71C-4AA6-B3F4-E6B02F7F2750}" srcOrd="0" destOrd="0" presId="urn:microsoft.com/office/officeart/2005/8/layout/process2"/>
    <dgm:cxn modelId="{F366278B-F64E-42A7-8764-E60F01C65B85}" type="presOf" srcId="{D5E8C906-2E05-4C4A-B142-343C58C5E5DA}" destId="{1806B4D7-964F-4996-9239-1C7A71327837}" srcOrd="1" destOrd="0" presId="urn:microsoft.com/office/officeart/2005/8/layout/process2"/>
    <dgm:cxn modelId="{77A707AF-C97E-4DFF-9501-FA98EECC4D05}" srcId="{FCF09BEC-6459-4CB3-9095-6327DE8FAEEC}" destId="{D747891C-00B3-4192-A29A-B8A1B005D482}" srcOrd="2" destOrd="0" parTransId="{FB1C4CAC-A329-4A6A-A218-DC5229DC2EEC}" sibTransId="{B092A5E6-884D-469D-A36D-40CA51917D55}"/>
    <dgm:cxn modelId="{2131E5BD-0F49-4553-B1B2-AEB23E6B4931}" type="presOf" srcId="{9D3B02F4-6BF1-43B5-92E3-8A60E95181FA}" destId="{09B287D9-9400-462C-AAA3-B06F2116B7B0}" srcOrd="1" destOrd="0" presId="urn:microsoft.com/office/officeart/2005/8/layout/process2"/>
    <dgm:cxn modelId="{201DE8C1-7A2B-40B5-B9FB-1D85B256B7F0}" type="presOf" srcId="{D5E8C906-2E05-4C4A-B142-343C58C5E5DA}" destId="{389F6E44-B68C-4A2A-A4A8-C351B8FBC764}" srcOrd="0" destOrd="0" presId="urn:microsoft.com/office/officeart/2005/8/layout/process2"/>
    <dgm:cxn modelId="{39701FC3-4028-4F64-9B9E-E9B275B27419}" type="presOf" srcId="{FCF09BEC-6459-4CB3-9095-6327DE8FAEEC}" destId="{7DA10BFB-6D7D-45CD-A25A-69278AF5B766}" srcOrd="0" destOrd="0" presId="urn:microsoft.com/office/officeart/2005/8/layout/process2"/>
    <dgm:cxn modelId="{ADB54FC6-EDC8-4FC2-969E-75E5225D7950}" srcId="{FCF09BEC-6459-4CB3-9095-6327DE8FAEEC}" destId="{D87AF25B-3775-41C2-BEDF-8AE11A941084}" srcOrd="4" destOrd="0" parTransId="{C6A62DE0-EC7F-4B7F-A32C-5243EF50029F}" sibTransId="{47227805-4E84-4FD1-8CBE-1B931E98A208}"/>
    <dgm:cxn modelId="{92285ECE-E505-45D3-9D76-0098E04BA600}" srcId="{FCF09BEC-6459-4CB3-9095-6327DE8FAEEC}" destId="{FC4C7DFB-E770-40A0-9E9E-28A323940A92}" srcOrd="1" destOrd="0" parTransId="{BD3777EA-AEB8-4420-9EAC-6D59B1706CEF}" sibTransId="{FB9B0989-0D8D-4D89-9666-7658CB1DC60B}"/>
    <dgm:cxn modelId="{554213DB-6AA1-4AA5-AF55-291C6A2A915E}" type="presOf" srcId="{FC4C7DFB-E770-40A0-9E9E-28A323940A92}" destId="{5C26CA18-BF5B-46D1-A902-ED5769DDA864}" srcOrd="0" destOrd="0" presId="urn:microsoft.com/office/officeart/2005/8/layout/process2"/>
    <dgm:cxn modelId="{649013E7-27D5-4437-8935-4237387C8D65}" type="presOf" srcId="{B092A5E6-884D-469D-A36D-40CA51917D55}" destId="{A6FD9F03-9D0D-4B74-944E-B95B4F928630}" srcOrd="0" destOrd="0" presId="urn:microsoft.com/office/officeart/2005/8/layout/process2"/>
    <dgm:cxn modelId="{7FF2CEF6-863D-426E-A94A-54B3AEFBD38C}" type="presOf" srcId="{9D3B02F4-6BF1-43B5-92E3-8A60E95181FA}" destId="{B22BF7F5-8622-4E06-ACDE-328CCDE369EE}" srcOrd="0" destOrd="0" presId="urn:microsoft.com/office/officeart/2005/8/layout/process2"/>
    <dgm:cxn modelId="{33CF2A09-82E0-4DC6-B2A2-F45DA39CF586}" type="presParOf" srcId="{7DA10BFB-6D7D-45CD-A25A-69278AF5B766}" destId="{554D6005-4A20-4161-8407-46576E0A947C}" srcOrd="0" destOrd="0" presId="urn:microsoft.com/office/officeart/2005/8/layout/process2"/>
    <dgm:cxn modelId="{E580D627-D8AB-4D2B-BC64-8C87FA3EC25E}" type="presParOf" srcId="{7DA10BFB-6D7D-45CD-A25A-69278AF5B766}" destId="{389F6E44-B68C-4A2A-A4A8-C351B8FBC764}" srcOrd="1" destOrd="0" presId="urn:microsoft.com/office/officeart/2005/8/layout/process2"/>
    <dgm:cxn modelId="{F23EAD07-B011-431A-BA49-4B9E6966B14A}" type="presParOf" srcId="{389F6E44-B68C-4A2A-A4A8-C351B8FBC764}" destId="{1806B4D7-964F-4996-9239-1C7A71327837}" srcOrd="0" destOrd="0" presId="urn:microsoft.com/office/officeart/2005/8/layout/process2"/>
    <dgm:cxn modelId="{EB5B28CB-7CBD-4F59-99BB-21DA819AE1EA}" type="presParOf" srcId="{7DA10BFB-6D7D-45CD-A25A-69278AF5B766}" destId="{5C26CA18-BF5B-46D1-A902-ED5769DDA864}" srcOrd="2" destOrd="0" presId="urn:microsoft.com/office/officeart/2005/8/layout/process2"/>
    <dgm:cxn modelId="{87BC44D2-F728-4BC4-8393-9E0ED79CFEAB}" type="presParOf" srcId="{7DA10BFB-6D7D-45CD-A25A-69278AF5B766}" destId="{93A6CC95-A243-4496-B68D-485AC701D0FD}" srcOrd="3" destOrd="0" presId="urn:microsoft.com/office/officeart/2005/8/layout/process2"/>
    <dgm:cxn modelId="{27B6F323-31DF-4F29-90F1-E987D34D40AF}" type="presParOf" srcId="{93A6CC95-A243-4496-B68D-485AC701D0FD}" destId="{97079AE4-DBE2-4DA5-B17E-7084ADAC1603}" srcOrd="0" destOrd="0" presId="urn:microsoft.com/office/officeart/2005/8/layout/process2"/>
    <dgm:cxn modelId="{8BE5117F-6179-4DA8-987E-4DA14747B243}" type="presParOf" srcId="{7DA10BFB-6D7D-45CD-A25A-69278AF5B766}" destId="{42A4BA61-846B-4394-9ACB-4B52780F6F31}" srcOrd="4" destOrd="0" presId="urn:microsoft.com/office/officeart/2005/8/layout/process2"/>
    <dgm:cxn modelId="{BDDB89DC-E9AF-47DD-AD57-FD1BDA2BEFFD}" type="presParOf" srcId="{7DA10BFB-6D7D-45CD-A25A-69278AF5B766}" destId="{A6FD9F03-9D0D-4B74-944E-B95B4F928630}" srcOrd="5" destOrd="0" presId="urn:microsoft.com/office/officeart/2005/8/layout/process2"/>
    <dgm:cxn modelId="{0253B9DF-2CD7-4F7D-A632-43D051C50B5D}" type="presParOf" srcId="{A6FD9F03-9D0D-4B74-944E-B95B4F928630}" destId="{EA4E81C1-0B9F-4129-8210-E4A4BA02EB11}" srcOrd="0" destOrd="0" presId="urn:microsoft.com/office/officeart/2005/8/layout/process2"/>
    <dgm:cxn modelId="{D24986F4-0CF6-44D0-99D0-4093FE9D5DD8}" type="presParOf" srcId="{7DA10BFB-6D7D-45CD-A25A-69278AF5B766}" destId="{698DC9B6-F2F0-4725-849A-D95D5C322E62}" srcOrd="6" destOrd="0" presId="urn:microsoft.com/office/officeart/2005/8/layout/process2"/>
    <dgm:cxn modelId="{B275645E-F971-4D8C-93D2-5333986AD05D}" type="presParOf" srcId="{7DA10BFB-6D7D-45CD-A25A-69278AF5B766}" destId="{B22BF7F5-8622-4E06-ACDE-328CCDE369EE}" srcOrd="7" destOrd="0" presId="urn:microsoft.com/office/officeart/2005/8/layout/process2"/>
    <dgm:cxn modelId="{536BBE99-3F05-4B0F-8D30-1B17D215013A}" type="presParOf" srcId="{B22BF7F5-8622-4E06-ACDE-328CCDE369EE}" destId="{09B287D9-9400-462C-AAA3-B06F2116B7B0}" srcOrd="0" destOrd="0" presId="urn:microsoft.com/office/officeart/2005/8/layout/process2"/>
    <dgm:cxn modelId="{76144C18-F52E-4985-8B69-42C68D53F64F}" type="presParOf" srcId="{7DA10BFB-6D7D-45CD-A25A-69278AF5B766}" destId="{E59BE66F-C71C-4AA6-B3F4-E6B02F7F2750}" srcOrd="8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6.xml><?xml version="1.0" encoding="utf-8"?>
<dgm:dataModel xmlns:dgm="http://schemas.openxmlformats.org/drawingml/2006/diagram" xmlns:a="http://schemas.openxmlformats.org/drawingml/2006/main">
  <dgm:ptLst>
    <dgm:pt modelId="{069DE592-DFAE-4AE5-98E2-F9E460CAB1CF}" type="doc">
      <dgm:prSet loTypeId="urn:microsoft.com/office/officeart/2009/3/layout/IncreasingArrowsProcess" loCatId="process" qsTypeId="urn:microsoft.com/office/officeart/2005/8/quickstyle/simple1" qsCatId="simple" csTypeId="urn:microsoft.com/office/officeart/2005/8/colors/accent1_2" csCatId="accent1" phldr="1"/>
      <dgm:spPr/>
    </dgm:pt>
    <dgm:pt modelId="{2C8A29F2-C058-4DC4-9DD7-2868EBF4D5A3}">
      <dgm:prSet phldrT="[文本]"/>
      <dgm:spPr/>
      <dgm:t>
        <a:bodyPr/>
        <a:lstStyle/>
        <a:p>
          <a:r>
            <a:rPr lang="zh-CN" altLang="en-US"/>
            <a:t>概念数据模型</a:t>
          </a:r>
        </a:p>
      </dgm:t>
    </dgm:pt>
    <dgm:pt modelId="{10EDF7FC-4C1F-45F5-9E13-8F4AF7F2FCA1}" type="parTrans" cxnId="{422B2F5A-6327-40D0-862A-F1CE5E6A52BE}">
      <dgm:prSet/>
      <dgm:spPr/>
      <dgm:t>
        <a:bodyPr/>
        <a:lstStyle/>
        <a:p>
          <a:endParaRPr lang="zh-CN" altLang="en-US"/>
        </a:p>
      </dgm:t>
    </dgm:pt>
    <dgm:pt modelId="{1E4ABD8B-0075-4348-AAF5-DAA9D81CBC52}" type="sibTrans" cxnId="{422B2F5A-6327-40D0-862A-F1CE5E6A52BE}">
      <dgm:prSet/>
      <dgm:spPr/>
      <dgm:t>
        <a:bodyPr/>
        <a:lstStyle/>
        <a:p>
          <a:endParaRPr lang="zh-CN" altLang="en-US"/>
        </a:p>
      </dgm:t>
    </dgm:pt>
    <dgm:pt modelId="{0E08AA44-1524-4F80-8B3A-E73589573E3A}">
      <dgm:prSet phldrT="[文本]"/>
      <dgm:spPr/>
      <dgm:t>
        <a:bodyPr/>
        <a:lstStyle/>
        <a:p>
          <a:r>
            <a:rPr lang="zh-CN" altLang="en-US"/>
            <a:t>逻辑数据模型</a:t>
          </a:r>
        </a:p>
      </dgm:t>
    </dgm:pt>
    <dgm:pt modelId="{67BB1EB5-73DB-487B-B933-61E8ED8367EF}" type="parTrans" cxnId="{43A12573-35CE-4372-8F98-ED0EA12E7518}">
      <dgm:prSet/>
      <dgm:spPr/>
      <dgm:t>
        <a:bodyPr/>
        <a:lstStyle/>
        <a:p>
          <a:endParaRPr lang="zh-CN" altLang="en-US"/>
        </a:p>
      </dgm:t>
    </dgm:pt>
    <dgm:pt modelId="{53FA5226-58C8-46A0-AC86-BC51BE6C7D2C}" type="sibTrans" cxnId="{43A12573-35CE-4372-8F98-ED0EA12E7518}">
      <dgm:prSet/>
      <dgm:spPr/>
      <dgm:t>
        <a:bodyPr/>
        <a:lstStyle/>
        <a:p>
          <a:endParaRPr lang="zh-CN" altLang="en-US"/>
        </a:p>
      </dgm:t>
    </dgm:pt>
    <dgm:pt modelId="{A5F21930-6452-4576-90AC-79A12D880B6F}">
      <dgm:prSet phldrT="[文本]"/>
      <dgm:spPr/>
      <dgm:t>
        <a:bodyPr/>
        <a:lstStyle/>
        <a:p>
          <a:r>
            <a:rPr lang="zh-CN" altLang="en-US"/>
            <a:t>物理数据模型</a:t>
          </a:r>
        </a:p>
      </dgm:t>
    </dgm:pt>
    <dgm:pt modelId="{C77C19DD-C9B7-4B69-9BDF-56502F8A72A2}" type="parTrans" cxnId="{7B2A2940-B279-4D14-99EE-A260C60CD1CE}">
      <dgm:prSet/>
      <dgm:spPr/>
      <dgm:t>
        <a:bodyPr/>
        <a:lstStyle/>
        <a:p>
          <a:endParaRPr lang="zh-CN" altLang="en-US"/>
        </a:p>
      </dgm:t>
    </dgm:pt>
    <dgm:pt modelId="{3E246B48-D8EA-406F-B867-8584FAF2E7C6}" type="sibTrans" cxnId="{7B2A2940-B279-4D14-99EE-A260C60CD1CE}">
      <dgm:prSet/>
      <dgm:spPr/>
      <dgm:t>
        <a:bodyPr/>
        <a:lstStyle/>
        <a:p>
          <a:endParaRPr lang="zh-CN" altLang="en-US"/>
        </a:p>
      </dgm:t>
    </dgm:pt>
    <dgm:pt modelId="{CB5F2009-CB21-4FDF-A0AF-09086D2A9310}">
      <dgm:prSet phldrT="[文本]"/>
      <dgm:spPr/>
      <dgm:t>
        <a:bodyPr/>
        <a:lstStyle/>
        <a:p>
          <a:r>
            <a:rPr lang="zh-CN" altLang="en-US">
              <a:solidFill>
                <a:schemeClr val="tx1"/>
              </a:solidFill>
            </a:rPr>
            <a:t>常用：</a:t>
          </a:r>
          <a:r>
            <a:rPr lang="en-US" altLang="zh-CN">
              <a:solidFill>
                <a:srgbClr val="FF0000"/>
              </a:solidFill>
            </a:rPr>
            <a:t>ER</a:t>
          </a:r>
          <a:r>
            <a:rPr lang="zh-CN" altLang="en-US">
              <a:solidFill>
                <a:srgbClr val="FF0000"/>
              </a:solidFill>
            </a:rPr>
            <a:t>图</a:t>
          </a:r>
        </a:p>
      </dgm:t>
    </dgm:pt>
    <dgm:pt modelId="{286E629D-E139-4BCD-944A-954610B00054}" type="parTrans" cxnId="{06F8E2D9-D767-466B-9BE5-C3FBBA1A9682}">
      <dgm:prSet/>
      <dgm:spPr/>
      <dgm:t>
        <a:bodyPr/>
        <a:lstStyle/>
        <a:p>
          <a:endParaRPr lang="zh-CN" altLang="en-US"/>
        </a:p>
      </dgm:t>
    </dgm:pt>
    <dgm:pt modelId="{E47FF16C-F976-4BF3-BA64-77B2886AF7FD}" type="sibTrans" cxnId="{06F8E2D9-D767-466B-9BE5-C3FBBA1A9682}">
      <dgm:prSet/>
      <dgm:spPr/>
      <dgm:t>
        <a:bodyPr/>
        <a:lstStyle/>
        <a:p>
          <a:endParaRPr lang="zh-CN" altLang="en-US"/>
        </a:p>
      </dgm:t>
    </dgm:pt>
    <dgm:pt modelId="{0C92F587-F5F3-43FE-AC5E-41CB55E61091}">
      <dgm:prSet phldrT="[文本]"/>
      <dgm:spPr/>
      <dgm:t>
        <a:bodyPr/>
        <a:lstStyle/>
        <a:p>
          <a:r>
            <a:rPr lang="zh-CN" altLang="en-US"/>
            <a:t>层次、网状、</a:t>
          </a:r>
          <a:r>
            <a:rPr lang="zh-CN" altLang="en-US">
              <a:solidFill>
                <a:srgbClr val="FF0000"/>
              </a:solidFill>
            </a:rPr>
            <a:t>关系</a:t>
          </a:r>
        </a:p>
      </dgm:t>
    </dgm:pt>
    <dgm:pt modelId="{B45535DA-1235-4D7E-8C1C-5DFFF597C6BC}" type="parTrans" cxnId="{793576AC-678C-4FEB-BC38-93A9FB743C6F}">
      <dgm:prSet/>
      <dgm:spPr/>
      <dgm:t>
        <a:bodyPr/>
        <a:lstStyle/>
        <a:p>
          <a:endParaRPr lang="zh-CN" altLang="en-US"/>
        </a:p>
      </dgm:t>
    </dgm:pt>
    <dgm:pt modelId="{D793C7C8-3947-4F8F-A39C-742CEE698122}" type="sibTrans" cxnId="{793576AC-678C-4FEB-BC38-93A9FB743C6F}">
      <dgm:prSet/>
      <dgm:spPr/>
      <dgm:t>
        <a:bodyPr/>
        <a:lstStyle/>
        <a:p>
          <a:endParaRPr lang="zh-CN" altLang="en-US"/>
        </a:p>
      </dgm:t>
    </dgm:pt>
    <dgm:pt modelId="{0E3C2FCB-1036-4F9A-96A6-DFA49538EE25}">
      <dgm:prSet phldrT="[文本]"/>
      <dgm:spPr/>
      <dgm:t>
        <a:bodyPr/>
        <a:lstStyle/>
        <a:p>
          <a:r>
            <a:rPr lang="zh-CN" altLang="en-US"/>
            <a:t>如：</a:t>
          </a:r>
          <a:r>
            <a:rPr lang="en-US" altLang="zh-CN"/>
            <a:t>mysql</a:t>
          </a:r>
          <a:r>
            <a:rPr lang="zh-CN" altLang="en-US"/>
            <a:t>、</a:t>
          </a:r>
          <a:r>
            <a:rPr lang="en-US" altLang="zh-CN"/>
            <a:t>SQLServer</a:t>
          </a:r>
          <a:endParaRPr lang="zh-CN" altLang="en-US"/>
        </a:p>
      </dgm:t>
    </dgm:pt>
    <dgm:pt modelId="{163ACB27-2B95-4CC3-A3A9-6B4EFD00EADA}" type="parTrans" cxnId="{97E9AE7D-1969-40F0-8D91-EAA026908CBB}">
      <dgm:prSet/>
      <dgm:spPr/>
      <dgm:t>
        <a:bodyPr/>
        <a:lstStyle/>
        <a:p>
          <a:endParaRPr lang="zh-CN" altLang="en-US"/>
        </a:p>
      </dgm:t>
    </dgm:pt>
    <dgm:pt modelId="{80D58188-EDE0-46AE-B081-92110F7E9D82}" type="sibTrans" cxnId="{97E9AE7D-1969-40F0-8D91-EAA026908CBB}">
      <dgm:prSet/>
      <dgm:spPr/>
      <dgm:t>
        <a:bodyPr/>
        <a:lstStyle/>
        <a:p>
          <a:endParaRPr lang="zh-CN" altLang="en-US"/>
        </a:p>
      </dgm:t>
    </dgm:pt>
    <dgm:pt modelId="{C3F55E0F-B6A8-486D-8D62-A06EEB384B28}" type="pres">
      <dgm:prSet presAssocID="{069DE592-DFAE-4AE5-98E2-F9E460CAB1CF}" presName="Name0" presStyleCnt="0">
        <dgm:presLayoutVars>
          <dgm:chMax val="5"/>
          <dgm:chPref val="5"/>
          <dgm:dir/>
          <dgm:animLvl val="lvl"/>
        </dgm:presLayoutVars>
      </dgm:prSet>
      <dgm:spPr/>
    </dgm:pt>
    <dgm:pt modelId="{66A0F7B2-D69D-4441-B946-106B20464F6D}" type="pres">
      <dgm:prSet presAssocID="{2C8A29F2-C058-4DC4-9DD7-2868EBF4D5A3}" presName="parentText1" presStyleLbl="node1" presStyleIdx="0" presStyleCnt="3">
        <dgm:presLayoutVars>
          <dgm:chMax/>
          <dgm:chPref val="3"/>
          <dgm:bulletEnabled val="1"/>
        </dgm:presLayoutVars>
      </dgm:prSet>
      <dgm:spPr/>
    </dgm:pt>
    <dgm:pt modelId="{22742D62-0FBB-4B8F-A8EB-C7A3808C4310}" type="pres">
      <dgm:prSet presAssocID="{2C8A29F2-C058-4DC4-9DD7-2868EBF4D5A3}" presName="childText1" presStyleLbl="solidAlignAcc1" presStyleIdx="0" presStyleCnt="3" custLinFactNeighborX="-296" custLinFactNeighborY="-1262">
        <dgm:presLayoutVars>
          <dgm:chMax val="0"/>
          <dgm:chPref val="0"/>
          <dgm:bulletEnabled val="1"/>
        </dgm:presLayoutVars>
      </dgm:prSet>
      <dgm:spPr/>
    </dgm:pt>
    <dgm:pt modelId="{25976CC3-C5B5-4A2A-9366-50125E663A43}" type="pres">
      <dgm:prSet presAssocID="{0E08AA44-1524-4F80-8B3A-E73589573E3A}" presName="parentText2" presStyleLbl="node1" presStyleIdx="1" presStyleCnt="3">
        <dgm:presLayoutVars>
          <dgm:chMax/>
          <dgm:chPref val="3"/>
          <dgm:bulletEnabled val="1"/>
        </dgm:presLayoutVars>
      </dgm:prSet>
      <dgm:spPr/>
    </dgm:pt>
    <dgm:pt modelId="{FAE449E2-C542-49C6-B6F8-DC769205439B}" type="pres">
      <dgm:prSet presAssocID="{0E08AA44-1524-4F80-8B3A-E73589573E3A}" presName="childText2" presStyleLbl="solidAlignAcc1" presStyleIdx="1" presStyleCnt="3">
        <dgm:presLayoutVars>
          <dgm:chMax val="0"/>
          <dgm:chPref val="0"/>
          <dgm:bulletEnabled val="1"/>
        </dgm:presLayoutVars>
      </dgm:prSet>
      <dgm:spPr/>
    </dgm:pt>
    <dgm:pt modelId="{1991CF19-8392-4A4C-84A3-23267F3F5669}" type="pres">
      <dgm:prSet presAssocID="{A5F21930-6452-4576-90AC-79A12D880B6F}" presName="parentText3" presStyleLbl="node1" presStyleIdx="2" presStyleCnt="3">
        <dgm:presLayoutVars>
          <dgm:chMax/>
          <dgm:chPref val="3"/>
          <dgm:bulletEnabled val="1"/>
        </dgm:presLayoutVars>
      </dgm:prSet>
      <dgm:spPr/>
    </dgm:pt>
    <dgm:pt modelId="{1247E716-CA8C-4F8F-B75E-0F4D1F6DA7E4}" type="pres">
      <dgm:prSet presAssocID="{A5F21930-6452-4576-90AC-79A12D880B6F}" presName="childText3" presStyleLbl="solidAlignAcc1" presStyleIdx="2" presStyleCnt="3">
        <dgm:presLayoutVars>
          <dgm:chMax val="0"/>
          <dgm:chPref val="0"/>
          <dgm:bulletEnabled val="1"/>
        </dgm:presLayoutVars>
      </dgm:prSet>
      <dgm:spPr/>
    </dgm:pt>
  </dgm:ptLst>
  <dgm:cxnLst>
    <dgm:cxn modelId="{AE8A9A25-F08D-4A12-B60E-6053BB25CA27}" type="presOf" srcId="{CB5F2009-CB21-4FDF-A0AF-09086D2A9310}" destId="{22742D62-0FBB-4B8F-A8EB-C7A3808C4310}" srcOrd="0" destOrd="0" presId="urn:microsoft.com/office/officeart/2009/3/layout/IncreasingArrowsProcess"/>
    <dgm:cxn modelId="{7372C52A-F8BF-4C30-BC07-293E86AFCE71}" type="presOf" srcId="{069DE592-DFAE-4AE5-98E2-F9E460CAB1CF}" destId="{C3F55E0F-B6A8-486D-8D62-A06EEB384B28}" srcOrd="0" destOrd="0" presId="urn:microsoft.com/office/officeart/2009/3/layout/IncreasingArrowsProcess"/>
    <dgm:cxn modelId="{7B2A2940-B279-4D14-99EE-A260C60CD1CE}" srcId="{069DE592-DFAE-4AE5-98E2-F9E460CAB1CF}" destId="{A5F21930-6452-4576-90AC-79A12D880B6F}" srcOrd="2" destOrd="0" parTransId="{C77C19DD-C9B7-4B69-9BDF-56502F8A72A2}" sibTransId="{3E246B48-D8EA-406F-B867-8584FAF2E7C6}"/>
    <dgm:cxn modelId="{2109CC5C-F97E-43D3-A9A3-DDEC8AAD786B}" type="presOf" srcId="{0E3C2FCB-1036-4F9A-96A6-DFA49538EE25}" destId="{1247E716-CA8C-4F8F-B75E-0F4D1F6DA7E4}" srcOrd="0" destOrd="0" presId="urn:microsoft.com/office/officeart/2009/3/layout/IncreasingArrowsProcess"/>
    <dgm:cxn modelId="{E9D12051-96A5-4123-BBA7-432625E8B051}" type="presOf" srcId="{0E08AA44-1524-4F80-8B3A-E73589573E3A}" destId="{25976CC3-C5B5-4A2A-9366-50125E663A43}" srcOrd="0" destOrd="0" presId="urn:microsoft.com/office/officeart/2009/3/layout/IncreasingArrowsProcess"/>
    <dgm:cxn modelId="{43A12573-35CE-4372-8F98-ED0EA12E7518}" srcId="{069DE592-DFAE-4AE5-98E2-F9E460CAB1CF}" destId="{0E08AA44-1524-4F80-8B3A-E73589573E3A}" srcOrd="1" destOrd="0" parTransId="{67BB1EB5-73DB-487B-B933-61E8ED8367EF}" sibTransId="{53FA5226-58C8-46A0-AC86-BC51BE6C7D2C}"/>
    <dgm:cxn modelId="{5F088E58-1DE2-424D-90D9-350A3A50D1CA}" type="presOf" srcId="{2C8A29F2-C058-4DC4-9DD7-2868EBF4D5A3}" destId="{66A0F7B2-D69D-4441-B946-106B20464F6D}" srcOrd="0" destOrd="0" presId="urn:microsoft.com/office/officeart/2009/3/layout/IncreasingArrowsProcess"/>
    <dgm:cxn modelId="{422B2F5A-6327-40D0-862A-F1CE5E6A52BE}" srcId="{069DE592-DFAE-4AE5-98E2-F9E460CAB1CF}" destId="{2C8A29F2-C058-4DC4-9DD7-2868EBF4D5A3}" srcOrd="0" destOrd="0" parTransId="{10EDF7FC-4C1F-45F5-9E13-8F4AF7F2FCA1}" sibTransId="{1E4ABD8B-0075-4348-AAF5-DAA9D81CBC52}"/>
    <dgm:cxn modelId="{97E9AE7D-1969-40F0-8D91-EAA026908CBB}" srcId="{A5F21930-6452-4576-90AC-79A12D880B6F}" destId="{0E3C2FCB-1036-4F9A-96A6-DFA49538EE25}" srcOrd="0" destOrd="0" parTransId="{163ACB27-2B95-4CC3-A3A9-6B4EFD00EADA}" sibTransId="{80D58188-EDE0-46AE-B081-92110F7E9D82}"/>
    <dgm:cxn modelId="{9E182F9A-7643-4430-B3A4-1BB2C89AF33B}" type="presOf" srcId="{0C92F587-F5F3-43FE-AC5E-41CB55E61091}" destId="{FAE449E2-C542-49C6-B6F8-DC769205439B}" srcOrd="0" destOrd="0" presId="urn:microsoft.com/office/officeart/2009/3/layout/IncreasingArrowsProcess"/>
    <dgm:cxn modelId="{793576AC-678C-4FEB-BC38-93A9FB743C6F}" srcId="{0E08AA44-1524-4F80-8B3A-E73589573E3A}" destId="{0C92F587-F5F3-43FE-AC5E-41CB55E61091}" srcOrd="0" destOrd="0" parTransId="{B45535DA-1235-4D7E-8C1C-5DFFF597C6BC}" sibTransId="{D793C7C8-3947-4F8F-A39C-742CEE698122}"/>
    <dgm:cxn modelId="{06F8E2D9-D767-466B-9BE5-C3FBBA1A9682}" srcId="{2C8A29F2-C058-4DC4-9DD7-2868EBF4D5A3}" destId="{CB5F2009-CB21-4FDF-A0AF-09086D2A9310}" srcOrd="0" destOrd="0" parTransId="{286E629D-E139-4BCD-944A-954610B00054}" sibTransId="{E47FF16C-F976-4BF3-BA64-77B2886AF7FD}"/>
    <dgm:cxn modelId="{2D3BC9E5-6CB3-4A8A-9AE5-5B54E25EEE19}" type="presOf" srcId="{A5F21930-6452-4576-90AC-79A12D880B6F}" destId="{1991CF19-8392-4A4C-84A3-23267F3F5669}" srcOrd="0" destOrd="0" presId="urn:microsoft.com/office/officeart/2009/3/layout/IncreasingArrowsProcess"/>
    <dgm:cxn modelId="{DC2EF33D-02F9-4565-982E-CD0050F8558D}" type="presParOf" srcId="{C3F55E0F-B6A8-486D-8D62-A06EEB384B28}" destId="{66A0F7B2-D69D-4441-B946-106B20464F6D}" srcOrd="0" destOrd="0" presId="urn:microsoft.com/office/officeart/2009/3/layout/IncreasingArrowsProcess"/>
    <dgm:cxn modelId="{D6F8D70B-5753-45B1-A9BB-08D0FEDC78E1}" type="presParOf" srcId="{C3F55E0F-B6A8-486D-8D62-A06EEB384B28}" destId="{22742D62-0FBB-4B8F-A8EB-C7A3808C4310}" srcOrd="1" destOrd="0" presId="urn:microsoft.com/office/officeart/2009/3/layout/IncreasingArrowsProcess"/>
    <dgm:cxn modelId="{38021AC4-4E9F-4EEE-91D5-4421278F1A95}" type="presParOf" srcId="{C3F55E0F-B6A8-486D-8D62-A06EEB384B28}" destId="{25976CC3-C5B5-4A2A-9366-50125E663A43}" srcOrd="2" destOrd="0" presId="urn:microsoft.com/office/officeart/2009/3/layout/IncreasingArrowsProcess"/>
    <dgm:cxn modelId="{3E2C8956-C638-4789-9B82-BBB4DD04EEC0}" type="presParOf" srcId="{C3F55E0F-B6A8-486D-8D62-A06EEB384B28}" destId="{FAE449E2-C542-49C6-B6F8-DC769205439B}" srcOrd="3" destOrd="0" presId="urn:microsoft.com/office/officeart/2009/3/layout/IncreasingArrowsProcess"/>
    <dgm:cxn modelId="{4F8E9464-FB33-4CA0-8C66-0B414E475BF2}" type="presParOf" srcId="{C3F55E0F-B6A8-486D-8D62-A06EEB384B28}" destId="{1991CF19-8392-4A4C-84A3-23267F3F5669}" srcOrd="4" destOrd="0" presId="urn:microsoft.com/office/officeart/2009/3/layout/IncreasingArrowsProcess"/>
    <dgm:cxn modelId="{4733E543-CE8C-415E-8667-39AABC20A580}" type="presParOf" srcId="{C3F55E0F-B6A8-486D-8D62-A06EEB384B28}" destId="{1247E716-CA8C-4F8F-B75E-0F4D1F6DA7E4}" srcOrd="5" destOrd="0" presId="urn:microsoft.com/office/officeart/2009/3/layout/IncreasingArrows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7.xml><?xml version="1.0" encoding="utf-8"?>
<dgm:dataModel xmlns:dgm="http://schemas.openxmlformats.org/drawingml/2006/diagram" xmlns:a="http://schemas.openxmlformats.org/drawingml/2006/main">
  <dgm:ptLst>
    <dgm:pt modelId="{4F33E7B9-B082-429A-8405-133185D8279A}" type="doc">
      <dgm:prSet loTypeId="urn:microsoft.com/office/officeart/2005/8/layout/list1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zh-CN" altLang="en-US"/>
        </a:p>
      </dgm:t>
    </dgm:pt>
    <dgm:pt modelId="{ACB09096-2B2E-4315-837C-CDE9CE8E8D1B}">
      <dgm:prSet phldrT="[文本]"/>
      <dgm:spPr/>
      <dgm:t>
        <a:bodyPr/>
        <a:lstStyle/>
        <a:p>
          <a:r>
            <a:rPr lang="zh-CN" altLang="en-US" dirty="0"/>
            <a:t>一个实体对应一个表！</a:t>
          </a:r>
        </a:p>
      </dgm:t>
    </dgm:pt>
    <dgm:pt modelId="{7CBEA4E5-8D93-4B3D-ADFF-2BF22B8CFB7A}" type="parTrans" cxnId="{8237D184-299A-4D19-AE73-FD399262760D}">
      <dgm:prSet/>
      <dgm:spPr/>
      <dgm:t>
        <a:bodyPr/>
        <a:lstStyle/>
        <a:p>
          <a:endParaRPr lang="zh-CN" altLang="en-US"/>
        </a:p>
      </dgm:t>
    </dgm:pt>
    <dgm:pt modelId="{A4A8C3F3-FFB5-412F-AF53-7F467DFA2F32}" type="sibTrans" cxnId="{8237D184-299A-4D19-AE73-FD399262760D}">
      <dgm:prSet/>
      <dgm:spPr/>
      <dgm:t>
        <a:bodyPr/>
        <a:lstStyle/>
        <a:p>
          <a:endParaRPr lang="zh-CN" altLang="en-US"/>
        </a:p>
      </dgm:t>
    </dgm:pt>
    <dgm:pt modelId="{D8699CB5-7D64-4EF1-9F73-914F8D7EA4E4}">
      <dgm:prSet phldrT="[文本]"/>
      <dgm:spPr/>
      <dgm:t>
        <a:bodyPr/>
        <a:lstStyle/>
        <a:p>
          <a:r>
            <a:rPr lang="zh-CN" altLang="en-US"/>
            <a:t>一个属性对应一个字段！</a:t>
          </a:r>
          <a:endParaRPr lang="zh-CN" altLang="en-US" dirty="0"/>
        </a:p>
      </dgm:t>
    </dgm:pt>
    <dgm:pt modelId="{C3FDAE90-0D70-40A0-8D53-FFC9182BE745}" type="parTrans" cxnId="{8A5AB445-631E-4134-BFA9-03018519B3C1}">
      <dgm:prSet/>
      <dgm:spPr/>
      <dgm:t>
        <a:bodyPr/>
        <a:lstStyle/>
        <a:p>
          <a:endParaRPr lang="zh-CN" altLang="en-US"/>
        </a:p>
      </dgm:t>
    </dgm:pt>
    <dgm:pt modelId="{9DD45A75-4BD4-4A91-B394-3E1A116EB4A8}" type="sibTrans" cxnId="{8A5AB445-631E-4134-BFA9-03018519B3C1}">
      <dgm:prSet/>
      <dgm:spPr/>
      <dgm:t>
        <a:bodyPr/>
        <a:lstStyle/>
        <a:p>
          <a:endParaRPr lang="zh-CN" altLang="en-US"/>
        </a:p>
      </dgm:t>
    </dgm:pt>
    <dgm:pt modelId="{4BFD6D00-8A8E-44D2-9B63-1DB110924FF6}">
      <dgm:prSet phldrT="[文本]"/>
      <dgm:spPr/>
      <dgm:t>
        <a:bodyPr/>
        <a:lstStyle/>
        <a:p>
          <a:r>
            <a:rPr lang="zh-CN" altLang="en-US"/>
            <a:t>一个外部属性（</a:t>
          </a:r>
          <a:r>
            <a:rPr lang="en-US" altLang="zh-CN"/>
            <a:t>1:n</a:t>
          </a:r>
          <a:r>
            <a:rPr lang="zh-CN" altLang="en-US"/>
            <a:t>或</a:t>
          </a:r>
          <a:r>
            <a:rPr lang="en-US" altLang="zh-CN"/>
            <a:t>1:1</a:t>
          </a:r>
          <a:r>
            <a:rPr lang="zh-CN" altLang="en-US"/>
            <a:t>联系）对应</a:t>
          </a:r>
          <a:r>
            <a:rPr lang="zh-CN" altLang="en-US" dirty="0"/>
            <a:t>一</a:t>
          </a:r>
          <a:r>
            <a:rPr lang="zh-CN" altLang="en-US"/>
            <a:t>个字段</a:t>
          </a:r>
          <a:endParaRPr lang="zh-CN" altLang="en-US" dirty="0"/>
        </a:p>
      </dgm:t>
    </dgm:pt>
    <dgm:pt modelId="{C23CFB51-9ACC-443D-876F-340F55258755}" type="parTrans" cxnId="{72AAB632-644A-4051-B614-086E810B3D95}">
      <dgm:prSet/>
      <dgm:spPr/>
      <dgm:t>
        <a:bodyPr/>
        <a:lstStyle/>
        <a:p>
          <a:endParaRPr lang="zh-CN" altLang="en-US"/>
        </a:p>
      </dgm:t>
    </dgm:pt>
    <dgm:pt modelId="{1F8E0A6A-00C0-4753-8B51-064F439BC2AA}" type="sibTrans" cxnId="{72AAB632-644A-4051-B614-086E810B3D95}">
      <dgm:prSet/>
      <dgm:spPr/>
      <dgm:t>
        <a:bodyPr/>
        <a:lstStyle/>
        <a:p>
          <a:endParaRPr lang="zh-CN" altLang="en-US"/>
        </a:p>
      </dgm:t>
    </dgm:pt>
    <dgm:pt modelId="{26087E2C-CCD1-48A8-B054-5B9999BB17C9}">
      <dgm:prSet phldrT="[文本]"/>
      <dgm:spPr/>
      <dgm:t>
        <a:bodyPr/>
        <a:lstStyle/>
        <a:p>
          <a:r>
            <a:rPr lang="zh-CN" altLang="en-US"/>
            <a:t>可根据需要添加外键约束</a:t>
          </a:r>
          <a:endParaRPr lang="zh-CN" altLang="en-US" dirty="0"/>
        </a:p>
      </dgm:t>
    </dgm:pt>
    <dgm:pt modelId="{66CFBBA4-4A59-43CA-B415-12BF8A1E9F07}" type="parTrans" cxnId="{C336DEFF-703D-4A7D-B329-A0E6D4E625DD}">
      <dgm:prSet/>
      <dgm:spPr/>
      <dgm:t>
        <a:bodyPr/>
        <a:lstStyle/>
        <a:p>
          <a:endParaRPr lang="zh-CN" altLang="en-US"/>
        </a:p>
      </dgm:t>
    </dgm:pt>
    <dgm:pt modelId="{3FC5431A-E393-48AC-9D24-9F0F6915D920}" type="sibTrans" cxnId="{C336DEFF-703D-4A7D-B329-A0E6D4E625DD}">
      <dgm:prSet/>
      <dgm:spPr/>
      <dgm:t>
        <a:bodyPr/>
        <a:lstStyle/>
        <a:p>
          <a:endParaRPr lang="zh-CN" altLang="en-US"/>
        </a:p>
      </dgm:t>
    </dgm:pt>
    <dgm:pt modelId="{DE4A66C0-CBA1-4EE6-B598-EF1D898B2A15}">
      <dgm:prSet phldrT="[文本]"/>
      <dgm:spPr/>
      <dgm:t>
        <a:bodyPr/>
        <a:lstStyle/>
        <a:p>
          <a:r>
            <a:rPr lang="zh-CN" altLang="en-US" dirty="0"/>
            <a:t>一个</a:t>
          </a:r>
          <a:r>
            <a:rPr lang="en-US" altLang="zh-CN" dirty="0"/>
            <a:t>m:n</a:t>
          </a:r>
          <a:r>
            <a:rPr lang="zh-CN" altLang="en-US" dirty="0"/>
            <a:t>的外部属性对应一个表</a:t>
          </a:r>
        </a:p>
      </dgm:t>
    </dgm:pt>
    <dgm:pt modelId="{CE843612-9BEF-4DE3-A18C-E66EE588D150}" type="parTrans" cxnId="{FA35AD59-431E-4E0A-BA01-8F6EA9F311D7}">
      <dgm:prSet/>
      <dgm:spPr/>
      <dgm:t>
        <a:bodyPr/>
        <a:lstStyle/>
        <a:p>
          <a:endParaRPr lang="zh-CN" altLang="en-US"/>
        </a:p>
      </dgm:t>
    </dgm:pt>
    <dgm:pt modelId="{40179D45-BBCD-4DB1-9F83-03464449A642}" type="sibTrans" cxnId="{FA35AD59-431E-4E0A-BA01-8F6EA9F311D7}">
      <dgm:prSet/>
      <dgm:spPr/>
      <dgm:t>
        <a:bodyPr/>
        <a:lstStyle/>
        <a:p>
          <a:endParaRPr lang="zh-CN" altLang="en-US"/>
        </a:p>
      </dgm:t>
    </dgm:pt>
    <dgm:pt modelId="{0C410129-1AD1-40C4-8092-78762FA04862}" type="pres">
      <dgm:prSet presAssocID="{4F33E7B9-B082-429A-8405-133185D8279A}" presName="linear" presStyleCnt="0">
        <dgm:presLayoutVars>
          <dgm:dir/>
          <dgm:animLvl val="lvl"/>
          <dgm:resizeHandles val="exact"/>
        </dgm:presLayoutVars>
      </dgm:prSet>
      <dgm:spPr/>
    </dgm:pt>
    <dgm:pt modelId="{0BEBC33E-88E5-4D03-825D-A83CAA5F5D40}" type="pres">
      <dgm:prSet presAssocID="{ACB09096-2B2E-4315-837C-CDE9CE8E8D1B}" presName="parentLin" presStyleCnt="0"/>
      <dgm:spPr/>
    </dgm:pt>
    <dgm:pt modelId="{82763F6B-031A-4894-B8D8-DFB51A3BEC84}" type="pres">
      <dgm:prSet presAssocID="{ACB09096-2B2E-4315-837C-CDE9CE8E8D1B}" presName="parentLeftMargin" presStyleLbl="node1" presStyleIdx="0" presStyleCnt="4"/>
      <dgm:spPr/>
    </dgm:pt>
    <dgm:pt modelId="{B5AEDDC9-0B6E-46DC-BAEB-ACB046116F94}" type="pres">
      <dgm:prSet presAssocID="{ACB09096-2B2E-4315-837C-CDE9CE8E8D1B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9E5CBDAC-E4FE-44C4-9EEB-B6156E8E13EE}" type="pres">
      <dgm:prSet presAssocID="{ACB09096-2B2E-4315-837C-CDE9CE8E8D1B}" presName="negativeSpace" presStyleCnt="0"/>
      <dgm:spPr/>
    </dgm:pt>
    <dgm:pt modelId="{17D6A7FD-4B9A-463A-B9D8-1CDE3904DF15}" type="pres">
      <dgm:prSet presAssocID="{ACB09096-2B2E-4315-837C-CDE9CE8E8D1B}" presName="childText" presStyleLbl="conFgAcc1" presStyleIdx="0" presStyleCnt="4">
        <dgm:presLayoutVars>
          <dgm:bulletEnabled val="1"/>
        </dgm:presLayoutVars>
      </dgm:prSet>
      <dgm:spPr/>
    </dgm:pt>
    <dgm:pt modelId="{FF22F7F4-EF59-498B-ADD4-1D1E5AFF5572}" type="pres">
      <dgm:prSet presAssocID="{A4A8C3F3-FFB5-412F-AF53-7F467DFA2F32}" presName="spaceBetweenRectangles" presStyleCnt="0"/>
      <dgm:spPr/>
    </dgm:pt>
    <dgm:pt modelId="{63FEC38E-ABF4-454D-B4EC-B3F3531794CC}" type="pres">
      <dgm:prSet presAssocID="{D8699CB5-7D64-4EF1-9F73-914F8D7EA4E4}" presName="parentLin" presStyleCnt="0"/>
      <dgm:spPr/>
    </dgm:pt>
    <dgm:pt modelId="{C7F70674-291B-48DC-99D2-4FC2400B1E79}" type="pres">
      <dgm:prSet presAssocID="{D8699CB5-7D64-4EF1-9F73-914F8D7EA4E4}" presName="parentLeftMargin" presStyleLbl="node1" presStyleIdx="0" presStyleCnt="4"/>
      <dgm:spPr/>
    </dgm:pt>
    <dgm:pt modelId="{ECC3A7DF-A19F-4CC9-B1CB-FFBAC7F1BAC1}" type="pres">
      <dgm:prSet presAssocID="{D8699CB5-7D64-4EF1-9F73-914F8D7EA4E4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23A4E496-8AC1-46F4-9847-C6CD765A3BE8}" type="pres">
      <dgm:prSet presAssocID="{D8699CB5-7D64-4EF1-9F73-914F8D7EA4E4}" presName="negativeSpace" presStyleCnt="0"/>
      <dgm:spPr/>
    </dgm:pt>
    <dgm:pt modelId="{32E70605-C896-4BD8-97BB-E263DBA8B79A}" type="pres">
      <dgm:prSet presAssocID="{D8699CB5-7D64-4EF1-9F73-914F8D7EA4E4}" presName="childText" presStyleLbl="conFgAcc1" presStyleIdx="1" presStyleCnt="4">
        <dgm:presLayoutVars>
          <dgm:bulletEnabled val="1"/>
        </dgm:presLayoutVars>
      </dgm:prSet>
      <dgm:spPr/>
    </dgm:pt>
    <dgm:pt modelId="{9E7D61EC-3B6D-498E-91F1-278C8822FE67}" type="pres">
      <dgm:prSet presAssocID="{9DD45A75-4BD4-4A91-B394-3E1A116EB4A8}" presName="spaceBetweenRectangles" presStyleCnt="0"/>
      <dgm:spPr/>
    </dgm:pt>
    <dgm:pt modelId="{470C899B-2D99-4F8B-99F7-AD7E05B993EE}" type="pres">
      <dgm:prSet presAssocID="{4BFD6D00-8A8E-44D2-9B63-1DB110924FF6}" presName="parentLin" presStyleCnt="0"/>
      <dgm:spPr/>
    </dgm:pt>
    <dgm:pt modelId="{24F1938F-5581-4D10-9FAF-B749EFE360F3}" type="pres">
      <dgm:prSet presAssocID="{4BFD6D00-8A8E-44D2-9B63-1DB110924FF6}" presName="parentLeftMargin" presStyleLbl="node1" presStyleIdx="1" presStyleCnt="4"/>
      <dgm:spPr/>
    </dgm:pt>
    <dgm:pt modelId="{59755B19-7669-4FA7-91F7-E97983044399}" type="pres">
      <dgm:prSet presAssocID="{4BFD6D00-8A8E-44D2-9B63-1DB110924FF6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0B5439DE-A7AF-40C1-9FC6-6DA9984B6368}" type="pres">
      <dgm:prSet presAssocID="{4BFD6D00-8A8E-44D2-9B63-1DB110924FF6}" presName="negativeSpace" presStyleCnt="0"/>
      <dgm:spPr/>
    </dgm:pt>
    <dgm:pt modelId="{CC9BECB2-0D13-4DB1-A868-0BF864A2A7B3}" type="pres">
      <dgm:prSet presAssocID="{4BFD6D00-8A8E-44D2-9B63-1DB110924FF6}" presName="childText" presStyleLbl="conFgAcc1" presStyleIdx="2" presStyleCnt="4">
        <dgm:presLayoutVars>
          <dgm:bulletEnabled val="1"/>
        </dgm:presLayoutVars>
      </dgm:prSet>
      <dgm:spPr/>
    </dgm:pt>
    <dgm:pt modelId="{C4A0759A-F338-4A03-B26B-5DC882412A44}" type="pres">
      <dgm:prSet presAssocID="{1F8E0A6A-00C0-4753-8B51-064F439BC2AA}" presName="spaceBetweenRectangles" presStyleCnt="0"/>
      <dgm:spPr/>
    </dgm:pt>
    <dgm:pt modelId="{62794D65-DC5D-480F-8FC6-4B84F09BC893}" type="pres">
      <dgm:prSet presAssocID="{DE4A66C0-CBA1-4EE6-B598-EF1D898B2A15}" presName="parentLin" presStyleCnt="0"/>
      <dgm:spPr/>
    </dgm:pt>
    <dgm:pt modelId="{21F50FB7-3F70-4062-97E0-4263855C317A}" type="pres">
      <dgm:prSet presAssocID="{DE4A66C0-CBA1-4EE6-B598-EF1D898B2A15}" presName="parentLeftMargin" presStyleLbl="node1" presStyleIdx="2" presStyleCnt="4"/>
      <dgm:spPr/>
    </dgm:pt>
    <dgm:pt modelId="{A78042E6-B901-45F8-AB51-404A68B58E98}" type="pres">
      <dgm:prSet presAssocID="{DE4A66C0-CBA1-4EE6-B598-EF1D898B2A15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44664A56-7359-4263-AFA3-17706E86FDCA}" type="pres">
      <dgm:prSet presAssocID="{DE4A66C0-CBA1-4EE6-B598-EF1D898B2A15}" presName="negativeSpace" presStyleCnt="0"/>
      <dgm:spPr/>
    </dgm:pt>
    <dgm:pt modelId="{50D538FF-0201-4541-B7A6-DC95E04B4A40}" type="pres">
      <dgm:prSet presAssocID="{DE4A66C0-CBA1-4EE6-B598-EF1D898B2A15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DCAAFB0F-3F58-4A8D-9746-67D091E13F13}" type="presOf" srcId="{D8699CB5-7D64-4EF1-9F73-914F8D7EA4E4}" destId="{ECC3A7DF-A19F-4CC9-B1CB-FFBAC7F1BAC1}" srcOrd="1" destOrd="0" presId="urn:microsoft.com/office/officeart/2005/8/layout/list1"/>
    <dgm:cxn modelId="{CA920827-4FC1-4835-A136-109232529A91}" type="presOf" srcId="{DE4A66C0-CBA1-4EE6-B598-EF1D898B2A15}" destId="{21F50FB7-3F70-4062-97E0-4263855C317A}" srcOrd="0" destOrd="0" presId="urn:microsoft.com/office/officeart/2005/8/layout/list1"/>
    <dgm:cxn modelId="{72AAB632-644A-4051-B614-086E810B3D95}" srcId="{4F33E7B9-B082-429A-8405-133185D8279A}" destId="{4BFD6D00-8A8E-44D2-9B63-1DB110924FF6}" srcOrd="2" destOrd="0" parTransId="{C23CFB51-9ACC-443D-876F-340F55258755}" sibTransId="{1F8E0A6A-00C0-4753-8B51-064F439BC2AA}"/>
    <dgm:cxn modelId="{8A5AB445-631E-4134-BFA9-03018519B3C1}" srcId="{4F33E7B9-B082-429A-8405-133185D8279A}" destId="{D8699CB5-7D64-4EF1-9F73-914F8D7EA4E4}" srcOrd="1" destOrd="0" parTransId="{C3FDAE90-0D70-40A0-8D53-FFC9182BE745}" sibTransId="{9DD45A75-4BD4-4A91-B394-3E1A116EB4A8}"/>
    <dgm:cxn modelId="{6A566568-F586-4118-A7AE-BF8AB07BC920}" type="presOf" srcId="{ACB09096-2B2E-4315-837C-CDE9CE8E8D1B}" destId="{82763F6B-031A-4894-B8D8-DFB51A3BEC84}" srcOrd="0" destOrd="0" presId="urn:microsoft.com/office/officeart/2005/8/layout/list1"/>
    <dgm:cxn modelId="{E9FADF48-4BB2-4DD6-B0F7-E4A56980BE2E}" type="presOf" srcId="{4BFD6D00-8A8E-44D2-9B63-1DB110924FF6}" destId="{59755B19-7669-4FA7-91F7-E97983044399}" srcOrd="1" destOrd="0" presId="urn:microsoft.com/office/officeart/2005/8/layout/list1"/>
    <dgm:cxn modelId="{E9ED5C50-4E73-4558-BDF3-970A7CACE59F}" type="presOf" srcId="{26087E2C-CCD1-48A8-B054-5B9999BB17C9}" destId="{CC9BECB2-0D13-4DB1-A868-0BF864A2A7B3}" srcOrd="0" destOrd="0" presId="urn:microsoft.com/office/officeart/2005/8/layout/list1"/>
    <dgm:cxn modelId="{EB969E51-73C8-4867-89DD-3C501EB8AC2E}" type="presOf" srcId="{DE4A66C0-CBA1-4EE6-B598-EF1D898B2A15}" destId="{A78042E6-B901-45F8-AB51-404A68B58E98}" srcOrd="1" destOrd="0" presId="urn:microsoft.com/office/officeart/2005/8/layout/list1"/>
    <dgm:cxn modelId="{F59B8279-0FCF-49E5-A70D-DC7C14131317}" type="presOf" srcId="{4BFD6D00-8A8E-44D2-9B63-1DB110924FF6}" destId="{24F1938F-5581-4D10-9FAF-B749EFE360F3}" srcOrd="0" destOrd="0" presId="urn:microsoft.com/office/officeart/2005/8/layout/list1"/>
    <dgm:cxn modelId="{FA35AD59-431E-4E0A-BA01-8F6EA9F311D7}" srcId="{4F33E7B9-B082-429A-8405-133185D8279A}" destId="{DE4A66C0-CBA1-4EE6-B598-EF1D898B2A15}" srcOrd="3" destOrd="0" parTransId="{CE843612-9BEF-4DE3-A18C-E66EE588D150}" sibTransId="{40179D45-BBCD-4DB1-9F83-03464449A642}"/>
    <dgm:cxn modelId="{8237D184-299A-4D19-AE73-FD399262760D}" srcId="{4F33E7B9-B082-429A-8405-133185D8279A}" destId="{ACB09096-2B2E-4315-837C-CDE9CE8E8D1B}" srcOrd="0" destOrd="0" parTransId="{7CBEA4E5-8D93-4B3D-ADFF-2BF22B8CFB7A}" sibTransId="{A4A8C3F3-FFB5-412F-AF53-7F467DFA2F32}"/>
    <dgm:cxn modelId="{6ABA3C88-2224-46BE-BDD0-33A3E38EBA73}" type="presOf" srcId="{4F33E7B9-B082-429A-8405-133185D8279A}" destId="{0C410129-1AD1-40C4-8092-78762FA04862}" srcOrd="0" destOrd="0" presId="urn:microsoft.com/office/officeart/2005/8/layout/list1"/>
    <dgm:cxn modelId="{F535CFA2-57D8-439B-BF63-F9345CAFF44B}" type="presOf" srcId="{D8699CB5-7D64-4EF1-9F73-914F8D7EA4E4}" destId="{C7F70674-291B-48DC-99D2-4FC2400B1E79}" srcOrd="0" destOrd="0" presId="urn:microsoft.com/office/officeart/2005/8/layout/list1"/>
    <dgm:cxn modelId="{182602F3-0916-46A4-8190-F30537C0E96A}" type="presOf" srcId="{ACB09096-2B2E-4315-837C-CDE9CE8E8D1B}" destId="{B5AEDDC9-0B6E-46DC-BAEB-ACB046116F94}" srcOrd="1" destOrd="0" presId="urn:microsoft.com/office/officeart/2005/8/layout/list1"/>
    <dgm:cxn modelId="{C336DEFF-703D-4A7D-B329-A0E6D4E625DD}" srcId="{4BFD6D00-8A8E-44D2-9B63-1DB110924FF6}" destId="{26087E2C-CCD1-48A8-B054-5B9999BB17C9}" srcOrd="0" destOrd="0" parTransId="{66CFBBA4-4A59-43CA-B415-12BF8A1E9F07}" sibTransId="{3FC5431A-E393-48AC-9D24-9F0F6915D920}"/>
    <dgm:cxn modelId="{481FC9FA-384B-4F10-A776-CD3EE3F35044}" type="presParOf" srcId="{0C410129-1AD1-40C4-8092-78762FA04862}" destId="{0BEBC33E-88E5-4D03-825D-A83CAA5F5D40}" srcOrd="0" destOrd="0" presId="urn:microsoft.com/office/officeart/2005/8/layout/list1"/>
    <dgm:cxn modelId="{65F6D598-F09B-4777-BF35-879F0D5A0007}" type="presParOf" srcId="{0BEBC33E-88E5-4D03-825D-A83CAA5F5D40}" destId="{82763F6B-031A-4894-B8D8-DFB51A3BEC84}" srcOrd="0" destOrd="0" presId="urn:microsoft.com/office/officeart/2005/8/layout/list1"/>
    <dgm:cxn modelId="{0AE7A6E8-CAF4-4405-A89F-4CF54F6CED5A}" type="presParOf" srcId="{0BEBC33E-88E5-4D03-825D-A83CAA5F5D40}" destId="{B5AEDDC9-0B6E-46DC-BAEB-ACB046116F94}" srcOrd="1" destOrd="0" presId="urn:microsoft.com/office/officeart/2005/8/layout/list1"/>
    <dgm:cxn modelId="{B20F8099-8192-4F8E-8475-FC6B71D14E44}" type="presParOf" srcId="{0C410129-1AD1-40C4-8092-78762FA04862}" destId="{9E5CBDAC-E4FE-44C4-9EEB-B6156E8E13EE}" srcOrd="1" destOrd="0" presId="urn:microsoft.com/office/officeart/2005/8/layout/list1"/>
    <dgm:cxn modelId="{F8E286A0-4351-46A9-AFCB-A62B368189DF}" type="presParOf" srcId="{0C410129-1AD1-40C4-8092-78762FA04862}" destId="{17D6A7FD-4B9A-463A-B9D8-1CDE3904DF15}" srcOrd="2" destOrd="0" presId="urn:microsoft.com/office/officeart/2005/8/layout/list1"/>
    <dgm:cxn modelId="{9EB9540F-E191-4400-8245-C7FAC7FBB17D}" type="presParOf" srcId="{0C410129-1AD1-40C4-8092-78762FA04862}" destId="{FF22F7F4-EF59-498B-ADD4-1D1E5AFF5572}" srcOrd="3" destOrd="0" presId="urn:microsoft.com/office/officeart/2005/8/layout/list1"/>
    <dgm:cxn modelId="{40859E41-C465-4009-BB83-5E8149A149E7}" type="presParOf" srcId="{0C410129-1AD1-40C4-8092-78762FA04862}" destId="{63FEC38E-ABF4-454D-B4EC-B3F3531794CC}" srcOrd="4" destOrd="0" presId="urn:microsoft.com/office/officeart/2005/8/layout/list1"/>
    <dgm:cxn modelId="{95967B95-9FB6-4A86-B651-9186792FCDB3}" type="presParOf" srcId="{63FEC38E-ABF4-454D-B4EC-B3F3531794CC}" destId="{C7F70674-291B-48DC-99D2-4FC2400B1E79}" srcOrd="0" destOrd="0" presId="urn:microsoft.com/office/officeart/2005/8/layout/list1"/>
    <dgm:cxn modelId="{BDF79A8B-815E-4ED6-8B07-C7F3B14B13D6}" type="presParOf" srcId="{63FEC38E-ABF4-454D-B4EC-B3F3531794CC}" destId="{ECC3A7DF-A19F-4CC9-B1CB-FFBAC7F1BAC1}" srcOrd="1" destOrd="0" presId="urn:microsoft.com/office/officeart/2005/8/layout/list1"/>
    <dgm:cxn modelId="{98877FFB-1C04-40C7-88A5-941AF02CF867}" type="presParOf" srcId="{0C410129-1AD1-40C4-8092-78762FA04862}" destId="{23A4E496-8AC1-46F4-9847-C6CD765A3BE8}" srcOrd="5" destOrd="0" presId="urn:microsoft.com/office/officeart/2005/8/layout/list1"/>
    <dgm:cxn modelId="{131F45C5-7A23-40F3-9C46-A14CDB251CEC}" type="presParOf" srcId="{0C410129-1AD1-40C4-8092-78762FA04862}" destId="{32E70605-C896-4BD8-97BB-E263DBA8B79A}" srcOrd="6" destOrd="0" presId="urn:microsoft.com/office/officeart/2005/8/layout/list1"/>
    <dgm:cxn modelId="{3AAF876A-C8B1-4B34-86B0-ED066C7CABF1}" type="presParOf" srcId="{0C410129-1AD1-40C4-8092-78762FA04862}" destId="{9E7D61EC-3B6D-498E-91F1-278C8822FE67}" srcOrd="7" destOrd="0" presId="urn:microsoft.com/office/officeart/2005/8/layout/list1"/>
    <dgm:cxn modelId="{048F86EB-9068-40AB-8124-56E1BD415E34}" type="presParOf" srcId="{0C410129-1AD1-40C4-8092-78762FA04862}" destId="{470C899B-2D99-4F8B-99F7-AD7E05B993EE}" srcOrd="8" destOrd="0" presId="urn:microsoft.com/office/officeart/2005/8/layout/list1"/>
    <dgm:cxn modelId="{E0E0A715-210A-432D-83FE-B4E7AE356EFE}" type="presParOf" srcId="{470C899B-2D99-4F8B-99F7-AD7E05B993EE}" destId="{24F1938F-5581-4D10-9FAF-B749EFE360F3}" srcOrd="0" destOrd="0" presId="urn:microsoft.com/office/officeart/2005/8/layout/list1"/>
    <dgm:cxn modelId="{AC547190-E928-4B9B-9D65-A9466F5AD8F2}" type="presParOf" srcId="{470C899B-2D99-4F8B-99F7-AD7E05B993EE}" destId="{59755B19-7669-4FA7-91F7-E97983044399}" srcOrd="1" destOrd="0" presId="urn:microsoft.com/office/officeart/2005/8/layout/list1"/>
    <dgm:cxn modelId="{FF53000C-83F7-4CB6-B79B-D2639F93194D}" type="presParOf" srcId="{0C410129-1AD1-40C4-8092-78762FA04862}" destId="{0B5439DE-A7AF-40C1-9FC6-6DA9984B6368}" srcOrd="9" destOrd="0" presId="urn:microsoft.com/office/officeart/2005/8/layout/list1"/>
    <dgm:cxn modelId="{8827BF6F-21F6-4A8D-B360-30C5965F8C3B}" type="presParOf" srcId="{0C410129-1AD1-40C4-8092-78762FA04862}" destId="{CC9BECB2-0D13-4DB1-A868-0BF864A2A7B3}" srcOrd="10" destOrd="0" presId="urn:microsoft.com/office/officeart/2005/8/layout/list1"/>
    <dgm:cxn modelId="{EAC503EA-EF06-40C4-B3B6-4E7CE3D775F5}" type="presParOf" srcId="{0C410129-1AD1-40C4-8092-78762FA04862}" destId="{C4A0759A-F338-4A03-B26B-5DC882412A44}" srcOrd="11" destOrd="0" presId="urn:microsoft.com/office/officeart/2005/8/layout/list1"/>
    <dgm:cxn modelId="{725086EC-818A-421C-9F15-5DD50D1E9D7C}" type="presParOf" srcId="{0C410129-1AD1-40C4-8092-78762FA04862}" destId="{62794D65-DC5D-480F-8FC6-4B84F09BC893}" srcOrd="12" destOrd="0" presId="urn:microsoft.com/office/officeart/2005/8/layout/list1"/>
    <dgm:cxn modelId="{EB0272A5-3356-4863-BF3C-0C23CA8BCDA3}" type="presParOf" srcId="{62794D65-DC5D-480F-8FC6-4B84F09BC893}" destId="{21F50FB7-3F70-4062-97E0-4263855C317A}" srcOrd="0" destOrd="0" presId="urn:microsoft.com/office/officeart/2005/8/layout/list1"/>
    <dgm:cxn modelId="{17B9DAA4-CEE5-4093-809B-DFB882FED835}" type="presParOf" srcId="{62794D65-DC5D-480F-8FC6-4B84F09BC893}" destId="{A78042E6-B901-45F8-AB51-404A68B58E98}" srcOrd="1" destOrd="0" presId="urn:microsoft.com/office/officeart/2005/8/layout/list1"/>
    <dgm:cxn modelId="{FADFFCC4-315E-4B6C-BED9-93412CEB07AE}" type="presParOf" srcId="{0C410129-1AD1-40C4-8092-78762FA04862}" destId="{44664A56-7359-4263-AFA3-17706E86FDCA}" srcOrd="13" destOrd="0" presId="urn:microsoft.com/office/officeart/2005/8/layout/list1"/>
    <dgm:cxn modelId="{8C9B1155-FB17-428D-BC24-E21948BBA714}" type="presParOf" srcId="{0C410129-1AD1-40C4-8092-78762FA04862}" destId="{50D538FF-0201-4541-B7A6-DC95E04B4A40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8.xml><?xml version="1.0" encoding="utf-8"?>
<dgm:dataModel xmlns:dgm="http://schemas.openxmlformats.org/drawingml/2006/diagram" xmlns:a="http://schemas.openxmlformats.org/drawingml/2006/main">
  <dgm:ptLst>
    <dgm:pt modelId="{B0C9D42C-5ED0-4E81-A22D-297AE8DBA403}" type="doc">
      <dgm:prSet loTypeId="urn:microsoft.com/office/officeart/2005/8/layout/list1" loCatId="list" qsTypeId="urn:microsoft.com/office/officeart/2005/8/quickstyle/simple1" qsCatId="simple" csTypeId="urn:microsoft.com/office/officeart/2005/8/colors/accent0_2" csCatId="mainScheme" phldr="1"/>
      <dgm:spPr/>
      <dgm:t>
        <a:bodyPr/>
        <a:lstStyle/>
        <a:p>
          <a:endParaRPr lang="zh-CN" altLang="en-US"/>
        </a:p>
      </dgm:t>
    </dgm:pt>
    <dgm:pt modelId="{3D190B95-7EFF-4C7E-B16F-EAEACD1ACA2A}">
      <dgm:prSet phldrT="[文本]"/>
      <dgm:spPr/>
      <dgm:t>
        <a:bodyPr/>
        <a:lstStyle/>
        <a:p>
          <a:r>
            <a:rPr lang="zh-CN" altLang="en-US"/>
            <a:t>主键的选择、字段类型的优化</a:t>
          </a:r>
        </a:p>
      </dgm:t>
    </dgm:pt>
    <dgm:pt modelId="{FAE35985-B7D0-4834-88DD-7488E8E09A3C}" type="parTrans" cxnId="{1EDEDD55-1CF5-4887-8D7B-547994EE0469}">
      <dgm:prSet/>
      <dgm:spPr/>
      <dgm:t>
        <a:bodyPr/>
        <a:lstStyle/>
        <a:p>
          <a:endParaRPr lang="zh-CN" altLang="en-US"/>
        </a:p>
      </dgm:t>
    </dgm:pt>
    <dgm:pt modelId="{4472537E-9807-4CBE-AAFE-7D8AFA15AAD8}" type="sibTrans" cxnId="{1EDEDD55-1CF5-4887-8D7B-547994EE0469}">
      <dgm:prSet/>
      <dgm:spPr/>
      <dgm:t>
        <a:bodyPr/>
        <a:lstStyle/>
        <a:p>
          <a:endParaRPr lang="zh-CN" altLang="en-US"/>
        </a:p>
      </dgm:t>
    </dgm:pt>
    <dgm:pt modelId="{5CBA6A5D-2F1B-45E6-AD85-2D66FAE9F015}">
      <dgm:prSet phldrT="[文本]"/>
      <dgm:spPr/>
      <dgm:t>
        <a:bodyPr/>
        <a:lstStyle/>
        <a:p>
          <a:r>
            <a:rPr lang="zh-CN" altLang="en-US"/>
            <a:t>索引的定义</a:t>
          </a:r>
        </a:p>
      </dgm:t>
    </dgm:pt>
    <dgm:pt modelId="{193ADAC9-7EA2-4A12-A082-B29F9D47EFCD}" type="parTrans" cxnId="{4A21B0E4-405F-4527-9FD2-06022F7226B8}">
      <dgm:prSet/>
      <dgm:spPr/>
      <dgm:t>
        <a:bodyPr/>
        <a:lstStyle/>
        <a:p>
          <a:endParaRPr lang="zh-CN" altLang="en-US"/>
        </a:p>
      </dgm:t>
    </dgm:pt>
    <dgm:pt modelId="{493D7671-6CE9-4DC1-8C82-1674EB4667E8}" type="sibTrans" cxnId="{4A21B0E4-405F-4527-9FD2-06022F7226B8}">
      <dgm:prSet/>
      <dgm:spPr/>
      <dgm:t>
        <a:bodyPr/>
        <a:lstStyle/>
        <a:p>
          <a:endParaRPr lang="zh-CN" altLang="en-US"/>
        </a:p>
      </dgm:t>
    </dgm:pt>
    <dgm:pt modelId="{347CC3AE-29BD-420B-977B-331DF1875247}">
      <dgm:prSet phldrT="[文本]"/>
      <dgm:spPr/>
      <dgm:t>
        <a:bodyPr/>
        <a:lstStyle/>
        <a:p>
          <a:r>
            <a:rPr lang="zh-CN" altLang="en-US"/>
            <a:t>外键的定义</a:t>
          </a:r>
        </a:p>
      </dgm:t>
    </dgm:pt>
    <dgm:pt modelId="{A616EBC2-740A-4F34-AE74-2D511C12CDF8}" type="parTrans" cxnId="{75040411-0E02-4C42-B118-B43CA98CA0AC}">
      <dgm:prSet/>
      <dgm:spPr/>
      <dgm:t>
        <a:bodyPr/>
        <a:lstStyle/>
        <a:p>
          <a:endParaRPr lang="zh-CN" altLang="en-US"/>
        </a:p>
      </dgm:t>
    </dgm:pt>
    <dgm:pt modelId="{5BFEF4A7-E5C7-44EC-B701-0C0DCDD5A068}" type="sibTrans" cxnId="{75040411-0E02-4C42-B118-B43CA98CA0AC}">
      <dgm:prSet/>
      <dgm:spPr/>
      <dgm:t>
        <a:bodyPr/>
        <a:lstStyle/>
        <a:p>
          <a:endParaRPr lang="zh-CN" altLang="en-US"/>
        </a:p>
      </dgm:t>
    </dgm:pt>
    <dgm:pt modelId="{3F3C1BD6-9BF0-437C-922A-4B4387C4AAF5}">
      <dgm:prSet phldrT="[文本]"/>
      <dgm:spPr/>
      <dgm:t>
        <a:bodyPr/>
        <a:lstStyle/>
        <a:p>
          <a:r>
            <a:rPr lang="zh-CN" altLang="en-US"/>
            <a:t>主键最好是整型，没有合适的字段就使用自动编号；字段类型整型优于字符型，</a:t>
          </a:r>
          <a:r>
            <a:rPr lang="en-US" altLang="zh-CN"/>
            <a:t>varchar</a:t>
          </a:r>
          <a:r>
            <a:rPr lang="zh-CN" altLang="en-US"/>
            <a:t>优于</a:t>
          </a:r>
          <a:r>
            <a:rPr lang="en-US" altLang="zh-CN"/>
            <a:t>text</a:t>
          </a:r>
          <a:endParaRPr lang="zh-CN" altLang="en-US"/>
        </a:p>
      </dgm:t>
    </dgm:pt>
    <dgm:pt modelId="{B3B4426B-2C0D-4A6F-BC7D-24F3A01DB9A8}" type="parTrans" cxnId="{4513D69F-9E37-4964-A201-CE2CA45497AF}">
      <dgm:prSet/>
      <dgm:spPr/>
      <dgm:t>
        <a:bodyPr/>
        <a:lstStyle/>
        <a:p>
          <a:endParaRPr lang="zh-CN" altLang="en-US"/>
        </a:p>
      </dgm:t>
    </dgm:pt>
    <dgm:pt modelId="{2376FB47-8DC5-4CF1-9C9C-1ABD391DE0D3}" type="sibTrans" cxnId="{4513D69F-9E37-4964-A201-CE2CA45497AF}">
      <dgm:prSet/>
      <dgm:spPr/>
      <dgm:t>
        <a:bodyPr/>
        <a:lstStyle/>
        <a:p>
          <a:endParaRPr lang="zh-CN" altLang="en-US"/>
        </a:p>
      </dgm:t>
    </dgm:pt>
    <dgm:pt modelId="{EE813A25-14F9-43A0-8B21-7521E4312FD9}">
      <dgm:prSet phldrT="[文本]"/>
      <dgm:spPr/>
      <dgm:t>
        <a:bodyPr/>
        <a:lstStyle/>
        <a:p>
          <a:r>
            <a:rPr lang="zh-CN" altLang="en-US"/>
            <a:t>所系统中会经常出现使用某字段的值进行查询，建议把该字段定义为索引</a:t>
          </a:r>
        </a:p>
      </dgm:t>
    </dgm:pt>
    <dgm:pt modelId="{A892425A-A037-4A5E-9F9F-606DCD840CA6}" type="parTrans" cxnId="{6468B3DA-8E8B-4599-BD97-B82CD9B58A71}">
      <dgm:prSet/>
      <dgm:spPr/>
      <dgm:t>
        <a:bodyPr/>
        <a:lstStyle/>
        <a:p>
          <a:endParaRPr lang="zh-CN" altLang="en-US"/>
        </a:p>
      </dgm:t>
    </dgm:pt>
    <dgm:pt modelId="{16B80228-3945-49FD-8FCC-9F3C6925DA54}" type="sibTrans" cxnId="{6468B3DA-8E8B-4599-BD97-B82CD9B58A71}">
      <dgm:prSet/>
      <dgm:spPr/>
      <dgm:t>
        <a:bodyPr/>
        <a:lstStyle/>
        <a:p>
          <a:endParaRPr lang="zh-CN" altLang="en-US"/>
        </a:p>
      </dgm:t>
    </dgm:pt>
    <dgm:pt modelId="{11ABB140-0164-48E7-83C5-EA41EDF4B970}">
      <dgm:prSet phldrT="[文本]"/>
      <dgm:spPr/>
      <dgm:t>
        <a:bodyPr/>
        <a:lstStyle/>
        <a:p>
          <a:r>
            <a:rPr lang="zh-CN" altLang="en-US"/>
            <a:t>定义为索引的字段，强烈建议使用</a:t>
          </a:r>
          <a:r>
            <a:rPr lang="en-US" altLang="zh-CN"/>
            <a:t>NOT NULL</a:t>
          </a:r>
          <a:r>
            <a:rPr lang="zh-CN" altLang="en-US"/>
            <a:t>来约束字段值</a:t>
          </a:r>
        </a:p>
      </dgm:t>
    </dgm:pt>
    <dgm:pt modelId="{E76FE021-064A-4575-B31F-52648740C76D}" type="parTrans" cxnId="{304088DD-560F-40C1-A263-047706544AB6}">
      <dgm:prSet/>
      <dgm:spPr/>
      <dgm:t>
        <a:bodyPr/>
        <a:lstStyle/>
        <a:p>
          <a:endParaRPr lang="zh-CN" altLang="en-US"/>
        </a:p>
      </dgm:t>
    </dgm:pt>
    <dgm:pt modelId="{1A0C801C-14F1-4C7E-A4E2-5B8A0A404416}" type="sibTrans" cxnId="{304088DD-560F-40C1-A263-047706544AB6}">
      <dgm:prSet/>
      <dgm:spPr/>
      <dgm:t>
        <a:bodyPr/>
        <a:lstStyle/>
        <a:p>
          <a:endParaRPr lang="zh-CN" altLang="en-US"/>
        </a:p>
      </dgm:t>
    </dgm:pt>
    <dgm:pt modelId="{736089C0-B25B-4E7D-AD6F-7253192B37B0}">
      <dgm:prSet phldrT="[文本]"/>
      <dgm:spPr/>
      <dgm:t>
        <a:bodyPr/>
        <a:lstStyle/>
        <a:p>
          <a:r>
            <a:rPr lang="zh-CN" altLang="en-US"/>
            <a:t>系统如果要“</a:t>
          </a:r>
          <a:r>
            <a:rPr lang="zh-CN" altLang="en-US" b="1" i="0"/>
            <a:t>保证数据的完整性和一致性</a:t>
          </a:r>
          <a:r>
            <a:rPr lang="zh-CN" altLang="en-US"/>
            <a:t>”，建议定义外键</a:t>
          </a:r>
        </a:p>
      </dgm:t>
    </dgm:pt>
    <dgm:pt modelId="{5181CD67-8DA9-4832-B6DF-5C02368D8CB9}" type="parTrans" cxnId="{DD82606F-192D-4F21-A17E-9140C1D582D6}">
      <dgm:prSet/>
      <dgm:spPr/>
      <dgm:t>
        <a:bodyPr/>
        <a:lstStyle/>
        <a:p>
          <a:endParaRPr lang="zh-CN" altLang="en-US"/>
        </a:p>
      </dgm:t>
    </dgm:pt>
    <dgm:pt modelId="{FF0BED38-E2D5-441F-9993-6B2D85D5F33E}" type="sibTrans" cxnId="{DD82606F-192D-4F21-A17E-9140C1D582D6}">
      <dgm:prSet/>
      <dgm:spPr/>
      <dgm:t>
        <a:bodyPr/>
        <a:lstStyle/>
        <a:p>
          <a:endParaRPr lang="zh-CN" altLang="en-US"/>
        </a:p>
      </dgm:t>
    </dgm:pt>
    <dgm:pt modelId="{D710751D-CE0C-401D-B2CF-91B4BC4E1993}">
      <dgm:prSet phldrT="[文本]"/>
      <dgm:spPr/>
      <dgm:t>
        <a:bodyPr/>
        <a:lstStyle/>
        <a:p>
          <a:r>
            <a:rPr lang="zh-CN" altLang="en-US">
              <a:highlight>
                <a:srgbClr val="FFFF00"/>
              </a:highlight>
            </a:rPr>
            <a:t>如，班级主键的选择：班级名称</a:t>
          </a:r>
          <a:r>
            <a:rPr lang="en-US" altLang="zh-CN">
              <a:highlight>
                <a:srgbClr val="FFFF00"/>
              </a:highlight>
              <a:sym typeface="Wingdings" panose="05000000000000000000" pitchFamily="2" charset="2"/>
            </a:rPr>
            <a:t></a:t>
          </a:r>
          <a:r>
            <a:rPr lang="zh-CN" altLang="en-US">
              <a:highlight>
                <a:srgbClr val="FFFF00"/>
              </a:highlight>
              <a:sym typeface="Wingdings" panose="05000000000000000000" pitchFamily="2" charset="2"/>
            </a:rPr>
            <a:t>班级自动编号</a:t>
          </a:r>
          <a:endParaRPr lang="zh-CN" altLang="en-US">
            <a:highlight>
              <a:srgbClr val="FFFF00"/>
            </a:highlight>
          </a:endParaRPr>
        </a:p>
      </dgm:t>
    </dgm:pt>
    <dgm:pt modelId="{D40AE53E-BB51-4415-86EF-239E7C97CF63}" type="parTrans" cxnId="{7B8E4E8E-8A19-4CE1-B7C0-C4211762CC40}">
      <dgm:prSet/>
      <dgm:spPr/>
      <dgm:t>
        <a:bodyPr/>
        <a:lstStyle/>
        <a:p>
          <a:endParaRPr lang="zh-CN" altLang="en-US"/>
        </a:p>
      </dgm:t>
    </dgm:pt>
    <dgm:pt modelId="{18087F08-9891-4AFF-A8DD-A385B91A3E8E}" type="sibTrans" cxnId="{7B8E4E8E-8A19-4CE1-B7C0-C4211762CC40}">
      <dgm:prSet/>
      <dgm:spPr/>
      <dgm:t>
        <a:bodyPr/>
        <a:lstStyle/>
        <a:p>
          <a:endParaRPr lang="zh-CN" altLang="en-US"/>
        </a:p>
      </dgm:t>
    </dgm:pt>
    <dgm:pt modelId="{16A2D7A5-6CAC-4AD5-A04F-5BB8CC1A172D}">
      <dgm:prSet phldrT="[文本]"/>
      <dgm:spPr/>
      <dgm:t>
        <a:bodyPr/>
        <a:lstStyle/>
        <a:p>
          <a:r>
            <a:rPr lang="zh-CN" altLang="en-US">
              <a:highlight>
                <a:srgbClr val="FFFF00"/>
              </a:highlight>
            </a:rPr>
            <a:t>如，班级名称可定义为唯一索引（</a:t>
          </a:r>
          <a:r>
            <a:rPr lang="en-US" altLang="zh-CN">
              <a:highlight>
                <a:srgbClr val="FFFF00"/>
              </a:highlight>
            </a:rPr>
            <a:t>UNIQUE INDEX</a:t>
          </a:r>
          <a:r>
            <a:rPr lang="zh-CN" altLang="en-US">
              <a:highlight>
                <a:srgbClr val="FFFF00"/>
              </a:highlight>
            </a:rPr>
            <a:t>）</a:t>
          </a:r>
        </a:p>
      </dgm:t>
    </dgm:pt>
    <dgm:pt modelId="{4E1859BB-78C5-494E-A5AF-75CAD2E8F4E0}" type="parTrans" cxnId="{340B7F8A-7264-45FC-A6FD-AAEE7CE402CB}">
      <dgm:prSet/>
      <dgm:spPr/>
      <dgm:t>
        <a:bodyPr/>
        <a:lstStyle/>
        <a:p>
          <a:endParaRPr lang="zh-CN" altLang="en-US"/>
        </a:p>
      </dgm:t>
    </dgm:pt>
    <dgm:pt modelId="{E9306F58-F9CB-4F4D-9E5B-2A6AF5027BF6}" type="sibTrans" cxnId="{340B7F8A-7264-45FC-A6FD-AAEE7CE402CB}">
      <dgm:prSet/>
      <dgm:spPr/>
      <dgm:t>
        <a:bodyPr/>
        <a:lstStyle/>
        <a:p>
          <a:endParaRPr lang="zh-CN" altLang="en-US"/>
        </a:p>
      </dgm:t>
    </dgm:pt>
    <dgm:pt modelId="{A01E12DE-95F2-48A7-BA7A-804BEE70BB24}">
      <dgm:prSet phldrT="[文本]"/>
      <dgm:spPr/>
      <dgm:t>
        <a:bodyPr/>
        <a:lstStyle/>
        <a:p>
          <a:r>
            <a:rPr lang="zh-CN" altLang="en-US">
              <a:highlight>
                <a:srgbClr val="FFFF00"/>
              </a:highlight>
            </a:rPr>
            <a:t>如，一个学生在班级记录不存在的情况下，其账号无法录入</a:t>
          </a:r>
        </a:p>
      </dgm:t>
    </dgm:pt>
    <dgm:pt modelId="{C69A7DB0-08D7-49F0-BC9B-08F30C335C4F}" type="parTrans" cxnId="{09021D8D-C49F-4C86-B5B7-77B10B2B50C8}">
      <dgm:prSet/>
      <dgm:spPr/>
      <dgm:t>
        <a:bodyPr/>
        <a:lstStyle/>
        <a:p>
          <a:endParaRPr lang="zh-CN" altLang="en-US"/>
        </a:p>
      </dgm:t>
    </dgm:pt>
    <dgm:pt modelId="{068DD0A3-11F6-4751-A877-50C553791DC1}" type="sibTrans" cxnId="{09021D8D-C49F-4C86-B5B7-77B10B2B50C8}">
      <dgm:prSet/>
      <dgm:spPr/>
      <dgm:t>
        <a:bodyPr/>
        <a:lstStyle/>
        <a:p>
          <a:endParaRPr lang="zh-CN" altLang="en-US"/>
        </a:p>
      </dgm:t>
    </dgm:pt>
    <dgm:pt modelId="{50C9A9F0-B160-4630-B51F-DCCB8724A199}" type="pres">
      <dgm:prSet presAssocID="{B0C9D42C-5ED0-4E81-A22D-297AE8DBA403}" presName="linear" presStyleCnt="0">
        <dgm:presLayoutVars>
          <dgm:dir/>
          <dgm:animLvl val="lvl"/>
          <dgm:resizeHandles val="exact"/>
        </dgm:presLayoutVars>
      </dgm:prSet>
      <dgm:spPr/>
    </dgm:pt>
    <dgm:pt modelId="{A6D2BB06-09D9-462E-BBFA-ABF70169C3A3}" type="pres">
      <dgm:prSet presAssocID="{3D190B95-7EFF-4C7E-B16F-EAEACD1ACA2A}" presName="parentLin" presStyleCnt="0"/>
      <dgm:spPr/>
    </dgm:pt>
    <dgm:pt modelId="{D5C70E71-1AD6-47AE-9E2F-C82B5B56664C}" type="pres">
      <dgm:prSet presAssocID="{3D190B95-7EFF-4C7E-B16F-EAEACD1ACA2A}" presName="parentLeftMargin" presStyleLbl="node1" presStyleIdx="0" presStyleCnt="3"/>
      <dgm:spPr/>
    </dgm:pt>
    <dgm:pt modelId="{393FC78C-3805-48DB-B5ED-5DD7C000AFAD}" type="pres">
      <dgm:prSet presAssocID="{3D190B95-7EFF-4C7E-B16F-EAEACD1ACA2A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A306C2A8-275C-4EFA-90C4-97A63F4EA480}" type="pres">
      <dgm:prSet presAssocID="{3D190B95-7EFF-4C7E-B16F-EAEACD1ACA2A}" presName="negativeSpace" presStyleCnt="0"/>
      <dgm:spPr/>
    </dgm:pt>
    <dgm:pt modelId="{0FBFB211-AC5A-4990-9B2A-3443A229E26C}" type="pres">
      <dgm:prSet presAssocID="{3D190B95-7EFF-4C7E-B16F-EAEACD1ACA2A}" presName="childText" presStyleLbl="conFgAcc1" presStyleIdx="0" presStyleCnt="3">
        <dgm:presLayoutVars>
          <dgm:bulletEnabled val="1"/>
        </dgm:presLayoutVars>
      </dgm:prSet>
      <dgm:spPr/>
    </dgm:pt>
    <dgm:pt modelId="{81F13128-517C-4562-BEEC-9CC88E38ACE6}" type="pres">
      <dgm:prSet presAssocID="{4472537E-9807-4CBE-AAFE-7D8AFA15AAD8}" presName="spaceBetweenRectangles" presStyleCnt="0"/>
      <dgm:spPr/>
    </dgm:pt>
    <dgm:pt modelId="{6587C980-13C4-4CFD-AFCC-2FD1BE42EFCF}" type="pres">
      <dgm:prSet presAssocID="{5CBA6A5D-2F1B-45E6-AD85-2D66FAE9F015}" presName="parentLin" presStyleCnt="0"/>
      <dgm:spPr/>
    </dgm:pt>
    <dgm:pt modelId="{12C24300-4B7D-4E8E-B3B6-7BAC50A7A3E5}" type="pres">
      <dgm:prSet presAssocID="{5CBA6A5D-2F1B-45E6-AD85-2D66FAE9F015}" presName="parentLeftMargin" presStyleLbl="node1" presStyleIdx="0" presStyleCnt="3"/>
      <dgm:spPr/>
    </dgm:pt>
    <dgm:pt modelId="{308C32BB-82B9-454A-8486-81ED9347E743}" type="pres">
      <dgm:prSet presAssocID="{5CBA6A5D-2F1B-45E6-AD85-2D66FAE9F015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CADC4BC6-B817-4F47-BC18-0FC5FBA2B1E6}" type="pres">
      <dgm:prSet presAssocID="{5CBA6A5D-2F1B-45E6-AD85-2D66FAE9F015}" presName="negativeSpace" presStyleCnt="0"/>
      <dgm:spPr/>
    </dgm:pt>
    <dgm:pt modelId="{BF8E18F2-D40F-438C-BBD9-1D514C4B9DA1}" type="pres">
      <dgm:prSet presAssocID="{5CBA6A5D-2F1B-45E6-AD85-2D66FAE9F015}" presName="childText" presStyleLbl="conFgAcc1" presStyleIdx="1" presStyleCnt="3">
        <dgm:presLayoutVars>
          <dgm:bulletEnabled val="1"/>
        </dgm:presLayoutVars>
      </dgm:prSet>
      <dgm:spPr/>
    </dgm:pt>
    <dgm:pt modelId="{A0521940-DC19-4CA2-994E-711CB5BDBE0D}" type="pres">
      <dgm:prSet presAssocID="{493D7671-6CE9-4DC1-8C82-1674EB4667E8}" presName="spaceBetweenRectangles" presStyleCnt="0"/>
      <dgm:spPr/>
    </dgm:pt>
    <dgm:pt modelId="{01BC17D7-FA19-4C59-8375-32269EA77EC5}" type="pres">
      <dgm:prSet presAssocID="{347CC3AE-29BD-420B-977B-331DF1875247}" presName="parentLin" presStyleCnt="0"/>
      <dgm:spPr/>
    </dgm:pt>
    <dgm:pt modelId="{0C11344D-B155-4939-8BD5-A0DE4888189E}" type="pres">
      <dgm:prSet presAssocID="{347CC3AE-29BD-420B-977B-331DF1875247}" presName="parentLeftMargin" presStyleLbl="node1" presStyleIdx="1" presStyleCnt="3"/>
      <dgm:spPr/>
    </dgm:pt>
    <dgm:pt modelId="{28C7AC68-FBB9-423F-AFF6-19FDFBD42451}" type="pres">
      <dgm:prSet presAssocID="{347CC3AE-29BD-420B-977B-331DF1875247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7DB605F4-4907-4B42-9647-37B9C1C4FB43}" type="pres">
      <dgm:prSet presAssocID="{347CC3AE-29BD-420B-977B-331DF1875247}" presName="negativeSpace" presStyleCnt="0"/>
      <dgm:spPr/>
    </dgm:pt>
    <dgm:pt modelId="{BBF21DC8-59CB-490C-8C99-3B0AFD64DAC2}" type="pres">
      <dgm:prSet presAssocID="{347CC3AE-29BD-420B-977B-331DF1875247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75040411-0E02-4C42-B118-B43CA98CA0AC}" srcId="{B0C9D42C-5ED0-4E81-A22D-297AE8DBA403}" destId="{347CC3AE-29BD-420B-977B-331DF1875247}" srcOrd="2" destOrd="0" parTransId="{A616EBC2-740A-4F34-AE74-2D511C12CDF8}" sibTransId="{5BFEF4A7-E5C7-44EC-B701-0C0DCDD5A068}"/>
    <dgm:cxn modelId="{C04CC83F-ACD6-41AF-85AD-A901A6132266}" type="presOf" srcId="{3D190B95-7EFF-4C7E-B16F-EAEACD1ACA2A}" destId="{D5C70E71-1AD6-47AE-9E2F-C82B5B56664C}" srcOrd="0" destOrd="0" presId="urn:microsoft.com/office/officeart/2005/8/layout/list1"/>
    <dgm:cxn modelId="{4B27DF43-57E4-4128-806D-4CDA42E8F600}" type="presOf" srcId="{5CBA6A5D-2F1B-45E6-AD85-2D66FAE9F015}" destId="{12C24300-4B7D-4E8E-B3B6-7BAC50A7A3E5}" srcOrd="0" destOrd="0" presId="urn:microsoft.com/office/officeart/2005/8/layout/list1"/>
    <dgm:cxn modelId="{9321D446-7908-4E9A-9795-8601563E5260}" type="presOf" srcId="{EE813A25-14F9-43A0-8B21-7521E4312FD9}" destId="{BF8E18F2-D40F-438C-BBD9-1D514C4B9DA1}" srcOrd="0" destOrd="0" presId="urn:microsoft.com/office/officeart/2005/8/layout/list1"/>
    <dgm:cxn modelId="{5F16A56A-CA61-4C5A-AD6A-0DE1B6ADE274}" type="presOf" srcId="{347CC3AE-29BD-420B-977B-331DF1875247}" destId="{28C7AC68-FBB9-423F-AFF6-19FDFBD42451}" srcOrd="1" destOrd="0" presId="urn:microsoft.com/office/officeart/2005/8/layout/list1"/>
    <dgm:cxn modelId="{DD82606F-192D-4F21-A17E-9140C1D582D6}" srcId="{347CC3AE-29BD-420B-977B-331DF1875247}" destId="{736089C0-B25B-4E7D-AD6F-7253192B37B0}" srcOrd="0" destOrd="0" parTransId="{5181CD67-8DA9-4832-B6DF-5C02368D8CB9}" sibTransId="{FF0BED38-E2D5-441F-9993-6B2D85D5F33E}"/>
    <dgm:cxn modelId="{A389B44F-E776-4197-BBA1-8E4297783E7B}" type="presOf" srcId="{736089C0-B25B-4E7D-AD6F-7253192B37B0}" destId="{BBF21DC8-59CB-490C-8C99-3B0AFD64DAC2}" srcOrd="0" destOrd="0" presId="urn:microsoft.com/office/officeart/2005/8/layout/list1"/>
    <dgm:cxn modelId="{1EDEDD55-1CF5-4887-8D7B-547994EE0469}" srcId="{B0C9D42C-5ED0-4E81-A22D-297AE8DBA403}" destId="{3D190B95-7EFF-4C7E-B16F-EAEACD1ACA2A}" srcOrd="0" destOrd="0" parTransId="{FAE35985-B7D0-4834-88DD-7488E8E09A3C}" sibTransId="{4472537E-9807-4CBE-AAFE-7D8AFA15AAD8}"/>
    <dgm:cxn modelId="{455D4C79-936F-4637-B5CC-B9BC1C10250C}" type="presOf" srcId="{16A2D7A5-6CAC-4AD5-A04F-5BB8CC1A172D}" destId="{BF8E18F2-D40F-438C-BBD9-1D514C4B9DA1}" srcOrd="0" destOrd="2" presId="urn:microsoft.com/office/officeart/2005/8/layout/list1"/>
    <dgm:cxn modelId="{340B7F8A-7264-45FC-A6FD-AAEE7CE402CB}" srcId="{5CBA6A5D-2F1B-45E6-AD85-2D66FAE9F015}" destId="{16A2D7A5-6CAC-4AD5-A04F-5BB8CC1A172D}" srcOrd="2" destOrd="0" parTransId="{4E1859BB-78C5-494E-A5AF-75CAD2E8F4E0}" sibTransId="{E9306F58-F9CB-4F4D-9E5B-2A6AF5027BF6}"/>
    <dgm:cxn modelId="{09021D8D-C49F-4C86-B5B7-77B10B2B50C8}" srcId="{347CC3AE-29BD-420B-977B-331DF1875247}" destId="{A01E12DE-95F2-48A7-BA7A-804BEE70BB24}" srcOrd="1" destOrd="0" parTransId="{C69A7DB0-08D7-49F0-BC9B-08F30C335C4F}" sibTransId="{068DD0A3-11F6-4751-A877-50C553791DC1}"/>
    <dgm:cxn modelId="{7B8E4E8E-8A19-4CE1-B7C0-C4211762CC40}" srcId="{3D190B95-7EFF-4C7E-B16F-EAEACD1ACA2A}" destId="{D710751D-CE0C-401D-B2CF-91B4BC4E1993}" srcOrd="1" destOrd="0" parTransId="{D40AE53E-BB51-4415-86EF-239E7C97CF63}" sibTransId="{18087F08-9891-4AFF-A8DD-A385B91A3E8E}"/>
    <dgm:cxn modelId="{F205F393-373D-45F9-9F20-A8853598D398}" type="presOf" srcId="{347CC3AE-29BD-420B-977B-331DF1875247}" destId="{0C11344D-B155-4939-8BD5-A0DE4888189E}" srcOrd="0" destOrd="0" presId="urn:microsoft.com/office/officeart/2005/8/layout/list1"/>
    <dgm:cxn modelId="{4513D69F-9E37-4964-A201-CE2CA45497AF}" srcId="{3D190B95-7EFF-4C7E-B16F-EAEACD1ACA2A}" destId="{3F3C1BD6-9BF0-437C-922A-4B4387C4AAF5}" srcOrd="0" destOrd="0" parTransId="{B3B4426B-2C0D-4A6F-BC7D-24F3A01DB9A8}" sibTransId="{2376FB47-8DC5-4CF1-9C9C-1ABD391DE0D3}"/>
    <dgm:cxn modelId="{E10A36B0-EF4C-4E3F-8CF8-175C7D2A18A8}" type="presOf" srcId="{5CBA6A5D-2F1B-45E6-AD85-2D66FAE9F015}" destId="{308C32BB-82B9-454A-8486-81ED9347E743}" srcOrd="1" destOrd="0" presId="urn:microsoft.com/office/officeart/2005/8/layout/list1"/>
    <dgm:cxn modelId="{DA38C9C1-D3F5-4681-96A9-B32E34834E3D}" type="presOf" srcId="{3D190B95-7EFF-4C7E-B16F-EAEACD1ACA2A}" destId="{393FC78C-3805-48DB-B5ED-5DD7C000AFAD}" srcOrd="1" destOrd="0" presId="urn:microsoft.com/office/officeart/2005/8/layout/list1"/>
    <dgm:cxn modelId="{A8FE5EC4-71B5-4498-BF55-2903A018D00B}" type="presOf" srcId="{A01E12DE-95F2-48A7-BA7A-804BEE70BB24}" destId="{BBF21DC8-59CB-490C-8C99-3B0AFD64DAC2}" srcOrd="0" destOrd="1" presId="urn:microsoft.com/office/officeart/2005/8/layout/list1"/>
    <dgm:cxn modelId="{6CFB67CD-6F6E-4E5F-A644-4F939C4D15FE}" type="presOf" srcId="{D710751D-CE0C-401D-B2CF-91B4BC4E1993}" destId="{0FBFB211-AC5A-4990-9B2A-3443A229E26C}" srcOrd="0" destOrd="1" presId="urn:microsoft.com/office/officeart/2005/8/layout/list1"/>
    <dgm:cxn modelId="{59B396CE-7BE7-44F4-8677-68476910BB76}" type="presOf" srcId="{3F3C1BD6-9BF0-437C-922A-4B4387C4AAF5}" destId="{0FBFB211-AC5A-4990-9B2A-3443A229E26C}" srcOrd="0" destOrd="0" presId="urn:microsoft.com/office/officeart/2005/8/layout/list1"/>
    <dgm:cxn modelId="{6468B3DA-8E8B-4599-BD97-B82CD9B58A71}" srcId="{5CBA6A5D-2F1B-45E6-AD85-2D66FAE9F015}" destId="{EE813A25-14F9-43A0-8B21-7521E4312FD9}" srcOrd="0" destOrd="0" parTransId="{A892425A-A037-4A5E-9F9F-606DCD840CA6}" sibTransId="{16B80228-3945-49FD-8FCC-9F3C6925DA54}"/>
    <dgm:cxn modelId="{304088DD-560F-40C1-A263-047706544AB6}" srcId="{5CBA6A5D-2F1B-45E6-AD85-2D66FAE9F015}" destId="{11ABB140-0164-48E7-83C5-EA41EDF4B970}" srcOrd="1" destOrd="0" parTransId="{E76FE021-064A-4575-B31F-52648740C76D}" sibTransId="{1A0C801C-14F1-4C7E-A4E2-5B8A0A404416}"/>
    <dgm:cxn modelId="{6F5602DE-DAD7-4FEF-873F-CFE617A70393}" type="presOf" srcId="{B0C9D42C-5ED0-4E81-A22D-297AE8DBA403}" destId="{50C9A9F0-B160-4630-B51F-DCCB8724A199}" srcOrd="0" destOrd="0" presId="urn:microsoft.com/office/officeart/2005/8/layout/list1"/>
    <dgm:cxn modelId="{4A21B0E4-405F-4527-9FD2-06022F7226B8}" srcId="{B0C9D42C-5ED0-4E81-A22D-297AE8DBA403}" destId="{5CBA6A5D-2F1B-45E6-AD85-2D66FAE9F015}" srcOrd="1" destOrd="0" parTransId="{193ADAC9-7EA2-4A12-A082-B29F9D47EFCD}" sibTransId="{493D7671-6CE9-4DC1-8C82-1674EB4667E8}"/>
    <dgm:cxn modelId="{66AEABF5-A7E2-4FAF-821E-C35F24A8EE58}" type="presOf" srcId="{11ABB140-0164-48E7-83C5-EA41EDF4B970}" destId="{BF8E18F2-D40F-438C-BBD9-1D514C4B9DA1}" srcOrd="0" destOrd="1" presId="urn:microsoft.com/office/officeart/2005/8/layout/list1"/>
    <dgm:cxn modelId="{3F936E84-83B6-4FA4-9EB6-C7C6CEF5CA6C}" type="presParOf" srcId="{50C9A9F0-B160-4630-B51F-DCCB8724A199}" destId="{A6D2BB06-09D9-462E-BBFA-ABF70169C3A3}" srcOrd="0" destOrd="0" presId="urn:microsoft.com/office/officeart/2005/8/layout/list1"/>
    <dgm:cxn modelId="{8491DF0A-B6A1-4BEE-91F9-2E9709AEE7B3}" type="presParOf" srcId="{A6D2BB06-09D9-462E-BBFA-ABF70169C3A3}" destId="{D5C70E71-1AD6-47AE-9E2F-C82B5B56664C}" srcOrd="0" destOrd="0" presId="urn:microsoft.com/office/officeart/2005/8/layout/list1"/>
    <dgm:cxn modelId="{4D43C4DA-B4F1-44D6-821F-08020B1E5529}" type="presParOf" srcId="{A6D2BB06-09D9-462E-BBFA-ABF70169C3A3}" destId="{393FC78C-3805-48DB-B5ED-5DD7C000AFAD}" srcOrd="1" destOrd="0" presId="urn:microsoft.com/office/officeart/2005/8/layout/list1"/>
    <dgm:cxn modelId="{484BC7BA-654C-4142-90B9-9A5A547C65DC}" type="presParOf" srcId="{50C9A9F0-B160-4630-B51F-DCCB8724A199}" destId="{A306C2A8-275C-4EFA-90C4-97A63F4EA480}" srcOrd="1" destOrd="0" presId="urn:microsoft.com/office/officeart/2005/8/layout/list1"/>
    <dgm:cxn modelId="{05A84004-6F74-4783-9122-2107E8D57684}" type="presParOf" srcId="{50C9A9F0-B160-4630-B51F-DCCB8724A199}" destId="{0FBFB211-AC5A-4990-9B2A-3443A229E26C}" srcOrd="2" destOrd="0" presId="urn:microsoft.com/office/officeart/2005/8/layout/list1"/>
    <dgm:cxn modelId="{C51FA985-425C-43F4-86D6-0A14C6F248BA}" type="presParOf" srcId="{50C9A9F0-B160-4630-B51F-DCCB8724A199}" destId="{81F13128-517C-4562-BEEC-9CC88E38ACE6}" srcOrd="3" destOrd="0" presId="urn:microsoft.com/office/officeart/2005/8/layout/list1"/>
    <dgm:cxn modelId="{4C3E5F2A-245B-4D6B-A4FD-3C2E7CE1982A}" type="presParOf" srcId="{50C9A9F0-B160-4630-B51F-DCCB8724A199}" destId="{6587C980-13C4-4CFD-AFCC-2FD1BE42EFCF}" srcOrd="4" destOrd="0" presId="urn:microsoft.com/office/officeart/2005/8/layout/list1"/>
    <dgm:cxn modelId="{E7E11992-A921-4C00-8398-E487A23F0C54}" type="presParOf" srcId="{6587C980-13C4-4CFD-AFCC-2FD1BE42EFCF}" destId="{12C24300-4B7D-4E8E-B3B6-7BAC50A7A3E5}" srcOrd="0" destOrd="0" presId="urn:microsoft.com/office/officeart/2005/8/layout/list1"/>
    <dgm:cxn modelId="{23F6AF4A-9BDD-41DD-9873-53ED47D5F21B}" type="presParOf" srcId="{6587C980-13C4-4CFD-AFCC-2FD1BE42EFCF}" destId="{308C32BB-82B9-454A-8486-81ED9347E743}" srcOrd="1" destOrd="0" presId="urn:microsoft.com/office/officeart/2005/8/layout/list1"/>
    <dgm:cxn modelId="{4F8DC383-ECBD-4C3A-9CB2-79B7C6CB6484}" type="presParOf" srcId="{50C9A9F0-B160-4630-B51F-DCCB8724A199}" destId="{CADC4BC6-B817-4F47-BC18-0FC5FBA2B1E6}" srcOrd="5" destOrd="0" presId="urn:microsoft.com/office/officeart/2005/8/layout/list1"/>
    <dgm:cxn modelId="{5304663C-AD10-47B5-A76D-7E1BF830981F}" type="presParOf" srcId="{50C9A9F0-B160-4630-B51F-DCCB8724A199}" destId="{BF8E18F2-D40F-438C-BBD9-1D514C4B9DA1}" srcOrd="6" destOrd="0" presId="urn:microsoft.com/office/officeart/2005/8/layout/list1"/>
    <dgm:cxn modelId="{BF0AA282-9E08-4178-953D-0202F49CA73E}" type="presParOf" srcId="{50C9A9F0-B160-4630-B51F-DCCB8724A199}" destId="{A0521940-DC19-4CA2-994E-711CB5BDBE0D}" srcOrd="7" destOrd="0" presId="urn:microsoft.com/office/officeart/2005/8/layout/list1"/>
    <dgm:cxn modelId="{2FA951CB-663A-4B48-8490-034EA2E23940}" type="presParOf" srcId="{50C9A9F0-B160-4630-B51F-DCCB8724A199}" destId="{01BC17D7-FA19-4C59-8375-32269EA77EC5}" srcOrd="8" destOrd="0" presId="urn:microsoft.com/office/officeart/2005/8/layout/list1"/>
    <dgm:cxn modelId="{DB332E9E-6091-42B6-82EF-2CC1A6B60B2F}" type="presParOf" srcId="{01BC17D7-FA19-4C59-8375-32269EA77EC5}" destId="{0C11344D-B155-4939-8BD5-A0DE4888189E}" srcOrd="0" destOrd="0" presId="urn:microsoft.com/office/officeart/2005/8/layout/list1"/>
    <dgm:cxn modelId="{9A9AEAA1-B455-4020-8E2F-79FBDC6D1FA2}" type="presParOf" srcId="{01BC17D7-FA19-4C59-8375-32269EA77EC5}" destId="{28C7AC68-FBB9-423F-AFF6-19FDFBD42451}" srcOrd="1" destOrd="0" presId="urn:microsoft.com/office/officeart/2005/8/layout/list1"/>
    <dgm:cxn modelId="{1918E9C3-4F29-4A93-A98A-8DCC52EF1D48}" type="presParOf" srcId="{50C9A9F0-B160-4630-B51F-DCCB8724A199}" destId="{7DB605F4-4907-4B42-9647-37B9C1C4FB43}" srcOrd="9" destOrd="0" presId="urn:microsoft.com/office/officeart/2005/8/layout/list1"/>
    <dgm:cxn modelId="{CABDE759-C968-4209-A7E9-4FF1BE9A226D}" type="presParOf" srcId="{50C9A9F0-B160-4630-B51F-DCCB8724A199}" destId="{BBF21DC8-59CB-490C-8C99-3B0AFD64DAC2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9.xml><?xml version="1.0" encoding="utf-8"?>
<dgm:dataModel xmlns:dgm="http://schemas.openxmlformats.org/drawingml/2006/diagram" xmlns:a="http://schemas.openxmlformats.org/drawingml/2006/main">
  <dgm:ptLst>
    <dgm:pt modelId="{C055C59B-B531-4630-B020-48202953739B}" type="doc">
      <dgm:prSet loTypeId="urn:microsoft.com/office/officeart/2005/8/layout/hList9" loCatId="list" qsTypeId="urn:microsoft.com/office/officeart/2005/8/quickstyle/3d2" qsCatId="3D" csTypeId="urn:microsoft.com/office/officeart/2005/8/colors/colorful5" csCatId="colorful" phldr="1"/>
      <dgm:spPr/>
      <dgm:t>
        <a:bodyPr/>
        <a:lstStyle/>
        <a:p>
          <a:endParaRPr lang="zh-CN" altLang="en-US"/>
        </a:p>
      </dgm:t>
    </dgm:pt>
    <dgm:pt modelId="{9FA58003-44F2-4193-82FB-1C73DDAF1EDF}">
      <dgm:prSet phldrT="[文本]"/>
      <dgm:spPr/>
      <dgm:t>
        <a:bodyPr/>
        <a:lstStyle/>
        <a:p>
          <a:r>
            <a:rPr lang="zh-CN" altLang="en-US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登录</a:t>
          </a:r>
        </a:p>
      </dgm:t>
    </dgm:pt>
    <dgm:pt modelId="{B796B959-B4CA-401B-BCE2-2EAD89906FCC}" type="parTrans" cxnId="{CE9AC7D5-BC75-465E-83F9-21B158A8A67D}">
      <dgm:prSet/>
      <dgm:spPr/>
      <dgm:t>
        <a:bodyPr/>
        <a:lstStyle/>
        <a:p>
          <a:endParaRPr lang="zh-CN" alt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E677DA33-682D-48F4-AE79-4063C2B659EC}" type="sibTrans" cxnId="{CE9AC7D5-BC75-465E-83F9-21B158A8A67D}">
      <dgm:prSet/>
      <dgm:spPr/>
      <dgm:t>
        <a:bodyPr/>
        <a:lstStyle/>
        <a:p>
          <a:endParaRPr lang="zh-CN" alt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2A0072BB-DDA8-4D03-888B-F436423F4D15}">
      <dgm:prSet phldrT="[文本]"/>
      <dgm:spPr/>
      <dgm:t>
        <a:bodyPr/>
        <a:lstStyle/>
        <a:p>
          <a:r>
            <a:rPr lang="zh-CN" altLang="en-US">
              <a:latin typeface="微软雅黑" panose="020B0503020204020204" pitchFamily="34" charset="-122"/>
              <a:ea typeface="微软雅黑" panose="020B0503020204020204" pitchFamily="34" charset="-122"/>
            </a:rPr>
            <a:t>教师登录</a:t>
          </a:r>
        </a:p>
      </dgm:t>
    </dgm:pt>
    <dgm:pt modelId="{8AE9FCF6-D5F2-47FD-B597-5DDACCA4FBA5}" type="parTrans" cxnId="{4CA0E2BA-55A5-4017-8E11-8B5C3181041D}">
      <dgm:prSet/>
      <dgm:spPr/>
      <dgm:t>
        <a:bodyPr/>
        <a:lstStyle/>
        <a:p>
          <a:endParaRPr lang="zh-CN" alt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EFC1C6CF-4C28-40BA-8B06-A8A1EF60ED51}" type="sibTrans" cxnId="{4CA0E2BA-55A5-4017-8E11-8B5C3181041D}">
      <dgm:prSet/>
      <dgm:spPr/>
      <dgm:t>
        <a:bodyPr/>
        <a:lstStyle/>
        <a:p>
          <a:endParaRPr lang="zh-CN" alt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86F9E36A-AB2E-4F1A-B392-B7A8BF2BDAD9}">
      <dgm:prSet phldrT="[文本]"/>
      <dgm:spPr/>
      <dgm:t>
        <a:bodyPr/>
        <a:lstStyle/>
        <a:p>
          <a:r>
            <a:rPr lang="zh-CN" altLang="en-US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教学任务查询</a:t>
          </a:r>
        </a:p>
      </dgm:t>
    </dgm:pt>
    <dgm:pt modelId="{EA07C91E-EB43-446D-9B1B-108D6B57F0FA}" type="parTrans" cxnId="{5F582C36-CF1B-467C-9B71-4CD886C55F39}">
      <dgm:prSet/>
      <dgm:spPr/>
      <dgm:t>
        <a:bodyPr/>
        <a:lstStyle/>
        <a:p>
          <a:endParaRPr lang="zh-CN" alt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108A9812-083F-488B-84ED-9651289E82F7}" type="sibTrans" cxnId="{5F582C36-CF1B-467C-9B71-4CD886C55F39}">
      <dgm:prSet/>
      <dgm:spPr/>
      <dgm:t>
        <a:bodyPr/>
        <a:lstStyle/>
        <a:p>
          <a:endParaRPr lang="zh-CN" alt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E974CE1C-77B0-41BA-8CE1-657ED9A8D05F}">
      <dgm:prSet phldrT="[文本]"/>
      <dgm:spPr/>
      <dgm:t>
        <a:bodyPr/>
        <a:lstStyle/>
        <a:p>
          <a:r>
            <a:rPr lang="zh-CN" altLang="en-US" dirty="0">
              <a:latin typeface="微软雅黑" panose="020B0503020204020204" pitchFamily="34" charset="-122"/>
              <a:ea typeface="微软雅黑" panose="020B0503020204020204" pitchFamily="34" charset="-122"/>
            </a:rPr>
            <a:t>教师查询任务</a:t>
          </a:r>
        </a:p>
      </dgm:t>
    </dgm:pt>
    <dgm:pt modelId="{BF06DF34-3786-47C1-8BE3-5A535FBCC288}" type="parTrans" cxnId="{8766C82C-2731-4BC4-85FB-540E86D111D4}">
      <dgm:prSet/>
      <dgm:spPr/>
      <dgm:t>
        <a:bodyPr/>
        <a:lstStyle/>
        <a:p>
          <a:endParaRPr lang="zh-CN" alt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B3FA5A1B-5F54-439A-A6F7-6A0DDCB4DA24}" type="sibTrans" cxnId="{8766C82C-2731-4BC4-85FB-540E86D111D4}">
      <dgm:prSet/>
      <dgm:spPr/>
      <dgm:t>
        <a:bodyPr/>
        <a:lstStyle/>
        <a:p>
          <a:endParaRPr lang="zh-CN" alt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52B31F1C-A5AB-4B0F-B91A-BC78EE9A09A4}">
      <dgm:prSet phldrT="[文本]"/>
      <dgm:spPr/>
      <dgm:t>
        <a:bodyPr/>
        <a:lstStyle/>
        <a:p>
          <a:r>
            <a:rPr lang="zh-CN" altLang="en-US">
              <a:latin typeface="微软雅黑" panose="020B0503020204020204" pitchFamily="34" charset="-122"/>
              <a:ea typeface="微软雅黑" panose="020B0503020204020204" pitchFamily="34" charset="-122"/>
            </a:rPr>
            <a:t>学生查询教学任务</a:t>
          </a:r>
        </a:p>
      </dgm:t>
    </dgm:pt>
    <dgm:pt modelId="{FB8EECD4-3B98-47C2-99F4-5A7DDA45EA6D}" type="parTrans" cxnId="{A6E09E87-5187-4D94-8064-C60C8EA3EAEC}">
      <dgm:prSet/>
      <dgm:spPr/>
      <dgm:t>
        <a:bodyPr/>
        <a:lstStyle/>
        <a:p>
          <a:endParaRPr lang="zh-CN" alt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ECFE822E-D63F-4E0A-A1D0-FD37C57664E7}" type="sibTrans" cxnId="{A6E09E87-5187-4D94-8064-C60C8EA3EAEC}">
      <dgm:prSet/>
      <dgm:spPr/>
      <dgm:t>
        <a:bodyPr/>
        <a:lstStyle/>
        <a:p>
          <a:endParaRPr lang="zh-CN" alt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3D70FC69-8949-4CB6-A31F-F436CFEBCBEA}">
      <dgm:prSet phldrT="[文本]"/>
      <dgm:spPr/>
      <dgm:t>
        <a:bodyPr/>
        <a:lstStyle/>
        <a:p>
          <a:r>
            <a:rPr lang="zh-CN" altLang="en-US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成绩录入查询</a:t>
          </a:r>
        </a:p>
      </dgm:t>
    </dgm:pt>
    <dgm:pt modelId="{30BEA5E8-15DD-4D1A-8215-93ADE5744575}" type="parTrans" cxnId="{C424C8BE-13CF-4DCA-BFB3-4BCAF3F8005A}">
      <dgm:prSet/>
      <dgm:spPr/>
      <dgm:t>
        <a:bodyPr/>
        <a:lstStyle/>
        <a:p>
          <a:endParaRPr lang="zh-CN" alt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ED7175EC-6DCD-49AD-817E-3BAA119622CC}" type="sibTrans" cxnId="{C424C8BE-13CF-4DCA-BFB3-4BCAF3F8005A}">
      <dgm:prSet/>
      <dgm:spPr/>
      <dgm:t>
        <a:bodyPr/>
        <a:lstStyle/>
        <a:p>
          <a:endParaRPr lang="zh-CN" alt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A67E194A-E57C-4473-8C4F-153ED75BAEB6}">
      <dgm:prSet phldrT="[文本]"/>
      <dgm:spPr/>
      <dgm:t>
        <a:bodyPr/>
        <a:lstStyle/>
        <a:p>
          <a:r>
            <a:rPr lang="zh-CN" altLang="en-US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用户设置</a:t>
          </a:r>
        </a:p>
      </dgm:t>
    </dgm:pt>
    <dgm:pt modelId="{1B280CDE-D2E2-4732-B431-B6A4C5F962D1}" type="parTrans" cxnId="{46FB7EFB-12DB-4087-9338-4FC7A06B3C1A}">
      <dgm:prSet/>
      <dgm:spPr/>
      <dgm:t>
        <a:bodyPr/>
        <a:lstStyle/>
        <a:p>
          <a:endParaRPr lang="zh-CN" alt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75558151-B9DD-404E-AFAF-625FB0F42534}" type="sibTrans" cxnId="{46FB7EFB-12DB-4087-9338-4FC7A06B3C1A}">
      <dgm:prSet/>
      <dgm:spPr/>
      <dgm:t>
        <a:bodyPr/>
        <a:lstStyle/>
        <a:p>
          <a:endParaRPr lang="zh-CN" alt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58C96DAE-177F-42E9-8026-85FC30636CCD}">
      <dgm:prSet phldrT="[文本]"/>
      <dgm:spPr/>
      <dgm:t>
        <a:bodyPr/>
        <a:lstStyle/>
        <a:p>
          <a:r>
            <a:rPr lang="zh-CN" altLang="en-US">
              <a:latin typeface="微软雅黑" panose="020B0503020204020204" pitchFamily="34" charset="-122"/>
              <a:ea typeface="微软雅黑" panose="020B0503020204020204" pitchFamily="34" charset="-122"/>
            </a:rPr>
            <a:t>教师录入</a:t>
          </a:r>
        </a:p>
      </dgm:t>
    </dgm:pt>
    <dgm:pt modelId="{883B35FF-5AD2-433E-AF34-979FC32D79D2}" type="parTrans" cxnId="{3AA4AA28-3129-4BE5-8C1A-6C5C032D6AB2}">
      <dgm:prSet/>
      <dgm:spPr/>
      <dgm:t>
        <a:bodyPr/>
        <a:lstStyle/>
        <a:p>
          <a:endParaRPr lang="zh-CN" alt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EFCCB918-3020-4A30-B8B1-11F67445C2D3}" type="sibTrans" cxnId="{3AA4AA28-3129-4BE5-8C1A-6C5C032D6AB2}">
      <dgm:prSet/>
      <dgm:spPr/>
      <dgm:t>
        <a:bodyPr/>
        <a:lstStyle/>
        <a:p>
          <a:endParaRPr lang="zh-CN" alt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7D2766C6-D067-4040-B1C2-4F845E31129E}">
      <dgm:prSet phldrT="[文本]"/>
      <dgm:spPr/>
      <dgm:t>
        <a:bodyPr/>
        <a:lstStyle/>
        <a:p>
          <a:r>
            <a:rPr lang="zh-CN" altLang="en-US" dirty="0">
              <a:latin typeface="微软雅黑" panose="020B0503020204020204" pitchFamily="34" charset="-122"/>
              <a:ea typeface="微软雅黑" panose="020B0503020204020204" pitchFamily="34" charset="-122"/>
            </a:rPr>
            <a:t>教师、学生查询成绩</a:t>
          </a:r>
        </a:p>
      </dgm:t>
    </dgm:pt>
    <dgm:pt modelId="{8917A46D-78BA-4DF4-AC7B-351E03FC1519}" type="parTrans" cxnId="{4E67CC1F-6046-4825-988E-5B9F97647BDC}">
      <dgm:prSet/>
      <dgm:spPr/>
      <dgm:t>
        <a:bodyPr/>
        <a:lstStyle/>
        <a:p>
          <a:endParaRPr lang="zh-CN" alt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DDF95571-E501-4A06-8691-5E66CE8591AC}" type="sibTrans" cxnId="{4E67CC1F-6046-4825-988E-5B9F97647BDC}">
      <dgm:prSet/>
      <dgm:spPr/>
      <dgm:t>
        <a:bodyPr/>
        <a:lstStyle/>
        <a:p>
          <a:endParaRPr lang="zh-CN" alt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D6B7C512-423B-4588-BC99-0D4FC0D47726}">
      <dgm:prSet phldrT="[文本]"/>
      <dgm:spPr/>
      <dgm:t>
        <a:bodyPr/>
        <a:lstStyle/>
        <a:p>
          <a:r>
            <a:rPr lang="zh-CN" altLang="en-US" dirty="0">
              <a:latin typeface="微软雅黑" panose="020B0503020204020204" pitchFamily="34" charset="-122"/>
              <a:ea typeface="微软雅黑" panose="020B0503020204020204" pitchFamily="34" charset="-122"/>
            </a:rPr>
            <a:t>教师修改密码</a:t>
          </a:r>
        </a:p>
      </dgm:t>
    </dgm:pt>
    <dgm:pt modelId="{24243435-76F4-4D97-8C6F-125434D23EDC}" type="parTrans" cxnId="{D3DEC7FB-81C1-4EFB-B1AE-EBA081CC1DF0}">
      <dgm:prSet/>
      <dgm:spPr/>
      <dgm:t>
        <a:bodyPr/>
        <a:lstStyle/>
        <a:p>
          <a:endParaRPr lang="zh-CN" alt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9D94172B-EED3-46F0-B55C-4D1BC69411E9}" type="sibTrans" cxnId="{D3DEC7FB-81C1-4EFB-B1AE-EBA081CC1DF0}">
      <dgm:prSet/>
      <dgm:spPr/>
      <dgm:t>
        <a:bodyPr/>
        <a:lstStyle/>
        <a:p>
          <a:endParaRPr lang="zh-CN" alt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EE0FA9C7-D2F1-4C9E-A308-600DBDFCFC40}">
      <dgm:prSet phldrT="[文本]"/>
      <dgm:spPr/>
      <dgm:t>
        <a:bodyPr/>
        <a:lstStyle/>
        <a:p>
          <a:r>
            <a:rPr lang="zh-CN" altLang="en-US">
              <a:latin typeface="微软雅黑" panose="020B0503020204020204" pitchFamily="34" charset="-122"/>
              <a:ea typeface="微软雅黑" panose="020B0503020204020204" pitchFamily="34" charset="-122"/>
            </a:rPr>
            <a:t>学生修改密码</a:t>
          </a:r>
        </a:p>
      </dgm:t>
    </dgm:pt>
    <dgm:pt modelId="{DF169DDC-75DF-46A1-B3D9-329F27A60E2B}" type="parTrans" cxnId="{5ABBC577-6076-4323-AF58-C4B44AB4ED74}">
      <dgm:prSet/>
      <dgm:spPr/>
      <dgm:t>
        <a:bodyPr/>
        <a:lstStyle/>
        <a:p>
          <a:endParaRPr lang="zh-CN" alt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EC5DA7F4-2D40-45B0-BA64-B4394DD1B382}" type="sibTrans" cxnId="{5ABBC577-6076-4323-AF58-C4B44AB4ED74}">
      <dgm:prSet/>
      <dgm:spPr/>
      <dgm:t>
        <a:bodyPr/>
        <a:lstStyle/>
        <a:p>
          <a:endParaRPr lang="zh-CN" alt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3B081C16-3903-4B29-9E68-C7ED3D5C9190}">
      <dgm:prSet phldrT="[文本]"/>
      <dgm:spPr/>
      <dgm:t>
        <a:bodyPr/>
        <a:lstStyle/>
        <a:p>
          <a:r>
            <a:rPr lang="zh-CN" altLang="en-US" dirty="0">
              <a:latin typeface="微软雅黑" panose="020B0503020204020204" pitchFamily="34" charset="-122"/>
              <a:ea typeface="微软雅黑" panose="020B0503020204020204" pitchFamily="34" charset="-122"/>
            </a:rPr>
            <a:t>学生登录</a:t>
          </a:r>
        </a:p>
      </dgm:t>
    </dgm:pt>
    <dgm:pt modelId="{532B1A93-2AF9-45C4-8FE4-2983660F2256}" type="parTrans" cxnId="{E864C6E6-A29C-4CC5-8042-955DCD8D1001}">
      <dgm:prSet/>
      <dgm:spPr/>
      <dgm:t>
        <a:bodyPr/>
        <a:lstStyle/>
        <a:p>
          <a:endParaRPr lang="zh-CN" altLang="en-US"/>
        </a:p>
      </dgm:t>
    </dgm:pt>
    <dgm:pt modelId="{7767CDA4-99F0-4A9C-8279-50AD3530A60E}" type="sibTrans" cxnId="{E864C6E6-A29C-4CC5-8042-955DCD8D1001}">
      <dgm:prSet/>
      <dgm:spPr/>
      <dgm:t>
        <a:bodyPr/>
        <a:lstStyle/>
        <a:p>
          <a:endParaRPr lang="zh-CN" altLang="en-US"/>
        </a:p>
      </dgm:t>
    </dgm:pt>
    <dgm:pt modelId="{B9121B46-C0E5-4983-9C0F-3BD49784B236}" type="pres">
      <dgm:prSet presAssocID="{C055C59B-B531-4630-B020-48202953739B}" presName="list" presStyleCnt="0">
        <dgm:presLayoutVars>
          <dgm:dir/>
          <dgm:animLvl val="lvl"/>
        </dgm:presLayoutVars>
      </dgm:prSet>
      <dgm:spPr/>
    </dgm:pt>
    <dgm:pt modelId="{7C301EB6-181A-4D13-A0F7-BB7EA1725ECA}" type="pres">
      <dgm:prSet presAssocID="{9FA58003-44F2-4193-82FB-1C73DDAF1EDF}" presName="posSpace" presStyleCnt="0"/>
      <dgm:spPr/>
    </dgm:pt>
    <dgm:pt modelId="{BBF70008-42CA-45E5-9B85-741D19703CDA}" type="pres">
      <dgm:prSet presAssocID="{9FA58003-44F2-4193-82FB-1C73DDAF1EDF}" presName="vertFlow" presStyleCnt="0"/>
      <dgm:spPr/>
    </dgm:pt>
    <dgm:pt modelId="{FF4668B4-DEA9-462D-80B9-215F21FD43A3}" type="pres">
      <dgm:prSet presAssocID="{9FA58003-44F2-4193-82FB-1C73DDAF1EDF}" presName="topSpace" presStyleCnt="0"/>
      <dgm:spPr/>
    </dgm:pt>
    <dgm:pt modelId="{94EA2625-98E5-4FCB-B00D-3740A719E527}" type="pres">
      <dgm:prSet presAssocID="{9FA58003-44F2-4193-82FB-1C73DDAF1EDF}" presName="firstComp" presStyleCnt="0"/>
      <dgm:spPr/>
    </dgm:pt>
    <dgm:pt modelId="{224D0614-017F-4EF3-8417-02D20C0A8402}" type="pres">
      <dgm:prSet presAssocID="{9FA58003-44F2-4193-82FB-1C73DDAF1EDF}" presName="firstChild" presStyleLbl="bgAccFollowNode1" presStyleIdx="0" presStyleCnt="8"/>
      <dgm:spPr/>
    </dgm:pt>
    <dgm:pt modelId="{A37697D7-20D9-49C1-94F1-0FC47D30ED38}" type="pres">
      <dgm:prSet presAssocID="{9FA58003-44F2-4193-82FB-1C73DDAF1EDF}" presName="firstChildTx" presStyleLbl="bgAccFollowNode1" presStyleIdx="0" presStyleCnt="8">
        <dgm:presLayoutVars>
          <dgm:bulletEnabled val="1"/>
        </dgm:presLayoutVars>
      </dgm:prSet>
      <dgm:spPr/>
    </dgm:pt>
    <dgm:pt modelId="{3E184D87-1ACA-405B-909F-7EBACEA4FD76}" type="pres">
      <dgm:prSet presAssocID="{3B081C16-3903-4B29-9E68-C7ED3D5C9190}" presName="comp" presStyleCnt="0"/>
      <dgm:spPr/>
    </dgm:pt>
    <dgm:pt modelId="{97EF61F5-6DF3-4662-BE5F-31EC06E5B201}" type="pres">
      <dgm:prSet presAssocID="{3B081C16-3903-4B29-9E68-C7ED3D5C9190}" presName="child" presStyleLbl="bgAccFollowNode1" presStyleIdx="1" presStyleCnt="8"/>
      <dgm:spPr/>
    </dgm:pt>
    <dgm:pt modelId="{8A479429-FE1B-43A0-8C15-92FD35251D1E}" type="pres">
      <dgm:prSet presAssocID="{3B081C16-3903-4B29-9E68-C7ED3D5C9190}" presName="childTx" presStyleLbl="bgAccFollowNode1" presStyleIdx="1" presStyleCnt="8">
        <dgm:presLayoutVars>
          <dgm:bulletEnabled val="1"/>
        </dgm:presLayoutVars>
      </dgm:prSet>
      <dgm:spPr/>
    </dgm:pt>
    <dgm:pt modelId="{E61B01E3-2CE0-475A-AAFF-81A62044D014}" type="pres">
      <dgm:prSet presAssocID="{9FA58003-44F2-4193-82FB-1C73DDAF1EDF}" presName="negSpace" presStyleCnt="0"/>
      <dgm:spPr/>
    </dgm:pt>
    <dgm:pt modelId="{147B4034-3421-483C-9233-7D44DBEB1F64}" type="pres">
      <dgm:prSet presAssocID="{9FA58003-44F2-4193-82FB-1C73DDAF1EDF}" presName="circle" presStyleLbl="node1" presStyleIdx="0" presStyleCnt="4"/>
      <dgm:spPr/>
    </dgm:pt>
    <dgm:pt modelId="{E7C96F21-0812-497E-944C-2D154F225650}" type="pres">
      <dgm:prSet presAssocID="{E677DA33-682D-48F4-AE79-4063C2B659EC}" presName="transSpace" presStyleCnt="0"/>
      <dgm:spPr/>
    </dgm:pt>
    <dgm:pt modelId="{88DD3752-A8FF-4047-92F9-167BBEDE0A9E}" type="pres">
      <dgm:prSet presAssocID="{86F9E36A-AB2E-4F1A-B392-B7A8BF2BDAD9}" presName="posSpace" presStyleCnt="0"/>
      <dgm:spPr/>
    </dgm:pt>
    <dgm:pt modelId="{87705347-A68A-4659-B6D4-1CE41AE2CE9E}" type="pres">
      <dgm:prSet presAssocID="{86F9E36A-AB2E-4F1A-B392-B7A8BF2BDAD9}" presName="vertFlow" presStyleCnt="0"/>
      <dgm:spPr/>
    </dgm:pt>
    <dgm:pt modelId="{63A64DDE-76D4-4D12-B1E5-7B883FAA4B75}" type="pres">
      <dgm:prSet presAssocID="{86F9E36A-AB2E-4F1A-B392-B7A8BF2BDAD9}" presName="topSpace" presStyleCnt="0"/>
      <dgm:spPr/>
    </dgm:pt>
    <dgm:pt modelId="{206F591E-0062-4D13-BD93-E9DCACDB4A03}" type="pres">
      <dgm:prSet presAssocID="{86F9E36A-AB2E-4F1A-B392-B7A8BF2BDAD9}" presName="firstComp" presStyleCnt="0"/>
      <dgm:spPr/>
    </dgm:pt>
    <dgm:pt modelId="{C52E75FD-C1A4-4A31-914B-E6F623B79142}" type="pres">
      <dgm:prSet presAssocID="{86F9E36A-AB2E-4F1A-B392-B7A8BF2BDAD9}" presName="firstChild" presStyleLbl="bgAccFollowNode1" presStyleIdx="2" presStyleCnt="8"/>
      <dgm:spPr/>
    </dgm:pt>
    <dgm:pt modelId="{D6469388-D5AD-4986-95C7-04718192B04B}" type="pres">
      <dgm:prSet presAssocID="{86F9E36A-AB2E-4F1A-B392-B7A8BF2BDAD9}" presName="firstChildTx" presStyleLbl="bgAccFollowNode1" presStyleIdx="2" presStyleCnt="8">
        <dgm:presLayoutVars>
          <dgm:bulletEnabled val="1"/>
        </dgm:presLayoutVars>
      </dgm:prSet>
      <dgm:spPr/>
    </dgm:pt>
    <dgm:pt modelId="{B9710BF7-87FE-48C2-A611-22524C7B1533}" type="pres">
      <dgm:prSet presAssocID="{52B31F1C-A5AB-4B0F-B91A-BC78EE9A09A4}" presName="comp" presStyleCnt="0"/>
      <dgm:spPr/>
    </dgm:pt>
    <dgm:pt modelId="{6E8643E0-8BCF-4379-91E1-B5868ADE1B75}" type="pres">
      <dgm:prSet presAssocID="{52B31F1C-A5AB-4B0F-B91A-BC78EE9A09A4}" presName="child" presStyleLbl="bgAccFollowNode1" presStyleIdx="3" presStyleCnt="8"/>
      <dgm:spPr/>
    </dgm:pt>
    <dgm:pt modelId="{8D2A6D64-A13D-4EFC-864F-9D53EA41C0F2}" type="pres">
      <dgm:prSet presAssocID="{52B31F1C-A5AB-4B0F-B91A-BC78EE9A09A4}" presName="childTx" presStyleLbl="bgAccFollowNode1" presStyleIdx="3" presStyleCnt="8">
        <dgm:presLayoutVars>
          <dgm:bulletEnabled val="1"/>
        </dgm:presLayoutVars>
      </dgm:prSet>
      <dgm:spPr/>
    </dgm:pt>
    <dgm:pt modelId="{ABA7C86C-347E-45B3-98C9-502A009005CF}" type="pres">
      <dgm:prSet presAssocID="{86F9E36A-AB2E-4F1A-B392-B7A8BF2BDAD9}" presName="negSpace" presStyleCnt="0"/>
      <dgm:spPr/>
    </dgm:pt>
    <dgm:pt modelId="{0D5D0DB2-6ADD-43AA-8445-D907ADDC9A4B}" type="pres">
      <dgm:prSet presAssocID="{86F9E36A-AB2E-4F1A-B392-B7A8BF2BDAD9}" presName="circle" presStyleLbl="node1" presStyleIdx="1" presStyleCnt="4"/>
      <dgm:spPr/>
    </dgm:pt>
    <dgm:pt modelId="{B1C1A06E-6B8B-4710-BB5F-0E57F78FC942}" type="pres">
      <dgm:prSet presAssocID="{108A9812-083F-488B-84ED-9651289E82F7}" presName="transSpace" presStyleCnt="0"/>
      <dgm:spPr/>
    </dgm:pt>
    <dgm:pt modelId="{33BC23FB-B270-4635-9F9E-68A3C64B3570}" type="pres">
      <dgm:prSet presAssocID="{3D70FC69-8949-4CB6-A31F-F436CFEBCBEA}" presName="posSpace" presStyleCnt="0"/>
      <dgm:spPr/>
    </dgm:pt>
    <dgm:pt modelId="{4D5892E1-3667-4FC3-B248-3F06F22271D0}" type="pres">
      <dgm:prSet presAssocID="{3D70FC69-8949-4CB6-A31F-F436CFEBCBEA}" presName="vertFlow" presStyleCnt="0"/>
      <dgm:spPr/>
    </dgm:pt>
    <dgm:pt modelId="{FE7D31B8-67E8-4B18-854F-5561BE1006F6}" type="pres">
      <dgm:prSet presAssocID="{3D70FC69-8949-4CB6-A31F-F436CFEBCBEA}" presName="topSpace" presStyleCnt="0"/>
      <dgm:spPr/>
    </dgm:pt>
    <dgm:pt modelId="{CEF4A48E-7C8D-4B24-B1AD-692D3B159F1A}" type="pres">
      <dgm:prSet presAssocID="{3D70FC69-8949-4CB6-A31F-F436CFEBCBEA}" presName="firstComp" presStyleCnt="0"/>
      <dgm:spPr/>
    </dgm:pt>
    <dgm:pt modelId="{C11F7017-45DE-4E93-B1ED-78789F75BDDA}" type="pres">
      <dgm:prSet presAssocID="{3D70FC69-8949-4CB6-A31F-F436CFEBCBEA}" presName="firstChild" presStyleLbl="bgAccFollowNode1" presStyleIdx="4" presStyleCnt="8"/>
      <dgm:spPr/>
    </dgm:pt>
    <dgm:pt modelId="{78A9D825-06F9-4ABB-B8CB-469911C3BB17}" type="pres">
      <dgm:prSet presAssocID="{3D70FC69-8949-4CB6-A31F-F436CFEBCBEA}" presName="firstChildTx" presStyleLbl="bgAccFollowNode1" presStyleIdx="4" presStyleCnt="8">
        <dgm:presLayoutVars>
          <dgm:bulletEnabled val="1"/>
        </dgm:presLayoutVars>
      </dgm:prSet>
      <dgm:spPr/>
    </dgm:pt>
    <dgm:pt modelId="{5F3A0562-15BF-416D-9A59-D0D31E79EEE1}" type="pres">
      <dgm:prSet presAssocID="{7D2766C6-D067-4040-B1C2-4F845E31129E}" presName="comp" presStyleCnt="0"/>
      <dgm:spPr/>
    </dgm:pt>
    <dgm:pt modelId="{12385320-EDEA-4BCA-802C-38AD4829BEBC}" type="pres">
      <dgm:prSet presAssocID="{7D2766C6-D067-4040-B1C2-4F845E31129E}" presName="child" presStyleLbl="bgAccFollowNode1" presStyleIdx="5" presStyleCnt="8"/>
      <dgm:spPr/>
    </dgm:pt>
    <dgm:pt modelId="{B9106826-985B-481F-9485-6026C94EBE87}" type="pres">
      <dgm:prSet presAssocID="{7D2766C6-D067-4040-B1C2-4F845E31129E}" presName="childTx" presStyleLbl="bgAccFollowNode1" presStyleIdx="5" presStyleCnt="8">
        <dgm:presLayoutVars>
          <dgm:bulletEnabled val="1"/>
        </dgm:presLayoutVars>
      </dgm:prSet>
      <dgm:spPr/>
    </dgm:pt>
    <dgm:pt modelId="{FC512344-B9DB-49CC-8C3A-31C59A581A40}" type="pres">
      <dgm:prSet presAssocID="{3D70FC69-8949-4CB6-A31F-F436CFEBCBEA}" presName="negSpace" presStyleCnt="0"/>
      <dgm:spPr/>
    </dgm:pt>
    <dgm:pt modelId="{686EF531-998D-480E-B029-DD2D15E4AE6A}" type="pres">
      <dgm:prSet presAssocID="{3D70FC69-8949-4CB6-A31F-F436CFEBCBEA}" presName="circle" presStyleLbl="node1" presStyleIdx="2" presStyleCnt="4"/>
      <dgm:spPr/>
    </dgm:pt>
    <dgm:pt modelId="{DFB010FA-FBF9-4849-90A3-9BD39EFBD0AE}" type="pres">
      <dgm:prSet presAssocID="{ED7175EC-6DCD-49AD-817E-3BAA119622CC}" presName="transSpace" presStyleCnt="0"/>
      <dgm:spPr/>
    </dgm:pt>
    <dgm:pt modelId="{B4F97749-DE29-49E2-AA74-4834296339F5}" type="pres">
      <dgm:prSet presAssocID="{A67E194A-E57C-4473-8C4F-153ED75BAEB6}" presName="posSpace" presStyleCnt="0"/>
      <dgm:spPr/>
    </dgm:pt>
    <dgm:pt modelId="{F1394493-DCEC-431B-BCBB-7D5EDE013256}" type="pres">
      <dgm:prSet presAssocID="{A67E194A-E57C-4473-8C4F-153ED75BAEB6}" presName="vertFlow" presStyleCnt="0"/>
      <dgm:spPr/>
    </dgm:pt>
    <dgm:pt modelId="{F1050385-B221-46D4-96B0-236BE46B93D6}" type="pres">
      <dgm:prSet presAssocID="{A67E194A-E57C-4473-8C4F-153ED75BAEB6}" presName="topSpace" presStyleCnt="0"/>
      <dgm:spPr/>
    </dgm:pt>
    <dgm:pt modelId="{8D7E29C7-A97D-4C36-9EC0-C41492602DF4}" type="pres">
      <dgm:prSet presAssocID="{A67E194A-E57C-4473-8C4F-153ED75BAEB6}" presName="firstComp" presStyleCnt="0"/>
      <dgm:spPr/>
    </dgm:pt>
    <dgm:pt modelId="{E35035F8-D944-4631-8634-1AA786F4AF85}" type="pres">
      <dgm:prSet presAssocID="{A67E194A-E57C-4473-8C4F-153ED75BAEB6}" presName="firstChild" presStyleLbl="bgAccFollowNode1" presStyleIdx="6" presStyleCnt="8"/>
      <dgm:spPr/>
    </dgm:pt>
    <dgm:pt modelId="{10F98398-AB97-4B14-A782-2A3C7DE2D75F}" type="pres">
      <dgm:prSet presAssocID="{A67E194A-E57C-4473-8C4F-153ED75BAEB6}" presName="firstChildTx" presStyleLbl="bgAccFollowNode1" presStyleIdx="6" presStyleCnt="8">
        <dgm:presLayoutVars>
          <dgm:bulletEnabled val="1"/>
        </dgm:presLayoutVars>
      </dgm:prSet>
      <dgm:spPr/>
    </dgm:pt>
    <dgm:pt modelId="{5F0A6061-96E4-4523-9790-795B06F6D35A}" type="pres">
      <dgm:prSet presAssocID="{EE0FA9C7-D2F1-4C9E-A308-600DBDFCFC40}" presName="comp" presStyleCnt="0"/>
      <dgm:spPr/>
    </dgm:pt>
    <dgm:pt modelId="{E5DD4614-2ED8-4800-A548-C8BC84F65110}" type="pres">
      <dgm:prSet presAssocID="{EE0FA9C7-D2F1-4C9E-A308-600DBDFCFC40}" presName="child" presStyleLbl="bgAccFollowNode1" presStyleIdx="7" presStyleCnt="8"/>
      <dgm:spPr/>
    </dgm:pt>
    <dgm:pt modelId="{2841BC8D-EB89-417C-B048-D647793B94F7}" type="pres">
      <dgm:prSet presAssocID="{EE0FA9C7-D2F1-4C9E-A308-600DBDFCFC40}" presName="childTx" presStyleLbl="bgAccFollowNode1" presStyleIdx="7" presStyleCnt="8">
        <dgm:presLayoutVars>
          <dgm:bulletEnabled val="1"/>
        </dgm:presLayoutVars>
      </dgm:prSet>
      <dgm:spPr/>
    </dgm:pt>
    <dgm:pt modelId="{7CBA7802-020D-42DB-9427-9676026D0077}" type="pres">
      <dgm:prSet presAssocID="{A67E194A-E57C-4473-8C4F-153ED75BAEB6}" presName="negSpace" presStyleCnt="0"/>
      <dgm:spPr/>
    </dgm:pt>
    <dgm:pt modelId="{69FD1B17-298B-4FF5-9874-3A9B8C1EBA66}" type="pres">
      <dgm:prSet presAssocID="{A67E194A-E57C-4473-8C4F-153ED75BAEB6}" presName="circle" presStyleLbl="node1" presStyleIdx="3" presStyleCnt="4"/>
      <dgm:spPr/>
    </dgm:pt>
  </dgm:ptLst>
  <dgm:cxnLst>
    <dgm:cxn modelId="{4E67CC1F-6046-4825-988E-5B9F97647BDC}" srcId="{3D70FC69-8949-4CB6-A31F-F436CFEBCBEA}" destId="{7D2766C6-D067-4040-B1C2-4F845E31129E}" srcOrd="1" destOrd="0" parTransId="{8917A46D-78BA-4DF4-AC7B-351E03FC1519}" sibTransId="{DDF95571-E501-4A06-8691-5E66CE8591AC}"/>
    <dgm:cxn modelId="{F3C6BC21-767D-4BF5-8FF1-623FE3273552}" type="presOf" srcId="{3B081C16-3903-4B29-9E68-C7ED3D5C9190}" destId="{97EF61F5-6DF3-4662-BE5F-31EC06E5B201}" srcOrd="0" destOrd="0" presId="urn:microsoft.com/office/officeart/2005/8/layout/hList9"/>
    <dgm:cxn modelId="{3AA4AA28-3129-4BE5-8C1A-6C5C032D6AB2}" srcId="{3D70FC69-8949-4CB6-A31F-F436CFEBCBEA}" destId="{58C96DAE-177F-42E9-8026-85FC30636CCD}" srcOrd="0" destOrd="0" parTransId="{883B35FF-5AD2-433E-AF34-979FC32D79D2}" sibTransId="{EFCCB918-3020-4A30-B8B1-11F67445C2D3}"/>
    <dgm:cxn modelId="{8766C82C-2731-4BC4-85FB-540E86D111D4}" srcId="{86F9E36A-AB2E-4F1A-B392-B7A8BF2BDAD9}" destId="{E974CE1C-77B0-41BA-8CE1-657ED9A8D05F}" srcOrd="0" destOrd="0" parTransId="{BF06DF34-3786-47C1-8BE3-5A535FBCC288}" sibTransId="{B3FA5A1B-5F54-439A-A6F7-6A0DDCB4DA24}"/>
    <dgm:cxn modelId="{DFB4D234-29C6-42AE-AE51-6EA17DCC9A27}" type="presOf" srcId="{EE0FA9C7-D2F1-4C9E-A308-600DBDFCFC40}" destId="{E5DD4614-2ED8-4800-A548-C8BC84F65110}" srcOrd="0" destOrd="0" presId="urn:microsoft.com/office/officeart/2005/8/layout/hList9"/>
    <dgm:cxn modelId="{5F582C36-CF1B-467C-9B71-4CD886C55F39}" srcId="{C055C59B-B531-4630-B020-48202953739B}" destId="{86F9E36A-AB2E-4F1A-B392-B7A8BF2BDAD9}" srcOrd="1" destOrd="0" parTransId="{EA07C91E-EB43-446D-9B1B-108D6B57F0FA}" sibTransId="{108A9812-083F-488B-84ED-9651289E82F7}"/>
    <dgm:cxn modelId="{5466D236-052C-401A-8F88-432D08AACF58}" type="presOf" srcId="{86F9E36A-AB2E-4F1A-B392-B7A8BF2BDAD9}" destId="{0D5D0DB2-6ADD-43AA-8445-D907ADDC9A4B}" srcOrd="0" destOrd="0" presId="urn:microsoft.com/office/officeart/2005/8/layout/hList9"/>
    <dgm:cxn modelId="{E5675060-7831-4CBD-80C0-364CC357F05F}" type="presOf" srcId="{58C96DAE-177F-42E9-8026-85FC30636CCD}" destId="{C11F7017-45DE-4E93-B1ED-78789F75BDDA}" srcOrd="0" destOrd="0" presId="urn:microsoft.com/office/officeart/2005/8/layout/hList9"/>
    <dgm:cxn modelId="{BE068666-352F-400F-82C1-A1C34EED9E2E}" type="presOf" srcId="{C055C59B-B531-4630-B020-48202953739B}" destId="{B9121B46-C0E5-4983-9C0F-3BD49784B236}" srcOrd="0" destOrd="0" presId="urn:microsoft.com/office/officeart/2005/8/layout/hList9"/>
    <dgm:cxn modelId="{7005CC66-9FAA-491B-A3AC-38EA31AE5506}" type="presOf" srcId="{2A0072BB-DDA8-4D03-888B-F436423F4D15}" destId="{A37697D7-20D9-49C1-94F1-0FC47D30ED38}" srcOrd="1" destOrd="0" presId="urn:microsoft.com/office/officeart/2005/8/layout/hList9"/>
    <dgm:cxn modelId="{8687B052-8C75-475E-9003-82937BB9A481}" type="presOf" srcId="{7D2766C6-D067-4040-B1C2-4F845E31129E}" destId="{12385320-EDEA-4BCA-802C-38AD4829BEBC}" srcOrd="0" destOrd="0" presId="urn:microsoft.com/office/officeart/2005/8/layout/hList9"/>
    <dgm:cxn modelId="{3975BA53-6645-4851-88EF-CB51C4358778}" type="presOf" srcId="{A67E194A-E57C-4473-8C4F-153ED75BAEB6}" destId="{69FD1B17-298B-4FF5-9874-3A9B8C1EBA66}" srcOrd="0" destOrd="0" presId="urn:microsoft.com/office/officeart/2005/8/layout/hList9"/>
    <dgm:cxn modelId="{AD8FE273-39AD-40AC-B120-B2F8321B3096}" type="presOf" srcId="{3D70FC69-8949-4CB6-A31F-F436CFEBCBEA}" destId="{686EF531-998D-480E-B029-DD2D15E4AE6A}" srcOrd="0" destOrd="0" presId="urn:microsoft.com/office/officeart/2005/8/layout/hList9"/>
    <dgm:cxn modelId="{5ABBC577-6076-4323-AF58-C4B44AB4ED74}" srcId="{A67E194A-E57C-4473-8C4F-153ED75BAEB6}" destId="{EE0FA9C7-D2F1-4C9E-A308-600DBDFCFC40}" srcOrd="1" destOrd="0" parTransId="{DF169DDC-75DF-46A1-B3D9-329F27A60E2B}" sibTransId="{EC5DA7F4-2D40-45B0-BA64-B4394DD1B382}"/>
    <dgm:cxn modelId="{A9FA8583-259C-4F08-B485-11CE53D6CB00}" type="presOf" srcId="{7D2766C6-D067-4040-B1C2-4F845E31129E}" destId="{B9106826-985B-481F-9485-6026C94EBE87}" srcOrd="1" destOrd="0" presId="urn:microsoft.com/office/officeart/2005/8/layout/hList9"/>
    <dgm:cxn modelId="{A6E09E87-5187-4D94-8064-C60C8EA3EAEC}" srcId="{86F9E36A-AB2E-4F1A-B392-B7A8BF2BDAD9}" destId="{52B31F1C-A5AB-4B0F-B91A-BC78EE9A09A4}" srcOrd="1" destOrd="0" parTransId="{FB8EECD4-3B98-47C2-99F4-5A7DDA45EA6D}" sibTransId="{ECFE822E-D63F-4E0A-A1D0-FD37C57664E7}"/>
    <dgm:cxn modelId="{ABCAAE8B-C9D9-4F5A-9106-B6ED7E5D41EC}" type="presOf" srcId="{E974CE1C-77B0-41BA-8CE1-657ED9A8D05F}" destId="{D6469388-D5AD-4986-95C7-04718192B04B}" srcOrd="1" destOrd="0" presId="urn:microsoft.com/office/officeart/2005/8/layout/hList9"/>
    <dgm:cxn modelId="{CF0C809A-77AA-4D8F-B48F-CE950EC8F3CB}" type="presOf" srcId="{9FA58003-44F2-4193-82FB-1C73DDAF1EDF}" destId="{147B4034-3421-483C-9233-7D44DBEB1F64}" srcOrd="0" destOrd="0" presId="urn:microsoft.com/office/officeart/2005/8/layout/hList9"/>
    <dgm:cxn modelId="{04DE09AA-44CF-4131-A473-2DAF0F04D626}" type="presOf" srcId="{D6B7C512-423B-4588-BC99-0D4FC0D47726}" destId="{E35035F8-D944-4631-8634-1AA786F4AF85}" srcOrd="0" destOrd="0" presId="urn:microsoft.com/office/officeart/2005/8/layout/hList9"/>
    <dgm:cxn modelId="{4CA0E2BA-55A5-4017-8E11-8B5C3181041D}" srcId="{9FA58003-44F2-4193-82FB-1C73DDAF1EDF}" destId="{2A0072BB-DDA8-4D03-888B-F436423F4D15}" srcOrd="0" destOrd="0" parTransId="{8AE9FCF6-D5F2-47FD-B597-5DDACCA4FBA5}" sibTransId="{EFC1C6CF-4C28-40BA-8B06-A8A1EF60ED51}"/>
    <dgm:cxn modelId="{5B8235BC-686E-47D4-AE0E-8A41B2D7ED98}" type="presOf" srcId="{52B31F1C-A5AB-4B0F-B91A-BC78EE9A09A4}" destId="{6E8643E0-8BCF-4379-91E1-B5868ADE1B75}" srcOrd="0" destOrd="0" presId="urn:microsoft.com/office/officeart/2005/8/layout/hList9"/>
    <dgm:cxn modelId="{86296DBD-C6A7-4322-8144-EBBEB0771F6B}" type="presOf" srcId="{2A0072BB-DDA8-4D03-888B-F436423F4D15}" destId="{224D0614-017F-4EF3-8417-02D20C0A8402}" srcOrd="0" destOrd="0" presId="urn:microsoft.com/office/officeart/2005/8/layout/hList9"/>
    <dgm:cxn modelId="{C424C8BE-13CF-4DCA-BFB3-4BCAF3F8005A}" srcId="{C055C59B-B531-4630-B020-48202953739B}" destId="{3D70FC69-8949-4CB6-A31F-F436CFEBCBEA}" srcOrd="2" destOrd="0" parTransId="{30BEA5E8-15DD-4D1A-8215-93ADE5744575}" sibTransId="{ED7175EC-6DCD-49AD-817E-3BAA119622CC}"/>
    <dgm:cxn modelId="{FB5E48C1-DBBA-4C23-B818-C296CA7290B1}" type="presOf" srcId="{D6B7C512-423B-4588-BC99-0D4FC0D47726}" destId="{10F98398-AB97-4B14-A782-2A3C7DE2D75F}" srcOrd="1" destOrd="0" presId="urn:microsoft.com/office/officeart/2005/8/layout/hList9"/>
    <dgm:cxn modelId="{CE9AC7D5-BC75-465E-83F9-21B158A8A67D}" srcId="{C055C59B-B531-4630-B020-48202953739B}" destId="{9FA58003-44F2-4193-82FB-1C73DDAF1EDF}" srcOrd="0" destOrd="0" parTransId="{B796B959-B4CA-401B-BCE2-2EAD89906FCC}" sibTransId="{E677DA33-682D-48F4-AE79-4063C2B659EC}"/>
    <dgm:cxn modelId="{9EF847D6-33A9-43C8-A2D0-0CDE447D9874}" type="presOf" srcId="{52B31F1C-A5AB-4B0F-B91A-BC78EE9A09A4}" destId="{8D2A6D64-A13D-4EFC-864F-9D53EA41C0F2}" srcOrd="1" destOrd="0" presId="urn:microsoft.com/office/officeart/2005/8/layout/hList9"/>
    <dgm:cxn modelId="{479902D9-F223-4B3F-AE3E-A73DBE4EBF50}" type="presOf" srcId="{EE0FA9C7-D2F1-4C9E-A308-600DBDFCFC40}" destId="{2841BC8D-EB89-417C-B048-D647793B94F7}" srcOrd="1" destOrd="0" presId="urn:microsoft.com/office/officeart/2005/8/layout/hList9"/>
    <dgm:cxn modelId="{16108FE6-ABB8-4968-A2E9-D6BA3BCAAE75}" type="presOf" srcId="{58C96DAE-177F-42E9-8026-85FC30636CCD}" destId="{78A9D825-06F9-4ABB-B8CB-469911C3BB17}" srcOrd="1" destOrd="0" presId="urn:microsoft.com/office/officeart/2005/8/layout/hList9"/>
    <dgm:cxn modelId="{E864C6E6-A29C-4CC5-8042-955DCD8D1001}" srcId="{9FA58003-44F2-4193-82FB-1C73DDAF1EDF}" destId="{3B081C16-3903-4B29-9E68-C7ED3D5C9190}" srcOrd="1" destOrd="0" parTransId="{532B1A93-2AF9-45C4-8FE4-2983660F2256}" sibTransId="{7767CDA4-99F0-4A9C-8279-50AD3530A60E}"/>
    <dgm:cxn modelId="{648BB5EE-5D37-4952-91A0-964089B26860}" type="presOf" srcId="{E974CE1C-77B0-41BA-8CE1-657ED9A8D05F}" destId="{C52E75FD-C1A4-4A31-914B-E6F623B79142}" srcOrd="0" destOrd="0" presId="urn:microsoft.com/office/officeart/2005/8/layout/hList9"/>
    <dgm:cxn modelId="{CD1DB2F1-6B84-4562-9AA3-32E9928511F5}" type="presOf" srcId="{3B081C16-3903-4B29-9E68-C7ED3D5C9190}" destId="{8A479429-FE1B-43A0-8C15-92FD35251D1E}" srcOrd="1" destOrd="0" presId="urn:microsoft.com/office/officeart/2005/8/layout/hList9"/>
    <dgm:cxn modelId="{46FB7EFB-12DB-4087-9338-4FC7A06B3C1A}" srcId="{C055C59B-B531-4630-B020-48202953739B}" destId="{A67E194A-E57C-4473-8C4F-153ED75BAEB6}" srcOrd="3" destOrd="0" parTransId="{1B280CDE-D2E2-4732-B431-B6A4C5F962D1}" sibTransId="{75558151-B9DD-404E-AFAF-625FB0F42534}"/>
    <dgm:cxn modelId="{D3DEC7FB-81C1-4EFB-B1AE-EBA081CC1DF0}" srcId="{A67E194A-E57C-4473-8C4F-153ED75BAEB6}" destId="{D6B7C512-423B-4588-BC99-0D4FC0D47726}" srcOrd="0" destOrd="0" parTransId="{24243435-76F4-4D97-8C6F-125434D23EDC}" sibTransId="{9D94172B-EED3-46F0-B55C-4D1BC69411E9}"/>
    <dgm:cxn modelId="{FE130CE7-1A64-4C92-87FC-3192C929790C}" type="presParOf" srcId="{B9121B46-C0E5-4983-9C0F-3BD49784B236}" destId="{7C301EB6-181A-4D13-A0F7-BB7EA1725ECA}" srcOrd="0" destOrd="0" presId="urn:microsoft.com/office/officeart/2005/8/layout/hList9"/>
    <dgm:cxn modelId="{8FA316DF-0D9D-46A9-89AB-9D7424FEC3BE}" type="presParOf" srcId="{B9121B46-C0E5-4983-9C0F-3BD49784B236}" destId="{BBF70008-42CA-45E5-9B85-741D19703CDA}" srcOrd="1" destOrd="0" presId="urn:microsoft.com/office/officeart/2005/8/layout/hList9"/>
    <dgm:cxn modelId="{18D4698B-7EA1-40A5-BD63-519E2A868BF6}" type="presParOf" srcId="{BBF70008-42CA-45E5-9B85-741D19703CDA}" destId="{FF4668B4-DEA9-462D-80B9-215F21FD43A3}" srcOrd="0" destOrd="0" presId="urn:microsoft.com/office/officeart/2005/8/layout/hList9"/>
    <dgm:cxn modelId="{D5916355-AB88-4D72-8B59-31C92242C3ED}" type="presParOf" srcId="{BBF70008-42CA-45E5-9B85-741D19703CDA}" destId="{94EA2625-98E5-4FCB-B00D-3740A719E527}" srcOrd="1" destOrd="0" presId="urn:microsoft.com/office/officeart/2005/8/layout/hList9"/>
    <dgm:cxn modelId="{B34EA006-4EAF-4BFE-AD41-545F7B1501A1}" type="presParOf" srcId="{94EA2625-98E5-4FCB-B00D-3740A719E527}" destId="{224D0614-017F-4EF3-8417-02D20C0A8402}" srcOrd="0" destOrd="0" presId="urn:microsoft.com/office/officeart/2005/8/layout/hList9"/>
    <dgm:cxn modelId="{6E5D6CE2-BE17-48D9-9023-5DF5DAD8980E}" type="presParOf" srcId="{94EA2625-98E5-4FCB-B00D-3740A719E527}" destId="{A37697D7-20D9-49C1-94F1-0FC47D30ED38}" srcOrd="1" destOrd="0" presId="urn:microsoft.com/office/officeart/2005/8/layout/hList9"/>
    <dgm:cxn modelId="{4B35D047-732B-46AA-B619-4BCB1FDADD83}" type="presParOf" srcId="{BBF70008-42CA-45E5-9B85-741D19703CDA}" destId="{3E184D87-1ACA-405B-909F-7EBACEA4FD76}" srcOrd="2" destOrd="0" presId="urn:microsoft.com/office/officeart/2005/8/layout/hList9"/>
    <dgm:cxn modelId="{BA85C2DE-7565-49FA-AD91-60539E68006F}" type="presParOf" srcId="{3E184D87-1ACA-405B-909F-7EBACEA4FD76}" destId="{97EF61F5-6DF3-4662-BE5F-31EC06E5B201}" srcOrd="0" destOrd="0" presId="urn:microsoft.com/office/officeart/2005/8/layout/hList9"/>
    <dgm:cxn modelId="{CEEA5A3B-64A4-424F-ABB3-C830F5E2349F}" type="presParOf" srcId="{3E184D87-1ACA-405B-909F-7EBACEA4FD76}" destId="{8A479429-FE1B-43A0-8C15-92FD35251D1E}" srcOrd="1" destOrd="0" presId="urn:microsoft.com/office/officeart/2005/8/layout/hList9"/>
    <dgm:cxn modelId="{F047A762-8095-49E5-A689-5A1BF3F7E762}" type="presParOf" srcId="{B9121B46-C0E5-4983-9C0F-3BD49784B236}" destId="{E61B01E3-2CE0-475A-AAFF-81A62044D014}" srcOrd="2" destOrd="0" presId="urn:microsoft.com/office/officeart/2005/8/layout/hList9"/>
    <dgm:cxn modelId="{2CBB69F3-ED95-48F0-AEF2-754FAD9D2001}" type="presParOf" srcId="{B9121B46-C0E5-4983-9C0F-3BD49784B236}" destId="{147B4034-3421-483C-9233-7D44DBEB1F64}" srcOrd="3" destOrd="0" presId="urn:microsoft.com/office/officeart/2005/8/layout/hList9"/>
    <dgm:cxn modelId="{2FD645EF-513F-4764-A135-B361E021FE97}" type="presParOf" srcId="{B9121B46-C0E5-4983-9C0F-3BD49784B236}" destId="{E7C96F21-0812-497E-944C-2D154F225650}" srcOrd="4" destOrd="0" presId="urn:microsoft.com/office/officeart/2005/8/layout/hList9"/>
    <dgm:cxn modelId="{A095678C-D3A6-42A6-8355-9A578A9179A4}" type="presParOf" srcId="{B9121B46-C0E5-4983-9C0F-3BD49784B236}" destId="{88DD3752-A8FF-4047-92F9-167BBEDE0A9E}" srcOrd="5" destOrd="0" presId="urn:microsoft.com/office/officeart/2005/8/layout/hList9"/>
    <dgm:cxn modelId="{2D5C09C7-7D9B-41E5-ACFA-55EAD2525B6D}" type="presParOf" srcId="{B9121B46-C0E5-4983-9C0F-3BD49784B236}" destId="{87705347-A68A-4659-B6D4-1CE41AE2CE9E}" srcOrd="6" destOrd="0" presId="urn:microsoft.com/office/officeart/2005/8/layout/hList9"/>
    <dgm:cxn modelId="{F32C8552-E776-4C8B-AACD-B397E2C81B42}" type="presParOf" srcId="{87705347-A68A-4659-B6D4-1CE41AE2CE9E}" destId="{63A64DDE-76D4-4D12-B1E5-7B883FAA4B75}" srcOrd="0" destOrd="0" presId="urn:microsoft.com/office/officeart/2005/8/layout/hList9"/>
    <dgm:cxn modelId="{76D2D75F-9C10-4122-BDEF-78044D0C2B06}" type="presParOf" srcId="{87705347-A68A-4659-B6D4-1CE41AE2CE9E}" destId="{206F591E-0062-4D13-BD93-E9DCACDB4A03}" srcOrd="1" destOrd="0" presId="urn:microsoft.com/office/officeart/2005/8/layout/hList9"/>
    <dgm:cxn modelId="{85E289BB-E55E-4E1A-A3AD-709A1C6663EE}" type="presParOf" srcId="{206F591E-0062-4D13-BD93-E9DCACDB4A03}" destId="{C52E75FD-C1A4-4A31-914B-E6F623B79142}" srcOrd="0" destOrd="0" presId="urn:microsoft.com/office/officeart/2005/8/layout/hList9"/>
    <dgm:cxn modelId="{09E5E369-3425-40A2-BAF1-AECA132E25F7}" type="presParOf" srcId="{206F591E-0062-4D13-BD93-E9DCACDB4A03}" destId="{D6469388-D5AD-4986-95C7-04718192B04B}" srcOrd="1" destOrd="0" presId="urn:microsoft.com/office/officeart/2005/8/layout/hList9"/>
    <dgm:cxn modelId="{CE8E124D-4197-464D-A789-DD041952DABE}" type="presParOf" srcId="{87705347-A68A-4659-B6D4-1CE41AE2CE9E}" destId="{B9710BF7-87FE-48C2-A611-22524C7B1533}" srcOrd="2" destOrd="0" presId="urn:microsoft.com/office/officeart/2005/8/layout/hList9"/>
    <dgm:cxn modelId="{2FB91C53-F4EE-462F-A9A8-E8590213F5A5}" type="presParOf" srcId="{B9710BF7-87FE-48C2-A611-22524C7B1533}" destId="{6E8643E0-8BCF-4379-91E1-B5868ADE1B75}" srcOrd="0" destOrd="0" presId="urn:microsoft.com/office/officeart/2005/8/layout/hList9"/>
    <dgm:cxn modelId="{299FA47B-1A75-4CE3-B94F-3828073A17C8}" type="presParOf" srcId="{B9710BF7-87FE-48C2-A611-22524C7B1533}" destId="{8D2A6D64-A13D-4EFC-864F-9D53EA41C0F2}" srcOrd="1" destOrd="0" presId="urn:microsoft.com/office/officeart/2005/8/layout/hList9"/>
    <dgm:cxn modelId="{6C4C4921-CAA3-4BB6-85BE-77B070AAF5C5}" type="presParOf" srcId="{B9121B46-C0E5-4983-9C0F-3BD49784B236}" destId="{ABA7C86C-347E-45B3-98C9-502A009005CF}" srcOrd="7" destOrd="0" presId="urn:microsoft.com/office/officeart/2005/8/layout/hList9"/>
    <dgm:cxn modelId="{F1649646-D680-426D-9476-B8BD75E73F4C}" type="presParOf" srcId="{B9121B46-C0E5-4983-9C0F-3BD49784B236}" destId="{0D5D0DB2-6ADD-43AA-8445-D907ADDC9A4B}" srcOrd="8" destOrd="0" presId="urn:microsoft.com/office/officeart/2005/8/layout/hList9"/>
    <dgm:cxn modelId="{3B0508C8-1750-4177-8ADB-59F291661ECA}" type="presParOf" srcId="{B9121B46-C0E5-4983-9C0F-3BD49784B236}" destId="{B1C1A06E-6B8B-4710-BB5F-0E57F78FC942}" srcOrd="9" destOrd="0" presId="urn:microsoft.com/office/officeart/2005/8/layout/hList9"/>
    <dgm:cxn modelId="{9EDBA91F-84BA-4E2A-B894-847F723B2EED}" type="presParOf" srcId="{B9121B46-C0E5-4983-9C0F-3BD49784B236}" destId="{33BC23FB-B270-4635-9F9E-68A3C64B3570}" srcOrd="10" destOrd="0" presId="urn:microsoft.com/office/officeart/2005/8/layout/hList9"/>
    <dgm:cxn modelId="{FE9ABD61-0932-4CD8-B708-89A97BEDA184}" type="presParOf" srcId="{B9121B46-C0E5-4983-9C0F-3BD49784B236}" destId="{4D5892E1-3667-4FC3-B248-3F06F22271D0}" srcOrd="11" destOrd="0" presId="urn:microsoft.com/office/officeart/2005/8/layout/hList9"/>
    <dgm:cxn modelId="{C291FC79-9DAE-4A9A-BFB4-E9A93DA53E1A}" type="presParOf" srcId="{4D5892E1-3667-4FC3-B248-3F06F22271D0}" destId="{FE7D31B8-67E8-4B18-854F-5561BE1006F6}" srcOrd="0" destOrd="0" presId="urn:microsoft.com/office/officeart/2005/8/layout/hList9"/>
    <dgm:cxn modelId="{8FA2164E-F9B4-4650-985D-E6F3F0F09BA4}" type="presParOf" srcId="{4D5892E1-3667-4FC3-B248-3F06F22271D0}" destId="{CEF4A48E-7C8D-4B24-B1AD-692D3B159F1A}" srcOrd="1" destOrd="0" presId="urn:microsoft.com/office/officeart/2005/8/layout/hList9"/>
    <dgm:cxn modelId="{D5E8010F-ECBA-4185-9B76-4AE7101B4A85}" type="presParOf" srcId="{CEF4A48E-7C8D-4B24-B1AD-692D3B159F1A}" destId="{C11F7017-45DE-4E93-B1ED-78789F75BDDA}" srcOrd="0" destOrd="0" presId="urn:microsoft.com/office/officeart/2005/8/layout/hList9"/>
    <dgm:cxn modelId="{8AC4F562-9C8B-494D-AB4D-E39AC344B439}" type="presParOf" srcId="{CEF4A48E-7C8D-4B24-B1AD-692D3B159F1A}" destId="{78A9D825-06F9-4ABB-B8CB-469911C3BB17}" srcOrd="1" destOrd="0" presId="urn:microsoft.com/office/officeart/2005/8/layout/hList9"/>
    <dgm:cxn modelId="{981C2831-40CB-406D-8B2C-25875CA76493}" type="presParOf" srcId="{4D5892E1-3667-4FC3-B248-3F06F22271D0}" destId="{5F3A0562-15BF-416D-9A59-D0D31E79EEE1}" srcOrd="2" destOrd="0" presId="urn:microsoft.com/office/officeart/2005/8/layout/hList9"/>
    <dgm:cxn modelId="{3A0B2AC3-B74F-46F4-8E58-297EAE353CD6}" type="presParOf" srcId="{5F3A0562-15BF-416D-9A59-D0D31E79EEE1}" destId="{12385320-EDEA-4BCA-802C-38AD4829BEBC}" srcOrd="0" destOrd="0" presId="urn:microsoft.com/office/officeart/2005/8/layout/hList9"/>
    <dgm:cxn modelId="{176D4AEE-1144-4C2F-AE2E-18BEF540BB91}" type="presParOf" srcId="{5F3A0562-15BF-416D-9A59-D0D31E79EEE1}" destId="{B9106826-985B-481F-9485-6026C94EBE87}" srcOrd="1" destOrd="0" presId="urn:microsoft.com/office/officeart/2005/8/layout/hList9"/>
    <dgm:cxn modelId="{4BF4EA16-E9B6-4B24-957D-8FBC7BE04E7D}" type="presParOf" srcId="{B9121B46-C0E5-4983-9C0F-3BD49784B236}" destId="{FC512344-B9DB-49CC-8C3A-31C59A581A40}" srcOrd="12" destOrd="0" presId="urn:microsoft.com/office/officeart/2005/8/layout/hList9"/>
    <dgm:cxn modelId="{F498B71F-9BCA-4210-8AF1-0066BFE6B005}" type="presParOf" srcId="{B9121B46-C0E5-4983-9C0F-3BD49784B236}" destId="{686EF531-998D-480E-B029-DD2D15E4AE6A}" srcOrd="13" destOrd="0" presId="urn:microsoft.com/office/officeart/2005/8/layout/hList9"/>
    <dgm:cxn modelId="{D9CE1C23-75B0-4BB9-AA68-59367F5A51B2}" type="presParOf" srcId="{B9121B46-C0E5-4983-9C0F-3BD49784B236}" destId="{DFB010FA-FBF9-4849-90A3-9BD39EFBD0AE}" srcOrd="14" destOrd="0" presId="urn:microsoft.com/office/officeart/2005/8/layout/hList9"/>
    <dgm:cxn modelId="{9F6061A7-E2DB-4706-B1C1-62D86A59737B}" type="presParOf" srcId="{B9121B46-C0E5-4983-9C0F-3BD49784B236}" destId="{B4F97749-DE29-49E2-AA74-4834296339F5}" srcOrd="15" destOrd="0" presId="urn:microsoft.com/office/officeart/2005/8/layout/hList9"/>
    <dgm:cxn modelId="{6162041D-31D5-4791-9A7A-0F603C1F77E2}" type="presParOf" srcId="{B9121B46-C0E5-4983-9C0F-3BD49784B236}" destId="{F1394493-DCEC-431B-BCBB-7D5EDE013256}" srcOrd="16" destOrd="0" presId="urn:microsoft.com/office/officeart/2005/8/layout/hList9"/>
    <dgm:cxn modelId="{871C4407-B3BF-4E47-AAAA-8491FBF15310}" type="presParOf" srcId="{F1394493-DCEC-431B-BCBB-7D5EDE013256}" destId="{F1050385-B221-46D4-96B0-236BE46B93D6}" srcOrd="0" destOrd="0" presId="urn:microsoft.com/office/officeart/2005/8/layout/hList9"/>
    <dgm:cxn modelId="{440F8A6D-8A40-4313-AA32-6ECB209A35E6}" type="presParOf" srcId="{F1394493-DCEC-431B-BCBB-7D5EDE013256}" destId="{8D7E29C7-A97D-4C36-9EC0-C41492602DF4}" srcOrd="1" destOrd="0" presId="urn:microsoft.com/office/officeart/2005/8/layout/hList9"/>
    <dgm:cxn modelId="{B7139177-F081-4847-B7D9-66769890530B}" type="presParOf" srcId="{8D7E29C7-A97D-4C36-9EC0-C41492602DF4}" destId="{E35035F8-D944-4631-8634-1AA786F4AF85}" srcOrd="0" destOrd="0" presId="urn:microsoft.com/office/officeart/2005/8/layout/hList9"/>
    <dgm:cxn modelId="{59C04F0B-AEE1-489D-86F4-6BE3773DE695}" type="presParOf" srcId="{8D7E29C7-A97D-4C36-9EC0-C41492602DF4}" destId="{10F98398-AB97-4B14-A782-2A3C7DE2D75F}" srcOrd="1" destOrd="0" presId="urn:microsoft.com/office/officeart/2005/8/layout/hList9"/>
    <dgm:cxn modelId="{2DCE55C9-7372-4CCA-89FD-78218C121AA1}" type="presParOf" srcId="{F1394493-DCEC-431B-BCBB-7D5EDE013256}" destId="{5F0A6061-96E4-4523-9790-795B06F6D35A}" srcOrd="2" destOrd="0" presId="urn:microsoft.com/office/officeart/2005/8/layout/hList9"/>
    <dgm:cxn modelId="{A88603D0-8C02-4736-B0E4-3CAA5FB45102}" type="presParOf" srcId="{5F0A6061-96E4-4523-9790-795B06F6D35A}" destId="{E5DD4614-2ED8-4800-A548-C8BC84F65110}" srcOrd="0" destOrd="0" presId="urn:microsoft.com/office/officeart/2005/8/layout/hList9"/>
    <dgm:cxn modelId="{4B53CA19-67B7-48D6-9C70-4A3565FA6900}" type="presParOf" srcId="{5F0A6061-96E4-4523-9790-795B06F6D35A}" destId="{2841BC8D-EB89-417C-B048-D647793B94F7}" srcOrd="1" destOrd="0" presId="urn:microsoft.com/office/officeart/2005/8/layout/hList9"/>
    <dgm:cxn modelId="{A4907011-A982-4C72-B5BC-4800B93A7EC5}" type="presParOf" srcId="{B9121B46-C0E5-4983-9C0F-3BD49784B236}" destId="{7CBA7802-020D-42DB-9427-9676026D0077}" srcOrd="17" destOrd="0" presId="urn:microsoft.com/office/officeart/2005/8/layout/hList9"/>
    <dgm:cxn modelId="{B37D576E-E628-4BE3-97AE-F32BF1A2558C}" type="presParOf" srcId="{B9121B46-C0E5-4983-9C0F-3BD49784B236}" destId="{69FD1B17-298B-4FF5-9874-3A9B8C1EBA66}" srcOrd="18" destOrd="0" presId="urn:microsoft.com/office/officeart/2005/8/layout/hList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0.xml><?xml version="1.0" encoding="utf-8"?>
<dgm:dataModel xmlns:dgm="http://schemas.openxmlformats.org/drawingml/2006/diagram" xmlns:a="http://schemas.openxmlformats.org/drawingml/2006/main">
  <dgm:ptLst>
    <dgm:pt modelId="{FCF09BEC-6459-4CB3-9095-6327DE8FAEEC}" type="doc">
      <dgm:prSet loTypeId="urn:microsoft.com/office/officeart/2005/8/layout/process2" loCatId="process" qsTypeId="urn:microsoft.com/office/officeart/2005/8/quickstyle/simple1" qsCatId="simple" csTypeId="urn:microsoft.com/office/officeart/2005/8/colors/colorful1" csCatId="colorful" phldr="1"/>
      <dgm:spPr/>
    </dgm:pt>
    <dgm:pt modelId="{994AD3E4-73C6-4F3B-9E58-6CDB0BDE5EFC}">
      <dgm:prSet phldrT="[文本]"/>
      <dgm:spPr/>
      <dgm:t>
        <a:bodyPr/>
        <a:lstStyle/>
        <a:p>
          <a:r>
            <a:rPr lang="zh-CN" altLang="en-US" dirty="0"/>
            <a:t>分析功能流程</a:t>
          </a:r>
        </a:p>
      </dgm:t>
    </dgm:pt>
    <dgm:pt modelId="{E4D61D82-5C00-432A-AB79-96D7C0F51B89}" type="parTrans" cxnId="{DD131C06-BCB4-487A-A05D-9AC060D67180}">
      <dgm:prSet/>
      <dgm:spPr/>
      <dgm:t>
        <a:bodyPr/>
        <a:lstStyle/>
        <a:p>
          <a:endParaRPr lang="zh-CN" altLang="en-US"/>
        </a:p>
      </dgm:t>
    </dgm:pt>
    <dgm:pt modelId="{D5E8C906-2E05-4C4A-B142-343C58C5E5DA}" type="sibTrans" cxnId="{DD131C06-BCB4-487A-A05D-9AC060D67180}">
      <dgm:prSet/>
      <dgm:spPr/>
      <dgm:t>
        <a:bodyPr/>
        <a:lstStyle/>
        <a:p>
          <a:endParaRPr lang="zh-CN" altLang="en-US"/>
        </a:p>
      </dgm:t>
    </dgm:pt>
    <dgm:pt modelId="{FC4C7DFB-E770-40A0-9E9E-28A323940A92}">
      <dgm:prSet phldrT="[文本]"/>
      <dgm:spPr/>
      <dgm:t>
        <a:bodyPr/>
        <a:lstStyle/>
        <a:p>
          <a:r>
            <a:rPr lang="zh-CN" altLang="en-US"/>
            <a:t>找出实体</a:t>
          </a:r>
          <a:r>
            <a:rPr lang="zh-CN" altLang="en-US" dirty="0"/>
            <a:t>，分析实体的业务流程</a:t>
          </a:r>
        </a:p>
      </dgm:t>
    </dgm:pt>
    <dgm:pt modelId="{BD3777EA-AEB8-4420-9EAC-6D59B1706CEF}" type="parTrans" cxnId="{92285ECE-E505-45D3-9D76-0098E04BA600}">
      <dgm:prSet/>
      <dgm:spPr/>
      <dgm:t>
        <a:bodyPr/>
        <a:lstStyle/>
        <a:p>
          <a:endParaRPr lang="zh-CN" altLang="en-US"/>
        </a:p>
      </dgm:t>
    </dgm:pt>
    <dgm:pt modelId="{FB9B0989-0D8D-4D89-9666-7658CB1DC60B}" type="sibTrans" cxnId="{92285ECE-E505-45D3-9D76-0098E04BA600}">
      <dgm:prSet/>
      <dgm:spPr/>
      <dgm:t>
        <a:bodyPr/>
        <a:lstStyle/>
        <a:p>
          <a:endParaRPr lang="zh-CN" altLang="en-US"/>
        </a:p>
      </dgm:t>
    </dgm:pt>
    <dgm:pt modelId="{4CF922A2-6F5A-4DF4-B49D-B05332D39242}">
      <dgm:prSet phldrT="[文本]"/>
      <dgm:spPr/>
      <dgm:t>
        <a:bodyPr/>
        <a:lstStyle/>
        <a:p>
          <a:r>
            <a:rPr lang="zh-CN" altLang="en-US" dirty="0"/>
            <a:t>分析实体之间的关系</a:t>
          </a:r>
        </a:p>
      </dgm:t>
    </dgm:pt>
    <dgm:pt modelId="{8240D7D1-EE66-414E-8667-E43F543117AB}" type="parTrans" cxnId="{45572C2B-E687-4D22-BE25-AD93CD5064AC}">
      <dgm:prSet/>
      <dgm:spPr/>
      <dgm:t>
        <a:bodyPr/>
        <a:lstStyle/>
        <a:p>
          <a:endParaRPr lang="zh-CN" altLang="en-US"/>
        </a:p>
      </dgm:t>
    </dgm:pt>
    <dgm:pt modelId="{9D3B02F4-6BF1-43B5-92E3-8A60E95181FA}" type="sibTrans" cxnId="{45572C2B-E687-4D22-BE25-AD93CD5064AC}">
      <dgm:prSet/>
      <dgm:spPr/>
      <dgm:t>
        <a:bodyPr/>
        <a:lstStyle/>
        <a:p>
          <a:endParaRPr lang="zh-CN" altLang="en-US"/>
        </a:p>
      </dgm:t>
    </dgm:pt>
    <dgm:pt modelId="{D747891C-00B3-4192-A29A-B8A1B005D482}">
      <dgm:prSet phldrT="[文本]"/>
      <dgm:spPr/>
      <dgm:t>
        <a:bodyPr/>
        <a:lstStyle/>
        <a:p>
          <a:r>
            <a:rPr lang="zh-CN" altLang="en-US" dirty="0"/>
            <a:t>分析实体的属性</a:t>
          </a:r>
        </a:p>
      </dgm:t>
    </dgm:pt>
    <dgm:pt modelId="{FB1C4CAC-A329-4A6A-A218-DC5229DC2EEC}" type="parTrans" cxnId="{77A707AF-C97E-4DFF-9501-FA98EECC4D05}">
      <dgm:prSet/>
      <dgm:spPr/>
      <dgm:t>
        <a:bodyPr/>
        <a:lstStyle/>
        <a:p>
          <a:endParaRPr lang="zh-CN" altLang="en-US"/>
        </a:p>
      </dgm:t>
    </dgm:pt>
    <dgm:pt modelId="{B092A5E6-884D-469D-A36D-40CA51917D55}" type="sibTrans" cxnId="{77A707AF-C97E-4DFF-9501-FA98EECC4D05}">
      <dgm:prSet/>
      <dgm:spPr/>
      <dgm:t>
        <a:bodyPr/>
        <a:lstStyle/>
        <a:p>
          <a:endParaRPr lang="zh-CN" altLang="en-US"/>
        </a:p>
      </dgm:t>
    </dgm:pt>
    <dgm:pt modelId="{D87AF25B-3775-41C2-BEDF-8AE11A941084}">
      <dgm:prSet phldrT="[文本]"/>
      <dgm:spPr/>
      <dgm:t>
        <a:bodyPr/>
        <a:lstStyle/>
        <a:p>
          <a:r>
            <a:rPr lang="zh-CN" altLang="en-US" dirty="0"/>
            <a:t>绘制</a:t>
          </a:r>
          <a:r>
            <a:rPr lang="en-US" altLang="zh-CN" dirty="0"/>
            <a:t>ER</a:t>
          </a:r>
          <a:r>
            <a:rPr lang="zh-CN" altLang="en-US" dirty="0"/>
            <a:t>图</a:t>
          </a:r>
        </a:p>
      </dgm:t>
    </dgm:pt>
    <dgm:pt modelId="{C6A62DE0-EC7F-4B7F-A32C-5243EF50029F}" type="parTrans" cxnId="{ADB54FC6-EDC8-4FC2-969E-75E5225D7950}">
      <dgm:prSet/>
      <dgm:spPr/>
      <dgm:t>
        <a:bodyPr/>
        <a:lstStyle/>
        <a:p>
          <a:endParaRPr lang="zh-CN" altLang="en-US"/>
        </a:p>
      </dgm:t>
    </dgm:pt>
    <dgm:pt modelId="{47227805-4E84-4FD1-8CBE-1B931E98A208}" type="sibTrans" cxnId="{ADB54FC6-EDC8-4FC2-969E-75E5225D7950}">
      <dgm:prSet/>
      <dgm:spPr/>
      <dgm:t>
        <a:bodyPr/>
        <a:lstStyle/>
        <a:p>
          <a:endParaRPr lang="zh-CN" altLang="en-US"/>
        </a:p>
      </dgm:t>
    </dgm:pt>
    <dgm:pt modelId="{7DA10BFB-6D7D-45CD-A25A-69278AF5B766}" type="pres">
      <dgm:prSet presAssocID="{FCF09BEC-6459-4CB3-9095-6327DE8FAEEC}" presName="linearFlow" presStyleCnt="0">
        <dgm:presLayoutVars>
          <dgm:resizeHandles val="exact"/>
        </dgm:presLayoutVars>
      </dgm:prSet>
      <dgm:spPr/>
    </dgm:pt>
    <dgm:pt modelId="{554D6005-4A20-4161-8407-46576E0A947C}" type="pres">
      <dgm:prSet presAssocID="{994AD3E4-73C6-4F3B-9E58-6CDB0BDE5EFC}" presName="node" presStyleLbl="node1" presStyleIdx="0" presStyleCnt="5" custScaleX="194703">
        <dgm:presLayoutVars>
          <dgm:bulletEnabled val="1"/>
        </dgm:presLayoutVars>
      </dgm:prSet>
      <dgm:spPr/>
    </dgm:pt>
    <dgm:pt modelId="{389F6E44-B68C-4A2A-A4A8-C351B8FBC764}" type="pres">
      <dgm:prSet presAssocID="{D5E8C906-2E05-4C4A-B142-343C58C5E5DA}" presName="sibTrans" presStyleLbl="sibTrans2D1" presStyleIdx="0" presStyleCnt="4"/>
      <dgm:spPr/>
    </dgm:pt>
    <dgm:pt modelId="{1806B4D7-964F-4996-9239-1C7A71327837}" type="pres">
      <dgm:prSet presAssocID="{D5E8C906-2E05-4C4A-B142-343C58C5E5DA}" presName="connectorText" presStyleLbl="sibTrans2D1" presStyleIdx="0" presStyleCnt="4"/>
      <dgm:spPr/>
    </dgm:pt>
    <dgm:pt modelId="{5C26CA18-BF5B-46D1-A902-ED5769DDA864}" type="pres">
      <dgm:prSet presAssocID="{FC4C7DFB-E770-40A0-9E9E-28A323940A92}" presName="node" presStyleLbl="node1" presStyleIdx="1" presStyleCnt="5" custScaleX="194703">
        <dgm:presLayoutVars>
          <dgm:bulletEnabled val="1"/>
        </dgm:presLayoutVars>
      </dgm:prSet>
      <dgm:spPr/>
    </dgm:pt>
    <dgm:pt modelId="{93A6CC95-A243-4496-B68D-485AC701D0FD}" type="pres">
      <dgm:prSet presAssocID="{FB9B0989-0D8D-4D89-9666-7658CB1DC60B}" presName="sibTrans" presStyleLbl="sibTrans2D1" presStyleIdx="1" presStyleCnt="4"/>
      <dgm:spPr/>
    </dgm:pt>
    <dgm:pt modelId="{97079AE4-DBE2-4DA5-B17E-7084ADAC1603}" type="pres">
      <dgm:prSet presAssocID="{FB9B0989-0D8D-4D89-9666-7658CB1DC60B}" presName="connectorText" presStyleLbl="sibTrans2D1" presStyleIdx="1" presStyleCnt="4"/>
      <dgm:spPr/>
    </dgm:pt>
    <dgm:pt modelId="{42A4BA61-846B-4394-9ACB-4B52780F6F31}" type="pres">
      <dgm:prSet presAssocID="{D747891C-00B3-4192-A29A-B8A1B005D482}" presName="node" presStyleLbl="node1" presStyleIdx="2" presStyleCnt="5" custScaleX="194703">
        <dgm:presLayoutVars>
          <dgm:bulletEnabled val="1"/>
        </dgm:presLayoutVars>
      </dgm:prSet>
      <dgm:spPr/>
    </dgm:pt>
    <dgm:pt modelId="{A6FD9F03-9D0D-4B74-944E-B95B4F928630}" type="pres">
      <dgm:prSet presAssocID="{B092A5E6-884D-469D-A36D-40CA51917D55}" presName="sibTrans" presStyleLbl="sibTrans2D1" presStyleIdx="2" presStyleCnt="4"/>
      <dgm:spPr/>
    </dgm:pt>
    <dgm:pt modelId="{EA4E81C1-0B9F-4129-8210-E4A4BA02EB11}" type="pres">
      <dgm:prSet presAssocID="{B092A5E6-884D-469D-A36D-40CA51917D55}" presName="connectorText" presStyleLbl="sibTrans2D1" presStyleIdx="2" presStyleCnt="4"/>
      <dgm:spPr/>
    </dgm:pt>
    <dgm:pt modelId="{698DC9B6-F2F0-4725-849A-D95D5C322E62}" type="pres">
      <dgm:prSet presAssocID="{4CF922A2-6F5A-4DF4-B49D-B05332D39242}" presName="node" presStyleLbl="node1" presStyleIdx="3" presStyleCnt="5" custScaleX="194703">
        <dgm:presLayoutVars>
          <dgm:bulletEnabled val="1"/>
        </dgm:presLayoutVars>
      </dgm:prSet>
      <dgm:spPr/>
    </dgm:pt>
    <dgm:pt modelId="{B22BF7F5-8622-4E06-ACDE-328CCDE369EE}" type="pres">
      <dgm:prSet presAssocID="{9D3B02F4-6BF1-43B5-92E3-8A60E95181FA}" presName="sibTrans" presStyleLbl="sibTrans2D1" presStyleIdx="3" presStyleCnt="4"/>
      <dgm:spPr/>
    </dgm:pt>
    <dgm:pt modelId="{09B287D9-9400-462C-AAA3-B06F2116B7B0}" type="pres">
      <dgm:prSet presAssocID="{9D3B02F4-6BF1-43B5-92E3-8A60E95181FA}" presName="connectorText" presStyleLbl="sibTrans2D1" presStyleIdx="3" presStyleCnt="4"/>
      <dgm:spPr/>
    </dgm:pt>
    <dgm:pt modelId="{E59BE66F-C71C-4AA6-B3F4-E6B02F7F2750}" type="pres">
      <dgm:prSet presAssocID="{D87AF25B-3775-41C2-BEDF-8AE11A941084}" presName="node" presStyleLbl="node1" presStyleIdx="4" presStyleCnt="5" custScaleX="194703">
        <dgm:presLayoutVars>
          <dgm:bulletEnabled val="1"/>
        </dgm:presLayoutVars>
      </dgm:prSet>
      <dgm:spPr/>
    </dgm:pt>
  </dgm:ptLst>
  <dgm:cxnLst>
    <dgm:cxn modelId="{DD131C06-BCB4-487A-A05D-9AC060D67180}" srcId="{FCF09BEC-6459-4CB3-9095-6327DE8FAEEC}" destId="{994AD3E4-73C6-4F3B-9E58-6CDB0BDE5EFC}" srcOrd="0" destOrd="0" parTransId="{E4D61D82-5C00-432A-AB79-96D7C0F51B89}" sibTransId="{D5E8C906-2E05-4C4A-B142-343C58C5E5DA}"/>
    <dgm:cxn modelId="{0F49E809-E7B3-4397-8C2E-BD6464B15557}" type="presOf" srcId="{FB9B0989-0D8D-4D89-9666-7658CB1DC60B}" destId="{93A6CC95-A243-4496-B68D-485AC701D0FD}" srcOrd="0" destOrd="0" presId="urn:microsoft.com/office/officeart/2005/8/layout/process2"/>
    <dgm:cxn modelId="{AE2ED41B-CE3E-4AB2-B2CF-65310D54FA58}" type="presOf" srcId="{B092A5E6-884D-469D-A36D-40CA51917D55}" destId="{EA4E81C1-0B9F-4129-8210-E4A4BA02EB11}" srcOrd="1" destOrd="0" presId="urn:microsoft.com/office/officeart/2005/8/layout/process2"/>
    <dgm:cxn modelId="{45572C2B-E687-4D22-BE25-AD93CD5064AC}" srcId="{FCF09BEC-6459-4CB3-9095-6327DE8FAEEC}" destId="{4CF922A2-6F5A-4DF4-B49D-B05332D39242}" srcOrd="3" destOrd="0" parTransId="{8240D7D1-EE66-414E-8667-E43F543117AB}" sibTransId="{9D3B02F4-6BF1-43B5-92E3-8A60E95181FA}"/>
    <dgm:cxn modelId="{4069FD3D-E1E2-4E48-A85C-B1166373CA47}" type="presOf" srcId="{994AD3E4-73C6-4F3B-9E58-6CDB0BDE5EFC}" destId="{554D6005-4A20-4161-8407-46576E0A947C}" srcOrd="0" destOrd="0" presId="urn:microsoft.com/office/officeart/2005/8/layout/process2"/>
    <dgm:cxn modelId="{F0DF2F6D-DBA0-4A78-BC60-04872C0F9515}" type="presOf" srcId="{4CF922A2-6F5A-4DF4-B49D-B05332D39242}" destId="{698DC9B6-F2F0-4725-849A-D95D5C322E62}" srcOrd="0" destOrd="0" presId="urn:microsoft.com/office/officeart/2005/8/layout/process2"/>
    <dgm:cxn modelId="{FECBC573-7F86-4903-B81B-316FF7BE6456}" type="presOf" srcId="{D747891C-00B3-4192-A29A-B8A1B005D482}" destId="{42A4BA61-846B-4394-9ACB-4B52780F6F31}" srcOrd="0" destOrd="0" presId="urn:microsoft.com/office/officeart/2005/8/layout/process2"/>
    <dgm:cxn modelId="{DFA0D37A-99DA-48EA-B1DB-C4EE8A77D494}" type="presOf" srcId="{FB9B0989-0D8D-4D89-9666-7658CB1DC60B}" destId="{97079AE4-DBE2-4DA5-B17E-7084ADAC1603}" srcOrd="1" destOrd="0" presId="urn:microsoft.com/office/officeart/2005/8/layout/process2"/>
    <dgm:cxn modelId="{D362C289-4DFB-4B61-BAF7-81208634A49C}" type="presOf" srcId="{D87AF25B-3775-41C2-BEDF-8AE11A941084}" destId="{E59BE66F-C71C-4AA6-B3F4-E6B02F7F2750}" srcOrd="0" destOrd="0" presId="urn:microsoft.com/office/officeart/2005/8/layout/process2"/>
    <dgm:cxn modelId="{F366278B-F64E-42A7-8764-E60F01C65B85}" type="presOf" srcId="{D5E8C906-2E05-4C4A-B142-343C58C5E5DA}" destId="{1806B4D7-964F-4996-9239-1C7A71327837}" srcOrd="1" destOrd="0" presId="urn:microsoft.com/office/officeart/2005/8/layout/process2"/>
    <dgm:cxn modelId="{77A707AF-C97E-4DFF-9501-FA98EECC4D05}" srcId="{FCF09BEC-6459-4CB3-9095-6327DE8FAEEC}" destId="{D747891C-00B3-4192-A29A-B8A1B005D482}" srcOrd="2" destOrd="0" parTransId="{FB1C4CAC-A329-4A6A-A218-DC5229DC2EEC}" sibTransId="{B092A5E6-884D-469D-A36D-40CA51917D55}"/>
    <dgm:cxn modelId="{2131E5BD-0F49-4553-B1B2-AEB23E6B4931}" type="presOf" srcId="{9D3B02F4-6BF1-43B5-92E3-8A60E95181FA}" destId="{09B287D9-9400-462C-AAA3-B06F2116B7B0}" srcOrd="1" destOrd="0" presId="urn:microsoft.com/office/officeart/2005/8/layout/process2"/>
    <dgm:cxn modelId="{201DE8C1-7A2B-40B5-B9FB-1D85B256B7F0}" type="presOf" srcId="{D5E8C906-2E05-4C4A-B142-343C58C5E5DA}" destId="{389F6E44-B68C-4A2A-A4A8-C351B8FBC764}" srcOrd="0" destOrd="0" presId="urn:microsoft.com/office/officeart/2005/8/layout/process2"/>
    <dgm:cxn modelId="{39701FC3-4028-4F64-9B9E-E9B275B27419}" type="presOf" srcId="{FCF09BEC-6459-4CB3-9095-6327DE8FAEEC}" destId="{7DA10BFB-6D7D-45CD-A25A-69278AF5B766}" srcOrd="0" destOrd="0" presId="urn:microsoft.com/office/officeart/2005/8/layout/process2"/>
    <dgm:cxn modelId="{ADB54FC6-EDC8-4FC2-969E-75E5225D7950}" srcId="{FCF09BEC-6459-4CB3-9095-6327DE8FAEEC}" destId="{D87AF25B-3775-41C2-BEDF-8AE11A941084}" srcOrd="4" destOrd="0" parTransId="{C6A62DE0-EC7F-4B7F-A32C-5243EF50029F}" sibTransId="{47227805-4E84-4FD1-8CBE-1B931E98A208}"/>
    <dgm:cxn modelId="{92285ECE-E505-45D3-9D76-0098E04BA600}" srcId="{FCF09BEC-6459-4CB3-9095-6327DE8FAEEC}" destId="{FC4C7DFB-E770-40A0-9E9E-28A323940A92}" srcOrd="1" destOrd="0" parTransId="{BD3777EA-AEB8-4420-9EAC-6D59B1706CEF}" sibTransId="{FB9B0989-0D8D-4D89-9666-7658CB1DC60B}"/>
    <dgm:cxn modelId="{554213DB-6AA1-4AA5-AF55-291C6A2A915E}" type="presOf" srcId="{FC4C7DFB-E770-40A0-9E9E-28A323940A92}" destId="{5C26CA18-BF5B-46D1-A902-ED5769DDA864}" srcOrd="0" destOrd="0" presId="urn:microsoft.com/office/officeart/2005/8/layout/process2"/>
    <dgm:cxn modelId="{649013E7-27D5-4437-8935-4237387C8D65}" type="presOf" srcId="{B092A5E6-884D-469D-A36D-40CA51917D55}" destId="{A6FD9F03-9D0D-4B74-944E-B95B4F928630}" srcOrd="0" destOrd="0" presId="urn:microsoft.com/office/officeart/2005/8/layout/process2"/>
    <dgm:cxn modelId="{7FF2CEF6-863D-426E-A94A-54B3AEFBD38C}" type="presOf" srcId="{9D3B02F4-6BF1-43B5-92E3-8A60E95181FA}" destId="{B22BF7F5-8622-4E06-ACDE-328CCDE369EE}" srcOrd="0" destOrd="0" presId="urn:microsoft.com/office/officeart/2005/8/layout/process2"/>
    <dgm:cxn modelId="{33CF2A09-82E0-4DC6-B2A2-F45DA39CF586}" type="presParOf" srcId="{7DA10BFB-6D7D-45CD-A25A-69278AF5B766}" destId="{554D6005-4A20-4161-8407-46576E0A947C}" srcOrd="0" destOrd="0" presId="urn:microsoft.com/office/officeart/2005/8/layout/process2"/>
    <dgm:cxn modelId="{E580D627-D8AB-4D2B-BC64-8C87FA3EC25E}" type="presParOf" srcId="{7DA10BFB-6D7D-45CD-A25A-69278AF5B766}" destId="{389F6E44-B68C-4A2A-A4A8-C351B8FBC764}" srcOrd="1" destOrd="0" presId="urn:microsoft.com/office/officeart/2005/8/layout/process2"/>
    <dgm:cxn modelId="{F23EAD07-B011-431A-BA49-4B9E6966B14A}" type="presParOf" srcId="{389F6E44-B68C-4A2A-A4A8-C351B8FBC764}" destId="{1806B4D7-964F-4996-9239-1C7A71327837}" srcOrd="0" destOrd="0" presId="urn:microsoft.com/office/officeart/2005/8/layout/process2"/>
    <dgm:cxn modelId="{EB5B28CB-7CBD-4F59-99BB-21DA819AE1EA}" type="presParOf" srcId="{7DA10BFB-6D7D-45CD-A25A-69278AF5B766}" destId="{5C26CA18-BF5B-46D1-A902-ED5769DDA864}" srcOrd="2" destOrd="0" presId="urn:microsoft.com/office/officeart/2005/8/layout/process2"/>
    <dgm:cxn modelId="{87BC44D2-F728-4BC4-8393-9E0ED79CFEAB}" type="presParOf" srcId="{7DA10BFB-6D7D-45CD-A25A-69278AF5B766}" destId="{93A6CC95-A243-4496-B68D-485AC701D0FD}" srcOrd="3" destOrd="0" presId="urn:microsoft.com/office/officeart/2005/8/layout/process2"/>
    <dgm:cxn modelId="{27B6F323-31DF-4F29-90F1-E987D34D40AF}" type="presParOf" srcId="{93A6CC95-A243-4496-B68D-485AC701D0FD}" destId="{97079AE4-DBE2-4DA5-B17E-7084ADAC1603}" srcOrd="0" destOrd="0" presId="urn:microsoft.com/office/officeart/2005/8/layout/process2"/>
    <dgm:cxn modelId="{8BE5117F-6179-4DA8-987E-4DA14747B243}" type="presParOf" srcId="{7DA10BFB-6D7D-45CD-A25A-69278AF5B766}" destId="{42A4BA61-846B-4394-9ACB-4B52780F6F31}" srcOrd="4" destOrd="0" presId="urn:microsoft.com/office/officeart/2005/8/layout/process2"/>
    <dgm:cxn modelId="{BDDB89DC-E9AF-47DD-AD57-FD1BDA2BEFFD}" type="presParOf" srcId="{7DA10BFB-6D7D-45CD-A25A-69278AF5B766}" destId="{A6FD9F03-9D0D-4B74-944E-B95B4F928630}" srcOrd="5" destOrd="0" presId="urn:microsoft.com/office/officeart/2005/8/layout/process2"/>
    <dgm:cxn modelId="{0253B9DF-2CD7-4F7D-A632-43D051C50B5D}" type="presParOf" srcId="{A6FD9F03-9D0D-4B74-944E-B95B4F928630}" destId="{EA4E81C1-0B9F-4129-8210-E4A4BA02EB11}" srcOrd="0" destOrd="0" presId="urn:microsoft.com/office/officeart/2005/8/layout/process2"/>
    <dgm:cxn modelId="{D24986F4-0CF6-44D0-99D0-4093FE9D5DD8}" type="presParOf" srcId="{7DA10BFB-6D7D-45CD-A25A-69278AF5B766}" destId="{698DC9B6-F2F0-4725-849A-D95D5C322E62}" srcOrd="6" destOrd="0" presId="urn:microsoft.com/office/officeart/2005/8/layout/process2"/>
    <dgm:cxn modelId="{B275645E-F971-4D8C-93D2-5333986AD05D}" type="presParOf" srcId="{7DA10BFB-6D7D-45CD-A25A-69278AF5B766}" destId="{B22BF7F5-8622-4E06-ACDE-328CCDE369EE}" srcOrd="7" destOrd="0" presId="urn:microsoft.com/office/officeart/2005/8/layout/process2"/>
    <dgm:cxn modelId="{536BBE99-3F05-4B0F-8D30-1B17D215013A}" type="presParOf" srcId="{B22BF7F5-8622-4E06-ACDE-328CCDE369EE}" destId="{09B287D9-9400-462C-AAA3-B06F2116B7B0}" srcOrd="0" destOrd="0" presId="urn:microsoft.com/office/officeart/2005/8/layout/process2"/>
    <dgm:cxn modelId="{76144C18-F52E-4985-8B69-42C68D53F64F}" type="presParOf" srcId="{7DA10BFB-6D7D-45CD-A25A-69278AF5B766}" destId="{E59BE66F-C71C-4AA6-B3F4-E6B02F7F2750}" srcOrd="8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1.xml><?xml version="1.0" encoding="utf-8"?>
<dgm:dataModel xmlns:dgm="http://schemas.openxmlformats.org/drawingml/2006/diagram" xmlns:a="http://schemas.openxmlformats.org/drawingml/2006/main">
  <dgm:ptLst>
    <dgm:pt modelId="{57B669CB-9842-46F2-BD2D-0094BB18DE6C}" type="doc">
      <dgm:prSet loTypeId="urn:microsoft.com/office/officeart/2005/8/layout/vList2" loCatId="list" qsTypeId="urn:microsoft.com/office/officeart/2005/8/quickstyle/simple1" qsCatId="simple" csTypeId="urn:microsoft.com/office/officeart/2005/8/colors/accent0_2" csCatId="mainScheme" phldr="1"/>
      <dgm:spPr/>
      <dgm:t>
        <a:bodyPr/>
        <a:lstStyle/>
        <a:p>
          <a:endParaRPr lang="zh-CN" altLang="en-US"/>
        </a:p>
      </dgm:t>
    </dgm:pt>
    <dgm:pt modelId="{94A82BAB-431B-4D45-A238-273DD39DD970}">
      <dgm:prSet phldrT="[文本]"/>
      <dgm:spPr/>
      <dgm:t>
        <a:bodyPr/>
        <a:lstStyle/>
        <a:p>
          <a:pPr>
            <a:buNone/>
          </a:pPr>
          <a:r>
            <a:rPr lang="zh-CN" altLang="en-US" b="1" i="0"/>
            <a:t>这个</a:t>
          </a:r>
          <a:r>
            <a:rPr lang="en-US" altLang="zh-CN" b="1" i="0"/>
            <a:t>"</a:t>
          </a:r>
          <a:r>
            <a:rPr lang="zh-CN" altLang="en-US" b="1" i="0"/>
            <a:t>事物</a:t>
          </a:r>
          <a:r>
            <a:rPr lang="en-US" altLang="zh-CN" b="1" i="0"/>
            <a:t>"</a:t>
          </a:r>
          <a:r>
            <a:rPr lang="zh-CN" altLang="en-US" b="1" i="0"/>
            <a:t>是否需要被独立跟踪和管理？</a:t>
          </a:r>
          <a:endParaRPr lang="zh-CN" altLang="en-US" dirty="0"/>
        </a:p>
      </dgm:t>
    </dgm:pt>
    <dgm:pt modelId="{DCE8DC91-07EA-40CB-83D0-9288EE420482}" type="parTrans" cxnId="{EC0BB5CB-4572-443B-B51A-01B9E3D345BD}">
      <dgm:prSet/>
      <dgm:spPr/>
      <dgm:t>
        <a:bodyPr/>
        <a:lstStyle/>
        <a:p>
          <a:endParaRPr lang="zh-CN" altLang="en-US"/>
        </a:p>
      </dgm:t>
    </dgm:pt>
    <dgm:pt modelId="{02EA389C-B01C-4190-AA10-C3A58EC9712C}" type="sibTrans" cxnId="{EC0BB5CB-4572-443B-B51A-01B9E3D345BD}">
      <dgm:prSet/>
      <dgm:spPr/>
      <dgm:t>
        <a:bodyPr/>
        <a:lstStyle/>
        <a:p>
          <a:endParaRPr lang="zh-CN" altLang="en-US"/>
        </a:p>
      </dgm:t>
    </dgm:pt>
    <dgm:pt modelId="{530E2963-2633-4542-865C-2C6EFE14EB14}">
      <dgm:prSet phldrT="[文本]"/>
      <dgm:spPr/>
      <dgm:t>
        <a:bodyPr/>
        <a:lstStyle/>
        <a:p>
          <a:pPr>
            <a:buNone/>
          </a:pPr>
          <a:r>
            <a:rPr lang="zh-CN" altLang="en-US" b="1" i="0"/>
            <a:t>它是否有自己的属性？</a:t>
          </a:r>
          <a:endParaRPr lang="zh-CN" altLang="en-US" dirty="0"/>
        </a:p>
      </dgm:t>
    </dgm:pt>
    <dgm:pt modelId="{D9C1FA56-B3D7-4239-A36D-7D8D5DA45F36}" type="parTrans" cxnId="{FCD73D79-AAF3-48AE-9537-B84A18F57526}">
      <dgm:prSet/>
      <dgm:spPr/>
      <dgm:t>
        <a:bodyPr/>
        <a:lstStyle/>
        <a:p>
          <a:endParaRPr lang="zh-CN" altLang="en-US"/>
        </a:p>
      </dgm:t>
    </dgm:pt>
    <dgm:pt modelId="{7C34460F-B551-4D07-A758-352558F094B8}" type="sibTrans" cxnId="{FCD73D79-AAF3-48AE-9537-B84A18F57526}">
      <dgm:prSet/>
      <dgm:spPr/>
      <dgm:t>
        <a:bodyPr/>
        <a:lstStyle/>
        <a:p>
          <a:endParaRPr lang="zh-CN" altLang="en-US"/>
        </a:p>
      </dgm:t>
    </dgm:pt>
    <dgm:pt modelId="{6EB5FD47-F317-47FD-B54F-EDBEA37D02DD}">
      <dgm:prSet phldrT="[文本]"/>
      <dgm:spPr/>
      <dgm:t>
        <a:bodyPr/>
        <a:lstStyle/>
        <a:p>
          <a:pPr>
            <a:buNone/>
          </a:pPr>
          <a:r>
            <a:rPr lang="zh-CN" altLang="en-US" b="1" i="0"/>
            <a:t>它是否会被多个其他事物引用？</a:t>
          </a:r>
          <a:endParaRPr lang="zh-CN" altLang="en-US" dirty="0"/>
        </a:p>
      </dgm:t>
    </dgm:pt>
    <dgm:pt modelId="{DA5AE632-46EB-42AB-8CF1-15EB48CF50F3}" type="parTrans" cxnId="{378A5784-32F3-4DCB-BE41-BB8B7FE65511}">
      <dgm:prSet/>
      <dgm:spPr/>
      <dgm:t>
        <a:bodyPr/>
        <a:lstStyle/>
        <a:p>
          <a:endParaRPr lang="zh-CN" altLang="en-US"/>
        </a:p>
      </dgm:t>
    </dgm:pt>
    <dgm:pt modelId="{978635C5-D56D-493E-9419-42A21E2D11EF}" type="sibTrans" cxnId="{378A5784-32F3-4DCB-BE41-BB8B7FE65511}">
      <dgm:prSet/>
      <dgm:spPr/>
      <dgm:t>
        <a:bodyPr/>
        <a:lstStyle/>
        <a:p>
          <a:endParaRPr lang="zh-CN" altLang="en-US"/>
        </a:p>
      </dgm:t>
    </dgm:pt>
    <dgm:pt modelId="{E8821C4B-9E25-4BAB-885E-F608AB6AE228}" type="pres">
      <dgm:prSet presAssocID="{57B669CB-9842-46F2-BD2D-0094BB18DE6C}" presName="linear" presStyleCnt="0">
        <dgm:presLayoutVars>
          <dgm:animLvl val="lvl"/>
          <dgm:resizeHandles val="exact"/>
        </dgm:presLayoutVars>
      </dgm:prSet>
      <dgm:spPr/>
    </dgm:pt>
    <dgm:pt modelId="{A20DC284-AB56-4E22-9B84-7E2CF72776EB}" type="pres">
      <dgm:prSet presAssocID="{94A82BAB-431B-4D45-A238-273DD39DD970}" presName="parentText" presStyleLbl="node1" presStyleIdx="0" presStyleCnt="3" custLinFactNeighborY="30231">
        <dgm:presLayoutVars>
          <dgm:chMax val="0"/>
          <dgm:bulletEnabled val="1"/>
        </dgm:presLayoutVars>
      </dgm:prSet>
      <dgm:spPr/>
    </dgm:pt>
    <dgm:pt modelId="{60BABFD0-087E-4F2A-86F1-3523D569EC22}" type="pres">
      <dgm:prSet presAssocID="{02EA389C-B01C-4190-AA10-C3A58EC9712C}" presName="spacer" presStyleCnt="0"/>
      <dgm:spPr/>
    </dgm:pt>
    <dgm:pt modelId="{A075CB75-3BE6-41B7-9E6D-A89F3D58E61C}" type="pres">
      <dgm:prSet presAssocID="{530E2963-2633-4542-865C-2C6EFE14EB14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9331C225-0E6E-4AE3-8704-85FAC9B5004A}" type="pres">
      <dgm:prSet presAssocID="{7C34460F-B551-4D07-A758-352558F094B8}" presName="spacer" presStyleCnt="0"/>
      <dgm:spPr/>
    </dgm:pt>
    <dgm:pt modelId="{30E1F346-C197-455C-846C-C4404604A93C}" type="pres">
      <dgm:prSet presAssocID="{6EB5FD47-F317-47FD-B54F-EDBEA37D02DD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567D9202-A88E-418F-8905-B17FE257931B}" type="presOf" srcId="{530E2963-2633-4542-865C-2C6EFE14EB14}" destId="{A075CB75-3BE6-41B7-9E6D-A89F3D58E61C}" srcOrd="0" destOrd="0" presId="urn:microsoft.com/office/officeart/2005/8/layout/vList2"/>
    <dgm:cxn modelId="{240CC142-3587-4CF6-9C9E-D358A407FBE0}" type="presOf" srcId="{6EB5FD47-F317-47FD-B54F-EDBEA37D02DD}" destId="{30E1F346-C197-455C-846C-C4404604A93C}" srcOrd="0" destOrd="0" presId="urn:microsoft.com/office/officeart/2005/8/layout/vList2"/>
    <dgm:cxn modelId="{FCD73D79-AAF3-48AE-9537-B84A18F57526}" srcId="{57B669CB-9842-46F2-BD2D-0094BB18DE6C}" destId="{530E2963-2633-4542-865C-2C6EFE14EB14}" srcOrd="1" destOrd="0" parTransId="{D9C1FA56-B3D7-4239-A36D-7D8D5DA45F36}" sibTransId="{7C34460F-B551-4D07-A758-352558F094B8}"/>
    <dgm:cxn modelId="{378A5784-32F3-4DCB-BE41-BB8B7FE65511}" srcId="{57B669CB-9842-46F2-BD2D-0094BB18DE6C}" destId="{6EB5FD47-F317-47FD-B54F-EDBEA37D02DD}" srcOrd="2" destOrd="0" parTransId="{DA5AE632-46EB-42AB-8CF1-15EB48CF50F3}" sibTransId="{978635C5-D56D-493E-9419-42A21E2D11EF}"/>
    <dgm:cxn modelId="{0D51F5A2-A15A-4CB6-B460-EEAD924CFF53}" type="presOf" srcId="{94A82BAB-431B-4D45-A238-273DD39DD970}" destId="{A20DC284-AB56-4E22-9B84-7E2CF72776EB}" srcOrd="0" destOrd="0" presId="urn:microsoft.com/office/officeart/2005/8/layout/vList2"/>
    <dgm:cxn modelId="{EC0BB5CB-4572-443B-B51A-01B9E3D345BD}" srcId="{57B669CB-9842-46F2-BD2D-0094BB18DE6C}" destId="{94A82BAB-431B-4D45-A238-273DD39DD970}" srcOrd="0" destOrd="0" parTransId="{DCE8DC91-07EA-40CB-83D0-9288EE420482}" sibTransId="{02EA389C-B01C-4190-AA10-C3A58EC9712C}"/>
    <dgm:cxn modelId="{D79B9DCC-34BB-48EF-B813-45ADD3FB1436}" type="presOf" srcId="{57B669CB-9842-46F2-BD2D-0094BB18DE6C}" destId="{E8821C4B-9E25-4BAB-885E-F608AB6AE228}" srcOrd="0" destOrd="0" presId="urn:microsoft.com/office/officeart/2005/8/layout/vList2"/>
    <dgm:cxn modelId="{F2686F5D-D057-4502-B4F5-7B5D697062E8}" type="presParOf" srcId="{E8821C4B-9E25-4BAB-885E-F608AB6AE228}" destId="{A20DC284-AB56-4E22-9B84-7E2CF72776EB}" srcOrd="0" destOrd="0" presId="urn:microsoft.com/office/officeart/2005/8/layout/vList2"/>
    <dgm:cxn modelId="{B90A3A26-418E-45D6-9840-F456E5A94279}" type="presParOf" srcId="{E8821C4B-9E25-4BAB-885E-F608AB6AE228}" destId="{60BABFD0-087E-4F2A-86F1-3523D569EC22}" srcOrd="1" destOrd="0" presId="urn:microsoft.com/office/officeart/2005/8/layout/vList2"/>
    <dgm:cxn modelId="{F0216842-CFBB-4581-903F-F33C5E39838A}" type="presParOf" srcId="{E8821C4B-9E25-4BAB-885E-F608AB6AE228}" destId="{A075CB75-3BE6-41B7-9E6D-A89F3D58E61C}" srcOrd="2" destOrd="0" presId="urn:microsoft.com/office/officeart/2005/8/layout/vList2"/>
    <dgm:cxn modelId="{F4E977C0-1E0A-4F2F-8FB0-001CBE17AA50}" type="presParOf" srcId="{E8821C4B-9E25-4BAB-885E-F608AB6AE228}" destId="{9331C225-0E6E-4AE3-8704-85FAC9B5004A}" srcOrd="3" destOrd="0" presId="urn:microsoft.com/office/officeart/2005/8/layout/vList2"/>
    <dgm:cxn modelId="{C18BC1A6-F1CF-4436-8BCA-2B4B8FF0516B}" type="presParOf" srcId="{E8821C4B-9E25-4BAB-885E-F608AB6AE228}" destId="{30E1F346-C197-455C-846C-C4404604A93C}" srcOrd="4" destOrd="0" presId="urn:microsoft.com/office/officeart/2005/8/layout/vList2"/>
  </dgm:cxnLst>
  <dgm:bg>
    <a:noFill/>
  </dgm:bg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32.xml><?xml version="1.0" encoding="utf-8"?>
<dgm:dataModel xmlns:dgm="http://schemas.openxmlformats.org/drawingml/2006/diagram" xmlns:a="http://schemas.openxmlformats.org/drawingml/2006/main">
  <dgm:ptLst>
    <dgm:pt modelId="{3FF67FF2-28AF-4C00-A1DD-82B527ED3CBF}" type="doc">
      <dgm:prSet loTypeId="urn:microsoft.com/office/officeart/2005/8/layout/list1" loCatId="list" qsTypeId="urn:microsoft.com/office/officeart/2005/8/quickstyle/simple1" qsCatId="simple" csTypeId="urn:microsoft.com/office/officeart/2005/8/colors/accent0_2" csCatId="mainScheme" phldr="1"/>
      <dgm:spPr/>
      <dgm:t>
        <a:bodyPr/>
        <a:lstStyle/>
        <a:p>
          <a:endParaRPr lang="zh-CN" altLang="en-US"/>
        </a:p>
      </dgm:t>
    </dgm:pt>
    <dgm:pt modelId="{842A6011-F653-4A90-BB79-4D16740E0B54}">
      <dgm:prSet phldrT="[文本]"/>
      <dgm:spPr/>
      <dgm:t>
        <a:bodyPr/>
        <a:lstStyle/>
        <a:p>
          <a:r>
            <a:rPr lang="zh-CN" altLang="en-US"/>
            <a:t>需要独立跟踪和管理</a:t>
          </a:r>
        </a:p>
      </dgm:t>
    </dgm:pt>
    <dgm:pt modelId="{CBE9E9C3-2B77-4B20-8FA7-F5206A114F18}" type="parTrans" cxnId="{A8CB9CF8-448A-4AA9-8F62-7213E1BEF898}">
      <dgm:prSet/>
      <dgm:spPr/>
      <dgm:t>
        <a:bodyPr/>
        <a:lstStyle/>
        <a:p>
          <a:endParaRPr lang="zh-CN" altLang="en-US"/>
        </a:p>
      </dgm:t>
    </dgm:pt>
    <dgm:pt modelId="{EC250B15-550F-461E-AC21-EEE0BBD79D4E}" type="sibTrans" cxnId="{A8CB9CF8-448A-4AA9-8F62-7213E1BEF898}">
      <dgm:prSet/>
      <dgm:spPr/>
      <dgm:t>
        <a:bodyPr/>
        <a:lstStyle/>
        <a:p>
          <a:endParaRPr lang="zh-CN" altLang="en-US"/>
        </a:p>
      </dgm:t>
    </dgm:pt>
    <dgm:pt modelId="{092C476C-9EC3-4E87-B174-03CE37CE70F5}">
      <dgm:prSet phldrT="[文本]"/>
      <dgm:spPr/>
      <dgm:t>
        <a:bodyPr/>
        <a:lstStyle/>
        <a:p>
          <a:r>
            <a:rPr lang="zh-CN" altLang="en-US"/>
            <a:t>姓名、学号、密码</a:t>
          </a:r>
        </a:p>
      </dgm:t>
    </dgm:pt>
    <dgm:pt modelId="{DFB5BC63-84CD-4D08-9D14-66CDF7C79850}" type="parTrans" cxnId="{15E4145D-DC4F-444E-B855-60DB6AFBEADE}">
      <dgm:prSet/>
      <dgm:spPr/>
      <dgm:t>
        <a:bodyPr/>
        <a:lstStyle/>
        <a:p>
          <a:endParaRPr lang="zh-CN" altLang="en-US"/>
        </a:p>
      </dgm:t>
    </dgm:pt>
    <dgm:pt modelId="{DC39D275-843B-4EBD-A042-B2A2BA262932}" type="sibTrans" cxnId="{15E4145D-DC4F-444E-B855-60DB6AFBEADE}">
      <dgm:prSet/>
      <dgm:spPr/>
      <dgm:t>
        <a:bodyPr/>
        <a:lstStyle/>
        <a:p>
          <a:endParaRPr lang="zh-CN" altLang="en-US"/>
        </a:p>
      </dgm:t>
    </dgm:pt>
    <dgm:pt modelId="{6DF952E8-3948-46A6-A9CC-3A77FAD67D17}">
      <dgm:prSet phldrT="[文本]"/>
      <dgm:spPr/>
      <dgm:t>
        <a:bodyPr/>
        <a:lstStyle/>
        <a:p>
          <a:r>
            <a:rPr lang="zh-CN" altLang="en-US"/>
            <a:t>被其他事物引用</a:t>
          </a:r>
        </a:p>
      </dgm:t>
    </dgm:pt>
    <dgm:pt modelId="{6B379F58-FC12-496D-9D65-9179F4D2D4EB}" type="parTrans" cxnId="{AFAD9158-722E-4EA8-AF03-57599A6AB874}">
      <dgm:prSet/>
      <dgm:spPr/>
      <dgm:t>
        <a:bodyPr/>
        <a:lstStyle/>
        <a:p>
          <a:endParaRPr lang="zh-CN" altLang="en-US"/>
        </a:p>
      </dgm:t>
    </dgm:pt>
    <dgm:pt modelId="{18224051-E1FA-4599-97B1-57B7C7612A76}" type="sibTrans" cxnId="{AFAD9158-722E-4EA8-AF03-57599A6AB874}">
      <dgm:prSet/>
      <dgm:spPr/>
      <dgm:t>
        <a:bodyPr/>
        <a:lstStyle/>
        <a:p>
          <a:endParaRPr lang="zh-CN" altLang="en-US"/>
        </a:p>
      </dgm:t>
    </dgm:pt>
    <dgm:pt modelId="{C489E99E-980D-4D5C-BD89-503B64AC9298}">
      <dgm:prSet phldrT="[文本]"/>
      <dgm:spPr/>
      <dgm:t>
        <a:bodyPr/>
        <a:lstStyle/>
        <a:p>
          <a:r>
            <a:rPr lang="zh-CN" altLang="en-US"/>
            <a:t>成绩表中需引用学生信息</a:t>
          </a:r>
          <a:endParaRPr lang="zh-CN" altLang="en-US" dirty="0"/>
        </a:p>
      </dgm:t>
    </dgm:pt>
    <dgm:pt modelId="{CF6C60C7-B31C-42A6-BE54-68CA201119AE}" type="parTrans" cxnId="{4F37C247-DDC2-406B-856D-5008A4C8A7C2}">
      <dgm:prSet/>
      <dgm:spPr/>
      <dgm:t>
        <a:bodyPr/>
        <a:lstStyle/>
        <a:p>
          <a:endParaRPr lang="zh-CN" altLang="en-US"/>
        </a:p>
      </dgm:t>
    </dgm:pt>
    <dgm:pt modelId="{E7080D0E-3027-4CE8-BB1F-909997A059FE}" type="sibTrans" cxnId="{4F37C247-DDC2-406B-856D-5008A4C8A7C2}">
      <dgm:prSet/>
      <dgm:spPr/>
      <dgm:t>
        <a:bodyPr/>
        <a:lstStyle/>
        <a:p>
          <a:endParaRPr lang="zh-CN" altLang="en-US"/>
        </a:p>
      </dgm:t>
    </dgm:pt>
    <dgm:pt modelId="{268B97A7-4F5E-4AE6-A6F4-B8EB5CDB5D62}">
      <dgm:prSet phldrT="[文本]"/>
      <dgm:spPr/>
      <dgm:t>
        <a:bodyPr/>
        <a:lstStyle/>
        <a:p>
          <a:r>
            <a:rPr lang="zh-CN" altLang="en-US" b="0" i="0"/>
            <a:t>有自己的属性</a:t>
          </a:r>
          <a:endParaRPr lang="zh-CN" altLang="en-US"/>
        </a:p>
      </dgm:t>
    </dgm:pt>
    <dgm:pt modelId="{7D7B3CA0-B914-42B0-BFDA-51C22D3CF1BC}" type="parTrans" cxnId="{EBAD8C7D-84F7-4662-ABEE-F3CA43362B15}">
      <dgm:prSet/>
      <dgm:spPr/>
      <dgm:t>
        <a:bodyPr/>
        <a:lstStyle/>
        <a:p>
          <a:endParaRPr lang="zh-CN" altLang="en-US"/>
        </a:p>
      </dgm:t>
    </dgm:pt>
    <dgm:pt modelId="{3D51108A-7D2B-4EC0-9B87-E522910DBD9F}" type="sibTrans" cxnId="{EBAD8C7D-84F7-4662-ABEE-F3CA43362B15}">
      <dgm:prSet/>
      <dgm:spPr/>
      <dgm:t>
        <a:bodyPr/>
        <a:lstStyle/>
        <a:p>
          <a:endParaRPr lang="zh-CN" altLang="en-US"/>
        </a:p>
      </dgm:t>
    </dgm:pt>
    <dgm:pt modelId="{6BEB5766-33E3-4471-9B92-9B29CAB64DD1}" type="pres">
      <dgm:prSet presAssocID="{3FF67FF2-28AF-4C00-A1DD-82B527ED3CBF}" presName="linear" presStyleCnt="0">
        <dgm:presLayoutVars>
          <dgm:dir/>
          <dgm:animLvl val="lvl"/>
          <dgm:resizeHandles val="exact"/>
        </dgm:presLayoutVars>
      </dgm:prSet>
      <dgm:spPr/>
    </dgm:pt>
    <dgm:pt modelId="{EC345DF0-533F-42AF-8474-795523EC9326}" type="pres">
      <dgm:prSet presAssocID="{842A6011-F653-4A90-BB79-4D16740E0B54}" presName="parentLin" presStyleCnt="0"/>
      <dgm:spPr/>
    </dgm:pt>
    <dgm:pt modelId="{A07DB3E7-84AE-4CEA-B389-3483D3CF933A}" type="pres">
      <dgm:prSet presAssocID="{842A6011-F653-4A90-BB79-4D16740E0B54}" presName="parentLeftMargin" presStyleLbl="node1" presStyleIdx="0" presStyleCnt="3"/>
      <dgm:spPr/>
    </dgm:pt>
    <dgm:pt modelId="{3C7908A9-3AEB-42CD-9EBA-1B59CC7D6667}" type="pres">
      <dgm:prSet presAssocID="{842A6011-F653-4A90-BB79-4D16740E0B54}" presName="parentText" presStyleLbl="node1" presStyleIdx="0" presStyleCnt="3" custLinFactNeighborX="-6346" custLinFactNeighborY="525">
        <dgm:presLayoutVars>
          <dgm:chMax val="0"/>
          <dgm:bulletEnabled val="1"/>
        </dgm:presLayoutVars>
      </dgm:prSet>
      <dgm:spPr/>
    </dgm:pt>
    <dgm:pt modelId="{BAB7F0A9-57C4-4EBA-939A-2BF27A217742}" type="pres">
      <dgm:prSet presAssocID="{842A6011-F653-4A90-BB79-4D16740E0B54}" presName="negativeSpace" presStyleCnt="0"/>
      <dgm:spPr/>
    </dgm:pt>
    <dgm:pt modelId="{61A03DCE-6719-4EE9-B1B6-C8ED8EC41283}" type="pres">
      <dgm:prSet presAssocID="{842A6011-F653-4A90-BB79-4D16740E0B54}" presName="childText" presStyleLbl="conFgAcc1" presStyleIdx="0" presStyleCnt="3">
        <dgm:presLayoutVars>
          <dgm:bulletEnabled val="1"/>
        </dgm:presLayoutVars>
      </dgm:prSet>
      <dgm:spPr/>
    </dgm:pt>
    <dgm:pt modelId="{3751603D-0452-4272-994E-CE75D550458D}" type="pres">
      <dgm:prSet presAssocID="{EC250B15-550F-461E-AC21-EEE0BBD79D4E}" presName="spaceBetweenRectangles" presStyleCnt="0"/>
      <dgm:spPr/>
    </dgm:pt>
    <dgm:pt modelId="{B2FA5E31-82A4-4295-8E3B-4372A631ABEF}" type="pres">
      <dgm:prSet presAssocID="{268B97A7-4F5E-4AE6-A6F4-B8EB5CDB5D62}" presName="parentLin" presStyleCnt="0"/>
      <dgm:spPr/>
    </dgm:pt>
    <dgm:pt modelId="{EB86982D-4D24-43D4-8734-3F85B38BBAA5}" type="pres">
      <dgm:prSet presAssocID="{268B97A7-4F5E-4AE6-A6F4-B8EB5CDB5D62}" presName="parentLeftMargin" presStyleLbl="node1" presStyleIdx="0" presStyleCnt="3"/>
      <dgm:spPr/>
    </dgm:pt>
    <dgm:pt modelId="{9B3DBCAC-D9B5-4AAC-8CFF-1AFF3DCA270C}" type="pres">
      <dgm:prSet presAssocID="{268B97A7-4F5E-4AE6-A6F4-B8EB5CDB5D62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F67726DE-A2E8-47CC-9D14-9BD5B8B082B9}" type="pres">
      <dgm:prSet presAssocID="{268B97A7-4F5E-4AE6-A6F4-B8EB5CDB5D62}" presName="negativeSpace" presStyleCnt="0"/>
      <dgm:spPr/>
    </dgm:pt>
    <dgm:pt modelId="{A58BF287-BDE9-4930-B953-FAD9E9ADD5F2}" type="pres">
      <dgm:prSet presAssocID="{268B97A7-4F5E-4AE6-A6F4-B8EB5CDB5D62}" presName="childText" presStyleLbl="conFgAcc1" presStyleIdx="1" presStyleCnt="3">
        <dgm:presLayoutVars>
          <dgm:bulletEnabled val="1"/>
        </dgm:presLayoutVars>
      </dgm:prSet>
      <dgm:spPr/>
    </dgm:pt>
    <dgm:pt modelId="{B554303C-5D09-4661-AAE7-271F031E7A51}" type="pres">
      <dgm:prSet presAssocID="{3D51108A-7D2B-4EC0-9B87-E522910DBD9F}" presName="spaceBetweenRectangles" presStyleCnt="0"/>
      <dgm:spPr/>
    </dgm:pt>
    <dgm:pt modelId="{7D27539A-856C-404D-81C9-8AC49BA299A6}" type="pres">
      <dgm:prSet presAssocID="{6DF952E8-3948-46A6-A9CC-3A77FAD67D17}" presName="parentLin" presStyleCnt="0"/>
      <dgm:spPr/>
    </dgm:pt>
    <dgm:pt modelId="{548BFD3F-E335-40FC-911D-6D2A09FC277D}" type="pres">
      <dgm:prSet presAssocID="{6DF952E8-3948-46A6-A9CC-3A77FAD67D17}" presName="parentLeftMargin" presStyleLbl="node1" presStyleIdx="1" presStyleCnt="3"/>
      <dgm:spPr/>
    </dgm:pt>
    <dgm:pt modelId="{F52DFDE3-09CF-4721-8BB0-DFDC394D529E}" type="pres">
      <dgm:prSet presAssocID="{6DF952E8-3948-46A6-A9CC-3A77FAD67D17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48B21026-2AD1-47A1-B673-290FF383CBE6}" type="pres">
      <dgm:prSet presAssocID="{6DF952E8-3948-46A6-A9CC-3A77FAD67D17}" presName="negativeSpace" presStyleCnt="0"/>
      <dgm:spPr/>
    </dgm:pt>
    <dgm:pt modelId="{25E24745-3A82-4AFD-A6E6-0151A3F4D514}" type="pres">
      <dgm:prSet presAssocID="{6DF952E8-3948-46A6-A9CC-3A77FAD67D17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50161105-980D-4CF7-BB3A-49D3E64B356C}" type="presOf" srcId="{842A6011-F653-4A90-BB79-4D16740E0B54}" destId="{3C7908A9-3AEB-42CD-9EBA-1B59CC7D6667}" srcOrd="1" destOrd="0" presId="urn:microsoft.com/office/officeart/2005/8/layout/list1"/>
    <dgm:cxn modelId="{3B3BE513-5826-41E6-BFA2-AF0B4E336ADF}" type="presOf" srcId="{6DF952E8-3948-46A6-A9CC-3A77FAD67D17}" destId="{548BFD3F-E335-40FC-911D-6D2A09FC277D}" srcOrd="0" destOrd="0" presId="urn:microsoft.com/office/officeart/2005/8/layout/list1"/>
    <dgm:cxn modelId="{D742E72B-1653-4BB1-8D6C-9DBD3A4E6876}" type="presOf" srcId="{268B97A7-4F5E-4AE6-A6F4-B8EB5CDB5D62}" destId="{EB86982D-4D24-43D4-8734-3F85B38BBAA5}" srcOrd="0" destOrd="0" presId="urn:microsoft.com/office/officeart/2005/8/layout/list1"/>
    <dgm:cxn modelId="{C62B6D35-B510-4907-90E2-2B48E1A8432E}" type="presOf" srcId="{092C476C-9EC3-4E87-B174-03CE37CE70F5}" destId="{A58BF287-BDE9-4930-B953-FAD9E9ADD5F2}" srcOrd="0" destOrd="0" presId="urn:microsoft.com/office/officeart/2005/8/layout/list1"/>
    <dgm:cxn modelId="{AA0B263B-98F7-498E-8AA6-A057348417B2}" type="presOf" srcId="{6DF952E8-3948-46A6-A9CC-3A77FAD67D17}" destId="{F52DFDE3-09CF-4721-8BB0-DFDC394D529E}" srcOrd="1" destOrd="0" presId="urn:microsoft.com/office/officeart/2005/8/layout/list1"/>
    <dgm:cxn modelId="{4164303C-844C-4292-9A32-3EE800887C2A}" type="presOf" srcId="{C489E99E-980D-4D5C-BD89-503B64AC9298}" destId="{25E24745-3A82-4AFD-A6E6-0151A3F4D514}" srcOrd="0" destOrd="0" presId="urn:microsoft.com/office/officeart/2005/8/layout/list1"/>
    <dgm:cxn modelId="{15E4145D-DC4F-444E-B855-60DB6AFBEADE}" srcId="{268B97A7-4F5E-4AE6-A6F4-B8EB5CDB5D62}" destId="{092C476C-9EC3-4E87-B174-03CE37CE70F5}" srcOrd="0" destOrd="0" parTransId="{DFB5BC63-84CD-4D08-9D14-66CDF7C79850}" sibTransId="{DC39D275-843B-4EBD-A042-B2A2BA262932}"/>
    <dgm:cxn modelId="{4F37C247-DDC2-406B-856D-5008A4C8A7C2}" srcId="{6DF952E8-3948-46A6-A9CC-3A77FAD67D17}" destId="{C489E99E-980D-4D5C-BD89-503B64AC9298}" srcOrd="0" destOrd="0" parTransId="{CF6C60C7-B31C-42A6-BE54-68CA201119AE}" sibTransId="{E7080D0E-3027-4CE8-BB1F-909997A059FE}"/>
    <dgm:cxn modelId="{4EA1514F-1C06-4598-B1FC-A743E80A824C}" type="presOf" srcId="{268B97A7-4F5E-4AE6-A6F4-B8EB5CDB5D62}" destId="{9B3DBCAC-D9B5-4AAC-8CFF-1AFF3DCA270C}" srcOrd="1" destOrd="0" presId="urn:microsoft.com/office/officeart/2005/8/layout/list1"/>
    <dgm:cxn modelId="{AFAD9158-722E-4EA8-AF03-57599A6AB874}" srcId="{3FF67FF2-28AF-4C00-A1DD-82B527ED3CBF}" destId="{6DF952E8-3948-46A6-A9CC-3A77FAD67D17}" srcOrd="2" destOrd="0" parTransId="{6B379F58-FC12-496D-9D65-9179F4D2D4EB}" sibTransId="{18224051-E1FA-4599-97B1-57B7C7612A76}"/>
    <dgm:cxn modelId="{EBAD8C7D-84F7-4662-ABEE-F3CA43362B15}" srcId="{3FF67FF2-28AF-4C00-A1DD-82B527ED3CBF}" destId="{268B97A7-4F5E-4AE6-A6F4-B8EB5CDB5D62}" srcOrd="1" destOrd="0" parTransId="{7D7B3CA0-B914-42B0-BFDA-51C22D3CF1BC}" sibTransId="{3D51108A-7D2B-4EC0-9B87-E522910DBD9F}"/>
    <dgm:cxn modelId="{545A1AE7-A9A9-4D7D-ACF8-F77DED24B531}" type="presOf" srcId="{842A6011-F653-4A90-BB79-4D16740E0B54}" destId="{A07DB3E7-84AE-4CEA-B389-3483D3CF933A}" srcOrd="0" destOrd="0" presId="urn:microsoft.com/office/officeart/2005/8/layout/list1"/>
    <dgm:cxn modelId="{0740F4F0-0784-4E55-82C2-35934C6F8164}" type="presOf" srcId="{3FF67FF2-28AF-4C00-A1DD-82B527ED3CBF}" destId="{6BEB5766-33E3-4471-9B92-9B29CAB64DD1}" srcOrd="0" destOrd="0" presId="urn:microsoft.com/office/officeart/2005/8/layout/list1"/>
    <dgm:cxn modelId="{A8CB9CF8-448A-4AA9-8F62-7213E1BEF898}" srcId="{3FF67FF2-28AF-4C00-A1DD-82B527ED3CBF}" destId="{842A6011-F653-4A90-BB79-4D16740E0B54}" srcOrd="0" destOrd="0" parTransId="{CBE9E9C3-2B77-4B20-8FA7-F5206A114F18}" sibTransId="{EC250B15-550F-461E-AC21-EEE0BBD79D4E}"/>
    <dgm:cxn modelId="{0AD5068D-F3C2-454D-8488-510B4514F578}" type="presParOf" srcId="{6BEB5766-33E3-4471-9B92-9B29CAB64DD1}" destId="{EC345DF0-533F-42AF-8474-795523EC9326}" srcOrd="0" destOrd="0" presId="urn:microsoft.com/office/officeart/2005/8/layout/list1"/>
    <dgm:cxn modelId="{DE037CDC-EB04-4A83-A7C5-1C4AEDAD9995}" type="presParOf" srcId="{EC345DF0-533F-42AF-8474-795523EC9326}" destId="{A07DB3E7-84AE-4CEA-B389-3483D3CF933A}" srcOrd="0" destOrd="0" presId="urn:microsoft.com/office/officeart/2005/8/layout/list1"/>
    <dgm:cxn modelId="{4D6FEAC0-968A-4117-9057-E869F31E0E88}" type="presParOf" srcId="{EC345DF0-533F-42AF-8474-795523EC9326}" destId="{3C7908A9-3AEB-42CD-9EBA-1B59CC7D6667}" srcOrd="1" destOrd="0" presId="urn:microsoft.com/office/officeart/2005/8/layout/list1"/>
    <dgm:cxn modelId="{B2D56DAD-F8AB-4BA0-878B-74DE8415FFFC}" type="presParOf" srcId="{6BEB5766-33E3-4471-9B92-9B29CAB64DD1}" destId="{BAB7F0A9-57C4-4EBA-939A-2BF27A217742}" srcOrd="1" destOrd="0" presId="urn:microsoft.com/office/officeart/2005/8/layout/list1"/>
    <dgm:cxn modelId="{66B86AB0-26DF-43F1-875D-9363580C86FF}" type="presParOf" srcId="{6BEB5766-33E3-4471-9B92-9B29CAB64DD1}" destId="{61A03DCE-6719-4EE9-B1B6-C8ED8EC41283}" srcOrd="2" destOrd="0" presId="urn:microsoft.com/office/officeart/2005/8/layout/list1"/>
    <dgm:cxn modelId="{43394866-7D08-44CF-BD63-5EB5F2637C0F}" type="presParOf" srcId="{6BEB5766-33E3-4471-9B92-9B29CAB64DD1}" destId="{3751603D-0452-4272-994E-CE75D550458D}" srcOrd="3" destOrd="0" presId="urn:microsoft.com/office/officeart/2005/8/layout/list1"/>
    <dgm:cxn modelId="{DD31290B-4807-46CD-BEAB-5C709FB85FDE}" type="presParOf" srcId="{6BEB5766-33E3-4471-9B92-9B29CAB64DD1}" destId="{B2FA5E31-82A4-4295-8E3B-4372A631ABEF}" srcOrd="4" destOrd="0" presId="urn:microsoft.com/office/officeart/2005/8/layout/list1"/>
    <dgm:cxn modelId="{98242DFB-2729-4A66-8A80-9ED48565C624}" type="presParOf" srcId="{B2FA5E31-82A4-4295-8E3B-4372A631ABEF}" destId="{EB86982D-4D24-43D4-8734-3F85B38BBAA5}" srcOrd="0" destOrd="0" presId="urn:microsoft.com/office/officeart/2005/8/layout/list1"/>
    <dgm:cxn modelId="{EA79EF88-F078-4D64-BB65-6F302BB46E46}" type="presParOf" srcId="{B2FA5E31-82A4-4295-8E3B-4372A631ABEF}" destId="{9B3DBCAC-D9B5-4AAC-8CFF-1AFF3DCA270C}" srcOrd="1" destOrd="0" presId="urn:microsoft.com/office/officeart/2005/8/layout/list1"/>
    <dgm:cxn modelId="{67C3B759-9022-48C1-BB89-6EEF41D902E1}" type="presParOf" srcId="{6BEB5766-33E3-4471-9B92-9B29CAB64DD1}" destId="{F67726DE-A2E8-47CC-9D14-9BD5B8B082B9}" srcOrd="5" destOrd="0" presId="urn:microsoft.com/office/officeart/2005/8/layout/list1"/>
    <dgm:cxn modelId="{3D5688D0-F8F2-404C-89F5-423E38FDDEED}" type="presParOf" srcId="{6BEB5766-33E3-4471-9B92-9B29CAB64DD1}" destId="{A58BF287-BDE9-4930-B953-FAD9E9ADD5F2}" srcOrd="6" destOrd="0" presId="urn:microsoft.com/office/officeart/2005/8/layout/list1"/>
    <dgm:cxn modelId="{9A5D6038-66B0-4B3A-A85C-CEDB5EE68FCB}" type="presParOf" srcId="{6BEB5766-33E3-4471-9B92-9B29CAB64DD1}" destId="{B554303C-5D09-4661-AAE7-271F031E7A51}" srcOrd="7" destOrd="0" presId="urn:microsoft.com/office/officeart/2005/8/layout/list1"/>
    <dgm:cxn modelId="{6097BE2E-23FB-4BD9-B0AD-211A6C93FA0F}" type="presParOf" srcId="{6BEB5766-33E3-4471-9B92-9B29CAB64DD1}" destId="{7D27539A-856C-404D-81C9-8AC49BA299A6}" srcOrd="8" destOrd="0" presId="urn:microsoft.com/office/officeart/2005/8/layout/list1"/>
    <dgm:cxn modelId="{4A76A511-465D-4993-A867-29DC070BB484}" type="presParOf" srcId="{7D27539A-856C-404D-81C9-8AC49BA299A6}" destId="{548BFD3F-E335-40FC-911D-6D2A09FC277D}" srcOrd="0" destOrd="0" presId="urn:microsoft.com/office/officeart/2005/8/layout/list1"/>
    <dgm:cxn modelId="{900FA51C-6F9A-4D70-AADE-A9AFE0438A8F}" type="presParOf" srcId="{7D27539A-856C-404D-81C9-8AC49BA299A6}" destId="{F52DFDE3-09CF-4721-8BB0-DFDC394D529E}" srcOrd="1" destOrd="0" presId="urn:microsoft.com/office/officeart/2005/8/layout/list1"/>
    <dgm:cxn modelId="{EA51D151-6644-4FD5-A8B7-8A73F4A6EBEB}" type="presParOf" srcId="{6BEB5766-33E3-4471-9B92-9B29CAB64DD1}" destId="{48B21026-2AD1-47A1-B673-290FF383CBE6}" srcOrd="9" destOrd="0" presId="urn:microsoft.com/office/officeart/2005/8/layout/list1"/>
    <dgm:cxn modelId="{F5CFE90E-C028-4BF5-830A-B77BD83A704B}" type="presParOf" srcId="{6BEB5766-33E3-4471-9B92-9B29CAB64DD1}" destId="{25E24745-3A82-4AFD-A6E6-0151A3F4D514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3.xml><?xml version="1.0" encoding="utf-8"?>
<dgm:dataModel xmlns:dgm="http://schemas.openxmlformats.org/drawingml/2006/diagram" xmlns:a="http://schemas.openxmlformats.org/drawingml/2006/main">
  <dgm:ptLst>
    <dgm:pt modelId="{3FF67FF2-28AF-4C00-A1DD-82B527ED3CBF}" type="doc">
      <dgm:prSet loTypeId="urn:microsoft.com/office/officeart/2005/8/layout/list1" loCatId="list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zh-CN" altLang="en-US"/>
        </a:p>
      </dgm:t>
    </dgm:pt>
    <dgm:pt modelId="{842A6011-F653-4A90-BB79-4D16740E0B54}">
      <dgm:prSet phldrT="[文本]"/>
      <dgm:spPr/>
      <dgm:t>
        <a:bodyPr/>
        <a:lstStyle/>
        <a:p>
          <a:r>
            <a:rPr lang="zh-CN" altLang="en-US"/>
            <a:t>不需要独立跟踪和管理</a:t>
          </a:r>
        </a:p>
      </dgm:t>
    </dgm:pt>
    <dgm:pt modelId="{CBE9E9C3-2B77-4B20-8FA7-F5206A114F18}" type="parTrans" cxnId="{A8CB9CF8-448A-4AA9-8F62-7213E1BEF898}">
      <dgm:prSet/>
      <dgm:spPr/>
      <dgm:t>
        <a:bodyPr/>
        <a:lstStyle/>
        <a:p>
          <a:endParaRPr lang="zh-CN" altLang="en-US"/>
        </a:p>
      </dgm:t>
    </dgm:pt>
    <dgm:pt modelId="{EC250B15-550F-461E-AC21-EEE0BBD79D4E}" type="sibTrans" cxnId="{A8CB9CF8-448A-4AA9-8F62-7213E1BEF898}">
      <dgm:prSet/>
      <dgm:spPr/>
      <dgm:t>
        <a:bodyPr/>
        <a:lstStyle/>
        <a:p>
          <a:endParaRPr lang="zh-CN" altLang="en-US"/>
        </a:p>
      </dgm:t>
    </dgm:pt>
    <dgm:pt modelId="{092C476C-9EC3-4E87-B174-03CE37CE70F5}">
      <dgm:prSet phldrT="[文本]"/>
      <dgm:spPr/>
      <dgm:t>
        <a:bodyPr/>
        <a:lstStyle/>
        <a:p>
          <a:endParaRPr lang="zh-CN" altLang="en-US"/>
        </a:p>
      </dgm:t>
    </dgm:pt>
    <dgm:pt modelId="{DFB5BC63-84CD-4D08-9D14-66CDF7C79850}" type="parTrans" cxnId="{15E4145D-DC4F-444E-B855-60DB6AFBEADE}">
      <dgm:prSet/>
      <dgm:spPr/>
      <dgm:t>
        <a:bodyPr/>
        <a:lstStyle/>
        <a:p>
          <a:endParaRPr lang="zh-CN" altLang="en-US"/>
        </a:p>
      </dgm:t>
    </dgm:pt>
    <dgm:pt modelId="{DC39D275-843B-4EBD-A042-B2A2BA262932}" type="sibTrans" cxnId="{15E4145D-DC4F-444E-B855-60DB6AFBEADE}">
      <dgm:prSet/>
      <dgm:spPr/>
      <dgm:t>
        <a:bodyPr/>
        <a:lstStyle/>
        <a:p>
          <a:endParaRPr lang="zh-CN" altLang="en-US"/>
        </a:p>
      </dgm:t>
    </dgm:pt>
    <dgm:pt modelId="{6DF952E8-3948-46A6-A9CC-3A77FAD67D17}">
      <dgm:prSet phldrT="[文本]"/>
      <dgm:spPr/>
      <dgm:t>
        <a:bodyPr/>
        <a:lstStyle/>
        <a:p>
          <a:r>
            <a:rPr lang="zh-CN" altLang="en-US"/>
            <a:t>没有被其他事物引用</a:t>
          </a:r>
        </a:p>
      </dgm:t>
    </dgm:pt>
    <dgm:pt modelId="{6B379F58-FC12-496D-9D65-9179F4D2D4EB}" type="parTrans" cxnId="{AFAD9158-722E-4EA8-AF03-57599A6AB874}">
      <dgm:prSet/>
      <dgm:spPr/>
      <dgm:t>
        <a:bodyPr/>
        <a:lstStyle/>
        <a:p>
          <a:endParaRPr lang="zh-CN" altLang="en-US"/>
        </a:p>
      </dgm:t>
    </dgm:pt>
    <dgm:pt modelId="{18224051-E1FA-4599-97B1-57B7C7612A76}" type="sibTrans" cxnId="{AFAD9158-722E-4EA8-AF03-57599A6AB874}">
      <dgm:prSet/>
      <dgm:spPr/>
      <dgm:t>
        <a:bodyPr/>
        <a:lstStyle/>
        <a:p>
          <a:endParaRPr lang="zh-CN" altLang="en-US"/>
        </a:p>
      </dgm:t>
    </dgm:pt>
    <dgm:pt modelId="{437154F1-EC8A-4721-A245-2CA9FCAFC944}">
      <dgm:prSet phldrT="[文本]"/>
      <dgm:spPr/>
      <dgm:t>
        <a:bodyPr/>
        <a:lstStyle/>
        <a:p>
          <a:r>
            <a:rPr lang="zh-CN" altLang="en-US" b="0" i="0"/>
            <a:t>没有自己的属性</a:t>
          </a:r>
          <a:endParaRPr lang="zh-CN" altLang="en-US"/>
        </a:p>
      </dgm:t>
    </dgm:pt>
    <dgm:pt modelId="{5843AF5F-E2F9-4DC5-B589-A9D84BFCEF90}" type="parTrans" cxnId="{282016DC-9CD9-444E-A325-ACBC5FEE0C17}">
      <dgm:prSet/>
      <dgm:spPr/>
      <dgm:t>
        <a:bodyPr/>
        <a:lstStyle/>
        <a:p>
          <a:endParaRPr lang="zh-CN" altLang="en-US"/>
        </a:p>
      </dgm:t>
    </dgm:pt>
    <dgm:pt modelId="{51B16FB1-B4BE-4D9C-90D8-81765A03D84F}" type="sibTrans" cxnId="{282016DC-9CD9-444E-A325-ACBC5FEE0C17}">
      <dgm:prSet/>
      <dgm:spPr/>
      <dgm:t>
        <a:bodyPr/>
        <a:lstStyle/>
        <a:p>
          <a:endParaRPr lang="zh-CN" altLang="en-US"/>
        </a:p>
      </dgm:t>
    </dgm:pt>
    <dgm:pt modelId="{6BEB5766-33E3-4471-9B92-9B29CAB64DD1}" type="pres">
      <dgm:prSet presAssocID="{3FF67FF2-28AF-4C00-A1DD-82B527ED3CBF}" presName="linear" presStyleCnt="0">
        <dgm:presLayoutVars>
          <dgm:dir/>
          <dgm:animLvl val="lvl"/>
          <dgm:resizeHandles val="exact"/>
        </dgm:presLayoutVars>
      </dgm:prSet>
      <dgm:spPr/>
    </dgm:pt>
    <dgm:pt modelId="{EC345DF0-533F-42AF-8474-795523EC9326}" type="pres">
      <dgm:prSet presAssocID="{842A6011-F653-4A90-BB79-4D16740E0B54}" presName="parentLin" presStyleCnt="0"/>
      <dgm:spPr/>
    </dgm:pt>
    <dgm:pt modelId="{A07DB3E7-84AE-4CEA-B389-3483D3CF933A}" type="pres">
      <dgm:prSet presAssocID="{842A6011-F653-4A90-BB79-4D16740E0B54}" presName="parentLeftMargin" presStyleLbl="node1" presStyleIdx="0" presStyleCnt="3"/>
      <dgm:spPr/>
    </dgm:pt>
    <dgm:pt modelId="{3C7908A9-3AEB-42CD-9EBA-1B59CC7D6667}" type="pres">
      <dgm:prSet presAssocID="{842A6011-F653-4A90-BB79-4D16740E0B54}" presName="parentText" presStyleLbl="node1" presStyleIdx="0" presStyleCnt="3" custLinFactNeighborX="-6346" custLinFactNeighborY="525">
        <dgm:presLayoutVars>
          <dgm:chMax val="0"/>
          <dgm:bulletEnabled val="1"/>
        </dgm:presLayoutVars>
      </dgm:prSet>
      <dgm:spPr/>
    </dgm:pt>
    <dgm:pt modelId="{BAB7F0A9-57C4-4EBA-939A-2BF27A217742}" type="pres">
      <dgm:prSet presAssocID="{842A6011-F653-4A90-BB79-4D16740E0B54}" presName="negativeSpace" presStyleCnt="0"/>
      <dgm:spPr/>
    </dgm:pt>
    <dgm:pt modelId="{61A03DCE-6719-4EE9-B1B6-C8ED8EC41283}" type="pres">
      <dgm:prSet presAssocID="{842A6011-F653-4A90-BB79-4D16740E0B54}" presName="childText" presStyleLbl="conFgAcc1" presStyleIdx="0" presStyleCnt="3">
        <dgm:presLayoutVars>
          <dgm:bulletEnabled val="1"/>
        </dgm:presLayoutVars>
      </dgm:prSet>
      <dgm:spPr/>
    </dgm:pt>
    <dgm:pt modelId="{3751603D-0452-4272-994E-CE75D550458D}" type="pres">
      <dgm:prSet presAssocID="{EC250B15-550F-461E-AC21-EEE0BBD79D4E}" presName="spaceBetweenRectangles" presStyleCnt="0"/>
      <dgm:spPr/>
    </dgm:pt>
    <dgm:pt modelId="{8773A7E4-DF9B-4CC5-BBA9-491591F750C2}" type="pres">
      <dgm:prSet presAssocID="{437154F1-EC8A-4721-A245-2CA9FCAFC944}" presName="parentLin" presStyleCnt="0"/>
      <dgm:spPr/>
    </dgm:pt>
    <dgm:pt modelId="{A357175D-3BE7-49B5-979E-8C71222B148E}" type="pres">
      <dgm:prSet presAssocID="{437154F1-EC8A-4721-A245-2CA9FCAFC944}" presName="parentLeftMargin" presStyleLbl="node1" presStyleIdx="0" presStyleCnt="3"/>
      <dgm:spPr/>
    </dgm:pt>
    <dgm:pt modelId="{87C07D44-CB86-4AB2-9031-50D1DD043F4F}" type="pres">
      <dgm:prSet presAssocID="{437154F1-EC8A-4721-A245-2CA9FCAFC944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962C1BAE-82B6-407E-95DA-B5E59C14736C}" type="pres">
      <dgm:prSet presAssocID="{437154F1-EC8A-4721-A245-2CA9FCAFC944}" presName="negativeSpace" presStyleCnt="0"/>
      <dgm:spPr/>
    </dgm:pt>
    <dgm:pt modelId="{E49FF94D-E524-4EF1-92A6-0E708B8019B0}" type="pres">
      <dgm:prSet presAssocID="{437154F1-EC8A-4721-A245-2CA9FCAFC944}" presName="childText" presStyleLbl="conFgAcc1" presStyleIdx="1" presStyleCnt="3">
        <dgm:presLayoutVars>
          <dgm:bulletEnabled val="1"/>
        </dgm:presLayoutVars>
      </dgm:prSet>
      <dgm:spPr/>
    </dgm:pt>
    <dgm:pt modelId="{7F1FB54C-3018-4C49-8F0E-E835B90E9EA9}" type="pres">
      <dgm:prSet presAssocID="{51B16FB1-B4BE-4D9C-90D8-81765A03D84F}" presName="spaceBetweenRectangles" presStyleCnt="0"/>
      <dgm:spPr/>
    </dgm:pt>
    <dgm:pt modelId="{7D27539A-856C-404D-81C9-8AC49BA299A6}" type="pres">
      <dgm:prSet presAssocID="{6DF952E8-3948-46A6-A9CC-3A77FAD67D17}" presName="parentLin" presStyleCnt="0"/>
      <dgm:spPr/>
    </dgm:pt>
    <dgm:pt modelId="{548BFD3F-E335-40FC-911D-6D2A09FC277D}" type="pres">
      <dgm:prSet presAssocID="{6DF952E8-3948-46A6-A9CC-3A77FAD67D17}" presName="parentLeftMargin" presStyleLbl="node1" presStyleIdx="1" presStyleCnt="3"/>
      <dgm:spPr/>
    </dgm:pt>
    <dgm:pt modelId="{F52DFDE3-09CF-4721-8BB0-DFDC394D529E}" type="pres">
      <dgm:prSet presAssocID="{6DF952E8-3948-46A6-A9CC-3A77FAD67D17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48B21026-2AD1-47A1-B673-290FF383CBE6}" type="pres">
      <dgm:prSet presAssocID="{6DF952E8-3948-46A6-A9CC-3A77FAD67D17}" presName="negativeSpace" presStyleCnt="0"/>
      <dgm:spPr/>
    </dgm:pt>
    <dgm:pt modelId="{25E24745-3A82-4AFD-A6E6-0151A3F4D514}" type="pres">
      <dgm:prSet presAssocID="{6DF952E8-3948-46A6-A9CC-3A77FAD67D17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15E4145D-DC4F-444E-B855-60DB6AFBEADE}" srcId="{437154F1-EC8A-4721-A245-2CA9FCAFC944}" destId="{092C476C-9EC3-4E87-B174-03CE37CE70F5}" srcOrd="0" destOrd="0" parTransId="{DFB5BC63-84CD-4D08-9D14-66CDF7C79850}" sibTransId="{DC39D275-843B-4EBD-A042-B2A2BA262932}"/>
    <dgm:cxn modelId="{6B66CD5E-34C8-4259-A46D-AF2B6EEECB45}" type="presOf" srcId="{092C476C-9EC3-4E87-B174-03CE37CE70F5}" destId="{E49FF94D-E524-4EF1-92A6-0E708B8019B0}" srcOrd="0" destOrd="0" presId="urn:microsoft.com/office/officeart/2005/8/layout/list1"/>
    <dgm:cxn modelId="{6A687478-02D9-4F08-8186-0B7CE7B80C28}" type="presOf" srcId="{6DF952E8-3948-46A6-A9CC-3A77FAD67D17}" destId="{548BFD3F-E335-40FC-911D-6D2A09FC277D}" srcOrd="0" destOrd="0" presId="urn:microsoft.com/office/officeart/2005/8/layout/list1"/>
    <dgm:cxn modelId="{AFAD9158-722E-4EA8-AF03-57599A6AB874}" srcId="{3FF67FF2-28AF-4C00-A1DD-82B527ED3CBF}" destId="{6DF952E8-3948-46A6-A9CC-3A77FAD67D17}" srcOrd="2" destOrd="0" parTransId="{6B379F58-FC12-496D-9D65-9179F4D2D4EB}" sibTransId="{18224051-E1FA-4599-97B1-57B7C7612A76}"/>
    <dgm:cxn modelId="{E8512B81-0DFD-4BCB-8758-C6B56CC69694}" type="presOf" srcId="{437154F1-EC8A-4721-A245-2CA9FCAFC944}" destId="{A357175D-3BE7-49B5-979E-8C71222B148E}" srcOrd="0" destOrd="0" presId="urn:microsoft.com/office/officeart/2005/8/layout/list1"/>
    <dgm:cxn modelId="{DD858BA7-22F4-4434-8F29-EEB59491A667}" type="presOf" srcId="{6DF952E8-3948-46A6-A9CC-3A77FAD67D17}" destId="{F52DFDE3-09CF-4721-8BB0-DFDC394D529E}" srcOrd="1" destOrd="0" presId="urn:microsoft.com/office/officeart/2005/8/layout/list1"/>
    <dgm:cxn modelId="{50E9D8BF-F05D-4D4F-A0C1-3D55B742BB6A}" type="presOf" srcId="{842A6011-F653-4A90-BB79-4D16740E0B54}" destId="{A07DB3E7-84AE-4CEA-B389-3483D3CF933A}" srcOrd="0" destOrd="0" presId="urn:microsoft.com/office/officeart/2005/8/layout/list1"/>
    <dgm:cxn modelId="{530458C4-8FF2-4F83-955D-A16CEA27CC7E}" type="presOf" srcId="{842A6011-F653-4A90-BB79-4D16740E0B54}" destId="{3C7908A9-3AEB-42CD-9EBA-1B59CC7D6667}" srcOrd="1" destOrd="0" presId="urn:microsoft.com/office/officeart/2005/8/layout/list1"/>
    <dgm:cxn modelId="{DD67D0C9-3316-4FDD-A596-2C7C80B59083}" type="presOf" srcId="{437154F1-EC8A-4721-A245-2CA9FCAFC944}" destId="{87C07D44-CB86-4AB2-9031-50D1DD043F4F}" srcOrd="1" destOrd="0" presId="urn:microsoft.com/office/officeart/2005/8/layout/list1"/>
    <dgm:cxn modelId="{282016DC-9CD9-444E-A325-ACBC5FEE0C17}" srcId="{3FF67FF2-28AF-4C00-A1DD-82B527ED3CBF}" destId="{437154F1-EC8A-4721-A245-2CA9FCAFC944}" srcOrd="1" destOrd="0" parTransId="{5843AF5F-E2F9-4DC5-B589-A9D84BFCEF90}" sibTransId="{51B16FB1-B4BE-4D9C-90D8-81765A03D84F}"/>
    <dgm:cxn modelId="{0740F4F0-0784-4E55-82C2-35934C6F8164}" type="presOf" srcId="{3FF67FF2-28AF-4C00-A1DD-82B527ED3CBF}" destId="{6BEB5766-33E3-4471-9B92-9B29CAB64DD1}" srcOrd="0" destOrd="0" presId="urn:microsoft.com/office/officeart/2005/8/layout/list1"/>
    <dgm:cxn modelId="{A8CB9CF8-448A-4AA9-8F62-7213E1BEF898}" srcId="{3FF67FF2-28AF-4C00-A1DD-82B527ED3CBF}" destId="{842A6011-F653-4A90-BB79-4D16740E0B54}" srcOrd="0" destOrd="0" parTransId="{CBE9E9C3-2B77-4B20-8FA7-F5206A114F18}" sibTransId="{EC250B15-550F-461E-AC21-EEE0BBD79D4E}"/>
    <dgm:cxn modelId="{E9817E5D-9ED0-4B05-91FB-2848580A0B23}" type="presParOf" srcId="{6BEB5766-33E3-4471-9B92-9B29CAB64DD1}" destId="{EC345DF0-533F-42AF-8474-795523EC9326}" srcOrd="0" destOrd="0" presId="urn:microsoft.com/office/officeart/2005/8/layout/list1"/>
    <dgm:cxn modelId="{ADF3A496-7E4A-433A-857D-59C3822A6995}" type="presParOf" srcId="{EC345DF0-533F-42AF-8474-795523EC9326}" destId="{A07DB3E7-84AE-4CEA-B389-3483D3CF933A}" srcOrd="0" destOrd="0" presId="urn:microsoft.com/office/officeart/2005/8/layout/list1"/>
    <dgm:cxn modelId="{D22EB42A-C61E-4EE2-8537-F2682E66F7A1}" type="presParOf" srcId="{EC345DF0-533F-42AF-8474-795523EC9326}" destId="{3C7908A9-3AEB-42CD-9EBA-1B59CC7D6667}" srcOrd="1" destOrd="0" presId="urn:microsoft.com/office/officeart/2005/8/layout/list1"/>
    <dgm:cxn modelId="{A30DBB68-28EE-4A22-B95A-F8BF2D7412E6}" type="presParOf" srcId="{6BEB5766-33E3-4471-9B92-9B29CAB64DD1}" destId="{BAB7F0A9-57C4-4EBA-939A-2BF27A217742}" srcOrd="1" destOrd="0" presId="urn:microsoft.com/office/officeart/2005/8/layout/list1"/>
    <dgm:cxn modelId="{9EBA502A-57E8-47ED-808A-46C678C289B7}" type="presParOf" srcId="{6BEB5766-33E3-4471-9B92-9B29CAB64DD1}" destId="{61A03DCE-6719-4EE9-B1B6-C8ED8EC41283}" srcOrd="2" destOrd="0" presId="urn:microsoft.com/office/officeart/2005/8/layout/list1"/>
    <dgm:cxn modelId="{D3120BF0-AF0D-46BB-857D-B391063C96C6}" type="presParOf" srcId="{6BEB5766-33E3-4471-9B92-9B29CAB64DD1}" destId="{3751603D-0452-4272-994E-CE75D550458D}" srcOrd="3" destOrd="0" presId="urn:microsoft.com/office/officeart/2005/8/layout/list1"/>
    <dgm:cxn modelId="{3C8F7AB3-A427-4A69-8D34-E359FE868B57}" type="presParOf" srcId="{6BEB5766-33E3-4471-9B92-9B29CAB64DD1}" destId="{8773A7E4-DF9B-4CC5-BBA9-491591F750C2}" srcOrd="4" destOrd="0" presId="urn:microsoft.com/office/officeart/2005/8/layout/list1"/>
    <dgm:cxn modelId="{D1ED37C3-A9F4-4328-9E00-997BA5E88F01}" type="presParOf" srcId="{8773A7E4-DF9B-4CC5-BBA9-491591F750C2}" destId="{A357175D-3BE7-49B5-979E-8C71222B148E}" srcOrd="0" destOrd="0" presId="urn:microsoft.com/office/officeart/2005/8/layout/list1"/>
    <dgm:cxn modelId="{2A19A3B3-FAFD-4451-A1DA-AD2CD91C4225}" type="presParOf" srcId="{8773A7E4-DF9B-4CC5-BBA9-491591F750C2}" destId="{87C07D44-CB86-4AB2-9031-50D1DD043F4F}" srcOrd="1" destOrd="0" presId="urn:microsoft.com/office/officeart/2005/8/layout/list1"/>
    <dgm:cxn modelId="{CF43FFCE-74E7-4D3D-86B0-FE2022C3DA22}" type="presParOf" srcId="{6BEB5766-33E3-4471-9B92-9B29CAB64DD1}" destId="{962C1BAE-82B6-407E-95DA-B5E59C14736C}" srcOrd="5" destOrd="0" presId="urn:microsoft.com/office/officeart/2005/8/layout/list1"/>
    <dgm:cxn modelId="{08D37232-0A42-445D-BB17-29CA3E0398E8}" type="presParOf" srcId="{6BEB5766-33E3-4471-9B92-9B29CAB64DD1}" destId="{E49FF94D-E524-4EF1-92A6-0E708B8019B0}" srcOrd="6" destOrd="0" presId="urn:microsoft.com/office/officeart/2005/8/layout/list1"/>
    <dgm:cxn modelId="{F563028B-EDB5-41C7-BA6A-D249398290CB}" type="presParOf" srcId="{6BEB5766-33E3-4471-9B92-9B29CAB64DD1}" destId="{7F1FB54C-3018-4C49-8F0E-E835B90E9EA9}" srcOrd="7" destOrd="0" presId="urn:microsoft.com/office/officeart/2005/8/layout/list1"/>
    <dgm:cxn modelId="{A2798D06-0AA9-45F5-AAC0-1157C1278FC0}" type="presParOf" srcId="{6BEB5766-33E3-4471-9B92-9B29CAB64DD1}" destId="{7D27539A-856C-404D-81C9-8AC49BA299A6}" srcOrd="8" destOrd="0" presId="urn:microsoft.com/office/officeart/2005/8/layout/list1"/>
    <dgm:cxn modelId="{FEBDD8FE-F5D8-4E95-82D6-3D2E861548CE}" type="presParOf" srcId="{7D27539A-856C-404D-81C9-8AC49BA299A6}" destId="{548BFD3F-E335-40FC-911D-6D2A09FC277D}" srcOrd="0" destOrd="0" presId="urn:microsoft.com/office/officeart/2005/8/layout/list1"/>
    <dgm:cxn modelId="{4D3E2536-E397-489E-9185-EBE1BC219259}" type="presParOf" srcId="{7D27539A-856C-404D-81C9-8AC49BA299A6}" destId="{F52DFDE3-09CF-4721-8BB0-DFDC394D529E}" srcOrd="1" destOrd="0" presId="urn:microsoft.com/office/officeart/2005/8/layout/list1"/>
    <dgm:cxn modelId="{442F9127-BE37-4CAE-AF5E-E35E6F3B8F8D}" type="presParOf" srcId="{6BEB5766-33E3-4471-9B92-9B29CAB64DD1}" destId="{48B21026-2AD1-47A1-B673-290FF383CBE6}" srcOrd="9" destOrd="0" presId="urn:microsoft.com/office/officeart/2005/8/layout/list1"/>
    <dgm:cxn modelId="{E8A8B6BA-92B8-4102-B81D-8C9E37B13055}" type="presParOf" srcId="{6BEB5766-33E3-4471-9B92-9B29CAB64DD1}" destId="{25E24745-3A82-4AFD-A6E6-0151A3F4D514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34.xml><?xml version="1.0" encoding="utf-8"?>
<dgm:dataModel xmlns:dgm="http://schemas.openxmlformats.org/drawingml/2006/diagram" xmlns:a="http://schemas.openxmlformats.org/drawingml/2006/main">
  <dgm:ptLst>
    <dgm:pt modelId="{57B669CB-9842-46F2-BD2D-0094BB18DE6C}" type="doc">
      <dgm:prSet loTypeId="urn:microsoft.com/office/officeart/2005/8/layout/vList2" loCatId="list" qsTypeId="urn:microsoft.com/office/officeart/2005/8/quickstyle/simple1" qsCatId="simple" csTypeId="urn:microsoft.com/office/officeart/2005/8/colors/accent0_2" csCatId="mainScheme" phldr="1"/>
      <dgm:spPr/>
      <dgm:t>
        <a:bodyPr/>
        <a:lstStyle/>
        <a:p>
          <a:endParaRPr lang="zh-CN" altLang="en-US"/>
        </a:p>
      </dgm:t>
    </dgm:pt>
    <dgm:pt modelId="{94A82BAB-431B-4D45-A238-273DD39DD970}">
      <dgm:prSet phldrT="[文本]"/>
      <dgm:spPr/>
      <dgm:t>
        <a:bodyPr/>
        <a:lstStyle/>
        <a:p>
          <a:pPr>
            <a:buNone/>
          </a:pPr>
          <a:r>
            <a:rPr lang="zh-CN" altLang="en-US" b="1" i="0"/>
            <a:t>这个</a:t>
          </a:r>
          <a:r>
            <a:rPr lang="en-US" altLang="zh-CN" b="1" i="0"/>
            <a:t>"</a:t>
          </a:r>
          <a:r>
            <a:rPr lang="zh-CN" altLang="en-US" b="1" i="0"/>
            <a:t>事物</a:t>
          </a:r>
          <a:r>
            <a:rPr lang="en-US" altLang="zh-CN" b="1" i="0"/>
            <a:t>"</a:t>
          </a:r>
          <a:r>
            <a:rPr lang="zh-CN" altLang="en-US" b="1" i="0"/>
            <a:t>是否需要被独立跟踪和管理？</a:t>
          </a:r>
          <a:endParaRPr lang="zh-CN" altLang="en-US" dirty="0"/>
        </a:p>
      </dgm:t>
    </dgm:pt>
    <dgm:pt modelId="{DCE8DC91-07EA-40CB-83D0-9288EE420482}" type="parTrans" cxnId="{EC0BB5CB-4572-443B-B51A-01B9E3D345BD}">
      <dgm:prSet/>
      <dgm:spPr/>
      <dgm:t>
        <a:bodyPr/>
        <a:lstStyle/>
        <a:p>
          <a:endParaRPr lang="zh-CN" altLang="en-US"/>
        </a:p>
      </dgm:t>
    </dgm:pt>
    <dgm:pt modelId="{02EA389C-B01C-4190-AA10-C3A58EC9712C}" type="sibTrans" cxnId="{EC0BB5CB-4572-443B-B51A-01B9E3D345BD}">
      <dgm:prSet/>
      <dgm:spPr/>
      <dgm:t>
        <a:bodyPr/>
        <a:lstStyle/>
        <a:p>
          <a:endParaRPr lang="zh-CN" altLang="en-US"/>
        </a:p>
      </dgm:t>
    </dgm:pt>
    <dgm:pt modelId="{530E2963-2633-4542-865C-2C6EFE14EB14}">
      <dgm:prSet phldrT="[文本]"/>
      <dgm:spPr/>
      <dgm:t>
        <a:bodyPr/>
        <a:lstStyle/>
        <a:p>
          <a:pPr>
            <a:buNone/>
          </a:pPr>
          <a:r>
            <a:rPr lang="zh-CN" altLang="en-US" b="1" i="0"/>
            <a:t>它是否有自己的属性？</a:t>
          </a:r>
          <a:endParaRPr lang="zh-CN" altLang="en-US" dirty="0"/>
        </a:p>
      </dgm:t>
    </dgm:pt>
    <dgm:pt modelId="{D9C1FA56-B3D7-4239-A36D-7D8D5DA45F36}" type="parTrans" cxnId="{FCD73D79-AAF3-48AE-9537-B84A18F57526}">
      <dgm:prSet/>
      <dgm:spPr/>
      <dgm:t>
        <a:bodyPr/>
        <a:lstStyle/>
        <a:p>
          <a:endParaRPr lang="zh-CN" altLang="en-US"/>
        </a:p>
      </dgm:t>
    </dgm:pt>
    <dgm:pt modelId="{7C34460F-B551-4D07-A758-352558F094B8}" type="sibTrans" cxnId="{FCD73D79-AAF3-48AE-9537-B84A18F57526}">
      <dgm:prSet/>
      <dgm:spPr/>
      <dgm:t>
        <a:bodyPr/>
        <a:lstStyle/>
        <a:p>
          <a:endParaRPr lang="zh-CN" altLang="en-US"/>
        </a:p>
      </dgm:t>
    </dgm:pt>
    <dgm:pt modelId="{6EB5FD47-F317-47FD-B54F-EDBEA37D02DD}">
      <dgm:prSet phldrT="[文本]"/>
      <dgm:spPr/>
      <dgm:t>
        <a:bodyPr/>
        <a:lstStyle/>
        <a:p>
          <a:pPr>
            <a:buNone/>
          </a:pPr>
          <a:r>
            <a:rPr lang="zh-CN" altLang="en-US" b="1" i="0"/>
            <a:t>它是否会被多个其他事物引用？</a:t>
          </a:r>
          <a:endParaRPr lang="zh-CN" altLang="en-US" dirty="0"/>
        </a:p>
      </dgm:t>
    </dgm:pt>
    <dgm:pt modelId="{DA5AE632-46EB-42AB-8CF1-15EB48CF50F3}" type="parTrans" cxnId="{378A5784-32F3-4DCB-BE41-BB8B7FE65511}">
      <dgm:prSet/>
      <dgm:spPr/>
      <dgm:t>
        <a:bodyPr/>
        <a:lstStyle/>
        <a:p>
          <a:endParaRPr lang="zh-CN" altLang="en-US"/>
        </a:p>
      </dgm:t>
    </dgm:pt>
    <dgm:pt modelId="{978635C5-D56D-493E-9419-42A21E2D11EF}" type="sibTrans" cxnId="{378A5784-32F3-4DCB-BE41-BB8B7FE65511}">
      <dgm:prSet/>
      <dgm:spPr/>
      <dgm:t>
        <a:bodyPr/>
        <a:lstStyle/>
        <a:p>
          <a:endParaRPr lang="zh-CN" altLang="en-US"/>
        </a:p>
      </dgm:t>
    </dgm:pt>
    <dgm:pt modelId="{E8821C4B-9E25-4BAB-885E-F608AB6AE228}" type="pres">
      <dgm:prSet presAssocID="{57B669CB-9842-46F2-BD2D-0094BB18DE6C}" presName="linear" presStyleCnt="0">
        <dgm:presLayoutVars>
          <dgm:animLvl val="lvl"/>
          <dgm:resizeHandles val="exact"/>
        </dgm:presLayoutVars>
      </dgm:prSet>
      <dgm:spPr/>
    </dgm:pt>
    <dgm:pt modelId="{A20DC284-AB56-4E22-9B84-7E2CF72776EB}" type="pres">
      <dgm:prSet presAssocID="{94A82BAB-431B-4D45-A238-273DD39DD970}" presName="parentText" presStyleLbl="node1" presStyleIdx="0" presStyleCnt="3" custLinFactNeighborY="30231">
        <dgm:presLayoutVars>
          <dgm:chMax val="0"/>
          <dgm:bulletEnabled val="1"/>
        </dgm:presLayoutVars>
      </dgm:prSet>
      <dgm:spPr/>
    </dgm:pt>
    <dgm:pt modelId="{60BABFD0-087E-4F2A-86F1-3523D569EC22}" type="pres">
      <dgm:prSet presAssocID="{02EA389C-B01C-4190-AA10-C3A58EC9712C}" presName="spacer" presStyleCnt="0"/>
      <dgm:spPr/>
    </dgm:pt>
    <dgm:pt modelId="{A075CB75-3BE6-41B7-9E6D-A89F3D58E61C}" type="pres">
      <dgm:prSet presAssocID="{530E2963-2633-4542-865C-2C6EFE14EB14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9331C225-0E6E-4AE3-8704-85FAC9B5004A}" type="pres">
      <dgm:prSet presAssocID="{7C34460F-B551-4D07-A758-352558F094B8}" presName="spacer" presStyleCnt="0"/>
      <dgm:spPr/>
    </dgm:pt>
    <dgm:pt modelId="{30E1F346-C197-455C-846C-C4404604A93C}" type="pres">
      <dgm:prSet presAssocID="{6EB5FD47-F317-47FD-B54F-EDBEA37D02DD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567D9202-A88E-418F-8905-B17FE257931B}" type="presOf" srcId="{530E2963-2633-4542-865C-2C6EFE14EB14}" destId="{A075CB75-3BE6-41B7-9E6D-A89F3D58E61C}" srcOrd="0" destOrd="0" presId="urn:microsoft.com/office/officeart/2005/8/layout/vList2"/>
    <dgm:cxn modelId="{240CC142-3587-4CF6-9C9E-D358A407FBE0}" type="presOf" srcId="{6EB5FD47-F317-47FD-B54F-EDBEA37D02DD}" destId="{30E1F346-C197-455C-846C-C4404604A93C}" srcOrd="0" destOrd="0" presId="urn:microsoft.com/office/officeart/2005/8/layout/vList2"/>
    <dgm:cxn modelId="{FCD73D79-AAF3-48AE-9537-B84A18F57526}" srcId="{57B669CB-9842-46F2-BD2D-0094BB18DE6C}" destId="{530E2963-2633-4542-865C-2C6EFE14EB14}" srcOrd="1" destOrd="0" parTransId="{D9C1FA56-B3D7-4239-A36D-7D8D5DA45F36}" sibTransId="{7C34460F-B551-4D07-A758-352558F094B8}"/>
    <dgm:cxn modelId="{378A5784-32F3-4DCB-BE41-BB8B7FE65511}" srcId="{57B669CB-9842-46F2-BD2D-0094BB18DE6C}" destId="{6EB5FD47-F317-47FD-B54F-EDBEA37D02DD}" srcOrd="2" destOrd="0" parTransId="{DA5AE632-46EB-42AB-8CF1-15EB48CF50F3}" sibTransId="{978635C5-D56D-493E-9419-42A21E2D11EF}"/>
    <dgm:cxn modelId="{0D51F5A2-A15A-4CB6-B460-EEAD924CFF53}" type="presOf" srcId="{94A82BAB-431B-4D45-A238-273DD39DD970}" destId="{A20DC284-AB56-4E22-9B84-7E2CF72776EB}" srcOrd="0" destOrd="0" presId="urn:microsoft.com/office/officeart/2005/8/layout/vList2"/>
    <dgm:cxn modelId="{EC0BB5CB-4572-443B-B51A-01B9E3D345BD}" srcId="{57B669CB-9842-46F2-BD2D-0094BB18DE6C}" destId="{94A82BAB-431B-4D45-A238-273DD39DD970}" srcOrd="0" destOrd="0" parTransId="{DCE8DC91-07EA-40CB-83D0-9288EE420482}" sibTransId="{02EA389C-B01C-4190-AA10-C3A58EC9712C}"/>
    <dgm:cxn modelId="{D79B9DCC-34BB-48EF-B813-45ADD3FB1436}" type="presOf" srcId="{57B669CB-9842-46F2-BD2D-0094BB18DE6C}" destId="{E8821C4B-9E25-4BAB-885E-F608AB6AE228}" srcOrd="0" destOrd="0" presId="urn:microsoft.com/office/officeart/2005/8/layout/vList2"/>
    <dgm:cxn modelId="{F2686F5D-D057-4502-B4F5-7B5D697062E8}" type="presParOf" srcId="{E8821C4B-9E25-4BAB-885E-F608AB6AE228}" destId="{A20DC284-AB56-4E22-9B84-7E2CF72776EB}" srcOrd="0" destOrd="0" presId="urn:microsoft.com/office/officeart/2005/8/layout/vList2"/>
    <dgm:cxn modelId="{B90A3A26-418E-45D6-9840-F456E5A94279}" type="presParOf" srcId="{E8821C4B-9E25-4BAB-885E-F608AB6AE228}" destId="{60BABFD0-087E-4F2A-86F1-3523D569EC22}" srcOrd="1" destOrd="0" presId="urn:microsoft.com/office/officeart/2005/8/layout/vList2"/>
    <dgm:cxn modelId="{F0216842-CFBB-4581-903F-F33C5E39838A}" type="presParOf" srcId="{E8821C4B-9E25-4BAB-885E-F608AB6AE228}" destId="{A075CB75-3BE6-41B7-9E6D-A89F3D58E61C}" srcOrd="2" destOrd="0" presId="urn:microsoft.com/office/officeart/2005/8/layout/vList2"/>
    <dgm:cxn modelId="{F4E977C0-1E0A-4F2F-8FB0-001CBE17AA50}" type="presParOf" srcId="{E8821C4B-9E25-4BAB-885E-F608AB6AE228}" destId="{9331C225-0E6E-4AE3-8704-85FAC9B5004A}" srcOrd="3" destOrd="0" presId="urn:microsoft.com/office/officeart/2005/8/layout/vList2"/>
    <dgm:cxn modelId="{C18BC1A6-F1CF-4436-8BCA-2B4B8FF0516B}" type="presParOf" srcId="{E8821C4B-9E25-4BAB-885E-F608AB6AE228}" destId="{30E1F346-C197-455C-846C-C4404604A93C}" srcOrd="4" destOrd="0" presId="urn:microsoft.com/office/officeart/2005/8/layout/vList2"/>
  </dgm:cxnLst>
  <dgm:bg>
    <a:noFill/>
  </dgm:bg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5.xml><?xml version="1.0" encoding="utf-8"?>
<dgm:dataModel xmlns:dgm="http://schemas.openxmlformats.org/drawingml/2006/diagram" xmlns:a="http://schemas.openxmlformats.org/drawingml/2006/main">
  <dgm:ptLst>
    <dgm:pt modelId="{C055C59B-B531-4630-B020-48202953739B}" type="doc">
      <dgm:prSet loTypeId="urn:microsoft.com/office/officeart/2005/8/layout/hList9" loCatId="list" qsTypeId="urn:microsoft.com/office/officeart/2005/8/quickstyle/3d2" qsCatId="3D" csTypeId="urn:microsoft.com/office/officeart/2005/8/colors/colorful5" csCatId="colorful" phldr="1"/>
      <dgm:spPr/>
      <dgm:t>
        <a:bodyPr/>
        <a:lstStyle/>
        <a:p>
          <a:endParaRPr lang="zh-CN" altLang="en-US"/>
        </a:p>
      </dgm:t>
    </dgm:pt>
    <dgm:pt modelId="{9FA58003-44F2-4193-82FB-1C73DDAF1EDF}">
      <dgm:prSet phldrT="[文本]"/>
      <dgm:spPr/>
      <dgm:t>
        <a:bodyPr/>
        <a:lstStyle/>
        <a:p>
          <a:r>
            <a:rPr lang="zh-CN" altLang="en-US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登录</a:t>
          </a:r>
        </a:p>
      </dgm:t>
    </dgm:pt>
    <dgm:pt modelId="{B796B959-B4CA-401B-BCE2-2EAD89906FCC}" type="parTrans" cxnId="{CE9AC7D5-BC75-465E-83F9-21B158A8A67D}">
      <dgm:prSet/>
      <dgm:spPr/>
      <dgm:t>
        <a:bodyPr/>
        <a:lstStyle/>
        <a:p>
          <a:endParaRPr lang="zh-CN" alt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E677DA33-682D-48F4-AE79-4063C2B659EC}" type="sibTrans" cxnId="{CE9AC7D5-BC75-465E-83F9-21B158A8A67D}">
      <dgm:prSet/>
      <dgm:spPr/>
      <dgm:t>
        <a:bodyPr/>
        <a:lstStyle/>
        <a:p>
          <a:endParaRPr lang="zh-CN" alt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2A0072BB-DDA8-4D03-888B-F436423F4D15}">
      <dgm:prSet phldrT="[文本]"/>
      <dgm:spPr/>
      <dgm:t>
        <a:bodyPr/>
        <a:lstStyle/>
        <a:p>
          <a:r>
            <a:rPr lang="zh-CN" altLang="en-US">
              <a:latin typeface="微软雅黑" panose="020B0503020204020204" pitchFamily="34" charset="-122"/>
              <a:ea typeface="微软雅黑" panose="020B0503020204020204" pitchFamily="34" charset="-122"/>
            </a:rPr>
            <a:t>教师登录</a:t>
          </a:r>
        </a:p>
      </dgm:t>
    </dgm:pt>
    <dgm:pt modelId="{8AE9FCF6-D5F2-47FD-B597-5DDACCA4FBA5}" type="parTrans" cxnId="{4CA0E2BA-55A5-4017-8E11-8B5C3181041D}">
      <dgm:prSet/>
      <dgm:spPr/>
      <dgm:t>
        <a:bodyPr/>
        <a:lstStyle/>
        <a:p>
          <a:endParaRPr lang="zh-CN" alt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EFC1C6CF-4C28-40BA-8B06-A8A1EF60ED51}" type="sibTrans" cxnId="{4CA0E2BA-55A5-4017-8E11-8B5C3181041D}">
      <dgm:prSet/>
      <dgm:spPr/>
      <dgm:t>
        <a:bodyPr/>
        <a:lstStyle/>
        <a:p>
          <a:endParaRPr lang="zh-CN" alt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86F9E36A-AB2E-4F1A-B392-B7A8BF2BDAD9}">
      <dgm:prSet phldrT="[文本]"/>
      <dgm:spPr/>
      <dgm:t>
        <a:bodyPr/>
        <a:lstStyle/>
        <a:p>
          <a:r>
            <a:rPr lang="zh-CN" altLang="en-US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教学任务查询</a:t>
          </a:r>
        </a:p>
      </dgm:t>
    </dgm:pt>
    <dgm:pt modelId="{EA07C91E-EB43-446D-9B1B-108D6B57F0FA}" type="parTrans" cxnId="{5F582C36-CF1B-467C-9B71-4CD886C55F39}">
      <dgm:prSet/>
      <dgm:spPr/>
      <dgm:t>
        <a:bodyPr/>
        <a:lstStyle/>
        <a:p>
          <a:endParaRPr lang="zh-CN" alt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108A9812-083F-488B-84ED-9651289E82F7}" type="sibTrans" cxnId="{5F582C36-CF1B-467C-9B71-4CD886C55F39}">
      <dgm:prSet/>
      <dgm:spPr/>
      <dgm:t>
        <a:bodyPr/>
        <a:lstStyle/>
        <a:p>
          <a:endParaRPr lang="zh-CN" alt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E974CE1C-77B0-41BA-8CE1-657ED9A8D05F}">
      <dgm:prSet phldrT="[文本]"/>
      <dgm:spPr/>
      <dgm:t>
        <a:bodyPr/>
        <a:lstStyle/>
        <a:p>
          <a:r>
            <a:rPr lang="zh-CN" altLang="en-US" dirty="0">
              <a:latin typeface="微软雅黑" panose="020B0503020204020204" pitchFamily="34" charset="-122"/>
              <a:ea typeface="微软雅黑" panose="020B0503020204020204" pitchFamily="34" charset="-122"/>
            </a:rPr>
            <a:t>教师查询任务</a:t>
          </a:r>
        </a:p>
      </dgm:t>
    </dgm:pt>
    <dgm:pt modelId="{BF06DF34-3786-47C1-8BE3-5A535FBCC288}" type="parTrans" cxnId="{8766C82C-2731-4BC4-85FB-540E86D111D4}">
      <dgm:prSet/>
      <dgm:spPr/>
      <dgm:t>
        <a:bodyPr/>
        <a:lstStyle/>
        <a:p>
          <a:endParaRPr lang="zh-CN" alt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B3FA5A1B-5F54-439A-A6F7-6A0DDCB4DA24}" type="sibTrans" cxnId="{8766C82C-2731-4BC4-85FB-540E86D111D4}">
      <dgm:prSet/>
      <dgm:spPr/>
      <dgm:t>
        <a:bodyPr/>
        <a:lstStyle/>
        <a:p>
          <a:endParaRPr lang="zh-CN" alt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52B31F1C-A5AB-4B0F-B91A-BC78EE9A09A4}">
      <dgm:prSet phldrT="[文本]"/>
      <dgm:spPr/>
      <dgm:t>
        <a:bodyPr/>
        <a:lstStyle/>
        <a:p>
          <a:r>
            <a:rPr lang="zh-CN" altLang="en-US">
              <a:latin typeface="微软雅黑" panose="020B0503020204020204" pitchFamily="34" charset="-122"/>
              <a:ea typeface="微软雅黑" panose="020B0503020204020204" pitchFamily="34" charset="-122"/>
            </a:rPr>
            <a:t>教师、学生查询课表</a:t>
          </a:r>
        </a:p>
      </dgm:t>
    </dgm:pt>
    <dgm:pt modelId="{FB8EECD4-3B98-47C2-99F4-5A7DDA45EA6D}" type="parTrans" cxnId="{A6E09E87-5187-4D94-8064-C60C8EA3EAEC}">
      <dgm:prSet/>
      <dgm:spPr/>
      <dgm:t>
        <a:bodyPr/>
        <a:lstStyle/>
        <a:p>
          <a:endParaRPr lang="zh-CN" alt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ECFE822E-D63F-4E0A-A1D0-FD37C57664E7}" type="sibTrans" cxnId="{A6E09E87-5187-4D94-8064-C60C8EA3EAEC}">
      <dgm:prSet/>
      <dgm:spPr/>
      <dgm:t>
        <a:bodyPr/>
        <a:lstStyle/>
        <a:p>
          <a:endParaRPr lang="zh-CN" alt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3D70FC69-8949-4CB6-A31F-F436CFEBCBEA}">
      <dgm:prSet phldrT="[文本]"/>
      <dgm:spPr/>
      <dgm:t>
        <a:bodyPr/>
        <a:lstStyle/>
        <a:p>
          <a:r>
            <a:rPr lang="zh-CN" altLang="en-US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教学成绩查询</a:t>
          </a:r>
        </a:p>
      </dgm:t>
    </dgm:pt>
    <dgm:pt modelId="{30BEA5E8-15DD-4D1A-8215-93ADE5744575}" type="parTrans" cxnId="{C424C8BE-13CF-4DCA-BFB3-4BCAF3F8005A}">
      <dgm:prSet/>
      <dgm:spPr/>
      <dgm:t>
        <a:bodyPr/>
        <a:lstStyle/>
        <a:p>
          <a:endParaRPr lang="zh-CN" alt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ED7175EC-6DCD-49AD-817E-3BAA119622CC}" type="sibTrans" cxnId="{C424C8BE-13CF-4DCA-BFB3-4BCAF3F8005A}">
      <dgm:prSet/>
      <dgm:spPr/>
      <dgm:t>
        <a:bodyPr/>
        <a:lstStyle/>
        <a:p>
          <a:endParaRPr lang="zh-CN" alt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A67E194A-E57C-4473-8C4F-153ED75BAEB6}">
      <dgm:prSet phldrT="[文本]"/>
      <dgm:spPr/>
      <dgm:t>
        <a:bodyPr/>
        <a:lstStyle/>
        <a:p>
          <a:r>
            <a:rPr lang="zh-CN" altLang="en-US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用户设置</a:t>
          </a:r>
        </a:p>
      </dgm:t>
    </dgm:pt>
    <dgm:pt modelId="{1B280CDE-D2E2-4732-B431-B6A4C5F962D1}" type="parTrans" cxnId="{46FB7EFB-12DB-4087-9338-4FC7A06B3C1A}">
      <dgm:prSet/>
      <dgm:spPr/>
      <dgm:t>
        <a:bodyPr/>
        <a:lstStyle/>
        <a:p>
          <a:endParaRPr lang="zh-CN" alt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75558151-B9DD-404E-AFAF-625FB0F42534}" type="sibTrans" cxnId="{46FB7EFB-12DB-4087-9338-4FC7A06B3C1A}">
      <dgm:prSet/>
      <dgm:spPr/>
      <dgm:t>
        <a:bodyPr/>
        <a:lstStyle/>
        <a:p>
          <a:endParaRPr lang="zh-CN" alt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58C96DAE-177F-42E9-8026-85FC30636CCD}">
      <dgm:prSet phldrT="[文本]"/>
      <dgm:spPr/>
      <dgm:t>
        <a:bodyPr/>
        <a:lstStyle/>
        <a:p>
          <a:r>
            <a:rPr lang="zh-CN" altLang="en-US">
              <a:latin typeface="微软雅黑" panose="020B0503020204020204" pitchFamily="34" charset="-122"/>
              <a:ea typeface="微软雅黑" panose="020B0503020204020204" pitchFamily="34" charset="-122"/>
            </a:rPr>
            <a:t>教师录入</a:t>
          </a:r>
        </a:p>
      </dgm:t>
    </dgm:pt>
    <dgm:pt modelId="{883B35FF-5AD2-433E-AF34-979FC32D79D2}" type="parTrans" cxnId="{3AA4AA28-3129-4BE5-8C1A-6C5C032D6AB2}">
      <dgm:prSet/>
      <dgm:spPr/>
      <dgm:t>
        <a:bodyPr/>
        <a:lstStyle/>
        <a:p>
          <a:endParaRPr lang="zh-CN" alt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EFCCB918-3020-4A30-B8B1-11F67445C2D3}" type="sibTrans" cxnId="{3AA4AA28-3129-4BE5-8C1A-6C5C032D6AB2}">
      <dgm:prSet/>
      <dgm:spPr/>
      <dgm:t>
        <a:bodyPr/>
        <a:lstStyle/>
        <a:p>
          <a:endParaRPr lang="zh-CN" alt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7D2766C6-D067-4040-B1C2-4F845E31129E}">
      <dgm:prSet phldrT="[文本]"/>
      <dgm:spPr/>
      <dgm:t>
        <a:bodyPr/>
        <a:lstStyle/>
        <a:p>
          <a:r>
            <a:rPr lang="zh-CN" altLang="en-US">
              <a:latin typeface="微软雅黑" panose="020B0503020204020204" pitchFamily="34" charset="-122"/>
              <a:ea typeface="微软雅黑" panose="020B0503020204020204" pitchFamily="34" charset="-122"/>
            </a:rPr>
            <a:t>学生查询</a:t>
          </a:r>
        </a:p>
      </dgm:t>
    </dgm:pt>
    <dgm:pt modelId="{8917A46D-78BA-4DF4-AC7B-351E03FC1519}" type="parTrans" cxnId="{4E67CC1F-6046-4825-988E-5B9F97647BDC}">
      <dgm:prSet/>
      <dgm:spPr/>
      <dgm:t>
        <a:bodyPr/>
        <a:lstStyle/>
        <a:p>
          <a:endParaRPr lang="zh-CN" alt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DDF95571-E501-4A06-8691-5E66CE8591AC}" type="sibTrans" cxnId="{4E67CC1F-6046-4825-988E-5B9F97647BDC}">
      <dgm:prSet/>
      <dgm:spPr/>
      <dgm:t>
        <a:bodyPr/>
        <a:lstStyle/>
        <a:p>
          <a:endParaRPr lang="zh-CN" alt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D6B7C512-423B-4588-BC99-0D4FC0D47726}">
      <dgm:prSet phldrT="[文本]"/>
      <dgm:spPr/>
      <dgm:t>
        <a:bodyPr/>
        <a:lstStyle/>
        <a:p>
          <a:r>
            <a:rPr lang="zh-CN" altLang="en-US">
              <a:latin typeface="微软雅黑" panose="020B0503020204020204" pitchFamily="34" charset="-122"/>
              <a:ea typeface="微软雅黑" panose="020B0503020204020204" pitchFamily="34" charset="-122"/>
            </a:rPr>
            <a:t>教师修改密码</a:t>
          </a:r>
        </a:p>
      </dgm:t>
    </dgm:pt>
    <dgm:pt modelId="{24243435-76F4-4D97-8C6F-125434D23EDC}" type="parTrans" cxnId="{D3DEC7FB-81C1-4EFB-B1AE-EBA081CC1DF0}">
      <dgm:prSet/>
      <dgm:spPr/>
      <dgm:t>
        <a:bodyPr/>
        <a:lstStyle/>
        <a:p>
          <a:endParaRPr lang="zh-CN" alt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9D94172B-EED3-46F0-B55C-4D1BC69411E9}" type="sibTrans" cxnId="{D3DEC7FB-81C1-4EFB-B1AE-EBA081CC1DF0}">
      <dgm:prSet/>
      <dgm:spPr/>
      <dgm:t>
        <a:bodyPr/>
        <a:lstStyle/>
        <a:p>
          <a:endParaRPr lang="zh-CN" alt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EE0FA9C7-D2F1-4C9E-A308-600DBDFCFC40}">
      <dgm:prSet phldrT="[文本]"/>
      <dgm:spPr/>
      <dgm:t>
        <a:bodyPr/>
        <a:lstStyle/>
        <a:p>
          <a:r>
            <a:rPr lang="zh-CN" altLang="en-US">
              <a:latin typeface="微软雅黑" panose="020B0503020204020204" pitchFamily="34" charset="-122"/>
              <a:ea typeface="微软雅黑" panose="020B0503020204020204" pitchFamily="34" charset="-122"/>
            </a:rPr>
            <a:t>学生修改密码</a:t>
          </a:r>
        </a:p>
      </dgm:t>
    </dgm:pt>
    <dgm:pt modelId="{DF169DDC-75DF-46A1-B3D9-329F27A60E2B}" type="parTrans" cxnId="{5ABBC577-6076-4323-AF58-C4B44AB4ED74}">
      <dgm:prSet/>
      <dgm:spPr/>
      <dgm:t>
        <a:bodyPr/>
        <a:lstStyle/>
        <a:p>
          <a:endParaRPr lang="zh-CN" alt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EC5DA7F4-2D40-45B0-BA64-B4394DD1B382}" type="sibTrans" cxnId="{5ABBC577-6076-4323-AF58-C4B44AB4ED74}">
      <dgm:prSet/>
      <dgm:spPr/>
      <dgm:t>
        <a:bodyPr/>
        <a:lstStyle/>
        <a:p>
          <a:endParaRPr lang="zh-CN" alt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3B081C16-3903-4B29-9E68-C7ED3D5C9190}">
      <dgm:prSet phldrT="[文本]"/>
      <dgm:spPr/>
      <dgm:t>
        <a:bodyPr/>
        <a:lstStyle/>
        <a:p>
          <a:r>
            <a:rPr lang="zh-CN" altLang="en-US" dirty="0">
              <a:latin typeface="微软雅黑" panose="020B0503020204020204" pitchFamily="34" charset="-122"/>
              <a:ea typeface="微软雅黑" panose="020B0503020204020204" pitchFamily="34" charset="-122"/>
            </a:rPr>
            <a:t>学生登录</a:t>
          </a:r>
        </a:p>
      </dgm:t>
    </dgm:pt>
    <dgm:pt modelId="{532B1A93-2AF9-45C4-8FE4-2983660F2256}" type="parTrans" cxnId="{E864C6E6-A29C-4CC5-8042-955DCD8D1001}">
      <dgm:prSet/>
      <dgm:spPr/>
      <dgm:t>
        <a:bodyPr/>
        <a:lstStyle/>
        <a:p>
          <a:endParaRPr lang="zh-CN" altLang="en-US"/>
        </a:p>
      </dgm:t>
    </dgm:pt>
    <dgm:pt modelId="{7767CDA4-99F0-4A9C-8279-50AD3530A60E}" type="sibTrans" cxnId="{E864C6E6-A29C-4CC5-8042-955DCD8D1001}">
      <dgm:prSet/>
      <dgm:spPr/>
      <dgm:t>
        <a:bodyPr/>
        <a:lstStyle/>
        <a:p>
          <a:endParaRPr lang="zh-CN" altLang="en-US"/>
        </a:p>
      </dgm:t>
    </dgm:pt>
    <dgm:pt modelId="{B9121B46-C0E5-4983-9C0F-3BD49784B236}" type="pres">
      <dgm:prSet presAssocID="{C055C59B-B531-4630-B020-48202953739B}" presName="list" presStyleCnt="0">
        <dgm:presLayoutVars>
          <dgm:dir/>
          <dgm:animLvl val="lvl"/>
        </dgm:presLayoutVars>
      </dgm:prSet>
      <dgm:spPr/>
    </dgm:pt>
    <dgm:pt modelId="{7C301EB6-181A-4D13-A0F7-BB7EA1725ECA}" type="pres">
      <dgm:prSet presAssocID="{9FA58003-44F2-4193-82FB-1C73DDAF1EDF}" presName="posSpace" presStyleCnt="0"/>
      <dgm:spPr/>
    </dgm:pt>
    <dgm:pt modelId="{BBF70008-42CA-45E5-9B85-741D19703CDA}" type="pres">
      <dgm:prSet presAssocID="{9FA58003-44F2-4193-82FB-1C73DDAF1EDF}" presName="vertFlow" presStyleCnt="0"/>
      <dgm:spPr/>
    </dgm:pt>
    <dgm:pt modelId="{FF4668B4-DEA9-462D-80B9-215F21FD43A3}" type="pres">
      <dgm:prSet presAssocID="{9FA58003-44F2-4193-82FB-1C73DDAF1EDF}" presName="topSpace" presStyleCnt="0"/>
      <dgm:spPr/>
    </dgm:pt>
    <dgm:pt modelId="{94EA2625-98E5-4FCB-B00D-3740A719E527}" type="pres">
      <dgm:prSet presAssocID="{9FA58003-44F2-4193-82FB-1C73DDAF1EDF}" presName="firstComp" presStyleCnt="0"/>
      <dgm:spPr/>
    </dgm:pt>
    <dgm:pt modelId="{224D0614-017F-4EF3-8417-02D20C0A8402}" type="pres">
      <dgm:prSet presAssocID="{9FA58003-44F2-4193-82FB-1C73DDAF1EDF}" presName="firstChild" presStyleLbl="bgAccFollowNode1" presStyleIdx="0" presStyleCnt="8"/>
      <dgm:spPr/>
    </dgm:pt>
    <dgm:pt modelId="{A37697D7-20D9-49C1-94F1-0FC47D30ED38}" type="pres">
      <dgm:prSet presAssocID="{9FA58003-44F2-4193-82FB-1C73DDAF1EDF}" presName="firstChildTx" presStyleLbl="bgAccFollowNode1" presStyleIdx="0" presStyleCnt="8">
        <dgm:presLayoutVars>
          <dgm:bulletEnabled val="1"/>
        </dgm:presLayoutVars>
      </dgm:prSet>
      <dgm:spPr/>
    </dgm:pt>
    <dgm:pt modelId="{3E184D87-1ACA-405B-909F-7EBACEA4FD76}" type="pres">
      <dgm:prSet presAssocID="{3B081C16-3903-4B29-9E68-C7ED3D5C9190}" presName="comp" presStyleCnt="0"/>
      <dgm:spPr/>
    </dgm:pt>
    <dgm:pt modelId="{97EF61F5-6DF3-4662-BE5F-31EC06E5B201}" type="pres">
      <dgm:prSet presAssocID="{3B081C16-3903-4B29-9E68-C7ED3D5C9190}" presName="child" presStyleLbl="bgAccFollowNode1" presStyleIdx="1" presStyleCnt="8"/>
      <dgm:spPr/>
    </dgm:pt>
    <dgm:pt modelId="{8A479429-FE1B-43A0-8C15-92FD35251D1E}" type="pres">
      <dgm:prSet presAssocID="{3B081C16-3903-4B29-9E68-C7ED3D5C9190}" presName="childTx" presStyleLbl="bgAccFollowNode1" presStyleIdx="1" presStyleCnt="8">
        <dgm:presLayoutVars>
          <dgm:bulletEnabled val="1"/>
        </dgm:presLayoutVars>
      </dgm:prSet>
      <dgm:spPr/>
    </dgm:pt>
    <dgm:pt modelId="{E61B01E3-2CE0-475A-AAFF-81A62044D014}" type="pres">
      <dgm:prSet presAssocID="{9FA58003-44F2-4193-82FB-1C73DDAF1EDF}" presName="negSpace" presStyleCnt="0"/>
      <dgm:spPr/>
    </dgm:pt>
    <dgm:pt modelId="{147B4034-3421-483C-9233-7D44DBEB1F64}" type="pres">
      <dgm:prSet presAssocID="{9FA58003-44F2-4193-82FB-1C73DDAF1EDF}" presName="circle" presStyleLbl="node1" presStyleIdx="0" presStyleCnt="4"/>
      <dgm:spPr/>
    </dgm:pt>
    <dgm:pt modelId="{E7C96F21-0812-497E-944C-2D154F225650}" type="pres">
      <dgm:prSet presAssocID="{E677DA33-682D-48F4-AE79-4063C2B659EC}" presName="transSpace" presStyleCnt="0"/>
      <dgm:spPr/>
    </dgm:pt>
    <dgm:pt modelId="{88DD3752-A8FF-4047-92F9-167BBEDE0A9E}" type="pres">
      <dgm:prSet presAssocID="{86F9E36A-AB2E-4F1A-B392-B7A8BF2BDAD9}" presName="posSpace" presStyleCnt="0"/>
      <dgm:spPr/>
    </dgm:pt>
    <dgm:pt modelId="{87705347-A68A-4659-B6D4-1CE41AE2CE9E}" type="pres">
      <dgm:prSet presAssocID="{86F9E36A-AB2E-4F1A-B392-B7A8BF2BDAD9}" presName="vertFlow" presStyleCnt="0"/>
      <dgm:spPr/>
    </dgm:pt>
    <dgm:pt modelId="{63A64DDE-76D4-4D12-B1E5-7B883FAA4B75}" type="pres">
      <dgm:prSet presAssocID="{86F9E36A-AB2E-4F1A-B392-B7A8BF2BDAD9}" presName="topSpace" presStyleCnt="0"/>
      <dgm:spPr/>
    </dgm:pt>
    <dgm:pt modelId="{206F591E-0062-4D13-BD93-E9DCACDB4A03}" type="pres">
      <dgm:prSet presAssocID="{86F9E36A-AB2E-4F1A-B392-B7A8BF2BDAD9}" presName="firstComp" presStyleCnt="0"/>
      <dgm:spPr/>
    </dgm:pt>
    <dgm:pt modelId="{C52E75FD-C1A4-4A31-914B-E6F623B79142}" type="pres">
      <dgm:prSet presAssocID="{86F9E36A-AB2E-4F1A-B392-B7A8BF2BDAD9}" presName="firstChild" presStyleLbl="bgAccFollowNode1" presStyleIdx="2" presStyleCnt="8"/>
      <dgm:spPr/>
    </dgm:pt>
    <dgm:pt modelId="{D6469388-D5AD-4986-95C7-04718192B04B}" type="pres">
      <dgm:prSet presAssocID="{86F9E36A-AB2E-4F1A-B392-B7A8BF2BDAD9}" presName="firstChildTx" presStyleLbl="bgAccFollowNode1" presStyleIdx="2" presStyleCnt="8">
        <dgm:presLayoutVars>
          <dgm:bulletEnabled val="1"/>
        </dgm:presLayoutVars>
      </dgm:prSet>
      <dgm:spPr/>
    </dgm:pt>
    <dgm:pt modelId="{B9710BF7-87FE-48C2-A611-22524C7B1533}" type="pres">
      <dgm:prSet presAssocID="{52B31F1C-A5AB-4B0F-B91A-BC78EE9A09A4}" presName="comp" presStyleCnt="0"/>
      <dgm:spPr/>
    </dgm:pt>
    <dgm:pt modelId="{6E8643E0-8BCF-4379-91E1-B5868ADE1B75}" type="pres">
      <dgm:prSet presAssocID="{52B31F1C-A5AB-4B0F-B91A-BC78EE9A09A4}" presName="child" presStyleLbl="bgAccFollowNode1" presStyleIdx="3" presStyleCnt="8"/>
      <dgm:spPr/>
    </dgm:pt>
    <dgm:pt modelId="{8D2A6D64-A13D-4EFC-864F-9D53EA41C0F2}" type="pres">
      <dgm:prSet presAssocID="{52B31F1C-A5AB-4B0F-B91A-BC78EE9A09A4}" presName="childTx" presStyleLbl="bgAccFollowNode1" presStyleIdx="3" presStyleCnt="8">
        <dgm:presLayoutVars>
          <dgm:bulletEnabled val="1"/>
        </dgm:presLayoutVars>
      </dgm:prSet>
      <dgm:spPr/>
    </dgm:pt>
    <dgm:pt modelId="{ABA7C86C-347E-45B3-98C9-502A009005CF}" type="pres">
      <dgm:prSet presAssocID="{86F9E36A-AB2E-4F1A-B392-B7A8BF2BDAD9}" presName="negSpace" presStyleCnt="0"/>
      <dgm:spPr/>
    </dgm:pt>
    <dgm:pt modelId="{0D5D0DB2-6ADD-43AA-8445-D907ADDC9A4B}" type="pres">
      <dgm:prSet presAssocID="{86F9E36A-AB2E-4F1A-B392-B7A8BF2BDAD9}" presName="circle" presStyleLbl="node1" presStyleIdx="1" presStyleCnt="4"/>
      <dgm:spPr/>
    </dgm:pt>
    <dgm:pt modelId="{B1C1A06E-6B8B-4710-BB5F-0E57F78FC942}" type="pres">
      <dgm:prSet presAssocID="{108A9812-083F-488B-84ED-9651289E82F7}" presName="transSpace" presStyleCnt="0"/>
      <dgm:spPr/>
    </dgm:pt>
    <dgm:pt modelId="{33BC23FB-B270-4635-9F9E-68A3C64B3570}" type="pres">
      <dgm:prSet presAssocID="{3D70FC69-8949-4CB6-A31F-F436CFEBCBEA}" presName="posSpace" presStyleCnt="0"/>
      <dgm:spPr/>
    </dgm:pt>
    <dgm:pt modelId="{4D5892E1-3667-4FC3-B248-3F06F22271D0}" type="pres">
      <dgm:prSet presAssocID="{3D70FC69-8949-4CB6-A31F-F436CFEBCBEA}" presName="vertFlow" presStyleCnt="0"/>
      <dgm:spPr/>
    </dgm:pt>
    <dgm:pt modelId="{FE7D31B8-67E8-4B18-854F-5561BE1006F6}" type="pres">
      <dgm:prSet presAssocID="{3D70FC69-8949-4CB6-A31F-F436CFEBCBEA}" presName="topSpace" presStyleCnt="0"/>
      <dgm:spPr/>
    </dgm:pt>
    <dgm:pt modelId="{CEF4A48E-7C8D-4B24-B1AD-692D3B159F1A}" type="pres">
      <dgm:prSet presAssocID="{3D70FC69-8949-4CB6-A31F-F436CFEBCBEA}" presName="firstComp" presStyleCnt="0"/>
      <dgm:spPr/>
    </dgm:pt>
    <dgm:pt modelId="{C11F7017-45DE-4E93-B1ED-78789F75BDDA}" type="pres">
      <dgm:prSet presAssocID="{3D70FC69-8949-4CB6-A31F-F436CFEBCBEA}" presName="firstChild" presStyleLbl="bgAccFollowNode1" presStyleIdx="4" presStyleCnt="8"/>
      <dgm:spPr/>
    </dgm:pt>
    <dgm:pt modelId="{78A9D825-06F9-4ABB-B8CB-469911C3BB17}" type="pres">
      <dgm:prSet presAssocID="{3D70FC69-8949-4CB6-A31F-F436CFEBCBEA}" presName="firstChildTx" presStyleLbl="bgAccFollowNode1" presStyleIdx="4" presStyleCnt="8">
        <dgm:presLayoutVars>
          <dgm:bulletEnabled val="1"/>
        </dgm:presLayoutVars>
      </dgm:prSet>
      <dgm:spPr/>
    </dgm:pt>
    <dgm:pt modelId="{5F3A0562-15BF-416D-9A59-D0D31E79EEE1}" type="pres">
      <dgm:prSet presAssocID="{7D2766C6-D067-4040-B1C2-4F845E31129E}" presName="comp" presStyleCnt="0"/>
      <dgm:spPr/>
    </dgm:pt>
    <dgm:pt modelId="{12385320-EDEA-4BCA-802C-38AD4829BEBC}" type="pres">
      <dgm:prSet presAssocID="{7D2766C6-D067-4040-B1C2-4F845E31129E}" presName="child" presStyleLbl="bgAccFollowNode1" presStyleIdx="5" presStyleCnt="8"/>
      <dgm:spPr/>
    </dgm:pt>
    <dgm:pt modelId="{B9106826-985B-481F-9485-6026C94EBE87}" type="pres">
      <dgm:prSet presAssocID="{7D2766C6-D067-4040-B1C2-4F845E31129E}" presName="childTx" presStyleLbl="bgAccFollowNode1" presStyleIdx="5" presStyleCnt="8">
        <dgm:presLayoutVars>
          <dgm:bulletEnabled val="1"/>
        </dgm:presLayoutVars>
      </dgm:prSet>
      <dgm:spPr/>
    </dgm:pt>
    <dgm:pt modelId="{FC512344-B9DB-49CC-8C3A-31C59A581A40}" type="pres">
      <dgm:prSet presAssocID="{3D70FC69-8949-4CB6-A31F-F436CFEBCBEA}" presName="negSpace" presStyleCnt="0"/>
      <dgm:spPr/>
    </dgm:pt>
    <dgm:pt modelId="{686EF531-998D-480E-B029-DD2D15E4AE6A}" type="pres">
      <dgm:prSet presAssocID="{3D70FC69-8949-4CB6-A31F-F436CFEBCBEA}" presName="circle" presStyleLbl="node1" presStyleIdx="2" presStyleCnt="4"/>
      <dgm:spPr/>
    </dgm:pt>
    <dgm:pt modelId="{DFB010FA-FBF9-4849-90A3-9BD39EFBD0AE}" type="pres">
      <dgm:prSet presAssocID="{ED7175EC-6DCD-49AD-817E-3BAA119622CC}" presName="transSpace" presStyleCnt="0"/>
      <dgm:spPr/>
    </dgm:pt>
    <dgm:pt modelId="{B4F97749-DE29-49E2-AA74-4834296339F5}" type="pres">
      <dgm:prSet presAssocID="{A67E194A-E57C-4473-8C4F-153ED75BAEB6}" presName="posSpace" presStyleCnt="0"/>
      <dgm:spPr/>
    </dgm:pt>
    <dgm:pt modelId="{F1394493-DCEC-431B-BCBB-7D5EDE013256}" type="pres">
      <dgm:prSet presAssocID="{A67E194A-E57C-4473-8C4F-153ED75BAEB6}" presName="vertFlow" presStyleCnt="0"/>
      <dgm:spPr/>
    </dgm:pt>
    <dgm:pt modelId="{F1050385-B221-46D4-96B0-236BE46B93D6}" type="pres">
      <dgm:prSet presAssocID="{A67E194A-E57C-4473-8C4F-153ED75BAEB6}" presName="topSpace" presStyleCnt="0"/>
      <dgm:spPr/>
    </dgm:pt>
    <dgm:pt modelId="{8D7E29C7-A97D-4C36-9EC0-C41492602DF4}" type="pres">
      <dgm:prSet presAssocID="{A67E194A-E57C-4473-8C4F-153ED75BAEB6}" presName="firstComp" presStyleCnt="0"/>
      <dgm:spPr/>
    </dgm:pt>
    <dgm:pt modelId="{E35035F8-D944-4631-8634-1AA786F4AF85}" type="pres">
      <dgm:prSet presAssocID="{A67E194A-E57C-4473-8C4F-153ED75BAEB6}" presName="firstChild" presStyleLbl="bgAccFollowNode1" presStyleIdx="6" presStyleCnt="8"/>
      <dgm:spPr/>
    </dgm:pt>
    <dgm:pt modelId="{10F98398-AB97-4B14-A782-2A3C7DE2D75F}" type="pres">
      <dgm:prSet presAssocID="{A67E194A-E57C-4473-8C4F-153ED75BAEB6}" presName="firstChildTx" presStyleLbl="bgAccFollowNode1" presStyleIdx="6" presStyleCnt="8">
        <dgm:presLayoutVars>
          <dgm:bulletEnabled val="1"/>
        </dgm:presLayoutVars>
      </dgm:prSet>
      <dgm:spPr/>
    </dgm:pt>
    <dgm:pt modelId="{5F0A6061-96E4-4523-9790-795B06F6D35A}" type="pres">
      <dgm:prSet presAssocID="{EE0FA9C7-D2F1-4C9E-A308-600DBDFCFC40}" presName="comp" presStyleCnt="0"/>
      <dgm:spPr/>
    </dgm:pt>
    <dgm:pt modelId="{E5DD4614-2ED8-4800-A548-C8BC84F65110}" type="pres">
      <dgm:prSet presAssocID="{EE0FA9C7-D2F1-4C9E-A308-600DBDFCFC40}" presName="child" presStyleLbl="bgAccFollowNode1" presStyleIdx="7" presStyleCnt="8"/>
      <dgm:spPr/>
    </dgm:pt>
    <dgm:pt modelId="{2841BC8D-EB89-417C-B048-D647793B94F7}" type="pres">
      <dgm:prSet presAssocID="{EE0FA9C7-D2F1-4C9E-A308-600DBDFCFC40}" presName="childTx" presStyleLbl="bgAccFollowNode1" presStyleIdx="7" presStyleCnt="8">
        <dgm:presLayoutVars>
          <dgm:bulletEnabled val="1"/>
        </dgm:presLayoutVars>
      </dgm:prSet>
      <dgm:spPr/>
    </dgm:pt>
    <dgm:pt modelId="{7CBA7802-020D-42DB-9427-9676026D0077}" type="pres">
      <dgm:prSet presAssocID="{A67E194A-E57C-4473-8C4F-153ED75BAEB6}" presName="negSpace" presStyleCnt="0"/>
      <dgm:spPr/>
    </dgm:pt>
    <dgm:pt modelId="{69FD1B17-298B-4FF5-9874-3A9B8C1EBA66}" type="pres">
      <dgm:prSet presAssocID="{A67E194A-E57C-4473-8C4F-153ED75BAEB6}" presName="circle" presStyleLbl="node1" presStyleIdx="3" presStyleCnt="4"/>
      <dgm:spPr/>
    </dgm:pt>
  </dgm:ptLst>
  <dgm:cxnLst>
    <dgm:cxn modelId="{947A2902-6AB2-4EEF-9CC6-4F254426B499}" type="presOf" srcId="{58C96DAE-177F-42E9-8026-85FC30636CCD}" destId="{78A9D825-06F9-4ABB-B8CB-469911C3BB17}" srcOrd="1" destOrd="0" presId="urn:microsoft.com/office/officeart/2005/8/layout/hList9"/>
    <dgm:cxn modelId="{B39DF407-21CE-48ED-8A77-60DCD687D04B}" type="presOf" srcId="{9FA58003-44F2-4193-82FB-1C73DDAF1EDF}" destId="{147B4034-3421-483C-9233-7D44DBEB1F64}" srcOrd="0" destOrd="0" presId="urn:microsoft.com/office/officeart/2005/8/layout/hList9"/>
    <dgm:cxn modelId="{4E67CC1F-6046-4825-988E-5B9F97647BDC}" srcId="{3D70FC69-8949-4CB6-A31F-F436CFEBCBEA}" destId="{7D2766C6-D067-4040-B1C2-4F845E31129E}" srcOrd="1" destOrd="0" parTransId="{8917A46D-78BA-4DF4-AC7B-351E03FC1519}" sibTransId="{DDF95571-E501-4A06-8691-5E66CE8591AC}"/>
    <dgm:cxn modelId="{5B89F426-A339-4F31-98B6-EB22747FF79F}" type="presOf" srcId="{A67E194A-E57C-4473-8C4F-153ED75BAEB6}" destId="{69FD1B17-298B-4FF5-9874-3A9B8C1EBA66}" srcOrd="0" destOrd="0" presId="urn:microsoft.com/office/officeart/2005/8/layout/hList9"/>
    <dgm:cxn modelId="{3AA4AA28-3129-4BE5-8C1A-6C5C032D6AB2}" srcId="{3D70FC69-8949-4CB6-A31F-F436CFEBCBEA}" destId="{58C96DAE-177F-42E9-8026-85FC30636CCD}" srcOrd="0" destOrd="0" parTransId="{883B35FF-5AD2-433E-AF34-979FC32D79D2}" sibTransId="{EFCCB918-3020-4A30-B8B1-11F67445C2D3}"/>
    <dgm:cxn modelId="{8766C82C-2731-4BC4-85FB-540E86D111D4}" srcId="{86F9E36A-AB2E-4F1A-B392-B7A8BF2BDAD9}" destId="{E974CE1C-77B0-41BA-8CE1-657ED9A8D05F}" srcOrd="0" destOrd="0" parTransId="{BF06DF34-3786-47C1-8BE3-5A535FBCC288}" sibTransId="{B3FA5A1B-5F54-439A-A6F7-6A0DDCB4DA24}"/>
    <dgm:cxn modelId="{6B3D6A2D-4015-4206-852A-4136A0994DAF}" type="presOf" srcId="{52B31F1C-A5AB-4B0F-B91A-BC78EE9A09A4}" destId="{8D2A6D64-A13D-4EFC-864F-9D53EA41C0F2}" srcOrd="1" destOrd="0" presId="urn:microsoft.com/office/officeart/2005/8/layout/hList9"/>
    <dgm:cxn modelId="{5F582C36-CF1B-467C-9B71-4CD886C55F39}" srcId="{C055C59B-B531-4630-B020-48202953739B}" destId="{86F9E36A-AB2E-4F1A-B392-B7A8BF2BDAD9}" srcOrd="1" destOrd="0" parTransId="{EA07C91E-EB43-446D-9B1B-108D6B57F0FA}" sibTransId="{108A9812-083F-488B-84ED-9651289E82F7}"/>
    <dgm:cxn modelId="{8F00F338-E737-463A-985B-FCDEE33A90FC}" type="presOf" srcId="{7D2766C6-D067-4040-B1C2-4F845E31129E}" destId="{12385320-EDEA-4BCA-802C-38AD4829BEBC}" srcOrd="0" destOrd="0" presId="urn:microsoft.com/office/officeart/2005/8/layout/hList9"/>
    <dgm:cxn modelId="{C9F8753F-4C6A-46B6-9628-B0D27F028413}" type="presOf" srcId="{E974CE1C-77B0-41BA-8CE1-657ED9A8D05F}" destId="{D6469388-D5AD-4986-95C7-04718192B04B}" srcOrd="1" destOrd="0" presId="urn:microsoft.com/office/officeart/2005/8/layout/hList9"/>
    <dgm:cxn modelId="{D70CF15C-3F65-4B6D-81E0-F1526F07BC6A}" type="presOf" srcId="{EE0FA9C7-D2F1-4C9E-A308-600DBDFCFC40}" destId="{E5DD4614-2ED8-4800-A548-C8BC84F65110}" srcOrd="0" destOrd="0" presId="urn:microsoft.com/office/officeart/2005/8/layout/hList9"/>
    <dgm:cxn modelId="{4F06525D-9B21-4856-ABA6-04CFE8BA085A}" type="presOf" srcId="{E974CE1C-77B0-41BA-8CE1-657ED9A8D05F}" destId="{C52E75FD-C1A4-4A31-914B-E6F623B79142}" srcOrd="0" destOrd="0" presId="urn:microsoft.com/office/officeart/2005/8/layout/hList9"/>
    <dgm:cxn modelId="{8CDC9F6F-E6E9-4BBF-AB7F-1EDFB257BD5A}" type="presOf" srcId="{58C96DAE-177F-42E9-8026-85FC30636CCD}" destId="{C11F7017-45DE-4E93-B1ED-78789F75BDDA}" srcOrd="0" destOrd="0" presId="urn:microsoft.com/office/officeart/2005/8/layout/hList9"/>
    <dgm:cxn modelId="{D33D6F51-2DCD-4C3A-B161-2EC260ED402E}" type="presOf" srcId="{3B081C16-3903-4B29-9E68-C7ED3D5C9190}" destId="{97EF61F5-6DF3-4662-BE5F-31EC06E5B201}" srcOrd="0" destOrd="0" presId="urn:microsoft.com/office/officeart/2005/8/layout/hList9"/>
    <dgm:cxn modelId="{5ABBC577-6076-4323-AF58-C4B44AB4ED74}" srcId="{A67E194A-E57C-4473-8C4F-153ED75BAEB6}" destId="{EE0FA9C7-D2F1-4C9E-A308-600DBDFCFC40}" srcOrd="1" destOrd="0" parTransId="{DF169DDC-75DF-46A1-B3D9-329F27A60E2B}" sibTransId="{EC5DA7F4-2D40-45B0-BA64-B4394DD1B382}"/>
    <dgm:cxn modelId="{A6E09E87-5187-4D94-8064-C60C8EA3EAEC}" srcId="{86F9E36A-AB2E-4F1A-B392-B7A8BF2BDAD9}" destId="{52B31F1C-A5AB-4B0F-B91A-BC78EE9A09A4}" srcOrd="1" destOrd="0" parTransId="{FB8EECD4-3B98-47C2-99F4-5A7DDA45EA6D}" sibTransId="{ECFE822E-D63F-4E0A-A1D0-FD37C57664E7}"/>
    <dgm:cxn modelId="{B02C4B8D-C2EF-4F56-886C-847C44A0874A}" type="presOf" srcId="{D6B7C512-423B-4588-BC99-0D4FC0D47726}" destId="{E35035F8-D944-4631-8634-1AA786F4AF85}" srcOrd="0" destOrd="0" presId="urn:microsoft.com/office/officeart/2005/8/layout/hList9"/>
    <dgm:cxn modelId="{B2A4048E-90C4-4CA1-A8A2-E1ED55E276DC}" type="presOf" srcId="{3D70FC69-8949-4CB6-A31F-F436CFEBCBEA}" destId="{686EF531-998D-480E-B029-DD2D15E4AE6A}" srcOrd="0" destOrd="0" presId="urn:microsoft.com/office/officeart/2005/8/layout/hList9"/>
    <dgm:cxn modelId="{5773C2A9-ABA7-49D4-BB5E-DB7B4C185318}" type="presOf" srcId="{C055C59B-B531-4630-B020-48202953739B}" destId="{B9121B46-C0E5-4983-9C0F-3BD49784B236}" srcOrd="0" destOrd="0" presId="urn:microsoft.com/office/officeart/2005/8/layout/hList9"/>
    <dgm:cxn modelId="{E907F5B4-9AB2-4922-9F27-F5480F1693FA}" type="presOf" srcId="{2A0072BB-DDA8-4D03-888B-F436423F4D15}" destId="{A37697D7-20D9-49C1-94F1-0FC47D30ED38}" srcOrd="1" destOrd="0" presId="urn:microsoft.com/office/officeart/2005/8/layout/hList9"/>
    <dgm:cxn modelId="{93BA2CB8-76E6-4ABE-95BC-EFD937049A19}" type="presOf" srcId="{86F9E36A-AB2E-4F1A-B392-B7A8BF2BDAD9}" destId="{0D5D0DB2-6ADD-43AA-8445-D907ADDC9A4B}" srcOrd="0" destOrd="0" presId="urn:microsoft.com/office/officeart/2005/8/layout/hList9"/>
    <dgm:cxn modelId="{4CA0E2BA-55A5-4017-8E11-8B5C3181041D}" srcId="{9FA58003-44F2-4193-82FB-1C73DDAF1EDF}" destId="{2A0072BB-DDA8-4D03-888B-F436423F4D15}" srcOrd="0" destOrd="0" parTransId="{8AE9FCF6-D5F2-47FD-B597-5DDACCA4FBA5}" sibTransId="{EFC1C6CF-4C28-40BA-8B06-A8A1EF60ED51}"/>
    <dgm:cxn modelId="{203682BB-2A7E-4525-A1CB-03DEF0D810C0}" type="presOf" srcId="{52B31F1C-A5AB-4B0F-B91A-BC78EE9A09A4}" destId="{6E8643E0-8BCF-4379-91E1-B5868ADE1B75}" srcOrd="0" destOrd="0" presId="urn:microsoft.com/office/officeart/2005/8/layout/hList9"/>
    <dgm:cxn modelId="{C0CC26BD-F94F-406F-9F24-0A5B1E15776A}" type="presOf" srcId="{EE0FA9C7-D2F1-4C9E-A308-600DBDFCFC40}" destId="{2841BC8D-EB89-417C-B048-D647793B94F7}" srcOrd="1" destOrd="0" presId="urn:microsoft.com/office/officeart/2005/8/layout/hList9"/>
    <dgm:cxn modelId="{C424C8BE-13CF-4DCA-BFB3-4BCAF3F8005A}" srcId="{C055C59B-B531-4630-B020-48202953739B}" destId="{3D70FC69-8949-4CB6-A31F-F436CFEBCBEA}" srcOrd="2" destOrd="0" parTransId="{30BEA5E8-15DD-4D1A-8215-93ADE5744575}" sibTransId="{ED7175EC-6DCD-49AD-817E-3BAA119622CC}"/>
    <dgm:cxn modelId="{DC530DC9-9FDB-4656-A0E5-11AFC9058C0A}" type="presOf" srcId="{D6B7C512-423B-4588-BC99-0D4FC0D47726}" destId="{10F98398-AB97-4B14-A782-2A3C7DE2D75F}" srcOrd="1" destOrd="0" presId="urn:microsoft.com/office/officeart/2005/8/layout/hList9"/>
    <dgm:cxn modelId="{42DD29D2-B0E3-4585-9DE7-84AF59D526B3}" type="presOf" srcId="{2A0072BB-DDA8-4D03-888B-F436423F4D15}" destId="{224D0614-017F-4EF3-8417-02D20C0A8402}" srcOrd="0" destOrd="0" presId="urn:microsoft.com/office/officeart/2005/8/layout/hList9"/>
    <dgm:cxn modelId="{CE9AC7D5-BC75-465E-83F9-21B158A8A67D}" srcId="{C055C59B-B531-4630-B020-48202953739B}" destId="{9FA58003-44F2-4193-82FB-1C73DDAF1EDF}" srcOrd="0" destOrd="0" parTransId="{B796B959-B4CA-401B-BCE2-2EAD89906FCC}" sibTransId="{E677DA33-682D-48F4-AE79-4063C2B659EC}"/>
    <dgm:cxn modelId="{ABA0EAE2-2F44-436B-AB35-49CF147415B3}" type="presOf" srcId="{3B081C16-3903-4B29-9E68-C7ED3D5C9190}" destId="{8A479429-FE1B-43A0-8C15-92FD35251D1E}" srcOrd="1" destOrd="0" presId="urn:microsoft.com/office/officeart/2005/8/layout/hList9"/>
    <dgm:cxn modelId="{E864C6E6-A29C-4CC5-8042-955DCD8D1001}" srcId="{9FA58003-44F2-4193-82FB-1C73DDAF1EDF}" destId="{3B081C16-3903-4B29-9E68-C7ED3D5C9190}" srcOrd="1" destOrd="0" parTransId="{532B1A93-2AF9-45C4-8FE4-2983660F2256}" sibTransId="{7767CDA4-99F0-4A9C-8279-50AD3530A60E}"/>
    <dgm:cxn modelId="{9062C0F7-4950-470A-A859-1B95988C4330}" type="presOf" srcId="{7D2766C6-D067-4040-B1C2-4F845E31129E}" destId="{B9106826-985B-481F-9485-6026C94EBE87}" srcOrd="1" destOrd="0" presId="urn:microsoft.com/office/officeart/2005/8/layout/hList9"/>
    <dgm:cxn modelId="{46FB7EFB-12DB-4087-9338-4FC7A06B3C1A}" srcId="{C055C59B-B531-4630-B020-48202953739B}" destId="{A67E194A-E57C-4473-8C4F-153ED75BAEB6}" srcOrd="3" destOrd="0" parTransId="{1B280CDE-D2E2-4732-B431-B6A4C5F962D1}" sibTransId="{75558151-B9DD-404E-AFAF-625FB0F42534}"/>
    <dgm:cxn modelId="{D3DEC7FB-81C1-4EFB-B1AE-EBA081CC1DF0}" srcId="{A67E194A-E57C-4473-8C4F-153ED75BAEB6}" destId="{D6B7C512-423B-4588-BC99-0D4FC0D47726}" srcOrd="0" destOrd="0" parTransId="{24243435-76F4-4D97-8C6F-125434D23EDC}" sibTransId="{9D94172B-EED3-46F0-B55C-4D1BC69411E9}"/>
    <dgm:cxn modelId="{12175501-769D-4A64-89CB-26A9A1FD2D62}" type="presParOf" srcId="{B9121B46-C0E5-4983-9C0F-3BD49784B236}" destId="{7C301EB6-181A-4D13-A0F7-BB7EA1725ECA}" srcOrd="0" destOrd="0" presId="urn:microsoft.com/office/officeart/2005/8/layout/hList9"/>
    <dgm:cxn modelId="{8887E650-6294-478A-9FF3-CCB8563FBACC}" type="presParOf" srcId="{B9121B46-C0E5-4983-9C0F-3BD49784B236}" destId="{BBF70008-42CA-45E5-9B85-741D19703CDA}" srcOrd="1" destOrd="0" presId="urn:microsoft.com/office/officeart/2005/8/layout/hList9"/>
    <dgm:cxn modelId="{7E4963C8-A11E-4CCF-ABD7-D97EA64B90B4}" type="presParOf" srcId="{BBF70008-42CA-45E5-9B85-741D19703CDA}" destId="{FF4668B4-DEA9-462D-80B9-215F21FD43A3}" srcOrd="0" destOrd="0" presId="urn:microsoft.com/office/officeart/2005/8/layout/hList9"/>
    <dgm:cxn modelId="{BC4FD54E-6318-4D43-A88F-1961C817E0FF}" type="presParOf" srcId="{BBF70008-42CA-45E5-9B85-741D19703CDA}" destId="{94EA2625-98E5-4FCB-B00D-3740A719E527}" srcOrd="1" destOrd="0" presId="urn:microsoft.com/office/officeart/2005/8/layout/hList9"/>
    <dgm:cxn modelId="{A02FE8AC-1E33-4E18-9B8F-B9C196D69F8D}" type="presParOf" srcId="{94EA2625-98E5-4FCB-B00D-3740A719E527}" destId="{224D0614-017F-4EF3-8417-02D20C0A8402}" srcOrd="0" destOrd="0" presId="urn:microsoft.com/office/officeart/2005/8/layout/hList9"/>
    <dgm:cxn modelId="{1A86BCDD-6F8B-44C8-ABE1-A9C068319F0A}" type="presParOf" srcId="{94EA2625-98E5-4FCB-B00D-3740A719E527}" destId="{A37697D7-20D9-49C1-94F1-0FC47D30ED38}" srcOrd="1" destOrd="0" presId="urn:microsoft.com/office/officeart/2005/8/layout/hList9"/>
    <dgm:cxn modelId="{E8830D76-9986-44D4-B5F3-EBD146FD5ED5}" type="presParOf" srcId="{BBF70008-42CA-45E5-9B85-741D19703CDA}" destId="{3E184D87-1ACA-405B-909F-7EBACEA4FD76}" srcOrd="2" destOrd="0" presId="urn:microsoft.com/office/officeart/2005/8/layout/hList9"/>
    <dgm:cxn modelId="{F4BAFCBD-9E90-4C36-A84C-441C25B52AA4}" type="presParOf" srcId="{3E184D87-1ACA-405B-909F-7EBACEA4FD76}" destId="{97EF61F5-6DF3-4662-BE5F-31EC06E5B201}" srcOrd="0" destOrd="0" presId="urn:microsoft.com/office/officeart/2005/8/layout/hList9"/>
    <dgm:cxn modelId="{59FC4D2C-189B-42F1-A1A0-05D516ECF9C2}" type="presParOf" srcId="{3E184D87-1ACA-405B-909F-7EBACEA4FD76}" destId="{8A479429-FE1B-43A0-8C15-92FD35251D1E}" srcOrd="1" destOrd="0" presId="urn:microsoft.com/office/officeart/2005/8/layout/hList9"/>
    <dgm:cxn modelId="{E3042103-300D-4411-B435-36DD49C511A0}" type="presParOf" srcId="{B9121B46-C0E5-4983-9C0F-3BD49784B236}" destId="{E61B01E3-2CE0-475A-AAFF-81A62044D014}" srcOrd="2" destOrd="0" presId="urn:microsoft.com/office/officeart/2005/8/layout/hList9"/>
    <dgm:cxn modelId="{BC5EC49F-6649-48DF-AAA5-1562C751B563}" type="presParOf" srcId="{B9121B46-C0E5-4983-9C0F-3BD49784B236}" destId="{147B4034-3421-483C-9233-7D44DBEB1F64}" srcOrd="3" destOrd="0" presId="urn:microsoft.com/office/officeart/2005/8/layout/hList9"/>
    <dgm:cxn modelId="{40C13AF3-389D-41FC-AF8B-BA5536D4AE8C}" type="presParOf" srcId="{B9121B46-C0E5-4983-9C0F-3BD49784B236}" destId="{E7C96F21-0812-497E-944C-2D154F225650}" srcOrd="4" destOrd="0" presId="urn:microsoft.com/office/officeart/2005/8/layout/hList9"/>
    <dgm:cxn modelId="{9C4E0E00-0F5B-4B09-9067-A7B02B7E9358}" type="presParOf" srcId="{B9121B46-C0E5-4983-9C0F-3BD49784B236}" destId="{88DD3752-A8FF-4047-92F9-167BBEDE0A9E}" srcOrd="5" destOrd="0" presId="urn:microsoft.com/office/officeart/2005/8/layout/hList9"/>
    <dgm:cxn modelId="{EEE18D3B-0563-45B8-A063-1A84755922A2}" type="presParOf" srcId="{B9121B46-C0E5-4983-9C0F-3BD49784B236}" destId="{87705347-A68A-4659-B6D4-1CE41AE2CE9E}" srcOrd="6" destOrd="0" presId="urn:microsoft.com/office/officeart/2005/8/layout/hList9"/>
    <dgm:cxn modelId="{E35120A2-9DFB-42F6-830A-B3FCF7144F87}" type="presParOf" srcId="{87705347-A68A-4659-B6D4-1CE41AE2CE9E}" destId="{63A64DDE-76D4-4D12-B1E5-7B883FAA4B75}" srcOrd="0" destOrd="0" presId="urn:microsoft.com/office/officeart/2005/8/layout/hList9"/>
    <dgm:cxn modelId="{69F2FA06-CBCA-4E5A-A68B-DF26F6A057E7}" type="presParOf" srcId="{87705347-A68A-4659-B6D4-1CE41AE2CE9E}" destId="{206F591E-0062-4D13-BD93-E9DCACDB4A03}" srcOrd="1" destOrd="0" presId="urn:microsoft.com/office/officeart/2005/8/layout/hList9"/>
    <dgm:cxn modelId="{4EC641A2-0204-4870-9F90-1F142B1D476A}" type="presParOf" srcId="{206F591E-0062-4D13-BD93-E9DCACDB4A03}" destId="{C52E75FD-C1A4-4A31-914B-E6F623B79142}" srcOrd="0" destOrd="0" presId="urn:microsoft.com/office/officeart/2005/8/layout/hList9"/>
    <dgm:cxn modelId="{A49E4BEA-FA0F-4F04-BCBF-DE57F442EDBB}" type="presParOf" srcId="{206F591E-0062-4D13-BD93-E9DCACDB4A03}" destId="{D6469388-D5AD-4986-95C7-04718192B04B}" srcOrd="1" destOrd="0" presId="urn:microsoft.com/office/officeart/2005/8/layout/hList9"/>
    <dgm:cxn modelId="{C148A65A-6868-4F82-9AD1-23F6A6643A27}" type="presParOf" srcId="{87705347-A68A-4659-B6D4-1CE41AE2CE9E}" destId="{B9710BF7-87FE-48C2-A611-22524C7B1533}" srcOrd="2" destOrd="0" presId="urn:microsoft.com/office/officeart/2005/8/layout/hList9"/>
    <dgm:cxn modelId="{63638528-2640-4907-ACE0-15498CEE5826}" type="presParOf" srcId="{B9710BF7-87FE-48C2-A611-22524C7B1533}" destId="{6E8643E0-8BCF-4379-91E1-B5868ADE1B75}" srcOrd="0" destOrd="0" presId="urn:microsoft.com/office/officeart/2005/8/layout/hList9"/>
    <dgm:cxn modelId="{89BE400D-2DF7-47E0-A860-7A5C364CE95D}" type="presParOf" srcId="{B9710BF7-87FE-48C2-A611-22524C7B1533}" destId="{8D2A6D64-A13D-4EFC-864F-9D53EA41C0F2}" srcOrd="1" destOrd="0" presId="urn:microsoft.com/office/officeart/2005/8/layout/hList9"/>
    <dgm:cxn modelId="{B3F95F9B-CABE-47BB-8A56-F7AF115506ED}" type="presParOf" srcId="{B9121B46-C0E5-4983-9C0F-3BD49784B236}" destId="{ABA7C86C-347E-45B3-98C9-502A009005CF}" srcOrd="7" destOrd="0" presId="urn:microsoft.com/office/officeart/2005/8/layout/hList9"/>
    <dgm:cxn modelId="{FF22EBCE-8F3A-44AE-B7A9-6490892FAB83}" type="presParOf" srcId="{B9121B46-C0E5-4983-9C0F-3BD49784B236}" destId="{0D5D0DB2-6ADD-43AA-8445-D907ADDC9A4B}" srcOrd="8" destOrd="0" presId="urn:microsoft.com/office/officeart/2005/8/layout/hList9"/>
    <dgm:cxn modelId="{A81EBCCD-1A00-4998-B4AB-FF322D12CAFE}" type="presParOf" srcId="{B9121B46-C0E5-4983-9C0F-3BD49784B236}" destId="{B1C1A06E-6B8B-4710-BB5F-0E57F78FC942}" srcOrd="9" destOrd="0" presId="urn:microsoft.com/office/officeart/2005/8/layout/hList9"/>
    <dgm:cxn modelId="{54293DEC-3B2A-482D-82AE-DB93A723C2C3}" type="presParOf" srcId="{B9121B46-C0E5-4983-9C0F-3BD49784B236}" destId="{33BC23FB-B270-4635-9F9E-68A3C64B3570}" srcOrd="10" destOrd="0" presId="urn:microsoft.com/office/officeart/2005/8/layout/hList9"/>
    <dgm:cxn modelId="{C3966CD4-52C5-49AB-9D41-81227C9103EA}" type="presParOf" srcId="{B9121B46-C0E5-4983-9C0F-3BD49784B236}" destId="{4D5892E1-3667-4FC3-B248-3F06F22271D0}" srcOrd="11" destOrd="0" presId="urn:microsoft.com/office/officeart/2005/8/layout/hList9"/>
    <dgm:cxn modelId="{9701B12C-BBA6-470B-B36F-CA462C52F5A6}" type="presParOf" srcId="{4D5892E1-3667-4FC3-B248-3F06F22271D0}" destId="{FE7D31B8-67E8-4B18-854F-5561BE1006F6}" srcOrd="0" destOrd="0" presId="urn:microsoft.com/office/officeart/2005/8/layout/hList9"/>
    <dgm:cxn modelId="{7978FCFA-711D-454D-9E48-99C91510432A}" type="presParOf" srcId="{4D5892E1-3667-4FC3-B248-3F06F22271D0}" destId="{CEF4A48E-7C8D-4B24-B1AD-692D3B159F1A}" srcOrd="1" destOrd="0" presId="urn:microsoft.com/office/officeart/2005/8/layout/hList9"/>
    <dgm:cxn modelId="{9CD1AE4C-22C9-4B14-A786-181A681EDD8E}" type="presParOf" srcId="{CEF4A48E-7C8D-4B24-B1AD-692D3B159F1A}" destId="{C11F7017-45DE-4E93-B1ED-78789F75BDDA}" srcOrd="0" destOrd="0" presId="urn:microsoft.com/office/officeart/2005/8/layout/hList9"/>
    <dgm:cxn modelId="{8B3FE3F5-A01A-4802-9F5F-CE4062E8DAC0}" type="presParOf" srcId="{CEF4A48E-7C8D-4B24-B1AD-692D3B159F1A}" destId="{78A9D825-06F9-4ABB-B8CB-469911C3BB17}" srcOrd="1" destOrd="0" presId="urn:microsoft.com/office/officeart/2005/8/layout/hList9"/>
    <dgm:cxn modelId="{3E13C479-ECF7-4AE1-9BC4-43D50F174E7C}" type="presParOf" srcId="{4D5892E1-3667-4FC3-B248-3F06F22271D0}" destId="{5F3A0562-15BF-416D-9A59-D0D31E79EEE1}" srcOrd="2" destOrd="0" presId="urn:microsoft.com/office/officeart/2005/8/layout/hList9"/>
    <dgm:cxn modelId="{5EC395C2-71C8-49D1-9248-275BE7AA3A76}" type="presParOf" srcId="{5F3A0562-15BF-416D-9A59-D0D31E79EEE1}" destId="{12385320-EDEA-4BCA-802C-38AD4829BEBC}" srcOrd="0" destOrd="0" presId="urn:microsoft.com/office/officeart/2005/8/layout/hList9"/>
    <dgm:cxn modelId="{0CBDF37C-D4A6-47A5-9FEB-9D1D4218A920}" type="presParOf" srcId="{5F3A0562-15BF-416D-9A59-D0D31E79EEE1}" destId="{B9106826-985B-481F-9485-6026C94EBE87}" srcOrd="1" destOrd="0" presId="urn:microsoft.com/office/officeart/2005/8/layout/hList9"/>
    <dgm:cxn modelId="{82D676B5-2B36-41EE-BD21-245128C1DC3F}" type="presParOf" srcId="{B9121B46-C0E5-4983-9C0F-3BD49784B236}" destId="{FC512344-B9DB-49CC-8C3A-31C59A581A40}" srcOrd="12" destOrd="0" presId="urn:microsoft.com/office/officeart/2005/8/layout/hList9"/>
    <dgm:cxn modelId="{B4CFAEBF-5C32-431E-A422-5D2ACE5D8CD5}" type="presParOf" srcId="{B9121B46-C0E5-4983-9C0F-3BD49784B236}" destId="{686EF531-998D-480E-B029-DD2D15E4AE6A}" srcOrd="13" destOrd="0" presId="urn:microsoft.com/office/officeart/2005/8/layout/hList9"/>
    <dgm:cxn modelId="{49D4627E-CBD5-44A3-B790-FF21C049C0C9}" type="presParOf" srcId="{B9121B46-C0E5-4983-9C0F-3BD49784B236}" destId="{DFB010FA-FBF9-4849-90A3-9BD39EFBD0AE}" srcOrd="14" destOrd="0" presId="urn:microsoft.com/office/officeart/2005/8/layout/hList9"/>
    <dgm:cxn modelId="{FE74029F-D1E5-411C-8758-87B7E4B82DAC}" type="presParOf" srcId="{B9121B46-C0E5-4983-9C0F-3BD49784B236}" destId="{B4F97749-DE29-49E2-AA74-4834296339F5}" srcOrd="15" destOrd="0" presId="urn:microsoft.com/office/officeart/2005/8/layout/hList9"/>
    <dgm:cxn modelId="{BF754F91-70E3-4847-A0DB-6950434155D2}" type="presParOf" srcId="{B9121B46-C0E5-4983-9C0F-3BD49784B236}" destId="{F1394493-DCEC-431B-BCBB-7D5EDE013256}" srcOrd="16" destOrd="0" presId="urn:microsoft.com/office/officeart/2005/8/layout/hList9"/>
    <dgm:cxn modelId="{2C3EC7FB-5DD0-41C9-B935-2534510807E5}" type="presParOf" srcId="{F1394493-DCEC-431B-BCBB-7D5EDE013256}" destId="{F1050385-B221-46D4-96B0-236BE46B93D6}" srcOrd="0" destOrd="0" presId="urn:microsoft.com/office/officeart/2005/8/layout/hList9"/>
    <dgm:cxn modelId="{1041CF2A-D202-4ADD-86B3-9DBDB0395AC1}" type="presParOf" srcId="{F1394493-DCEC-431B-BCBB-7D5EDE013256}" destId="{8D7E29C7-A97D-4C36-9EC0-C41492602DF4}" srcOrd="1" destOrd="0" presId="urn:microsoft.com/office/officeart/2005/8/layout/hList9"/>
    <dgm:cxn modelId="{8CBA9F9D-47AA-49E6-B751-70DAD39F7010}" type="presParOf" srcId="{8D7E29C7-A97D-4C36-9EC0-C41492602DF4}" destId="{E35035F8-D944-4631-8634-1AA786F4AF85}" srcOrd="0" destOrd="0" presId="urn:microsoft.com/office/officeart/2005/8/layout/hList9"/>
    <dgm:cxn modelId="{63E068B2-0D66-40FE-82D3-2D85230FB874}" type="presParOf" srcId="{8D7E29C7-A97D-4C36-9EC0-C41492602DF4}" destId="{10F98398-AB97-4B14-A782-2A3C7DE2D75F}" srcOrd="1" destOrd="0" presId="urn:microsoft.com/office/officeart/2005/8/layout/hList9"/>
    <dgm:cxn modelId="{DFEC2693-F284-45D2-ABF7-2368BF549D26}" type="presParOf" srcId="{F1394493-DCEC-431B-BCBB-7D5EDE013256}" destId="{5F0A6061-96E4-4523-9790-795B06F6D35A}" srcOrd="2" destOrd="0" presId="urn:microsoft.com/office/officeart/2005/8/layout/hList9"/>
    <dgm:cxn modelId="{9B31A752-98F0-40F8-9AC1-8605518A6730}" type="presParOf" srcId="{5F0A6061-96E4-4523-9790-795B06F6D35A}" destId="{E5DD4614-2ED8-4800-A548-C8BC84F65110}" srcOrd="0" destOrd="0" presId="urn:microsoft.com/office/officeart/2005/8/layout/hList9"/>
    <dgm:cxn modelId="{C978AEA7-6694-4C96-8C6A-81C03FFB15B7}" type="presParOf" srcId="{5F0A6061-96E4-4523-9790-795B06F6D35A}" destId="{2841BC8D-EB89-417C-B048-D647793B94F7}" srcOrd="1" destOrd="0" presId="urn:microsoft.com/office/officeart/2005/8/layout/hList9"/>
    <dgm:cxn modelId="{B2C9E33A-D3AD-4E2C-BE8C-40E1CCF81490}" type="presParOf" srcId="{B9121B46-C0E5-4983-9C0F-3BD49784B236}" destId="{7CBA7802-020D-42DB-9427-9676026D0077}" srcOrd="17" destOrd="0" presId="urn:microsoft.com/office/officeart/2005/8/layout/hList9"/>
    <dgm:cxn modelId="{D568976D-9FF0-484C-A7F0-5861A570926E}" type="presParOf" srcId="{B9121B46-C0E5-4983-9C0F-3BD49784B236}" destId="{69FD1B17-298B-4FF5-9874-3A9B8C1EBA66}" srcOrd="18" destOrd="0" presId="urn:microsoft.com/office/officeart/2005/8/layout/hList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6.xml><?xml version="1.0" encoding="utf-8"?>
<dgm:dataModel xmlns:dgm="http://schemas.openxmlformats.org/drawingml/2006/diagram" xmlns:a="http://schemas.openxmlformats.org/drawingml/2006/main">
  <dgm:ptLst>
    <dgm:pt modelId="{035426D8-6075-4B11-9C73-379EB5885647}" type="doc">
      <dgm:prSet loTypeId="urn:microsoft.com/office/officeart/2005/8/layout/default" loCatId="list" qsTypeId="urn:microsoft.com/office/officeart/2005/8/quickstyle/3d1" qsCatId="3D" csTypeId="urn:microsoft.com/office/officeart/2005/8/colors/colorful1" csCatId="colorful" phldr="1"/>
      <dgm:spPr/>
      <dgm:t>
        <a:bodyPr/>
        <a:lstStyle/>
        <a:p>
          <a:endParaRPr lang="zh-CN" altLang="en-US"/>
        </a:p>
      </dgm:t>
    </dgm:pt>
    <dgm:pt modelId="{087B1576-56B3-43AE-A7F2-DE17E49036A9}">
      <dgm:prSet phldrT="[文本]"/>
      <dgm:spPr/>
      <dgm:t>
        <a:bodyPr/>
        <a:lstStyle/>
        <a:p>
          <a:r>
            <a:rPr lang="zh-CN" altLang="en-US" dirty="0"/>
            <a:t>教师</a:t>
          </a:r>
        </a:p>
      </dgm:t>
    </dgm:pt>
    <dgm:pt modelId="{C1F8C537-7701-4A6F-8094-3BA669ED89B0}" type="parTrans" cxnId="{7F724E9A-FB8E-4DB0-96FB-5157D0C2FD92}">
      <dgm:prSet/>
      <dgm:spPr/>
      <dgm:t>
        <a:bodyPr/>
        <a:lstStyle/>
        <a:p>
          <a:endParaRPr lang="zh-CN" altLang="en-US"/>
        </a:p>
      </dgm:t>
    </dgm:pt>
    <dgm:pt modelId="{2100136A-079B-469C-8E1C-5F2AB59BC65E}" type="sibTrans" cxnId="{7F724E9A-FB8E-4DB0-96FB-5157D0C2FD92}">
      <dgm:prSet/>
      <dgm:spPr/>
      <dgm:t>
        <a:bodyPr/>
        <a:lstStyle/>
        <a:p>
          <a:endParaRPr lang="zh-CN" altLang="en-US"/>
        </a:p>
      </dgm:t>
    </dgm:pt>
    <dgm:pt modelId="{8203054C-C723-47CD-B5E8-F9B3BD34C9E7}">
      <dgm:prSet phldrT="[文本]"/>
      <dgm:spPr/>
      <dgm:t>
        <a:bodyPr/>
        <a:lstStyle/>
        <a:p>
          <a:r>
            <a:rPr lang="zh-CN" altLang="en-US" dirty="0"/>
            <a:t>教学任务</a:t>
          </a:r>
        </a:p>
      </dgm:t>
    </dgm:pt>
    <dgm:pt modelId="{07FE9E3E-0313-4F5F-878D-2B2357E88CBE}" type="parTrans" cxnId="{1D71D105-D6F8-4563-BCB4-B41FC885A3F1}">
      <dgm:prSet/>
      <dgm:spPr/>
      <dgm:t>
        <a:bodyPr/>
        <a:lstStyle/>
        <a:p>
          <a:endParaRPr lang="zh-CN" altLang="en-US"/>
        </a:p>
      </dgm:t>
    </dgm:pt>
    <dgm:pt modelId="{51CE5028-1097-4E53-8742-E3A6E6CD0A4C}" type="sibTrans" cxnId="{1D71D105-D6F8-4563-BCB4-B41FC885A3F1}">
      <dgm:prSet/>
      <dgm:spPr/>
      <dgm:t>
        <a:bodyPr/>
        <a:lstStyle/>
        <a:p>
          <a:endParaRPr lang="zh-CN" altLang="en-US"/>
        </a:p>
      </dgm:t>
    </dgm:pt>
    <dgm:pt modelId="{27B11329-694B-48B4-BC01-3BEC1B834642}">
      <dgm:prSet phldrT="[文本]"/>
      <dgm:spPr/>
      <dgm:t>
        <a:bodyPr/>
        <a:lstStyle/>
        <a:p>
          <a:r>
            <a:rPr lang="zh-CN" altLang="en-US" dirty="0"/>
            <a:t>成绩</a:t>
          </a:r>
        </a:p>
      </dgm:t>
    </dgm:pt>
    <dgm:pt modelId="{F6857FBB-6E9D-4743-B091-40A35F3F909E}" type="parTrans" cxnId="{2DDEE84B-A66D-4355-AB8E-8F66A6ACF98F}">
      <dgm:prSet/>
      <dgm:spPr/>
      <dgm:t>
        <a:bodyPr/>
        <a:lstStyle/>
        <a:p>
          <a:endParaRPr lang="zh-CN" altLang="en-US"/>
        </a:p>
      </dgm:t>
    </dgm:pt>
    <dgm:pt modelId="{E47FEADA-EA7E-4C3F-BE4F-E7DCEA504664}" type="sibTrans" cxnId="{2DDEE84B-A66D-4355-AB8E-8F66A6ACF98F}">
      <dgm:prSet/>
      <dgm:spPr/>
      <dgm:t>
        <a:bodyPr/>
        <a:lstStyle/>
        <a:p>
          <a:endParaRPr lang="zh-CN" altLang="en-US"/>
        </a:p>
      </dgm:t>
    </dgm:pt>
    <dgm:pt modelId="{1692711B-407E-4CF0-B3DE-00238E0A7A8B}">
      <dgm:prSet phldrT="[文本]"/>
      <dgm:spPr/>
      <dgm:t>
        <a:bodyPr/>
        <a:lstStyle/>
        <a:p>
          <a:r>
            <a:rPr lang="zh-CN" altLang="en-US"/>
            <a:t>学生</a:t>
          </a:r>
          <a:endParaRPr lang="zh-CN" altLang="en-US" dirty="0"/>
        </a:p>
      </dgm:t>
    </dgm:pt>
    <dgm:pt modelId="{8415DCF8-2057-4C9D-A48E-B7FB2BA4E23A}" type="parTrans" cxnId="{C8CDB55C-C860-46E1-B0ED-72E57B467C1C}">
      <dgm:prSet/>
      <dgm:spPr/>
      <dgm:t>
        <a:bodyPr/>
        <a:lstStyle/>
        <a:p>
          <a:endParaRPr lang="zh-CN" altLang="en-US"/>
        </a:p>
      </dgm:t>
    </dgm:pt>
    <dgm:pt modelId="{7AE7488A-5B83-4D04-A87A-7121217D7012}" type="sibTrans" cxnId="{C8CDB55C-C860-46E1-B0ED-72E57B467C1C}">
      <dgm:prSet/>
      <dgm:spPr/>
      <dgm:t>
        <a:bodyPr/>
        <a:lstStyle/>
        <a:p>
          <a:endParaRPr lang="zh-CN" altLang="en-US"/>
        </a:p>
      </dgm:t>
    </dgm:pt>
    <dgm:pt modelId="{B3D057C3-9E1C-41F3-A088-0469D45A5982}">
      <dgm:prSet phldrT="[文本]"/>
      <dgm:spPr/>
      <dgm:t>
        <a:bodyPr/>
        <a:lstStyle/>
        <a:p>
          <a:r>
            <a:rPr lang="zh-CN" altLang="en-US"/>
            <a:t>课程</a:t>
          </a:r>
          <a:endParaRPr lang="zh-CN" altLang="en-US" dirty="0"/>
        </a:p>
      </dgm:t>
    </dgm:pt>
    <dgm:pt modelId="{796ABD72-01AB-40C4-B065-F2E458353420}" type="parTrans" cxnId="{A6A4EE23-825C-4642-913A-7C56E6CBBD99}">
      <dgm:prSet/>
      <dgm:spPr/>
      <dgm:t>
        <a:bodyPr/>
        <a:lstStyle/>
        <a:p>
          <a:endParaRPr lang="zh-CN" altLang="en-US"/>
        </a:p>
      </dgm:t>
    </dgm:pt>
    <dgm:pt modelId="{735A8F43-EE3C-489A-9F4B-32093FF67426}" type="sibTrans" cxnId="{A6A4EE23-825C-4642-913A-7C56E6CBBD99}">
      <dgm:prSet/>
      <dgm:spPr/>
      <dgm:t>
        <a:bodyPr/>
        <a:lstStyle/>
        <a:p>
          <a:endParaRPr lang="zh-CN" altLang="en-US"/>
        </a:p>
      </dgm:t>
    </dgm:pt>
    <dgm:pt modelId="{1E0B3EC4-BBDE-48FA-9A5C-F621539812BA}">
      <dgm:prSet phldrT="[文本]"/>
      <dgm:spPr/>
      <dgm:t>
        <a:bodyPr/>
        <a:lstStyle/>
        <a:p>
          <a:r>
            <a:rPr lang="zh-CN" altLang="en-US"/>
            <a:t>班级</a:t>
          </a:r>
          <a:endParaRPr lang="zh-CN" altLang="en-US" dirty="0"/>
        </a:p>
      </dgm:t>
    </dgm:pt>
    <dgm:pt modelId="{F53865F0-56CA-4396-A780-42893275F105}" type="parTrans" cxnId="{DFE0B9D3-0A92-404A-8B45-95ED62290FA4}">
      <dgm:prSet/>
      <dgm:spPr/>
      <dgm:t>
        <a:bodyPr/>
        <a:lstStyle/>
        <a:p>
          <a:endParaRPr lang="zh-CN" altLang="en-US"/>
        </a:p>
      </dgm:t>
    </dgm:pt>
    <dgm:pt modelId="{F757B853-1196-4886-9458-94361DBE28D8}" type="sibTrans" cxnId="{DFE0B9D3-0A92-404A-8B45-95ED62290FA4}">
      <dgm:prSet/>
      <dgm:spPr/>
      <dgm:t>
        <a:bodyPr/>
        <a:lstStyle/>
        <a:p>
          <a:endParaRPr lang="zh-CN" altLang="en-US"/>
        </a:p>
      </dgm:t>
    </dgm:pt>
    <dgm:pt modelId="{0CC622F0-D6B1-4AA9-9F15-10A17B0CAB04}">
      <dgm:prSet phldrT="[文本]"/>
      <dgm:spPr/>
      <dgm:t>
        <a:bodyPr/>
        <a:lstStyle/>
        <a:p>
          <a:r>
            <a:rPr lang="zh-CN" altLang="en-US"/>
            <a:t>专业</a:t>
          </a:r>
          <a:endParaRPr lang="zh-CN" altLang="en-US" dirty="0"/>
        </a:p>
      </dgm:t>
    </dgm:pt>
    <dgm:pt modelId="{FDDE61D5-E899-466C-A7F5-6A7036483823}" type="parTrans" cxnId="{9615B580-F2B1-477F-B967-292910314B09}">
      <dgm:prSet/>
      <dgm:spPr/>
      <dgm:t>
        <a:bodyPr/>
        <a:lstStyle/>
        <a:p>
          <a:endParaRPr lang="zh-CN" altLang="en-US"/>
        </a:p>
      </dgm:t>
    </dgm:pt>
    <dgm:pt modelId="{CDFB56F0-C6B3-4C29-890F-C6677066C12A}" type="sibTrans" cxnId="{9615B580-F2B1-477F-B967-292910314B09}">
      <dgm:prSet/>
      <dgm:spPr/>
      <dgm:t>
        <a:bodyPr/>
        <a:lstStyle/>
        <a:p>
          <a:endParaRPr lang="zh-CN" altLang="en-US"/>
        </a:p>
      </dgm:t>
    </dgm:pt>
    <dgm:pt modelId="{4EB44092-D758-4020-9390-C7DFCC3D34BA}">
      <dgm:prSet phldrT="[文本]"/>
      <dgm:spPr/>
      <dgm:t>
        <a:bodyPr/>
        <a:lstStyle/>
        <a:p>
          <a:r>
            <a:rPr lang="zh-CN" altLang="en-US"/>
            <a:t>二级学院</a:t>
          </a:r>
          <a:endParaRPr lang="zh-CN" altLang="en-US" dirty="0"/>
        </a:p>
      </dgm:t>
    </dgm:pt>
    <dgm:pt modelId="{273505DA-E6EA-421E-A99F-C674B6C732DC}" type="parTrans" cxnId="{F5C6BD55-42A1-44FD-B89F-0AC71D1B1823}">
      <dgm:prSet/>
      <dgm:spPr/>
      <dgm:t>
        <a:bodyPr/>
        <a:lstStyle/>
        <a:p>
          <a:endParaRPr lang="zh-CN" altLang="en-US"/>
        </a:p>
      </dgm:t>
    </dgm:pt>
    <dgm:pt modelId="{0DFBAC25-5DA2-43DF-A187-48148C60C96C}" type="sibTrans" cxnId="{F5C6BD55-42A1-44FD-B89F-0AC71D1B1823}">
      <dgm:prSet/>
      <dgm:spPr/>
      <dgm:t>
        <a:bodyPr/>
        <a:lstStyle/>
        <a:p>
          <a:endParaRPr lang="zh-CN" altLang="en-US"/>
        </a:p>
      </dgm:t>
    </dgm:pt>
    <dgm:pt modelId="{82DD6FA2-5ADE-47C7-80BF-1D3C41FB274A}" type="pres">
      <dgm:prSet presAssocID="{035426D8-6075-4B11-9C73-379EB5885647}" presName="diagram" presStyleCnt="0">
        <dgm:presLayoutVars>
          <dgm:dir/>
          <dgm:resizeHandles val="exact"/>
        </dgm:presLayoutVars>
      </dgm:prSet>
      <dgm:spPr/>
    </dgm:pt>
    <dgm:pt modelId="{AA01074E-4CA1-46E1-8664-79ED1E636BE3}" type="pres">
      <dgm:prSet presAssocID="{1692711B-407E-4CF0-B3DE-00238E0A7A8B}" presName="node" presStyleLbl="node1" presStyleIdx="0" presStyleCnt="8">
        <dgm:presLayoutVars>
          <dgm:bulletEnabled val="1"/>
        </dgm:presLayoutVars>
      </dgm:prSet>
      <dgm:spPr/>
    </dgm:pt>
    <dgm:pt modelId="{4F86E3CF-8A3D-4536-9EE4-1D1D8E107222}" type="pres">
      <dgm:prSet presAssocID="{7AE7488A-5B83-4D04-A87A-7121217D7012}" presName="sibTrans" presStyleCnt="0"/>
      <dgm:spPr/>
    </dgm:pt>
    <dgm:pt modelId="{A47A6802-A165-416B-8284-6B0B261E88E4}" type="pres">
      <dgm:prSet presAssocID="{1E0B3EC4-BBDE-48FA-9A5C-F621539812BA}" presName="node" presStyleLbl="node1" presStyleIdx="1" presStyleCnt="8">
        <dgm:presLayoutVars>
          <dgm:bulletEnabled val="1"/>
        </dgm:presLayoutVars>
      </dgm:prSet>
      <dgm:spPr/>
    </dgm:pt>
    <dgm:pt modelId="{732199F4-3CBF-4AF4-90BE-3B1DE0EE1468}" type="pres">
      <dgm:prSet presAssocID="{F757B853-1196-4886-9458-94361DBE28D8}" presName="sibTrans" presStyleCnt="0"/>
      <dgm:spPr/>
    </dgm:pt>
    <dgm:pt modelId="{26839EFD-8CBB-4F0F-8282-BEBC7B369B67}" type="pres">
      <dgm:prSet presAssocID="{0CC622F0-D6B1-4AA9-9F15-10A17B0CAB04}" presName="node" presStyleLbl="node1" presStyleIdx="2" presStyleCnt="8">
        <dgm:presLayoutVars>
          <dgm:bulletEnabled val="1"/>
        </dgm:presLayoutVars>
      </dgm:prSet>
      <dgm:spPr/>
    </dgm:pt>
    <dgm:pt modelId="{F2185E1B-9B92-4157-979B-38DC8DB4860E}" type="pres">
      <dgm:prSet presAssocID="{CDFB56F0-C6B3-4C29-890F-C6677066C12A}" presName="sibTrans" presStyleCnt="0"/>
      <dgm:spPr/>
    </dgm:pt>
    <dgm:pt modelId="{DADA1FB8-C3DA-4583-BCCA-1AAA5F491603}" type="pres">
      <dgm:prSet presAssocID="{4EB44092-D758-4020-9390-C7DFCC3D34BA}" presName="node" presStyleLbl="node1" presStyleIdx="3" presStyleCnt="8">
        <dgm:presLayoutVars>
          <dgm:bulletEnabled val="1"/>
        </dgm:presLayoutVars>
      </dgm:prSet>
      <dgm:spPr/>
    </dgm:pt>
    <dgm:pt modelId="{66A22B10-7E27-46EE-ABC2-B916158B0B4B}" type="pres">
      <dgm:prSet presAssocID="{0DFBAC25-5DA2-43DF-A187-48148C60C96C}" presName="sibTrans" presStyleCnt="0"/>
      <dgm:spPr/>
    </dgm:pt>
    <dgm:pt modelId="{7E70DEA7-A7BA-4D5B-9C98-C4FE92695C71}" type="pres">
      <dgm:prSet presAssocID="{087B1576-56B3-43AE-A7F2-DE17E49036A9}" presName="node" presStyleLbl="node1" presStyleIdx="4" presStyleCnt="8">
        <dgm:presLayoutVars>
          <dgm:bulletEnabled val="1"/>
        </dgm:presLayoutVars>
      </dgm:prSet>
      <dgm:spPr/>
    </dgm:pt>
    <dgm:pt modelId="{556444AD-DE14-4096-A351-750787A53E89}" type="pres">
      <dgm:prSet presAssocID="{2100136A-079B-469C-8E1C-5F2AB59BC65E}" presName="sibTrans" presStyleCnt="0"/>
      <dgm:spPr/>
    </dgm:pt>
    <dgm:pt modelId="{1E56C6A3-9D39-4546-8F58-D182C9E0525C}" type="pres">
      <dgm:prSet presAssocID="{B3D057C3-9E1C-41F3-A088-0469D45A5982}" presName="node" presStyleLbl="node1" presStyleIdx="5" presStyleCnt="8">
        <dgm:presLayoutVars>
          <dgm:bulletEnabled val="1"/>
        </dgm:presLayoutVars>
      </dgm:prSet>
      <dgm:spPr/>
    </dgm:pt>
    <dgm:pt modelId="{B249925B-8CAF-4974-B5EF-FB53AFF915F4}" type="pres">
      <dgm:prSet presAssocID="{735A8F43-EE3C-489A-9F4B-32093FF67426}" presName="sibTrans" presStyleCnt="0"/>
      <dgm:spPr/>
    </dgm:pt>
    <dgm:pt modelId="{1E4A9677-3117-46F9-933E-0D18B86443E3}" type="pres">
      <dgm:prSet presAssocID="{8203054C-C723-47CD-B5E8-F9B3BD34C9E7}" presName="node" presStyleLbl="node1" presStyleIdx="6" presStyleCnt="8">
        <dgm:presLayoutVars>
          <dgm:bulletEnabled val="1"/>
        </dgm:presLayoutVars>
      </dgm:prSet>
      <dgm:spPr/>
    </dgm:pt>
    <dgm:pt modelId="{A5CB9155-BCE1-4D58-84B4-91E500A609A5}" type="pres">
      <dgm:prSet presAssocID="{51CE5028-1097-4E53-8742-E3A6E6CD0A4C}" presName="sibTrans" presStyleCnt="0"/>
      <dgm:spPr/>
    </dgm:pt>
    <dgm:pt modelId="{1EACC1AA-85F8-442B-8B1D-91764E0FDA50}" type="pres">
      <dgm:prSet presAssocID="{27B11329-694B-48B4-BC01-3BEC1B834642}" presName="node" presStyleLbl="node1" presStyleIdx="7" presStyleCnt="8">
        <dgm:presLayoutVars>
          <dgm:bulletEnabled val="1"/>
        </dgm:presLayoutVars>
      </dgm:prSet>
      <dgm:spPr/>
    </dgm:pt>
  </dgm:ptLst>
  <dgm:cxnLst>
    <dgm:cxn modelId="{1D71D105-D6F8-4563-BCB4-B41FC885A3F1}" srcId="{035426D8-6075-4B11-9C73-379EB5885647}" destId="{8203054C-C723-47CD-B5E8-F9B3BD34C9E7}" srcOrd="6" destOrd="0" parTransId="{07FE9E3E-0313-4F5F-878D-2B2357E88CBE}" sibTransId="{51CE5028-1097-4E53-8742-E3A6E6CD0A4C}"/>
    <dgm:cxn modelId="{A6A4EE23-825C-4642-913A-7C56E6CBBD99}" srcId="{035426D8-6075-4B11-9C73-379EB5885647}" destId="{B3D057C3-9E1C-41F3-A088-0469D45A5982}" srcOrd="5" destOrd="0" parTransId="{796ABD72-01AB-40C4-B065-F2E458353420}" sibTransId="{735A8F43-EE3C-489A-9F4B-32093FF67426}"/>
    <dgm:cxn modelId="{EA7C1331-5017-403F-9B3F-EF0A26DCCBDB}" type="presOf" srcId="{8203054C-C723-47CD-B5E8-F9B3BD34C9E7}" destId="{1E4A9677-3117-46F9-933E-0D18B86443E3}" srcOrd="0" destOrd="0" presId="urn:microsoft.com/office/officeart/2005/8/layout/default"/>
    <dgm:cxn modelId="{0E815A31-8E45-44C5-BBF5-CF4AABF927A6}" type="presOf" srcId="{087B1576-56B3-43AE-A7F2-DE17E49036A9}" destId="{7E70DEA7-A7BA-4D5B-9C98-C4FE92695C71}" srcOrd="0" destOrd="0" presId="urn:microsoft.com/office/officeart/2005/8/layout/default"/>
    <dgm:cxn modelId="{C8CDB55C-C860-46E1-B0ED-72E57B467C1C}" srcId="{035426D8-6075-4B11-9C73-379EB5885647}" destId="{1692711B-407E-4CF0-B3DE-00238E0A7A8B}" srcOrd="0" destOrd="0" parTransId="{8415DCF8-2057-4C9D-A48E-B7FB2BA4E23A}" sibTransId="{7AE7488A-5B83-4D04-A87A-7121217D7012}"/>
    <dgm:cxn modelId="{CDB73462-ED85-4006-96D6-0CF1EA33B6AE}" type="presOf" srcId="{27B11329-694B-48B4-BC01-3BEC1B834642}" destId="{1EACC1AA-85F8-442B-8B1D-91764E0FDA50}" srcOrd="0" destOrd="0" presId="urn:microsoft.com/office/officeart/2005/8/layout/default"/>
    <dgm:cxn modelId="{2DDEE84B-A66D-4355-AB8E-8F66A6ACF98F}" srcId="{035426D8-6075-4B11-9C73-379EB5885647}" destId="{27B11329-694B-48B4-BC01-3BEC1B834642}" srcOrd="7" destOrd="0" parTransId="{F6857FBB-6E9D-4743-B091-40A35F3F909E}" sibTransId="{E47FEADA-EA7E-4C3F-BE4F-E7DCEA504664}"/>
    <dgm:cxn modelId="{3EFC3374-FE48-495A-AC9D-70E588696245}" type="presOf" srcId="{B3D057C3-9E1C-41F3-A088-0469D45A5982}" destId="{1E56C6A3-9D39-4546-8F58-D182C9E0525C}" srcOrd="0" destOrd="0" presId="urn:microsoft.com/office/officeart/2005/8/layout/default"/>
    <dgm:cxn modelId="{F5C6BD55-42A1-44FD-B89F-0AC71D1B1823}" srcId="{035426D8-6075-4B11-9C73-379EB5885647}" destId="{4EB44092-D758-4020-9390-C7DFCC3D34BA}" srcOrd="3" destOrd="0" parTransId="{273505DA-E6EA-421E-A99F-C674B6C732DC}" sibTransId="{0DFBAC25-5DA2-43DF-A187-48148C60C96C}"/>
    <dgm:cxn modelId="{9615B580-F2B1-477F-B967-292910314B09}" srcId="{035426D8-6075-4B11-9C73-379EB5885647}" destId="{0CC622F0-D6B1-4AA9-9F15-10A17B0CAB04}" srcOrd="2" destOrd="0" parTransId="{FDDE61D5-E899-466C-A7F5-6A7036483823}" sibTransId="{CDFB56F0-C6B3-4C29-890F-C6677066C12A}"/>
    <dgm:cxn modelId="{977B2A8F-EF95-4206-95D2-970AB87473FC}" type="presOf" srcId="{1692711B-407E-4CF0-B3DE-00238E0A7A8B}" destId="{AA01074E-4CA1-46E1-8664-79ED1E636BE3}" srcOrd="0" destOrd="0" presId="urn:microsoft.com/office/officeart/2005/8/layout/default"/>
    <dgm:cxn modelId="{8A078C91-6A2F-4FD5-9A3D-8EE165E33C0B}" type="presOf" srcId="{4EB44092-D758-4020-9390-C7DFCC3D34BA}" destId="{DADA1FB8-C3DA-4583-BCCA-1AAA5F491603}" srcOrd="0" destOrd="0" presId="urn:microsoft.com/office/officeart/2005/8/layout/default"/>
    <dgm:cxn modelId="{50984297-4A76-4FFD-8350-27FA08E5851D}" type="presOf" srcId="{0CC622F0-D6B1-4AA9-9F15-10A17B0CAB04}" destId="{26839EFD-8CBB-4F0F-8282-BEBC7B369B67}" srcOrd="0" destOrd="0" presId="urn:microsoft.com/office/officeart/2005/8/layout/default"/>
    <dgm:cxn modelId="{7F724E9A-FB8E-4DB0-96FB-5157D0C2FD92}" srcId="{035426D8-6075-4B11-9C73-379EB5885647}" destId="{087B1576-56B3-43AE-A7F2-DE17E49036A9}" srcOrd="4" destOrd="0" parTransId="{C1F8C537-7701-4A6F-8094-3BA669ED89B0}" sibTransId="{2100136A-079B-469C-8E1C-5F2AB59BC65E}"/>
    <dgm:cxn modelId="{F1323DB1-2B77-499C-9A19-810FCD5E16CE}" type="presOf" srcId="{035426D8-6075-4B11-9C73-379EB5885647}" destId="{82DD6FA2-5ADE-47C7-80BF-1D3C41FB274A}" srcOrd="0" destOrd="0" presId="urn:microsoft.com/office/officeart/2005/8/layout/default"/>
    <dgm:cxn modelId="{DFE0B9D3-0A92-404A-8B45-95ED62290FA4}" srcId="{035426D8-6075-4B11-9C73-379EB5885647}" destId="{1E0B3EC4-BBDE-48FA-9A5C-F621539812BA}" srcOrd="1" destOrd="0" parTransId="{F53865F0-56CA-4396-A780-42893275F105}" sibTransId="{F757B853-1196-4886-9458-94361DBE28D8}"/>
    <dgm:cxn modelId="{31B1DAFA-AEAD-49F4-A990-DEACF2E4005B}" type="presOf" srcId="{1E0B3EC4-BBDE-48FA-9A5C-F621539812BA}" destId="{A47A6802-A165-416B-8284-6B0B261E88E4}" srcOrd="0" destOrd="0" presId="urn:microsoft.com/office/officeart/2005/8/layout/default"/>
    <dgm:cxn modelId="{5600A6FF-F0FF-4BB2-809D-6A97EDDE405A}" type="presParOf" srcId="{82DD6FA2-5ADE-47C7-80BF-1D3C41FB274A}" destId="{AA01074E-4CA1-46E1-8664-79ED1E636BE3}" srcOrd="0" destOrd="0" presId="urn:microsoft.com/office/officeart/2005/8/layout/default"/>
    <dgm:cxn modelId="{2A547061-69BA-4BCC-B855-F23238E1E35C}" type="presParOf" srcId="{82DD6FA2-5ADE-47C7-80BF-1D3C41FB274A}" destId="{4F86E3CF-8A3D-4536-9EE4-1D1D8E107222}" srcOrd="1" destOrd="0" presId="urn:microsoft.com/office/officeart/2005/8/layout/default"/>
    <dgm:cxn modelId="{F8B3FAA7-02F4-48CA-A048-B565D42CC55A}" type="presParOf" srcId="{82DD6FA2-5ADE-47C7-80BF-1D3C41FB274A}" destId="{A47A6802-A165-416B-8284-6B0B261E88E4}" srcOrd="2" destOrd="0" presId="urn:microsoft.com/office/officeart/2005/8/layout/default"/>
    <dgm:cxn modelId="{9B17152B-44A6-4716-9BFA-52901C1D5BE5}" type="presParOf" srcId="{82DD6FA2-5ADE-47C7-80BF-1D3C41FB274A}" destId="{732199F4-3CBF-4AF4-90BE-3B1DE0EE1468}" srcOrd="3" destOrd="0" presId="urn:microsoft.com/office/officeart/2005/8/layout/default"/>
    <dgm:cxn modelId="{E19BA15B-BFB1-41AE-91EE-40ACE4620D8C}" type="presParOf" srcId="{82DD6FA2-5ADE-47C7-80BF-1D3C41FB274A}" destId="{26839EFD-8CBB-4F0F-8282-BEBC7B369B67}" srcOrd="4" destOrd="0" presId="urn:microsoft.com/office/officeart/2005/8/layout/default"/>
    <dgm:cxn modelId="{1D195CDC-AE72-4C80-B911-D7A7CB80B91A}" type="presParOf" srcId="{82DD6FA2-5ADE-47C7-80BF-1D3C41FB274A}" destId="{F2185E1B-9B92-4157-979B-38DC8DB4860E}" srcOrd="5" destOrd="0" presId="urn:microsoft.com/office/officeart/2005/8/layout/default"/>
    <dgm:cxn modelId="{C5780749-0540-47F5-9CF6-775BB033036E}" type="presParOf" srcId="{82DD6FA2-5ADE-47C7-80BF-1D3C41FB274A}" destId="{DADA1FB8-C3DA-4583-BCCA-1AAA5F491603}" srcOrd="6" destOrd="0" presId="urn:microsoft.com/office/officeart/2005/8/layout/default"/>
    <dgm:cxn modelId="{2E1D829F-58B6-4F40-97BF-6F5DBDCAF5E5}" type="presParOf" srcId="{82DD6FA2-5ADE-47C7-80BF-1D3C41FB274A}" destId="{66A22B10-7E27-46EE-ABC2-B916158B0B4B}" srcOrd="7" destOrd="0" presId="urn:microsoft.com/office/officeart/2005/8/layout/default"/>
    <dgm:cxn modelId="{98615DD1-083D-4794-841A-C925944B5A13}" type="presParOf" srcId="{82DD6FA2-5ADE-47C7-80BF-1D3C41FB274A}" destId="{7E70DEA7-A7BA-4D5B-9C98-C4FE92695C71}" srcOrd="8" destOrd="0" presId="urn:microsoft.com/office/officeart/2005/8/layout/default"/>
    <dgm:cxn modelId="{8AFB1260-7C40-4963-B7BE-367B689C6310}" type="presParOf" srcId="{82DD6FA2-5ADE-47C7-80BF-1D3C41FB274A}" destId="{556444AD-DE14-4096-A351-750787A53E89}" srcOrd="9" destOrd="0" presId="urn:microsoft.com/office/officeart/2005/8/layout/default"/>
    <dgm:cxn modelId="{E2B4518E-137D-4A65-8E67-0A47B33AEB1F}" type="presParOf" srcId="{82DD6FA2-5ADE-47C7-80BF-1D3C41FB274A}" destId="{1E56C6A3-9D39-4546-8F58-D182C9E0525C}" srcOrd="10" destOrd="0" presId="urn:microsoft.com/office/officeart/2005/8/layout/default"/>
    <dgm:cxn modelId="{77B8D74B-0103-4A4E-915E-7D459F843A6E}" type="presParOf" srcId="{82DD6FA2-5ADE-47C7-80BF-1D3C41FB274A}" destId="{B249925B-8CAF-4974-B5EF-FB53AFF915F4}" srcOrd="11" destOrd="0" presId="urn:microsoft.com/office/officeart/2005/8/layout/default"/>
    <dgm:cxn modelId="{B271703F-44A4-414B-BE49-23B6517A1BA3}" type="presParOf" srcId="{82DD6FA2-5ADE-47C7-80BF-1D3C41FB274A}" destId="{1E4A9677-3117-46F9-933E-0D18B86443E3}" srcOrd="12" destOrd="0" presId="urn:microsoft.com/office/officeart/2005/8/layout/default"/>
    <dgm:cxn modelId="{1E9D61C1-1CC0-47BD-87FF-2D2B99B076C2}" type="presParOf" srcId="{82DD6FA2-5ADE-47C7-80BF-1D3C41FB274A}" destId="{A5CB9155-BCE1-4D58-84B4-91E500A609A5}" srcOrd="13" destOrd="0" presId="urn:microsoft.com/office/officeart/2005/8/layout/default"/>
    <dgm:cxn modelId="{B936E401-DA1A-4850-A2FB-294C5774DC62}" type="presParOf" srcId="{82DD6FA2-5ADE-47C7-80BF-1D3C41FB274A}" destId="{1EACC1AA-85F8-442B-8B1D-91764E0FDA50}" srcOrd="1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37.xml><?xml version="1.0" encoding="utf-8"?>
<dgm:dataModel xmlns:dgm="http://schemas.openxmlformats.org/drawingml/2006/diagram" xmlns:a="http://schemas.openxmlformats.org/drawingml/2006/main">
  <dgm:ptLst>
    <dgm:pt modelId="{035426D8-6075-4B11-9C73-379EB5885647}" type="doc">
      <dgm:prSet loTypeId="urn:microsoft.com/office/officeart/2005/8/layout/default" loCatId="list" qsTypeId="urn:microsoft.com/office/officeart/2005/8/quickstyle/3d1" qsCatId="3D" csTypeId="urn:microsoft.com/office/officeart/2005/8/colors/colorful1" csCatId="colorful" phldr="1"/>
      <dgm:spPr/>
      <dgm:t>
        <a:bodyPr/>
        <a:lstStyle/>
        <a:p>
          <a:endParaRPr lang="zh-CN" altLang="en-US"/>
        </a:p>
      </dgm:t>
    </dgm:pt>
    <dgm:pt modelId="{087B1576-56B3-43AE-A7F2-DE17E49036A9}">
      <dgm:prSet phldrT="[文本]"/>
      <dgm:spPr/>
      <dgm:t>
        <a:bodyPr/>
        <a:lstStyle/>
        <a:p>
          <a:r>
            <a:rPr lang="zh-CN" altLang="en-US" dirty="0"/>
            <a:t>教师</a:t>
          </a:r>
        </a:p>
      </dgm:t>
    </dgm:pt>
    <dgm:pt modelId="{C1F8C537-7701-4A6F-8094-3BA669ED89B0}" type="parTrans" cxnId="{7F724E9A-FB8E-4DB0-96FB-5157D0C2FD92}">
      <dgm:prSet/>
      <dgm:spPr/>
      <dgm:t>
        <a:bodyPr/>
        <a:lstStyle/>
        <a:p>
          <a:endParaRPr lang="zh-CN" altLang="en-US"/>
        </a:p>
      </dgm:t>
    </dgm:pt>
    <dgm:pt modelId="{2100136A-079B-469C-8E1C-5F2AB59BC65E}" type="sibTrans" cxnId="{7F724E9A-FB8E-4DB0-96FB-5157D0C2FD92}">
      <dgm:prSet/>
      <dgm:spPr/>
      <dgm:t>
        <a:bodyPr/>
        <a:lstStyle/>
        <a:p>
          <a:endParaRPr lang="zh-CN" altLang="en-US"/>
        </a:p>
      </dgm:t>
    </dgm:pt>
    <dgm:pt modelId="{8203054C-C723-47CD-B5E8-F9B3BD34C9E7}">
      <dgm:prSet phldrT="[文本]"/>
      <dgm:spPr/>
      <dgm:t>
        <a:bodyPr/>
        <a:lstStyle/>
        <a:p>
          <a:r>
            <a:rPr lang="zh-CN" altLang="en-US" dirty="0"/>
            <a:t>教学任务</a:t>
          </a:r>
        </a:p>
      </dgm:t>
    </dgm:pt>
    <dgm:pt modelId="{07FE9E3E-0313-4F5F-878D-2B2357E88CBE}" type="parTrans" cxnId="{1D71D105-D6F8-4563-BCB4-B41FC885A3F1}">
      <dgm:prSet/>
      <dgm:spPr/>
      <dgm:t>
        <a:bodyPr/>
        <a:lstStyle/>
        <a:p>
          <a:endParaRPr lang="zh-CN" altLang="en-US"/>
        </a:p>
      </dgm:t>
    </dgm:pt>
    <dgm:pt modelId="{51CE5028-1097-4E53-8742-E3A6E6CD0A4C}" type="sibTrans" cxnId="{1D71D105-D6F8-4563-BCB4-B41FC885A3F1}">
      <dgm:prSet/>
      <dgm:spPr/>
      <dgm:t>
        <a:bodyPr/>
        <a:lstStyle/>
        <a:p>
          <a:endParaRPr lang="zh-CN" altLang="en-US"/>
        </a:p>
      </dgm:t>
    </dgm:pt>
    <dgm:pt modelId="{27B11329-694B-48B4-BC01-3BEC1B834642}">
      <dgm:prSet phldrT="[文本]"/>
      <dgm:spPr/>
      <dgm:t>
        <a:bodyPr/>
        <a:lstStyle/>
        <a:p>
          <a:r>
            <a:rPr lang="zh-CN" altLang="en-US" dirty="0"/>
            <a:t>成绩</a:t>
          </a:r>
        </a:p>
      </dgm:t>
    </dgm:pt>
    <dgm:pt modelId="{F6857FBB-6E9D-4743-B091-40A35F3F909E}" type="parTrans" cxnId="{2DDEE84B-A66D-4355-AB8E-8F66A6ACF98F}">
      <dgm:prSet/>
      <dgm:spPr/>
      <dgm:t>
        <a:bodyPr/>
        <a:lstStyle/>
        <a:p>
          <a:endParaRPr lang="zh-CN" altLang="en-US"/>
        </a:p>
      </dgm:t>
    </dgm:pt>
    <dgm:pt modelId="{E47FEADA-EA7E-4C3F-BE4F-E7DCEA504664}" type="sibTrans" cxnId="{2DDEE84B-A66D-4355-AB8E-8F66A6ACF98F}">
      <dgm:prSet/>
      <dgm:spPr/>
      <dgm:t>
        <a:bodyPr/>
        <a:lstStyle/>
        <a:p>
          <a:endParaRPr lang="zh-CN" altLang="en-US"/>
        </a:p>
      </dgm:t>
    </dgm:pt>
    <dgm:pt modelId="{1692711B-407E-4CF0-B3DE-00238E0A7A8B}">
      <dgm:prSet phldrT="[文本]"/>
      <dgm:spPr/>
      <dgm:t>
        <a:bodyPr/>
        <a:lstStyle/>
        <a:p>
          <a:r>
            <a:rPr lang="zh-CN" altLang="en-US"/>
            <a:t>学生</a:t>
          </a:r>
          <a:endParaRPr lang="zh-CN" altLang="en-US" dirty="0"/>
        </a:p>
      </dgm:t>
    </dgm:pt>
    <dgm:pt modelId="{8415DCF8-2057-4C9D-A48E-B7FB2BA4E23A}" type="parTrans" cxnId="{C8CDB55C-C860-46E1-B0ED-72E57B467C1C}">
      <dgm:prSet/>
      <dgm:spPr/>
      <dgm:t>
        <a:bodyPr/>
        <a:lstStyle/>
        <a:p>
          <a:endParaRPr lang="zh-CN" altLang="en-US"/>
        </a:p>
      </dgm:t>
    </dgm:pt>
    <dgm:pt modelId="{7AE7488A-5B83-4D04-A87A-7121217D7012}" type="sibTrans" cxnId="{C8CDB55C-C860-46E1-B0ED-72E57B467C1C}">
      <dgm:prSet/>
      <dgm:spPr/>
      <dgm:t>
        <a:bodyPr/>
        <a:lstStyle/>
        <a:p>
          <a:endParaRPr lang="zh-CN" altLang="en-US"/>
        </a:p>
      </dgm:t>
    </dgm:pt>
    <dgm:pt modelId="{FC87FDDF-4630-4EB5-8E02-951DE5D03147}">
      <dgm:prSet phldrT="[文本]"/>
      <dgm:spPr>
        <a:solidFill>
          <a:srgbClr val="62A336"/>
        </a:solidFill>
      </dgm:spPr>
      <dgm:t>
        <a:bodyPr/>
        <a:lstStyle/>
        <a:p>
          <a:r>
            <a:rPr lang="zh-CN" altLang="en-US"/>
            <a:t>课程</a:t>
          </a:r>
          <a:endParaRPr lang="zh-CN" altLang="en-US" dirty="0"/>
        </a:p>
      </dgm:t>
    </dgm:pt>
    <dgm:pt modelId="{D5F995BE-CA60-4B93-A070-BA097EE252CF}" type="parTrans" cxnId="{085534E6-2647-4692-AFDD-7FBC82F978E0}">
      <dgm:prSet/>
      <dgm:spPr/>
      <dgm:t>
        <a:bodyPr/>
        <a:lstStyle/>
        <a:p>
          <a:endParaRPr lang="zh-CN" altLang="en-US"/>
        </a:p>
      </dgm:t>
    </dgm:pt>
    <dgm:pt modelId="{F94A78BB-3618-4580-AE77-D88A72A9051F}" type="sibTrans" cxnId="{085534E6-2647-4692-AFDD-7FBC82F978E0}">
      <dgm:prSet/>
      <dgm:spPr/>
      <dgm:t>
        <a:bodyPr/>
        <a:lstStyle/>
        <a:p>
          <a:endParaRPr lang="zh-CN" altLang="en-US"/>
        </a:p>
      </dgm:t>
    </dgm:pt>
    <dgm:pt modelId="{A0784BD6-58D6-48B1-94E9-A4E1C8332EEC}">
      <dgm:prSet phldrT="[文本]"/>
      <dgm:spPr>
        <a:solidFill>
          <a:srgbClr val="36A56E"/>
        </a:solidFill>
        <a:ln>
          <a:solidFill>
            <a:srgbClr val="FF0000"/>
          </a:solidFill>
        </a:ln>
      </dgm:spPr>
      <dgm:t>
        <a:bodyPr/>
        <a:lstStyle/>
        <a:p>
          <a:r>
            <a:rPr lang="zh-CN" altLang="en-US"/>
            <a:t>班级</a:t>
          </a:r>
          <a:endParaRPr lang="zh-CN" altLang="en-US" dirty="0"/>
        </a:p>
      </dgm:t>
    </dgm:pt>
    <dgm:pt modelId="{9AD27A0C-E1D3-4534-BA2C-3EA031F5F194}" type="parTrans" cxnId="{2445476F-E028-44BE-9354-876BF8BBB4C7}">
      <dgm:prSet/>
      <dgm:spPr/>
      <dgm:t>
        <a:bodyPr/>
        <a:lstStyle/>
        <a:p>
          <a:endParaRPr lang="zh-CN" altLang="en-US"/>
        </a:p>
      </dgm:t>
    </dgm:pt>
    <dgm:pt modelId="{F90B17C2-A575-40DF-9CA6-E5DFECB65651}" type="sibTrans" cxnId="{2445476F-E028-44BE-9354-876BF8BBB4C7}">
      <dgm:prSet/>
      <dgm:spPr/>
      <dgm:t>
        <a:bodyPr/>
        <a:lstStyle/>
        <a:p>
          <a:endParaRPr lang="zh-CN" altLang="en-US"/>
        </a:p>
      </dgm:t>
    </dgm:pt>
    <dgm:pt modelId="{90DD4A3D-0ED8-4602-8471-18BA24B83F53}">
      <dgm:prSet phldrT="[文本]"/>
      <dgm:spPr>
        <a:solidFill>
          <a:srgbClr val="4EB1CD"/>
        </a:solidFill>
        <a:ln>
          <a:solidFill>
            <a:srgbClr val="FF0000"/>
          </a:solidFill>
        </a:ln>
      </dgm:spPr>
      <dgm:t>
        <a:bodyPr/>
        <a:lstStyle/>
        <a:p>
          <a:r>
            <a:rPr lang="zh-CN" altLang="en-US"/>
            <a:t>专业</a:t>
          </a:r>
          <a:endParaRPr lang="zh-CN" altLang="en-US" dirty="0"/>
        </a:p>
      </dgm:t>
    </dgm:pt>
    <dgm:pt modelId="{B9ED5767-F503-417C-87DA-CC753148B1E1}" type="parTrans" cxnId="{0FFFD97C-D9E3-4527-8FAC-B6E3F3AFB5E3}">
      <dgm:prSet/>
      <dgm:spPr/>
      <dgm:t>
        <a:bodyPr/>
        <a:lstStyle/>
        <a:p>
          <a:endParaRPr lang="zh-CN" altLang="en-US"/>
        </a:p>
      </dgm:t>
    </dgm:pt>
    <dgm:pt modelId="{03E9557D-D5EB-4C18-9670-4E67CE58770B}" type="sibTrans" cxnId="{0FFFD97C-D9E3-4527-8FAC-B6E3F3AFB5E3}">
      <dgm:prSet/>
      <dgm:spPr/>
      <dgm:t>
        <a:bodyPr/>
        <a:lstStyle/>
        <a:p>
          <a:endParaRPr lang="zh-CN" altLang="en-US"/>
        </a:p>
      </dgm:t>
    </dgm:pt>
    <dgm:pt modelId="{D14F8A88-5A26-4911-B84A-B628805800DB}">
      <dgm:prSet phldrT="[文本]"/>
      <dgm:spPr>
        <a:solidFill>
          <a:srgbClr val="50C2F7"/>
        </a:solidFill>
        <a:ln>
          <a:solidFill>
            <a:srgbClr val="FF0000"/>
          </a:solidFill>
        </a:ln>
      </dgm:spPr>
      <dgm:t>
        <a:bodyPr/>
        <a:lstStyle/>
        <a:p>
          <a:r>
            <a:rPr lang="zh-CN" altLang="en-US"/>
            <a:t>二级学院</a:t>
          </a:r>
          <a:endParaRPr lang="zh-CN" altLang="en-US" dirty="0"/>
        </a:p>
      </dgm:t>
    </dgm:pt>
    <dgm:pt modelId="{AFDD7942-E7A6-4AE0-9126-676C5CADC6D6}" type="parTrans" cxnId="{C00642E5-C936-4882-8722-D471EC742B81}">
      <dgm:prSet/>
      <dgm:spPr/>
      <dgm:t>
        <a:bodyPr/>
        <a:lstStyle/>
        <a:p>
          <a:endParaRPr lang="zh-CN" altLang="en-US"/>
        </a:p>
      </dgm:t>
    </dgm:pt>
    <dgm:pt modelId="{CFD4F33F-44C6-482B-AA41-F9A26E5C6951}" type="sibTrans" cxnId="{C00642E5-C936-4882-8722-D471EC742B81}">
      <dgm:prSet/>
      <dgm:spPr/>
      <dgm:t>
        <a:bodyPr/>
        <a:lstStyle/>
        <a:p>
          <a:endParaRPr lang="zh-CN" altLang="en-US"/>
        </a:p>
      </dgm:t>
    </dgm:pt>
    <dgm:pt modelId="{82DD6FA2-5ADE-47C7-80BF-1D3C41FB274A}" type="pres">
      <dgm:prSet presAssocID="{035426D8-6075-4B11-9C73-379EB5885647}" presName="diagram" presStyleCnt="0">
        <dgm:presLayoutVars>
          <dgm:dir/>
          <dgm:resizeHandles val="exact"/>
        </dgm:presLayoutVars>
      </dgm:prSet>
      <dgm:spPr/>
    </dgm:pt>
    <dgm:pt modelId="{AA01074E-4CA1-46E1-8664-79ED1E636BE3}" type="pres">
      <dgm:prSet presAssocID="{1692711B-407E-4CF0-B3DE-00238E0A7A8B}" presName="node" presStyleLbl="node1" presStyleIdx="0" presStyleCnt="8">
        <dgm:presLayoutVars>
          <dgm:bulletEnabled val="1"/>
        </dgm:presLayoutVars>
      </dgm:prSet>
      <dgm:spPr/>
    </dgm:pt>
    <dgm:pt modelId="{4F86E3CF-8A3D-4536-9EE4-1D1D8E107222}" type="pres">
      <dgm:prSet presAssocID="{7AE7488A-5B83-4D04-A87A-7121217D7012}" presName="sibTrans" presStyleCnt="0"/>
      <dgm:spPr/>
    </dgm:pt>
    <dgm:pt modelId="{35383FF5-726A-4216-B585-47522D0D8161}" type="pres">
      <dgm:prSet presAssocID="{A0784BD6-58D6-48B1-94E9-A4E1C8332EEC}" presName="node" presStyleLbl="node1" presStyleIdx="1" presStyleCnt="8">
        <dgm:presLayoutVars>
          <dgm:bulletEnabled val="1"/>
        </dgm:presLayoutVars>
      </dgm:prSet>
      <dgm:spPr/>
    </dgm:pt>
    <dgm:pt modelId="{AC883C21-9B3A-45CB-9DC4-D3F89EF4BB25}" type="pres">
      <dgm:prSet presAssocID="{F90B17C2-A575-40DF-9CA6-E5DFECB65651}" presName="sibTrans" presStyleCnt="0"/>
      <dgm:spPr/>
    </dgm:pt>
    <dgm:pt modelId="{7E70DEA7-A7BA-4D5B-9C98-C4FE92695C71}" type="pres">
      <dgm:prSet presAssocID="{087B1576-56B3-43AE-A7F2-DE17E49036A9}" presName="node" presStyleLbl="node1" presStyleIdx="2" presStyleCnt="8">
        <dgm:presLayoutVars>
          <dgm:bulletEnabled val="1"/>
        </dgm:presLayoutVars>
      </dgm:prSet>
      <dgm:spPr/>
    </dgm:pt>
    <dgm:pt modelId="{556444AD-DE14-4096-A351-750787A53E89}" type="pres">
      <dgm:prSet presAssocID="{2100136A-079B-469C-8E1C-5F2AB59BC65E}" presName="sibTrans" presStyleCnt="0"/>
      <dgm:spPr/>
    </dgm:pt>
    <dgm:pt modelId="{6DA0140B-FF9E-4923-8187-32E8CF73DEA6}" type="pres">
      <dgm:prSet presAssocID="{90DD4A3D-0ED8-4602-8471-18BA24B83F53}" presName="node" presStyleLbl="node1" presStyleIdx="3" presStyleCnt="8">
        <dgm:presLayoutVars>
          <dgm:bulletEnabled val="1"/>
        </dgm:presLayoutVars>
      </dgm:prSet>
      <dgm:spPr/>
    </dgm:pt>
    <dgm:pt modelId="{09A104C0-E5A6-49AA-9051-2AA100183B7D}" type="pres">
      <dgm:prSet presAssocID="{03E9557D-D5EB-4C18-9670-4E67CE58770B}" presName="sibTrans" presStyleCnt="0"/>
      <dgm:spPr/>
    </dgm:pt>
    <dgm:pt modelId="{88CE451D-9B9C-47F2-A291-5637A18997AA}" type="pres">
      <dgm:prSet presAssocID="{D14F8A88-5A26-4911-B84A-B628805800DB}" presName="node" presStyleLbl="node1" presStyleIdx="4" presStyleCnt="8">
        <dgm:presLayoutVars>
          <dgm:bulletEnabled val="1"/>
        </dgm:presLayoutVars>
      </dgm:prSet>
      <dgm:spPr/>
    </dgm:pt>
    <dgm:pt modelId="{848986CD-3984-4692-AF81-4D83BE130DE5}" type="pres">
      <dgm:prSet presAssocID="{CFD4F33F-44C6-482B-AA41-F9A26E5C6951}" presName="sibTrans" presStyleCnt="0"/>
      <dgm:spPr/>
    </dgm:pt>
    <dgm:pt modelId="{183F9AF7-E2C6-46EC-9154-D3CBABF296E0}" type="pres">
      <dgm:prSet presAssocID="{FC87FDDF-4630-4EB5-8E02-951DE5D03147}" presName="node" presStyleLbl="node1" presStyleIdx="5" presStyleCnt="8">
        <dgm:presLayoutVars>
          <dgm:bulletEnabled val="1"/>
        </dgm:presLayoutVars>
      </dgm:prSet>
      <dgm:spPr/>
    </dgm:pt>
    <dgm:pt modelId="{8F2E13A7-8F1F-4779-81A9-0918384D749B}" type="pres">
      <dgm:prSet presAssocID="{F94A78BB-3618-4580-AE77-D88A72A9051F}" presName="sibTrans" presStyleCnt="0"/>
      <dgm:spPr/>
    </dgm:pt>
    <dgm:pt modelId="{1E4A9677-3117-46F9-933E-0D18B86443E3}" type="pres">
      <dgm:prSet presAssocID="{8203054C-C723-47CD-B5E8-F9B3BD34C9E7}" presName="node" presStyleLbl="node1" presStyleIdx="6" presStyleCnt="8">
        <dgm:presLayoutVars>
          <dgm:bulletEnabled val="1"/>
        </dgm:presLayoutVars>
      </dgm:prSet>
      <dgm:spPr/>
    </dgm:pt>
    <dgm:pt modelId="{A5CB9155-BCE1-4D58-84B4-91E500A609A5}" type="pres">
      <dgm:prSet presAssocID="{51CE5028-1097-4E53-8742-E3A6E6CD0A4C}" presName="sibTrans" presStyleCnt="0"/>
      <dgm:spPr/>
    </dgm:pt>
    <dgm:pt modelId="{1EACC1AA-85F8-442B-8B1D-91764E0FDA50}" type="pres">
      <dgm:prSet presAssocID="{27B11329-694B-48B4-BC01-3BEC1B834642}" presName="node" presStyleLbl="node1" presStyleIdx="7" presStyleCnt="8">
        <dgm:presLayoutVars>
          <dgm:bulletEnabled val="1"/>
        </dgm:presLayoutVars>
      </dgm:prSet>
      <dgm:spPr/>
    </dgm:pt>
  </dgm:ptLst>
  <dgm:cxnLst>
    <dgm:cxn modelId="{2D361004-72B2-4756-9DDC-E5210CFCC619}" type="presOf" srcId="{D14F8A88-5A26-4911-B84A-B628805800DB}" destId="{88CE451D-9B9C-47F2-A291-5637A18997AA}" srcOrd="0" destOrd="0" presId="urn:microsoft.com/office/officeart/2005/8/layout/default"/>
    <dgm:cxn modelId="{1D71D105-D6F8-4563-BCB4-B41FC885A3F1}" srcId="{035426D8-6075-4B11-9C73-379EB5885647}" destId="{8203054C-C723-47CD-B5E8-F9B3BD34C9E7}" srcOrd="6" destOrd="0" parTransId="{07FE9E3E-0313-4F5F-878D-2B2357E88CBE}" sibTransId="{51CE5028-1097-4E53-8742-E3A6E6CD0A4C}"/>
    <dgm:cxn modelId="{CED0D51C-8DA7-4E0C-AEBA-98F98AF75CAF}" type="presOf" srcId="{8203054C-C723-47CD-B5E8-F9B3BD34C9E7}" destId="{1E4A9677-3117-46F9-933E-0D18B86443E3}" srcOrd="0" destOrd="0" presId="urn:microsoft.com/office/officeart/2005/8/layout/default"/>
    <dgm:cxn modelId="{715ECE20-6821-4253-BA9D-B177399780A9}" type="presOf" srcId="{087B1576-56B3-43AE-A7F2-DE17E49036A9}" destId="{7E70DEA7-A7BA-4D5B-9C98-C4FE92695C71}" srcOrd="0" destOrd="0" presId="urn:microsoft.com/office/officeart/2005/8/layout/default"/>
    <dgm:cxn modelId="{D0B3163A-9535-4424-B16E-91158BA926C1}" type="presOf" srcId="{A0784BD6-58D6-48B1-94E9-A4E1C8332EEC}" destId="{35383FF5-726A-4216-B585-47522D0D8161}" srcOrd="0" destOrd="0" presId="urn:microsoft.com/office/officeart/2005/8/layout/default"/>
    <dgm:cxn modelId="{C8CDB55C-C860-46E1-B0ED-72E57B467C1C}" srcId="{035426D8-6075-4B11-9C73-379EB5885647}" destId="{1692711B-407E-4CF0-B3DE-00238E0A7A8B}" srcOrd="0" destOrd="0" parTransId="{8415DCF8-2057-4C9D-A48E-B7FB2BA4E23A}" sibTransId="{7AE7488A-5B83-4D04-A87A-7121217D7012}"/>
    <dgm:cxn modelId="{2DDEE84B-A66D-4355-AB8E-8F66A6ACF98F}" srcId="{035426D8-6075-4B11-9C73-379EB5885647}" destId="{27B11329-694B-48B4-BC01-3BEC1B834642}" srcOrd="7" destOrd="0" parTransId="{F6857FBB-6E9D-4743-B091-40A35F3F909E}" sibTransId="{E47FEADA-EA7E-4C3F-BE4F-E7DCEA504664}"/>
    <dgm:cxn modelId="{2445476F-E028-44BE-9354-876BF8BBB4C7}" srcId="{035426D8-6075-4B11-9C73-379EB5885647}" destId="{A0784BD6-58D6-48B1-94E9-A4E1C8332EEC}" srcOrd="1" destOrd="0" parTransId="{9AD27A0C-E1D3-4534-BA2C-3EA031F5F194}" sibTransId="{F90B17C2-A575-40DF-9CA6-E5DFECB65651}"/>
    <dgm:cxn modelId="{6E299A53-0DFA-4260-A100-71AEFB82AD95}" type="presOf" srcId="{1692711B-407E-4CF0-B3DE-00238E0A7A8B}" destId="{AA01074E-4CA1-46E1-8664-79ED1E636BE3}" srcOrd="0" destOrd="0" presId="urn:microsoft.com/office/officeart/2005/8/layout/default"/>
    <dgm:cxn modelId="{D5C47C75-5CBE-4176-8B1D-6F2F94589429}" type="presOf" srcId="{90DD4A3D-0ED8-4602-8471-18BA24B83F53}" destId="{6DA0140B-FF9E-4923-8187-32E8CF73DEA6}" srcOrd="0" destOrd="0" presId="urn:microsoft.com/office/officeart/2005/8/layout/default"/>
    <dgm:cxn modelId="{0FFFD97C-D9E3-4527-8FAC-B6E3F3AFB5E3}" srcId="{035426D8-6075-4B11-9C73-379EB5885647}" destId="{90DD4A3D-0ED8-4602-8471-18BA24B83F53}" srcOrd="3" destOrd="0" parTransId="{B9ED5767-F503-417C-87DA-CC753148B1E1}" sibTransId="{03E9557D-D5EB-4C18-9670-4E67CE58770B}"/>
    <dgm:cxn modelId="{21317995-08F1-4F56-BC73-823B6D7259C2}" type="presOf" srcId="{27B11329-694B-48B4-BC01-3BEC1B834642}" destId="{1EACC1AA-85F8-442B-8B1D-91764E0FDA50}" srcOrd="0" destOrd="0" presId="urn:microsoft.com/office/officeart/2005/8/layout/default"/>
    <dgm:cxn modelId="{BB6D9996-7D57-484A-9017-ABEEA5EB2FA2}" type="presOf" srcId="{FC87FDDF-4630-4EB5-8E02-951DE5D03147}" destId="{183F9AF7-E2C6-46EC-9154-D3CBABF296E0}" srcOrd="0" destOrd="0" presId="urn:microsoft.com/office/officeart/2005/8/layout/default"/>
    <dgm:cxn modelId="{7F724E9A-FB8E-4DB0-96FB-5157D0C2FD92}" srcId="{035426D8-6075-4B11-9C73-379EB5885647}" destId="{087B1576-56B3-43AE-A7F2-DE17E49036A9}" srcOrd="2" destOrd="0" parTransId="{C1F8C537-7701-4A6F-8094-3BA669ED89B0}" sibTransId="{2100136A-079B-469C-8E1C-5F2AB59BC65E}"/>
    <dgm:cxn modelId="{05AD90AF-5BA1-4382-ACEC-78912E8CB4BE}" type="presOf" srcId="{035426D8-6075-4B11-9C73-379EB5885647}" destId="{82DD6FA2-5ADE-47C7-80BF-1D3C41FB274A}" srcOrd="0" destOrd="0" presId="urn:microsoft.com/office/officeart/2005/8/layout/default"/>
    <dgm:cxn modelId="{C00642E5-C936-4882-8722-D471EC742B81}" srcId="{035426D8-6075-4B11-9C73-379EB5885647}" destId="{D14F8A88-5A26-4911-B84A-B628805800DB}" srcOrd="4" destOrd="0" parTransId="{AFDD7942-E7A6-4AE0-9126-676C5CADC6D6}" sibTransId="{CFD4F33F-44C6-482B-AA41-F9A26E5C6951}"/>
    <dgm:cxn modelId="{085534E6-2647-4692-AFDD-7FBC82F978E0}" srcId="{035426D8-6075-4B11-9C73-379EB5885647}" destId="{FC87FDDF-4630-4EB5-8E02-951DE5D03147}" srcOrd="5" destOrd="0" parTransId="{D5F995BE-CA60-4B93-A070-BA097EE252CF}" sibTransId="{F94A78BB-3618-4580-AE77-D88A72A9051F}"/>
    <dgm:cxn modelId="{8F6C3352-F1D3-477F-B990-0F4678584F6A}" type="presParOf" srcId="{82DD6FA2-5ADE-47C7-80BF-1D3C41FB274A}" destId="{AA01074E-4CA1-46E1-8664-79ED1E636BE3}" srcOrd="0" destOrd="0" presId="urn:microsoft.com/office/officeart/2005/8/layout/default"/>
    <dgm:cxn modelId="{572E7345-D67B-4BC8-B3EF-7710BE091062}" type="presParOf" srcId="{82DD6FA2-5ADE-47C7-80BF-1D3C41FB274A}" destId="{4F86E3CF-8A3D-4536-9EE4-1D1D8E107222}" srcOrd="1" destOrd="0" presId="urn:microsoft.com/office/officeart/2005/8/layout/default"/>
    <dgm:cxn modelId="{1D8ACE55-98AE-42D8-9F7A-823E56E917CF}" type="presParOf" srcId="{82DD6FA2-5ADE-47C7-80BF-1D3C41FB274A}" destId="{35383FF5-726A-4216-B585-47522D0D8161}" srcOrd="2" destOrd="0" presId="urn:microsoft.com/office/officeart/2005/8/layout/default"/>
    <dgm:cxn modelId="{ADFE8E93-908A-4201-B468-CA3C84A50A1E}" type="presParOf" srcId="{82DD6FA2-5ADE-47C7-80BF-1D3C41FB274A}" destId="{AC883C21-9B3A-45CB-9DC4-D3F89EF4BB25}" srcOrd="3" destOrd="0" presId="urn:microsoft.com/office/officeart/2005/8/layout/default"/>
    <dgm:cxn modelId="{EDD8833F-F0C9-4FC5-AA89-6004986329B1}" type="presParOf" srcId="{82DD6FA2-5ADE-47C7-80BF-1D3C41FB274A}" destId="{7E70DEA7-A7BA-4D5B-9C98-C4FE92695C71}" srcOrd="4" destOrd="0" presId="urn:microsoft.com/office/officeart/2005/8/layout/default"/>
    <dgm:cxn modelId="{4E0EAA21-5277-49F9-9868-D62D055D315B}" type="presParOf" srcId="{82DD6FA2-5ADE-47C7-80BF-1D3C41FB274A}" destId="{556444AD-DE14-4096-A351-750787A53E89}" srcOrd="5" destOrd="0" presId="urn:microsoft.com/office/officeart/2005/8/layout/default"/>
    <dgm:cxn modelId="{4EFC0B6E-41F8-49D9-A26C-0154AF2BE811}" type="presParOf" srcId="{82DD6FA2-5ADE-47C7-80BF-1D3C41FB274A}" destId="{6DA0140B-FF9E-4923-8187-32E8CF73DEA6}" srcOrd="6" destOrd="0" presId="urn:microsoft.com/office/officeart/2005/8/layout/default"/>
    <dgm:cxn modelId="{82C20372-9269-4EC5-A83D-660F484C0325}" type="presParOf" srcId="{82DD6FA2-5ADE-47C7-80BF-1D3C41FB274A}" destId="{09A104C0-E5A6-49AA-9051-2AA100183B7D}" srcOrd="7" destOrd="0" presId="urn:microsoft.com/office/officeart/2005/8/layout/default"/>
    <dgm:cxn modelId="{FFF60B9A-D32A-4FB5-AACF-C86DB79414DC}" type="presParOf" srcId="{82DD6FA2-5ADE-47C7-80BF-1D3C41FB274A}" destId="{88CE451D-9B9C-47F2-A291-5637A18997AA}" srcOrd="8" destOrd="0" presId="urn:microsoft.com/office/officeart/2005/8/layout/default"/>
    <dgm:cxn modelId="{7C4200E9-BBB9-4F6F-80A4-F083FC3840E6}" type="presParOf" srcId="{82DD6FA2-5ADE-47C7-80BF-1D3C41FB274A}" destId="{848986CD-3984-4692-AF81-4D83BE130DE5}" srcOrd="9" destOrd="0" presId="urn:microsoft.com/office/officeart/2005/8/layout/default"/>
    <dgm:cxn modelId="{4BF8A0C9-B8E2-4857-9D33-D4C7470BC7DD}" type="presParOf" srcId="{82DD6FA2-5ADE-47C7-80BF-1D3C41FB274A}" destId="{183F9AF7-E2C6-46EC-9154-D3CBABF296E0}" srcOrd="10" destOrd="0" presId="urn:microsoft.com/office/officeart/2005/8/layout/default"/>
    <dgm:cxn modelId="{C92078FE-13D1-441A-8A3A-4F3C5FE3EF4F}" type="presParOf" srcId="{82DD6FA2-5ADE-47C7-80BF-1D3C41FB274A}" destId="{8F2E13A7-8F1F-4779-81A9-0918384D749B}" srcOrd="11" destOrd="0" presId="urn:microsoft.com/office/officeart/2005/8/layout/default"/>
    <dgm:cxn modelId="{CA4373BF-7B19-4124-B85F-5E84EB20CAFB}" type="presParOf" srcId="{82DD6FA2-5ADE-47C7-80BF-1D3C41FB274A}" destId="{1E4A9677-3117-46F9-933E-0D18B86443E3}" srcOrd="12" destOrd="0" presId="urn:microsoft.com/office/officeart/2005/8/layout/default"/>
    <dgm:cxn modelId="{B7E5439F-22C4-4146-AD23-00BA924F70B7}" type="presParOf" srcId="{82DD6FA2-5ADE-47C7-80BF-1D3C41FB274A}" destId="{A5CB9155-BCE1-4D58-84B4-91E500A609A5}" srcOrd="13" destOrd="0" presId="urn:microsoft.com/office/officeart/2005/8/layout/default"/>
    <dgm:cxn modelId="{D3987D0E-2B52-413C-B98F-4FA32934CE8B}" type="presParOf" srcId="{82DD6FA2-5ADE-47C7-80BF-1D3C41FB274A}" destId="{1EACC1AA-85F8-442B-8B1D-91764E0FDA50}" srcOrd="1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8.xml><?xml version="1.0" encoding="utf-8"?>
<dgm:dataModel xmlns:dgm="http://schemas.openxmlformats.org/drawingml/2006/diagram" xmlns:a="http://schemas.openxmlformats.org/drawingml/2006/main">
  <dgm:ptLst>
    <dgm:pt modelId="{77AEC9B8-0F52-4617-8AD6-039C3699357A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8D9C6CCF-246F-4EF1-A429-645A4C97F2C8}">
      <dgm:prSet phldrT="[文本]"/>
      <dgm:spPr/>
      <dgm:t>
        <a:bodyPr/>
        <a:lstStyle/>
        <a:p>
          <a:r>
            <a:rPr lang="zh-CN" altLang="en-US"/>
            <a:t>现有</a:t>
          </a:r>
          <a:r>
            <a:rPr lang="en-US" altLang="zh-CN"/>
            <a:t>ER</a:t>
          </a:r>
          <a:r>
            <a:rPr lang="zh-CN" altLang="en-US"/>
            <a:t>图的缺陷</a:t>
          </a:r>
        </a:p>
      </dgm:t>
    </dgm:pt>
    <dgm:pt modelId="{50D67D60-9FD6-4EB7-853F-D588D12AF91E}" type="parTrans" cxnId="{022BD66D-953D-4FE9-A9D8-5885F14F348C}">
      <dgm:prSet/>
      <dgm:spPr/>
      <dgm:t>
        <a:bodyPr/>
        <a:lstStyle/>
        <a:p>
          <a:endParaRPr lang="zh-CN" altLang="en-US"/>
        </a:p>
      </dgm:t>
    </dgm:pt>
    <dgm:pt modelId="{E9ADD8B2-1A50-4391-912B-782455C4FBA4}" type="sibTrans" cxnId="{022BD66D-953D-4FE9-A9D8-5885F14F348C}">
      <dgm:prSet/>
      <dgm:spPr/>
      <dgm:t>
        <a:bodyPr/>
        <a:lstStyle/>
        <a:p>
          <a:endParaRPr lang="zh-CN" altLang="en-US"/>
        </a:p>
      </dgm:t>
    </dgm:pt>
    <dgm:pt modelId="{0683B7D5-0EBE-4E56-966B-80164B98B80E}">
      <dgm:prSet phldrT="[文本]"/>
      <dgm:spPr/>
      <dgm:t>
        <a:bodyPr/>
        <a:lstStyle/>
        <a:p>
          <a:r>
            <a:rPr lang="zh-CN" altLang="en-US"/>
            <a:t>学生选课后会形成一个临时的选修班，现有</a:t>
          </a:r>
          <a:r>
            <a:rPr lang="en-US" altLang="zh-CN"/>
            <a:t>ER</a:t>
          </a:r>
          <a:r>
            <a:rPr lang="zh-CN" altLang="en-US"/>
            <a:t>图无法体现学生和临时班级的关系</a:t>
          </a:r>
        </a:p>
      </dgm:t>
    </dgm:pt>
    <dgm:pt modelId="{F226E190-AF7D-4F70-92A2-EF475FF7BD47}" type="parTrans" cxnId="{8F7D824F-CE3F-4579-A4E7-51A0E12CCEEA}">
      <dgm:prSet/>
      <dgm:spPr/>
      <dgm:t>
        <a:bodyPr/>
        <a:lstStyle/>
        <a:p>
          <a:endParaRPr lang="zh-CN" altLang="en-US"/>
        </a:p>
      </dgm:t>
    </dgm:pt>
    <dgm:pt modelId="{30DC8383-4269-4675-A5FD-31AD423D5006}" type="sibTrans" cxnId="{8F7D824F-CE3F-4579-A4E7-51A0E12CCEEA}">
      <dgm:prSet/>
      <dgm:spPr/>
      <dgm:t>
        <a:bodyPr/>
        <a:lstStyle/>
        <a:p>
          <a:endParaRPr lang="zh-CN" altLang="en-US"/>
        </a:p>
      </dgm:t>
    </dgm:pt>
    <dgm:pt modelId="{A961D8AB-4D3F-4EF4-9EB7-4487B575F3E9}">
      <dgm:prSet phldrT="[文本]"/>
      <dgm:spPr/>
      <dgm:t>
        <a:bodyPr/>
        <a:lstStyle/>
        <a:p>
          <a:r>
            <a:rPr lang="zh-CN" altLang="en-US"/>
            <a:t>课后作业（不计分）</a:t>
          </a:r>
        </a:p>
      </dgm:t>
    </dgm:pt>
    <dgm:pt modelId="{6AF7B1AE-B23F-4FBE-9171-EA9A88F706BB}" type="parTrans" cxnId="{A6DBF7B9-DCDB-418A-BB69-C49BD5C5CE18}">
      <dgm:prSet/>
      <dgm:spPr/>
      <dgm:t>
        <a:bodyPr/>
        <a:lstStyle/>
        <a:p>
          <a:endParaRPr lang="zh-CN" altLang="en-US"/>
        </a:p>
      </dgm:t>
    </dgm:pt>
    <dgm:pt modelId="{4F058C22-5381-4DF8-848C-3222373C9818}" type="sibTrans" cxnId="{A6DBF7B9-DCDB-418A-BB69-C49BD5C5CE18}">
      <dgm:prSet/>
      <dgm:spPr/>
      <dgm:t>
        <a:bodyPr/>
        <a:lstStyle/>
        <a:p>
          <a:endParaRPr lang="zh-CN" altLang="en-US"/>
        </a:p>
      </dgm:t>
    </dgm:pt>
    <dgm:pt modelId="{28704907-1A63-4FC2-B300-24F12F5FF64E}">
      <dgm:prSet phldrT="[文本]"/>
      <dgm:spPr/>
      <dgm:t>
        <a:bodyPr/>
        <a:lstStyle/>
        <a:p>
          <a:r>
            <a:rPr lang="zh-CN" altLang="en-US"/>
            <a:t>尝试在现有的</a:t>
          </a:r>
          <a:r>
            <a:rPr lang="en-US" altLang="zh-CN"/>
            <a:t>ER</a:t>
          </a:r>
          <a:r>
            <a:rPr lang="zh-CN" altLang="en-US"/>
            <a:t>图的基础上完成改进，满足学生选课的需要</a:t>
          </a:r>
        </a:p>
      </dgm:t>
    </dgm:pt>
    <dgm:pt modelId="{47267F52-D33F-4459-9406-9EA426F44E76}" type="parTrans" cxnId="{EF5429FE-C0AF-4F93-98AB-69884C6D9D17}">
      <dgm:prSet/>
      <dgm:spPr/>
      <dgm:t>
        <a:bodyPr/>
        <a:lstStyle/>
        <a:p>
          <a:endParaRPr lang="zh-CN" altLang="en-US"/>
        </a:p>
      </dgm:t>
    </dgm:pt>
    <dgm:pt modelId="{5CFB35FC-4830-4C7C-A950-1A3C86A9A13F}" type="sibTrans" cxnId="{EF5429FE-C0AF-4F93-98AB-69884C6D9D17}">
      <dgm:prSet/>
      <dgm:spPr/>
      <dgm:t>
        <a:bodyPr/>
        <a:lstStyle/>
        <a:p>
          <a:endParaRPr lang="zh-CN" altLang="en-US"/>
        </a:p>
      </dgm:t>
    </dgm:pt>
    <dgm:pt modelId="{A5AF1F07-E7F1-4B1C-BD34-395973C687CB}" type="pres">
      <dgm:prSet presAssocID="{77AEC9B8-0F52-4617-8AD6-039C3699357A}" presName="linear" presStyleCnt="0">
        <dgm:presLayoutVars>
          <dgm:dir/>
          <dgm:animLvl val="lvl"/>
          <dgm:resizeHandles val="exact"/>
        </dgm:presLayoutVars>
      </dgm:prSet>
      <dgm:spPr/>
    </dgm:pt>
    <dgm:pt modelId="{F76CADA1-3BBA-4BD2-9B8D-1DD7A7CF8337}" type="pres">
      <dgm:prSet presAssocID="{8D9C6CCF-246F-4EF1-A429-645A4C97F2C8}" presName="parentLin" presStyleCnt="0"/>
      <dgm:spPr/>
    </dgm:pt>
    <dgm:pt modelId="{024CABE7-F58D-480D-8D2B-EE80767CF606}" type="pres">
      <dgm:prSet presAssocID="{8D9C6CCF-246F-4EF1-A429-645A4C97F2C8}" presName="parentLeftMargin" presStyleLbl="node1" presStyleIdx="0" presStyleCnt="2"/>
      <dgm:spPr/>
    </dgm:pt>
    <dgm:pt modelId="{E9BF7B46-43D1-404A-8FE5-E2FD362FF108}" type="pres">
      <dgm:prSet presAssocID="{8D9C6CCF-246F-4EF1-A429-645A4C97F2C8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2339D9BE-0727-44A4-8D95-2354BBC93D8B}" type="pres">
      <dgm:prSet presAssocID="{8D9C6CCF-246F-4EF1-A429-645A4C97F2C8}" presName="negativeSpace" presStyleCnt="0"/>
      <dgm:spPr/>
    </dgm:pt>
    <dgm:pt modelId="{9C59BF54-2D6D-4CBA-BCB0-063A0A446C0A}" type="pres">
      <dgm:prSet presAssocID="{8D9C6CCF-246F-4EF1-A429-645A4C97F2C8}" presName="childText" presStyleLbl="conFgAcc1" presStyleIdx="0" presStyleCnt="2" custLinFactNeighborY="4042">
        <dgm:presLayoutVars>
          <dgm:bulletEnabled val="1"/>
        </dgm:presLayoutVars>
      </dgm:prSet>
      <dgm:spPr/>
    </dgm:pt>
    <dgm:pt modelId="{DC635D0B-8A1F-455C-AED9-E0C1CBECBAC5}" type="pres">
      <dgm:prSet presAssocID="{E9ADD8B2-1A50-4391-912B-782455C4FBA4}" presName="spaceBetweenRectangles" presStyleCnt="0"/>
      <dgm:spPr/>
    </dgm:pt>
    <dgm:pt modelId="{12B7EC4E-2ACE-4049-A724-AC8EDE5A1BB1}" type="pres">
      <dgm:prSet presAssocID="{A961D8AB-4D3F-4EF4-9EB7-4487B575F3E9}" presName="parentLin" presStyleCnt="0"/>
      <dgm:spPr/>
    </dgm:pt>
    <dgm:pt modelId="{3ABBCB73-31CA-47C3-B541-9C7348BB3C46}" type="pres">
      <dgm:prSet presAssocID="{A961D8AB-4D3F-4EF4-9EB7-4487B575F3E9}" presName="parentLeftMargin" presStyleLbl="node1" presStyleIdx="0" presStyleCnt="2"/>
      <dgm:spPr/>
    </dgm:pt>
    <dgm:pt modelId="{E2292C64-B52E-4856-852D-5E2BD57D1A09}" type="pres">
      <dgm:prSet presAssocID="{A961D8AB-4D3F-4EF4-9EB7-4487B575F3E9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CF098AF7-458C-44C2-BB40-AAE4C3AA938E}" type="pres">
      <dgm:prSet presAssocID="{A961D8AB-4D3F-4EF4-9EB7-4487B575F3E9}" presName="negativeSpace" presStyleCnt="0"/>
      <dgm:spPr/>
    </dgm:pt>
    <dgm:pt modelId="{2A144ADD-8975-4F1A-A979-9EC262DD6EC0}" type="pres">
      <dgm:prSet presAssocID="{A961D8AB-4D3F-4EF4-9EB7-4487B575F3E9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E721342A-66C1-4016-9385-3E2E766795D0}" type="presOf" srcId="{8D9C6CCF-246F-4EF1-A429-645A4C97F2C8}" destId="{024CABE7-F58D-480D-8D2B-EE80767CF606}" srcOrd="0" destOrd="0" presId="urn:microsoft.com/office/officeart/2005/8/layout/list1"/>
    <dgm:cxn modelId="{8C56F737-7508-4AF8-ABBA-92DD6B6866E2}" type="presOf" srcId="{A961D8AB-4D3F-4EF4-9EB7-4487B575F3E9}" destId="{3ABBCB73-31CA-47C3-B541-9C7348BB3C46}" srcOrd="0" destOrd="0" presId="urn:microsoft.com/office/officeart/2005/8/layout/list1"/>
    <dgm:cxn modelId="{022BD66D-953D-4FE9-A9D8-5885F14F348C}" srcId="{77AEC9B8-0F52-4617-8AD6-039C3699357A}" destId="{8D9C6CCF-246F-4EF1-A429-645A4C97F2C8}" srcOrd="0" destOrd="0" parTransId="{50D67D60-9FD6-4EB7-853F-D588D12AF91E}" sibTransId="{E9ADD8B2-1A50-4391-912B-782455C4FBA4}"/>
    <dgm:cxn modelId="{8F7D824F-CE3F-4579-A4E7-51A0E12CCEEA}" srcId="{8D9C6CCF-246F-4EF1-A429-645A4C97F2C8}" destId="{0683B7D5-0EBE-4E56-966B-80164B98B80E}" srcOrd="0" destOrd="0" parTransId="{F226E190-AF7D-4F70-92A2-EF475FF7BD47}" sibTransId="{30DC8383-4269-4675-A5FD-31AD423D5006}"/>
    <dgm:cxn modelId="{9D516E82-81CC-4A30-B448-41910FDD2EA0}" type="presOf" srcId="{0683B7D5-0EBE-4E56-966B-80164B98B80E}" destId="{9C59BF54-2D6D-4CBA-BCB0-063A0A446C0A}" srcOrd="0" destOrd="0" presId="urn:microsoft.com/office/officeart/2005/8/layout/list1"/>
    <dgm:cxn modelId="{3273158B-04A3-48FF-B0B9-F42B862E2200}" type="presOf" srcId="{28704907-1A63-4FC2-B300-24F12F5FF64E}" destId="{2A144ADD-8975-4F1A-A979-9EC262DD6EC0}" srcOrd="0" destOrd="0" presId="urn:microsoft.com/office/officeart/2005/8/layout/list1"/>
    <dgm:cxn modelId="{CF9B7CB5-23AC-49DE-AE19-8DB888EDEC6A}" type="presOf" srcId="{77AEC9B8-0F52-4617-8AD6-039C3699357A}" destId="{A5AF1F07-E7F1-4B1C-BD34-395973C687CB}" srcOrd="0" destOrd="0" presId="urn:microsoft.com/office/officeart/2005/8/layout/list1"/>
    <dgm:cxn modelId="{A6DBF7B9-DCDB-418A-BB69-C49BD5C5CE18}" srcId="{77AEC9B8-0F52-4617-8AD6-039C3699357A}" destId="{A961D8AB-4D3F-4EF4-9EB7-4487B575F3E9}" srcOrd="1" destOrd="0" parTransId="{6AF7B1AE-B23F-4FBE-9171-EA9A88F706BB}" sibTransId="{4F058C22-5381-4DF8-848C-3222373C9818}"/>
    <dgm:cxn modelId="{D01953CC-BCC0-437E-973D-333C84254B7D}" type="presOf" srcId="{8D9C6CCF-246F-4EF1-A429-645A4C97F2C8}" destId="{E9BF7B46-43D1-404A-8FE5-E2FD362FF108}" srcOrd="1" destOrd="0" presId="urn:microsoft.com/office/officeart/2005/8/layout/list1"/>
    <dgm:cxn modelId="{32C7B2CE-8996-4D55-9720-BB7D5F37D70B}" type="presOf" srcId="{A961D8AB-4D3F-4EF4-9EB7-4487B575F3E9}" destId="{E2292C64-B52E-4856-852D-5E2BD57D1A09}" srcOrd="1" destOrd="0" presId="urn:microsoft.com/office/officeart/2005/8/layout/list1"/>
    <dgm:cxn modelId="{EF5429FE-C0AF-4F93-98AB-69884C6D9D17}" srcId="{A961D8AB-4D3F-4EF4-9EB7-4487B575F3E9}" destId="{28704907-1A63-4FC2-B300-24F12F5FF64E}" srcOrd="0" destOrd="0" parTransId="{47267F52-D33F-4459-9406-9EA426F44E76}" sibTransId="{5CFB35FC-4830-4C7C-A950-1A3C86A9A13F}"/>
    <dgm:cxn modelId="{BB4EBB79-80D9-4526-95D3-2825809EF404}" type="presParOf" srcId="{A5AF1F07-E7F1-4B1C-BD34-395973C687CB}" destId="{F76CADA1-3BBA-4BD2-9B8D-1DD7A7CF8337}" srcOrd="0" destOrd="0" presId="urn:microsoft.com/office/officeart/2005/8/layout/list1"/>
    <dgm:cxn modelId="{C3119E29-FCE4-4B1A-8C75-2AF4BB57919F}" type="presParOf" srcId="{F76CADA1-3BBA-4BD2-9B8D-1DD7A7CF8337}" destId="{024CABE7-F58D-480D-8D2B-EE80767CF606}" srcOrd="0" destOrd="0" presId="urn:microsoft.com/office/officeart/2005/8/layout/list1"/>
    <dgm:cxn modelId="{1580976B-245C-410D-8FF6-A37C8B50D90D}" type="presParOf" srcId="{F76CADA1-3BBA-4BD2-9B8D-1DD7A7CF8337}" destId="{E9BF7B46-43D1-404A-8FE5-E2FD362FF108}" srcOrd="1" destOrd="0" presId="urn:microsoft.com/office/officeart/2005/8/layout/list1"/>
    <dgm:cxn modelId="{614CA3A7-98A5-4FFF-BE05-10723B420A11}" type="presParOf" srcId="{A5AF1F07-E7F1-4B1C-BD34-395973C687CB}" destId="{2339D9BE-0727-44A4-8D95-2354BBC93D8B}" srcOrd="1" destOrd="0" presId="urn:microsoft.com/office/officeart/2005/8/layout/list1"/>
    <dgm:cxn modelId="{D1C82EDA-4397-4796-8425-0615C534795F}" type="presParOf" srcId="{A5AF1F07-E7F1-4B1C-BD34-395973C687CB}" destId="{9C59BF54-2D6D-4CBA-BCB0-063A0A446C0A}" srcOrd="2" destOrd="0" presId="urn:microsoft.com/office/officeart/2005/8/layout/list1"/>
    <dgm:cxn modelId="{EEC6B28A-CECF-406B-AC52-2715D730F4E2}" type="presParOf" srcId="{A5AF1F07-E7F1-4B1C-BD34-395973C687CB}" destId="{DC635D0B-8A1F-455C-AED9-E0C1CBECBAC5}" srcOrd="3" destOrd="0" presId="urn:microsoft.com/office/officeart/2005/8/layout/list1"/>
    <dgm:cxn modelId="{44A6F056-112E-4A10-BD12-99F974BADBF9}" type="presParOf" srcId="{A5AF1F07-E7F1-4B1C-BD34-395973C687CB}" destId="{12B7EC4E-2ACE-4049-A724-AC8EDE5A1BB1}" srcOrd="4" destOrd="0" presId="urn:microsoft.com/office/officeart/2005/8/layout/list1"/>
    <dgm:cxn modelId="{E3E30497-006F-44DA-9C41-D819BCF5FF1A}" type="presParOf" srcId="{12B7EC4E-2ACE-4049-A724-AC8EDE5A1BB1}" destId="{3ABBCB73-31CA-47C3-B541-9C7348BB3C46}" srcOrd="0" destOrd="0" presId="urn:microsoft.com/office/officeart/2005/8/layout/list1"/>
    <dgm:cxn modelId="{46CCCE41-8EFC-443A-B5B9-22F7FEA0DBDC}" type="presParOf" srcId="{12B7EC4E-2ACE-4049-A724-AC8EDE5A1BB1}" destId="{E2292C64-B52E-4856-852D-5E2BD57D1A09}" srcOrd="1" destOrd="0" presId="urn:microsoft.com/office/officeart/2005/8/layout/list1"/>
    <dgm:cxn modelId="{C59CE855-FC88-473E-A9CB-B1A9608B7F5C}" type="presParOf" srcId="{A5AF1F07-E7F1-4B1C-BD34-395973C687CB}" destId="{CF098AF7-458C-44C2-BB40-AAE4C3AA938E}" srcOrd="5" destOrd="0" presId="urn:microsoft.com/office/officeart/2005/8/layout/list1"/>
    <dgm:cxn modelId="{9161198D-50D2-4B25-8462-87ACCB87F76E}" type="presParOf" srcId="{A5AF1F07-E7F1-4B1C-BD34-395973C687CB}" destId="{2A144ADD-8975-4F1A-A979-9EC262DD6EC0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9.xml><?xml version="1.0" encoding="utf-8"?>
<dgm:dataModel xmlns:dgm="http://schemas.openxmlformats.org/drawingml/2006/diagram" xmlns:a="http://schemas.openxmlformats.org/drawingml/2006/main">
  <dgm:ptLst>
    <dgm:pt modelId="{39A90693-F2AE-42AE-A49D-D3E01F630B0C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8FB344DF-4A12-4410-9CE5-E0F5092FDCCD}">
      <dgm:prSet phldrT="[文本]"/>
      <dgm:spPr/>
      <dgm:t>
        <a:bodyPr/>
        <a:lstStyle/>
        <a:p>
          <a:r>
            <a:rPr lang="zh-CN" altLang="en-US"/>
            <a:t>提交要求（把</a:t>
          </a:r>
          <a:r>
            <a:rPr lang="en-US" altLang="zh-CN"/>
            <a:t>1</a:t>
          </a:r>
          <a:r>
            <a:rPr lang="zh-CN" altLang="en-US"/>
            <a:t>个图片合并为一个</a:t>
          </a:r>
          <a:r>
            <a:rPr lang="en-US" altLang="zh-CN"/>
            <a:t>pdf</a:t>
          </a:r>
          <a:r>
            <a:rPr lang="zh-CN" altLang="en-US"/>
            <a:t>文件）</a:t>
          </a:r>
        </a:p>
      </dgm:t>
    </dgm:pt>
    <dgm:pt modelId="{5FE37F2B-F126-45E3-8B8D-66341516E3E3}" type="parTrans" cxnId="{4B1D1B86-478A-4433-9FE7-604FE8335389}">
      <dgm:prSet/>
      <dgm:spPr/>
      <dgm:t>
        <a:bodyPr/>
        <a:lstStyle/>
        <a:p>
          <a:endParaRPr lang="zh-CN" altLang="en-US"/>
        </a:p>
      </dgm:t>
    </dgm:pt>
    <dgm:pt modelId="{ED36DD17-B6BB-4CF1-98C4-9E7ACD97E9B1}" type="sibTrans" cxnId="{4B1D1B86-478A-4433-9FE7-604FE8335389}">
      <dgm:prSet/>
      <dgm:spPr/>
      <dgm:t>
        <a:bodyPr/>
        <a:lstStyle/>
        <a:p>
          <a:endParaRPr lang="zh-CN" altLang="en-US"/>
        </a:p>
      </dgm:t>
    </dgm:pt>
    <dgm:pt modelId="{4D01A9D4-259A-417F-835C-5908C99F43CB}">
      <dgm:prSet phldrT="[文本]"/>
      <dgm:spPr/>
      <dgm:t>
        <a:bodyPr/>
        <a:lstStyle/>
        <a:p>
          <a:r>
            <a:rPr lang="zh-CN" altLang="en-US" dirty="0"/>
            <a:t>作业内容：</a:t>
          </a:r>
        </a:p>
      </dgm:t>
    </dgm:pt>
    <dgm:pt modelId="{F4D4EFE2-089A-4C22-AC44-641DCDF130BC}" type="parTrans" cxnId="{7D9E946E-8C01-4105-8B20-3D99F2B6382A}">
      <dgm:prSet/>
      <dgm:spPr/>
      <dgm:t>
        <a:bodyPr/>
        <a:lstStyle/>
        <a:p>
          <a:endParaRPr lang="zh-CN" altLang="en-US"/>
        </a:p>
      </dgm:t>
    </dgm:pt>
    <dgm:pt modelId="{0E8DA1C5-EFCD-4D0C-A59E-038E8BC154E7}" type="sibTrans" cxnId="{7D9E946E-8C01-4105-8B20-3D99F2B6382A}">
      <dgm:prSet/>
      <dgm:spPr/>
      <dgm:t>
        <a:bodyPr/>
        <a:lstStyle/>
        <a:p>
          <a:endParaRPr lang="zh-CN" altLang="en-US"/>
        </a:p>
      </dgm:t>
    </dgm:pt>
    <dgm:pt modelId="{9FF45A00-41C3-489F-A26F-C4FF3A95F056}">
      <dgm:prSet/>
      <dgm:spPr/>
      <dgm:t>
        <a:bodyPr/>
        <a:lstStyle/>
        <a:p>
          <a:r>
            <a:rPr lang="zh-CN" altLang="en-US" dirty="0"/>
            <a:t>作业一：</a:t>
          </a:r>
          <a:r>
            <a:rPr lang="zh-CN" altLang="en-US"/>
            <a:t>手绘</a:t>
          </a:r>
          <a:r>
            <a:rPr lang="zh-CN" altLang="en-US">
              <a:highlight>
                <a:srgbClr val="FFFF00"/>
              </a:highlight>
            </a:rPr>
            <a:t>优化后</a:t>
          </a:r>
          <a:r>
            <a:rPr lang="zh-CN" altLang="en-US"/>
            <a:t>的教务管理系统</a:t>
          </a:r>
          <a:r>
            <a:rPr lang="en-US" altLang="zh-CN"/>
            <a:t>ER</a:t>
          </a:r>
          <a:r>
            <a:rPr lang="zh-CN" altLang="en-US"/>
            <a:t>图后，</a:t>
          </a:r>
          <a:r>
            <a:rPr lang="zh-CN" altLang="en-US">
              <a:highlight>
                <a:srgbClr val="FFFF00"/>
              </a:highlight>
            </a:rPr>
            <a:t>签上自己的名字拍照</a:t>
          </a:r>
          <a:endParaRPr lang="zh-CN" altLang="en-US" dirty="0">
            <a:highlight>
              <a:srgbClr val="FFFF00"/>
            </a:highlight>
          </a:endParaRPr>
        </a:p>
      </dgm:t>
    </dgm:pt>
    <dgm:pt modelId="{3A123527-19A0-4B8D-AFFE-08C8C25D982B}" type="parTrans" cxnId="{8BD74FAA-362F-466F-B12F-72D833693AFE}">
      <dgm:prSet/>
      <dgm:spPr/>
      <dgm:t>
        <a:bodyPr/>
        <a:lstStyle/>
        <a:p>
          <a:endParaRPr lang="zh-CN" altLang="en-US"/>
        </a:p>
      </dgm:t>
    </dgm:pt>
    <dgm:pt modelId="{23C5E333-D55F-489A-8EC9-077F6E8D8922}" type="sibTrans" cxnId="{8BD74FAA-362F-466F-B12F-72D833693AFE}">
      <dgm:prSet/>
      <dgm:spPr/>
      <dgm:t>
        <a:bodyPr/>
        <a:lstStyle/>
        <a:p>
          <a:endParaRPr lang="zh-CN" altLang="en-US"/>
        </a:p>
      </dgm:t>
    </dgm:pt>
    <dgm:pt modelId="{E743AC8C-C364-48D8-B025-97E144F9BE31}">
      <dgm:prSet/>
      <dgm:spPr/>
      <dgm:t>
        <a:bodyPr/>
        <a:lstStyle/>
        <a:p>
          <a:r>
            <a:rPr lang="zh-CN" altLang="en-US" dirty="0"/>
            <a:t>提交标识和评分</a:t>
          </a:r>
        </a:p>
      </dgm:t>
    </dgm:pt>
    <dgm:pt modelId="{7120F479-065B-47D6-BD37-FEDBB2A921EF}" type="parTrans" cxnId="{A4EF991A-D2D6-4B96-B444-38C4CCBB8208}">
      <dgm:prSet/>
      <dgm:spPr/>
      <dgm:t>
        <a:bodyPr/>
        <a:lstStyle/>
        <a:p>
          <a:endParaRPr lang="zh-CN" altLang="en-US"/>
        </a:p>
      </dgm:t>
    </dgm:pt>
    <dgm:pt modelId="{809A5500-A225-43C5-9DC4-411162C0873C}" type="sibTrans" cxnId="{A4EF991A-D2D6-4B96-B444-38C4CCBB8208}">
      <dgm:prSet/>
      <dgm:spPr/>
      <dgm:t>
        <a:bodyPr/>
        <a:lstStyle/>
        <a:p>
          <a:endParaRPr lang="zh-CN" altLang="en-US"/>
        </a:p>
      </dgm:t>
    </dgm:pt>
    <dgm:pt modelId="{18CE31CB-F97D-4453-8D37-E1B6205B4A47}">
      <dgm:prSet/>
      <dgm:spPr/>
      <dgm:t>
        <a:bodyPr/>
        <a:lstStyle/>
        <a:p>
          <a:r>
            <a:rPr lang="zh-CN" altLang="en-US" dirty="0"/>
            <a:t>在每一页的手绘图上手写</a:t>
          </a:r>
          <a:r>
            <a:rPr lang="zh-CN" altLang="en-US"/>
            <a:t>自己的中文名字。</a:t>
          </a:r>
          <a:endParaRPr lang="zh-CN" altLang="en-US" dirty="0"/>
        </a:p>
      </dgm:t>
    </dgm:pt>
    <dgm:pt modelId="{BBE30D37-AD55-4EDE-B8D9-BDDD9F5EBE98}" type="parTrans" cxnId="{80B87880-42E5-456C-970E-5377E1CE3441}">
      <dgm:prSet/>
      <dgm:spPr/>
      <dgm:t>
        <a:bodyPr/>
        <a:lstStyle/>
        <a:p>
          <a:endParaRPr lang="zh-CN" altLang="en-US"/>
        </a:p>
      </dgm:t>
    </dgm:pt>
    <dgm:pt modelId="{49B7E086-3E0A-47DF-9655-F60DE0161AFB}" type="sibTrans" cxnId="{80B87880-42E5-456C-970E-5377E1CE3441}">
      <dgm:prSet/>
      <dgm:spPr/>
      <dgm:t>
        <a:bodyPr/>
        <a:lstStyle/>
        <a:p>
          <a:endParaRPr lang="zh-CN" altLang="en-US"/>
        </a:p>
      </dgm:t>
    </dgm:pt>
    <dgm:pt modelId="{405A3BB8-268B-4A51-9CF1-C91D3494F6E4}">
      <dgm:prSet/>
      <dgm:spPr/>
      <dgm:t>
        <a:bodyPr/>
        <a:lstStyle/>
        <a:p>
          <a:r>
            <a:rPr lang="zh-CN" altLang="en-US"/>
            <a:t>作业一：</a:t>
          </a:r>
          <a:r>
            <a:rPr lang="en-US" altLang="zh-CN"/>
            <a:t>ER</a:t>
          </a:r>
          <a:r>
            <a:rPr lang="zh-CN" altLang="en-US"/>
            <a:t>图优化细节表（讲义表</a:t>
          </a:r>
          <a:r>
            <a:rPr lang="en-US" altLang="zh-CN"/>
            <a:t>2-3</a:t>
          </a:r>
          <a:r>
            <a:rPr lang="zh-CN" altLang="en-US"/>
            <a:t>）</a:t>
          </a:r>
          <a:endParaRPr lang="zh-CN" altLang="en-US" dirty="0"/>
        </a:p>
      </dgm:t>
    </dgm:pt>
    <dgm:pt modelId="{8CF51751-B04C-49C1-8722-88768C2E0EA8}" type="parTrans" cxnId="{96B82106-407E-4344-92CA-A6179C8156F9}">
      <dgm:prSet/>
      <dgm:spPr/>
      <dgm:t>
        <a:bodyPr/>
        <a:lstStyle/>
        <a:p>
          <a:endParaRPr lang="zh-CN" altLang="en-US"/>
        </a:p>
      </dgm:t>
    </dgm:pt>
    <dgm:pt modelId="{A15A96E1-FB64-41B6-AD74-6C5C14DA81FF}" type="sibTrans" cxnId="{96B82106-407E-4344-92CA-A6179C8156F9}">
      <dgm:prSet/>
      <dgm:spPr/>
      <dgm:t>
        <a:bodyPr/>
        <a:lstStyle/>
        <a:p>
          <a:endParaRPr lang="zh-CN" altLang="en-US"/>
        </a:p>
      </dgm:t>
    </dgm:pt>
    <dgm:pt modelId="{D778F37E-F8D6-4E8B-A27C-0B4AF74EB56A}" type="pres">
      <dgm:prSet presAssocID="{39A90693-F2AE-42AE-A49D-D3E01F630B0C}" presName="linear" presStyleCnt="0">
        <dgm:presLayoutVars>
          <dgm:dir/>
          <dgm:animLvl val="lvl"/>
          <dgm:resizeHandles val="exact"/>
        </dgm:presLayoutVars>
      </dgm:prSet>
      <dgm:spPr/>
    </dgm:pt>
    <dgm:pt modelId="{F6F3414D-0920-4C3E-89B8-7BCC7517471C}" type="pres">
      <dgm:prSet presAssocID="{8FB344DF-4A12-4410-9CE5-E0F5092FDCCD}" presName="parentLin" presStyleCnt="0"/>
      <dgm:spPr/>
    </dgm:pt>
    <dgm:pt modelId="{E4537BB7-2077-4FB8-8E04-8AB6AF391B15}" type="pres">
      <dgm:prSet presAssocID="{8FB344DF-4A12-4410-9CE5-E0F5092FDCCD}" presName="parentLeftMargin" presStyleLbl="node1" presStyleIdx="0" presStyleCnt="1"/>
      <dgm:spPr/>
    </dgm:pt>
    <dgm:pt modelId="{3B0DD7CE-2312-4BF0-8EC8-4336C16D2173}" type="pres">
      <dgm:prSet presAssocID="{8FB344DF-4A12-4410-9CE5-E0F5092FDCCD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BD4AAF0D-2ADF-4340-A44A-8419FEBE11BB}" type="pres">
      <dgm:prSet presAssocID="{8FB344DF-4A12-4410-9CE5-E0F5092FDCCD}" presName="negativeSpace" presStyleCnt="0"/>
      <dgm:spPr/>
    </dgm:pt>
    <dgm:pt modelId="{D0C7C96A-D70E-4B06-8C11-3331B1B2F520}" type="pres">
      <dgm:prSet presAssocID="{8FB344DF-4A12-4410-9CE5-E0F5092FDCCD}" presName="childText" presStyleLbl="conFgAcc1" presStyleIdx="0" presStyleCnt="1">
        <dgm:presLayoutVars>
          <dgm:bulletEnabled val="1"/>
        </dgm:presLayoutVars>
      </dgm:prSet>
      <dgm:spPr/>
    </dgm:pt>
  </dgm:ptLst>
  <dgm:cxnLst>
    <dgm:cxn modelId="{96B82106-407E-4344-92CA-A6179C8156F9}" srcId="{4D01A9D4-259A-417F-835C-5908C99F43CB}" destId="{405A3BB8-268B-4A51-9CF1-C91D3494F6E4}" srcOrd="1" destOrd="0" parTransId="{8CF51751-B04C-49C1-8722-88768C2E0EA8}" sibTransId="{A15A96E1-FB64-41B6-AD74-6C5C14DA81FF}"/>
    <dgm:cxn modelId="{3D0DC913-D9BC-42B9-A271-5857F639F93F}" type="presOf" srcId="{405A3BB8-268B-4A51-9CF1-C91D3494F6E4}" destId="{D0C7C96A-D70E-4B06-8C11-3331B1B2F520}" srcOrd="0" destOrd="2" presId="urn:microsoft.com/office/officeart/2005/8/layout/list1"/>
    <dgm:cxn modelId="{A4EF991A-D2D6-4B96-B444-38C4CCBB8208}" srcId="{8FB344DF-4A12-4410-9CE5-E0F5092FDCCD}" destId="{E743AC8C-C364-48D8-B025-97E144F9BE31}" srcOrd="1" destOrd="0" parTransId="{7120F479-065B-47D6-BD37-FEDBB2A921EF}" sibTransId="{809A5500-A225-43C5-9DC4-411162C0873C}"/>
    <dgm:cxn modelId="{323FA13C-498A-48FB-9EF7-6D24A47E8E07}" type="presOf" srcId="{39A90693-F2AE-42AE-A49D-D3E01F630B0C}" destId="{D778F37E-F8D6-4E8B-A27C-0B4AF74EB56A}" srcOrd="0" destOrd="0" presId="urn:microsoft.com/office/officeart/2005/8/layout/list1"/>
    <dgm:cxn modelId="{7D9E946E-8C01-4105-8B20-3D99F2B6382A}" srcId="{8FB344DF-4A12-4410-9CE5-E0F5092FDCCD}" destId="{4D01A9D4-259A-417F-835C-5908C99F43CB}" srcOrd="0" destOrd="0" parTransId="{F4D4EFE2-089A-4C22-AC44-641DCDF130BC}" sibTransId="{0E8DA1C5-EFCD-4D0C-A59E-038E8BC154E7}"/>
    <dgm:cxn modelId="{2E6F5451-379D-4584-873F-CD3C4CE58164}" type="presOf" srcId="{E743AC8C-C364-48D8-B025-97E144F9BE31}" destId="{D0C7C96A-D70E-4B06-8C11-3331B1B2F520}" srcOrd="0" destOrd="3" presId="urn:microsoft.com/office/officeart/2005/8/layout/list1"/>
    <dgm:cxn modelId="{80B87880-42E5-456C-970E-5377E1CE3441}" srcId="{E743AC8C-C364-48D8-B025-97E144F9BE31}" destId="{18CE31CB-F97D-4453-8D37-E1B6205B4A47}" srcOrd="0" destOrd="0" parTransId="{BBE30D37-AD55-4EDE-B8D9-BDDD9F5EBE98}" sibTransId="{49B7E086-3E0A-47DF-9655-F60DE0161AFB}"/>
    <dgm:cxn modelId="{4B1D1B86-478A-4433-9FE7-604FE8335389}" srcId="{39A90693-F2AE-42AE-A49D-D3E01F630B0C}" destId="{8FB344DF-4A12-4410-9CE5-E0F5092FDCCD}" srcOrd="0" destOrd="0" parTransId="{5FE37F2B-F126-45E3-8B8D-66341516E3E3}" sibTransId="{ED36DD17-B6BB-4CF1-98C4-9E7ACD97E9B1}"/>
    <dgm:cxn modelId="{87B91593-1A25-4A2A-AA39-5E81E7AB13C6}" type="presOf" srcId="{4D01A9D4-259A-417F-835C-5908C99F43CB}" destId="{D0C7C96A-D70E-4B06-8C11-3331B1B2F520}" srcOrd="0" destOrd="0" presId="urn:microsoft.com/office/officeart/2005/8/layout/list1"/>
    <dgm:cxn modelId="{91F0349E-6191-41C4-98FB-90AB6070D118}" type="presOf" srcId="{8FB344DF-4A12-4410-9CE5-E0F5092FDCCD}" destId="{3B0DD7CE-2312-4BF0-8EC8-4336C16D2173}" srcOrd="1" destOrd="0" presId="urn:microsoft.com/office/officeart/2005/8/layout/list1"/>
    <dgm:cxn modelId="{8BD74FAA-362F-466F-B12F-72D833693AFE}" srcId="{4D01A9D4-259A-417F-835C-5908C99F43CB}" destId="{9FF45A00-41C3-489F-A26F-C4FF3A95F056}" srcOrd="0" destOrd="0" parTransId="{3A123527-19A0-4B8D-AFFE-08C8C25D982B}" sibTransId="{23C5E333-D55F-489A-8EC9-077F6E8D8922}"/>
    <dgm:cxn modelId="{6EDE1FC3-0C76-49C9-AE1C-F141FB887A91}" type="presOf" srcId="{18CE31CB-F97D-4453-8D37-E1B6205B4A47}" destId="{D0C7C96A-D70E-4B06-8C11-3331B1B2F520}" srcOrd="0" destOrd="4" presId="urn:microsoft.com/office/officeart/2005/8/layout/list1"/>
    <dgm:cxn modelId="{0D4669EF-C0E5-49CC-8931-8C4203E35736}" type="presOf" srcId="{9FF45A00-41C3-489F-A26F-C4FF3A95F056}" destId="{D0C7C96A-D70E-4B06-8C11-3331B1B2F520}" srcOrd="0" destOrd="1" presId="urn:microsoft.com/office/officeart/2005/8/layout/list1"/>
    <dgm:cxn modelId="{36406AFC-FD03-4FE8-AB95-96B6B99FEB9D}" type="presOf" srcId="{8FB344DF-4A12-4410-9CE5-E0F5092FDCCD}" destId="{E4537BB7-2077-4FB8-8E04-8AB6AF391B15}" srcOrd="0" destOrd="0" presId="urn:microsoft.com/office/officeart/2005/8/layout/list1"/>
    <dgm:cxn modelId="{E99954C8-181E-4DB0-96B6-84CB97C15907}" type="presParOf" srcId="{D778F37E-F8D6-4E8B-A27C-0B4AF74EB56A}" destId="{F6F3414D-0920-4C3E-89B8-7BCC7517471C}" srcOrd="0" destOrd="0" presId="urn:microsoft.com/office/officeart/2005/8/layout/list1"/>
    <dgm:cxn modelId="{9959436B-706F-497A-BF13-FD7AA19C29CD}" type="presParOf" srcId="{F6F3414D-0920-4C3E-89B8-7BCC7517471C}" destId="{E4537BB7-2077-4FB8-8E04-8AB6AF391B15}" srcOrd="0" destOrd="0" presId="urn:microsoft.com/office/officeart/2005/8/layout/list1"/>
    <dgm:cxn modelId="{92ADE07F-4DC9-405C-A853-0F02D169872D}" type="presParOf" srcId="{F6F3414D-0920-4C3E-89B8-7BCC7517471C}" destId="{3B0DD7CE-2312-4BF0-8EC8-4336C16D2173}" srcOrd="1" destOrd="0" presId="urn:microsoft.com/office/officeart/2005/8/layout/list1"/>
    <dgm:cxn modelId="{807243EC-F8A1-46CB-B170-0DF80F7196F5}" type="presParOf" srcId="{D778F37E-F8D6-4E8B-A27C-0B4AF74EB56A}" destId="{BD4AAF0D-2ADF-4340-A44A-8419FEBE11BB}" srcOrd="1" destOrd="0" presId="urn:microsoft.com/office/officeart/2005/8/layout/list1"/>
    <dgm:cxn modelId="{09CBF02B-5C16-4DA8-9F7C-9593ED48E41C}" type="presParOf" srcId="{D778F37E-F8D6-4E8B-A27C-0B4AF74EB56A}" destId="{D0C7C96A-D70E-4B06-8C11-3331B1B2F520}" srcOrd="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BE2D3B5-91AD-4C15-9502-B6E3DB438DAF}">
      <dsp:nvSpPr>
        <dsp:cNvPr id="0" name=""/>
        <dsp:cNvSpPr/>
      </dsp:nvSpPr>
      <dsp:spPr>
        <a:xfrm>
          <a:off x="0" y="432272"/>
          <a:ext cx="7920880" cy="1940400"/>
        </a:xfrm>
        <a:prstGeom prst="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14748" tIns="583184" rIns="614748" bIns="128016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800" b="0" kern="1200">
              <a:latin typeface="微软雅黑" panose="020B0503020204020204" pitchFamily="34" charset="-122"/>
              <a:ea typeface="微软雅黑" panose="020B0503020204020204" pitchFamily="34" charset="-122"/>
            </a:rPr>
            <a:t>数据库基础知识</a:t>
          </a:r>
          <a:endParaRPr lang="zh-CN" altLang="en-US" sz="1800" b="0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800" b="0" kern="120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rPr>
            <a:t>数据库的选择</a:t>
          </a:r>
          <a:endParaRPr lang="zh-CN" altLang="en-US" sz="1800" b="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微软雅黑" panose="020B0503020204020204" pitchFamily="34" charset="-122"/>
            <a:ea typeface="微软雅黑" panose="020B0503020204020204" pitchFamily="34" charset="-122"/>
            <a:cs typeface="+mn-cs"/>
          </a:endParaRP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zh-CN" sz="1800" b="0" kern="1200">
              <a:latin typeface="微软雅黑" panose="020B0503020204020204" pitchFamily="34" charset="-122"/>
              <a:ea typeface="微软雅黑" panose="020B0503020204020204" pitchFamily="34" charset="-122"/>
            </a:rPr>
            <a:t>MySQL</a:t>
          </a:r>
          <a:r>
            <a:rPr lang="zh-CN" altLang="en-US" sz="1800" b="0" kern="1200">
              <a:latin typeface="微软雅黑" panose="020B0503020204020204" pitchFamily="34" charset="-122"/>
              <a:ea typeface="微软雅黑" panose="020B0503020204020204" pitchFamily="34" charset="-122"/>
            </a:rPr>
            <a:t>数据库概述</a:t>
          </a:r>
          <a:endParaRPr lang="zh-CN" altLang="en-US" sz="1800" b="0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0" y="432272"/>
        <a:ext cx="7920880" cy="1940400"/>
      </dsp:txXfrm>
    </dsp:sp>
    <dsp:sp modelId="{4A1198C3-5970-43DA-9496-9832F737DC8E}">
      <dsp:nvSpPr>
        <dsp:cNvPr id="0" name=""/>
        <dsp:cNvSpPr/>
      </dsp:nvSpPr>
      <dsp:spPr>
        <a:xfrm>
          <a:off x="396044" y="18992"/>
          <a:ext cx="5544616" cy="82656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9573" tIns="0" rIns="209573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800" b="0" kern="1200">
              <a:latin typeface="微软雅黑" panose="020B0503020204020204" pitchFamily="34" charset="-122"/>
              <a:ea typeface="微软雅黑" panose="020B0503020204020204" pitchFamily="34" charset="-122"/>
            </a:rPr>
            <a:t>数据库概述</a:t>
          </a:r>
          <a:endParaRPr lang="zh-CN" altLang="en-US" sz="1800" b="0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436393" y="59341"/>
        <a:ext cx="5463918" cy="745862"/>
      </dsp:txXfrm>
    </dsp:sp>
    <dsp:sp modelId="{A5346C96-7DCF-4938-8D05-006497BB12BF}">
      <dsp:nvSpPr>
        <dsp:cNvPr id="0" name=""/>
        <dsp:cNvSpPr/>
      </dsp:nvSpPr>
      <dsp:spPr>
        <a:xfrm>
          <a:off x="0" y="2937152"/>
          <a:ext cx="7920880" cy="1940400"/>
        </a:xfrm>
        <a:prstGeom prst="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14748" tIns="583184" rIns="614748" bIns="128016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zh-CN" sz="1800" b="0" kern="1200">
              <a:latin typeface="微软雅黑" panose="020B0503020204020204" pitchFamily="34" charset="-122"/>
              <a:ea typeface="微软雅黑" panose="020B0503020204020204" pitchFamily="34" charset="-122"/>
            </a:rPr>
            <a:t>ER</a:t>
          </a:r>
          <a:r>
            <a:rPr lang="zh-CN" altLang="en-US" sz="1800" b="0" kern="1200">
              <a:latin typeface="微软雅黑" panose="020B0503020204020204" pitchFamily="34" charset="-122"/>
              <a:ea typeface="微软雅黑" panose="020B0503020204020204" pitchFamily="34" charset="-122"/>
            </a:rPr>
            <a:t>图的绘制要点</a:t>
          </a:r>
          <a:endParaRPr lang="zh-CN" altLang="en-US" sz="1800" b="0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800" b="0" kern="1200">
              <a:latin typeface="微软雅黑" panose="020B0503020204020204" pitchFamily="34" charset="-122"/>
              <a:ea typeface="微软雅黑" panose="020B0503020204020204" pitchFamily="34" charset="-122"/>
            </a:rPr>
            <a:t>从</a:t>
          </a:r>
          <a:r>
            <a:rPr lang="en-US" altLang="zh-CN" sz="1800" b="0" kern="1200">
              <a:latin typeface="微软雅黑" panose="020B0503020204020204" pitchFamily="34" charset="-122"/>
              <a:ea typeface="微软雅黑" panose="020B0503020204020204" pitchFamily="34" charset="-122"/>
            </a:rPr>
            <a:t>ER</a:t>
          </a:r>
          <a:r>
            <a:rPr lang="zh-CN" altLang="en-US" sz="1800" b="0" kern="1200">
              <a:latin typeface="微软雅黑" panose="020B0503020204020204" pitchFamily="34" charset="-122"/>
              <a:ea typeface="微软雅黑" panose="020B0503020204020204" pitchFamily="34" charset="-122"/>
            </a:rPr>
            <a:t>图到关系模型</a:t>
          </a:r>
          <a:endParaRPr lang="zh-CN" altLang="en-US" sz="1800" b="0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800" b="0" kern="1200">
              <a:latin typeface="微软雅黑" panose="020B0503020204020204" pitchFamily="34" charset="-122"/>
              <a:ea typeface="微软雅黑" panose="020B0503020204020204" pitchFamily="34" charset="-122"/>
            </a:rPr>
            <a:t>教务管理系统</a:t>
          </a:r>
          <a:r>
            <a:rPr lang="en-US" altLang="zh-CN" sz="1800" b="0" kern="1200">
              <a:latin typeface="微软雅黑" panose="020B0503020204020204" pitchFamily="34" charset="-122"/>
              <a:ea typeface="微软雅黑" panose="020B0503020204020204" pitchFamily="34" charset="-122"/>
            </a:rPr>
            <a:t>ER</a:t>
          </a:r>
          <a:r>
            <a:rPr lang="zh-CN" altLang="en-US" sz="1800" b="0" kern="1200">
              <a:latin typeface="微软雅黑" panose="020B0503020204020204" pitchFamily="34" charset="-122"/>
              <a:ea typeface="微软雅黑" panose="020B0503020204020204" pitchFamily="34" charset="-122"/>
            </a:rPr>
            <a:t>图的绘制</a:t>
          </a:r>
          <a:endParaRPr lang="zh-CN" altLang="en-US" sz="1800" b="0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0" y="2937152"/>
        <a:ext cx="7920880" cy="1940400"/>
      </dsp:txXfrm>
    </dsp:sp>
    <dsp:sp modelId="{B325E5E4-53AE-4C59-9B54-025C13295059}">
      <dsp:nvSpPr>
        <dsp:cNvPr id="0" name=""/>
        <dsp:cNvSpPr/>
      </dsp:nvSpPr>
      <dsp:spPr>
        <a:xfrm>
          <a:off x="396044" y="2523872"/>
          <a:ext cx="5544616" cy="82656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9573" tIns="0" rIns="209573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800" b="0" kern="1200">
              <a:latin typeface="微软雅黑" panose="020B0503020204020204" pitchFamily="34" charset="-122"/>
              <a:ea typeface="微软雅黑" panose="020B0503020204020204" pitchFamily="34" charset="-122"/>
            </a:rPr>
            <a:t>MySQL</a:t>
          </a:r>
          <a:r>
            <a:rPr lang="zh-CN" altLang="en-US" sz="1800" b="0" kern="1200">
              <a:latin typeface="微软雅黑" panose="020B0503020204020204" pitchFamily="34" charset="-122"/>
              <a:ea typeface="微软雅黑" panose="020B0503020204020204" pitchFamily="34" charset="-122"/>
            </a:rPr>
            <a:t>数据库的设计</a:t>
          </a:r>
          <a:endParaRPr lang="zh-CN" altLang="en-US" sz="1800" b="0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436393" y="2564221"/>
        <a:ext cx="5463918" cy="74586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292F75E-0755-4E4B-9F08-5568295EFF91}">
      <dsp:nvSpPr>
        <dsp:cNvPr id="0" name=""/>
        <dsp:cNvSpPr/>
      </dsp:nvSpPr>
      <dsp:spPr>
        <a:xfrm>
          <a:off x="0" y="277264"/>
          <a:ext cx="10871200" cy="859950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43726" tIns="270764" rIns="843726" bIns="99568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400" kern="1200"/>
            <a:t>描述事物的</a:t>
          </a:r>
          <a:r>
            <a:rPr lang="zh-CN" altLang="en-US" sz="1800" b="1" kern="1200">
              <a:solidFill>
                <a:srgbClr val="FF0000"/>
              </a:solidFill>
            </a:rPr>
            <a:t>符号记录</a:t>
          </a:r>
          <a:r>
            <a:rPr lang="zh-CN" altLang="en-US" sz="1400" kern="1200"/>
            <a:t>，可以使用数字，也可以是文字、图形、图像、声音，语言等，数据有多种形式，他们都可以经过数字化后存入计算机</a:t>
          </a:r>
        </a:p>
      </dsp:txBody>
      <dsp:txXfrm>
        <a:off x="0" y="277264"/>
        <a:ext cx="10871200" cy="859950"/>
      </dsp:txXfrm>
    </dsp:sp>
    <dsp:sp modelId="{A18EBFB1-508D-4F43-A47A-7F69C82354C1}">
      <dsp:nvSpPr>
        <dsp:cNvPr id="0" name=""/>
        <dsp:cNvSpPr/>
      </dsp:nvSpPr>
      <dsp:spPr>
        <a:xfrm>
          <a:off x="543560" y="85384"/>
          <a:ext cx="7609840" cy="38376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47625" cap="flat" cmpd="dbl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30000" dir="5400000" rotWithShape="0">
            <a:srgbClr val="000000">
              <a:alpha val="45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87634" tIns="0" rIns="287634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600" b="1" kern="1200"/>
            <a:t>数据</a:t>
          </a:r>
        </a:p>
      </dsp:txBody>
      <dsp:txXfrm>
        <a:off x="562294" y="104118"/>
        <a:ext cx="7572372" cy="346292"/>
      </dsp:txXfrm>
    </dsp:sp>
    <dsp:sp modelId="{B1DC8262-6EFB-44E2-B6D8-B126DFFF266D}">
      <dsp:nvSpPr>
        <dsp:cNvPr id="0" name=""/>
        <dsp:cNvSpPr/>
      </dsp:nvSpPr>
      <dsp:spPr>
        <a:xfrm>
          <a:off x="0" y="1399294"/>
          <a:ext cx="10871200" cy="644962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43726" tIns="270764" rIns="843726" bIns="99568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400" kern="1200"/>
            <a:t>存储数据的仓库，是长期存放在计算机内，有组织，可共享的</a:t>
          </a:r>
          <a:r>
            <a:rPr lang="zh-CN" altLang="en-US" sz="1800" b="1" kern="1200">
              <a:solidFill>
                <a:srgbClr val="FF0000"/>
              </a:solidFill>
            </a:rPr>
            <a:t>大量数据的集合</a:t>
          </a:r>
          <a:r>
            <a:rPr lang="zh-CN" altLang="en-US" sz="1400" kern="1200"/>
            <a:t>。</a:t>
          </a:r>
        </a:p>
      </dsp:txBody>
      <dsp:txXfrm>
        <a:off x="0" y="1399294"/>
        <a:ext cx="10871200" cy="644962"/>
      </dsp:txXfrm>
    </dsp:sp>
    <dsp:sp modelId="{DFE400D3-CB54-4A19-94BC-EFB02CD95E1A}">
      <dsp:nvSpPr>
        <dsp:cNvPr id="0" name=""/>
        <dsp:cNvSpPr/>
      </dsp:nvSpPr>
      <dsp:spPr>
        <a:xfrm>
          <a:off x="543560" y="1207414"/>
          <a:ext cx="7609840" cy="38376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47625" cap="flat" cmpd="dbl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30000" dir="5400000" rotWithShape="0">
            <a:srgbClr val="000000">
              <a:alpha val="45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87634" tIns="0" rIns="287634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600" b="1" kern="1200"/>
            <a:t>数据库</a:t>
          </a:r>
        </a:p>
      </dsp:txBody>
      <dsp:txXfrm>
        <a:off x="562294" y="1226148"/>
        <a:ext cx="7572372" cy="346292"/>
      </dsp:txXfrm>
    </dsp:sp>
    <dsp:sp modelId="{D263F606-8620-4997-93BA-8D186A964C33}">
      <dsp:nvSpPr>
        <dsp:cNvPr id="0" name=""/>
        <dsp:cNvSpPr/>
      </dsp:nvSpPr>
      <dsp:spPr>
        <a:xfrm>
          <a:off x="0" y="2306336"/>
          <a:ext cx="10871200" cy="1638000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43726" tIns="270764" rIns="843726" bIns="99568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400" kern="1200"/>
            <a:t>数据库管理系统（</a:t>
          </a:r>
          <a:r>
            <a:rPr lang="en-US" altLang="en-US" sz="1400" kern="1200"/>
            <a:t>DBMS</a:t>
          </a:r>
          <a:r>
            <a:rPr lang="zh-CN" altLang="en-US" sz="1400" kern="1200"/>
            <a:t>），用户与操作系统之间的一层</a:t>
          </a:r>
          <a:r>
            <a:rPr lang="zh-CN" altLang="en-US" sz="1800" b="1" kern="1200">
              <a:solidFill>
                <a:srgbClr val="FF0000"/>
              </a:solidFill>
            </a:rPr>
            <a:t>数据管理软件</a:t>
          </a:r>
          <a:r>
            <a:rPr lang="zh-CN" altLang="en-US" sz="1400" kern="1200"/>
            <a:t>。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400" kern="1200"/>
            <a:t>主要功能：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400" kern="1200"/>
            <a:t>数据定义功能：提供数据定义语言</a:t>
          </a:r>
          <a:r>
            <a:rPr lang="en-US" altLang="en-US" sz="1400" kern="1200"/>
            <a:t>DDL</a:t>
          </a:r>
          <a:endParaRPr lang="zh-CN" altLang="en-US" sz="1400" kern="120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400" kern="1200"/>
            <a:t>数据操纵功能：提供数据操纵语言</a:t>
          </a:r>
          <a:r>
            <a:rPr lang="en-US" altLang="en-US" sz="1400" kern="1200"/>
            <a:t>DML</a:t>
          </a:r>
          <a:endParaRPr lang="zh-CN" altLang="en-US" sz="1400" kern="120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400" kern="1200"/>
            <a:t>其他功能：与网络中其他软件系统的通信功能</a:t>
          </a:r>
        </a:p>
      </dsp:txBody>
      <dsp:txXfrm>
        <a:off x="0" y="2306336"/>
        <a:ext cx="10871200" cy="1638000"/>
      </dsp:txXfrm>
    </dsp:sp>
    <dsp:sp modelId="{6E3BF026-FC98-4EAD-83F8-02451A249E7F}">
      <dsp:nvSpPr>
        <dsp:cNvPr id="0" name=""/>
        <dsp:cNvSpPr/>
      </dsp:nvSpPr>
      <dsp:spPr>
        <a:xfrm>
          <a:off x="543560" y="2114456"/>
          <a:ext cx="7609840" cy="38376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47625" cap="flat" cmpd="dbl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30000" dir="5400000" rotWithShape="0">
            <a:srgbClr val="000000">
              <a:alpha val="45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87634" tIns="0" rIns="287634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600" b="1" kern="1200"/>
            <a:t>数据库管理系统</a:t>
          </a:r>
        </a:p>
      </dsp:txBody>
      <dsp:txXfrm>
        <a:off x="562294" y="2133190"/>
        <a:ext cx="7572372" cy="346292"/>
      </dsp:txXfrm>
    </dsp:sp>
    <dsp:sp modelId="{148E4697-48A6-49CC-91C9-7A69C8244314}">
      <dsp:nvSpPr>
        <dsp:cNvPr id="0" name=""/>
        <dsp:cNvSpPr/>
      </dsp:nvSpPr>
      <dsp:spPr>
        <a:xfrm>
          <a:off x="0" y="4206416"/>
          <a:ext cx="10871200" cy="921375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43726" tIns="270764" rIns="843726" bIns="113792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600" kern="1200"/>
            <a:t>计算机系统中引入数据库后的系统，一般有</a:t>
          </a:r>
          <a:r>
            <a:rPr lang="zh-CN" altLang="en-US" sz="1800" b="1" kern="1200">
              <a:solidFill>
                <a:srgbClr val="FF0000"/>
              </a:solidFill>
            </a:rPr>
            <a:t>数据库、数据库管理系统、应用系统、数据库管理员（</a:t>
          </a:r>
          <a:r>
            <a:rPr lang="en-US" altLang="en-US" sz="1800" b="1" kern="1200">
              <a:solidFill>
                <a:srgbClr val="FF0000"/>
              </a:solidFill>
            </a:rPr>
            <a:t>DBA</a:t>
          </a:r>
          <a:r>
            <a:rPr lang="zh-CN" altLang="en-US" sz="1800" b="1" kern="1200">
              <a:solidFill>
                <a:srgbClr val="FF0000"/>
              </a:solidFill>
            </a:rPr>
            <a:t>）</a:t>
          </a:r>
          <a:r>
            <a:rPr lang="zh-CN" altLang="en-US" sz="1600" kern="1200"/>
            <a:t>构成，常简称数据库。</a:t>
          </a:r>
        </a:p>
      </dsp:txBody>
      <dsp:txXfrm>
        <a:off x="0" y="4206416"/>
        <a:ext cx="10871200" cy="921375"/>
      </dsp:txXfrm>
    </dsp:sp>
    <dsp:sp modelId="{65CE1B8B-90D8-4FE4-B34F-1F19EE90747B}">
      <dsp:nvSpPr>
        <dsp:cNvPr id="0" name=""/>
        <dsp:cNvSpPr/>
      </dsp:nvSpPr>
      <dsp:spPr>
        <a:xfrm>
          <a:off x="543560" y="4014536"/>
          <a:ext cx="7609840" cy="38376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47625" cap="flat" cmpd="dbl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30000" dir="5400000" rotWithShape="0">
            <a:srgbClr val="000000">
              <a:alpha val="45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87634" tIns="0" rIns="287634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600" b="1" kern="1200"/>
            <a:t>数据库系统</a:t>
          </a:r>
        </a:p>
      </dsp:txBody>
      <dsp:txXfrm>
        <a:off x="562294" y="4033270"/>
        <a:ext cx="7572372" cy="34629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B188F1C-E283-4E71-8599-1F4BFEBC2AD9}">
      <dsp:nvSpPr>
        <dsp:cNvPr id="0" name=""/>
        <dsp:cNvSpPr/>
      </dsp:nvSpPr>
      <dsp:spPr>
        <a:xfrm>
          <a:off x="0" y="371062"/>
          <a:ext cx="8086749" cy="874125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27622" tIns="312420" rIns="627622" bIns="10668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zh-CN" altLang="en-US" sz="1500" b="0" i="0" kern="1200"/>
            <a:t>指这个事务是一个不可分割的整体，就像一个原子一样。要么全部执行成功，要么全部不执行。不存在只执行一半的情况。</a:t>
          </a:r>
          <a:endParaRPr lang="zh-CN" altLang="en-US" sz="1500" kern="1200"/>
        </a:p>
      </dsp:txBody>
      <dsp:txXfrm>
        <a:off x="0" y="371062"/>
        <a:ext cx="8086749" cy="874125"/>
      </dsp:txXfrm>
    </dsp:sp>
    <dsp:sp modelId="{218612BE-0094-43BE-BFA4-BC33DEE78DD1}">
      <dsp:nvSpPr>
        <dsp:cNvPr id="0" name=""/>
        <dsp:cNvSpPr/>
      </dsp:nvSpPr>
      <dsp:spPr>
        <a:xfrm>
          <a:off x="404337" y="149662"/>
          <a:ext cx="5660724" cy="44280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30000" dir="5400000" rotWithShape="0">
            <a:srgbClr val="000000">
              <a:alpha val="4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13962" tIns="0" rIns="213962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/>
            <a:t>A </a:t>
          </a:r>
          <a:r>
            <a:rPr lang="zh-CN" altLang="en-US" sz="1500" b="1" kern="1200"/>
            <a:t>代表 </a:t>
          </a:r>
          <a:r>
            <a:rPr lang="en-US" sz="1500" b="1" kern="1200"/>
            <a:t>Atomicity（</a:t>
          </a:r>
          <a:r>
            <a:rPr lang="zh-CN" altLang="en-US" sz="1500" b="1" kern="1200"/>
            <a:t>原子性）</a:t>
          </a:r>
          <a:endParaRPr lang="zh-CN" altLang="en-US" sz="1500" kern="1200"/>
        </a:p>
      </dsp:txBody>
      <dsp:txXfrm>
        <a:off x="425953" y="171278"/>
        <a:ext cx="5617492" cy="399568"/>
      </dsp:txXfrm>
    </dsp:sp>
    <dsp:sp modelId="{348DA0A9-2237-4161-89DF-C1A9C13E4F3D}">
      <dsp:nvSpPr>
        <dsp:cNvPr id="0" name=""/>
        <dsp:cNvSpPr/>
      </dsp:nvSpPr>
      <dsp:spPr>
        <a:xfrm>
          <a:off x="0" y="1547587"/>
          <a:ext cx="8086749" cy="874125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27622" tIns="312420" rIns="627622" bIns="10668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zh-CN" altLang="en-US" sz="1500" b="0" i="0" kern="1200"/>
            <a:t>指在事务开始前和结束后，数据库的完整性约束没有被破坏，数据是合法的、正确的。</a:t>
          </a:r>
          <a:endParaRPr lang="zh-CN" altLang="en-US" sz="1500" kern="1200"/>
        </a:p>
      </dsp:txBody>
      <dsp:txXfrm>
        <a:off x="0" y="1547587"/>
        <a:ext cx="8086749" cy="874125"/>
      </dsp:txXfrm>
    </dsp:sp>
    <dsp:sp modelId="{FA8E20D7-B0A1-4655-9A8B-2449566A7CDA}">
      <dsp:nvSpPr>
        <dsp:cNvPr id="0" name=""/>
        <dsp:cNvSpPr/>
      </dsp:nvSpPr>
      <dsp:spPr>
        <a:xfrm>
          <a:off x="404337" y="1326187"/>
          <a:ext cx="5660724" cy="44280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30000" dir="5400000" rotWithShape="0">
            <a:srgbClr val="000000">
              <a:alpha val="4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13962" tIns="0" rIns="213962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/>
            <a:t>C </a:t>
          </a:r>
          <a:r>
            <a:rPr lang="zh-CN" altLang="en-US" sz="1500" b="1" kern="1200"/>
            <a:t>代表 </a:t>
          </a:r>
          <a:r>
            <a:rPr lang="en-US" sz="1500" b="1" kern="1200"/>
            <a:t>Consistency（</a:t>
          </a:r>
          <a:r>
            <a:rPr lang="zh-CN" altLang="en-US" sz="1500" b="1" kern="1200"/>
            <a:t>一致性）</a:t>
          </a:r>
          <a:endParaRPr lang="zh-CN" altLang="en-US" sz="1500" kern="1200"/>
        </a:p>
      </dsp:txBody>
      <dsp:txXfrm>
        <a:off x="425953" y="1347803"/>
        <a:ext cx="5617492" cy="399568"/>
      </dsp:txXfrm>
    </dsp:sp>
    <dsp:sp modelId="{782F82C7-E4F2-4FCA-B8F7-A3FD13C7FCDF}">
      <dsp:nvSpPr>
        <dsp:cNvPr id="0" name=""/>
        <dsp:cNvSpPr/>
      </dsp:nvSpPr>
      <dsp:spPr>
        <a:xfrm>
          <a:off x="0" y="2724112"/>
          <a:ext cx="8086749" cy="874125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27622" tIns="312420" rIns="627622" bIns="10668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zh-CN" altLang="en-US" sz="1500" b="0" i="0" kern="1200"/>
            <a:t>指多个事务并发执行时，应该像排队一个个执行一样，互不干扰。不能因为你正在转账，别人查余额就查到一个中间状态的不正确数字。</a:t>
          </a:r>
          <a:endParaRPr lang="zh-CN" altLang="en-US" sz="1500" kern="1200"/>
        </a:p>
      </dsp:txBody>
      <dsp:txXfrm>
        <a:off x="0" y="2724112"/>
        <a:ext cx="8086749" cy="874125"/>
      </dsp:txXfrm>
    </dsp:sp>
    <dsp:sp modelId="{01DD06A7-4BAF-42BC-A24B-767ECB41DF48}">
      <dsp:nvSpPr>
        <dsp:cNvPr id="0" name=""/>
        <dsp:cNvSpPr/>
      </dsp:nvSpPr>
      <dsp:spPr>
        <a:xfrm>
          <a:off x="404337" y="2502712"/>
          <a:ext cx="5660724" cy="44280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30000" dir="5400000" rotWithShape="0">
            <a:srgbClr val="000000">
              <a:alpha val="4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13962" tIns="0" rIns="213962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500" b="1" kern="1200"/>
            <a:t>I 代表 Isolation（隔离性）</a:t>
          </a:r>
          <a:endParaRPr lang="zh-CN" altLang="en-US" sz="1500" kern="1200"/>
        </a:p>
      </dsp:txBody>
      <dsp:txXfrm>
        <a:off x="425953" y="2524328"/>
        <a:ext cx="5617492" cy="399568"/>
      </dsp:txXfrm>
    </dsp:sp>
    <dsp:sp modelId="{BBEDEE86-9BF7-4CF2-945B-5A50B5D7135D}">
      <dsp:nvSpPr>
        <dsp:cNvPr id="0" name=""/>
        <dsp:cNvSpPr/>
      </dsp:nvSpPr>
      <dsp:spPr>
        <a:xfrm>
          <a:off x="0" y="3900637"/>
          <a:ext cx="8086749" cy="874125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27622" tIns="312420" rIns="627622" bIns="10668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zh-CN" altLang="en-US" sz="1500" b="0" i="0" kern="1200"/>
            <a:t>一旦事务提交成功，数据的修改就应该被永久保存下来，即使系统断电或重启，数据也不会丢失。</a:t>
          </a:r>
          <a:endParaRPr lang="zh-CN" altLang="en-US" sz="1500" kern="1200"/>
        </a:p>
      </dsp:txBody>
      <dsp:txXfrm>
        <a:off x="0" y="3900637"/>
        <a:ext cx="8086749" cy="874125"/>
      </dsp:txXfrm>
    </dsp:sp>
    <dsp:sp modelId="{F8C05484-BA6F-4CB0-9313-C314D4E0751C}">
      <dsp:nvSpPr>
        <dsp:cNvPr id="0" name=""/>
        <dsp:cNvSpPr/>
      </dsp:nvSpPr>
      <dsp:spPr>
        <a:xfrm>
          <a:off x="404337" y="3679237"/>
          <a:ext cx="5660724" cy="44280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30000" dir="5400000" rotWithShape="0">
            <a:srgbClr val="000000">
              <a:alpha val="4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13962" tIns="0" rIns="213962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500" b="1" kern="1200"/>
            <a:t>D 代表 Durability（持久性）</a:t>
          </a:r>
          <a:endParaRPr lang="zh-CN" altLang="en-US" sz="1500" kern="1200"/>
        </a:p>
      </dsp:txBody>
      <dsp:txXfrm>
        <a:off x="425953" y="3700853"/>
        <a:ext cx="5617492" cy="399568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AABFAC6-298A-427A-877B-9C6631B1EE49}">
      <dsp:nvSpPr>
        <dsp:cNvPr id="0" name=""/>
        <dsp:cNvSpPr/>
      </dsp:nvSpPr>
      <dsp:spPr>
        <a:xfrm>
          <a:off x="0" y="363862"/>
          <a:ext cx="10871200" cy="12285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43726" tIns="416560" rIns="843726" bIns="14224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2000" kern="1200"/>
            <a:t>场景模拟：甲从自己的银行账号转账</a:t>
          </a:r>
          <a:r>
            <a:rPr lang="en-US" altLang="zh-CN" sz="2000" kern="1200"/>
            <a:t>1000</a:t>
          </a:r>
          <a:r>
            <a:rPr lang="zh-CN" altLang="en-US" sz="2000" kern="1200"/>
            <a:t>元到乙的银行账号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2000" kern="1200"/>
            <a:t>是否需要</a:t>
          </a:r>
          <a:r>
            <a:rPr lang="en-US" altLang="zh-CN" sz="2000" kern="1200"/>
            <a:t>ACID</a:t>
          </a:r>
          <a:r>
            <a:rPr lang="zh-CN" altLang="en-US" sz="2000" kern="1200"/>
            <a:t>支持</a:t>
          </a:r>
        </a:p>
      </dsp:txBody>
      <dsp:txXfrm>
        <a:off x="0" y="363862"/>
        <a:ext cx="10871200" cy="1228500"/>
      </dsp:txXfrm>
    </dsp:sp>
    <dsp:sp modelId="{06A66294-4E67-4272-ACB8-540B3915BF4F}">
      <dsp:nvSpPr>
        <dsp:cNvPr id="0" name=""/>
        <dsp:cNvSpPr/>
      </dsp:nvSpPr>
      <dsp:spPr>
        <a:xfrm>
          <a:off x="543560" y="68662"/>
          <a:ext cx="7609840" cy="59040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7634" tIns="0" rIns="287634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000" kern="1200"/>
            <a:t>银行系统？</a:t>
          </a:r>
        </a:p>
      </dsp:txBody>
      <dsp:txXfrm>
        <a:off x="572381" y="97483"/>
        <a:ext cx="7552198" cy="532758"/>
      </dsp:txXfrm>
    </dsp:sp>
    <dsp:sp modelId="{41EE9472-D42E-4813-A976-2CADECE83F08}">
      <dsp:nvSpPr>
        <dsp:cNvPr id="0" name=""/>
        <dsp:cNvSpPr/>
      </dsp:nvSpPr>
      <dsp:spPr>
        <a:xfrm>
          <a:off x="0" y="1995562"/>
          <a:ext cx="10871200" cy="12285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-2790486"/>
              <a:satOff val="-15286"/>
              <a:lumOff val="470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43726" tIns="416560" rIns="843726" bIns="14224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2000" kern="1200"/>
            <a:t>场景模拟：统计点赞数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2000" kern="1200"/>
            <a:t>是否需要</a:t>
          </a:r>
          <a:r>
            <a:rPr lang="en-US" altLang="zh-CN" sz="2000" kern="1200"/>
            <a:t>ACID</a:t>
          </a:r>
          <a:r>
            <a:rPr lang="zh-CN" altLang="en-US" sz="2000" kern="1200"/>
            <a:t>支持</a:t>
          </a:r>
        </a:p>
      </dsp:txBody>
      <dsp:txXfrm>
        <a:off x="0" y="1995562"/>
        <a:ext cx="10871200" cy="1228500"/>
      </dsp:txXfrm>
    </dsp:sp>
    <dsp:sp modelId="{097D9CE1-5099-4493-B8FE-400BD6F2AAE8}">
      <dsp:nvSpPr>
        <dsp:cNvPr id="0" name=""/>
        <dsp:cNvSpPr/>
      </dsp:nvSpPr>
      <dsp:spPr>
        <a:xfrm>
          <a:off x="543560" y="1700362"/>
          <a:ext cx="7609840" cy="590400"/>
        </a:xfrm>
        <a:prstGeom prst="roundRect">
          <a:avLst/>
        </a:prstGeom>
        <a:solidFill>
          <a:schemeClr val="accent3">
            <a:hueOff val="-2790486"/>
            <a:satOff val="-15286"/>
            <a:lumOff val="4706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7634" tIns="0" rIns="287634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000" kern="1200"/>
            <a:t>微博系统</a:t>
          </a:r>
        </a:p>
      </dsp:txBody>
      <dsp:txXfrm>
        <a:off x="572381" y="1729183"/>
        <a:ext cx="7552198" cy="532758"/>
      </dsp:txXfrm>
    </dsp:sp>
    <dsp:sp modelId="{CEB1E3EA-F58E-4ED8-9181-62C42B3B7B31}">
      <dsp:nvSpPr>
        <dsp:cNvPr id="0" name=""/>
        <dsp:cNvSpPr/>
      </dsp:nvSpPr>
      <dsp:spPr>
        <a:xfrm>
          <a:off x="0" y="3627262"/>
          <a:ext cx="10871200" cy="12285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-5580972"/>
              <a:satOff val="-30571"/>
              <a:lumOff val="9412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43726" tIns="416560" rIns="843726" bIns="14224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2000" kern="1200"/>
            <a:t>场景模拟：商品浏览量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2000" kern="1200"/>
            <a:t>是否需要</a:t>
          </a:r>
          <a:r>
            <a:rPr lang="en-US" altLang="zh-CN" sz="2000" kern="1200"/>
            <a:t>ACID</a:t>
          </a:r>
          <a:r>
            <a:rPr lang="zh-CN" altLang="en-US" sz="2000" kern="1200"/>
            <a:t>支持</a:t>
          </a:r>
        </a:p>
      </dsp:txBody>
      <dsp:txXfrm>
        <a:off x="0" y="3627262"/>
        <a:ext cx="10871200" cy="1228500"/>
      </dsp:txXfrm>
    </dsp:sp>
    <dsp:sp modelId="{C60CA46D-2004-4E6E-AF79-6CCBE32BF6BA}">
      <dsp:nvSpPr>
        <dsp:cNvPr id="0" name=""/>
        <dsp:cNvSpPr/>
      </dsp:nvSpPr>
      <dsp:spPr>
        <a:xfrm>
          <a:off x="543560" y="3332062"/>
          <a:ext cx="7609840" cy="590400"/>
        </a:xfrm>
        <a:prstGeom prst="roundRect">
          <a:avLst/>
        </a:prstGeom>
        <a:solidFill>
          <a:schemeClr val="accent3">
            <a:hueOff val="-5580972"/>
            <a:satOff val="-30571"/>
            <a:lumOff val="9412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7634" tIns="0" rIns="287634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000" kern="1200"/>
            <a:t>电商系统</a:t>
          </a:r>
        </a:p>
      </dsp:txBody>
      <dsp:txXfrm>
        <a:off x="572381" y="3360883"/>
        <a:ext cx="7552198" cy="532758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DC1A9E6-1A77-4B64-A08C-43DEC498B9FB}">
      <dsp:nvSpPr>
        <dsp:cNvPr id="0" name=""/>
        <dsp:cNvSpPr/>
      </dsp:nvSpPr>
      <dsp:spPr>
        <a:xfrm>
          <a:off x="0" y="2694613"/>
          <a:ext cx="2624385" cy="717852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  <a:scene3d>
          <a:camera prst="isometricTopDown" fov="0">
            <a:rot lat="0" lon="0" rev="0"/>
          </a:camera>
          <a:lightRig rig="balanced" dir="t">
            <a:rot lat="0" lon="0" rev="13800000"/>
          </a:lightRig>
        </a:scene3d>
        <a:sp3d extrusionH="12700" prstMaterial="plastic">
          <a:bevelT w="38100" h="25400" prst="softRound"/>
          <a:contourClr>
            <a:schemeClr val="accent3">
              <a:hueOff val="0"/>
              <a:satOff val="0"/>
              <a:lumOff val="0"/>
              <a:alphaOff val="0"/>
            </a:schemeClr>
          </a:contourClr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700" kern="1200"/>
            <a:t>高校教务管理系统</a:t>
          </a:r>
        </a:p>
      </dsp:txBody>
      <dsp:txXfrm>
        <a:off x="21025" y="2715638"/>
        <a:ext cx="2582335" cy="675802"/>
      </dsp:txXfrm>
    </dsp:sp>
    <dsp:sp modelId="{D16A9E1C-BA69-4DDC-872F-2931A655ED7A}">
      <dsp:nvSpPr>
        <dsp:cNvPr id="0" name=""/>
        <dsp:cNvSpPr/>
      </dsp:nvSpPr>
      <dsp:spPr>
        <a:xfrm rot="16831823">
          <a:off x="1766027" y="2010978"/>
          <a:ext cx="2100616" cy="19885"/>
        </a:xfrm>
        <a:custGeom>
          <a:avLst/>
          <a:gdLst/>
          <a:ahLst/>
          <a:cxnLst/>
          <a:rect l="0" t="0" r="0" b="0"/>
          <a:pathLst>
            <a:path>
              <a:moveTo>
                <a:pt x="0" y="9942"/>
              </a:moveTo>
              <a:lnTo>
                <a:pt x="2100616" y="9942"/>
              </a:lnTo>
            </a:path>
          </a:pathLst>
        </a:custGeom>
        <a:noFill/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700" kern="1200"/>
        </a:p>
      </dsp:txBody>
      <dsp:txXfrm>
        <a:off x="2763820" y="1968405"/>
        <a:ext cx="105030" cy="105030"/>
      </dsp:txXfrm>
    </dsp:sp>
    <dsp:sp modelId="{99A6343D-33B8-403C-A57A-AFF2B6222663}">
      <dsp:nvSpPr>
        <dsp:cNvPr id="0" name=""/>
        <dsp:cNvSpPr/>
      </dsp:nvSpPr>
      <dsp:spPr>
        <a:xfrm>
          <a:off x="3008287" y="688991"/>
          <a:ext cx="2101251" cy="598619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  <a:scene3d>
          <a:camera prst="isometricTopDown" fov="0">
            <a:rot lat="0" lon="0" rev="0"/>
          </a:camera>
          <a:lightRig rig="balanced" dir="t">
            <a:rot lat="0" lon="0" rev="13800000"/>
          </a:lightRig>
        </a:scene3d>
        <a:sp3d extrusionH="12700" prstMaterial="plastic">
          <a:bevelT w="38100" h="25400" prst="softRound"/>
          <a:contourClr>
            <a:schemeClr val="accent5">
              <a:hueOff val="0"/>
              <a:satOff val="0"/>
              <a:lumOff val="0"/>
              <a:alphaOff val="0"/>
            </a:schemeClr>
          </a:contourClr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700" kern="1200"/>
            <a:t>登录功能</a:t>
          </a:r>
        </a:p>
      </dsp:txBody>
      <dsp:txXfrm>
        <a:off x="3025820" y="706524"/>
        <a:ext cx="2066185" cy="563553"/>
      </dsp:txXfrm>
    </dsp:sp>
    <dsp:sp modelId="{C11413DA-5C6C-46DC-B1DA-BDD4D3444107}">
      <dsp:nvSpPr>
        <dsp:cNvPr id="0" name=""/>
        <dsp:cNvSpPr/>
      </dsp:nvSpPr>
      <dsp:spPr>
        <a:xfrm rot="19478078">
          <a:off x="4999803" y="634152"/>
          <a:ext cx="1189403" cy="19885"/>
        </a:xfrm>
        <a:custGeom>
          <a:avLst/>
          <a:gdLst/>
          <a:ahLst/>
          <a:cxnLst/>
          <a:rect l="0" t="0" r="0" b="0"/>
          <a:pathLst>
            <a:path>
              <a:moveTo>
                <a:pt x="0" y="9942"/>
              </a:moveTo>
              <a:lnTo>
                <a:pt x="1189403" y="9942"/>
              </a:lnTo>
            </a:path>
          </a:pathLst>
        </a:custGeom>
        <a:noFill/>
        <a:ln w="190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kern="1200"/>
        </a:p>
      </dsp:txBody>
      <dsp:txXfrm>
        <a:off x="5564769" y="614360"/>
        <a:ext cx="59470" cy="59470"/>
      </dsp:txXfrm>
    </dsp:sp>
    <dsp:sp modelId="{61C4428E-D567-4000-B365-AC3937E76ABB}">
      <dsp:nvSpPr>
        <dsp:cNvPr id="0" name=""/>
        <dsp:cNvSpPr/>
      </dsp:nvSpPr>
      <dsp:spPr>
        <a:xfrm>
          <a:off x="6079470" y="578"/>
          <a:ext cx="1197239" cy="598619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  <a:scene3d>
          <a:camera prst="isometricTopDown" fov="0">
            <a:rot lat="0" lon="0" rev="0"/>
          </a:camera>
          <a:lightRig rig="balanced" dir="t">
            <a:rot lat="0" lon="0" rev="13800000"/>
          </a:lightRig>
        </a:scene3d>
        <a:sp3d extrusionH="12700" prstMaterial="plastic">
          <a:bevelT w="38100" h="25400" prst="softRound"/>
          <a:contourClr>
            <a:schemeClr val="accent6">
              <a:hueOff val="0"/>
              <a:satOff val="0"/>
              <a:lumOff val="0"/>
              <a:alphaOff val="0"/>
            </a:schemeClr>
          </a:contourClr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700" kern="1200"/>
            <a:t>登录</a:t>
          </a:r>
        </a:p>
      </dsp:txBody>
      <dsp:txXfrm>
        <a:off x="6097003" y="18111"/>
        <a:ext cx="1162173" cy="563553"/>
      </dsp:txXfrm>
    </dsp:sp>
    <dsp:sp modelId="{62ABA612-3E8E-4B7D-A70D-9C6FB7CC9401}">
      <dsp:nvSpPr>
        <dsp:cNvPr id="0" name=""/>
        <dsp:cNvSpPr/>
      </dsp:nvSpPr>
      <dsp:spPr>
        <a:xfrm>
          <a:off x="5109538" y="978358"/>
          <a:ext cx="969931" cy="19885"/>
        </a:xfrm>
        <a:custGeom>
          <a:avLst/>
          <a:gdLst/>
          <a:ahLst/>
          <a:cxnLst/>
          <a:rect l="0" t="0" r="0" b="0"/>
          <a:pathLst>
            <a:path>
              <a:moveTo>
                <a:pt x="0" y="9942"/>
              </a:moveTo>
              <a:lnTo>
                <a:pt x="969931" y="9942"/>
              </a:lnTo>
            </a:path>
          </a:pathLst>
        </a:custGeom>
        <a:noFill/>
        <a:ln w="190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kern="1200"/>
        </a:p>
      </dsp:txBody>
      <dsp:txXfrm>
        <a:off x="5570256" y="964053"/>
        <a:ext cx="48496" cy="48496"/>
      </dsp:txXfrm>
    </dsp:sp>
    <dsp:sp modelId="{84C3FCE8-65FE-4BAC-A7A5-6E2CBC912FBA}">
      <dsp:nvSpPr>
        <dsp:cNvPr id="0" name=""/>
        <dsp:cNvSpPr/>
      </dsp:nvSpPr>
      <dsp:spPr>
        <a:xfrm>
          <a:off x="6079470" y="688991"/>
          <a:ext cx="1197239" cy="598619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  <a:scene3d>
          <a:camera prst="isometricTopDown" fov="0">
            <a:rot lat="0" lon="0" rev="0"/>
          </a:camera>
          <a:lightRig rig="balanced" dir="t">
            <a:rot lat="0" lon="0" rev="13800000"/>
          </a:lightRig>
        </a:scene3d>
        <a:sp3d extrusionH="12700" prstMaterial="plastic">
          <a:bevelT w="38100" h="25400" prst="softRound"/>
          <a:contourClr>
            <a:schemeClr val="accent6">
              <a:hueOff val="0"/>
              <a:satOff val="0"/>
              <a:lumOff val="0"/>
              <a:alphaOff val="0"/>
            </a:schemeClr>
          </a:contourClr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700" kern="1200"/>
            <a:t>注销</a:t>
          </a:r>
        </a:p>
      </dsp:txBody>
      <dsp:txXfrm>
        <a:off x="6097003" y="706524"/>
        <a:ext cx="1162173" cy="563553"/>
      </dsp:txXfrm>
    </dsp:sp>
    <dsp:sp modelId="{31750CC3-33C8-45CB-A59D-639CEDB5B2B7}">
      <dsp:nvSpPr>
        <dsp:cNvPr id="0" name=""/>
        <dsp:cNvSpPr/>
      </dsp:nvSpPr>
      <dsp:spPr>
        <a:xfrm rot="2121922">
          <a:off x="4999803" y="1322565"/>
          <a:ext cx="1189403" cy="19885"/>
        </a:xfrm>
        <a:custGeom>
          <a:avLst/>
          <a:gdLst/>
          <a:ahLst/>
          <a:cxnLst/>
          <a:rect l="0" t="0" r="0" b="0"/>
          <a:pathLst>
            <a:path>
              <a:moveTo>
                <a:pt x="0" y="9942"/>
              </a:moveTo>
              <a:lnTo>
                <a:pt x="1189403" y="9942"/>
              </a:lnTo>
            </a:path>
          </a:pathLst>
        </a:custGeom>
        <a:noFill/>
        <a:ln w="190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kern="1200"/>
        </a:p>
      </dsp:txBody>
      <dsp:txXfrm>
        <a:off x="5564769" y="1302772"/>
        <a:ext cx="59470" cy="59470"/>
      </dsp:txXfrm>
    </dsp:sp>
    <dsp:sp modelId="{16D10C83-9C17-45DC-B3DC-0E8F6FB9B56E}">
      <dsp:nvSpPr>
        <dsp:cNvPr id="0" name=""/>
        <dsp:cNvSpPr/>
      </dsp:nvSpPr>
      <dsp:spPr>
        <a:xfrm>
          <a:off x="6079470" y="1377404"/>
          <a:ext cx="1197239" cy="598619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  <a:scene3d>
          <a:camera prst="isometricTopDown" fov="0">
            <a:rot lat="0" lon="0" rev="0"/>
          </a:camera>
          <a:lightRig rig="balanced" dir="t">
            <a:rot lat="0" lon="0" rev="13800000"/>
          </a:lightRig>
        </a:scene3d>
        <a:sp3d extrusionH="12700" prstMaterial="plastic">
          <a:bevelT w="38100" h="25400" prst="softRound"/>
          <a:contourClr>
            <a:schemeClr val="accent6">
              <a:hueOff val="0"/>
              <a:satOff val="0"/>
              <a:lumOff val="0"/>
              <a:alphaOff val="0"/>
            </a:schemeClr>
          </a:contourClr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700" kern="1200"/>
            <a:t>改密码</a:t>
          </a:r>
        </a:p>
      </dsp:txBody>
      <dsp:txXfrm>
        <a:off x="6097003" y="1394937"/>
        <a:ext cx="1162173" cy="563553"/>
      </dsp:txXfrm>
    </dsp:sp>
    <dsp:sp modelId="{3A4DFB98-0225-4543-A1F3-AB5136AF80B6}">
      <dsp:nvSpPr>
        <dsp:cNvPr id="0" name=""/>
        <dsp:cNvSpPr/>
      </dsp:nvSpPr>
      <dsp:spPr>
        <a:xfrm rot="19400870">
          <a:off x="2561790" y="2854615"/>
          <a:ext cx="633150" cy="19885"/>
        </a:xfrm>
        <a:custGeom>
          <a:avLst/>
          <a:gdLst/>
          <a:ahLst/>
          <a:cxnLst/>
          <a:rect l="0" t="0" r="0" b="0"/>
          <a:pathLst>
            <a:path>
              <a:moveTo>
                <a:pt x="0" y="9942"/>
              </a:moveTo>
              <a:lnTo>
                <a:pt x="633150" y="9942"/>
              </a:lnTo>
            </a:path>
          </a:pathLst>
        </a:custGeom>
        <a:noFill/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kern="1200"/>
        </a:p>
      </dsp:txBody>
      <dsp:txXfrm>
        <a:off x="2862536" y="2848729"/>
        <a:ext cx="31657" cy="31657"/>
      </dsp:txXfrm>
    </dsp:sp>
    <dsp:sp modelId="{D7CFBEB4-9D8C-448A-96C9-E62F81C96F53}">
      <dsp:nvSpPr>
        <dsp:cNvPr id="0" name=""/>
        <dsp:cNvSpPr/>
      </dsp:nvSpPr>
      <dsp:spPr>
        <a:xfrm>
          <a:off x="3132345" y="2376267"/>
          <a:ext cx="1931183" cy="598619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  <a:scene3d>
          <a:camera prst="isometricTopDown" fov="0">
            <a:rot lat="0" lon="0" rev="0"/>
          </a:camera>
          <a:lightRig rig="balanced" dir="t">
            <a:rot lat="0" lon="0" rev="13800000"/>
          </a:lightRig>
        </a:scene3d>
        <a:sp3d extrusionH="12700" prstMaterial="plastic">
          <a:bevelT w="38100" h="25400" prst="softRound"/>
          <a:contourClr>
            <a:schemeClr val="accent5">
              <a:hueOff val="0"/>
              <a:satOff val="0"/>
              <a:lumOff val="0"/>
              <a:alphaOff val="0"/>
            </a:schemeClr>
          </a:contourClr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700" kern="1200"/>
            <a:t>教学任务查询功能</a:t>
          </a:r>
        </a:p>
      </dsp:txBody>
      <dsp:txXfrm>
        <a:off x="3149878" y="2393800"/>
        <a:ext cx="1896117" cy="563553"/>
      </dsp:txXfrm>
    </dsp:sp>
    <dsp:sp modelId="{2C754397-7E3F-41A9-95E5-7D7630C1CCDE}">
      <dsp:nvSpPr>
        <dsp:cNvPr id="0" name=""/>
        <dsp:cNvSpPr/>
      </dsp:nvSpPr>
      <dsp:spPr>
        <a:xfrm rot="20390760">
          <a:off x="5035943" y="2510409"/>
          <a:ext cx="901044" cy="19885"/>
        </a:xfrm>
        <a:custGeom>
          <a:avLst/>
          <a:gdLst/>
          <a:ahLst/>
          <a:cxnLst/>
          <a:rect l="0" t="0" r="0" b="0"/>
          <a:pathLst>
            <a:path>
              <a:moveTo>
                <a:pt x="0" y="9942"/>
              </a:moveTo>
              <a:lnTo>
                <a:pt x="901044" y="9942"/>
              </a:lnTo>
            </a:path>
          </a:pathLst>
        </a:custGeom>
        <a:noFill/>
        <a:ln w="190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kern="1200"/>
        </a:p>
      </dsp:txBody>
      <dsp:txXfrm>
        <a:off x="5463939" y="2497826"/>
        <a:ext cx="45052" cy="45052"/>
      </dsp:txXfrm>
    </dsp:sp>
    <dsp:sp modelId="{7EFD9560-308C-426C-BF3A-B34AE5B78766}">
      <dsp:nvSpPr>
        <dsp:cNvPr id="0" name=""/>
        <dsp:cNvSpPr/>
      </dsp:nvSpPr>
      <dsp:spPr>
        <a:xfrm>
          <a:off x="5909402" y="2065817"/>
          <a:ext cx="1877415" cy="598619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  <a:scene3d>
          <a:camera prst="isometricTopDown" fov="0">
            <a:rot lat="0" lon="0" rev="0"/>
          </a:camera>
          <a:lightRig rig="balanced" dir="t">
            <a:rot lat="0" lon="0" rev="13800000"/>
          </a:lightRig>
        </a:scene3d>
        <a:sp3d extrusionH="12700" prstMaterial="plastic">
          <a:bevelT w="38100" h="25400" prst="softRound"/>
          <a:contourClr>
            <a:schemeClr val="accent6">
              <a:hueOff val="0"/>
              <a:satOff val="0"/>
              <a:lumOff val="0"/>
              <a:alphaOff val="0"/>
            </a:schemeClr>
          </a:contourClr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700" kern="1200"/>
            <a:t>展示动态查询表单</a:t>
          </a:r>
        </a:p>
      </dsp:txBody>
      <dsp:txXfrm>
        <a:off x="5926935" y="2083350"/>
        <a:ext cx="1842349" cy="563553"/>
      </dsp:txXfrm>
    </dsp:sp>
    <dsp:sp modelId="{0C146088-3EF8-4C23-93FB-5F3D8166401C}">
      <dsp:nvSpPr>
        <dsp:cNvPr id="0" name=""/>
        <dsp:cNvSpPr/>
      </dsp:nvSpPr>
      <dsp:spPr>
        <a:xfrm rot="1444594">
          <a:off x="5023227" y="2854615"/>
          <a:ext cx="926476" cy="19885"/>
        </a:xfrm>
        <a:custGeom>
          <a:avLst/>
          <a:gdLst/>
          <a:ahLst/>
          <a:cxnLst/>
          <a:rect l="0" t="0" r="0" b="0"/>
          <a:pathLst>
            <a:path>
              <a:moveTo>
                <a:pt x="0" y="9942"/>
              </a:moveTo>
              <a:lnTo>
                <a:pt x="926476" y="9942"/>
              </a:lnTo>
            </a:path>
          </a:pathLst>
        </a:custGeom>
        <a:noFill/>
        <a:ln w="190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kern="1200"/>
        </a:p>
      </dsp:txBody>
      <dsp:txXfrm>
        <a:off x="5463303" y="2841396"/>
        <a:ext cx="46323" cy="46323"/>
      </dsp:txXfrm>
    </dsp:sp>
    <dsp:sp modelId="{777E5282-815D-4427-8829-D1B672D7B75B}">
      <dsp:nvSpPr>
        <dsp:cNvPr id="0" name=""/>
        <dsp:cNvSpPr/>
      </dsp:nvSpPr>
      <dsp:spPr>
        <a:xfrm>
          <a:off x="5909402" y="2754229"/>
          <a:ext cx="1877415" cy="598619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  <a:scene3d>
          <a:camera prst="isometricTopDown" fov="0">
            <a:rot lat="0" lon="0" rev="0"/>
          </a:camera>
          <a:lightRig rig="balanced" dir="t">
            <a:rot lat="0" lon="0" rev="13800000"/>
          </a:lightRig>
        </a:scene3d>
        <a:sp3d extrusionH="12700" prstMaterial="plastic">
          <a:bevelT w="38100" h="25400" prst="softRound"/>
          <a:contourClr>
            <a:schemeClr val="accent6">
              <a:hueOff val="0"/>
              <a:satOff val="0"/>
              <a:lumOff val="0"/>
              <a:alphaOff val="0"/>
            </a:schemeClr>
          </a:contourClr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700" kern="1200"/>
            <a:t>展示查询结果</a:t>
          </a:r>
        </a:p>
      </dsp:txBody>
      <dsp:txXfrm>
        <a:off x="5926935" y="2771762"/>
        <a:ext cx="1842349" cy="563553"/>
      </dsp:txXfrm>
    </dsp:sp>
    <dsp:sp modelId="{908125D4-1810-48FF-976B-499A2F5FC021}">
      <dsp:nvSpPr>
        <dsp:cNvPr id="0" name=""/>
        <dsp:cNvSpPr/>
      </dsp:nvSpPr>
      <dsp:spPr>
        <a:xfrm rot="4176367">
          <a:off x="2265499" y="3559906"/>
          <a:ext cx="1101672" cy="19885"/>
        </a:xfrm>
        <a:custGeom>
          <a:avLst/>
          <a:gdLst/>
          <a:ahLst/>
          <a:cxnLst/>
          <a:rect l="0" t="0" r="0" b="0"/>
          <a:pathLst>
            <a:path>
              <a:moveTo>
                <a:pt x="0" y="9942"/>
              </a:moveTo>
              <a:lnTo>
                <a:pt x="1101672" y="9942"/>
              </a:lnTo>
            </a:path>
          </a:pathLst>
        </a:custGeom>
        <a:noFill/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kern="1200"/>
        </a:p>
      </dsp:txBody>
      <dsp:txXfrm>
        <a:off x="2788794" y="3542307"/>
        <a:ext cx="55083" cy="55083"/>
      </dsp:txXfrm>
    </dsp:sp>
    <dsp:sp modelId="{3BA69CC6-CDA6-43D0-A71D-B2E54FD46380}">
      <dsp:nvSpPr>
        <dsp:cNvPr id="0" name=""/>
        <dsp:cNvSpPr/>
      </dsp:nvSpPr>
      <dsp:spPr>
        <a:xfrm>
          <a:off x="3008287" y="3786849"/>
          <a:ext cx="2101251" cy="598619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  <a:scene3d>
          <a:camera prst="isometricTopDown" fov="0">
            <a:rot lat="0" lon="0" rev="0"/>
          </a:camera>
          <a:lightRig rig="balanced" dir="t">
            <a:rot lat="0" lon="0" rev="13800000"/>
          </a:lightRig>
        </a:scene3d>
        <a:sp3d extrusionH="12700" prstMaterial="plastic">
          <a:bevelT w="38100" h="25400" prst="softRound"/>
          <a:contourClr>
            <a:schemeClr val="accent5">
              <a:hueOff val="0"/>
              <a:satOff val="0"/>
              <a:lumOff val="0"/>
              <a:alphaOff val="0"/>
            </a:schemeClr>
          </a:contourClr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700" kern="1200"/>
            <a:t>修改用户头像功能</a:t>
          </a:r>
        </a:p>
      </dsp:txBody>
      <dsp:txXfrm>
        <a:off x="3025820" y="3804382"/>
        <a:ext cx="2066185" cy="563553"/>
      </dsp:txXfrm>
    </dsp:sp>
    <dsp:sp modelId="{42F0F4F9-B3B4-4E11-A61E-E49D7C18CE53}">
      <dsp:nvSpPr>
        <dsp:cNvPr id="0" name=""/>
        <dsp:cNvSpPr/>
      </dsp:nvSpPr>
      <dsp:spPr>
        <a:xfrm rot="20427684">
          <a:off x="5079906" y="3904113"/>
          <a:ext cx="1029196" cy="19885"/>
        </a:xfrm>
        <a:custGeom>
          <a:avLst/>
          <a:gdLst/>
          <a:ahLst/>
          <a:cxnLst/>
          <a:rect l="0" t="0" r="0" b="0"/>
          <a:pathLst>
            <a:path>
              <a:moveTo>
                <a:pt x="0" y="9942"/>
              </a:moveTo>
              <a:lnTo>
                <a:pt x="1029196" y="9942"/>
              </a:lnTo>
            </a:path>
          </a:pathLst>
        </a:custGeom>
        <a:noFill/>
        <a:ln w="190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kern="1200"/>
        </a:p>
      </dsp:txBody>
      <dsp:txXfrm>
        <a:off x="5568774" y="3888325"/>
        <a:ext cx="51459" cy="51459"/>
      </dsp:txXfrm>
    </dsp:sp>
    <dsp:sp modelId="{2A3FE49A-B2C9-41F5-9BE7-5E0E02A2A8B4}">
      <dsp:nvSpPr>
        <dsp:cNvPr id="0" name=""/>
        <dsp:cNvSpPr/>
      </dsp:nvSpPr>
      <dsp:spPr>
        <a:xfrm>
          <a:off x="6079470" y="3442642"/>
          <a:ext cx="1877415" cy="598619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  <a:scene3d>
          <a:camera prst="isometricTopDown" fov="0">
            <a:rot lat="0" lon="0" rev="0"/>
          </a:camera>
          <a:lightRig rig="balanced" dir="t">
            <a:rot lat="0" lon="0" rev="13800000"/>
          </a:lightRig>
        </a:scene3d>
        <a:sp3d extrusionH="12700" prstMaterial="plastic">
          <a:bevelT w="38100" h="25400" prst="softRound"/>
          <a:contourClr>
            <a:schemeClr val="accent6">
              <a:hueOff val="0"/>
              <a:satOff val="0"/>
              <a:lumOff val="0"/>
              <a:alphaOff val="0"/>
            </a:schemeClr>
          </a:contourClr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700" kern="1200"/>
            <a:t>上传图片</a:t>
          </a:r>
        </a:p>
      </dsp:txBody>
      <dsp:txXfrm>
        <a:off x="6097003" y="3460175"/>
        <a:ext cx="1842349" cy="563553"/>
      </dsp:txXfrm>
    </dsp:sp>
    <dsp:sp modelId="{8B6B7183-A8D0-4EF3-BBCD-64BE75790D84}">
      <dsp:nvSpPr>
        <dsp:cNvPr id="0" name=""/>
        <dsp:cNvSpPr/>
      </dsp:nvSpPr>
      <dsp:spPr>
        <a:xfrm rot="1172316">
          <a:off x="5079906" y="4248319"/>
          <a:ext cx="1029196" cy="19885"/>
        </a:xfrm>
        <a:custGeom>
          <a:avLst/>
          <a:gdLst/>
          <a:ahLst/>
          <a:cxnLst/>
          <a:rect l="0" t="0" r="0" b="0"/>
          <a:pathLst>
            <a:path>
              <a:moveTo>
                <a:pt x="0" y="9942"/>
              </a:moveTo>
              <a:lnTo>
                <a:pt x="1029196" y="9942"/>
              </a:lnTo>
            </a:path>
          </a:pathLst>
        </a:custGeom>
        <a:noFill/>
        <a:ln w="190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kern="1200"/>
        </a:p>
      </dsp:txBody>
      <dsp:txXfrm>
        <a:off x="5568774" y="4232532"/>
        <a:ext cx="51459" cy="51459"/>
      </dsp:txXfrm>
    </dsp:sp>
    <dsp:sp modelId="{2F35CC3F-1DCD-4F80-9883-2F975B3F67B0}">
      <dsp:nvSpPr>
        <dsp:cNvPr id="0" name=""/>
        <dsp:cNvSpPr/>
      </dsp:nvSpPr>
      <dsp:spPr>
        <a:xfrm>
          <a:off x="6079470" y="4131055"/>
          <a:ext cx="1877415" cy="598619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  <a:scene3d>
          <a:camera prst="isometricTopDown" fov="0">
            <a:rot lat="0" lon="0" rev="0"/>
          </a:camera>
          <a:lightRig rig="balanced" dir="t">
            <a:rot lat="0" lon="0" rev="13800000"/>
          </a:lightRig>
        </a:scene3d>
        <a:sp3d extrusionH="12700" prstMaterial="plastic">
          <a:bevelT w="38100" h="25400" prst="softRound"/>
          <a:contourClr>
            <a:schemeClr val="accent6">
              <a:hueOff val="0"/>
              <a:satOff val="0"/>
              <a:lumOff val="0"/>
              <a:alphaOff val="0"/>
            </a:schemeClr>
          </a:contourClr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700" kern="1200"/>
            <a:t>修改用户头像</a:t>
          </a:r>
        </a:p>
      </dsp:txBody>
      <dsp:txXfrm>
        <a:off x="6097003" y="4148588"/>
        <a:ext cx="1842349" cy="563553"/>
      </dsp:txXfrm>
    </dsp:sp>
    <dsp:sp modelId="{F76812C8-B725-4BCB-AF8F-017F3CE87D5C}">
      <dsp:nvSpPr>
        <dsp:cNvPr id="0" name=""/>
        <dsp:cNvSpPr/>
      </dsp:nvSpPr>
      <dsp:spPr>
        <a:xfrm rot="4768177">
          <a:off x="1766027" y="4076216"/>
          <a:ext cx="2100616" cy="19885"/>
        </a:xfrm>
        <a:custGeom>
          <a:avLst/>
          <a:gdLst/>
          <a:ahLst/>
          <a:cxnLst/>
          <a:rect l="0" t="0" r="0" b="0"/>
          <a:pathLst>
            <a:path>
              <a:moveTo>
                <a:pt x="0" y="9942"/>
              </a:moveTo>
              <a:lnTo>
                <a:pt x="2100616" y="9942"/>
              </a:lnTo>
            </a:path>
          </a:pathLst>
        </a:custGeom>
        <a:noFill/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700" kern="1200"/>
        </a:p>
      </dsp:txBody>
      <dsp:txXfrm>
        <a:off x="2763820" y="4033643"/>
        <a:ext cx="105030" cy="105030"/>
      </dsp:txXfrm>
    </dsp:sp>
    <dsp:sp modelId="{B41BD32C-2813-4349-B8E4-E88DEE7948B3}">
      <dsp:nvSpPr>
        <dsp:cNvPr id="0" name=""/>
        <dsp:cNvSpPr/>
      </dsp:nvSpPr>
      <dsp:spPr>
        <a:xfrm>
          <a:off x="3008287" y="4819468"/>
          <a:ext cx="2101251" cy="598619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  <a:scene3d>
          <a:camera prst="isometricTopDown" fov="0">
            <a:rot lat="0" lon="0" rev="0"/>
          </a:camera>
          <a:lightRig rig="balanced" dir="t">
            <a:rot lat="0" lon="0" rev="13800000"/>
          </a:lightRig>
        </a:scene3d>
        <a:sp3d extrusionH="12700" prstMaterial="plastic">
          <a:bevelT w="38100" h="25400" prst="softRound"/>
          <a:contourClr>
            <a:schemeClr val="accent5">
              <a:hueOff val="0"/>
              <a:satOff val="0"/>
              <a:lumOff val="0"/>
              <a:alphaOff val="0"/>
            </a:schemeClr>
          </a:contourClr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700" kern="1200"/>
            <a:t>成绩录入功能</a:t>
          </a:r>
        </a:p>
      </dsp:txBody>
      <dsp:txXfrm>
        <a:off x="3025820" y="4837001"/>
        <a:ext cx="2066185" cy="563553"/>
      </dsp:txXfrm>
    </dsp:sp>
    <dsp:sp modelId="{8549F7A7-E2F9-4E67-9436-BB08F59D5063}">
      <dsp:nvSpPr>
        <dsp:cNvPr id="0" name=""/>
        <dsp:cNvSpPr/>
      </dsp:nvSpPr>
      <dsp:spPr>
        <a:xfrm>
          <a:off x="5109538" y="5108835"/>
          <a:ext cx="969931" cy="19885"/>
        </a:xfrm>
        <a:custGeom>
          <a:avLst/>
          <a:gdLst/>
          <a:ahLst/>
          <a:cxnLst/>
          <a:rect l="0" t="0" r="0" b="0"/>
          <a:pathLst>
            <a:path>
              <a:moveTo>
                <a:pt x="0" y="9942"/>
              </a:moveTo>
              <a:lnTo>
                <a:pt x="969931" y="9942"/>
              </a:lnTo>
            </a:path>
          </a:pathLst>
        </a:custGeom>
        <a:noFill/>
        <a:ln w="190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kern="1200"/>
        </a:p>
      </dsp:txBody>
      <dsp:txXfrm>
        <a:off x="5570256" y="5094530"/>
        <a:ext cx="48496" cy="48496"/>
      </dsp:txXfrm>
    </dsp:sp>
    <dsp:sp modelId="{B2D8A70E-106B-4F6F-B890-4706D1D39AC5}">
      <dsp:nvSpPr>
        <dsp:cNvPr id="0" name=""/>
        <dsp:cNvSpPr/>
      </dsp:nvSpPr>
      <dsp:spPr>
        <a:xfrm>
          <a:off x="6079470" y="4819468"/>
          <a:ext cx="1877415" cy="598619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  <a:scene3d>
          <a:camera prst="isometricTopDown" fov="0">
            <a:rot lat="0" lon="0" rev="0"/>
          </a:camera>
          <a:lightRig rig="balanced" dir="t">
            <a:rot lat="0" lon="0" rev="13800000"/>
          </a:lightRig>
        </a:scene3d>
        <a:sp3d extrusionH="12700" prstMaterial="plastic">
          <a:bevelT w="38100" h="25400" prst="softRound"/>
          <a:contourClr>
            <a:schemeClr val="accent6">
              <a:hueOff val="0"/>
              <a:satOff val="0"/>
              <a:lumOff val="0"/>
              <a:alphaOff val="0"/>
            </a:schemeClr>
          </a:contourClr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700" kern="1200"/>
            <a:t>读取</a:t>
          </a:r>
          <a:r>
            <a:rPr lang="en-US" altLang="zh-CN" sz="1700" kern="1200"/>
            <a:t>Excel</a:t>
          </a:r>
          <a:r>
            <a:rPr lang="zh-CN" altLang="en-US" sz="1700" kern="1200"/>
            <a:t>录入学生成绩</a:t>
          </a:r>
        </a:p>
      </dsp:txBody>
      <dsp:txXfrm>
        <a:off x="6097003" y="4837001"/>
        <a:ext cx="1842349" cy="563553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CB16D8C-63E5-47E5-B22C-60054E58429E}">
      <dsp:nvSpPr>
        <dsp:cNvPr id="0" name=""/>
        <dsp:cNvSpPr/>
      </dsp:nvSpPr>
      <dsp:spPr>
        <a:xfrm>
          <a:off x="0" y="439574"/>
          <a:ext cx="10871200" cy="1134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43726" tIns="312420" rIns="843726" bIns="10668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zh-CN" altLang="en-US" sz="1500" b="0" i="0" kern="1200"/>
            <a:t>学生表（学号、姓名、学院）、课程表（课程号、学分）、选课表（学号、课程号、成绩），这些都是典型的</a:t>
          </a:r>
          <a:r>
            <a:rPr lang="zh-CN" altLang="en-US" sz="1500" b="1" i="0" kern="1200"/>
            <a:t>二维表格</a:t>
          </a:r>
          <a:r>
            <a:rPr lang="zh-CN" altLang="en-US" sz="1500" b="0" i="0" kern="1200"/>
            <a:t>，字段非常固定，天生就适合放在关系型数据库里。</a:t>
          </a:r>
          <a:endParaRPr lang="zh-CN" altLang="en-US" sz="1500" kern="120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altLang="zh-CN" sz="1500" b="0" i="0" kern="1200"/>
            <a:t>NoSQL</a:t>
          </a:r>
          <a:r>
            <a:rPr lang="zh-CN" altLang="en-US" sz="1500" b="0" i="0" kern="1200"/>
            <a:t>（如</a:t>
          </a:r>
          <a:r>
            <a:rPr lang="en-US" altLang="zh-CN" sz="1500" b="0" i="0" kern="1200"/>
            <a:t>MongoDB</a:t>
          </a:r>
          <a:r>
            <a:rPr lang="zh-CN" altLang="en-US" sz="1500" b="0" i="0" kern="1200"/>
            <a:t>）的灵活性在教务系统里反而用不上，甚至可能因为文档结构不一致导致查询麻烦。</a:t>
          </a:r>
        </a:p>
      </dsp:txBody>
      <dsp:txXfrm>
        <a:off x="0" y="439574"/>
        <a:ext cx="10871200" cy="1134000"/>
      </dsp:txXfrm>
    </dsp:sp>
    <dsp:sp modelId="{C97F763D-73BA-4443-85ED-5FA312475507}">
      <dsp:nvSpPr>
        <dsp:cNvPr id="0" name=""/>
        <dsp:cNvSpPr/>
      </dsp:nvSpPr>
      <dsp:spPr>
        <a:xfrm>
          <a:off x="543560" y="218174"/>
          <a:ext cx="7609840" cy="44280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7634" tIns="0" rIns="287634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500" b="1" i="0" kern="1200"/>
            <a:t>数据结构高度结构化</a:t>
          </a:r>
          <a:endParaRPr lang="zh-CN" altLang="en-US" sz="1500" kern="1200"/>
        </a:p>
      </dsp:txBody>
      <dsp:txXfrm>
        <a:off x="565176" y="239790"/>
        <a:ext cx="7566608" cy="399568"/>
      </dsp:txXfrm>
    </dsp:sp>
    <dsp:sp modelId="{8241F919-464E-480C-8481-8058D0CA6AC6}">
      <dsp:nvSpPr>
        <dsp:cNvPr id="0" name=""/>
        <dsp:cNvSpPr/>
      </dsp:nvSpPr>
      <dsp:spPr>
        <a:xfrm>
          <a:off x="0" y="1875974"/>
          <a:ext cx="10871200" cy="139387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43726" tIns="312420" rIns="843726" bIns="10668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zh-CN" altLang="en-US" sz="1500" b="0" i="0" kern="1200"/>
            <a:t>教务系统经常需要写复杂的</a:t>
          </a:r>
          <a:r>
            <a:rPr lang="en-US" altLang="zh-CN" sz="1500" b="0" i="0" kern="1200"/>
            <a:t>SQL</a:t>
          </a:r>
          <a:r>
            <a:rPr lang="zh-CN" altLang="en-US" sz="1500" b="0" i="0" kern="1200"/>
            <a:t>报表，例如：“查询计算机学院</a:t>
          </a:r>
          <a:r>
            <a:rPr lang="en-US" altLang="zh-CN" sz="1500" b="0" i="0" kern="1200"/>
            <a:t>2024</a:t>
          </a:r>
          <a:r>
            <a:rPr lang="zh-CN" altLang="en-US" sz="1500" b="0" i="0" kern="1200"/>
            <a:t>级所有选修了‘高等数学’且成绩大于</a:t>
          </a:r>
          <a:r>
            <a:rPr lang="en-US" altLang="zh-CN" sz="1500" b="0" i="0" kern="1200"/>
            <a:t>80</a:t>
          </a:r>
          <a:r>
            <a:rPr lang="zh-CN" altLang="en-US" sz="1500" b="0" i="0" kern="1200"/>
            <a:t>分的学生名单”。</a:t>
          </a:r>
          <a:endParaRPr lang="zh-CN" altLang="en-US" sz="1500" kern="120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altLang="zh-CN" sz="1500" b="0" i="0" kern="1200"/>
            <a:t>MySQL</a:t>
          </a:r>
          <a:r>
            <a:rPr lang="zh-CN" altLang="en-US" sz="1500" b="0" i="0" kern="1200"/>
            <a:t>可以通过表连接（</a:t>
          </a:r>
          <a:r>
            <a:rPr lang="en-US" altLang="zh-CN" sz="1500" b="0" i="0" kern="1200"/>
            <a:t>JOIN</a:t>
          </a:r>
          <a:r>
            <a:rPr lang="zh-CN" altLang="en-US" sz="1500" b="0" i="0" kern="1200"/>
            <a:t>）轻松完成。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zh-CN" altLang="en-US" sz="1500" b="0" i="0" kern="1200"/>
            <a:t>如果放在</a:t>
          </a:r>
          <a:r>
            <a:rPr lang="en-US" altLang="zh-CN" sz="1500" b="0" i="0" kern="1200"/>
            <a:t>NoSQL</a:t>
          </a:r>
          <a:r>
            <a:rPr lang="zh-CN" altLang="en-US" sz="1500" b="0" i="0" kern="1200"/>
            <a:t>里，这种跨表（或跨集合）的关联查询会非常笨拙，或者性能很差。</a:t>
          </a:r>
        </a:p>
      </dsp:txBody>
      <dsp:txXfrm>
        <a:off x="0" y="1875974"/>
        <a:ext cx="10871200" cy="1393875"/>
      </dsp:txXfrm>
    </dsp:sp>
    <dsp:sp modelId="{90851C18-20B7-476A-8641-301AE4491BB8}">
      <dsp:nvSpPr>
        <dsp:cNvPr id="0" name=""/>
        <dsp:cNvSpPr/>
      </dsp:nvSpPr>
      <dsp:spPr>
        <a:xfrm>
          <a:off x="543560" y="1654574"/>
          <a:ext cx="7609840" cy="44280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7634" tIns="0" rIns="287634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500" b="1" i="0" kern="1200"/>
            <a:t>复杂的关联查询</a:t>
          </a:r>
          <a:endParaRPr lang="zh-CN" altLang="en-US" sz="1500" kern="1200"/>
        </a:p>
      </dsp:txBody>
      <dsp:txXfrm>
        <a:off x="565176" y="1676190"/>
        <a:ext cx="7566608" cy="399568"/>
      </dsp:txXfrm>
    </dsp:sp>
    <dsp:sp modelId="{F202ADD7-4EA4-4E57-9097-F831B58F33FC}">
      <dsp:nvSpPr>
        <dsp:cNvPr id="0" name=""/>
        <dsp:cNvSpPr/>
      </dsp:nvSpPr>
      <dsp:spPr>
        <a:xfrm>
          <a:off x="0" y="3572250"/>
          <a:ext cx="10871200" cy="1134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43726" tIns="312420" rIns="843726" bIns="10668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zh-CN" altLang="en-US" sz="1500" b="0" i="0" kern="1200"/>
            <a:t>不仅是成绩录入和账号导入。</a:t>
          </a:r>
          <a:r>
            <a:rPr lang="zh-CN" altLang="en-US" sz="1500" b="1" i="0" kern="1200"/>
            <a:t>选课</a:t>
          </a:r>
          <a:r>
            <a:rPr lang="zh-CN" altLang="en-US" sz="1500" b="0" i="0" kern="1200"/>
            <a:t>（扣减选课名额 </a:t>
          </a:r>
          <a:r>
            <a:rPr lang="en-US" altLang="zh-CN" sz="1500" b="0" i="0" kern="1200"/>
            <a:t>+ </a:t>
          </a:r>
          <a:r>
            <a:rPr lang="zh-CN" altLang="en-US" sz="1500" b="0" i="0" kern="1200"/>
            <a:t>增加选课记录 </a:t>
          </a:r>
          <a:r>
            <a:rPr lang="en-US" altLang="zh-CN" sz="1500" b="0" i="0" kern="1200"/>
            <a:t>+ </a:t>
          </a:r>
          <a:r>
            <a:rPr lang="zh-CN" altLang="en-US" sz="1500" b="0" i="0" kern="1200"/>
            <a:t>生成课表）同样需要事务。如果扣了名额但没生成记录，学生就白选了。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zh-CN" altLang="en-US" sz="1500" b="0" i="0" kern="1200"/>
            <a:t>在教务系统里，这种需要强一致性的操作是</a:t>
          </a:r>
          <a:r>
            <a:rPr lang="zh-CN" altLang="en-US" sz="1500" b="1" i="0" kern="1200"/>
            <a:t>常态</a:t>
          </a:r>
          <a:r>
            <a:rPr lang="zh-CN" altLang="en-US" sz="1500" b="0" i="0" kern="1200"/>
            <a:t>，而不是特例。</a:t>
          </a:r>
        </a:p>
      </dsp:txBody>
      <dsp:txXfrm>
        <a:off x="0" y="3572250"/>
        <a:ext cx="10871200" cy="1134000"/>
      </dsp:txXfrm>
    </dsp:sp>
    <dsp:sp modelId="{19D2AF9E-5826-4863-B4FA-9A3C3D4AC004}">
      <dsp:nvSpPr>
        <dsp:cNvPr id="0" name=""/>
        <dsp:cNvSpPr/>
      </dsp:nvSpPr>
      <dsp:spPr>
        <a:xfrm>
          <a:off x="543560" y="3350850"/>
          <a:ext cx="7609840" cy="44280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7634" tIns="0" rIns="287634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500" b="1" i="0" kern="1200"/>
            <a:t>事务的“常态性”</a:t>
          </a:r>
          <a:endParaRPr lang="zh-CN" altLang="en-US" sz="1500" b="0" i="0" kern="1200"/>
        </a:p>
      </dsp:txBody>
      <dsp:txXfrm>
        <a:off x="565176" y="3372466"/>
        <a:ext cx="7566608" cy="399568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04FC2BA-5E84-4160-B687-4AE9EA283CED}">
      <dsp:nvSpPr>
        <dsp:cNvPr id="0" name=""/>
        <dsp:cNvSpPr/>
      </dsp:nvSpPr>
      <dsp:spPr>
        <a:xfrm>
          <a:off x="0" y="591596"/>
          <a:ext cx="10871200" cy="736312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43726" tIns="354076" rIns="843726" bIns="120904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zh-CN" altLang="en-US" sz="1700" b="0" i="0" kern="1200"/>
            <a:t>教务系统对</a:t>
          </a:r>
          <a:r>
            <a:rPr lang="zh-CN" altLang="en-US" sz="1700" b="1" i="0" kern="1200"/>
            <a:t>数据一致性</a:t>
          </a:r>
          <a:r>
            <a:rPr lang="zh-CN" altLang="en-US" sz="1700" b="0" i="0" kern="1200"/>
            <a:t>和</a:t>
          </a:r>
          <a:r>
            <a:rPr lang="zh-CN" altLang="en-US" sz="1700" b="1" i="0" kern="1200"/>
            <a:t>复杂查询</a:t>
          </a:r>
          <a:r>
            <a:rPr lang="zh-CN" altLang="en-US" sz="1700" b="0" i="0" kern="1200"/>
            <a:t>的要求，完美匹配</a:t>
          </a:r>
          <a:r>
            <a:rPr lang="en-US" altLang="zh-CN" sz="1700" b="1" i="0" kern="1200"/>
            <a:t>MySQL</a:t>
          </a:r>
          <a:r>
            <a:rPr lang="zh-CN" altLang="en-US" sz="1700" b="0" i="0" kern="1200"/>
            <a:t>的优势。</a:t>
          </a:r>
          <a:endParaRPr lang="zh-CN" altLang="en-US" sz="1700" kern="1200"/>
        </a:p>
      </dsp:txBody>
      <dsp:txXfrm>
        <a:off x="0" y="591596"/>
        <a:ext cx="10871200" cy="736312"/>
      </dsp:txXfrm>
    </dsp:sp>
    <dsp:sp modelId="{75F3A015-A682-4149-BC4C-F31EA3A27341}">
      <dsp:nvSpPr>
        <dsp:cNvPr id="0" name=""/>
        <dsp:cNvSpPr/>
      </dsp:nvSpPr>
      <dsp:spPr>
        <a:xfrm>
          <a:off x="543560" y="340676"/>
          <a:ext cx="7609840" cy="50184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47625" cap="flat" cmpd="dbl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30000" dir="5400000" rotWithShape="0">
            <a:srgbClr val="000000">
              <a:alpha val="45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87634" tIns="0" rIns="287634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zh-CN" altLang="en-US" sz="1700" b="1" i="0" kern="1200"/>
            <a:t>核心诉求匹配</a:t>
          </a:r>
          <a:r>
            <a:rPr lang="zh-CN" altLang="en-US" sz="1700" b="0" i="0" kern="1200"/>
            <a:t>：</a:t>
          </a:r>
          <a:endParaRPr lang="zh-CN" altLang="en-US" sz="1700" kern="1200"/>
        </a:p>
      </dsp:txBody>
      <dsp:txXfrm>
        <a:off x="568058" y="365174"/>
        <a:ext cx="7560844" cy="452844"/>
      </dsp:txXfrm>
    </dsp:sp>
    <dsp:sp modelId="{73B91F60-11F1-4C3C-ABC5-086A174B4C1F}">
      <dsp:nvSpPr>
        <dsp:cNvPr id="0" name=""/>
        <dsp:cNvSpPr/>
      </dsp:nvSpPr>
      <dsp:spPr>
        <a:xfrm>
          <a:off x="0" y="1670628"/>
          <a:ext cx="10871200" cy="99067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43726" tIns="354076" rIns="843726" bIns="120904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zh-CN" altLang="en-US" sz="1700" b="0" i="0" kern="1200"/>
            <a:t>国内绝大多数高校的教务系统，底层几乎都是</a:t>
          </a:r>
          <a:r>
            <a:rPr lang="en-US" altLang="zh-CN" sz="1700" b="0" i="0" kern="1200"/>
            <a:t>Oracle</a:t>
          </a:r>
          <a:r>
            <a:rPr lang="zh-CN" altLang="en-US" sz="1700" b="0" i="0" kern="1200"/>
            <a:t>、</a:t>
          </a:r>
          <a:r>
            <a:rPr lang="en-US" altLang="zh-CN" sz="1700" b="0" i="0" kern="1200"/>
            <a:t>SQL Server</a:t>
          </a:r>
          <a:r>
            <a:rPr lang="zh-CN" altLang="en-US" sz="1700" b="0" i="0" kern="1200"/>
            <a:t>或者</a:t>
          </a:r>
          <a:r>
            <a:rPr lang="en-US" altLang="zh-CN" sz="1700" b="0" i="0" kern="1200"/>
            <a:t>MySQL</a:t>
          </a:r>
          <a:r>
            <a:rPr lang="zh-CN" altLang="en-US" sz="1700" b="0" i="0" kern="1200"/>
            <a:t>。对于预算有限、需要敏捷开发的项目，</a:t>
          </a:r>
          <a:r>
            <a:rPr lang="en-US" altLang="zh-CN" sz="1700" b="1" i="0" kern="1200"/>
            <a:t>MySQL</a:t>
          </a:r>
          <a:r>
            <a:rPr lang="zh-CN" altLang="en-US" sz="1700" b="1" i="0" kern="1200"/>
            <a:t>（通常是</a:t>
          </a:r>
          <a:r>
            <a:rPr lang="en-US" altLang="zh-CN" sz="1700" b="1" i="0" kern="1200"/>
            <a:t>MySQL 8.0</a:t>
          </a:r>
          <a:r>
            <a:rPr lang="zh-CN" altLang="en-US" sz="1700" b="1" i="0" kern="1200"/>
            <a:t>及以上版本）是非常合理且成本最优的选择。</a:t>
          </a:r>
          <a:endParaRPr lang="zh-CN" altLang="en-US" sz="1700" kern="1200"/>
        </a:p>
      </dsp:txBody>
      <dsp:txXfrm>
        <a:off x="0" y="1670628"/>
        <a:ext cx="10871200" cy="990675"/>
      </dsp:txXfrm>
    </dsp:sp>
    <dsp:sp modelId="{1B8D40FC-E5C2-4981-B02B-94F7914E82C5}">
      <dsp:nvSpPr>
        <dsp:cNvPr id="0" name=""/>
        <dsp:cNvSpPr/>
      </dsp:nvSpPr>
      <dsp:spPr>
        <a:xfrm>
          <a:off x="543560" y="1419708"/>
          <a:ext cx="7609840" cy="50184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47625" cap="flat" cmpd="dbl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30000" dir="5400000" rotWithShape="0">
            <a:srgbClr val="000000">
              <a:alpha val="45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87634" tIns="0" rIns="287634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zh-CN" altLang="en-US" sz="1700" b="1" i="0" kern="1200"/>
            <a:t>主流选择</a:t>
          </a:r>
          <a:r>
            <a:rPr lang="zh-CN" altLang="en-US" sz="1700" b="0" i="0" kern="1200"/>
            <a:t>：</a:t>
          </a:r>
          <a:endParaRPr lang="zh-CN" altLang="en-US" sz="1700" kern="1200"/>
        </a:p>
      </dsp:txBody>
      <dsp:txXfrm>
        <a:off x="568058" y="1444206"/>
        <a:ext cx="7560844" cy="452844"/>
      </dsp:txXfrm>
    </dsp:sp>
    <dsp:sp modelId="{0B657F8F-AB40-4FB1-BE8A-853D6FA9C13E}">
      <dsp:nvSpPr>
        <dsp:cNvPr id="0" name=""/>
        <dsp:cNvSpPr/>
      </dsp:nvSpPr>
      <dsp:spPr>
        <a:xfrm>
          <a:off x="0" y="3004023"/>
          <a:ext cx="10871200" cy="157972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43726" tIns="354076" rIns="843726" bIns="120904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zh-CN" altLang="en-US" sz="1700" b="0" i="0" kern="1200"/>
            <a:t>为了应对高并发（比如</a:t>
          </a:r>
          <a:r>
            <a:rPr lang="zh-CN" altLang="en-US" sz="1700" b="1" i="0" kern="1200"/>
            <a:t>选课高峰期</a:t>
          </a:r>
          <a:r>
            <a:rPr lang="zh-CN" altLang="en-US" sz="1700" b="0" i="0" kern="1200"/>
            <a:t>），可以在</a:t>
          </a:r>
          <a:r>
            <a:rPr lang="en-US" altLang="zh-CN" sz="1700" b="0" i="0" kern="1200"/>
            <a:t>MySQL</a:t>
          </a:r>
          <a:r>
            <a:rPr lang="zh-CN" altLang="en-US" sz="1700" b="0" i="0" kern="1200"/>
            <a:t>外面套一层</a:t>
          </a:r>
          <a:r>
            <a:rPr lang="zh-CN" altLang="en-US" sz="1700" b="1" i="0" kern="1200"/>
            <a:t>缓存</a:t>
          </a:r>
          <a:r>
            <a:rPr lang="zh-CN" altLang="en-US" sz="1700" b="0" i="0" kern="1200"/>
            <a:t>（比如</a:t>
          </a:r>
          <a:r>
            <a:rPr lang="en-US" altLang="zh-CN" sz="1700" b="0" i="0" kern="1200"/>
            <a:t>Redis</a:t>
          </a:r>
          <a:r>
            <a:rPr lang="zh-CN" altLang="en-US" sz="1700" b="0" i="0" kern="1200"/>
            <a:t>）或</a:t>
          </a:r>
          <a:r>
            <a:rPr lang="zh-CN" altLang="en-US" sz="1700" b="1" i="0" kern="1200"/>
            <a:t>中间件</a:t>
          </a:r>
          <a:r>
            <a:rPr lang="zh-CN" altLang="en-US" sz="1700" b="0" i="0" kern="1200"/>
            <a:t>。</a:t>
          </a:r>
          <a:endParaRPr lang="zh-CN" altLang="en-US" sz="1700" kern="120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zh-CN" altLang="en-US" sz="1700" b="1" i="0" kern="1200"/>
            <a:t>选课操作</a:t>
          </a:r>
          <a:r>
            <a:rPr lang="zh-CN" altLang="en-US" sz="1700" b="0" i="0" kern="1200"/>
            <a:t>：请求先写入消息队列（</a:t>
          </a:r>
          <a:r>
            <a:rPr lang="en-US" altLang="zh-CN" sz="1700" b="0" i="0" kern="1200"/>
            <a:t>MQ</a:t>
          </a:r>
          <a:r>
            <a:rPr lang="zh-CN" altLang="en-US" sz="1700" b="0" i="0" kern="1200"/>
            <a:t>）排队，后端程序慢慢更新</a:t>
          </a:r>
          <a:r>
            <a:rPr lang="en-US" altLang="zh-CN" sz="1700" b="0" i="0" kern="1200"/>
            <a:t>MySQL</a:t>
          </a:r>
          <a:r>
            <a:rPr lang="zh-CN" altLang="en-US" sz="1700" b="0" i="0" kern="1200"/>
            <a:t>，防止瞬间写压力过大把</a:t>
          </a:r>
          <a:r>
            <a:rPr lang="en-US" altLang="zh-CN" sz="1700" b="0" i="0" kern="1200"/>
            <a:t>MySQL</a:t>
          </a:r>
          <a:r>
            <a:rPr lang="zh-CN" altLang="en-US" sz="1700" b="0" i="0" kern="1200"/>
            <a:t>冲垮。</a:t>
          </a:r>
          <a:endParaRPr lang="zh-CN" altLang="en-US" sz="1700" kern="120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zh-CN" altLang="en-US" sz="1700" b="1" i="0" kern="1200"/>
            <a:t>缓存层</a:t>
          </a:r>
          <a:r>
            <a:rPr lang="zh-CN" altLang="en-US" sz="1700" b="0" i="0" kern="1200"/>
            <a:t>：课表、空闲座位数这种频繁查询的数据，放在</a:t>
          </a:r>
          <a:r>
            <a:rPr lang="en-US" altLang="zh-CN" sz="1700" b="0" i="0" kern="1200"/>
            <a:t>Redis</a:t>
          </a:r>
          <a:r>
            <a:rPr lang="zh-CN" altLang="en-US" sz="1700" b="0" i="0" kern="1200"/>
            <a:t>里加速读取。</a:t>
          </a:r>
        </a:p>
      </dsp:txBody>
      <dsp:txXfrm>
        <a:off x="0" y="3004023"/>
        <a:ext cx="10871200" cy="1579725"/>
      </dsp:txXfrm>
    </dsp:sp>
    <dsp:sp modelId="{4BA385FF-7553-4CE1-BDB0-73E858BE8D37}">
      <dsp:nvSpPr>
        <dsp:cNvPr id="0" name=""/>
        <dsp:cNvSpPr/>
      </dsp:nvSpPr>
      <dsp:spPr>
        <a:xfrm>
          <a:off x="543560" y="2753103"/>
          <a:ext cx="7609840" cy="50184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47625" cap="flat" cmpd="dbl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30000" dir="5400000" rotWithShape="0">
            <a:srgbClr val="000000">
              <a:alpha val="45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87634" tIns="0" rIns="287634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700" kern="1200"/>
            <a:t>补充：</a:t>
          </a:r>
        </a:p>
      </dsp:txBody>
      <dsp:txXfrm>
        <a:off x="568058" y="2777601"/>
        <a:ext cx="7560844" cy="452844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0288CE3-3C29-4A19-B616-B432A10FA348}">
      <dsp:nvSpPr>
        <dsp:cNvPr id="0" name=""/>
        <dsp:cNvSpPr/>
      </dsp:nvSpPr>
      <dsp:spPr>
        <a:xfrm>
          <a:off x="0" y="360644"/>
          <a:ext cx="10871200" cy="996187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43726" tIns="479044" rIns="843726" bIns="163576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2300" kern="1200"/>
            <a:t>创建</a:t>
          </a:r>
        </a:p>
      </dsp:txBody>
      <dsp:txXfrm>
        <a:off x="0" y="360644"/>
        <a:ext cx="10871200" cy="996187"/>
      </dsp:txXfrm>
    </dsp:sp>
    <dsp:sp modelId="{76FFC099-D539-4C1F-B968-51086E3B2084}">
      <dsp:nvSpPr>
        <dsp:cNvPr id="0" name=""/>
        <dsp:cNvSpPr/>
      </dsp:nvSpPr>
      <dsp:spPr>
        <a:xfrm>
          <a:off x="543560" y="21164"/>
          <a:ext cx="7609840" cy="67896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7634" tIns="0" rIns="287634" bIns="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2300" kern="1200"/>
            <a:t>DDL</a:t>
          </a:r>
          <a:r>
            <a:rPr lang="zh-CN" altLang="en-US" sz="2300" kern="1200"/>
            <a:t>数据库定义语言，重点学习</a:t>
          </a:r>
        </a:p>
      </dsp:txBody>
      <dsp:txXfrm>
        <a:off x="576704" y="54308"/>
        <a:ext cx="7543552" cy="612672"/>
      </dsp:txXfrm>
    </dsp:sp>
    <dsp:sp modelId="{9125DC69-755B-46CD-AF60-29E1304964DC}">
      <dsp:nvSpPr>
        <dsp:cNvPr id="0" name=""/>
        <dsp:cNvSpPr/>
      </dsp:nvSpPr>
      <dsp:spPr>
        <a:xfrm>
          <a:off x="0" y="1820512"/>
          <a:ext cx="10871200" cy="996187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43726" tIns="479044" rIns="843726" bIns="163576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zh-CN" sz="2300" kern="1200"/>
            <a:t>CURD</a:t>
          </a:r>
          <a:r>
            <a:rPr lang="zh-CN" altLang="en-US" sz="2300" kern="1200"/>
            <a:t>：增删改查</a:t>
          </a:r>
        </a:p>
      </dsp:txBody>
      <dsp:txXfrm>
        <a:off x="0" y="1820512"/>
        <a:ext cx="10871200" cy="996187"/>
      </dsp:txXfrm>
    </dsp:sp>
    <dsp:sp modelId="{03B27E3A-9676-4987-8647-CD428EEE206D}">
      <dsp:nvSpPr>
        <dsp:cNvPr id="0" name=""/>
        <dsp:cNvSpPr/>
      </dsp:nvSpPr>
      <dsp:spPr>
        <a:xfrm>
          <a:off x="543560" y="1481032"/>
          <a:ext cx="7609840" cy="67896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7634" tIns="0" rIns="287634" bIns="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2300" kern="1200"/>
            <a:t>DML</a:t>
          </a:r>
          <a:r>
            <a:rPr lang="zh-CN" altLang="en-US" sz="2300" kern="1200"/>
            <a:t>数据操纵语言，重点学习</a:t>
          </a:r>
        </a:p>
      </dsp:txBody>
      <dsp:txXfrm>
        <a:off x="576704" y="1514176"/>
        <a:ext cx="7543552" cy="612672"/>
      </dsp:txXfrm>
    </dsp:sp>
    <dsp:sp modelId="{B557C214-3672-4817-8433-B4430DDD4D41}">
      <dsp:nvSpPr>
        <dsp:cNvPr id="0" name=""/>
        <dsp:cNvSpPr/>
      </dsp:nvSpPr>
      <dsp:spPr>
        <a:xfrm>
          <a:off x="0" y="3280380"/>
          <a:ext cx="10871200" cy="579600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56F1F9A-64DE-45D4-8FB8-DF2318A7159F}">
      <dsp:nvSpPr>
        <dsp:cNvPr id="0" name=""/>
        <dsp:cNvSpPr/>
      </dsp:nvSpPr>
      <dsp:spPr>
        <a:xfrm>
          <a:off x="543560" y="2940900"/>
          <a:ext cx="7609840" cy="67896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7634" tIns="0" rIns="287634" bIns="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2300" kern="1200"/>
            <a:t>DCL</a:t>
          </a:r>
          <a:r>
            <a:rPr lang="zh-CN" altLang="en-US" sz="2300" kern="1200"/>
            <a:t>数据库控制语言，维护系统人员</a:t>
          </a:r>
        </a:p>
      </dsp:txBody>
      <dsp:txXfrm>
        <a:off x="576704" y="2974044"/>
        <a:ext cx="7543552" cy="612672"/>
      </dsp:txXfrm>
    </dsp:sp>
    <dsp:sp modelId="{13DBEF3E-4574-4DED-A11A-1FFE35E5176C}">
      <dsp:nvSpPr>
        <dsp:cNvPr id="0" name=""/>
        <dsp:cNvSpPr/>
      </dsp:nvSpPr>
      <dsp:spPr>
        <a:xfrm>
          <a:off x="0" y="4323660"/>
          <a:ext cx="10871200" cy="579600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2D9EB82-2182-447A-8CD2-A93CBD4A0B8C}">
      <dsp:nvSpPr>
        <dsp:cNvPr id="0" name=""/>
        <dsp:cNvSpPr/>
      </dsp:nvSpPr>
      <dsp:spPr>
        <a:xfrm>
          <a:off x="543560" y="3984180"/>
          <a:ext cx="7609840" cy="67896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7634" tIns="0" rIns="287634" bIns="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2300" kern="1200"/>
            <a:t>TCL</a:t>
          </a:r>
          <a:r>
            <a:rPr lang="zh-CN" altLang="en-US" sz="2300" kern="1200"/>
            <a:t>事务控制语言，高深</a:t>
          </a:r>
        </a:p>
      </dsp:txBody>
      <dsp:txXfrm>
        <a:off x="576704" y="4017324"/>
        <a:ext cx="7543552" cy="612672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4E508F0-E4AC-482D-936C-C33C7946A461}">
      <dsp:nvSpPr>
        <dsp:cNvPr id="0" name=""/>
        <dsp:cNvSpPr/>
      </dsp:nvSpPr>
      <dsp:spPr>
        <a:xfrm>
          <a:off x="0" y="325318"/>
          <a:ext cx="5181600" cy="18585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2150" tIns="416560" rIns="402150" bIns="14224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en-US" sz="2000" kern="1200"/>
            <a:t>mysqld.exe</a:t>
          </a:r>
          <a:r>
            <a:rPr lang="zh-CN" altLang="en-US" sz="2000" kern="1200"/>
            <a:t>：</a:t>
          </a:r>
          <a:r>
            <a:rPr lang="en-US" altLang="en-US" sz="2000" kern="1200"/>
            <a:t>mysql</a:t>
          </a:r>
          <a:r>
            <a:rPr lang="zh-CN" altLang="en-US" sz="2000" kern="1200"/>
            <a:t>的服务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en-US" sz="2000" kern="1200"/>
            <a:t>mysql.exe</a:t>
          </a:r>
          <a:r>
            <a:rPr lang="zh-CN" altLang="en-US" sz="2000" kern="1200"/>
            <a:t>：访问</a:t>
          </a:r>
          <a:r>
            <a:rPr lang="en-US" altLang="en-US" sz="2000" kern="1200"/>
            <a:t>mysql</a:t>
          </a:r>
          <a:r>
            <a:rPr lang="zh-CN" altLang="en-US" sz="2000" kern="1200"/>
            <a:t>服务器的客户端，</a:t>
          </a:r>
          <a:r>
            <a:rPr lang="en-US" altLang="en-US" sz="2000" kern="1200"/>
            <a:t>c/s</a:t>
          </a:r>
          <a:r>
            <a:rPr lang="zh-CN" altLang="en-US" sz="2000" kern="1200"/>
            <a:t>结构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en-US" sz="2000" kern="1200"/>
            <a:t>mysqldump.exe</a:t>
          </a:r>
          <a:r>
            <a:rPr lang="zh-CN" altLang="en-US" sz="2000" kern="1200"/>
            <a:t>：备份软件的客户端</a:t>
          </a:r>
        </a:p>
      </dsp:txBody>
      <dsp:txXfrm>
        <a:off x="0" y="325318"/>
        <a:ext cx="5181600" cy="1858500"/>
      </dsp:txXfrm>
    </dsp:sp>
    <dsp:sp modelId="{DF9C32E1-2818-40C4-87E3-DB5324FD5415}">
      <dsp:nvSpPr>
        <dsp:cNvPr id="0" name=""/>
        <dsp:cNvSpPr/>
      </dsp:nvSpPr>
      <dsp:spPr>
        <a:xfrm>
          <a:off x="259080" y="30118"/>
          <a:ext cx="3627120" cy="59040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097" tIns="0" rIns="137097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2000" kern="1200"/>
            <a:t>bin</a:t>
          </a:r>
          <a:r>
            <a:rPr lang="zh-CN" altLang="en-US" sz="2000" kern="1200"/>
            <a:t>：二进制的执行文件</a:t>
          </a:r>
        </a:p>
      </dsp:txBody>
      <dsp:txXfrm>
        <a:off x="287901" y="58939"/>
        <a:ext cx="3569478" cy="532758"/>
      </dsp:txXfrm>
    </dsp:sp>
    <dsp:sp modelId="{04B76D15-E0E9-4C09-BEEF-BD390F5C9394}">
      <dsp:nvSpPr>
        <dsp:cNvPr id="0" name=""/>
        <dsp:cNvSpPr/>
      </dsp:nvSpPr>
      <dsp:spPr>
        <a:xfrm>
          <a:off x="0" y="2587018"/>
          <a:ext cx="5181600" cy="504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E3F1A55-393C-465E-8388-3150699BA2F7}">
      <dsp:nvSpPr>
        <dsp:cNvPr id="0" name=""/>
        <dsp:cNvSpPr/>
      </dsp:nvSpPr>
      <dsp:spPr>
        <a:xfrm>
          <a:off x="259080" y="2291818"/>
          <a:ext cx="3627120" cy="59040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097" tIns="0" rIns="137097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2000" kern="1200"/>
            <a:t>data</a:t>
          </a:r>
          <a:r>
            <a:rPr lang="zh-CN" altLang="en-US" sz="2000" kern="1200"/>
            <a:t>：数据存储文件夹</a:t>
          </a:r>
        </a:p>
      </dsp:txBody>
      <dsp:txXfrm>
        <a:off x="287901" y="2320639"/>
        <a:ext cx="3569478" cy="532758"/>
      </dsp:txXfrm>
    </dsp:sp>
    <dsp:sp modelId="{A02396D2-7699-4BAE-98B3-16A2C1D3CF24}">
      <dsp:nvSpPr>
        <dsp:cNvPr id="0" name=""/>
        <dsp:cNvSpPr/>
      </dsp:nvSpPr>
      <dsp:spPr>
        <a:xfrm>
          <a:off x="0" y="3494218"/>
          <a:ext cx="5181600" cy="504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C7FCA83-7BBD-4675-90FE-71C234635F5A}">
      <dsp:nvSpPr>
        <dsp:cNvPr id="0" name=""/>
        <dsp:cNvSpPr/>
      </dsp:nvSpPr>
      <dsp:spPr>
        <a:xfrm>
          <a:off x="259080" y="3199018"/>
          <a:ext cx="3627120" cy="59040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097" tIns="0" rIns="137097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2000" kern="1200"/>
            <a:t>lib</a:t>
          </a:r>
          <a:r>
            <a:rPr lang="zh-CN" altLang="en-US" sz="2000" kern="1200"/>
            <a:t>：核心文件夹</a:t>
          </a:r>
        </a:p>
      </dsp:txBody>
      <dsp:txXfrm>
        <a:off x="287901" y="3227839"/>
        <a:ext cx="3569478" cy="532758"/>
      </dsp:txXfrm>
    </dsp:sp>
    <dsp:sp modelId="{C45256E2-F458-42B9-9757-056AEF8EAF23}">
      <dsp:nvSpPr>
        <dsp:cNvPr id="0" name=""/>
        <dsp:cNvSpPr/>
      </dsp:nvSpPr>
      <dsp:spPr>
        <a:xfrm>
          <a:off x="0" y="4401418"/>
          <a:ext cx="5181600" cy="504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0DC3EC8-2F80-41D7-9932-B9A570D96859}">
      <dsp:nvSpPr>
        <dsp:cNvPr id="0" name=""/>
        <dsp:cNvSpPr/>
      </dsp:nvSpPr>
      <dsp:spPr>
        <a:xfrm>
          <a:off x="259080" y="4106218"/>
          <a:ext cx="3627120" cy="59040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097" tIns="0" rIns="137097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2000" kern="1200"/>
            <a:t>my.ini</a:t>
          </a:r>
          <a:r>
            <a:rPr lang="zh-CN" altLang="en-US" sz="2000" kern="1200"/>
            <a:t>：配置文件</a:t>
          </a:r>
        </a:p>
      </dsp:txBody>
      <dsp:txXfrm>
        <a:off x="287901" y="4135039"/>
        <a:ext cx="3569478" cy="532758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7F82D2F-ECC1-4FBB-AE0C-87ED0F9FC834}">
      <dsp:nvSpPr>
        <dsp:cNvPr id="0" name=""/>
        <dsp:cNvSpPr/>
      </dsp:nvSpPr>
      <dsp:spPr>
        <a:xfrm>
          <a:off x="0" y="511012"/>
          <a:ext cx="10871200" cy="1864800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43726" tIns="666496" rIns="843726" bIns="227584" numCol="1" spcCol="1270" anchor="t" anchorCtr="0">
          <a:noAutofit/>
        </a:bodyPr>
        <a:lstStyle/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3200" kern="1200"/>
            <a:t>客户端</a:t>
          </a:r>
          <a:r>
            <a:rPr lang="en-US" altLang="en-US" sz="3200" kern="1200"/>
            <a:t>/</a:t>
          </a:r>
          <a:r>
            <a:rPr lang="zh-CN" altLang="en-US" sz="3200" kern="1200"/>
            <a:t>服务器端，用户需要安装客户端产品才可以访问，只可以访问一种软件（</a:t>
          </a:r>
          <a:r>
            <a:rPr lang="en-US" altLang="en-US" sz="3200" kern="1200"/>
            <a:t>mysql</a:t>
          </a:r>
          <a:r>
            <a:rPr lang="zh-CN" altLang="en-US" sz="3200" kern="1200"/>
            <a:t>）</a:t>
          </a:r>
        </a:p>
      </dsp:txBody>
      <dsp:txXfrm>
        <a:off x="0" y="511012"/>
        <a:ext cx="10871200" cy="1864800"/>
      </dsp:txXfrm>
    </dsp:sp>
    <dsp:sp modelId="{C9EDD97B-6B70-4596-8C52-C60AF2939DEF}">
      <dsp:nvSpPr>
        <dsp:cNvPr id="0" name=""/>
        <dsp:cNvSpPr/>
      </dsp:nvSpPr>
      <dsp:spPr>
        <a:xfrm>
          <a:off x="543560" y="38692"/>
          <a:ext cx="7609840" cy="94464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7634" tIns="0" rIns="287634" bIns="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3200" kern="1200"/>
            <a:t>C/S</a:t>
          </a:r>
          <a:endParaRPr lang="zh-CN" altLang="en-US" sz="3200" kern="1200"/>
        </a:p>
      </dsp:txBody>
      <dsp:txXfrm>
        <a:off x="589674" y="84806"/>
        <a:ext cx="7517612" cy="852412"/>
      </dsp:txXfrm>
    </dsp:sp>
    <dsp:sp modelId="{9FADA094-18E0-4D8C-9AEF-E796D6515487}">
      <dsp:nvSpPr>
        <dsp:cNvPr id="0" name=""/>
        <dsp:cNvSpPr/>
      </dsp:nvSpPr>
      <dsp:spPr>
        <a:xfrm>
          <a:off x="0" y="3020932"/>
          <a:ext cx="10871200" cy="1864800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43726" tIns="666496" rIns="843726" bIns="227584" numCol="1" spcCol="1270" anchor="t" anchorCtr="0">
          <a:noAutofit/>
        </a:bodyPr>
        <a:lstStyle/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3200" kern="1200"/>
            <a:t>浏览器</a:t>
          </a:r>
          <a:r>
            <a:rPr lang="en-US" altLang="en-US" sz="3200" kern="1200"/>
            <a:t>/</a:t>
          </a:r>
          <a:r>
            <a:rPr lang="zh-CN" altLang="en-US" sz="3200" kern="1200"/>
            <a:t>服务器：只要安装浏览器，就可以访问所有的服务器</a:t>
          </a:r>
        </a:p>
      </dsp:txBody>
      <dsp:txXfrm>
        <a:off x="0" y="3020932"/>
        <a:ext cx="10871200" cy="1864800"/>
      </dsp:txXfrm>
    </dsp:sp>
    <dsp:sp modelId="{1EF496F2-94F1-4522-94AB-CC56FEF95060}">
      <dsp:nvSpPr>
        <dsp:cNvPr id="0" name=""/>
        <dsp:cNvSpPr/>
      </dsp:nvSpPr>
      <dsp:spPr>
        <a:xfrm>
          <a:off x="543560" y="2548612"/>
          <a:ext cx="7609840" cy="94464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7634" tIns="0" rIns="287634" bIns="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3200" kern="1200"/>
            <a:t>B/S</a:t>
          </a:r>
          <a:endParaRPr lang="zh-CN" altLang="en-US" sz="3200" kern="1200"/>
        </a:p>
      </dsp:txBody>
      <dsp:txXfrm>
        <a:off x="589674" y="2594726"/>
        <a:ext cx="7517612" cy="852412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80BEFFD-E723-42B5-AD3F-94E101FB26EB}">
      <dsp:nvSpPr>
        <dsp:cNvPr id="0" name=""/>
        <dsp:cNvSpPr/>
      </dsp:nvSpPr>
      <dsp:spPr>
        <a:xfrm>
          <a:off x="706278" y="0"/>
          <a:ext cx="4185761" cy="4924425"/>
        </a:xfrm>
        <a:prstGeom prst="rect">
          <a:avLst/>
        </a:prstGeom>
        <a:solidFill>
          <a:schemeClr val="dk2">
            <a:alpha val="40000"/>
            <a:tint val="40000"/>
            <a:hueOff val="0"/>
            <a:satOff val="0"/>
            <a:lumOff val="0"/>
            <a:alphaOff val="0"/>
          </a:schemeClr>
        </a:solidFill>
        <a:ln w="100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791DF8E-B1EA-4D16-81C6-88B4BA0E94C8}">
      <dsp:nvSpPr>
        <dsp:cNvPr id="0" name=""/>
        <dsp:cNvSpPr/>
      </dsp:nvSpPr>
      <dsp:spPr>
        <a:xfrm>
          <a:off x="915566" y="196977"/>
          <a:ext cx="3767185" cy="320087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33000" r="-33000"/>
          </a:stretch>
        </a:blipFill>
        <a:ln w="190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49A281D-838F-4C39-AA73-012A1EE1E6E3}">
      <dsp:nvSpPr>
        <dsp:cNvPr id="0" name=""/>
        <dsp:cNvSpPr/>
      </dsp:nvSpPr>
      <dsp:spPr>
        <a:xfrm>
          <a:off x="915566" y="3890335"/>
          <a:ext cx="3767185" cy="837112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100" kern="1200"/>
            <a:t>C/S</a:t>
          </a:r>
          <a:r>
            <a:rPr lang="zh-CN" altLang="en-US" sz="2100" kern="1200"/>
            <a:t>方式</a:t>
          </a:r>
        </a:p>
      </dsp:txBody>
      <dsp:txXfrm>
        <a:off x="915566" y="3890335"/>
        <a:ext cx="3767185" cy="837112"/>
      </dsp:txXfrm>
    </dsp:sp>
    <dsp:sp modelId="{7D034B64-3DB5-4ADB-A01B-11D1E9E59FB3}">
      <dsp:nvSpPr>
        <dsp:cNvPr id="0" name=""/>
        <dsp:cNvSpPr/>
      </dsp:nvSpPr>
      <dsp:spPr>
        <a:xfrm>
          <a:off x="915566" y="3397853"/>
          <a:ext cx="3767185" cy="4924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100" kern="1200"/>
            <a:t> </a:t>
          </a:r>
          <a:r>
            <a:rPr lang="zh-CN" altLang="en-US" sz="2100" kern="1200"/>
            <a:t>推荐</a:t>
          </a:r>
        </a:p>
      </dsp:txBody>
      <dsp:txXfrm>
        <a:off x="915566" y="3397853"/>
        <a:ext cx="3767185" cy="492481"/>
      </dsp:txXfrm>
    </dsp:sp>
    <dsp:sp modelId="{DF97FF61-9CC0-42CF-A547-4C859230ADF0}">
      <dsp:nvSpPr>
        <dsp:cNvPr id="0" name=""/>
        <dsp:cNvSpPr/>
      </dsp:nvSpPr>
      <dsp:spPr>
        <a:xfrm>
          <a:off x="5979160" y="0"/>
          <a:ext cx="4185761" cy="4924425"/>
        </a:xfrm>
        <a:prstGeom prst="rect">
          <a:avLst/>
        </a:prstGeom>
        <a:solidFill>
          <a:schemeClr val="dk2">
            <a:alpha val="40000"/>
            <a:tint val="40000"/>
            <a:hueOff val="0"/>
            <a:satOff val="0"/>
            <a:lumOff val="0"/>
            <a:alphaOff val="0"/>
          </a:schemeClr>
        </a:solidFill>
        <a:ln w="100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E1B1685-1F1B-4650-805D-FEB2F2EF287C}">
      <dsp:nvSpPr>
        <dsp:cNvPr id="0" name=""/>
        <dsp:cNvSpPr/>
      </dsp:nvSpPr>
      <dsp:spPr>
        <a:xfrm>
          <a:off x="6188448" y="196977"/>
          <a:ext cx="3767185" cy="3200876"/>
        </a:xfrm>
        <a:prstGeom prst="rect">
          <a:avLst/>
        </a:prstGeom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9000" b="-9000"/>
          </a:stretch>
        </a:blipFill>
        <a:ln w="190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5B18F6D-8A39-4322-B6CE-3D49547457F7}">
      <dsp:nvSpPr>
        <dsp:cNvPr id="0" name=""/>
        <dsp:cNvSpPr/>
      </dsp:nvSpPr>
      <dsp:spPr>
        <a:xfrm>
          <a:off x="6188448" y="3890335"/>
          <a:ext cx="3767185" cy="837112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100" kern="1200"/>
            <a:t>B/S</a:t>
          </a:r>
          <a:r>
            <a:rPr lang="zh-CN" altLang="en-US" sz="2100" kern="1200"/>
            <a:t>方式</a:t>
          </a:r>
        </a:p>
      </dsp:txBody>
      <dsp:txXfrm>
        <a:off x="6188448" y="3890335"/>
        <a:ext cx="3767185" cy="837112"/>
      </dsp:txXfrm>
    </dsp:sp>
    <dsp:sp modelId="{571E6C65-C909-4E30-B384-1525D94B4EFA}">
      <dsp:nvSpPr>
        <dsp:cNvPr id="0" name=""/>
        <dsp:cNvSpPr/>
      </dsp:nvSpPr>
      <dsp:spPr>
        <a:xfrm>
          <a:off x="6188448" y="3397853"/>
          <a:ext cx="3767185" cy="4924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100" kern="1200"/>
            <a:t> </a:t>
          </a:r>
          <a:endParaRPr lang="zh-CN" altLang="en-US" sz="2100" kern="1200"/>
        </a:p>
      </dsp:txBody>
      <dsp:txXfrm>
        <a:off x="6188448" y="3397853"/>
        <a:ext cx="3767185" cy="492481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3E28966-EBE7-4034-A927-3FC767EA3AA2}">
      <dsp:nvSpPr>
        <dsp:cNvPr id="0" name=""/>
        <dsp:cNvSpPr/>
      </dsp:nvSpPr>
      <dsp:spPr>
        <a:xfrm>
          <a:off x="0" y="312000"/>
          <a:ext cx="10871200" cy="1393875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43726" tIns="312420" rIns="843726" bIns="10668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500" kern="1200"/>
            <a:t>支持</a:t>
          </a:r>
          <a:r>
            <a:rPr lang="zh-CN" altLang="en-US" sz="1500" b="1" kern="1200"/>
            <a:t>事务</a:t>
          </a:r>
          <a:r>
            <a:rPr lang="zh-CN" altLang="en-US" sz="1500" kern="1200"/>
            <a:t>、</a:t>
          </a:r>
          <a:r>
            <a:rPr lang="zh-CN" altLang="en-US" sz="1500" b="1" kern="1200"/>
            <a:t>外键</a:t>
          </a:r>
          <a:r>
            <a:rPr lang="zh-CN" altLang="en-US" sz="1500" kern="1200"/>
            <a:t>和</a:t>
          </a:r>
          <a:r>
            <a:rPr lang="zh-CN" altLang="en-US" sz="1500" b="1" kern="1200"/>
            <a:t>行级的锁定</a:t>
          </a:r>
          <a:r>
            <a:rPr lang="zh-CN" altLang="en-US" sz="1500" kern="1200"/>
            <a:t>；但效率低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500" kern="1200"/>
            <a:t>创建表会生成两个文件：表结构文件</a:t>
          </a:r>
          <a:r>
            <a:rPr lang="en-US" altLang="en-US" sz="1500" kern="1200"/>
            <a:t>(.</a:t>
          </a:r>
          <a:r>
            <a:rPr lang="en-US" altLang="zh-CN" sz="1500" kern="1200"/>
            <a:t>frm</a:t>
          </a:r>
          <a:r>
            <a:rPr lang="en-US" altLang="en-US" sz="1500" kern="1200"/>
            <a:t>)+</a:t>
          </a:r>
          <a:r>
            <a:rPr lang="zh-CN" altLang="en-US" sz="1500" kern="1200"/>
            <a:t>表数据文件（</a:t>
          </a:r>
          <a:r>
            <a:rPr lang="en-US" altLang="en-US" sz="1500" kern="1200"/>
            <a:t>.</a:t>
          </a:r>
          <a:r>
            <a:rPr lang="en-US" altLang="zh-CN" sz="1500" kern="1200"/>
            <a:t>ibd</a:t>
          </a:r>
          <a:r>
            <a:rPr lang="zh-CN" altLang="en-US" sz="1500" kern="1200"/>
            <a:t>）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500" kern="1200"/>
            <a:t>在</a:t>
          </a:r>
          <a:r>
            <a:rPr lang="en-US" altLang="en-US" sz="1500" kern="1200"/>
            <a:t>MySQL</a:t>
          </a:r>
          <a:r>
            <a:rPr lang="zh-CN" altLang="en-US" sz="1500" kern="1200"/>
            <a:t>数据目录下创建一个名为</a:t>
          </a:r>
          <a:r>
            <a:rPr lang="en-US" altLang="en-US" sz="1500" kern="1200"/>
            <a:t>ibdata1</a:t>
          </a:r>
          <a:r>
            <a:rPr lang="zh-CN" altLang="en-US" sz="1500" kern="1200"/>
            <a:t>的</a:t>
          </a:r>
          <a:r>
            <a:rPr lang="en-US" altLang="en-US" sz="1500" kern="1200"/>
            <a:t>10MB</a:t>
          </a:r>
          <a:r>
            <a:rPr lang="zh-CN" altLang="en-US" sz="1500" kern="1200"/>
            <a:t>大小的自动扩展数据文件，以及两个名为</a:t>
          </a:r>
          <a:r>
            <a:rPr lang="en-US" altLang="en-US" sz="1500" kern="1200"/>
            <a:t>ib_logfile0</a:t>
          </a:r>
          <a:r>
            <a:rPr lang="zh-CN" altLang="en-US" sz="1500" kern="1200"/>
            <a:t>和</a:t>
          </a:r>
          <a:r>
            <a:rPr lang="en-US" altLang="en-US" sz="1500" kern="1200"/>
            <a:t>ib_logfile1</a:t>
          </a:r>
          <a:r>
            <a:rPr lang="zh-CN" altLang="en-US" sz="1500" kern="1200"/>
            <a:t>的</a:t>
          </a:r>
          <a:r>
            <a:rPr lang="en-US" altLang="en-US" sz="1500" kern="1200"/>
            <a:t>5MB</a:t>
          </a:r>
          <a:r>
            <a:rPr lang="zh-CN" altLang="en-US" sz="1500" kern="1200"/>
            <a:t>大小的日志文件</a:t>
          </a:r>
        </a:p>
      </dsp:txBody>
      <dsp:txXfrm>
        <a:off x="0" y="312000"/>
        <a:ext cx="10871200" cy="1393875"/>
      </dsp:txXfrm>
    </dsp:sp>
    <dsp:sp modelId="{5800BB70-6A58-4900-9D85-D69088E6EAB7}">
      <dsp:nvSpPr>
        <dsp:cNvPr id="0" name=""/>
        <dsp:cNvSpPr/>
      </dsp:nvSpPr>
      <dsp:spPr>
        <a:xfrm>
          <a:off x="543560" y="90599"/>
          <a:ext cx="7609840" cy="44280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7634" tIns="0" rIns="287634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1500" kern="1200"/>
            <a:t>InnoDB</a:t>
          </a:r>
          <a:r>
            <a:rPr lang="zh-CN" altLang="en-US" sz="1500" kern="1200"/>
            <a:t>存储引擎</a:t>
          </a:r>
        </a:p>
      </dsp:txBody>
      <dsp:txXfrm>
        <a:off x="565176" y="112215"/>
        <a:ext cx="7566608" cy="399568"/>
      </dsp:txXfrm>
    </dsp:sp>
    <dsp:sp modelId="{F9A1BEE2-888F-4349-96F9-8A55D69CECC9}">
      <dsp:nvSpPr>
        <dsp:cNvPr id="0" name=""/>
        <dsp:cNvSpPr/>
      </dsp:nvSpPr>
      <dsp:spPr>
        <a:xfrm>
          <a:off x="0" y="2008275"/>
          <a:ext cx="10871200" cy="921375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43726" tIns="312420" rIns="843726" bIns="10668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500" kern="1200"/>
            <a:t>强调</a:t>
          </a:r>
          <a:r>
            <a:rPr lang="zh-CN" altLang="en-US" sz="1500" b="1" kern="1200"/>
            <a:t>性能</a:t>
          </a:r>
          <a:r>
            <a:rPr lang="zh-CN" altLang="en-US" sz="1500" kern="1200"/>
            <a:t>，</a:t>
          </a:r>
          <a:r>
            <a:rPr lang="zh-CN" altLang="en-US" sz="1500" b="1" kern="1200"/>
            <a:t>不支持事务处理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500" kern="1200"/>
            <a:t>表结构文件</a:t>
          </a:r>
          <a:r>
            <a:rPr lang="en-US" altLang="en-US" sz="1500" kern="1200"/>
            <a:t>(.frm)+</a:t>
          </a:r>
          <a:r>
            <a:rPr lang="zh-CN" altLang="en-US" sz="1500" kern="1200"/>
            <a:t>表数据文件</a:t>
          </a:r>
          <a:r>
            <a:rPr lang="en-US" altLang="en-US" sz="1500" kern="1200"/>
            <a:t>(.MYD)+</a:t>
          </a:r>
          <a:r>
            <a:rPr lang="zh-CN" altLang="en-US" sz="1500" kern="1200"/>
            <a:t>表索引文件</a:t>
          </a:r>
          <a:r>
            <a:rPr lang="en-US" altLang="en-US" sz="1500" kern="1200"/>
            <a:t>(.MYI)</a:t>
          </a:r>
          <a:endParaRPr lang="zh-CN" altLang="en-US" sz="1500" kern="1200"/>
        </a:p>
      </dsp:txBody>
      <dsp:txXfrm>
        <a:off x="0" y="2008275"/>
        <a:ext cx="10871200" cy="921375"/>
      </dsp:txXfrm>
    </dsp:sp>
    <dsp:sp modelId="{328E2BB3-7399-4071-A562-3D26BD342718}">
      <dsp:nvSpPr>
        <dsp:cNvPr id="0" name=""/>
        <dsp:cNvSpPr/>
      </dsp:nvSpPr>
      <dsp:spPr>
        <a:xfrm>
          <a:off x="543560" y="1786875"/>
          <a:ext cx="7609840" cy="44280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7634" tIns="0" rIns="287634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1500" kern="1200"/>
            <a:t>MyISAM</a:t>
          </a:r>
          <a:r>
            <a:rPr lang="zh-CN" altLang="en-US" sz="1500" kern="1200"/>
            <a:t>存储引擎</a:t>
          </a:r>
        </a:p>
      </dsp:txBody>
      <dsp:txXfrm>
        <a:off x="565176" y="1808491"/>
        <a:ext cx="7566608" cy="399568"/>
      </dsp:txXfrm>
    </dsp:sp>
    <dsp:sp modelId="{4C9DFC5D-50EA-4FDD-9FF0-B21638A58682}">
      <dsp:nvSpPr>
        <dsp:cNvPr id="0" name=""/>
        <dsp:cNvSpPr/>
      </dsp:nvSpPr>
      <dsp:spPr>
        <a:xfrm>
          <a:off x="0" y="3232050"/>
          <a:ext cx="10871200" cy="649687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43726" tIns="312420" rIns="843726" bIns="10668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500" kern="1200"/>
            <a:t>高并发时，</a:t>
          </a:r>
          <a:r>
            <a:rPr lang="zh-CN" altLang="en-US" sz="1500" b="1" kern="1200"/>
            <a:t>临时存放数据</a:t>
          </a:r>
          <a:r>
            <a:rPr lang="zh-CN" altLang="en-US" sz="1500" kern="1200"/>
            <a:t>，不需要高的安全性，作为查询的中间存储</a:t>
          </a:r>
        </a:p>
      </dsp:txBody>
      <dsp:txXfrm>
        <a:off x="0" y="3232050"/>
        <a:ext cx="10871200" cy="649687"/>
      </dsp:txXfrm>
    </dsp:sp>
    <dsp:sp modelId="{E7B0511D-2D67-4207-8679-A2D4B8B0427C}">
      <dsp:nvSpPr>
        <dsp:cNvPr id="0" name=""/>
        <dsp:cNvSpPr/>
      </dsp:nvSpPr>
      <dsp:spPr>
        <a:xfrm>
          <a:off x="543560" y="3010650"/>
          <a:ext cx="7609840" cy="44280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7634" tIns="0" rIns="287634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1500" kern="1200"/>
            <a:t>MEMO</a:t>
          </a:r>
          <a:r>
            <a:rPr lang="en-US" altLang="zh-CN" sz="1500" kern="1200"/>
            <a:t>R</a:t>
          </a:r>
          <a:r>
            <a:rPr lang="en-US" altLang="en-US" sz="1500" kern="1200"/>
            <a:t>Y</a:t>
          </a:r>
          <a:r>
            <a:rPr lang="zh-CN" altLang="en-US" sz="1500" kern="1200"/>
            <a:t>存储引擎</a:t>
          </a:r>
        </a:p>
      </dsp:txBody>
      <dsp:txXfrm>
        <a:off x="565176" y="3032266"/>
        <a:ext cx="7566608" cy="399568"/>
      </dsp:txXfrm>
    </dsp:sp>
    <dsp:sp modelId="{2AB77747-5D62-4899-8F36-BC679AAEF8F3}">
      <dsp:nvSpPr>
        <dsp:cNvPr id="0" name=""/>
        <dsp:cNvSpPr/>
      </dsp:nvSpPr>
      <dsp:spPr>
        <a:xfrm>
          <a:off x="0" y="4184137"/>
          <a:ext cx="10871200" cy="649687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43726" tIns="312420" rIns="843726" bIns="10668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500" b="1" kern="1200"/>
            <a:t>只有</a:t>
          </a:r>
          <a:r>
            <a:rPr lang="en-US" altLang="en-US" sz="1500" b="1" kern="1200"/>
            <a:t>select</a:t>
          </a:r>
          <a:r>
            <a:rPr lang="zh-CN" altLang="en-US" sz="1500" b="1" kern="1200"/>
            <a:t>和</a:t>
          </a:r>
          <a:r>
            <a:rPr lang="en-US" altLang="en-US" sz="1500" b="1" kern="1200"/>
            <a:t>insert</a:t>
          </a:r>
          <a:r>
            <a:rPr lang="zh-CN" altLang="en-US" sz="1500" b="1" kern="1200"/>
            <a:t>操作</a:t>
          </a:r>
          <a:r>
            <a:rPr lang="zh-CN" altLang="en-US" sz="1500" kern="1200"/>
            <a:t>，支持</a:t>
          </a:r>
          <a:r>
            <a:rPr lang="zh-CN" altLang="en-US" sz="1500" b="1" kern="1200"/>
            <a:t>高并发</a:t>
          </a:r>
          <a:r>
            <a:rPr lang="zh-CN" altLang="en-US" sz="1500" kern="1200"/>
            <a:t>的插入，非常适合存储归档数据，如记录日志信息</a:t>
          </a:r>
        </a:p>
      </dsp:txBody>
      <dsp:txXfrm>
        <a:off x="0" y="4184137"/>
        <a:ext cx="10871200" cy="649687"/>
      </dsp:txXfrm>
    </dsp:sp>
    <dsp:sp modelId="{B7FA1771-F8F0-477E-AD04-3E9234C3BF8E}">
      <dsp:nvSpPr>
        <dsp:cNvPr id="0" name=""/>
        <dsp:cNvSpPr/>
      </dsp:nvSpPr>
      <dsp:spPr>
        <a:xfrm>
          <a:off x="543560" y="3962737"/>
          <a:ext cx="7609840" cy="44280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7634" tIns="0" rIns="287634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1500" kern="1200"/>
            <a:t>Archive</a:t>
          </a:r>
          <a:r>
            <a:rPr lang="zh-CN" altLang="en-US" sz="1500" kern="1200"/>
            <a:t>存储引擎</a:t>
          </a:r>
        </a:p>
      </dsp:txBody>
      <dsp:txXfrm>
        <a:off x="565176" y="3984353"/>
        <a:ext cx="7566608" cy="399568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3E28966-EBE7-4034-A927-3FC767EA3AA2}">
      <dsp:nvSpPr>
        <dsp:cNvPr id="0" name=""/>
        <dsp:cNvSpPr/>
      </dsp:nvSpPr>
      <dsp:spPr>
        <a:xfrm>
          <a:off x="0" y="215225"/>
          <a:ext cx="5181600" cy="1597050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2150" tIns="270764" rIns="402150" bIns="92456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300" kern="1200"/>
            <a:t>支持</a:t>
          </a:r>
          <a:r>
            <a:rPr lang="zh-CN" altLang="en-US" sz="1300" b="1" kern="1200"/>
            <a:t>事务</a:t>
          </a:r>
          <a:r>
            <a:rPr lang="zh-CN" altLang="en-US" sz="1300" kern="1200"/>
            <a:t>、</a:t>
          </a:r>
          <a:r>
            <a:rPr lang="zh-CN" altLang="en-US" sz="1300" b="1" kern="1200"/>
            <a:t>外键</a:t>
          </a:r>
          <a:r>
            <a:rPr lang="zh-CN" altLang="en-US" sz="1300" kern="1200"/>
            <a:t>和</a:t>
          </a:r>
          <a:r>
            <a:rPr lang="zh-CN" altLang="en-US" sz="1300" b="1" kern="1200"/>
            <a:t>行级的锁定</a:t>
          </a:r>
          <a:r>
            <a:rPr lang="zh-CN" altLang="en-US" sz="1300" kern="1200"/>
            <a:t>；但效率低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300" kern="1200"/>
            <a:t>创建表会生成两个文件：</a:t>
          </a:r>
          <a:r>
            <a:rPr lang="zh-CN" altLang="en-US" sz="1300" b="1" kern="1200">
              <a:solidFill>
                <a:srgbClr val="FF0000"/>
              </a:solidFill>
            </a:rPr>
            <a:t>表结构文件</a:t>
          </a:r>
          <a:r>
            <a:rPr lang="en-US" altLang="en-US" sz="1300" b="1" kern="1200">
              <a:solidFill>
                <a:srgbClr val="FF0000"/>
              </a:solidFill>
            </a:rPr>
            <a:t>(.</a:t>
          </a:r>
          <a:r>
            <a:rPr lang="en-US" altLang="zh-CN" sz="1300" b="1" kern="1200">
              <a:solidFill>
                <a:srgbClr val="FF0000"/>
              </a:solidFill>
            </a:rPr>
            <a:t>frm</a:t>
          </a:r>
          <a:r>
            <a:rPr lang="en-US" altLang="en-US" sz="1300" b="1" kern="1200">
              <a:solidFill>
                <a:srgbClr val="FF0000"/>
              </a:solidFill>
            </a:rPr>
            <a:t>)+</a:t>
          </a:r>
          <a:r>
            <a:rPr lang="zh-CN" altLang="en-US" sz="1300" b="1" kern="1200">
              <a:solidFill>
                <a:srgbClr val="FF0000"/>
              </a:solidFill>
            </a:rPr>
            <a:t>表数据文件（</a:t>
          </a:r>
          <a:r>
            <a:rPr lang="en-US" altLang="en-US" sz="1300" b="1" kern="1200">
              <a:solidFill>
                <a:srgbClr val="FF0000"/>
              </a:solidFill>
            </a:rPr>
            <a:t>.</a:t>
          </a:r>
          <a:r>
            <a:rPr lang="en-US" altLang="zh-CN" sz="1300" b="1" kern="1200">
              <a:solidFill>
                <a:srgbClr val="FF0000"/>
              </a:solidFill>
            </a:rPr>
            <a:t>ibd</a:t>
          </a:r>
          <a:r>
            <a:rPr lang="zh-CN" altLang="en-US" sz="1300" b="1" kern="1200">
              <a:solidFill>
                <a:srgbClr val="FF0000"/>
              </a:solidFill>
            </a:rPr>
            <a:t>）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300" kern="1200"/>
            <a:t>在</a:t>
          </a:r>
          <a:r>
            <a:rPr lang="en-US" altLang="en-US" sz="1300" kern="1200"/>
            <a:t>MySQL</a:t>
          </a:r>
          <a:r>
            <a:rPr lang="zh-CN" altLang="en-US" sz="1300" kern="1200"/>
            <a:t>数据目录下创建一个名为</a:t>
          </a:r>
          <a:r>
            <a:rPr lang="en-US" altLang="en-US" sz="1300" kern="1200"/>
            <a:t>ibdata1</a:t>
          </a:r>
          <a:r>
            <a:rPr lang="zh-CN" altLang="en-US" sz="1300" kern="1200"/>
            <a:t>的</a:t>
          </a:r>
          <a:r>
            <a:rPr lang="en-US" altLang="en-US" sz="1300" kern="1200"/>
            <a:t>10MB</a:t>
          </a:r>
          <a:r>
            <a:rPr lang="zh-CN" altLang="en-US" sz="1300" kern="1200"/>
            <a:t>大小的自动扩展数据文件，以及两个名为</a:t>
          </a:r>
          <a:r>
            <a:rPr lang="en-US" altLang="en-US" sz="1300" kern="1200"/>
            <a:t>ib_logfile0</a:t>
          </a:r>
          <a:r>
            <a:rPr lang="zh-CN" altLang="en-US" sz="1300" kern="1200"/>
            <a:t>和</a:t>
          </a:r>
          <a:r>
            <a:rPr lang="en-US" altLang="en-US" sz="1300" kern="1200"/>
            <a:t>ib_logfile1</a:t>
          </a:r>
          <a:r>
            <a:rPr lang="zh-CN" altLang="en-US" sz="1300" kern="1200"/>
            <a:t>的</a:t>
          </a:r>
          <a:r>
            <a:rPr lang="en-US" altLang="en-US" sz="1300" kern="1200"/>
            <a:t>5MB</a:t>
          </a:r>
          <a:r>
            <a:rPr lang="zh-CN" altLang="en-US" sz="1300" kern="1200"/>
            <a:t>大小的日志文件</a:t>
          </a:r>
        </a:p>
      </dsp:txBody>
      <dsp:txXfrm>
        <a:off x="0" y="215225"/>
        <a:ext cx="5181600" cy="1597050"/>
      </dsp:txXfrm>
    </dsp:sp>
    <dsp:sp modelId="{5800BB70-6A58-4900-9D85-D69088E6EAB7}">
      <dsp:nvSpPr>
        <dsp:cNvPr id="0" name=""/>
        <dsp:cNvSpPr/>
      </dsp:nvSpPr>
      <dsp:spPr>
        <a:xfrm>
          <a:off x="259080" y="23345"/>
          <a:ext cx="3627120" cy="38376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097" tIns="0" rIns="137097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1300" kern="1200"/>
            <a:t>InnoDB</a:t>
          </a:r>
          <a:r>
            <a:rPr lang="zh-CN" altLang="en-US" sz="1300" kern="1200"/>
            <a:t>存储引擎</a:t>
          </a:r>
        </a:p>
      </dsp:txBody>
      <dsp:txXfrm>
        <a:off x="277814" y="42079"/>
        <a:ext cx="3589652" cy="346292"/>
      </dsp:txXfrm>
    </dsp:sp>
    <dsp:sp modelId="{F9A1BEE2-888F-4349-96F9-8A55D69CECC9}">
      <dsp:nvSpPr>
        <dsp:cNvPr id="0" name=""/>
        <dsp:cNvSpPr/>
      </dsp:nvSpPr>
      <dsp:spPr>
        <a:xfrm>
          <a:off x="0" y="2074356"/>
          <a:ext cx="5181600" cy="798525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2150" tIns="270764" rIns="402150" bIns="92456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300" kern="1200"/>
            <a:t>强调</a:t>
          </a:r>
          <a:r>
            <a:rPr lang="zh-CN" altLang="en-US" sz="1300" b="1" kern="1200"/>
            <a:t>性能</a:t>
          </a:r>
          <a:r>
            <a:rPr lang="zh-CN" altLang="en-US" sz="1300" kern="1200"/>
            <a:t>，</a:t>
          </a:r>
          <a:r>
            <a:rPr lang="zh-CN" altLang="en-US" sz="1300" b="1" kern="1200"/>
            <a:t>不支持事务处理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300" b="1" kern="1200">
              <a:solidFill>
                <a:srgbClr val="FF0000"/>
              </a:solidFill>
              <a:latin typeface="Arial"/>
              <a:ea typeface="黑体" panose="02010609060101010101" pitchFamily="49" charset="-122"/>
              <a:cs typeface="+mn-cs"/>
            </a:rPr>
            <a:t>表结构文件</a:t>
          </a:r>
          <a:r>
            <a:rPr lang="en-US" altLang="en-US" sz="1300" b="1" kern="1200">
              <a:solidFill>
                <a:srgbClr val="FF0000"/>
              </a:solidFill>
              <a:latin typeface="Arial"/>
              <a:ea typeface="黑体" panose="02010609060101010101" pitchFamily="49" charset="-122"/>
              <a:cs typeface="+mn-cs"/>
            </a:rPr>
            <a:t>(.frm)+</a:t>
          </a:r>
          <a:r>
            <a:rPr lang="zh-CN" altLang="en-US" sz="1300" b="1" kern="1200">
              <a:solidFill>
                <a:srgbClr val="FF0000"/>
              </a:solidFill>
              <a:latin typeface="Arial"/>
              <a:ea typeface="黑体" panose="02010609060101010101" pitchFamily="49" charset="-122"/>
              <a:cs typeface="+mn-cs"/>
            </a:rPr>
            <a:t>表数据文件</a:t>
          </a:r>
          <a:r>
            <a:rPr lang="en-US" altLang="en-US" sz="1300" b="1" kern="1200">
              <a:solidFill>
                <a:srgbClr val="FF0000"/>
              </a:solidFill>
              <a:latin typeface="Arial"/>
              <a:ea typeface="黑体" panose="02010609060101010101" pitchFamily="49" charset="-122"/>
              <a:cs typeface="+mn-cs"/>
            </a:rPr>
            <a:t>(.MYD)+</a:t>
          </a:r>
          <a:r>
            <a:rPr lang="zh-CN" altLang="en-US" sz="1300" b="1" kern="1200">
              <a:solidFill>
                <a:srgbClr val="FF0000"/>
              </a:solidFill>
              <a:latin typeface="Arial"/>
              <a:ea typeface="黑体" panose="02010609060101010101" pitchFamily="49" charset="-122"/>
              <a:cs typeface="+mn-cs"/>
            </a:rPr>
            <a:t>表索引文件</a:t>
          </a:r>
          <a:r>
            <a:rPr lang="en-US" altLang="en-US" sz="1300" b="1" kern="1200">
              <a:solidFill>
                <a:srgbClr val="FF0000"/>
              </a:solidFill>
              <a:latin typeface="Arial"/>
              <a:ea typeface="黑体" panose="02010609060101010101" pitchFamily="49" charset="-122"/>
              <a:cs typeface="+mn-cs"/>
            </a:rPr>
            <a:t>(.MYI)</a:t>
          </a:r>
          <a:endParaRPr lang="zh-CN" altLang="en-US" sz="1300" b="1" kern="1200">
            <a:solidFill>
              <a:srgbClr val="FF0000"/>
            </a:solidFill>
            <a:latin typeface="Arial"/>
            <a:ea typeface="黑体" panose="02010609060101010101" pitchFamily="49" charset="-122"/>
            <a:cs typeface="+mn-cs"/>
          </a:endParaRPr>
        </a:p>
      </dsp:txBody>
      <dsp:txXfrm>
        <a:off x="0" y="2074356"/>
        <a:ext cx="5181600" cy="798525"/>
      </dsp:txXfrm>
    </dsp:sp>
    <dsp:sp modelId="{328E2BB3-7399-4071-A562-3D26BD342718}">
      <dsp:nvSpPr>
        <dsp:cNvPr id="0" name=""/>
        <dsp:cNvSpPr/>
      </dsp:nvSpPr>
      <dsp:spPr>
        <a:xfrm>
          <a:off x="259080" y="1882476"/>
          <a:ext cx="3627120" cy="38376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097" tIns="0" rIns="137097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1300" kern="1200"/>
            <a:t>MyISAM</a:t>
          </a:r>
          <a:r>
            <a:rPr lang="zh-CN" altLang="en-US" sz="1300" kern="1200"/>
            <a:t>存储引擎</a:t>
          </a:r>
        </a:p>
      </dsp:txBody>
      <dsp:txXfrm>
        <a:off x="277814" y="1901210"/>
        <a:ext cx="3589652" cy="346292"/>
      </dsp:txXfrm>
    </dsp:sp>
    <dsp:sp modelId="{4C9DFC5D-50EA-4FDD-9FF0-B21638A58682}">
      <dsp:nvSpPr>
        <dsp:cNvPr id="0" name=""/>
        <dsp:cNvSpPr/>
      </dsp:nvSpPr>
      <dsp:spPr>
        <a:xfrm>
          <a:off x="0" y="3134961"/>
          <a:ext cx="5181600" cy="757575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2150" tIns="270764" rIns="402150" bIns="92456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300" kern="1200"/>
            <a:t>高并发时，</a:t>
          </a:r>
          <a:r>
            <a:rPr lang="zh-CN" altLang="en-US" sz="1300" b="1" kern="1200"/>
            <a:t>临时存放数据</a:t>
          </a:r>
          <a:r>
            <a:rPr lang="zh-CN" altLang="en-US" sz="1300" kern="1200"/>
            <a:t>，不需要高的安全性，作为查询的中间存储</a:t>
          </a:r>
        </a:p>
      </dsp:txBody>
      <dsp:txXfrm>
        <a:off x="0" y="3134961"/>
        <a:ext cx="5181600" cy="757575"/>
      </dsp:txXfrm>
    </dsp:sp>
    <dsp:sp modelId="{E7B0511D-2D67-4207-8679-A2D4B8B0427C}">
      <dsp:nvSpPr>
        <dsp:cNvPr id="0" name=""/>
        <dsp:cNvSpPr/>
      </dsp:nvSpPr>
      <dsp:spPr>
        <a:xfrm>
          <a:off x="259080" y="2943081"/>
          <a:ext cx="3627120" cy="38376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097" tIns="0" rIns="137097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1300" kern="1200"/>
            <a:t>MEMO</a:t>
          </a:r>
          <a:r>
            <a:rPr lang="en-US" altLang="zh-CN" sz="1300" kern="1200"/>
            <a:t>R</a:t>
          </a:r>
          <a:r>
            <a:rPr lang="en-US" altLang="en-US" sz="1300" kern="1200"/>
            <a:t>Y</a:t>
          </a:r>
          <a:r>
            <a:rPr lang="zh-CN" altLang="en-US" sz="1300" kern="1200"/>
            <a:t>存储引擎</a:t>
          </a:r>
        </a:p>
      </dsp:txBody>
      <dsp:txXfrm>
        <a:off x="277814" y="2961815"/>
        <a:ext cx="3589652" cy="346292"/>
      </dsp:txXfrm>
    </dsp:sp>
    <dsp:sp modelId="{2AB77747-5D62-4899-8F36-BC679AAEF8F3}">
      <dsp:nvSpPr>
        <dsp:cNvPr id="0" name=""/>
        <dsp:cNvSpPr/>
      </dsp:nvSpPr>
      <dsp:spPr>
        <a:xfrm>
          <a:off x="0" y="4154616"/>
          <a:ext cx="5181600" cy="757575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2150" tIns="270764" rIns="402150" bIns="92456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300" b="1" kern="1200"/>
            <a:t>只有</a:t>
          </a:r>
          <a:r>
            <a:rPr lang="en-US" altLang="en-US" sz="1300" b="1" kern="1200"/>
            <a:t>select</a:t>
          </a:r>
          <a:r>
            <a:rPr lang="zh-CN" altLang="en-US" sz="1300" b="1" kern="1200"/>
            <a:t>和</a:t>
          </a:r>
          <a:r>
            <a:rPr lang="en-US" altLang="en-US" sz="1300" b="1" kern="1200"/>
            <a:t>insert</a:t>
          </a:r>
          <a:r>
            <a:rPr lang="zh-CN" altLang="en-US" sz="1300" b="1" kern="1200"/>
            <a:t>操作</a:t>
          </a:r>
          <a:r>
            <a:rPr lang="zh-CN" altLang="en-US" sz="1300" kern="1200"/>
            <a:t>，支持</a:t>
          </a:r>
          <a:r>
            <a:rPr lang="zh-CN" altLang="en-US" sz="1300" b="1" kern="1200"/>
            <a:t>高并发</a:t>
          </a:r>
          <a:r>
            <a:rPr lang="zh-CN" altLang="en-US" sz="1300" kern="1200"/>
            <a:t>的插入，非常适合存储归档数据，如记录日志信息</a:t>
          </a:r>
        </a:p>
      </dsp:txBody>
      <dsp:txXfrm>
        <a:off x="0" y="4154616"/>
        <a:ext cx="5181600" cy="757575"/>
      </dsp:txXfrm>
    </dsp:sp>
    <dsp:sp modelId="{B7FA1771-F8F0-477E-AD04-3E9234C3BF8E}">
      <dsp:nvSpPr>
        <dsp:cNvPr id="0" name=""/>
        <dsp:cNvSpPr/>
      </dsp:nvSpPr>
      <dsp:spPr>
        <a:xfrm>
          <a:off x="259080" y="3962736"/>
          <a:ext cx="3627120" cy="38376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097" tIns="0" rIns="137097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1300" kern="1200"/>
            <a:t>Archive</a:t>
          </a:r>
          <a:r>
            <a:rPr lang="zh-CN" altLang="en-US" sz="1300" kern="1200"/>
            <a:t>存储引擎</a:t>
          </a:r>
        </a:p>
      </dsp:txBody>
      <dsp:txXfrm>
        <a:off x="277814" y="3981470"/>
        <a:ext cx="3589652" cy="346292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3E28966-EBE7-4034-A927-3FC767EA3AA2}">
      <dsp:nvSpPr>
        <dsp:cNvPr id="0" name=""/>
        <dsp:cNvSpPr/>
      </dsp:nvSpPr>
      <dsp:spPr>
        <a:xfrm>
          <a:off x="0" y="215225"/>
          <a:ext cx="5181600" cy="15970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2150" tIns="270764" rIns="402150" bIns="92456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300" kern="1200"/>
            <a:t>支持</a:t>
          </a:r>
          <a:r>
            <a:rPr lang="zh-CN" altLang="en-US" sz="1300" b="1" kern="1200">
              <a:solidFill>
                <a:srgbClr val="FF0000"/>
              </a:solidFill>
            </a:rPr>
            <a:t>事务</a:t>
          </a:r>
          <a:r>
            <a:rPr lang="zh-CN" altLang="en-US" sz="1300" kern="1200"/>
            <a:t>、</a:t>
          </a:r>
          <a:r>
            <a:rPr lang="zh-CN" altLang="en-US" sz="1300" b="1" kern="1200">
              <a:solidFill>
                <a:srgbClr val="FF0000"/>
              </a:solidFill>
            </a:rPr>
            <a:t>外键</a:t>
          </a:r>
          <a:r>
            <a:rPr lang="zh-CN" altLang="en-US" sz="1300" kern="1200"/>
            <a:t>和</a:t>
          </a:r>
          <a:r>
            <a:rPr lang="zh-CN" altLang="en-US" sz="1300" b="1" kern="1200">
              <a:solidFill>
                <a:srgbClr val="FF0000"/>
              </a:solidFill>
            </a:rPr>
            <a:t>行级的锁定</a:t>
          </a:r>
          <a:r>
            <a:rPr lang="zh-CN" altLang="en-US" sz="1300" kern="1200"/>
            <a:t>；但效率低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300" kern="1200"/>
            <a:t>创建表会生成两个文件：表结构文件</a:t>
          </a:r>
          <a:r>
            <a:rPr lang="en-US" altLang="en-US" sz="1300" kern="1200"/>
            <a:t>(.</a:t>
          </a:r>
          <a:r>
            <a:rPr lang="en-US" altLang="zh-CN" sz="1300" kern="1200"/>
            <a:t>frm</a:t>
          </a:r>
          <a:r>
            <a:rPr lang="en-US" altLang="en-US" sz="1300" kern="1200"/>
            <a:t>)+</a:t>
          </a:r>
          <a:r>
            <a:rPr lang="zh-CN" altLang="en-US" sz="1300" kern="1200"/>
            <a:t>表数据文件（</a:t>
          </a:r>
          <a:r>
            <a:rPr lang="en-US" altLang="en-US" sz="1300" kern="1200"/>
            <a:t>.</a:t>
          </a:r>
          <a:r>
            <a:rPr lang="en-US" altLang="zh-CN" sz="1300" kern="1200"/>
            <a:t>ibd</a:t>
          </a:r>
          <a:r>
            <a:rPr lang="zh-CN" altLang="en-US" sz="1300" kern="1200"/>
            <a:t>）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300" kern="1200"/>
            <a:t>在</a:t>
          </a:r>
          <a:r>
            <a:rPr lang="en-US" altLang="en-US" sz="1300" kern="1200"/>
            <a:t>MySQL</a:t>
          </a:r>
          <a:r>
            <a:rPr lang="zh-CN" altLang="en-US" sz="1300" kern="1200"/>
            <a:t>数据目录下创建一个名为</a:t>
          </a:r>
          <a:r>
            <a:rPr lang="en-US" altLang="en-US" sz="1300" kern="1200"/>
            <a:t>ibdata1</a:t>
          </a:r>
          <a:r>
            <a:rPr lang="zh-CN" altLang="en-US" sz="1300" kern="1200"/>
            <a:t>的</a:t>
          </a:r>
          <a:r>
            <a:rPr lang="en-US" altLang="en-US" sz="1300" kern="1200"/>
            <a:t>10MB</a:t>
          </a:r>
          <a:r>
            <a:rPr lang="zh-CN" altLang="en-US" sz="1300" kern="1200"/>
            <a:t>大小的自动扩展数据文件，以及两个名为</a:t>
          </a:r>
          <a:r>
            <a:rPr lang="en-US" altLang="en-US" sz="1300" kern="1200"/>
            <a:t>ib_logfile0</a:t>
          </a:r>
          <a:r>
            <a:rPr lang="zh-CN" altLang="en-US" sz="1300" kern="1200"/>
            <a:t>和</a:t>
          </a:r>
          <a:r>
            <a:rPr lang="en-US" altLang="en-US" sz="1300" kern="1200"/>
            <a:t>ib_logfile1</a:t>
          </a:r>
          <a:r>
            <a:rPr lang="zh-CN" altLang="en-US" sz="1300" kern="1200"/>
            <a:t>的</a:t>
          </a:r>
          <a:r>
            <a:rPr lang="en-US" altLang="en-US" sz="1300" kern="1200"/>
            <a:t>5MB</a:t>
          </a:r>
          <a:r>
            <a:rPr lang="zh-CN" altLang="en-US" sz="1300" kern="1200"/>
            <a:t>大小的日志文件</a:t>
          </a:r>
        </a:p>
      </dsp:txBody>
      <dsp:txXfrm>
        <a:off x="0" y="215225"/>
        <a:ext cx="5181600" cy="1597050"/>
      </dsp:txXfrm>
    </dsp:sp>
    <dsp:sp modelId="{5800BB70-6A58-4900-9D85-D69088E6EAB7}">
      <dsp:nvSpPr>
        <dsp:cNvPr id="0" name=""/>
        <dsp:cNvSpPr/>
      </dsp:nvSpPr>
      <dsp:spPr>
        <a:xfrm>
          <a:off x="259080" y="23345"/>
          <a:ext cx="3627120" cy="3837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097" tIns="0" rIns="137097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1300" kern="1200"/>
            <a:t>InnoDB</a:t>
          </a:r>
          <a:r>
            <a:rPr lang="zh-CN" altLang="en-US" sz="1300" kern="1200"/>
            <a:t>存储引擎</a:t>
          </a:r>
        </a:p>
      </dsp:txBody>
      <dsp:txXfrm>
        <a:off x="277814" y="42079"/>
        <a:ext cx="3589652" cy="346292"/>
      </dsp:txXfrm>
    </dsp:sp>
    <dsp:sp modelId="{F9A1BEE2-888F-4349-96F9-8A55D69CECC9}">
      <dsp:nvSpPr>
        <dsp:cNvPr id="0" name=""/>
        <dsp:cNvSpPr/>
      </dsp:nvSpPr>
      <dsp:spPr>
        <a:xfrm>
          <a:off x="0" y="2074356"/>
          <a:ext cx="5181600" cy="79852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2150" tIns="270764" rIns="402150" bIns="92456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300" kern="1200"/>
            <a:t>强调</a:t>
          </a:r>
          <a:r>
            <a:rPr lang="zh-CN" altLang="en-US" sz="1300" b="1" kern="1200">
              <a:solidFill>
                <a:srgbClr val="FF0000"/>
              </a:solidFill>
            </a:rPr>
            <a:t>性能</a:t>
          </a:r>
          <a:r>
            <a:rPr lang="zh-CN" altLang="en-US" sz="1300" kern="1200"/>
            <a:t>，</a:t>
          </a:r>
          <a:r>
            <a:rPr lang="zh-CN" altLang="en-US" sz="1300" b="1" kern="1200">
              <a:solidFill>
                <a:srgbClr val="FF0000"/>
              </a:solidFill>
            </a:rPr>
            <a:t>不支持事务处理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300" kern="1200"/>
            <a:t>表结构文件</a:t>
          </a:r>
          <a:r>
            <a:rPr lang="en-US" altLang="en-US" sz="1300" kern="1200"/>
            <a:t>(.frm)+</a:t>
          </a:r>
          <a:r>
            <a:rPr lang="zh-CN" altLang="en-US" sz="1300" kern="1200"/>
            <a:t>表数据文件</a:t>
          </a:r>
          <a:r>
            <a:rPr lang="en-US" altLang="en-US" sz="1300" kern="1200"/>
            <a:t>(.MYD)+</a:t>
          </a:r>
          <a:r>
            <a:rPr lang="zh-CN" altLang="en-US" sz="1300" kern="1200"/>
            <a:t>表索引文件</a:t>
          </a:r>
          <a:r>
            <a:rPr lang="en-US" altLang="en-US" sz="1300" kern="1200"/>
            <a:t>(.MYI)</a:t>
          </a:r>
          <a:endParaRPr lang="zh-CN" altLang="en-US" sz="1300" kern="1200"/>
        </a:p>
      </dsp:txBody>
      <dsp:txXfrm>
        <a:off x="0" y="2074356"/>
        <a:ext cx="5181600" cy="798525"/>
      </dsp:txXfrm>
    </dsp:sp>
    <dsp:sp modelId="{328E2BB3-7399-4071-A562-3D26BD342718}">
      <dsp:nvSpPr>
        <dsp:cNvPr id="0" name=""/>
        <dsp:cNvSpPr/>
      </dsp:nvSpPr>
      <dsp:spPr>
        <a:xfrm>
          <a:off x="259080" y="1882476"/>
          <a:ext cx="3627120" cy="3837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097" tIns="0" rIns="137097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1300" kern="1200"/>
            <a:t>MyISAM</a:t>
          </a:r>
          <a:r>
            <a:rPr lang="zh-CN" altLang="en-US" sz="1300" kern="1200"/>
            <a:t>存储引擎</a:t>
          </a:r>
        </a:p>
      </dsp:txBody>
      <dsp:txXfrm>
        <a:off x="277814" y="1901210"/>
        <a:ext cx="3589652" cy="346292"/>
      </dsp:txXfrm>
    </dsp:sp>
    <dsp:sp modelId="{4C9DFC5D-50EA-4FDD-9FF0-B21638A58682}">
      <dsp:nvSpPr>
        <dsp:cNvPr id="0" name=""/>
        <dsp:cNvSpPr/>
      </dsp:nvSpPr>
      <dsp:spPr>
        <a:xfrm>
          <a:off x="0" y="3134961"/>
          <a:ext cx="5181600" cy="75757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2150" tIns="270764" rIns="402150" bIns="92456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300" kern="1200"/>
            <a:t>高并发时，</a:t>
          </a:r>
          <a:r>
            <a:rPr lang="zh-CN" altLang="en-US" sz="1300" b="1" kern="1200">
              <a:solidFill>
                <a:srgbClr val="FF0000"/>
              </a:solidFill>
            </a:rPr>
            <a:t>临时存放数据</a:t>
          </a:r>
          <a:r>
            <a:rPr lang="zh-CN" altLang="en-US" sz="1300" kern="1200"/>
            <a:t>，不需要高的安全性，作为查询的中间存储</a:t>
          </a:r>
        </a:p>
      </dsp:txBody>
      <dsp:txXfrm>
        <a:off x="0" y="3134961"/>
        <a:ext cx="5181600" cy="757575"/>
      </dsp:txXfrm>
    </dsp:sp>
    <dsp:sp modelId="{E7B0511D-2D67-4207-8679-A2D4B8B0427C}">
      <dsp:nvSpPr>
        <dsp:cNvPr id="0" name=""/>
        <dsp:cNvSpPr/>
      </dsp:nvSpPr>
      <dsp:spPr>
        <a:xfrm>
          <a:off x="259080" y="2943081"/>
          <a:ext cx="3627120" cy="3837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097" tIns="0" rIns="137097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1300" kern="1200"/>
            <a:t>MEMO</a:t>
          </a:r>
          <a:r>
            <a:rPr lang="en-US" altLang="zh-CN" sz="1300" kern="1200"/>
            <a:t>R</a:t>
          </a:r>
          <a:r>
            <a:rPr lang="en-US" altLang="en-US" sz="1300" kern="1200"/>
            <a:t>Y</a:t>
          </a:r>
          <a:r>
            <a:rPr lang="zh-CN" altLang="en-US" sz="1300" kern="1200"/>
            <a:t>存储引擎</a:t>
          </a:r>
        </a:p>
      </dsp:txBody>
      <dsp:txXfrm>
        <a:off x="277814" y="2961815"/>
        <a:ext cx="3589652" cy="346292"/>
      </dsp:txXfrm>
    </dsp:sp>
    <dsp:sp modelId="{2AB77747-5D62-4899-8F36-BC679AAEF8F3}">
      <dsp:nvSpPr>
        <dsp:cNvPr id="0" name=""/>
        <dsp:cNvSpPr/>
      </dsp:nvSpPr>
      <dsp:spPr>
        <a:xfrm>
          <a:off x="0" y="4154616"/>
          <a:ext cx="5181600" cy="75757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2150" tIns="270764" rIns="402150" bIns="92456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300" b="1" kern="1200">
              <a:solidFill>
                <a:srgbClr val="FF0000"/>
              </a:solidFill>
            </a:rPr>
            <a:t>只有</a:t>
          </a:r>
          <a:r>
            <a:rPr lang="en-US" altLang="en-US" sz="1300" b="1" kern="1200">
              <a:solidFill>
                <a:srgbClr val="FF0000"/>
              </a:solidFill>
            </a:rPr>
            <a:t>select</a:t>
          </a:r>
          <a:r>
            <a:rPr lang="zh-CN" altLang="en-US" sz="1300" b="1" kern="1200">
              <a:solidFill>
                <a:srgbClr val="FF0000"/>
              </a:solidFill>
            </a:rPr>
            <a:t>和</a:t>
          </a:r>
          <a:r>
            <a:rPr lang="en-US" altLang="en-US" sz="1300" b="1" kern="1200">
              <a:solidFill>
                <a:srgbClr val="FF0000"/>
              </a:solidFill>
            </a:rPr>
            <a:t>insert</a:t>
          </a:r>
          <a:r>
            <a:rPr lang="zh-CN" altLang="en-US" sz="1300" b="1" kern="1200">
              <a:solidFill>
                <a:srgbClr val="FF0000"/>
              </a:solidFill>
            </a:rPr>
            <a:t>操作</a:t>
          </a:r>
          <a:r>
            <a:rPr lang="zh-CN" altLang="en-US" sz="1300" kern="1200"/>
            <a:t>，支持</a:t>
          </a:r>
          <a:r>
            <a:rPr lang="zh-CN" altLang="en-US" sz="1300" b="1" kern="1200">
              <a:solidFill>
                <a:srgbClr val="FF0000"/>
              </a:solidFill>
            </a:rPr>
            <a:t>高并发</a:t>
          </a:r>
          <a:r>
            <a:rPr lang="zh-CN" altLang="en-US" sz="1300" kern="1200"/>
            <a:t>的插入，非常适合存储归档数据，如记录日志信息</a:t>
          </a:r>
        </a:p>
      </dsp:txBody>
      <dsp:txXfrm>
        <a:off x="0" y="4154616"/>
        <a:ext cx="5181600" cy="757575"/>
      </dsp:txXfrm>
    </dsp:sp>
    <dsp:sp modelId="{B7FA1771-F8F0-477E-AD04-3E9234C3BF8E}">
      <dsp:nvSpPr>
        <dsp:cNvPr id="0" name=""/>
        <dsp:cNvSpPr/>
      </dsp:nvSpPr>
      <dsp:spPr>
        <a:xfrm>
          <a:off x="259080" y="3962736"/>
          <a:ext cx="3627120" cy="3837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097" tIns="0" rIns="137097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1300" kern="1200"/>
            <a:t>Archive</a:t>
          </a:r>
          <a:r>
            <a:rPr lang="zh-CN" altLang="en-US" sz="1300" kern="1200"/>
            <a:t>存储引擎</a:t>
          </a:r>
        </a:p>
      </dsp:txBody>
      <dsp:txXfrm>
        <a:off x="277814" y="3981470"/>
        <a:ext cx="3589652" cy="346292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6A0F7B2-D69D-4441-B946-106B20464F6D}">
      <dsp:nvSpPr>
        <dsp:cNvPr id="0" name=""/>
        <dsp:cNvSpPr/>
      </dsp:nvSpPr>
      <dsp:spPr>
        <a:xfrm>
          <a:off x="391076" y="11347"/>
          <a:ext cx="10089046" cy="1469349"/>
        </a:xfrm>
        <a:prstGeom prst="rightArrow">
          <a:avLst>
            <a:gd name="adj1" fmla="val 50000"/>
            <a:gd name="adj2" fmla="val 5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254000" bIns="233259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600" kern="1200"/>
            <a:t>概念数据模型</a:t>
          </a:r>
        </a:p>
      </dsp:txBody>
      <dsp:txXfrm>
        <a:off x="391076" y="378684"/>
        <a:ext cx="9721709" cy="734675"/>
      </dsp:txXfrm>
    </dsp:sp>
    <dsp:sp modelId="{22742D62-0FBB-4B8F-A8EB-C7A3808C4310}">
      <dsp:nvSpPr>
        <dsp:cNvPr id="0" name=""/>
        <dsp:cNvSpPr/>
      </dsp:nvSpPr>
      <dsp:spPr>
        <a:xfrm>
          <a:off x="381878" y="1108706"/>
          <a:ext cx="3107426" cy="2830508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600" kern="1200">
              <a:solidFill>
                <a:schemeClr val="tx1"/>
              </a:solidFill>
            </a:rPr>
            <a:t>常用：</a:t>
          </a:r>
          <a:r>
            <a:rPr lang="en-US" altLang="zh-CN" sz="2600" kern="1200">
              <a:solidFill>
                <a:srgbClr val="FF0000"/>
              </a:solidFill>
            </a:rPr>
            <a:t>ER</a:t>
          </a:r>
          <a:r>
            <a:rPr lang="zh-CN" altLang="en-US" sz="2600" kern="1200">
              <a:solidFill>
                <a:srgbClr val="FF0000"/>
              </a:solidFill>
            </a:rPr>
            <a:t>图</a:t>
          </a:r>
        </a:p>
      </dsp:txBody>
      <dsp:txXfrm>
        <a:off x="381878" y="1108706"/>
        <a:ext cx="3107426" cy="2830508"/>
      </dsp:txXfrm>
    </dsp:sp>
    <dsp:sp modelId="{25976CC3-C5B5-4A2A-9366-50125E663A43}">
      <dsp:nvSpPr>
        <dsp:cNvPr id="0" name=""/>
        <dsp:cNvSpPr/>
      </dsp:nvSpPr>
      <dsp:spPr>
        <a:xfrm>
          <a:off x="3498503" y="501130"/>
          <a:ext cx="6981619" cy="1469349"/>
        </a:xfrm>
        <a:prstGeom prst="rightArrow">
          <a:avLst>
            <a:gd name="adj1" fmla="val 50000"/>
            <a:gd name="adj2" fmla="val 5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254000" bIns="233259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600" kern="1200"/>
            <a:t>逻辑数据模型</a:t>
          </a:r>
        </a:p>
      </dsp:txBody>
      <dsp:txXfrm>
        <a:off x="3498503" y="868467"/>
        <a:ext cx="6614282" cy="734675"/>
      </dsp:txXfrm>
    </dsp:sp>
    <dsp:sp modelId="{FAE449E2-C542-49C6-B6F8-DC769205439B}">
      <dsp:nvSpPr>
        <dsp:cNvPr id="0" name=""/>
        <dsp:cNvSpPr/>
      </dsp:nvSpPr>
      <dsp:spPr>
        <a:xfrm>
          <a:off x="3498503" y="1634210"/>
          <a:ext cx="3107426" cy="2830508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600" kern="1200"/>
            <a:t>层次、网状、</a:t>
          </a:r>
          <a:r>
            <a:rPr lang="zh-CN" altLang="en-US" sz="2600" kern="1200">
              <a:solidFill>
                <a:srgbClr val="FF0000"/>
              </a:solidFill>
            </a:rPr>
            <a:t>关系</a:t>
          </a:r>
        </a:p>
      </dsp:txBody>
      <dsp:txXfrm>
        <a:off x="3498503" y="1634210"/>
        <a:ext cx="3107426" cy="2830508"/>
      </dsp:txXfrm>
    </dsp:sp>
    <dsp:sp modelId="{1991CF19-8392-4A4C-84A3-23267F3F5669}">
      <dsp:nvSpPr>
        <dsp:cNvPr id="0" name=""/>
        <dsp:cNvSpPr/>
      </dsp:nvSpPr>
      <dsp:spPr>
        <a:xfrm>
          <a:off x="6605929" y="990913"/>
          <a:ext cx="3874193" cy="1469349"/>
        </a:xfrm>
        <a:prstGeom prst="rightArrow">
          <a:avLst>
            <a:gd name="adj1" fmla="val 50000"/>
            <a:gd name="adj2" fmla="val 5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254000" bIns="233259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600" kern="1200"/>
            <a:t>物理数据模型</a:t>
          </a:r>
        </a:p>
      </dsp:txBody>
      <dsp:txXfrm>
        <a:off x="6605929" y="1358250"/>
        <a:ext cx="3506856" cy="734675"/>
      </dsp:txXfrm>
    </dsp:sp>
    <dsp:sp modelId="{1247E716-CA8C-4F8F-B75E-0F4D1F6DA7E4}">
      <dsp:nvSpPr>
        <dsp:cNvPr id="0" name=""/>
        <dsp:cNvSpPr/>
      </dsp:nvSpPr>
      <dsp:spPr>
        <a:xfrm>
          <a:off x="6605929" y="2123994"/>
          <a:ext cx="3107426" cy="2789083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600" kern="1200"/>
            <a:t>如：</a:t>
          </a:r>
          <a:r>
            <a:rPr lang="en-US" altLang="zh-CN" sz="2600" kern="1200"/>
            <a:t>mysql</a:t>
          </a:r>
          <a:r>
            <a:rPr lang="zh-CN" altLang="en-US" sz="2600" kern="1200"/>
            <a:t>、</a:t>
          </a:r>
          <a:r>
            <a:rPr lang="en-US" altLang="zh-CN" sz="2600" kern="1200"/>
            <a:t>SQLServer</a:t>
          </a:r>
          <a:endParaRPr lang="zh-CN" altLang="en-US" sz="2600" kern="1200"/>
        </a:p>
      </dsp:txBody>
      <dsp:txXfrm>
        <a:off x="6605929" y="2123994"/>
        <a:ext cx="3107426" cy="2789083"/>
      </dsp:txXfrm>
    </dsp:sp>
  </dsp:spTree>
</dsp:drawing>
</file>

<file path=ppt/diagrams/drawing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73DB45C-4CE0-48E6-BCC1-A34FBE7302B5}">
      <dsp:nvSpPr>
        <dsp:cNvPr id="0" name=""/>
        <dsp:cNvSpPr/>
      </dsp:nvSpPr>
      <dsp:spPr>
        <a:xfrm>
          <a:off x="0" y="0"/>
          <a:ext cx="5638477" cy="1494102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0" i="0" kern="1200"/>
            <a:t>E-R</a:t>
          </a:r>
          <a:r>
            <a:rPr lang="zh-CN" altLang="en-US" sz="2800" b="0" i="0" kern="1200"/>
            <a:t>图也称实体</a:t>
          </a:r>
          <a:r>
            <a:rPr lang="en-US" altLang="zh-CN" sz="2800" b="0" i="0" kern="1200"/>
            <a:t>-</a:t>
          </a:r>
          <a:r>
            <a:rPr lang="zh-CN" altLang="en-US" sz="2800" b="0" i="0" kern="1200"/>
            <a:t>联系图</a:t>
          </a:r>
          <a:r>
            <a:rPr lang="en-US" altLang="zh-CN" sz="2800" b="0" i="0" kern="1200"/>
            <a:t>(</a:t>
          </a:r>
          <a:r>
            <a:rPr lang="en-US" sz="2800" b="0" i="0" kern="1200"/>
            <a:t>Entity Relationship Diagram)</a:t>
          </a:r>
          <a:endParaRPr lang="zh-CN" altLang="en-US" sz="2800" kern="1200"/>
        </a:p>
      </dsp:txBody>
      <dsp:txXfrm>
        <a:off x="1277105" y="0"/>
        <a:ext cx="4361371" cy="1494102"/>
      </dsp:txXfrm>
    </dsp:sp>
    <dsp:sp modelId="{635FF276-003D-4BE7-8665-628CA5399167}">
      <dsp:nvSpPr>
        <dsp:cNvPr id="0" name=""/>
        <dsp:cNvSpPr/>
      </dsp:nvSpPr>
      <dsp:spPr>
        <a:xfrm>
          <a:off x="149410" y="149410"/>
          <a:ext cx="1127695" cy="1195282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3000" r="-3000"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FAFF825-1459-41DC-BC3A-39774BA0B545}">
      <dsp:nvSpPr>
        <dsp:cNvPr id="0" name=""/>
        <dsp:cNvSpPr/>
      </dsp:nvSpPr>
      <dsp:spPr>
        <a:xfrm>
          <a:off x="0" y="1643512"/>
          <a:ext cx="5638477" cy="1494102"/>
        </a:xfrm>
        <a:prstGeom prst="roundRect">
          <a:avLst>
            <a:gd name="adj" fmla="val 10000"/>
          </a:avLst>
        </a:prstGeom>
        <a:solidFill>
          <a:schemeClr val="accent3">
            <a:hueOff val="-2790486"/>
            <a:satOff val="-15286"/>
            <a:lumOff val="4706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800" b="0" i="0" kern="1200"/>
            <a:t>用来描述现实世界的概念模型。</a:t>
          </a:r>
          <a:endParaRPr lang="zh-CN" altLang="en-US" sz="2800" kern="1200"/>
        </a:p>
      </dsp:txBody>
      <dsp:txXfrm>
        <a:off x="1277105" y="1643512"/>
        <a:ext cx="4361371" cy="1494102"/>
      </dsp:txXfrm>
    </dsp:sp>
    <dsp:sp modelId="{8F15922D-6622-4648-9D6E-11B42DEBDF36}">
      <dsp:nvSpPr>
        <dsp:cNvPr id="0" name=""/>
        <dsp:cNvSpPr/>
      </dsp:nvSpPr>
      <dsp:spPr>
        <a:xfrm>
          <a:off x="165874" y="1828793"/>
          <a:ext cx="1127695" cy="1195282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3000" r="-3000"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9486D3B-7569-41DE-B54B-72BDA4AE7FB8}">
      <dsp:nvSpPr>
        <dsp:cNvPr id="0" name=""/>
        <dsp:cNvSpPr/>
      </dsp:nvSpPr>
      <dsp:spPr>
        <a:xfrm>
          <a:off x="0" y="3287025"/>
          <a:ext cx="5638477" cy="1494102"/>
        </a:xfrm>
        <a:prstGeom prst="roundRect">
          <a:avLst>
            <a:gd name="adj" fmla="val 10000"/>
          </a:avLst>
        </a:prstGeom>
        <a:solidFill>
          <a:schemeClr val="accent3">
            <a:hueOff val="-5580972"/>
            <a:satOff val="-30571"/>
            <a:lumOff val="9412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800" b="0" i="0" kern="1200"/>
            <a:t>使用实体</a:t>
          </a:r>
          <a:r>
            <a:rPr lang="en-US" altLang="zh-CN" sz="2800" b="0" i="0" kern="1200"/>
            <a:t>-</a:t>
          </a:r>
          <a:r>
            <a:rPr lang="zh-CN" altLang="en-US" sz="2800" b="0" i="0" kern="1200"/>
            <a:t>联系模型（</a:t>
          </a:r>
          <a:r>
            <a:rPr lang="en-US" altLang="zh-CN" sz="2800" b="0" i="0" kern="1200"/>
            <a:t>ER</a:t>
          </a:r>
          <a:r>
            <a:rPr lang="zh-CN" altLang="en-US" sz="2800" b="0" i="0" kern="1200"/>
            <a:t>模型）可帮助用户进行数据库设计</a:t>
          </a:r>
        </a:p>
      </dsp:txBody>
      <dsp:txXfrm>
        <a:off x="1277105" y="3287025"/>
        <a:ext cx="4361371" cy="1494102"/>
      </dsp:txXfrm>
    </dsp:sp>
    <dsp:sp modelId="{549832AA-365E-494E-9165-05E128969B2F}">
      <dsp:nvSpPr>
        <dsp:cNvPr id="0" name=""/>
        <dsp:cNvSpPr/>
      </dsp:nvSpPr>
      <dsp:spPr>
        <a:xfrm>
          <a:off x="165874" y="3412972"/>
          <a:ext cx="1127695" cy="1195282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18000" r="-18000"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1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37F3E10-0889-4DAB-98D2-E684651359BD}">
      <dsp:nvSpPr>
        <dsp:cNvPr id="0" name=""/>
        <dsp:cNvSpPr/>
      </dsp:nvSpPr>
      <dsp:spPr>
        <a:xfrm>
          <a:off x="0" y="360040"/>
          <a:ext cx="9071793" cy="4548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04072" tIns="395732" rIns="704072" bIns="135128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zh-CN" altLang="en-US" sz="1900" u="none" kern="1200" dirty="0">
            <a:solidFill>
              <a:schemeClr val="tx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  <a:p>
          <a:pPr marL="342900" lvl="2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900" b="0" i="0" u="none" kern="12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矩形框：表示实体，在框中记入实体名。</a:t>
          </a:r>
          <a:endParaRPr lang="zh-CN" altLang="en-US" sz="1900" b="0" i="0" u="none" kern="1200" dirty="0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  <a:p>
          <a:pPr marL="342900" lvl="2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900" b="0" i="0" u="none" kern="12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菱形框：表示联系，在框中记入联系名。</a:t>
          </a:r>
          <a:endParaRPr lang="zh-CN" altLang="en-US" sz="1900" b="0" i="0" u="none" kern="1200" dirty="0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  <a:p>
          <a:pPr marL="342900" lvl="2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900" b="0" i="0" u="none" kern="12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椭圆形框：表示实体或联系的属性，将属性名记入框中。对于主属性名，则在其名称下划一下划线。</a:t>
          </a:r>
          <a:endParaRPr lang="zh-CN" altLang="en-US" sz="1900" b="0" i="0" u="none" kern="1200" dirty="0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  <a:p>
          <a:pPr marL="342900" lvl="2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900" b="0" i="0" u="none" kern="12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连线：实体与属性之间；实体与联系之间；联系与属性之间用直线相连，并在直线上标注联系的类型。（对于一对一联系，要在两个实体连线方向各写</a:t>
          </a:r>
          <a:r>
            <a:rPr lang="en-US" altLang="zh-CN" sz="1900" b="0" i="0" u="none" kern="12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1</a:t>
          </a:r>
          <a:r>
            <a:rPr lang="zh-CN" altLang="en-US" sz="1900" b="0" i="0" u="none" kern="12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； 对于一对多联系，要在一的一方写</a:t>
          </a:r>
          <a:r>
            <a:rPr lang="en-US" altLang="zh-CN" sz="1900" b="0" i="0" u="none" kern="12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1</a:t>
          </a:r>
          <a:r>
            <a:rPr lang="zh-CN" altLang="en-US" sz="1900" b="0" i="0" u="none" kern="12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，多的一方写</a:t>
          </a:r>
          <a:r>
            <a:rPr lang="en-US" altLang="zh-CN" sz="1900" b="0" i="0" u="none" kern="12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N</a:t>
          </a:r>
          <a:r>
            <a:rPr lang="zh-CN" altLang="en-US" sz="1900" b="0" i="0" u="none" kern="12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；对于多对多关系，则要在两个实体连线方向各写</a:t>
          </a:r>
          <a:r>
            <a:rPr lang="en-US" altLang="zh-CN" sz="1900" b="0" i="0" u="none" kern="12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N,M</a:t>
          </a:r>
          <a:r>
            <a:rPr lang="zh-CN" altLang="en-US" sz="1900" b="0" i="0" u="none" kern="12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。</a:t>
          </a:r>
          <a:r>
            <a:rPr lang="en-US" altLang="zh-CN" sz="1900" b="0" i="0" u="none" kern="12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)</a:t>
          </a:r>
          <a:endParaRPr lang="en-US" altLang="zh-CN" sz="1900" b="0" i="0" u="none" kern="1200" dirty="0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zh-CN" altLang="en-US" sz="1900" kern="1200" dirty="0"/>
        </a:p>
      </dsp:txBody>
      <dsp:txXfrm>
        <a:off x="0" y="360040"/>
        <a:ext cx="9071793" cy="4548600"/>
      </dsp:txXfrm>
    </dsp:sp>
    <dsp:sp modelId="{10883A52-1035-4D1B-AED8-D82E7EA298D5}">
      <dsp:nvSpPr>
        <dsp:cNvPr id="0" name=""/>
        <dsp:cNvSpPr/>
      </dsp:nvSpPr>
      <dsp:spPr>
        <a:xfrm>
          <a:off x="453589" y="47692"/>
          <a:ext cx="6350255" cy="5608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0025" tIns="0" rIns="240025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000" kern="1200">
              <a:latin typeface="微软雅黑" panose="020B0503020204020204" pitchFamily="34" charset="-122"/>
              <a:ea typeface="微软雅黑" panose="020B0503020204020204" pitchFamily="34" charset="-122"/>
            </a:rPr>
            <a:t>使用</a:t>
          </a:r>
          <a:r>
            <a:rPr lang="en-US" altLang="zh-CN" sz="2000" kern="1200">
              <a:latin typeface="微软雅黑" panose="020B0503020204020204" pitchFamily="34" charset="-122"/>
              <a:ea typeface="微软雅黑" panose="020B0503020204020204" pitchFamily="34" charset="-122"/>
            </a:rPr>
            <a:t>ER</a:t>
          </a:r>
          <a:r>
            <a:rPr lang="zh-CN" altLang="en-US" sz="2000" kern="1200">
              <a:latin typeface="微软雅黑" panose="020B0503020204020204" pitchFamily="34" charset="-122"/>
              <a:ea typeface="微软雅黑" panose="020B0503020204020204" pitchFamily="34" charset="-122"/>
            </a:rPr>
            <a:t>图描述数据模型</a:t>
          </a:r>
        </a:p>
      </dsp:txBody>
      <dsp:txXfrm>
        <a:off x="480969" y="75072"/>
        <a:ext cx="6295495" cy="506120"/>
      </dsp:txXfrm>
    </dsp:sp>
  </dsp:spTree>
</dsp:drawing>
</file>

<file path=ppt/diagrams/drawing1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5211D9D-25EB-4FD3-9926-E26EC45B0851}">
      <dsp:nvSpPr>
        <dsp:cNvPr id="0" name=""/>
        <dsp:cNvSpPr/>
      </dsp:nvSpPr>
      <dsp:spPr>
        <a:xfrm>
          <a:off x="0" y="349629"/>
          <a:ext cx="7056784" cy="585900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47685" tIns="249936" rIns="547685" bIns="85344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200" b="0" i="0" u="none" kern="1200">
              <a:latin typeface="微软雅黑" panose="020B0503020204020204" pitchFamily="34" charset="-122"/>
              <a:ea typeface="微软雅黑" panose="020B0503020204020204" pitchFamily="34" charset="-122"/>
            </a:rPr>
            <a:t>表示实体，在框中记入实体名。</a:t>
          </a:r>
          <a:endParaRPr lang="zh-CN" altLang="en-US" sz="1200" kern="1200" dirty="0"/>
        </a:p>
      </dsp:txBody>
      <dsp:txXfrm>
        <a:off x="0" y="349629"/>
        <a:ext cx="7056784" cy="585900"/>
      </dsp:txXfrm>
    </dsp:sp>
    <dsp:sp modelId="{AD8D80F3-09E1-4687-902F-025609B9FBE2}">
      <dsp:nvSpPr>
        <dsp:cNvPr id="0" name=""/>
        <dsp:cNvSpPr/>
      </dsp:nvSpPr>
      <dsp:spPr>
        <a:xfrm>
          <a:off x="352839" y="172509"/>
          <a:ext cx="4939748" cy="35424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6711" tIns="0" rIns="186711" bIns="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200" b="0" i="0" u="none" kern="1200">
              <a:latin typeface="微软雅黑" panose="020B0503020204020204" pitchFamily="34" charset="-122"/>
              <a:ea typeface="微软雅黑" panose="020B0503020204020204" pitchFamily="34" charset="-122"/>
            </a:rPr>
            <a:t>矩形框</a:t>
          </a:r>
          <a:endParaRPr lang="zh-CN" altLang="en-US" sz="1200" kern="1200" dirty="0"/>
        </a:p>
      </dsp:txBody>
      <dsp:txXfrm>
        <a:off x="370132" y="189802"/>
        <a:ext cx="4905162" cy="319654"/>
      </dsp:txXfrm>
    </dsp:sp>
    <dsp:sp modelId="{6E43E2F5-DE6A-4AC2-A5FD-49F7488763C7}">
      <dsp:nvSpPr>
        <dsp:cNvPr id="0" name=""/>
        <dsp:cNvSpPr/>
      </dsp:nvSpPr>
      <dsp:spPr>
        <a:xfrm>
          <a:off x="0" y="1177449"/>
          <a:ext cx="7056784" cy="585900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47685" tIns="249936" rIns="547685" bIns="85344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200" b="0" i="0" u="none" kern="1200">
              <a:latin typeface="微软雅黑" panose="020B0503020204020204" pitchFamily="34" charset="-122"/>
              <a:ea typeface="微软雅黑" panose="020B0503020204020204" pitchFamily="34" charset="-122"/>
            </a:rPr>
            <a:t>表示联系，在框中记入联系名。</a:t>
          </a:r>
          <a:endParaRPr lang="zh-CN" altLang="en-US" sz="1200" b="0" i="0" u="none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0" y="1177449"/>
        <a:ext cx="7056784" cy="585900"/>
      </dsp:txXfrm>
    </dsp:sp>
    <dsp:sp modelId="{97E1D37F-4CD3-4F81-B772-04959FEE642C}">
      <dsp:nvSpPr>
        <dsp:cNvPr id="0" name=""/>
        <dsp:cNvSpPr/>
      </dsp:nvSpPr>
      <dsp:spPr>
        <a:xfrm>
          <a:off x="352839" y="1000329"/>
          <a:ext cx="4939748" cy="35424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6711" tIns="0" rIns="186711" bIns="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200" b="0" i="0" u="none" kern="1200">
              <a:latin typeface="微软雅黑" panose="020B0503020204020204" pitchFamily="34" charset="-122"/>
              <a:ea typeface="微软雅黑" panose="020B0503020204020204" pitchFamily="34" charset="-122"/>
            </a:rPr>
            <a:t>菱形框</a:t>
          </a:r>
          <a:endParaRPr lang="zh-CN" altLang="en-US" sz="1200" b="0" i="0" u="none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370132" y="1017622"/>
        <a:ext cx="4905162" cy="319654"/>
      </dsp:txXfrm>
    </dsp:sp>
    <dsp:sp modelId="{26BC8D99-6C00-471D-A6BA-ECC8B31B1662}">
      <dsp:nvSpPr>
        <dsp:cNvPr id="0" name=""/>
        <dsp:cNvSpPr/>
      </dsp:nvSpPr>
      <dsp:spPr>
        <a:xfrm>
          <a:off x="0" y="2005269"/>
          <a:ext cx="7056784" cy="585900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47685" tIns="249936" rIns="547685" bIns="85344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200" b="0" i="0" u="none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表示实体或联系的属性，将属性名记入框中。对于主属性名，则在其名称下划一下划线。</a:t>
          </a:r>
        </a:p>
      </dsp:txBody>
      <dsp:txXfrm>
        <a:off x="0" y="2005269"/>
        <a:ext cx="7056784" cy="585900"/>
      </dsp:txXfrm>
    </dsp:sp>
    <dsp:sp modelId="{7FF141EB-2E94-49D0-9166-EFAF5E2EEFE9}">
      <dsp:nvSpPr>
        <dsp:cNvPr id="0" name=""/>
        <dsp:cNvSpPr/>
      </dsp:nvSpPr>
      <dsp:spPr>
        <a:xfrm>
          <a:off x="352839" y="1828149"/>
          <a:ext cx="4939748" cy="35424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6711" tIns="0" rIns="186711" bIns="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200" b="0" i="0" u="none" kern="1200">
              <a:latin typeface="微软雅黑" panose="020B0503020204020204" pitchFamily="34" charset="-122"/>
              <a:ea typeface="微软雅黑" panose="020B0503020204020204" pitchFamily="34" charset="-122"/>
            </a:rPr>
            <a:t>椭圆形框</a:t>
          </a:r>
          <a:endParaRPr lang="zh-CN" altLang="en-US" sz="1200" b="0" i="0" u="none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370132" y="1845442"/>
        <a:ext cx="4905162" cy="319654"/>
      </dsp:txXfrm>
    </dsp:sp>
    <dsp:sp modelId="{4509CB6C-82EB-4AF2-82B4-C1044DBC1577}">
      <dsp:nvSpPr>
        <dsp:cNvPr id="0" name=""/>
        <dsp:cNvSpPr/>
      </dsp:nvSpPr>
      <dsp:spPr>
        <a:xfrm>
          <a:off x="0" y="2833090"/>
          <a:ext cx="7056784" cy="1058400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47685" tIns="249936" rIns="547685" bIns="85344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200" b="0" i="0" u="none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实体与属性之间；实体与联系之间；联系与属性之间用直线相连，并在直线上标注联系的类型。（对于一对一联系，要在两个实体连线方向各写</a:t>
          </a:r>
          <a:r>
            <a:rPr lang="en-US" altLang="zh-CN" sz="1200" b="0" i="0" u="none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1</a:t>
          </a:r>
          <a:r>
            <a:rPr lang="zh-CN" altLang="en-US" sz="1200" b="0" i="0" u="none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； 对于一对多联系，要在一的一方写</a:t>
          </a:r>
          <a:r>
            <a:rPr lang="en-US" altLang="zh-CN" sz="1200" b="0" i="0" u="none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1</a:t>
          </a:r>
          <a:r>
            <a:rPr lang="zh-CN" altLang="en-US" sz="1200" b="0" i="0" u="none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，多的一方写</a:t>
          </a:r>
          <a:r>
            <a:rPr lang="en-US" altLang="zh-CN" sz="1200" b="0" i="0" u="none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N</a:t>
          </a:r>
          <a:r>
            <a:rPr lang="zh-CN" altLang="en-US" sz="1200" b="0" i="0" u="none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；对于多对多关系，则要在两个实体连线方向各写</a:t>
          </a:r>
          <a:r>
            <a:rPr lang="en-US" altLang="zh-CN" sz="1200" b="0" i="0" u="none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N,M</a:t>
          </a:r>
          <a:r>
            <a:rPr lang="zh-CN" altLang="en-US" sz="1200" b="0" i="0" u="none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。</a:t>
          </a:r>
          <a:r>
            <a:rPr lang="en-US" altLang="zh-CN" sz="1200" b="0" i="0" u="none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)</a:t>
          </a:r>
        </a:p>
      </dsp:txBody>
      <dsp:txXfrm>
        <a:off x="0" y="2833090"/>
        <a:ext cx="7056784" cy="1058400"/>
      </dsp:txXfrm>
    </dsp:sp>
    <dsp:sp modelId="{B865A898-DF73-42D1-844E-055F5ED3FF4B}">
      <dsp:nvSpPr>
        <dsp:cNvPr id="0" name=""/>
        <dsp:cNvSpPr/>
      </dsp:nvSpPr>
      <dsp:spPr>
        <a:xfrm>
          <a:off x="352839" y="2655969"/>
          <a:ext cx="4939748" cy="35424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6711" tIns="0" rIns="186711" bIns="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200" b="0" i="0" u="none" kern="1200">
              <a:latin typeface="微软雅黑" panose="020B0503020204020204" pitchFamily="34" charset="-122"/>
              <a:ea typeface="微软雅黑" panose="020B0503020204020204" pitchFamily="34" charset="-122"/>
            </a:rPr>
            <a:t>连线</a:t>
          </a:r>
          <a:endParaRPr lang="en-US" altLang="zh-CN" sz="1200" b="0" i="0" u="none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370132" y="2673262"/>
        <a:ext cx="4905162" cy="319654"/>
      </dsp:txXfrm>
    </dsp:sp>
  </dsp:spTree>
</dsp:drawing>
</file>

<file path=ppt/diagrams/drawing1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E0BDB32-D8D2-4C7B-941E-9BE5E3B9520E}">
      <dsp:nvSpPr>
        <dsp:cNvPr id="0" name=""/>
        <dsp:cNvSpPr/>
      </dsp:nvSpPr>
      <dsp:spPr>
        <a:xfrm>
          <a:off x="885949" y="1468769"/>
          <a:ext cx="2462212" cy="246221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3600" kern="1200"/>
            <a:t>学生</a:t>
          </a:r>
        </a:p>
      </dsp:txBody>
      <dsp:txXfrm>
        <a:off x="1006144" y="1588964"/>
        <a:ext cx="2221822" cy="2221822"/>
      </dsp:txXfrm>
    </dsp:sp>
    <dsp:sp modelId="{7BDD308B-0340-4443-8A71-D179BAC68B7E}">
      <dsp:nvSpPr>
        <dsp:cNvPr id="0" name=""/>
        <dsp:cNvSpPr/>
      </dsp:nvSpPr>
      <dsp:spPr>
        <a:xfrm rot="6593">
          <a:off x="3348157" y="2706247"/>
          <a:ext cx="4183661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4183661" y="0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1B52A3F-2994-4F43-BAFB-6BB09634AD2F}">
      <dsp:nvSpPr>
        <dsp:cNvPr id="0" name=""/>
        <dsp:cNvSpPr/>
      </dsp:nvSpPr>
      <dsp:spPr>
        <a:xfrm>
          <a:off x="7531815" y="1497424"/>
          <a:ext cx="2670786" cy="24307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3600" kern="1200"/>
            <a:t>班级</a:t>
          </a:r>
        </a:p>
      </dsp:txBody>
      <dsp:txXfrm>
        <a:off x="7650476" y="1616085"/>
        <a:ext cx="2433464" cy="2193468"/>
      </dsp:txXfrm>
    </dsp:sp>
  </dsp:spTree>
</dsp:drawing>
</file>

<file path=ppt/diagrams/drawing2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54D6005-4A20-4161-8407-46576E0A947C}">
      <dsp:nvSpPr>
        <dsp:cNvPr id="0" name=""/>
        <dsp:cNvSpPr/>
      </dsp:nvSpPr>
      <dsp:spPr>
        <a:xfrm>
          <a:off x="436318" y="601"/>
          <a:ext cx="5248043" cy="703317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800" kern="1200" dirty="0"/>
            <a:t>分析功能流程</a:t>
          </a:r>
        </a:p>
      </dsp:txBody>
      <dsp:txXfrm>
        <a:off x="456917" y="21200"/>
        <a:ext cx="5206845" cy="662119"/>
      </dsp:txXfrm>
    </dsp:sp>
    <dsp:sp modelId="{389F6E44-B68C-4A2A-A4A8-C351B8FBC764}">
      <dsp:nvSpPr>
        <dsp:cNvPr id="0" name=""/>
        <dsp:cNvSpPr/>
      </dsp:nvSpPr>
      <dsp:spPr>
        <a:xfrm rot="5400000">
          <a:off x="2928467" y="721501"/>
          <a:ext cx="263744" cy="316492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1400" kern="1200"/>
        </a:p>
      </dsp:txBody>
      <dsp:txXfrm rot="-5400000">
        <a:off x="2965392" y="747875"/>
        <a:ext cx="189896" cy="184621"/>
      </dsp:txXfrm>
    </dsp:sp>
    <dsp:sp modelId="{5C26CA18-BF5B-46D1-A902-ED5769DDA864}">
      <dsp:nvSpPr>
        <dsp:cNvPr id="0" name=""/>
        <dsp:cNvSpPr/>
      </dsp:nvSpPr>
      <dsp:spPr>
        <a:xfrm>
          <a:off x="436318" y="1055577"/>
          <a:ext cx="5248043" cy="703317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800" kern="1200"/>
            <a:t>分析业务流程，找出实体</a:t>
          </a:r>
          <a:endParaRPr lang="zh-CN" altLang="en-US" sz="1800" kern="1200" dirty="0"/>
        </a:p>
      </dsp:txBody>
      <dsp:txXfrm>
        <a:off x="456917" y="1076176"/>
        <a:ext cx="5206845" cy="662119"/>
      </dsp:txXfrm>
    </dsp:sp>
    <dsp:sp modelId="{93A6CC95-A243-4496-B68D-485AC701D0FD}">
      <dsp:nvSpPr>
        <dsp:cNvPr id="0" name=""/>
        <dsp:cNvSpPr/>
      </dsp:nvSpPr>
      <dsp:spPr>
        <a:xfrm rot="5400000">
          <a:off x="2928467" y="1776477"/>
          <a:ext cx="263744" cy="316492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1400" kern="1200"/>
        </a:p>
      </dsp:txBody>
      <dsp:txXfrm rot="-5400000">
        <a:off x="2965392" y="1802851"/>
        <a:ext cx="189896" cy="184621"/>
      </dsp:txXfrm>
    </dsp:sp>
    <dsp:sp modelId="{42A4BA61-846B-4394-9ACB-4B52780F6F31}">
      <dsp:nvSpPr>
        <dsp:cNvPr id="0" name=""/>
        <dsp:cNvSpPr/>
      </dsp:nvSpPr>
      <dsp:spPr>
        <a:xfrm>
          <a:off x="436318" y="2110553"/>
          <a:ext cx="5248043" cy="703317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800" kern="1200" dirty="0"/>
            <a:t>分析实体的属性</a:t>
          </a:r>
        </a:p>
      </dsp:txBody>
      <dsp:txXfrm>
        <a:off x="456917" y="2131152"/>
        <a:ext cx="5206845" cy="662119"/>
      </dsp:txXfrm>
    </dsp:sp>
    <dsp:sp modelId="{A6FD9F03-9D0D-4B74-944E-B95B4F928630}">
      <dsp:nvSpPr>
        <dsp:cNvPr id="0" name=""/>
        <dsp:cNvSpPr/>
      </dsp:nvSpPr>
      <dsp:spPr>
        <a:xfrm rot="5400000">
          <a:off x="2928467" y="2831454"/>
          <a:ext cx="263744" cy="316492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1400" kern="1200"/>
        </a:p>
      </dsp:txBody>
      <dsp:txXfrm rot="-5400000">
        <a:off x="2965392" y="2857828"/>
        <a:ext cx="189896" cy="184621"/>
      </dsp:txXfrm>
    </dsp:sp>
    <dsp:sp modelId="{698DC9B6-F2F0-4725-849A-D95D5C322E62}">
      <dsp:nvSpPr>
        <dsp:cNvPr id="0" name=""/>
        <dsp:cNvSpPr/>
      </dsp:nvSpPr>
      <dsp:spPr>
        <a:xfrm>
          <a:off x="436318" y="3165530"/>
          <a:ext cx="5248043" cy="703317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800" kern="1200" dirty="0"/>
            <a:t>分析实体之间的关系</a:t>
          </a:r>
        </a:p>
      </dsp:txBody>
      <dsp:txXfrm>
        <a:off x="456917" y="3186129"/>
        <a:ext cx="5206845" cy="662119"/>
      </dsp:txXfrm>
    </dsp:sp>
    <dsp:sp modelId="{B22BF7F5-8622-4E06-ACDE-328CCDE369EE}">
      <dsp:nvSpPr>
        <dsp:cNvPr id="0" name=""/>
        <dsp:cNvSpPr/>
      </dsp:nvSpPr>
      <dsp:spPr>
        <a:xfrm rot="5400000">
          <a:off x="2928467" y="3886430"/>
          <a:ext cx="263744" cy="316492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1400" kern="1200"/>
        </a:p>
      </dsp:txBody>
      <dsp:txXfrm rot="-5400000">
        <a:off x="2965392" y="3912804"/>
        <a:ext cx="189896" cy="184621"/>
      </dsp:txXfrm>
    </dsp:sp>
    <dsp:sp modelId="{E59BE66F-C71C-4AA6-B3F4-E6B02F7F2750}">
      <dsp:nvSpPr>
        <dsp:cNvPr id="0" name=""/>
        <dsp:cNvSpPr/>
      </dsp:nvSpPr>
      <dsp:spPr>
        <a:xfrm>
          <a:off x="436318" y="4220506"/>
          <a:ext cx="5248043" cy="703317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800" kern="1200" dirty="0"/>
            <a:t>绘制</a:t>
          </a:r>
          <a:r>
            <a:rPr lang="en-US" altLang="zh-CN" sz="1800" kern="1200" dirty="0"/>
            <a:t>ER</a:t>
          </a:r>
          <a:r>
            <a:rPr lang="zh-CN" altLang="en-US" sz="1800" kern="1200" dirty="0"/>
            <a:t>图</a:t>
          </a:r>
        </a:p>
      </dsp:txBody>
      <dsp:txXfrm>
        <a:off x="456917" y="4241105"/>
        <a:ext cx="5206845" cy="662119"/>
      </dsp:txXfrm>
    </dsp:sp>
  </dsp:spTree>
</dsp:drawing>
</file>

<file path=ppt/diagrams/drawing2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54D6005-4A20-4161-8407-46576E0A947C}">
      <dsp:nvSpPr>
        <dsp:cNvPr id="0" name=""/>
        <dsp:cNvSpPr/>
      </dsp:nvSpPr>
      <dsp:spPr>
        <a:xfrm>
          <a:off x="0" y="602"/>
          <a:ext cx="5181600" cy="704904"/>
        </a:xfrm>
        <a:prstGeom prst="roundRect">
          <a:avLst>
            <a:gd name="adj" fmla="val 10000"/>
          </a:avLst>
        </a:prstGeom>
        <a:solidFill>
          <a:schemeClr val="lt1"/>
        </a:solidFill>
        <a:ln w="19050" cap="flat" cmpd="sng" algn="ctr">
          <a:solidFill>
            <a:schemeClr val="accent6"/>
          </a:solidFill>
          <a:prstDash val="solid"/>
        </a:ln>
        <a:effectLst/>
      </dsp:spPr>
      <dsp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800" kern="1200" dirty="0"/>
            <a:t>分析功能流程</a:t>
          </a:r>
        </a:p>
      </dsp:txBody>
      <dsp:txXfrm>
        <a:off x="20646" y="21248"/>
        <a:ext cx="5140308" cy="663612"/>
      </dsp:txXfrm>
    </dsp:sp>
    <dsp:sp modelId="{389F6E44-B68C-4A2A-A4A8-C351B8FBC764}">
      <dsp:nvSpPr>
        <dsp:cNvPr id="0" name=""/>
        <dsp:cNvSpPr/>
      </dsp:nvSpPr>
      <dsp:spPr>
        <a:xfrm rot="5400000">
          <a:off x="2458630" y="723129"/>
          <a:ext cx="264339" cy="317207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1400" kern="1200"/>
        </a:p>
      </dsp:txBody>
      <dsp:txXfrm rot="-5400000">
        <a:off x="2495637" y="749563"/>
        <a:ext cx="190325" cy="185037"/>
      </dsp:txXfrm>
    </dsp:sp>
    <dsp:sp modelId="{5C26CA18-BF5B-46D1-A902-ED5769DDA864}">
      <dsp:nvSpPr>
        <dsp:cNvPr id="0" name=""/>
        <dsp:cNvSpPr/>
      </dsp:nvSpPr>
      <dsp:spPr>
        <a:xfrm>
          <a:off x="0" y="1057959"/>
          <a:ext cx="5181600" cy="704904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800" kern="1200"/>
            <a:t>分析业务流程，找出实体</a:t>
          </a:r>
          <a:endParaRPr lang="zh-CN" altLang="en-US" sz="1800" kern="1200" dirty="0"/>
        </a:p>
      </dsp:txBody>
      <dsp:txXfrm>
        <a:off x="20646" y="1078605"/>
        <a:ext cx="5140308" cy="663612"/>
      </dsp:txXfrm>
    </dsp:sp>
    <dsp:sp modelId="{93A6CC95-A243-4496-B68D-485AC701D0FD}">
      <dsp:nvSpPr>
        <dsp:cNvPr id="0" name=""/>
        <dsp:cNvSpPr/>
      </dsp:nvSpPr>
      <dsp:spPr>
        <a:xfrm rot="5400000">
          <a:off x="2458630" y="1780486"/>
          <a:ext cx="264339" cy="317207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1400" kern="1200"/>
        </a:p>
      </dsp:txBody>
      <dsp:txXfrm rot="-5400000">
        <a:off x="2495637" y="1806920"/>
        <a:ext cx="190325" cy="185037"/>
      </dsp:txXfrm>
    </dsp:sp>
    <dsp:sp modelId="{42A4BA61-846B-4394-9ACB-4B52780F6F31}">
      <dsp:nvSpPr>
        <dsp:cNvPr id="0" name=""/>
        <dsp:cNvSpPr/>
      </dsp:nvSpPr>
      <dsp:spPr>
        <a:xfrm>
          <a:off x="0" y="2115316"/>
          <a:ext cx="5181600" cy="704904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800" kern="1200" dirty="0"/>
            <a:t>分析实体的属性</a:t>
          </a:r>
        </a:p>
      </dsp:txBody>
      <dsp:txXfrm>
        <a:off x="20646" y="2135962"/>
        <a:ext cx="5140308" cy="663612"/>
      </dsp:txXfrm>
    </dsp:sp>
    <dsp:sp modelId="{A6FD9F03-9D0D-4B74-944E-B95B4F928630}">
      <dsp:nvSpPr>
        <dsp:cNvPr id="0" name=""/>
        <dsp:cNvSpPr/>
      </dsp:nvSpPr>
      <dsp:spPr>
        <a:xfrm rot="5400000">
          <a:off x="2458630" y="2837843"/>
          <a:ext cx="264339" cy="317207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1400" kern="1200"/>
        </a:p>
      </dsp:txBody>
      <dsp:txXfrm rot="-5400000">
        <a:off x="2495637" y="2864277"/>
        <a:ext cx="190325" cy="185037"/>
      </dsp:txXfrm>
    </dsp:sp>
    <dsp:sp modelId="{698DC9B6-F2F0-4725-849A-D95D5C322E62}">
      <dsp:nvSpPr>
        <dsp:cNvPr id="0" name=""/>
        <dsp:cNvSpPr/>
      </dsp:nvSpPr>
      <dsp:spPr>
        <a:xfrm>
          <a:off x="0" y="3172673"/>
          <a:ext cx="5181600" cy="704904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800" kern="1200" dirty="0"/>
            <a:t>分析实体之间的关系</a:t>
          </a:r>
        </a:p>
      </dsp:txBody>
      <dsp:txXfrm>
        <a:off x="20646" y="3193319"/>
        <a:ext cx="5140308" cy="663612"/>
      </dsp:txXfrm>
    </dsp:sp>
    <dsp:sp modelId="{B22BF7F5-8622-4E06-ACDE-328CCDE369EE}">
      <dsp:nvSpPr>
        <dsp:cNvPr id="0" name=""/>
        <dsp:cNvSpPr/>
      </dsp:nvSpPr>
      <dsp:spPr>
        <a:xfrm rot="5400000">
          <a:off x="2458630" y="3895200"/>
          <a:ext cx="264339" cy="317207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1400" kern="1200"/>
        </a:p>
      </dsp:txBody>
      <dsp:txXfrm rot="-5400000">
        <a:off x="2495637" y="3921634"/>
        <a:ext cx="190325" cy="185037"/>
      </dsp:txXfrm>
    </dsp:sp>
    <dsp:sp modelId="{E59BE66F-C71C-4AA6-B3F4-E6B02F7F2750}">
      <dsp:nvSpPr>
        <dsp:cNvPr id="0" name=""/>
        <dsp:cNvSpPr/>
      </dsp:nvSpPr>
      <dsp:spPr>
        <a:xfrm>
          <a:off x="0" y="4230029"/>
          <a:ext cx="5181600" cy="704904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800" kern="1200" dirty="0"/>
            <a:t>绘制</a:t>
          </a:r>
          <a:r>
            <a:rPr lang="en-US" altLang="zh-CN" sz="1800" kern="1200" dirty="0"/>
            <a:t>ER</a:t>
          </a:r>
          <a:r>
            <a:rPr lang="zh-CN" altLang="en-US" sz="1800" kern="1200" dirty="0"/>
            <a:t>图</a:t>
          </a:r>
        </a:p>
      </dsp:txBody>
      <dsp:txXfrm>
        <a:off x="20646" y="4250675"/>
        <a:ext cx="5140308" cy="663612"/>
      </dsp:txXfrm>
    </dsp:sp>
  </dsp:spTree>
</dsp:drawing>
</file>

<file path=ppt/diagrams/drawing2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54D6005-4A20-4161-8407-46576E0A947C}">
      <dsp:nvSpPr>
        <dsp:cNvPr id="0" name=""/>
        <dsp:cNvSpPr/>
      </dsp:nvSpPr>
      <dsp:spPr>
        <a:xfrm>
          <a:off x="0" y="602"/>
          <a:ext cx="5181600" cy="704904"/>
        </a:xfrm>
        <a:prstGeom prst="roundRect">
          <a:avLst>
            <a:gd name="adj" fmla="val 10000"/>
          </a:avLst>
        </a:prstGeom>
        <a:solidFill>
          <a:schemeClr val="lt1"/>
        </a:solidFill>
        <a:ln w="19050" cap="flat" cmpd="sng" algn="ctr">
          <a:solidFill>
            <a:schemeClr val="accent6"/>
          </a:solidFill>
          <a:prstDash val="solid"/>
        </a:ln>
        <a:effectLst/>
      </dsp:spPr>
      <dsp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800" kern="1200" dirty="0"/>
            <a:t>分析功能流程</a:t>
          </a:r>
        </a:p>
      </dsp:txBody>
      <dsp:txXfrm>
        <a:off x="20646" y="21248"/>
        <a:ext cx="5140308" cy="663612"/>
      </dsp:txXfrm>
    </dsp:sp>
    <dsp:sp modelId="{389F6E44-B68C-4A2A-A4A8-C351B8FBC764}">
      <dsp:nvSpPr>
        <dsp:cNvPr id="0" name=""/>
        <dsp:cNvSpPr/>
      </dsp:nvSpPr>
      <dsp:spPr>
        <a:xfrm rot="5400000">
          <a:off x="2458630" y="723129"/>
          <a:ext cx="264339" cy="317207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1400" kern="1200"/>
        </a:p>
      </dsp:txBody>
      <dsp:txXfrm rot="-5400000">
        <a:off x="2495637" y="749563"/>
        <a:ext cx="190325" cy="185037"/>
      </dsp:txXfrm>
    </dsp:sp>
    <dsp:sp modelId="{5C26CA18-BF5B-46D1-A902-ED5769DDA864}">
      <dsp:nvSpPr>
        <dsp:cNvPr id="0" name=""/>
        <dsp:cNvSpPr/>
      </dsp:nvSpPr>
      <dsp:spPr>
        <a:xfrm>
          <a:off x="0" y="1057959"/>
          <a:ext cx="5181600" cy="704904"/>
        </a:xfrm>
        <a:prstGeom prst="roundRect">
          <a:avLst>
            <a:gd name="adj" fmla="val 10000"/>
          </a:avLst>
        </a:prstGeom>
        <a:solidFill>
          <a:schemeClr val="lt1"/>
        </a:solidFill>
        <a:ln w="19050" cap="flat" cmpd="sng" algn="ctr">
          <a:solidFill>
            <a:schemeClr val="accent3"/>
          </a:solidFill>
          <a:prstDash val="solid"/>
        </a:ln>
        <a:effectLst/>
      </dsp:spPr>
      <dsp:style>
        <a:lnRef idx="2">
          <a:schemeClr val="accent3"/>
        </a:lnRef>
        <a:fillRef idx="1">
          <a:schemeClr val="lt1"/>
        </a:fillRef>
        <a:effectRef idx="0">
          <a:schemeClr val="accent3"/>
        </a:effectRef>
        <a:fontRef idx="minor">
          <a:schemeClr val="dk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800" kern="1200"/>
            <a:t>分析业务流程，找出实体</a:t>
          </a:r>
          <a:endParaRPr lang="zh-CN" altLang="en-US" sz="1800" kern="1200" dirty="0"/>
        </a:p>
      </dsp:txBody>
      <dsp:txXfrm>
        <a:off x="20646" y="1078605"/>
        <a:ext cx="5140308" cy="663612"/>
      </dsp:txXfrm>
    </dsp:sp>
    <dsp:sp modelId="{93A6CC95-A243-4496-B68D-485AC701D0FD}">
      <dsp:nvSpPr>
        <dsp:cNvPr id="0" name=""/>
        <dsp:cNvSpPr/>
      </dsp:nvSpPr>
      <dsp:spPr>
        <a:xfrm rot="5400000">
          <a:off x="2458630" y="1780486"/>
          <a:ext cx="264339" cy="317207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1400" kern="1200"/>
        </a:p>
      </dsp:txBody>
      <dsp:txXfrm rot="-5400000">
        <a:off x="2495637" y="1806920"/>
        <a:ext cx="190325" cy="185037"/>
      </dsp:txXfrm>
    </dsp:sp>
    <dsp:sp modelId="{42A4BA61-846B-4394-9ACB-4B52780F6F31}">
      <dsp:nvSpPr>
        <dsp:cNvPr id="0" name=""/>
        <dsp:cNvSpPr/>
      </dsp:nvSpPr>
      <dsp:spPr>
        <a:xfrm>
          <a:off x="0" y="2115316"/>
          <a:ext cx="5181600" cy="704904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800" kern="1200" dirty="0"/>
            <a:t>分析实体的属性</a:t>
          </a:r>
        </a:p>
      </dsp:txBody>
      <dsp:txXfrm>
        <a:off x="20646" y="2135962"/>
        <a:ext cx="5140308" cy="663612"/>
      </dsp:txXfrm>
    </dsp:sp>
    <dsp:sp modelId="{A6FD9F03-9D0D-4B74-944E-B95B4F928630}">
      <dsp:nvSpPr>
        <dsp:cNvPr id="0" name=""/>
        <dsp:cNvSpPr/>
      </dsp:nvSpPr>
      <dsp:spPr>
        <a:xfrm rot="5400000">
          <a:off x="2458630" y="2837843"/>
          <a:ext cx="264339" cy="317207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1400" kern="1200"/>
        </a:p>
      </dsp:txBody>
      <dsp:txXfrm rot="-5400000">
        <a:off x="2495637" y="2864277"/>
        <a:ext cx="190325" cy="185037"/>
      </dsp:txXfrm>
    </dsp:sp>
    <dsp:sp modelId="{698DC9B6-F2F0-4725-849A-D95D5C322E62}">
      <dsp:nvSpPr>
        <dsp:cNvPr id="0" name=""/>
        <dsp:cNvSpPr/>
      </dsp:nvSpPr>
      <dsp:spPr>
        <a:xfrm>
          <a:off x="0" y="3172673"/>
          <a:ext cx="5181600" cy="704904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800" kern="1200" dirty="0"/>
            <a:t>分析实体之间的关系</a:t>
          </a:r>
        </a:p>
      </dsp:txBody>
      <dsp:txXfrm>
        <a:off x="20646" y="3193319"/>
        <a:ext cx="5140308" cy="663612"/>
      </dsp:txXfrm>
    </dsp:sp>
    <dsp:sp modelId="{B22BF7F5-8622-4E06-ACDE-328CCDE369EE}">
      <dsp:nvSpPr>
        <dsp:cNvPr id="0" name=""/>
        <dsp:cNvSpPr/>
      </dsp:nvSpPr>
      <dsp:spPr>
        <a:xfrm rot="5400000">
          <a:off x="2458630" y="3895200"/>
          <a:ext cx="264339" cy="317207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1400" kern="1200"/>
        </a:p>
      </dsp:txBody>
      <dsp:txXfrm rot="-5400000">
        <a:off x="2495637" y="3921634"/>
        <a:ext cx="190325" cy="185037"/>
      </dsp:txXfrm>
    </dsp:sp>
    <dsp:sp modelId="{E59BE66F-C71C-4AA6-B3F4-E6B02F7F2750}">
      <dsp:nvSpPr>
        <dsp:cNvPr id="0" name=""/>
        <dsp:cNvSpPr/>
      </dsp:nvSpPr>
      <dsp:spPr>
        <a:xfrm>
          <a:off x="0" y="4230029"/>
          <a:ext cx="5181600" cy="704904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800" kern="1200" dirty="0"/>
            <a:t>绘制</a:t>
          </a:r>
          <a:r>
            <a:rPr lang="en-US" altLang="zh-CN" sz="1800" kern="1200" dirty="0"/>
            <a:t>ER</a:t>
          </a:r>
          <a:r>
            <a:rPr lang="zh-CN" altLang="en-US" sz="1800" kern="1200" dirty="0"/>
            <a:t>图</a:t>
          </a:r>
        </a:p>
      </dsp:txBody>
      <dsp:txXfrm>
        <a:off x="20646" y="4250675"/>
        <a:ext cx="5140308" cy="663612"/>
      </dsp:txXfrm>
    </dsp:sp>
  </dsp:spTree>
</dsp:drawing>
</file>

<file path=ppt/diagrams/drawing2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54D6005-4A20-4161-8407-46576E0A947C}">
      <dsp:nvSpPr>
        <dsp:cNvPr id="0" name=""/>
        <dsp:cNvSpPr/>
      </dsp:nvSpPr>
      <dsp:spPr>
        <a:xfrm>
          <a:off x="0" y="602"/>
          <a:ext cx="5181600" cy="704904"/>
        </a:xfrm>
        <a:prstGeom prst="roundRect">
          <a:avLst>
            <a:gd name="adj" fmla="val 10000"/>
          </a:avLst>
        </a:prstGeom>
        <a:solidFill>
          <a:schemeClr val="lt1"/>
        </a:solidFill>
        <a:ln w="19050" cap="flat" cmpd="sng" algn="ctr">
          <a:solidFill>
            <a:schemeClr val="accent6"/>
          </a:solidFill>
          <a:prstDash val="solid"/>
        </a:ln>
        <a:effectLst/>
      </dsp:spPr>
      <dsp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800" kern="1200" dirty="0"/>
            <a:t>分析功能流程</a:t>
          </a:r>
        </a:p>
      </dsp:txBody>
      <dsp:txXfrm>
        <a:off x="20646" y="21248"/>
        <a:ext cx="5140308" cy="663612"/>
      </dsp:txXfrm>
    </dsp:sp>
    <dsp:sp modelId="{389F6E44-B68C-4A2A-A4A8-C351B8FBC764}">
      <dsp:nvSpPr>
        <dsp:cNvPr id="0" name=""/>
        <dsp:cNvSpPr/>
      </dsp:nvSpPr>
      <dsp:spPr>
        <a:xfrm rot="5400000">
          <a:off x="2458630" y="723129"/>
          <a:ext cx="264339" cy="317207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1400" kern="1200"/>
        </a:p>
      </dsp:txBody>
      <dsp:txXfrm rot="-5400000">
        <a:off x="2495637" y="749563"/>
        <a:ext cx="190325" cy="185037"/>
      </dsp:txXfrm>
    </dsp:sp>
    <dsp:sp modelId="{5C26CA18-BF5B-46D1-A902-ED5769DDA864}">
      <dsp:nvSpPr>
        <dsp:cNvPr id="0" name=""/>
        <dsp:cNvSpPr/>
      </dsp:nvSpPr>
      <dsp:spPr>
        <a:xfrm>
          <a:off x="0" y="1057959"/>
          <a:ext cx="5181600" cy="704904"/>
        </a:xfrm>
        <a:prstGeom prst="roundRect">
          <a:avLst>
            <a:gd name="adj" fmla="val 10000"/>
          </a:avLst>
        </a:prstGeom>
        <a:solidFill>
          <a:schemeClr val="lt1"/>
        </a:solidFill>
        <a:ln w="19050" cap="flat" cmpd="sng" algn="ctr">
          <a:solidFill>
            <a:schemeClr val="accent3"/>
          </a:solidFill>
          <a:prstDash val="solid"/>
        </a:ln>
        <a:effectLst/>
      </dsp:spPr>
      <dsp:style>
        <a:lnRef idx="2">
          <a:schemeClr val="accent3"/>
        </a:lnRef>
        <a:fillRef idx="1">
          <a:schemeClr val="lt1"/>
        </a:fillRef>
        <a:effectRef idx="0">
          <a:schemeClr val="accent3"/>
        </a:effectRef>
        <a:fontRef idx="minor">
          <a:schemeClr val="dk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800" kern="1200"/>
            <a:t>分析业务流程，找出实体</a:t>
          </a:r>
          <a:endParaRPr lang="zh-CN" altLang="en-US" sz="1800" kern="1200" dirty="0"/>
        </a:p>
      </dsp:txBody>
      <dsp:txXfrm>
        <a:off x="20646" y="1078605"/>
        <a:ext cx="5140308" cy="663612"/>
      </dsp:txXfrm>
    </dsp:sp>
    <dsp:sp modelId="{93A6CC95-A243-4496-B68D-485AC701D0FD}">
      <dsp:nvSpPr>
        <dsp:cNvPr id="0" name=""/>
        <dsp:cNvSpPr/>
      </dsp:nvSpPr>
      <dsp:spPr>
        <a:xfrm rot="5400000">
          <a:off x="2458630" y="1780486"/>
          <a:ext cx="264339" cy="317207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1400" kern="1200"/>
        </a:p>
      </dsp:txBody>
      <dsp:txXfrm rot="-5400000">
        <a:off x="2495637" y="1806920"/>
        <a:ext cx="190325" cy="185037"/>
      </dsp:txXfrm>
    </dsp:sp>
    <dsp:sp modelId="{42A4BA61-846B-4394-9ACB-4B52780F6F31}">
      <dsp:nvSpPr>
        <dsp:cNvPr id="0" name=""/>
        <dsp:cNvSpPr/>
      </dsp:nvSpPr>
      <dsp:spPr>
        <a:xfrm>
          <a:off x="0" y="2115316"/>
          <a:ext cx="5181600" cy="704904"/>
        </a:xfrm>
        <a:prstGeom prst="roundRect">
          <a:avLst>
            <a:gd name="adj" fmla="val 10000"/>
          </a:avLst>
        </a:prstGeom>
        <a:solidFill>
          <a:schemeClr val="lt1"/>
        </a:solidFill>
        <a:ln w="19050" cap="flat" cmpd="sng" algn="ctr">
          <a:solidFill>
            <a:schemeClr val="accent4"/>
          </a:solidFill>
          <a:prstDash val="solid"/>
        </a:ln>
        <a:effectLst/>
      </dsp:spPr>
      <dsp:style>
        <a:lnRef idx="2">
          <a:schemeClr val="accent4"/>
        </a:lnRef>
        <a:fillRef idx="1">
          <a:schemeClr val="lt1"/>
        </a:fillRef>
        <a:effectRef idx="0">
          <a:schemeClr val="accent4"/>
        </a:effectRef>
        <a:fontRef idx="minor">
          <a:schemeClr val="dk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800" kern="1200" dirty="0"/>
            <a:t>分析实体的属性</a:t>
          </a:r>
        </a:p>
      </dsp:txBody>
      <dsp:txXfrm>
        <a:off x="20646" y="2135962"/>
        <a:ext cx="5140308" cy="663612"/>
      </dsp:txXfrm>
    </dsp:sp>
    <dsp:sp modelId="{A6FD9F03-9D0D-4B74-944E-B95B4F928630}">
      <dsp:nvSpPr>
        <dsp:cNvPr id="0" name=""/>
        <dsp:cNvSpPr/>
      </dsp:nvSpPr>
      <dsp:spPr>
        <a:xfrm rot="5400000">
          <a:off x="2458630" y="2837843"/>
          <a:ext cx="264339" cy="317207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1400" kern="1200"/>
        </a:p>
      </dsp:txBody>
      <dsp:txXfrm rot="-5400000">
        <a:off x="2495637" y="2864277"/>
        <a:ext cx="190325" cy="185037"/>
      </dsp:txXfrm>
    </dsp:sp>
    <dsp:sp modelId="{698DC9B6-F2F0-4725-849A-D95D5C322E62}">
      <dsp:nvSpPr>
        <dsp:cNvPr id="0" name=""/>
        <dsp:cNvSpPr/>
      </dsp:nvSpPr>
      <dsp:spPr>
        <a:xfrm>
          <a:off x="0" y="3172673"/>
          <a:ext cx="5181600" cy="704904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800" kern="1200" dirty="0"/>
            <a:t>分析实体之间的关系</a:t>
          </a:r>
        </a:p>
      </dsp:txBody>
      <dsp:txXfrm>
        <a:off x="20646" y="3193319"/>
        <a:ext cx="5140308" cy="663612"/>
      </dsp:txXfrm>
    </dsp:sp>
    <dsp:sp modelId="{B22BF7F5-8622-4E06-ACDE-328CCDE369EE}">
      <dsp:nvSpPr>
        <dsp:cNvPr id="0" name=""/>
        <dsp:cNvSpPr/>
      </dsp:nvSpPr>
      <dsp:spPr>
        <a:xfrm rot="5400000">
          <a:off x="2458630" y="3895200"/>
          <a:ext cx="264339" cy="317207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1400" kern="1200"/>
        </a:p>
      </dsp:txBody>
      <dsp:txXfrm rot="-5400000">
        <a:off x="2495637" y="3921634"/>
        <a:ext cx="190325" cy="185037"/>
      </dsp:txXfrm>
    </dsp:sp>
    <dsp:sp modelId="{E59BE66F-C71C-4AA6-B3F4-E6B02F7F2750}">
      <dsp:nvSpPr>
        <dsp:cNvPr id="0" name=""/>
        <dsp:cNvSpPr/>
      </dsp:nvSpPr>
      <dsp:spPr>
        <a:xfrm>
          <a:off x="0" y="4230029"/>
          <a:ext cx="5181600" cy="704904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800" kern="1200" dirty="0"/>
            <a:t>绘制</a:t>
          </a:r>
          <a:r>
            <a:rPr lang="en-US" altLang="zh-CN" sz="1800" kern="1200" dirty="0"/>
            <a:t>ER</a:t>
          </a:r>
          <a:r>
            <a:rPr lang="zh-CN" altLang="en-US" sz="1800" kern="1200" dirty="0"/>
            <a:t>图</a:t>
          </a:r>
        </a:p>
      </dsp:txBody>
      <dsp:txXfrm>
        <a:off x="20646" y="4250675"/>
        <a:ext cx="5140308" cy="663612"/>
      </dsp:txXfrm>
    </dsp:sp>
  </dsp:spTree>
</dsp:drawing>
</file>

<file path=ppt/diagrams/drawing2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54D6005-4A20-4161-8407-46576E0A947C}">
      <dsp:nvSpPr>
        <dsp:cNvPr id="0" name=""/>
        <dsp:cNvSpPr/>
      </dsp:nvSpPr>
      <dsp:spPr>
        <a:xfrm>
          <a:off x="0" y="602"/>
          <a:ext cx="5181600" cy="704904"/>
        </a:xfrm>
        <a:prstGeom prst="roundRect">
          <a:avLst>
            <a:gd name="adj" fmla="val 10000"/>
          </a:avLst>
        </a:prstGeom>
        <a:solidFill>
          <a:schemeClr val="lt1"/>
        </a:solidFill>
        <a:ln w="19050" cap="flat" cmpd="sng" algn="ctr">
          <a:solidFill>
            <a:schemeClr val="accent6"/>
          </a:solidFill>
          <a:prstDash val="solid"/>
        </a:ln>
        <a:effectLst/>
      </dsp:spPr>
      <dsp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800" kern="1200" dirty="0"/>
            <a:t>分析功能流程</a:t>
          </a:r>
        </a:p>
      </dsp:txBody>
      <dsp:txXfrm>
        <a:off x="20646" y="21248"/>
        <a:ext cx="5140308" cy="663612"/>
      </dsp:txXfrm>
    </dsp:sp>
    <dsp:sp modelId="{389F6E44-B68C-4A2A-A4A8-C351B8FBC764}">
      <dsp:nvSpPr>
        <dsp:cNvPr id="0" name=""/>
        <dsp:cNvSpPr/>
      </dsp:nvSpPr>
      <dsp:spPr>
        <a:xfrm rot="5400000">
          <a:off x="2458630" y="723129"/>
          <a:ext cx="264339" cy="317207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1400" kern="1200"/>
        </a:p>
      </dsp:txBody>
      <dsp:txXfrm rot="-5400000">
        <a:off x="2495637" y="749563"/>
        <a:ext cx="190325" cy="185037"/>
      </dsp:txXfrm>
    </dsp:sp>
    <dsp:sp modelId="{5C26CA18-BF5B-46D1-A902-ED5769DDA864}">
      <dsp:nvSpPr>
        <dsp:cNvPr id="0" name=""/>
        <dsp:cNvSpPr/>
      </dsp:nvSpPr>
      <dsp:spPr>
        <a:xfrm>
          <a:off x="0" y="1057959"/>
          <a:ext cx="5181600" cy="704904"/>
        </a:xfrm>
        <a:prstGeom prst="roundRect">
          <a:avLst>
            <a:gd name="adj" fmla="val 10000"/>
          </a:avLst>
        </a:prstGeom>
        <a:solidFill>
          <a:schemeClr val="lt1"/>
        </a:solidFill>
        <a:ln w="19050" cap="flat" cmpd="sng" algn="ctr">
          <a:solidFill>
            <a:schemeClr val="accent3"/>
          </a:solidFill>
          <a:prstDash val="solid"/>
        </a:ln>
        <a:effectLst/>
      </dsp:spPr>
      <dsp:style>
        <a:lnRef idx="2">
          <a:schemeClr val="accent3"/>
        </a:lnRef>
        <a:fillRef idx="1">
          <a:schemeClr val="lt1"/>
        </a:fillRef>
        <a:effectRef idx="0">
          <a:schemeClr val="accent3"/>
        </a:effectRef>
        <a:fontRef idx="minor">
          <a:schemeClr val="dk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800" kern="1200"/>
            <a:t>分析业务流程，找出实体</a:t>
          </a:r>
          <a:endParaRPr lang="zh-CN" altLang="en-US" sz="1800" kern="1200" dirty="0"/>
        </a:p>
      </dsp:txBody>
      <dsp:txXfrm>
        <a:off x="20646" y="1078605"/>
        <a:ext cx="5140308" cy="663612"/>
      </dsp:txXfrm>
    </dsp:sp>
    <dsp:sp modelId="{93A6CC95-A243-4496-B68D-485AC701D0FD}">
      <dsp:nvSpPr>
        <dsp:cNvPr id="0" name=""/>
        <dsp:cNvSpPr/>
      </dsp:nvSpPr>
      <dsp:spPr>
        <a:xfrm rot="5400000">
          <a:off x="2458630" y="1780486"/>
          <a:ext cx="264339" cy="317207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1400" kern="1200"/>
        </a:p>
      </dsp:txBody>
      <dsp:txXfrm rot="-5400000">
        <a:off x="2495637" y="1806920"/>
        <a:ext cx="190325" cy="185037"/>
      </dsp:txXfrm>
    </dsp:sp>
    <dsp:sp modelId="{42A4BA61-846B-4394-9ACB-4B52780F6F31}">
      <dsp:nvSpPr>
        <dsp:cNvPr id="0" name=""/>
        <dsp:cNvSpPr/>
      </dsp:nvSpPr>
      <dsp:spPr>
        <a:xfrm>
          <a:off x="0" y="2115316"/>
          <a:ext cx="5181600" cy="704904"/>
        </a:xfrm>
        <a:prstGeom prst="roundRect">
          <a:avLst>
            <a:gd name="adj" fmla="val 10000"/>
          </a:avLst>
        </a:prstGeom>
        <a:solidFill>
          <a:schemeClr val="lt1"/>
        </a:solidFill>
        <a:ln w="19050" cap="flat" cmpd="sng" algn="ctr">
          <a:solidFill>
            <a:schemeClr val="accent4"/>
          </a:solidFill>
          <a:prstDash val="solid"/>
        </a:ln>
        <a:effectLst/>
      </dsp:spPr>
      <dsp:style>
        <a:lnRef idx="2">
          <a:schemeClr val="accent4"/>
        </a:lnRef>
        <a:fillRef idx="1">
          <a:schemeClr val="lt1"/>
        </a:fillRef>
        <a:effectRef idx="0">
          <a:schemeClr val="accent4"/>
        </a:effectRef>
        <a:fontRef idx="minor">
          <a:schemeClr val="dk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800" kern="1200" dirty="0"/>
            <a:t>分析实体的属性</a:t>
          </a:r>
        </a:p>
      </dsp:txBody>
      <dsp:txXfrm>
        <a:off x="20646" y="2135962"/>
        <a:ext cx="5140308" cy="663612"/>
      </dsp:txXfrm>
    </dsp:sp>
    <dsp:sp modelId="{A6FD9F03-9D0D-4B74-944E-B95B4F928630}">
      <dsp:nvSpPr>
        <dsp:cNvPr id="0" name=""/>
        <dsp:cNvSpPr/>
      </dsp:nvSpPr>
      <dsp:spPr>
        <a:xfrm rot="5400000">
          <a:off x="2458630" y="2837843"/>
          <a:ext cx="264339" cy="317207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1400" kern="1200"/>
        </a:p>
      </dsp:txBody>
      <dsp:txXfrm rot="-5400000">
        <a:off x="2495637" y="2864277"/>
        <a:ext cx="190325" cy="185037"/>
      </dsp:txXfrm>
    </dsp:sp>
    <dsp:sp modelId="{698DC9B6-F2F0-4725-849A-D95D5C322E62}">
      <dsp:nvSpPr>
        <dsp:cNvPr id="0" name=""/>
        <dsp:cNvSpPr/>
      </dsp:nvSpPr>
      <dsp:spPr>
        <a:xfrm>
          <a:off x="0" y="3172673"/>
          <a:ext cx="5181600" cy="704904"/>
        </a:xfrm>
        <a:prstGeom prst="roundRect">
          <a:avLst>
            <a:gd name="adj" fmla="val 10000"/>
          </a:avLst>
        </a:prstGeom>
        <a:solidFill>
          <a:schemeClr val="lt1"/>
        </a:solidFill>
        <a:ln w="19050" cap="flat" cmpd="sng" algn="ctr">
          <a:solidFill>
            <a:schemeClr val="accent5"/>
          </a:solidFill>
          <a:prstDash val="solid"/>
        </a:ln>
        <a:effectLst/>
      </dsp:spPr>
      <dsp:style>
        <a:lnRef idx="2">
          <a:schemeClr val="accent5"/>
        </a:lnRef>
        <a:fillRef idx="1">
          <a:schemeClr val="lt1"/>
        </a:fillRef>
        <a:effectRef idx="0">
          <a:schemeClr val="accent5"/>
        </a:effectRef>
        <a:fontRef idx="minor">
          <a:schemeClr val="dk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800" kern="1200" dirty="0"/>
            <a:t>分析实体之间的关系</a:t>
          </a:r>
        </a:p>
      </dsp:txBody>
      <dsp:txXfrm>
        <a:off x="20646" y="3193319"/>
        <a:ext cx="5140308" cy="663612"/>
      </dsp:txXfrm>
    </dsp:sp>
    <dsp:sp modelId="{B22BF7F5-8622-4E06-ACDE-328CCDE369EE}">
      <dsp:nvSpPr>
        <dsp:cNvPr id="0" name=""/>
        <dsp:cNvSpPr/>
      </dsp:nvSpPr>
      <dsp:spPr>
        <a:xfrm rot="5400000">
          <a:off x="2458630" y="3895200"/>
          <a:ext cx="264339" cy="317207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1400" kern="1200"/>
        </a:p>
      </dsp:txBody>
      <dsp:txXfrm rot="-5400000">
        <a:off x="2495637" y="3921634"/>
        <a:ext cx="190325" cy="185037"/>
      </dsp:txXfrm>
    </dsp:sp>
    <dsp:sp modelId="{E59BE66F-C71C-4AA6-B3F4-E6B02F7F2750}">
      <dsp:nvSpPr>
        <dsp:cNvPr id="0" name=""/>
        <dsp:cNvSpPr/>
      </dsp:nvSpPr>
      <dsp:spPr>
        <a:xfrm>
          <a:off x="0" y="4230029"/>
          <a:ext cx="5181600" cy="704904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800" kern="1200" dirty="0"/>
            <a:t>绘制</a:t>
          </a:r>
          <a:r>
            <a:rPr lang="en-US" altLang="zh-CN" sz="1800" kern="1200" dirty="0"/>
            <a:t>ER</a:t>
          </a:r>
          <a:r>
            <a:rPr lang="zh-CN" altLang="en-US" sz="1800" kern="1200" dirty="0"/>
            <a:t>图</a:t>
          </a:r>
        </a:p>
      </dsp:txBody>
      <dsp:txXfrm>
        <a:off x="20646" y="4250675"/>
        <a:ext cx="5140308" cy="663612"/>
      </dsp:txXfrm>
    </dsp:sp>
  </dsp:spTree>
</dsp:drawing>
</file>

<file path=ppt/diagrams/drawing2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54D6005-4A20-4161-8407-46576E0A947C}">
      <dsp:nvSpPr>
        <dsp:cNvPr id="0" name=""/>
        <dsp:cNvSpPr/>
      </dsp:nvSpPr>
      <dsp:spPr>
        <a:xfrm>
          <a:off x="0" y="602"/>
          <a:ext cx="5181600" cy="704904"/>
        </a:xfrm>
        <a:prstGeom prst="roundRect">
          <a:avLst>
            <a:gd name="adj" fmla="val 10000"/>
          </a:avLst>
        </a:prstGeom>
        <a:solidFill>
          <a:schemeClr val="lt1"/>
        </a:solidFill>
        <a:ln w="19050" cap="flat" cmpd="sng" algn="ctr">
          <a:solidFill>
            <a:schemeClr val="accent6"/>
          </a:solidFill>
          <a:prstDash val="solid"/>
        </a:ln>
        <a:effectLst/>
      </dsp:spPr>
      <dsp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800" kern="1200" dirty="0"/>
            <a:t>分析功能流程</a:t>
          </a:r>
        </a:p>
      </dsp:txBody>
      <dsp:txXfrm>
        <a:off x="20646" y="21248"/>
        <a:ext cx="5140308" cy="663612"/>
      </dsp:txXfrm>
    </dsp:sp>
    <dsp:sp modelId="{389F6E44-B68C-4A2A-A4A8-C351B8FBC764}">
      <dsp:nvSpPr>
        <dsp:cNvPr id="0" name=""/>
        <dsp:cNvSpPr/>
      </dsp:nvSpPr>
      <dsp:spPr>
        <a:xfrm rot="5400000">
          <a:off x="2458630" y="723129"/>
          <a:ext cx="264339" cy="317207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1400" kern="1200"/>
        </a:p>
      </dsp:txBody>
      <dsp:txXfrm rot="-5400000">
        <a:off x="2495637" y="749563"/>
        <a:ext cx="190325" cy="185037"/>
      </dsp:txXfrm>
    </dsp:sp>
    <dsp:sp modelId="{5C26CA18-BF5B-46D1-A902-ED5769DDA864}">
      <dsp:nvSpPr>
        <dsp:cNvPr id="0" name=""/>
        <dsp:cNvSpPr/>
      </dsp:nvSpPr>
      <dsp:spPr>
        <a:xfrm>
          <a:off x="0" y="1057959"/>
          <a:ext cx="5181600" cy="704904"/>
        </a:xfrm>
        <a:prstGeom prst="roundRect">
          <a:avLst>
            <a:gd name="adj" fmla="val 10000"/>
          </a:avLst>
        </a:prstGeom>
        <a:solidFill>
          <a:schemeClr val="lt1"/>
        </a:solidFill>
        <a:ln w="19050" cap="flat" cmpd="sng" algn="ctr">
          <a:solidFill>
            <a:schemeClr val="accent3"/>
          </a:solidFill>
          <a:prstDash val="solid"/>
        </a:ln>
        <a:effectLst/>
      </dsp:spPr>
      <dsp:style>
        <a:lnRef idx="2">
          <a:schemeClr val="accent3"/>
        </a:lnRef>
        <a:fillRef idx="1">
          <a:schemeClr val="lt1"/>
        </a:fillRef>
        <a:effectRef idx="0">
          <a:schemeClr val="accent3"/>
        </a:effectRef>
        <a:fontRef idx="minor">
          <a:schemeClr val="dk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800" kern="1200"/>
            <a:t>分析业务流程，找出实体</a:t>
          </a:r>
          <a:endParaRPr lang="zh-CN" altLang="en-US" sz="1800" kern="1200" dirty="0"/>
        </a:p>
      </dsp:txBody>
      <dsp:txXfrm>
        <a:off x="20646" y="1078605"/>
        <a:ext cx="5140308" cy="663612"/>
      </dsp:txXfrm>
    </dsp:sp>
    <dsp:sp modelId="{93A6CC95-A243-4496-B68D-485AC701D0FD}">
      <dsp:nvSpPr>
        <dsp:cNvPr id="0" name=""/>
        <dsp:cNvSpPr/>
      </dsp:nvSpPr>
      <dsp:spPr>
        <a:xfrm rot="5400000">
          <a:off x="2458630" y="1780486"/>
          <a:ext cx="264339" cy="317207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1400" kern="1200"/>
        </a:p>
      </dsp:txBody>
      <dsp:txXfrm rot="-5400000">
        <a:off x="2495637" y="1806920"/>
        <a:ext cx="190325" cy="185037"/>
      </dsp:txXfrm>
    </dsp:sp>
    <dsp:sp modelId="{42A4BA61-846B-4394-9ACB-4B52780F6F31}">
      <dsp:nvSpPr>
        <dsp:cNvPr id="0" name=""/>
        <dsp:cNvSpPr/>
      </dsp:nvSpPr>
      <dsp:spPr>
        <a:xfrm>
          <a:off x="0" y="2115316"/>
          <a:ext cx="5181600" cy="704904"/>
        </a:xfrm>
        <a:prstGeom prst="roundRect">
          <a:avLst>
            <a:gd name="adj" fmla="val 10000"/>
          </a:avLst>
        </a:prstGeom>
        <a:solidFill>
          <a:schemeClr val="lt1"/>
        </a:solidFill>
        <a:ln w="19050" cap="flat" cmpd="sng" algn="ctr">
          <a:solidFill>
            <a:schemeClr val="accent4"/>
          </a:solidFill>
          <a:prstDash val="solid"/>
        </a:ln>
        <a:effectLst/>
      </dsp:spPr>
      <dsp:style>
        <a:lnRef idx="2">
          <a:schemeClr val="accent4"/>
        </a:lnRef>
        <a:fillRef idx="1">
          <a:schemeClr val="lt1"/>
        </a:fillRef>
        <a:effectRef idx="0">
          <a:schemeClr val="accent4"/>
        </a:effectRef>
        <a:fontRef idx="minor">
          <a:schemeClr val="dk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800" kern="1200" dirty="0"/>
            <a:t>分析实体的属性</a:t>
          </a:r>
        </a:p>
      </dsp:txBody>
      <dsp:txXfrm>
        <a:off x="20646" y="2135962"/>
        <a:ext cx="5140308" cy="663612"/>
      </dsp:txXfrm>
    </dsp:sp>
    <dsp:sp modelId="{A6FD9F03-9D0D-4B74-944E-B95B4F928630}">
      <dsp:nvSpPr>
        <dsp:cNvPr id="0" name=""/>
        <dsp:cNvSpPr/>
      </dsp:nvSpPr>
      <dsp:spPr>
        <a:xfrm rot="5400000">
          <a:off x="2458630" y="2837843"/>
          <a:ext cx="264339" cy="317207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1400" kern="1200"/>
        </a:p>
      </dsp:txBody>
      <dsp:txXfrm rot="-5400000">
        <a:off x="2495637" y="2864277"/>
        <a:ext cx="190325" cy="185037"/>
      </dsp:txXfrm>
    </dsp:sp>
    <dsp:sp modelId="{698DC9B6-F2F0-4725-849A-D95D5C322E62}">
      <dsp:nvSpPr>
        <dsp:cNvPr id="0" name=""/>
        <dsp:cNvSpPr/>
      </dsp:nvSpPr>
      <dsp:spPr>
        <a:xfrm>
          <a:off x="0" y="3172673"/>
          <a:ext cx="5181600" cy="704904"/>
        </a:xfrm>
        <a:prstGeom prst="roundRect">
          <a:avLst>
            <a:gd name="adj" fmla="val 10000"/>
          </a:avLst>
        </a:prstGeom>
        <a:solidFill>
          <a:schemeClr val="lt1"/>
        </a:solidFill>
        <a:ln w="19050" cap="flat" cmpd="sng" algn="ctr">
          <a:solidFill>
            <a:schemeClr val="accent5"/>
          </a:solidFill>
          <a:prstDash val="solid"/>
        </a:ln>
        <a:effectLst/>
      </dsp:spPr>
      <dsp:style>
        <a:lnRef idx="2">
          <a:schemeClr val="accent5"/>
        </a:lnRef>
        <a:fillRef idx="1">
          <a:schemeClr val="lt1"/>
        </a:fillRef>
        <a:effectRef idx="0">
          <a:schemeClr val="accent5"/>
        </a:effectRef>
        <a:fontRef idx="minor">
          <a:schemeClr val="dk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800" kern="1200" dirty="0"/>
            <a:t>分析实体之间的关系</a:t>
          </a:r>
        </a:p>
      </dsp:txBody>
      <dsp:txXfrm>
        <a:off x="20646" y="3193319"/>
        <a:ext cx="5140308" cy="663612"/>
      </dsp:txXfrm>
    </dsp:sp>
    <dsp:sp modelId="{B22BF7F5-8622-4E06-ACDE-328CCDE369EE}">
      <dsp:nvSpPr>
        <dsp:cNvPr id="0" name=""/>
        <dsp:cNvSpPr/>
      </dsp:nvSpPr>
      <dsp:spPr>
        <a:xfrm rot="5400000">
          <a:off x="2458630" y="3895200"/>
          <a:ext cx="264339" cy="317207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1400" kern="1200"/>
        </a:p>
      </dsp:txBody>
      <dsp:txXfrm rot="-5400000">
        <a:off x="2495637" y="3921634"/>
        <a:ext cx="190325" cy="185037"/>
      </dsp:txXfrm>
    </dsp:sp>
    <dsp:sp modelId="{E59BE66F-C71C-4AA6-B3F4-E6B02F7F2750}">
      <dsp:nvSpPr>
        <dsp:cNvPr id="0" name=""/>
        <dsp:cNvSpPr/>
      </dsp:nvSpPr>
      <dsp:spPr>
        <a:xfrm>
          <a:off x="0" y="4230029"/>
          <a:ext cx="5181600" cy="704904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800" kern="1200" dirty="0"/>
            <a:t>绘制</a:t>
          </a:r>
          <a:r>
            <a:rPr lang="en-US" altLang="zh-CN" sz="1800" kern="1200" dirty="0"/>
            <a:t>ER</a:t>
          </a:r>
          <a:r>
            <a:rPr lang="zh-CN" altLang="en-US" sz="1800" kern="1200" dirty="0"/>
            <a:t>图</a:t>
          </a:r>
        </a:p>
      </dsp:txBody>
      <dsp:txXfrm>
        <a:off x="20646" y="4250675"/>
        <a:ext cx="5140308" cy="663612"/>
      </dsp:txXfrm>
    </dsp:sp>
  </dsp:spTree>
</dsp:drawing>
</file>

<file path=ppt/diagrams/drawing2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6A0F7B2-D69D-4441-B946-106B20464F6D}">
      <dsp:nvSpPr>
        <dsp:cNvPr id="0" name=""/>
        <dsp:cNvSpPr/>
      </dsp:nvSpPr>
      <dsp:spPr>
        <a:xfrm>
          <a:off x="391076" y="11347"/>
          <a:ext cx="10089046" cy="1469349"/>
        </a:xfrm>
        <a:prstGeom prst="rightArrow">
          <a:avLst>
            <a:gd name="adj1" fmla="val 50000"/>
            <a:gd name="adj2" fmla="val 5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254000" bIns="233259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600" kern="1200"/>
            <a:t>概念数据模型</a:t>
          </a:r>
        </a:p>
      </dsp:txBody>
      <dsp:txXfrm>
        <a:off x="391076" y="378684"/>
        <a:ext cx="9721709" cy="734675"/>
      </dsp:txXfrm>
    </dsp:sp>
    <dsp:sp modelId="{22742D62-0FBB-4B8F-A8EB-C7A3808C4310}">
      <dsp:nvSpPr>
        <dsp:cNvPr id="0" name=""/>
        <dsp:cNvSpPr/>
      </dsp:nvSpPr>
      <dsp:spPr>
        <a:xfrm>
          <a:off x="381878" y="1108706"/>
          <a:ext cx="3107426" cy="2830508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600" kern="1200">
              <a:solidFill>
                <a:schemeClr val="tx1"/>
              </a:solidFill>
            </a:rPr>
            <a:t>常用：</a:t>
          </a:r>
          <a:r>
            <a:rPr lang="en-US" altLang="zh-CN" sz="2600" kern="1200">
              <a:solidFill>
                <a:srgbClr val="FF0000"/>
              </a:solidFill>
            </a:rPr>
            <a:t>ER</a:t>
          </a:r>
          <a:r>
            <a:rPr lang="zh-CN" altLang="en-US" sz="2600" kern="1200">
              <a:solidFill>
                <a:srgbClr val="FF0000"/>
              </a:solidFill>
            </a:rPr>
            <a:t>图</a:t>
          </a:r>
        </a:p>
      </dsp:txBody>
      <dsp:txXfrm>
        <a:off x="381878" y="1108706"/>
        <a:ext cx="3107426" cy="2830508"/>
      </dsp:txXfrm>
    </dsp:sp>
    <dsp:sp modelId="{25976CC3-C5B5-4A2A-9366-50125E663A43}">
      <dsp:nvSpPr>
        <dsp:cNvPr id="0" name=""/>
        <dsp:cNvSpPr/>
      </dsp:nvSpPr>
      <dsp:spPr>
        <a:xfrm>
          <a:off x="3498503" y="501130"/>
          <a:ext cx="6981619" cy="1469349"/>
        </a:xfrm>
        <a:prstGeom prst="rightArrow">
          <a:avLst>
            <a:gd name="adj1" fmla="val 50000"/>
            <a:gd name="adj2" fmla="val 5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254000" bIns="233259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600" kern="1200"/>
            <a:t>逻辑数据模型</a:t>
          </a:r>
        </a:p>
      </dsp:txBody>
      <dsp:txXfrm>
        <a:off x="3498503" y="868467"/>
        <a:ext cx="6614282" cy="734675"/>
      </dsp:txXfrm>
    </dsp:sp>
    <dsp:sp modelId="{FAE449E2-C542-49C6-B6F8-DC769205439B}">
      <dsp:nvSpPr>
        <dsp:cNvPr id="0" name=""/>
        <dsp:cNvSpPr/>
      </dsp:nvSpPr>
      <dsp:spPr>
        <a:xfrm>
          <a:off x="3498503" y="1634210"/>
          <a:ext cx="3107426" cy="2830508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600" kern="1200"/>
            <a:t>层次、网状、</a:t>
          </a:r>
          <a:r>
            <a:rPr lang="zh-CN" altLang="en-US" sz="2600" kern="1200">
              <a:solidFill>
                <a:srgbClr val="FF0000"/>
              </a:solidFill>
            </a:rPr>
            <a:t>关系</a:t>
          </a:r>
        </a:p>
      </dsp:txBody>
      <dsp:txXfrm>
        <a:off x="3498503" y="1634210"/>
        <a:ext cx="3107426" cy="2830508"/>
      </dsp:txXfrm>
    </dsp:sp>
    <dsp:sp modelId="{1991CF19-8392-4A4C-84A3-23267F3F5669}">
      <dsp:nvSpPr>
        <dsp:cNvPr id="0" name=""/>
        <dsp:cNvSpPr/>
      </dsp:nvSpPr>
      <dsp:spPr>
        <a:xfrm>
          <a:off x="6605929" y="990913"/>
          <a:ext cx="3874193" cy="1469349"/>
        </a:xfrm>
        <a:prstGeom prst="rightArrow">
          <a:avLst>
            <a:gd name="adj1" fmla="val 50000"/>
            <a:gd name="adj2" fmla="val 5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254000" bIns="233259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600" kern="1200"/>
            <a:t>物理数据模型</a:t>
          </a:r>
        </a:p>
      </dsp:txBody>
      <dsp:txXfrm>
        <a:off x="6605929" y="1358250"/>
        <a:ext cx="3506856" cy="734675"/>
      </dsp:txXfrm>
    </dsp:sp>
    <dsp:sp modelId="{1247E716-CA8C-4F8F-B75E-0F4D1F6DA7E4}">
      <dsp:nvSpPr>
        <dsp:cNvPr id="0" name=""/>
        <dsp:cNvSpPr/>
      </dsp:nvSpPr>
      <dsp:spPr>
        <a:xfrm>
          <a:off x="6605929" y="2123994"/>
          <a:ext cx="3107426" cy="2789083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600" kern="1200"/>
            <a:t>如：</a:t>
          </a:r>
          <a:r>
            <a:rPr lang="en-US" altLang="zh-CN" sz="2600" kern="1200"/>
            <a:t>mysql</a:t>
          </a:r>
          <a:r>
            <a:rPr lang="zh-CN" altLang="en-US" sz="2600" kern="1200"/>
            <a:t>、</a:t>
          </a:r>
          <a:r>
            <a:rPr lang="en-US" altLang="zh-CN" sz="2600" kern="1200"/>
            <a:t>SQLServer</a:t>
          </a:r>
          <a:endParaRPr lang="zh-CN" altLang="en-US" sz="2600" kern="1200"/>
        </a:p>
      </dsp:txBody>
      <dsp:txXfrm>
        <a:off x="6605929" y="2123994"/>
        <a:ext cx="3107426" cy="2789083"/>
      </dsp:txXfrm>
    </dsp:sp>
  </dsp:spTree>
</dsp:drawing>
</file>

<file path=ppt/diagrams/drawing2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7D6A7FD-4B9A-463A-B9D8-1CDE3904DF15}">
      <dsp:nvSpPr>
        <dsp:cNvPr id="0" name=""/>
        <dsp:cNvSpPr/>
      </dsp:nvSpPr>
      <dsp:spPr>
        <a:xfrm>
          <a:off x="0" y="568938"/>
          <a:ext cx="9215809" cy="579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5AEDDC9-0B6E-46DC-BAEB-ACB046116F94}">
      <dsp:nvSpPr>
        <dsp:cNvPr id="0" name=""/>
        <dsp:cNvSpPr/>
      </dsp:nvSpPr>
      <dsp:spPr>
        <a:xfrm>
          <a:off x="460790" y="229458"/>
          <a:ext cx="6451066" cy="67896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3835" tIns="0" rIns="243835" bIns="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300" kern="1200" dirty="0"/>
            <a:t>一个实体对应一个表！</a:t>
          </a:r>
        </a:p>
      </dsp:txBody>
      <dsp:txXfrm>
        <a:off x="493934" y="262602"/>
        <a:ext cx="6384778" cy="612672"/>
      </dsp:txXfrm>
    </dsp:sp>
    <dsp:sp modelId="{32E70605-C896-4BD8-97BB-E263DBA8B79A}">
      <dsp:nvSpPr>
        <dsp:cNvPr id="0" name=""/>
        <dsp:cNvSpPr/>
      </dsp:nvSpPr>
      <dsp:spPr>
        <a:xfrm>
          <a:off x="0" y="1612218"/>
          <a:ext cx="9215809" cy="579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-3022401"/>
              <a:satOff val="1745"/>
              <a:lumOff val="-3202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CC3A7DF-A19F-4CC9-B1CB-FFBAC7F1BAC1}">
      <dsp:nvSpPr>
        <dsp:cNvPr id="0" name=""/>
        <dsp:cNvSpPr/>
      </dsp:nvSpPr>
      <dsp:spPr>
        <a:xfrm>
          <a:off x="460790" y="1272738"/>
          <a:ext cx="6451066" cy="678960"/>
        </a:xfrm>
        <a:prstGeom prst="roundRect">
          <a:avLst/>
        </a:prstGeom>
        <a:solidFill>
          <a:schemeClr val="accent2">
            <a:hueOff val="-3022401"/>
            <a:satOff val="1745"/>
            <a:lumOff val="-3202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3835" tIns="0" rIns="243835" bIns="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300" kern="1200"/>
            <a:t>一个属性对应一个字段！</a:t>
          </a:r>
          <a:endParaRPr lang="zh-CN" altLang="en-US" sz="2300" kern="1200" dirty="0"/>
        </a:p>
      </dsp:txBody>
      <dsp:txXfrm>
        <a:off x="493934" y="1305882"/>
        <a:ext cx="6384778" cy="612672"/>
      </dsp:txXfrm>
    </dsp:sp>
    <dsp:sp modelId="{CC9BECB2-0D13-4DB1-A868-0BF864A2A7B3}">
      <dsp:nvSpPr>
        <dsp:cNvPr id="0" name=""/>
        <dsp:cNvSpPr/>
      </dsp:nvSpPr>
      <dsp:spPr>
        <a:xfrm>
          <a:off x="0" y="2655498"/>
          <a:ext cx="9215809" cy="996187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-6044802"/>
              <a:satOff val="3491"/>
              <a:lumOff val="-640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15249" tIns="479044" rIns="715249" bIns="163576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2300" kern="1200"/>
            <a:t>可根据需要添加外键约束</a:t>
          </a:r>
          <a:endParaRPr lang="zh-CN" altLang="en-US" sz="2300" kern="1200" dirty="0"/>
        </a:p>
      </dsp:txBody>
      <dsp:txXfrm>
        <a:off x="0" y="2655498"/>
        <a:ext cx="9215809" cy="996187"/>
      </dsp:txXfrm>
    </dsp:sp>
    <dsp:sp modelId="{59755B19-7669-4FA7-91F7-E97983044399}">
      <dsp:nvSpPr>
        <dsp:cNvPr id="0" name=""/>
        <dsp:cNvSpPr/>
      </dsp:nvSpPr>
      <dsp:spPr>
        <a:xfrm>
          <a:off x="460790" y="2316018"/>
          <a:ext cx="6451066" cy="678960"/>
        </a:xfrm>
        <a:prstGeom prst="roundRect">
          <a:avLst/>
        </a:prstGeom>
        <a:solidFill>
          <a:schemeClr val="accent2">
            <a:hueOff val="-6044802"/>
            <a:satOff val="3491"/>
            <a:lumOff val="-640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3835" tIns="0" rIns="243835" bIns="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300" kern="1200"/>
            <a:t>一个外部属性（</a:t>
          </a:r>
          <a:r>
            <a:rPr lang="en-US" altLang="zh-CN" sz="2300" kern="1200"/>
            <a:t>1:n</a:t>
          </a:r>
          <a:r>
            <a:rPr lang="zh-CN" altLang="en-US" sz="2300" kern="1200"/>
            <a:t>或</a:t>
          </a:r>
          <a:r>
            <a:rPr lang="en-US" altLang="zh-CN" sz="2300" kern="1200"/>
            <a:t>1:1</a:t>
          </a:r>
          <a:r>
            <a:rPr lang="zh-CN" altLang="en-US" sz="2300" kern="1200"/>
            <a:t>联系）对应</a:t>
          </a:r>
          <a:r>
            <a:rPr lang="zh-CN" altLang="en-US" sz="2300" kern="1200" dirty="0"/>
            <a:t>一</a:t>
          </a:r>
          <a:r>
            <a:rPr lang="zh-CN" altLang="en-US" sz="2300" kern="1200"/>
            <a:t>个字段</a:t>
          </a:r>
          <a:endParaRPr lang="zh-CN" altLang="en-US" sz="2300" kern="1200" dirty="0"/>
        </a:p>
      </dsp:txBody>
      <dsp:txXfrm>
        <a:off x="493934" y="2349162"/>
        <a:ext cx="6384778" cy="612672"/>
      </dsp:txXfrm>
    </dsp:sp>
    <dsp:sp modelId="{50D538FF-0201-4541-B7A6-DC95E04B4A40}">
      <dsp:nvSpPr>
        <dsp:cNvPr id="0" name=""/>
        <dsp:cNvSpPr/>
      </dsp:nvSpPr>
      <dsp:spPr>
        <a:xfrm>
          <a:off x="0" y="4115366"/>
          <a:ext cx="9215809" cy="579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-9067203"/>
              <a:satOff val="5236"/>
              <a:lumOff val="-9607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78042E6-B901-45F8-AB51-404A68B58E98}">
      <dsp:nvSpPr>
        <dsp:cNvPr id="0" name=""/>
        <dsp:cNvSpPr/>
      </dsp:nvSpPr>
      <dsp:spPr>
        <a:xfrm>
          <a:off x="460790" y="3775886"/>
          <a:ext cx="6451066" cy="678960"/>
        </a:xfrm>
        <a:prstGeom prst="roundRect">
          <a:avLst/>
        </a:prstGeom>
        <a:solidFill>
          <a:schemeClr val="accent2">
            <a:hueOff val="-9067203"/>
            <a:satOff val="5236"/>
            <a:lumOff val="-960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3835" tIns="0" rIns="243835" bIns="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300" kern="1200" dirty="0"/>
            <a:t>一个</a:t>
          </a:r>
          <a:r>
            <a:rPr lang="en-US" altLang="zh-CN" sz="2300" kern="1200" dirty="0"/>
            <a:t>m:n</a:t>
          </a:r>
          <a:r>
            <a:rPr lang="zh-CN" altLang="en-US" sz="2300" kern="1200" dirty="0"/>
            <a:t>的外部属性对应一个表</a:t>
          </a:r>
        </a:p>
      </dsp:txBody>
      <dsp:txXfrm>
        <a:off x="493934" y="3809030"/>
        <a:ext cx="6384778" cy="612672"/>
      </dsp:txXfrm>
    </dsp:sp>
  </dsp:spTree>
</dsp:drawing>
</file>

<file path=ppt/diagrams/drawing2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FBFB211-AC5A-4990-9B2A-3443A229E26C}">
      <dsp:nvSpPr>
        <dsp:cNvPr id="0" name=""/>
        <dsp:cNvSpPr/>
      </dsp:nvSpPr>
      <dsp:spPr>
        <a:xfrm>
          <a:off x="0" y="290197"/>
          <a:ext cx="10871200" cy="1360800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43726" tIns="374904" rIns="843726" bIns="128016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800" kern="1200"/>
            <a:t>主键最好是整型，没有合适的字段就使用自动编号；字段类型整型优于字符型，</a:t>
          </a:r>
          <a:r>
            <a:rPr lang="en-US" altLang="zh-CN" sz="1800" kern="1200"/>
            <a:t>varchar</a:t>
          </a:r>
          <a:r>
            <a:rPr lang="zh-CN" altLang="en-US" sz="1800" kern="1200"/>
            <a:t>优于</a:t>
          </a:r>
          <a:r>
            <a:rPr lang="en-US" altLang="zh-CN" sz="1800" kern="1200"/>
            <a:t>text</a:t>
          </a:r>
          <a:endParaRPr lang="zh-CN" altLang="en-US" sz="1800" kern="120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800" kern="1200">
              <a:highlight>
                <a:srgbClr val="FFFF00"/>
              </a:highlight>
            </a:rPr>
            <a:t>如，班级主键的选择：班级名称</a:t>
          </a:r>
          <a:r>
            <a:rPr lang="en-US" altLang="zh-CN" sz="1800" kern="1200">
              <a:highlight>
                <a:srgbClr val="FFFF00"/>
              </a:highlight>
              <a:sym typeface="Wingdings" panose="05000000000000000000" pitchFamily="2" charset="2"/>
            </a:rPr>
            <a:t></a:t>
          </a:r>
          <a:r>
            <a:rPr lang="zh-CN" altLang="en-US" sz="1800" kern="1200">
              <a:highlight>
                <a:srgbClr val="FFFF00"/>
              </a:highlight>
              <a:sym typeface="Wingdings" panose="05000000000000000000" pitchFamily="2" charset="2"/>
            </a:rPr>
            <a:t>班级自动编号</a:t>
          </a:r>
          <a:endParaRPr lang="zh-CN" altLang="en-US" sz="1800" kern="1200">
            <a:highlight>
              <a:srgbClr val="FFFF00"/>
            </a:highlight>
          </a:endParaRPr>
        </a:p>
      </dsp:txBody>
      <dsp:txXfrm>
        <a:off x="0" y="290197"/>
        <a:ext cx="10871200" cy="1360800"/>
      </dsp:txXfrm>
    </dsp:sp>
    <dsp:sp modelId="{393FC78C-3805-48DB-B5ED-5DD7C000AFAD}">
      <dsp:nvSpPr>
        <dsp:cNvPr id="0" name=""/>
        <dsp:cNvSpPr/>
      </dsp:nvSpPr>
      <dsp:spPr>
        <a:xfrm>
          <a:off x="543560" y="24517"/>
          <a:ext cx="7609840" cy="53136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7634" tIns="0" rIns="287634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800" kern="1200"/>
            <a:t>主键的选择、字段类型的优化</a:t>
          </a:r>
        </a:p>
      </dsp:txBody>
      <dsp:txXfrm>
        <a:off x="569499" y="50456"/>
        <a:ext cx="7557962" cy="479482"/>
      </dsp:txXfrm>
    </dsp:sp>
    <dsp:sp modelId="{BF8E18F2-D40F-438C-BBD9-1D514C4B9DA1}">
      <dsp:nvSpPr>
        <dsp:cNvPr id="0" name=""/>
        <dsp:cNvSpPr/>
      </dsp:nvSpPr>
      <dsp:spPr>
        <a:xfrm>
          <a:off x="0" y="2013877"/>
          <a:ext cx="10871200" cy="1417500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43726" tIns="374904" rIns="843726" bIns="128016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800" kern="1200"/>
            <a:t>所系统中会经常出现使用某字段的值进行查询，建议把该字段定义为索引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800" kern="1200"/>
            <a:t>定义为索引的字段，强烈建议使用</a:t>
          </a:r>
          <a:r>
            <a:rPr lang="en-US" altLang="zh-CN" sz="1800" kern="1200"/>
            <a:t>NOT NULL</a:t>
          </a:r>
          <a:r>
            <a:rPr lang="zh-CN" altLang="en-US" sz="1800" kern="1200"/>
            <a:t>来约束字段值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800" kern="1200">
              <a:highlight>
                <a:srgbClr val="FFFF00"/>
              </a:highlight>
            </a:rPr>
            <a:t>如，班级名称可定义为唯一索引（</a:t>
          </a:r>
          <a:r>
            <a:rPr lang="en-US" altLang="zh-CN" sz="1800" kern="1200">
              <a:highlight>
                <a:srgbClr val="FFFF00"/>
              </a:highlight>
            </a:rPr>
            <a:t>UNIQUE INDEX</a:t>
          </a:r>
          <a:r>
            <a:rPr lang="zh-CN" altLang="en-US" sz="1800" kern="1200">
              <a:highlight>
                <a:srgbClr val="FFFF00"/>
              </a:highlight>
            </a:rPr>
            <a:t>）</a:t>
          </a:r>
        </a:p>
      </dsp:txBody>
      <dsp:txXfrm>
        <a:off x="0" y="2013877"/>
        <a:ext cx="10871200" cy="1417500"/>
      </dsp:txXfrm>
    </dsp:sp>
    <dsp:sp modelId="{308C32BB-82B9-454A-8486-81ED9347E743}">
      <dsp:nvSpPr>
        <dsp:cNvPr id="0" name=""/>
        <dsp:cNvSpPr/>
      </dsp:nvSpPr>
      <dsp:spPr>
        <a:xfrm>
          <a:off x="543560" y="1748197"/>
          <a:ext cx="7609840" cy="53136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7634" tIns="0" rIns="287634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800" kern="1200"/>
            <a:t>索引的定义</a:t>
          </a:r>
        </a:p>
      </dsp:txBody>
      <dsp:txXfrm>
        <a:off x="569499" y="1774136"/>
        <a:ext cx="7557962" cy="479482"/>
      </dsp:txXfrm>
    </dsp:sp>
    <dsp:sp modelId="{BBF21DC8-59CB-490C-8C99-3B0AFD64DAC2}">
      <dsp:nvSpPr>
        <dsp:cNvPr id="0" name=""/>
        <dsp:cNvSpPr/>
      </dsp:nvSpPr>
      <dsp:spPr>
        <a:xfrm>
          <a:off x="0" y="3794257"/>
          <a:ext cx="10871200" cy="1105650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43726" tIns="374904" rIns="843726" bIns="128016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800" kern="1200"/>
            <a:t>系统如果要“</a:t>
          </a:r>
          <a:r>
            <a:rPr lang="zh-CN" altLang="en-US" sz="1800" b="1" i="0" kern="1200"/>
            <a:t>保证数据的完整性和一致性</a:t>
          </a:r>
          <a:r>
            <a:rPr lang="zh-CN" altLang="en-US" sz="1800" kern="1200"/>
            <a:t>”，建议定义外键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800" kern="1200">
              <a:highlight>
                <a:srgbClr val="FFFF00"/>
              </a:highlight>
            </a:rPr>
            <a:t>如，一个学生在班级记录不存在的情况下，其账号无法录入</a:t>
          </a:r>
        </a:p>
      </dsp:txBody>
      <dsp:txXfrm>
        <a:off x="0" y="3794257"/>
        <a:ext cx="10871200" cy="1105650"/>
      </dsp:txXfrm>
    </dsp:sp>
    <dsp:sp modelId="{28C7AC68-FBB9-423F-AFF6-19FDFBD42451}">
      <dsp:nvSpPr>
        <dsp:cNvPr id="0" name=""/>
        <dsp:cNvSpPr/>
      </dsp:nvSpPr>
      <dsp:spPr>
        <a:xfrm>
          <a:off x="543560" y="3528577"/>
          <a:ext cx="7609840" cy="53136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7634" tIns="0" rIns="287634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800" kern="1200"/>
            <a:t>外键的定义</a:t>
          </a:r>
        </a:p>
      </dsp:txBody>
      <dsp:txXfrm>
        <a:off x="569499" y="3554516"/>
        <a:ext cx="7557962" cy="479482"/>
      </dsp:txXfrm>
    </dsp:sp>
  </dsp:spTree>
</dsp:drawing>
</file>

<file path=ppt/diagrams/drawing2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24D0614-017F-4EF3-8417-02D20C0A8402}">
      <dsp:nvSpPr>
        <dsp:cNvPr id="0" name=""/>
        <dsp:cNvSpPr/>
      </dsp:nvSpPr>
      <dsp:spPr>
        <a:xfrm>
          <a:off x="669331" y="486860"/>
          <a:ext cx="1246598" cy="831481"/>
        </a:xfrm>
        <a:prstGeom prst="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000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30000" dir="5400000" rotWithShape="0">
            <a:srgbClr val="000000">
              <a:alpha val="4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-152400" extrusionH="63500" prstMaterial="dkEdge">
          <a:bevelT w="144450" h="363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0" tIns="99568" rIns="99568" bIns="99568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400" kern="1200">
              <a:latin typeface="微软雅黑" panose="020B0503020204020204" pitchFamily="34" charset="-122"/>
              <a:ea typeface="微软雅黑" panose="020B0503020204020204" pitchFamily="34" charset="-122"/>
            </a:rPr>
            <a:t>教师登录</a:t>
          </a:r>
        </a:p>
      </dsp:txBody>
      <dsp:txXfrm>
        <a:off x="868786" y="486860"/>
        <a:ext cx="1047142" cy="831481"/>
      </dsp:txXfrm>
    </dsp:sp>
    <dsp:sp modelId="{97EF61F5-6DF3-4662-BE5F-31EC06E5B201}">
      <dsp:nvSpPr>
        <dsp:cNvPr id="0" name=""/>
        <dsp:cNvSpPr/>
      </dsp:nvSpPr>
      <dsp:spPr>
        <a:xfrm>
          <a:off x="669331" y="1318341"/>
          <a:ext cx="1246598" cy="831481"/>
        </a:xfrm>
        <a:prstGeom prst="rect">
          <a:avLst/>
        </a:prstGeom>
        <a:solidFill>
          <a:schemeClr val="accent5">
            <a:tint val="40000"/>
            <a:alpha val="90000"/>
            <a:hueOff val="-2014986"/>
            <a:satOff val="3793"/>
            <a:lumOff val="574"/>
            <a:alphaOff val="0"/>
          </a:schemeClr>
        </a:solidFill>
        <a:ln w="10000" cap="flat" cmpd="sng" algn="ctr">
          <a:solidFill>
            <a:schemeClr val="accent5">
              <a:tint val="40000"/>
              <a:alpha val="90000"/>
              <a:hueOff val="-2014986"/>
              <a:satOff val="3793"/>
              <a:lumOff val="574"/>
              <a:alphaOff val="0"/>
            </a:schemeClr>
          </a:solidFill>
          <a:prstDash val="solid"/>
        </a:ln>
        <a:effectLst>
          <a:outerShdw blurRad="38100" dist="30000" dir="5400000" rotWithShape="0">
            <a:srgbClr val="000000">
              <a:alpha val="4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-152400" extrusionH="63500" prstMaterial="dkEdge">
          <a:bevelT w="144450" h="363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0" tIns="99568" rIns="99568" bIns="99568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4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学生登录</a:t>
          </a:r>
        </a:p>
      </dsp:txBody>
      <dsp:txXfrm>
        <a:off x="868786" y="1318341"/>
        <a:ext cx="1047142" cy="831481"/>
      </dsp:txXfrm>
    </dsp:sp>
    <dsp:sp modelId="{147B4034-3421-483C-9233-7D44DBEB1F64}">
      <dsp:nvSpPr>
        <dsp:cNvPr id="0" name=""/>
        <dsp:cNvSpPr/>
      </dsp:nvSpPr>
      <dsp:spPr>
        <a:xfrm>
          <a:off x="4478" y="154433"/>
          <a:ext cx="831065" cy="831065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30000" dir="5400000" rotWithShape="0">
            <a:srgbClr val="000000">
              <a:alpha val="4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400" kern="12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登录</a:t>
          </a:r>
        </a:p>
      </dsp:txBody>
      <dsp:txXfrm>
        <a:off x="126185" y="276140"/>
        <a:ext cx="587651" cy="587651"/>
      </dsp:txXfrm>
    </dsp:sp>
    <dsp:sp modelId="{C52E75FD-C1A4-4A31-914B-E6F623B79142}">
      <dsp:nvSpPr>
        <dsp:cNvPr id="0" name=""/>
        <dsp:cNvSpPr/>
      </dsp:nvSpPr>
      <dsp:spPr>
        <a:xfrm>
          <a:off x="2746995" y="486860"/>
          <a:ext cx="1246598" cy="831481"/>
        </a:xfrm>
        <a:prstGeom prst="rect">
          <a:avLst/>
        </a:prstGeom>
        <a:solidFill>
          <a:schemeClr val="accent5">
            <a:tint val="40000"/>
            <a:alpha val="90000"/>
            <a:hueOff val="-4029971"/>
            <a:satOff val="7586"/>
            <a:lumOff val="1147"/>
            <a:alphaOff val="0"/>
          </a:schemeClr>
        </a:solidFill>
        <a:ln w="10000" cap="flat" cmpd="sng" algn="ctr">
          <a:solidFill>
            <a:schemeClr val="accent5">
              <a:tint val="40000"/>
              <a:alpha val="90000"/>
              <a:hueOff val="-4029971"/>
              <a:satOff val="7586"/>
              <a:lumOff val="1147"/>
              <a:alphaOff val="0"/>
            </a:schemeClr>
          </a:solidFill>
          <a:prstDash val="solid"/>
        </a:ln>
        <a:effectLst>
          <a:outerShdw blurRad="38100" dist="30000" dir="5400000" rotWithShape="0">
            <a:srgbClr val="000000">
              <a:alpha val="4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-152400" extrusionH="63500" prstMaterial="dkEdge">
          <a:bevelT w="144450" h="363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0" tIns="99568" rIns="99568" bIns="99568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4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教师查询任务</a:t>
          </a:r>
        </a:p>
      </dsp:txBody>
      <dsp:txXfrm>
        <a:off x="2946450" y="486860"/>
        <a:ext cx="1047142" cy="831481"/>
      </dsp:txXfrm>
    </dsp:sp>
    <dsp:sp modelId="{6E8643E0-8BCF-4379-91E1-B5868ADE1B75}">
      <dsp:nvSpPr>
        <dsp:cNvPr id="0" name=""/>
        <dsp:cNvSpPr/>
      </dsp:nvSpPr>
      <dsp:spPr>
        <a:xfrm>
          <a:off x="2746995" y="1318341"/>
          <a:ext cx="1246598" cy="831481"/>
        </a:xfrm>
        <a:prstGeom prst="rect">
          <a:avLst/>
        </a:prstGeom>
        <a:solidFill>
          <a:schemeClr val="accent5">
            <a:tint val="40000"/>
            <a:alpha val="90000"/>
            <a:hueOff val="-6044956"/>
            <a:satOff val="11379"/>
            <a:lumOff val="1721"/>
            <a:alphaOff val="0"/>
          </a:schemeClr>
        </a:solidFill>
        <a:ln w="10000" cap="flat" cmpd="sng" algn="ctr">
          <a:solidFill>
            <a:schemeClr val="accent5">
              <a:tint val="40000"/>
              <a:alpha val="90000"/>
              <a:hueOff val="-6044956"/>
              <a:satOff val="11379"/>
              <a:lumOff val="1721"/>
              <a:alphaOff val="0"/>
            </a:schemeClr>
          </a:solidFill>
          <a:prstDash val="solid"/>
        </a:ln>
        <a:effectLst>
          <a:outerShdw blurRad="38100" dist="30000" dir="5400000" rotWithShape="0">
            <a:srgbClr val="000000">
              <a:alpha val="4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-152400" extrusionH="63500" prstMaterial="dkEdge">
          <a:bevelT w="144450" h="363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0" tIns="99568" rIns="99568" bIns="99568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400" kern="1200">
              <a:latin typeface="微软雅黑" panose="020B0503020204020204" pitchFamily="34" charset="-122"/>
              <a:ea typeface="微软雅黑" panose="020B0503020204020204" pitchFamily="34" charset="-122"/>
            </a:rPr>
            <a:t>学生查询教学任务</a:t>
          </a:r>
        </a:p>
      </dsp:txBody>
      <dsp:txXfrm>
        <a:off x="2946450" y="1318341"/>
        <a:ext cx="1047142" cy="831481"/>
      </dsp:txXfrm>
    </dsp:sp>
    <dsp:sp modelId="{0D5D0DB2-6ADD-43AA-8445-D907ADDC9A4B}">
      <dsp:nvSpPr>
        <dsp:cNvPr id="0" name=""/>
        <dsp:cNvSpPr/>
      </dsp:nvSpPr>
      <dsp:spPr>
        <a:xfrm>
          <a:off x="2082142" y="154433"/>
          <a:ext cx="831065" cy="831065"/>
        </a:xfrm>
        <a:prstGeom prst="ellipse">
          <a:avLst/>
        </a:prstGeom>
        <a:solidFill>
          <a:schemeClr val="accent5">
            <a:hueOff val="-4673100"/>
            <a:satOff val="6871"/>
            <a:lumOff val="5882"/>
            <a:alphaOff val="0"/>
          </a:schemeClr>
        </a:solidFill>
        <a:ln>
          <a:noFill/>
        </a:ln>
        <a:effectLst>
          <a:outerShdw blurRad="38100" dist="30000" dir="5400000" rotWithShape="0">
            <a:srgbClr val="000000">
              <a:alpha val="4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400" kern="12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教学任务查询</a:t>
          </a:r>
        </a:p>
      </dsp:txBody>
      <dsp:txXfrm>
        <a:off x="2203849" y="276140"/>
        <a:ext cx="587651" cy="587651"/>
      </dsp:txXfrm>
    </dsp:sp>
    <dsp:sp modelId="{C11F7017-45DE-4E93-B1ED-78789F75BDDA}">
      <dsp:nvSpPr>
        <dsp:cNvPr id="0" name=""/>
        <dsp:cNvSpPr/>
      </dsp:nvSpPr>
      <dsp:spPr>
        <a:xfrm>
          <a:off x="4824658" y="486860"/>
          <a:ext cx="1246598" cy="831481"/>
        </a:xfrm>
        <a:prstGeom prst="rect">
          <a:avLst/>
        </a:prstGeom>
        <a:solidFill>
          <a:schemeClr val="accent5">
            <a:tint val="40000"/>
            <a:alpha val="90000"/>
            <a:hueOff val="-8059942"/>
            <a:satOff val="15173"/>
            <a:lumOff val="2295"/>
            <a:alphaOff val="0"/>
          </a:schemeClr>
        </a:solidFill>
        <a:ln w="10000" cap="flat" cmpd="sng" algn="ctr">
          <a:solidFill>
            <a:schemeClr val="accent5">
              <a:tint val="40000"/>
              <a:alpha val="90000"/>
              <a:hueOff val="-8059942"/>
              <a:satOff val="15173"/>
              <a:lumOff val="2295"/>
              <a:alphaOff val="0"/>
            </a:schemeClr>
          </a:solidFill>
          <a:prstDash val="solid"/>
        </a:ln>
        <a:effectLst>
          <a:outerShdw blurRad="38100" dist="30000" dir="5400000" rotWithShape="0">
            <a:srgbClr val="000000">
              <a:alpha val="4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-152400" extrusionH="63500" prstMaterial="dkEdge">
          <a:bevelT w="144450" h="363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0" tIns="99568" rIns="99568" bIns="99568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400" kern="1200">
              <a:latin typeface="微软雅黑" panose="020B0503020204020204" pitchFamily="34" charset="-122"/>
              <a:ea typeface="微软雅黑" panose="020B0503020204020204" pitchFamily="34" charset="-122"/>
            </a:rPr>
            <a:t>教师录入</a:t>
          </a:r>
        </a:p>
      </dsp:txBody>
      <dsp:txXfrm>
        <a:off x="5024114" y="486860"/>
        <a:ext cx="1047142" cy="831481"/>
      </dsp:txXfrm>
    </dsp:sp>
    <dsp:sp modelId="{12385320-EDEA-4BCA-802C-38AD4829BEBC}">
      <dsp:nvSpPr>
        <dsp:cNvPr id="0" name=""/>
        <dsp:cNvSpPr/>
      </dsp:nvSpPr>
      <dsp:spPr>
        <a:xfrm>
          <a:off x="4824658" y="1318341"/>
          <a:ext cx="1246598" cy="831481"/>
        </a:xfrm>
        <a:prstGeom prst="rect">
          <a:avLst/>
        </a:prstGeom>
        <a:solidFill>
          <a:schemeClr val="accent5">
            <a:tint val="40000"/>
            <a:alpha val="90000"/>
            <a:hueOff val="-10074927"/>
            <a:satOff val="18966"/>
            <a:lumOff val="2869"/>
            <a:alphaOff val="0"/>
          </a:schemeClr>
        </a:solidFill>
        <a:ln w="10000" cap="flat" cmpd="sng" algn="ctr">
          <a:solidFill>
            <a:schemeClr val="accent5">
              <a:tint val="40000"/>
              <a:alpha val="90000"/>
              <a:hueOff val="-10074927"/>
              <a:satOff val="18966"/>
              <a:lumOff val="2869"/>
              <a:alphaOff val="0"/>
            </a:schemeClr>
          </a:solidFill>
          <a:prstDash val="solid"/>
        </a:ln>
        <a:effectLst>
          <a:outerShdw blurRad="38100" dist="30000" dir="5400000" rotWithShape="0">
            <a:srgbClr val="000000">
              <a:alpha val="4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-152400" extrusionH="63500" prstMaterial="dkEdge">
          <a:bevelT w="144450" h="363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0" tIns="99568" rIns="99568" bIns="99568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4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教师、学生查询成绩</a:t>
          </a:r>
        </a:p>
      </dsp:txBody>
      <dsp:txXfrm>
        <a:off x="5024114" y="1318341"/>
        <a:ext cx="1047142" cy="831481"/>
      </dsp:txXfrm>
    </dsp:sp>
    <dsp:sp modelId="{686EF531-998D-480E-B029-DD2D15E4AE6A}">
      <dsp:nvSpPr>
        <dsp:cNvPr id="0" name=""/>
        <dsp:cNvSpPr/>
      </dsp:nvSpPr>
      <dsp:spPr>
        <a:xfrm>
          <a:off x="4159806" y="154433"/>
          <a:ext cx="831065" cy="831065"/>
        </a:xfrm>
        <a:prstGeom prst="ellipse">
          <a:avLst/>
        </a:prstGeom>
        <a:solidFill>
          <a:schemeClr val="accent5">
            <a:hueOff val="-9346199"/>
            <a:satOff val="13742"/>
            <a:lumOff val="11765"/>
            <a:alphaOff val="0"/>
          </a:schemeClr>
        </a:solidFill>
        <a:ln>
          <a:noFill/>
        </a:ln>
        <a:effectLst>
          <a:outerShdw blurRad="38100" dist="30000" dir="5400000" rotWithShape="0">
            <a:srgbClr val="000000">
              <a:alpha val="4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400" kern="12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成绩录入查询</a:t>
          </a:r>
        </a:p>
      </dsp:txBody>
      <dsp:txXfrm>
        <a:off x="4281513" y="276140"/>
        <a:ext cx="587651" cy="587651"/>
      </dsp:txXfrm>
    </dsp:sp>
    <dsp:sp modelId="{E35035F8-D944-4631-8634-1AA786F4AF85}">
      <dsp:nvSpPr>
        <dsp:cNvPr id="0" name=""/>
        <dsp:cNvSpPr/>
      </dsp:nvSpPr>
      <dsp:spPr>
        <a:xfrm>
          <a:off x="6902322" y="486860"/>
          <a:ext cx="1246598" cy="831481"/>
        </a:xfrm>
        <a:prstGeom prst="rect">
          <a:avLst/>
        </a:prstGeom>
        <a:solidFill>
          <a:schemeClr val="accent5">
            <a:tint val="40000"/>
            <a:alpha val="90000"/>
            <a:hueOff val="-12089912"/>
            <a:satOff val="22759"/>
            <a:lumOff val="3442"/>
            <a:alphaOff val="0"/>
          </a:schemeClr>
        </a:solidFill>
        <a:ln w="10000" cap="flat" cmpd="sng" algn="ctr">
          <a:solidFill>
            <a:schemeClr val="accent5">
              <a:tint val="40000"/>
              <a:alpha val="90000"/>
              <a:hueOff val="-12089912"/>
              <a:satOff val="22759"/>
              <a:lumOff val="3442"/>
              <a:alphaOff val="0"/>
            </a:schemeClr>
          </a:solidFill>
          <a:prstDash val="solid"/>
        </a:ln>
        <a:effectLst>
          <a:outerShdw blurRad="38100" dist="30000" dir="5400000" rotWithShape="0">
            <a:srgbClr val="000000">
              <a:alpha val="4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-152400" extrusionH="63500" prstMaterial="dkEdge">
          <a:bevelT w="144450" h="363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0" tIns="99568" rIns="99568" bIns="99568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4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教师修改密码</a:t>
          </a:r>
        </a:p>
      </dsp:txBody>
      <dsp:txXfrm>
        <a:off x="7101778" y="486860"/>
        <a:ext cx="1047142" cy="831481"/>
      </dsp:txXfrm>
    </dsp:sp>
    <dsp:sp modelId="{E5DD4614-2ED8-4800-A548-C8BC84F65110}">
      <dsp:nvSpPr>
        <dsp:cNvPr id="0" name=""/>
        <dsp:cNvSpPr/>
      </dsp:nvSpPr>
      <dsp:spPr>
        <a:xfrm>
          <a:off x="6902322" y="1318341"/>
          <a:ext cx="1246598" cy="831481"/>
        </a:xfrm>
        <a:prstGeom prst="rect">
          <a:avLst/>
        </a:prstGeom>
        <a:solidFill>
          <a:schemeClr val="accent5">
            <a:tint val="40000"/>
            <a:alpha val="90000"/>
            <a:hueOff val="-14104897"/>
            <a:satOff val="26552"/>
            <a:lumOff val="4016"/>
            <a:alphaOff val="0"/>
          </a:schemeClr>
        </a:solidFill>
        <a:ln w="10000" cap="flat" cmpd="sng" algn="ctr">
          <a:solidFill>
            <a:schemeClr val="accent5">
              <a:tint val="40000"/>
              <a:alpha val="90000"/>
              <a:hueOff val="-14104897"/>
              <a:satOff val="26552"/>
              <a:lumOff val="4016"/>
              <a:alphaOff val="0"/>
            </a:schemeClr>
          </a:solidFill>
          <a:prstDash val="solid"/>
        </a:ln>
        <a:effectLst>
          <a:outerShdw blurRad="38100" dist="30000" dir="5400000" rotWithShape="0">
            <a:srgbClr val="000000">
              <a:alpha val="4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-152400" extrusionH="63500" prstMaterial="dkEdge">
          <a:bevelT w="144450" h="363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0" tIns="99568" rIns="99568" bIns="99568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400" kern="1200">
              <a:latin typeface="微软雅黑" panose="020B0503020204020204" pitchFamily="34" charset="-122"/>
              <a:ea typeface="微软雅黑" panose="020B0503020204020204" pitchFamily="34" charset="-122"/>
            </a:rPr>
            <a:t>学生修改密码</a:t>
          </a:r>
        </a:p>
      </dsp:txBody>
      <dsp:txXfrm>
        <a:off x="7101778" y="1318341"/>
        <a:ext cx="1047142" cy="831481"/>
      </dsp:txXfrm>
    </dsp:sp>
    <dsp:sp modelId="{69FD1B17-298B-4FF5-9874-3A9B8C1EBA66}">
      <dsp:nvSpPr>
        <dsp:cNvPr id="0" name=""/>
        <dsp:cNvSpPr/>
      </dsp:nvSpPr>
      <dsp:spPr>
        <a:xfrm>
          <a:off x="6237470" y="154433"/>
          <a:ext cx="831065" cy="831065"/>
        </a:xfrm>
        <a:prstGeom prst="ellipse">
          <a:avLst/>
        </a:prstGeom>
        <a:solidFill>
          <a:schemeClr val="accent5">
            <a:hueOff val="-14019298"/>
            <a:satOff val="20613"/>
            <a:lumOff val="17647"/>
            <a:alphaOff val="0"/>
          </a:schemeClr>
        </a:solidFill>
        <a:ln>
          <a:noFill/>
        </a:ln>
        <a:effectLst>
          <a:outerShdw blurRad="38100" dist="30000" dir="5400000" rotWithShape="0">
            <a:srgbClr val="000000">
              <a:alpha val="4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400" kern="12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用户设置</a:t>
          </a:r>
        </a:p>
      </dsp:txBody>
      <dsp:txXfrm>
        <a:off x="6359177" y="276140"/>
        <a:ext cx="587651" cy="587651"/>
      </dsp:txXfrm>
    </dsp:sp>
  </dsp:spTree>
</dsp:drawing>
</file>

<file path=ppt/diagrams/drawing3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54D6005-4A20-4161-8407-46576E0A947C}">
      <dsp:nvSpPr>
        <dsp:cNvPr id="0" name=""/>
        <dsp:cNvSpPr/>
      </dsp:nvSpPr>
      <dsp:spPr>
        <a:xfrm>
          <a:off x="1404245" y="601"/>
          <a:ext cx="3312188" cy="703317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700" kern="1200" dirty="0"/>
            <a:t>分析功能流程</a:t>
          </a:r>
        </a:p>
      </dsp:txBody>
      <dsp:txXfrm>
        <a:off x="1424844" y="21200"/>
        <a:ext cx="3270990" cy="662119"/>
      </dsp:txXfrm>
    </dsp:sp>
    <dsp:sp modelId="{389F6E44-B68C-4A2A-A4A8-C351B8FBC764}">
      <dsp:nvSpPr>
        <dsp:cNvPr id="0" name=""/>
        <dsp:cNvSpPr/>
      </dsp:nvSpPr>
      <dsp:spPr>
        <a:xfrm rot="5400000">
          <a:off x="2928467" y="721501"/>
          <a:ext cx="263744" cy="316492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1400" kern="1200"/>
        </a:p>
      </dsp:txBody>
      <dsp:txXfrm rot="-5400000">
        <a:off x="2965392" y="747875"/>
        <a:ext cx="189896" cy="184621"/>
      </dsp:txXfrm>
    </dsp:sp>
    <dsp:sp modelId="{5C26CA18-BF5B-46D1-A902-ED5769DDA864}">
      <dsp:nvSpPr>
        <dsp:cNvPr id="0" name=""/>
        <dsp:cNvSpPr/>
      </dsp:nvSpPr>
      <dsp:spPr>
        <a:xfrm>
          <a:off x="1404245" y="1055577"/>
          <a:ext cx="3312188" cy="703317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700" kern="1200"/>
            <a:t>找出实体</a:t>
          </a:r>
          <a:r>
            <a:rPr lang="zh-CN" altLang="en-US" sz="1700" kern="1200" dirty="0"/>
            <a:t>，分析实体的业务流程</a:t>
          </a:r>
        </a:p>
      </dsp:txBody>
      <dsp:txXfrm>
        <a:off x="1424844" y="1076176"/>
        <a:ext cx="3270990" cy="662119"/>
      </dsp:txXfrm>
    </dsp:sp>
    <dsp:sp modelId="{93A6CC95-A243-4496-B68D-485AC701D0FD}">
      <dsp:nvSpPr>
        <dsp:cNvPr id="0" name=""/>
        <dsp:cNvSpPr/>
      </dsp:nvSpPr>
      <dsp:spPr>
        <a:xfrm rot="5400000">
          <a:off x="2928467" y="1776477"/>
          <a:ext cx="263744" cy="316492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1400" kern="1200"/>
        </a:p>
      </dsp:txBody>
      <dsp:txXfrm rot="-5400000">
        <a:off x="2965392" y="1802851"/>
        <a:ext cx="189896" cy="184621"/>
      </dsp:txXfrm>
    </dsp:sp>
    <dsp:sp modelId="{42A4BA61-846B-4394-9ACB-4B52780F6F31}">
      <dsp:nvSpPr>
        <dsp:cNvPr id="0" name=""/>
        <dsp:cNvSpPr/>
      </dsp:nvSpPr>
      <dsp:spPr>
        <a:xfrm>
          <a:off x="1404245" y="2110553"/>
          <a:ext cx="3312188" cy="703317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700" kern="1200" dirty="0"/>
            <a:t>分析实体的属性</a:t>
          </a:r>
        </a:p>
      </dsp:txBody>
      <dsp:txXfrm>
        <a:off x="1424844" y="2131152"/>
        <a:ext cx="3270990" cy="662119"/>
      </dsp:txXfrm>
    </dsp:sp>
    <dsp:sp modelId="{A6FD9F03-9D0D-4B74-944E-B95B4F928630}">
      <dsp:nvSpPr>
        <dsp:cNvPr id="0" name=""/>
        <dsp:cNvSpPr/>
      </dsp:nvSpPr>
      <dsp:spPr>
        <a:xfrm rot="5400000">
          <a:off x="2928467" y="2831454"/>
          <a:ext cx="263744" cy="316492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1400" kern="1200"/>
        </a:p>
      </dsp:txBody>
      <dsp:txXfrm rot="-5400000">
        <a:off x="2965392" y="2857828"/>
        <a:ext cx="189896" cy="184621"/>
      </dsp:txXfrm>
    </dsp:sp>
    <dsp:sp modelId="{698DC9B6-F2F0-4725-849A-D95D5C322E62}">
      <dsp:nvSpPr>
        <dsp:cNvPr id="0" name=""/>
        <dsp:cNvSpPr/>
      </dsp:nvSpPr>
      <dsp:spPr>
        <a:xfrm>
          <a:off x="1404245" y="3165530"/>
          <a:ext cx="3312188" cy="703317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700" kern="1200" dirty="0"/>
            <a:t>分析实体之间的关系</a:t>
          </a:r>
        </a:p>
      </dsp:txBody>
      <dsp:txXfrm>
        <a:off x="1424844" y="3186129"/>
        <a:ext cx="3270990" cy="662119"/>
      </dsp:txXfrm>
    </dsp:sp>
    <dsp:sp modelId="{B22BF7F5-8622-4E06-ACDE-328CCDE369EE}">
      <dsp:nvSpPr>
        <dsp:cNvPr id="0" name=""/>
        <dsp:cNvSpPr/>
      </dsp:nvSpPr>
      <dsp:spPr>
        <a:xfrm rot="5400000">
          <a:off x="2928467" y="3886430"/>
          <a:ext cx="263744" cy="316492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1400" kern="1200"/>
        </a:p>
      </dsp:txBody>
      <dsp:txXfrm rot="-5400000">
        <a:off x="2965392" y="3912804"/>
        <a:ext cx="189896" cy="184621"/>
      </dsp:txXfrm>
    </dsp:sp>
    <dsp:sp modelId="{E59BE66F-C71C-4AA6-B3F4-E6B02F7F2750}">
      <dsp:nvSpPr>
        <dsp:cNvPr id="0" name=""/>
        <dsp:cNvSpPr/>
      </dsp:nvSpPr>
      <dsp:spPr>
        <a:xfrm>
          <a:off x="1404245" y="4220506"/>
          <a:ext cx="3312188" cy="703317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700" kern="1200" dirty="0"/>
            <a:t>绘制</a:t>
          </a:r>
          <a:r>
            <a:rPr lang="en-US" altLang="zh-CN" sz="1700" kern="1200" dirty="0"/>
            <a:t>ER</a:t>
          </a:r>
          <a:r>
            <a:rPr lang="zh-CN" altLang="en-US" sz="1700" kern="1200" dirty="0"/>
            <a:t>图</a:t>
          </a:r>
        </a:p>
      </dsp:txBody>
      <dsp:txXfrm>
        <a:off x="1424844" y="4241105"/>
        <a:ext cx="3270990" cy="662119"/>
      </dsp:txXfrm>
    </dsp:sp>
  </dsp:spTree>
</dsp:drawing>
</file>

<file path=ppt/diagrams/drawing3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20DC284-AB56-4E22-9B84-7E2CF72776EB}">
      <dsp:nvSpPr>
        <dsp:cNvPr id="0" name=""/>
        <dsp:cNvSpPr/>
      </dsp:nvSpPr>
      <dsp:spPr>
        <a:xfrm>
          <a:off x="0" y="69272"/>
          <a:ext cx="5760640" cy="109512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600" b="1" i="0" kern="1200"/>
            <a:t>这个</a:t>
          </a:r>
          <a:r>
            <a:rPr lang="en-US" altLang="zh-CN" sz="2600" b="1" i="0" kern="1200"/>
            <a:t>"</a:t>
          </a:r>
          <a:r>
            <a:rPr lang="zh-CN" altLang="en-US" sz="2600" b="1" i="0" kern="1200"/>
            <a:t>事物</a:t>
          </a:r>
          <a:r>
            <a:rPr lang="en-US" altLang="zh-CN" sz="2600" b="1" i="0" kern="1200"/>
            <a:t>"</a:t>
          </a:r>
          <a:r>
            <a:rPr lang="zh-CN" altLang="en-US" sz="2600" b="1" i="0" kern="1200"/>
            <a:t>是否需要被独立跟踪和管理？</a:t>
          </a:r>
          <a:endParaRPr lang="zh-CN" altLang="en-US" sz="2600" kern="1200" dirty="0"/>
        </a:p>
      </dsp:txBody>
      <dsp:txXfrm>
        <a:off x="53459" y="122731"/>
        <a:ext cx="5653722" cy="988202"/>
      </dsp:txXfrm>
    </dsp:sp>
    <dsp:sp modelId="{A075CB75-3BE6-41B7-9E6D-A89F3D58E61C}">
      <dsp:nvSpPr>
        <dsp:cNvPr id="0" name=""/>
        <dsp:cNvSpPr/>
      </dsp:nvSpPr>
      <dsp:spPr>
        <a:xfrm>
          <a:off x="0" y="1216635"/>
          <a:ext cx="5760640" cy="109512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600" b="1" i="0" kern="1200"/>
            <a:t>它是否有自己的属性？</a:t>
          </a:r>
          <a:endParaRPr lang="zh-CN" altLang="en-US" sz="2600" kern="1200" dirty="0"/>
        </a:p>
      </dsp:txBody>
      <dsp:txXfrm>
        <a:off x="53459" y="1270094"/>
        <a:ext cx="5653722" cy="988202"/>
      </dsp:txXfrm>
    </dsp:sp>
    <dsp:sp modelId="{30E1F346-C197-455C-846C-C4404604A93C}">
      <dsp:nvSpPr>
        <dsp:cNvPr id="0" name=""/>
        <dsp:cNvSpPr/>
      </dsp:nvSpPr>
      <dsp:spPr>
        <a:xfrm>
          <a:off x="0" y="2386635"/>
          <a:ext cx="5760640" cy="109512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600" b="1" i="0" kern="1200"/>
            <a:t>它是否会被多个其他事物引用？</a:t>
          </a:r>
          <a:endParaRPr lang="zh-CN" altLang="en-US" sz="2600" kern="1200" dirty="0"/>
        </a:p>
      </dsp:txBody>
      <dsp:txXfrm>
        <a:off x="53459" y="2440094"/>
        <a:ext cx="5653722" cy="988202"/>
      </dsp:txXfrm>
    </dsp:sp>
  </dsp:spTree>
</dsp:drawing>
</file>

<file path=ppt/diagrams/drawing3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1A03DCE-6719-4EE9-B1B6-C8ED8EC41283}">
      <dsp:nvSpPr>
        <dsp:cNvPr id="0" name=""/>
        <dsp:cNvSpPr/>
      </dsp:nvSpPr>
      <dsp:spPr>
        <a:xfrm>
          <a:off x="0" y="431005"/>
          <a:ext cx="5142727" cy="604800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C7908A9-3AEB-42CD-9EBA-1B59CC7D6667}">
      <dsp:nvSpPr>
        <dsp:cNvPr id="0" name=""/>
        <dsp:cNvSpPr/>
      </dsp:nvSpPr>
      <dsp:spPr>
        <a:xfrm>
          <a:off x="240818" y="80484"/>
          <a:ext cx="3599908" cy="70848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6068" tIns="0" rIns="136068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400" kern="1200"/>
            <a:t>需要独立跟踪和管理</a:t>
          </a:r>
        </a:p>
      </dsp:txBody>
      <dsp:txXfrm>
        <a:off x="275403" y="115069"/>
        <a:ext cx="3530738" cy="639310"/>
      </dsp:txXfrm>
    </dsp:sp>
    <dsp:sp modelId="{A58BF287-BDE9-4930-B953-FAD9E9ADD5F2}">
      <dsp:nvSpPr>
        <dsp:cNvPr id="0" name=""/>
        <dsp:cNvSpPr/>
      </dsp:nvSpPr>
      <dsp:spPr>
        <a:xfrm>
          <a:off x="0" y="1519645"/>
          <a:ext cx="5142727" cy="1039500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99133" tIns="499872" rIns="399133" bIns="170688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2400" kern="1200"/>
            <a:t>姓名、学号、密码</a:t>
          </a:r>
        </a:p>
      </dsp:txBody>
      <dsp:txXfrm>
        <a:off x="0" y="1519645"/>
        <a:ext cx="5142727" cy="1039500"/>
      </dsp:txXfrm>
    </dsp:sp>
    <dsp:sp modelId="{9B3DBCAC-D9B5-4AAC-8CFF-1AFF3DCA270C}">
      <dsp:nvSpPr>
        <dsp:cNvPr id="0" name=""/>
        <dsp:cNvSpPr/>
      </dsp:nvSpPr>
      <dsp:spPr>
        <a:xfrm>
          <a:off x="257136" y="1165405"/>
          <a:ext cx="3599908" cy="70848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6068" tIns="0" rIns="136068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400" b="0" i="0" kern="1200"/>
            <a:t>有自己的属性</a:t>
          </a:r>
          <a:endParaRPr lang="zh-CN" altLang="en-US" sz="2400" kern="1200"/>
        </a:p>
      </dsp:txBody>
      <dsp:txXfrm>
        <a:off x="291721" y="1199990"/>
        <a:ext cx="3530738" cy="639310"/>
      </dsp:txXfrm>
    </dsp:sp>
    <dsp:sp modelId="{25E24745-3A82-4AFD-A6E6-0151A3F4D514}">
      <dsp:nvSpPr>
        <dsp:cNvPr id="0" name=""/>
        <dsp:cNvSpPr/>
      </dsp:nvSpPr>
      <dsp:spPr>
        <a:xfrm>
          <a:off x="0" y="3042984"/>
          <a:ext cx="5142727" cy="1039500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99133" tIns="499872" rIns="399133" bIns="170688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2400" kern="1200"/>
            <a:t>成绩表中需引用学生信息</a:t>
          </a:r>
          <a:endParaRPr lang="zh-CN" altLang="en-US" sz="2400" kern="1200" dirty="0"/>
        </a:p>
      </dsp:txBody>
      <dsp:txXfrm>
        <a:off x="0" y="3042984"/>
        <a:ext cx="5142727" cy="1039500"/>
      </dsp:txXfrm>
    </dsp:sp>
    <dsp:sp modelId="{F52DFDE3-09CF-4721-8BB0-DFDC394D529E}">
      <dsp:nvSpPr>
        <dsp:cNvPr id="0" name=""/>
        <dsp:cNvSpPr/>
      </dsp:nvSpPr>
      <dsp:spPr>
        <a:xfrm>
          <a:off x="257136" y="2688745"/>
          <a:ext cx="3599908" cy="70848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6068" tIns="0" rIns="136068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400" kern="1200"/>
            <a:t>被其他事物引用</a:t>
          </a:r>
        </a:p>
      </dsp:txBody>
      <dsp:txXfrm>
        <a:off x="291721" y="2723330"/>
        <a:ext cx="3530738" cy="639310"/>
      </dsp:txXfrm>
    </dsp:sp>
  </dsp:spTree>
</dsp:drawing>
</file>

<file path=ppt/diagrams/drawing3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1A03DCE-6719-4EE9-B1B6-C8ED8EC41283}">
      <dsp:nvSpPr>
        <dsp:cNvPr id="0" name=""/>
        <dsp:cNvSpPr/>
      </dsp:nvSpPr>
      <dsp:spPr>
        <a:xfrm>
          <a:off x="0" y="815125"/>
          <a:ext cx="5181600" cy="630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C7908A9-3AEB-42CD-9EBA-1B59CC7D6667}">
      <dsp:nvSpPr>
        <dsp:cNvPr id="0" name=""/>
        <dsp:cNvSpPr/>
      </dsp:nvSpPr>
      <dsp:spPr>
        <a:xfrm>
          <a:off x="242638" y="449999"/>
          <a:ext cx="3627120" cy="73800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097" tIns="0" rIns="137097" bIns="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500" kern="1200"/>
            <a:t>不需要独立跟踪和管理</a:t>
          </a:r>
        </a:p>
      </dsp:txBody>
      <dsp:txXfrm>
        <a:off x="278664" y="486025"/>
        <a:ext cx="3555068" cy="665948"/>
      </dsp:txXfrm>
    </dsp:sp>
    <dsp:sp modelId="{E49FF94D-E524-4EF1-92A6-0E708B8019B0}">
      <dsp:nvSpPr>
        <dsp:cNvPr id="0" name=""/>
        <dsp:cNvSpPr/>
      </dsp:nvSpPr>
      <dsp:spPr>
        <a:xfrm>
          <a:off x="0" y="1949125"/>
          <a:ext cx="5181600" cy="630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2150" tIns="520700" rIns="402150" bIns="177800" numCol="1" spcCol="1270" anchor="t" anchorCtr="0">
          <a:noAutofit/>
        </a:bodyPr>
        <a:lstStyle/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zh-CN" altLang="en-US" sz="2500" kern="1200"/>
        </a:p>
      </dsp:txBody>
      <dsp:txXfrm>
        <a:off x="0" y="1949125"/>
        <a:ext cx="5181600" cy="630000"/>
      </dsp:txXfrm>
    </dsp:sp>
    <dsp:sp modelId="{87C07D44-CB86-4AB2-9031-50D1DD043F4F}">
      <dsp:nvSpPr>
        <dsp:cNvPr id="0" name=""/>
        <dsp:cNvSpPr/>
      </dsp:nvSpPr>
      <dsp:spPr>
        <a:xfrm>
          <a:off x="259080" y="1580125"/>
          <a:ext cx="3627120" cy="73800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097" tIns="0" rIns="137097" bIns="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500" b="0" i="0" kern="1200"/>
            <a:t>没有自己的属性</a:t>
          </a:r>
          <a:endParaRPr lang="zh-CN" altLang="en-US" sz="2500" kern="1200"/>
        </a:p>
      </dsp:txBody>
      <dsp:txXfrm>
        <a:off x="295106" y="1616151"/>
        <a:ext cx="3555068" cy="665948"/>
      </dsp:txXfrm>
    </dsp:sp>
    <dsp:sp modelId="{25E24745-3A82-4AFD-A6E6-0151A3F4D514}">
      <dsp:nvSpPr>
        <dsp:cNvPr id="0" name=""/>
        <dsp:cNvSpPr/>
      </dsp:nvSpPr>
      <dsp:spPr>
        <a:xfrm>
          <a:off x="0" y="3083125"/>
          <a:ext cx="5181600" cy="630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52DFDE3-09CF-4721-8BB0-DFDC394D529E}">
      <dsp:nvSpPr>
        <dsp:cNvPr id="0" name=""/>
        <dsp:cNvSpPr/>
      </dsp:nvSpPr>
      <dsp:spPr>
        <a:xfrm>
          <a:off x="259080" y="2714125"/>
          <a:ext cx="3627120" cy="73800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097" tIns="0" rIns="137097" bIns="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500" kern="1200"/>
            <a:t>没有被其他事物引用</a:t>
          </a:r>
        </a:p>
      </dsp:txBody>
      <dsp:txXfrm>
        <a:off x="295106" y="2750151"/>
        <a:ext cx="3555068" cy="665948"/>
      </dsp:txXfrm>
    </dsp:sp>
  </dsp:spTree>
</dsp:drawing>
</file>

<file path=ppt/diagrams/drawing3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20DC284-AB56-4E22-9B84-7E2CF72776EB}">
      <dsp:nvSpPr>
        <dsp:cNvPr id="0" name=""/>
        <dsp:cNvSpPr/>
      </dsp:nvSpPr>
      <dsp:spPr>
        <a:xfrm>
          <a:off x="0" y="69272"/>
          <a:ext cx="5760640" cy="109512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600" b="1" i="0" kern="1200"/>
            <a:t>这个</a:t>
          </a:r>
          <a:r>
            <a:rPr lang="en-US" altLang="zh-CN" sz="2600" b="1" i="0" kern="1200"/>
            <a:t>"</a:t>
          </a:r>
          <a:r>
            <a:rPr lang="zh-CN" altLang="en-US" sz="2600" b="1" i="0" kern="1200"/>
            <a:t>事物</a:t>
          </a:r>
          <a:r>
            <a:rPr lang="en-US" altLang="zh-CN" sz="2600" b="1" i="0" kern="1200"/>
            <a:t>"</a:t>
          </a:r>
          <a:r>
            <a:rPr lang="zh-CN" altLang="en-US" sz="2600" b="1" i="0" kern="1200"/>
            <a:t>是否需要被独立跟踪和管理？</a:t>
          </a:r>
          <a:endParaRPr lang="zh-CN" altLang="en-US" sz="2600" kern="1200" dirty="0"/>
        </a:p>
      </dsp:txBody>
      <dsp:txXfrm>
        <a:off x="53459" y="122731"/>
        <a:ext cx="5653722" cy="988202"/>
      </dsp:txXfrm>
    </dsp:sp>
    <dsp:sp modelId="{A075CB75-3BE6-41B7-9E6D-A89F3D58E61C}">
      <dsp:nvSpPr>
        <dsp:cNvPr id="0" name=""/>
        <dsp:cNvSpPr/>
      </dsp:nvSpPr>
      <dsp:spPr>
        <a:xfrm>
          <a:off x="0" y="1216635"/>
          <a:ext cx="5760640" cy="109512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600" b="1" i="0" kern="1200"/>
            <a:t>它是否有自己的属性？</a:t>
          </a:r>
          <a:endParaRPr lang="zh-CN" altLang="en-US" sz="2600" kern="1200" dirty="0"/>
        </a:p>
      </dsp:txBody>
      <dsp:txXfrm>
        <a:off x="53459" y="1270094"/>
        <a:ext cx="5653722" cy="988202"/>
      </dsp:txXfrm>
    </dsp:sp>
    <dsp:sp modelId="{30E1F346-C197-455C-846C-C4404604A93C}">
      <dsp:nvSpPr>
        <dsp:cNvPr id="0" name=""/>
        <dsp:cNvSpPr/>
      </dsp:nvSpPr>
      <dsp:spPr>
        <a:xfrm>
          <a:off x="0" y="2386635"/>
          <a:ext cx="5760640" cy="109512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600" b="1" i="0" kern="1200"/>
            <a:t>它是否会被多个其他事物引用？</a:t>
          </a:r>
          <a:endParaRPr lang="zh-CN" altLang="en-US" sz="2600" kern="1200" dirty="0"/>
        </a:p>
      </dsp:txBody>
      <dsp:txXfrm>
        <a:off x="53459" y="2440094"/>
        <a:ext cx="5653722" cy="988202"/>
      </dsp:txXfrm>
    </dsp:sp>
  </dsp:spTree>
</dsp:drawing>
</file>

<file path=ppt/diagrams/drawing3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24D0614-017F-4EF3-8417-02D20C0A8402}">
      <dsp:nvSpPr>
        <dsp:cNvPr id="0" name=""/>
        <dsp:cNvSpPr/>
      </dsp:nvSpPr>
      <dsp:spPr>
        <a:xfrm>
          <a:off x="669331" y="486860"/>
          <a:ext cx="1246598" cy="831481"/>
        </a:xfrm>
        <a:prstGeom prst="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000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30000" dir="5400000" rotWithShape="0">
            <a:srgbClr val="000000">
              <a:alpha val="4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-152400" extrusionH="63500" prstMaterial="dkEdge">
          <a:bevelT w="144450" h="363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0" tIns="99568" rIns="99568" bIns="99568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400" kern="1200">
              <a:latin typeface="微软雅黑" panose="020B0503020204020204" pitchFamily="34" charset="-122"/>
              <a:ea typeface="微软雅黑" panose="020B0503020204020204" pitchFamily="34" charset="-122"/>
            </a:rPr>
            <a:t>教师登录</a:t>
          </a:r>
        </a:p>
      </dsp:txBody>
      <dsp:txXfrm>
        <a:off x="868786" y="486860"/>
        <a:ext cx="1047142" cy="831481"/>
      </dsp:txXfrm>
    </dsp:sp>
    <dsp:sp modelId="{97EF61F5-6DF3-4662-BE5F-31EC06E5B201}">
      <dsp:nvSpPr>
        <dsp:cNvPr id="0" name=""/>
        <dsp:cNvSpPr/>
      </dsp:nvSpPr>
      <dsp:spPr>
        <a:xfrm>
          <a:off x="669331" y="1318341"/>
          <a:ext cx="1246598" cy="831481"/>
        </a:xfrm>
        <a:prstGeom prst="rect">
          <a:avLst/>
        </a:prstGeom>
        <a:solidFill>
          <a:schemeClr val="accent5">
            <a:tint val="40000"/>
            <a:alpha val="90000"/>
            <a:hueOff val="-2014986"/>
            <a:satOff val="3793"/>
            <a:lumOff val="574"/>
            <a:alphaOff val="0"/>
          </a:schemeClr>
        </a:solidFill>
        <a:ln w="10000" cap="flat" cmpd="sng" algn="ctr">
          <a:solidFill>
            <a:schemeClr val="accent5">
              <a:tint val="40000"/>
              <a:alpha val="90000"/>
              <a:hueOff val="-2014986"/>
              <a:satOff val="3793"/>
              <a:lumOff val="574"/>
              <a:alphaOff val="0"/>
            </a:schemeClr>
          </a:solidFill>
          <a:prstDash val="solid"/>
        </a:ln>
        <a:effectLst>
          <a:outerShdw blurRad="38100" dist="30000" dir="5400000" rotWithShape="0">
            <a:srgbClr val="000000">
              <a:alpha val="4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-152400" extrusionH="63500" prstMaterial="dkEdge">
          <a:bevelT w="144450" h="363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0" tIns="99568" rIns="99568" bIns="99568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4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学生登录</a:t>
          </a:r>
        </a:p>
      </dsp:txBody>
      <dsp:txXfrm>
        <a:off x="868786" y="1318341"/>
        <a:ext cx="1047142" cy="831481"/>
      </dsp:txXfrm>
    </dsp:sp>
    <dsp:sp modelId="{147B4034-3421-483C-9233-7D44DBEB1F64}">
      <dsp:nvSpPr>
        <dsp:cNvPr id="0" name=""/>
        <dsp:cNvSpPr/>
      </dsp:nvSpPr>
      <dsp:spPr>
        <a:xfrm>
          <a:off x="4478" y="154433"/>
          <a:ext cx="831065" cy="831065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30000" dir="5400000" rotWithShape="0">
            <a:srgbClr val="000000">
              <a:alpha val="4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400" kern="12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登录</a:t>
          </a:r>
        </a:p>
      </dsp:txBody>
      <dsp:txXfrm>
        <a:off x="126185" y="276140"/>
        <a:ext cx="587651" cy="587651"/>
      </dsp:txXfrm>
    </dsp:sp>
    <dsp:sp modelId="{C52E75FD-C1A4-4A31-914B-E6F623B79142}">
      <dsp:nvSpPr>
        <dsp:cNvPr id="0" name=""/>
        <dsp:cNvSpPr/>
      </dsp:nvSpPr>
      <dsp:spPr>
        <a:xfrm>
          <a:off x="2746995" y="486860"/>
          <a:ext cx="1246598" cy="831481"/>
        </a:xfrm>
        <a:prstGeom prst="rect">
          <a:avLst/>
        </a:prstGeom>
        <a:solidFill>
          <a:schemeClr val="accent5">
            <a:tint val="40000"/>
            <a:alpha val="90000"/>
            <a:hueOff val="-4029971"/>
            <a:satOff val="7586"/>
            <a:lumOff val="1147"/>
            <a:alphaOff val="0"/>
          </a:schemeClr>
        </a:solidFill>
        <a:ln w="10000" cap="flat" cmpd="sng" algn="ctr">
          <a:solidFill>
            <a:schemeClr val="accent5">
              <a:tint val="40000"/>
              <a:alpha val="90000"/>
              <a:hueOff val="-4029971"/>
              <a:satOff val="7586"/>
              <a:lumOff val="1147"/>
              <a:alphaOff val="0"/>
            </a:schemeClr>
          </a:solidFill>
          <a:prstDash val="solid"/>
        </a:ln>
        <a:effectLst>
          <a:outerShdw blurRad="38100" dist="30000" dir="5400000" rotWithShape="0">
            <a:srgbClr val="000000">
              <a:alpha val="4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-152400" extrusionH="63500" prstMaterial="dkEdge">
          <a:bevelT w="144450" h="363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0" tIns="99568" rIns="99568" bIns="99568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4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教师查询任务</a:t>
          </a:r>
        </a:p>
      </dsp:txBody>
      <dsp:txXfrm>
        <a:off x="2946450" y="486860"/>
        <a:ext cx="1047142" cy="831481"/>
      </dsp:txXfrm>
    </dsp:sp>
    <dsp:sp modelId="{6E8643E0-8BCF-4379-91E1-B5868ADE1B75}">
      <dsp:nvSpPr>
        <dsp:cNvPr id="0" name=""/>
        <dsp:cNvSpPr/>
      </dsp:nvSpPr>
      <dsp:spPr>
        <a:xfrm>
          <a:off x="2746995" y="1318341"/>
          <a:ext cx="1246598" cy="831481"/>
        </a:xfrm>
        <a:prstGeom prst="rect">
          <a:avLst/>
        </a:prstGeom>
        <a:solidFill>
          <a:schemeClr val="accent5">
            <a:tint val="40000"/>
            <a:alpha val="90000"/>
            <a:hueOff val="-6044956"/>
            <a:satOff val="11379"/>
            <a:lumOff val="1721"/>
            <a:alphaOff val="0"/>
          </a:schemeClr>
        </a:solidFill>
        <a:ln w="10000" cap="flat" cmpd="sng" algn="ctr">
          <a:solidFill>
            <a:schemeClr val="accent5">
              <a:tint val="40000"/>
              <a:alpha val="90000"/>
              <a:hueOff val="-6044956"/>
              <a:satOff val="11379"/>
              <a:lumOff val="1721"/>
              <a:alphaOff val="0"/>
            </a:schemeClr>
          </a:solidFill>
          <a:prstDash val="solid"/>
        </a:ln>
        <a:effectLst>
          <a:outerShdw blurRad="38100" dist="30000" dir="5400000" rotWithShape="0">
            <a:srgbClr val="000000">
              <a:alpha val="4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-152400" extrusionH="63500" prstMaterial="dkEdge">
          <a:bevelT w="144450" h="363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0" tIns="99568" rIns="99568" bIns="99568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400" kern="1200">
              <a:latin typeface="微软雅黑" panose="020B0503020204020204" pitchFamily="34" charset="-122"/>
              <a:ea typeface="微软雅黑" panose="020B0503020204020204" pitchFamily="34" charset="-122"/>
            </a:rPr>
            <a:t>教师、学生查询课表</a:t>
          </a:r>
        </a:p>
      </dsp:txBody>
      <dsp:txXfrm>
        <a:off x="2946450" y="1318341"/>
        <a:ext cx="1047142" cy="831481"/>
      </dsp:txXfrm>
    </dsp:sp>
    <dsp:sp modelId="{0D5D0DB2-6ADD-43AA-8445-D907ADDC9A4B}">
      <dsp:nvSpPr>
        <dsp:cNvPr id="0" name=""/>
        <dsp:cNvSpPr/>
      </dsp:nvSpPr>
      <dsp:spPr>
        <a:xfrm>
          <a:off x="2082142" y="154433"/>
          <a:ext cx="831065" cy="831065"/>
        </a:xfrm>
        <a:prstGeom prst="ellipse">
          <a:avLst/>
        </a:prstGeom>
        <a:solidFill>
          <a:schemeClr val="accent5">
            <a:hueOff val="-4673100"/>
            <a:satOff val="6871"/>
            <a:lumOff val="5882"/>
            <a:alphaOff val="0"/>
          </a:schemeClr>
        </a:solidFill>
        <a:ln>
          <a:noFill/>
        </a:ln>
        <a:effectLst>
          <a:outerShdw blurRad="38100" dist="30000" dir="5400000" rotWithShape="0">
            <a:srgbClr val="000000">
              <a:alpha val="4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400" kern="12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教学任务查询</a:t>
          </a:r>
        </a:p>
      </dsp:txBody>
      <dsp:txXfrm>
        <a:off x="2203849" y="276140"/>
        <a:ext cx="587651" cy="587651"/>
      </dsp:txXfrm>
    </dsp:sp>
    <dsp:sp modelId="{C11F7017-45DE-4E93-B1ED-78789F75BDDA}">
      <dsp:nvSpPr>
        <dsp:cNvPr id="0" name=""/>
        <dsp:cNvSpPr/>
      </dsp:nvSpPr>
      <dsp:spPr>
        <a:xfrm>
          <a:off x="4824658" y="486860"/>
          <a:ext cx="1246598" cy="831481"/>
        </a:xfrm>
        <a:prstGeom prst="rect">
          <a:avLst/>
        </a:prstGeom>
        <a:solidFill>
          <a:schemeClr val="accent5">
            <a:tint val="40000"/>
            <a:alpha val="90000"/>
            <a:hueOff val="-8059942"/>
            <a:satOff val="15173"/>
            <a:lumOff val="2295"/>
            <a:alphaOff val="0"/>
          </a:schemeClr>
        </a:solidFill>
        <a:ln w="10000" cap="flat" cmpd="sng" algn="ctr">
          <a:solidFill>
            <a:schemeClr val="accent5">
              <a:tint val="40000"/>
              <a:alpha val="90000"/>
              <a:hueOff val="-8059942"/>
              <a:satOff val="15173"/>
              <a:lumOff val="2295"/>
              <a:alphaOff val="0"/>
            </a:schemeClr>
          </a:solidFill>
          <a:prstDash val="solid"/>
        </a:ln>
        <a:effectLst>
          <a:outerShdw blurRad="38100" dist="30000" dir="5400000" rotWithShape="0">
            <a:srgbClr val="000000">
              <a:alpha val="4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-152400" extrusionH="63500" prstMaterial="dkEdge">
          <a:bevelT w="144450" h="363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0" tIns="99568" rIns="99568" bIns="99568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400" kern="1200">
              <a:latin typeface="微软雅黑" panose="020B0503020204020204" pitchFamily="34" charset="-122"/>
              <a:ea typeface="微软雅黑" panose="020B0503020204020204" pitchFamily="34" charset="-122"/>
            </a:rPr>
            <a:t>教师录入</a:t>
          </a:r>
        </a:p>
      </dsp:txBody>
      <dsp:txXfrm>
        <a:off x="5024114" y="486860"/>
        <a:ext cx="1047142" cy="831481"/>
      </dsp:txXfrm>
    </dsp:sp>
    <dsp:sp modelId="{12385320-EDEA-4BCA-802C-38AD4829BEBC}">
      <dsp:nvSpPr>
        <dsp:cNvPr id="0" name=""/>
        <dsp:cNvSpPr/>
      </dsp:nvSpPr>
      <dsp:spPr>
        <a:xfrm>
          <a:off x="4824658" y="1318341"/>
          <a:ext cx="1246598" cy="831481"/>
        </a:xfrm>
        <a:prstGeom prst="rect">
          <a:avLst/>
        </a:prstGeom>
        <a:solidFill>
          <a:schemeClr val="accent5">
            <a:tint val="40000"/>
            <a:alpha val="90000"/>
            <a:hueOff val="-10074927"/>
            <a:satOff val="18966"/>
            <a:lumOff val="2869"/>
            <a:alphaOff val="0"/>
          </a:schemeClr>
        </a:solidFill>
        <a:ln w="10000" cap="flat" cmpd="sng" algn="ctr">
          <a:solidFill>
            <a:schemeClr val="accent5">
              <a:tint val="40000"/>
              <a:alpha val="90000"/>
              <a:hueOff val="-10074927"/>
              <a:satOff val="18966"/>
              <a:lumOff val="2869"/>
              <a:alphaOff val="0"/>
            </a:schemeClr>
          </a:solidFill>
          <a:prstDash val="solid"/>
        </a:ln>
        <a:effectLst>
          <a:outerShdw blurRad="38100" dist="30000" dir="5400000" rotWithShape="0">
            <a:srgbClr val="000000">
              <a:alpha val="4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-152400" extrusionH="63500" prstMaterial="dkEdge">
          <a:bevelT w="144450" h="363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0" tIns="99568" rIns="99568" bIns="99568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400" kern="1200">
              <a:latin typeface="微软雅黑" panose="020B0503020204020204" pitchFamily="34" charset="-122"/>
              <a:ea typeface="微软雅黑" panose="020B0503020204020204" pitchFamily="34" charset="-122"/>
            </a:rPr>
            <a:t>学生查询</a:t>
          </a:r>
        </a:p>
      </dsp:txBody>
      <dsp:txXfrm>
        <a:off x="5024114" y="1318341"/>
        <a:ext cx="1047142" cy="831481"/>
      </dsp:txXfrm>
    </dsp:sp>
    <dsp:sp modelId="{686EF531-998D-480E-B029-DD2D15E4AE6A}">
      <dsp:nvSpPr>
        <dsp:cNvPr id="0" name=""/>
        <dsp:cNvSpPr/>
      </dsp:nvSpPr>
      <dsp:spPr>
        <a:xfrm>
          <a:off x="4159806" y="154433"/>
          <a:ext cx="831065" cy="831065"/>
        </a:xfrm>
        <a:prstGeom prst="ellipse">
          <a:avLst/>
        </a:prstGeom>
        <a:solidFill>
          <a:schemeClr val="accent5">
            <a:hueOff val="-9346199"/>
            <a:satOff val="13742"/>
            <a:lumOff val="11765"/>
            <a:alphaOff val="0"/>
          </a:schemeClr>
        </a:solidFill>
        <a:ln>
          <a:noFill/>
        </a:ln>
        <a:effectLst>
          <a:outerShdw blurRad="38100" dist="30000" dir="5400000" rotWithShape="0">
            <a:srgbClr val="000000">
              <a:alpha val="4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400" kern="12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教学成绩查询</a:t>
          </a:r>
        </a:p>
      </dsp:txBody>
      <dsp:txXfrm>
        <a:off x="4281513" y="276140"/>
        <a:ext cx="587651" cy="587651"/>
      </dsp:txXfrm>
    </dsp:sp>
    <dsp:sp modelId="{E35035F8-D944-4631-8634-1AA786F4AF85}">
      <dsp:nvSpPr>
        <dsp:cNvPr id="0" name=""/>
        <dsp:cNvSpPr/>
      </dsp:nvSpPr>
      <dsp:spPr>
        <a:xfrm>
          <a:off x="6902322" y="486860"/>
          <a:ext cx="1246598" cy="831481"/>
        </a:xfrm>
        <a:prstGeom prst="rect">
          <a:avLst/>
        </a:prstGeom>
        <a:solidFill>
          <a:schemeClr val="accent5">
            <a:tint val="40000"/>
            <a:alpha val="90000"/>
            <a:hueOff val="-12089912"/>
            <a:satOff val="22759"/>
            <a:lumOff val="3442"/>
            <a:alphaOff val="0"/>
          </a:schemeClr>
        </a:solidFill>
        <a:ln w="10000" cap="flat" cmpd="sng" algn="ctr">
          <a:solidFill>
            <a:schemeClr val="accent5">
              <a:tint val="40000"/>
              <a:alpha val="90000"/>
              <a:hueOff val="-12089912"/>
              <a:satOff val="22759"/>
              <a:lumOff val="3442"/>
              <a:alphaOff val="0"/>
            </a:schemeClr>
          </a:solidFill>
          <a:prstDash val="solid"/>
        </a:ln>
        <a:effectLst>
          <a:outerShdw blurRad="38100" dist="30000" dir="5400000" rotWithShape="0">
            <a:srgbClr val="000000">
              <a:alpha val="4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-152400" extrusionH="63500" prstMaterial="dkEdge">
          <a:bevelT w="144450" h="363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0" tIns="99568" rIns="99568" bIns="99568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400" kern="1200">
              <a:latin typeface="微软雅黑" panose="020B0503020204020204" pitchFamily="34" charset="-122"/>
              <a:ea typeface="微软雅黑" panose="020B0503020204020204" pitchFamily="34" charset="-122"/>
            </a:rPr>
            <a:t>教师修改密码</a:t>
          </a:r>
        </a:p>
      </dsp:txBody>
      <dsp:txXfrm>
        <a:off x="7101778" y="486860"/>
        <a:ext cx="1047142" cy="831481"/>
      </dsp:txXfrm>
    </dsp:sp>
    <dsp:sp modelId="{E5DD4614-2ED8-4800-A548-C8BC84F65110}">
      <dsp:nvSpPr>
        <dsp:cNvPr id="0" name=""/>
        <dsp:cNvSpPr/>
      </dsp:nvSpPr>
      <dsp:spPr>
        <a:xfrm>
          <a:off x="6902322" y="1318341"/>
          <a:ext cx="1246598" cy="831481"/>
        </a:xfrm>
        <a:prstGeom prst="rect">
          <a:avLst/>
        </a:prstGeom>
        <a:solidFill>
          <a:schemeClr val="accent5">
            <a:tint val="40000"/>
            <a:alpha val="90000"/>
            <a:hueOff val="-14104897"/>
            <a:satOff val="26552"/>
            <a:lumOff val="4016"/>
            <a:alphaOff val="0"/>
          </a:schemeClr>
        </a:solidFill>
        <a:ln w="10000" cap="flat" cmpd="sng" algn="ctr">
          <a:solidFill>
            <a:schemeClr val="accent5">
              <a:tint val="40000"/>
              <a:alpha val="90000"/>
              <a:hueOff val="-14104897"/>
              <a:satOff val="26552"/>
              <a:lumOff val="4016"/>
              <a:alphaOff val="0"/>
            </a:schemeClr>
          </a:solidFill>
          <a:prstDash val="solid"/>
        </a:ln>
        <a:effectLst>
          <a:outerShdw blurRad="38100" dist="30000" dir="5400000" rotWithShape="0">
            <a:srgbClr val="000000">
              <a:alpha val="4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-152400" extrusionH="63500" prstMaterial="dkEdge">
          <a:bevelT w="144450" h="363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0" tIns="99568" rIns="99568" bIns="99568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400" kern="1200">
              <a:latin typeface="微软雅黑" panose="020B0503020204020204" pitchFamily="34" charset="-122"/>
              <a:ea typeface="微软雅黑" panose="020B0503020204020204" pitchFamily="34" charset="-122"/>
            </a:rPr>
            <a:t>学生修改密码</a:t>
          </a:r>
        </a:p>
      </dsp:txBody>
      <dsp:txXfrm>
        <a:off x="7101778" y="1318341"/>
        <a:ext cx="1047142" cy="831481"/>
      </dsp:txXfrm>
    </dsp:sp>
    <dsp:sp modelId="{69FD1B17-298B-4FF5-9874-3A9B8C1EBA66}">
      <dsp:nvSpPr>
        <dsp:cNvPr id="0" name=""/>
        <dsp:cNvSpPr/>
      </dsp:nvSpPr>
      <dsp:spPr>
        <a:xfrm>
          <a:off x="6237470" y="154433"/>
          <a:ext cx="831065" cy="831065"/>
        </a:xfrm>
        <a:prstGeom prst="ellipse">
          <a:avLst/>
        </a:prstGeom>
        <a:solidFill>
          <a:schemeClr val="accent5">
            <a:hueOff val="-14019298"/>
            <a:satOff val="20613"/>
            <a:lumOff val="17647"/>
            <a:alphaOff val="0"/>
          </a:schemeClr>
        </a:solidFill>
        <a:ln>
          <a:noFill/>
        </a:ln>
        <a:effectLst>
          <a:outerShdw blurRad="38100" dist="30000" dir="5400000" rotWithShape="0">
            <a:srgbClr val="000000">
              <a:alpha val="4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400" kern="12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用户设置</a:t>
          </a:r>
        </a:p>
      </dsp:txBody>
      <dsp:txXfrm>
        <a:off x="6359177" y="276140"/>
        <a:ext cx="587651" cy="587651"/>
      </dsp:txXfrm>
    </dsp:sp>
  </dsp:spTree>
</dsp:drawing>
</file>

<file path=ppt/diagrams/drawing3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A01074E-4CA1-46E1-8664-79ED1E636BE3}">
      <dsp:nvSpPr>
        <dsp:cNvPr id="0" name=""/>
        <dsp:cNvSpPr/>
      </dsp:nvSpPr>
      <dsp:spPr>
        <a:xfrm>
          <a:off x="2911" y="280935"/>
          <a:ext cx="1033928" cy="620357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30000" dir="5400000" rotWithShape="0">
            <a:srgbClr val="000000">
              <a:alpha val="4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700" kern="1200"/>
            <a:t>学生</a:t>
          </a:r>
          <a:endParaRPr lang="zh-CN" altLang="en-US" sz="1700" kern="1200" dirty="0"/>
        </a:p>
      </dsp:txBody>
      <dsp:txXfrm>
        <a:off x="2911" y="280935"/>
        <a:ext cx="1033928" cy="620357"/>
      </dsp:txXfrm>
    </dsp:sp>
    <dsp:sp modelId="{A47A6802-A165-416B-8284-6B0B261E88E4}">
      <dsp:nvSpPr>
        <dsp:cNvPr id="0" name=""/>
        <dsp:cNvSpPr/>
      </dsp:nvSpPr>
      <dsp:spPr>
        <a:xfrm>
          <a:off x="1140233" y="280935"/>
          <a:ext cx="1033928" cy="620357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30000" dir="5400000" rotWithShape="0">
            <a:srgbClr val="000000">
              <a:alpha val="4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700" kern="1200"/>
            <a:t>班级</a:t>
          </a:r>
          <a:endParaRPr lang="zh-CN" altLang="en-US" sz="1700" kern="1200" dirty="0"/>
        </a:p>
      </dsp:txBody>
      <dsp:txXfrm>
        <a:off x="1140233" y="280935"/>
        <a:ext cx="1033928" cy="620357"/>
      </dsp:txXfrm>
    </dsp:sp>
    <dsp:sp modelId="{26839EFD-8CBB-4F0F-8282-BEBC7B369B67}">
      <dsp:nvSpPr>
        <dsp:cNvPr id="0" name=""/>
        <dsp:cNvSpPr/>
      </dsp:nvSpPr>
      <dsp:spPr>
        <a:xfrm>
          <a:off x="2277554" y="280935"/>
          <a:ext cx="1033928" cy="620357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30000" dir="5400000" rotWithShape="0">
            <a:srgbClr val="000000">
              <a:alpha val="4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700" kern="1200"/>
            <a:t>专业</a:t>
          </a:r>
          <a:endParaRPr lang="zh-CN" altLang="en-US" sz="1700" kern="1200" dirty="0"/>
        </a:p>
      </dsp:txBody>
      <dsp:txXfrm>
        <a:off x="2277554" y="280935"/>
        <a:ext cx="1033928" cy="620357"/>
      </dsp:txXfrm>
    </dsp:sp>
    <dsp:sp modelId="{DADA1FB8-C3DA-4583-BCCA-1AAA5F491603}">
      <dsp:nvSpPr>
        <dsp:cNvPr id="0" name=""/>
        <dsp:cNvSpPr/>
      </dsp:nvSpPr>
      <dsp:spPr>
        <a:xfrm>
          <a:off x="3414875" y="280935"/>
          <a:ext cx="1033928" cy="620357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30000" dir="5400000" rotWithShape="0">
            <a:srgbClr val="000000">
              <a:alpha val="4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700" kern="1200"/>
            <a:t>二级学院</a:t>
          </a:r>
          <a:endParaRPr lang="zh-CN" altLang="en-US" sz="1700" kern="1200" dirty="0"/>
        </a:p>
      </dsp:txBody>
      <dsp:txXfrm>
        <a:off x="3414875" y="280935"/>
        <a:ext cx="1033928" cy="620357"/>
      </dsp:txXfrm>
    </dsp:sp>
    <dsp:sp modelId="{7E70DEA7-A7BA-4D5B-9C98-C4FE92695C71}">
      <dsp:nvSpPr>
        <dsp:cNvPr id="0" name=""/>
        <dsp:cNvSpPr/>
      </dsp:nvSpPr>
      <dsp:spPr>
        <a:xfrm>
          <a:off x="4552196" y="280935"/>
          <a:ext cx="1033928" cy="620357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30000" dir="5400000" rotWithShape="0">
            <a:srgbClr val="000000">
              <a:alpha val="4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700" kern="1200" dirty="0"/>
            <a:t>教师</a:t>
          </a:r>
        </a:p>
      </dsp:txBody>
      <dsp:txXfrm>
        <a:off x="4552196" y="280935"/>
        <a:ext cx="1033928" cy="620357"/>
      </dsp:txXfrm>
    </dsp:sp>
    <dsp:sp modelId="{1E56C6A3-9D39-4546-8F58-D182C9E0525C}">
      <dsp:nvSpPr>
        <dsp:cNvPr id="0" name=""/>
        <dsp:cNvSpPr/>
      </dsp:nvSpPr>
      <dsp:spPr>
        <a:xfrm>
          <a:off x="5689518" y="280935"/>
          <a:ext cx="1033928" cy="620357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30000" dir="5400000" rotWithShape="0">
            <a:srgbClr val="000000">
              <a:alpha val="4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700" kern="1200"/>
            <a:t>课程</a:t>
          </a:r>
          <a:endParaRPr lang="zh-CN" altLang="en-US" sz="1700" kern="1200" dirty="0"/>
        </a:p>
      </dsp:txBody>
      <dsp:txXfrm>
        <a:off x="5689518" y="280935"/>
        <a:ext cx="1033928" cy="620357"/>
      </dsp:txXfrm>
    </dsp:sp>
    <dsp:sp modelId="{1E4A9677-3117-46F9-933E-0D18B86443E3}">
      <dsp:nvSpPr>
        <dsp:cNvPr id="0" name=""/>
        <dsp:cNvSpPr/>
      </dsp:nvSpPr>
      <dsp:spPr>
        <a:xfrm>
          <a:off x="6826839" y="280935"/>
          <a:ext cx="1033928" cy="620357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30000" dir="5400000" rotWithShape="0">
            <a:srgbClr val="000000">
              <a:alpha val="4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700" kern="1200" dirty="0"/>
            <a:t>教学任务</a:t>
          </a:r>
        </a:p>
      </dsp:txBody>
      <dsp:txXfrm>
        <a:off x="6826839" y="280935"/>
        <a:ext cx="1033928" cy="620357"/>
      </dsp:txXfrm>
    </dsp:sp>
    <dsp:sp modelId="{1EACC1AA-85F8-442B-8B1D-91764E0FDA50}">
      <dsp:nvSpPr>
        <dsp:cNvPr id="0" name=""/>
        <dsp:cNvSpPr/>
      </dsp:nvSpPr>
      <dsp:spPr>
        <a:xfrm>
          <a:off x="7964160" y="280935"/>
          <a:ext cx="1033928" cy="620357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30000" dir="5400000" rotWithShape="0">
            <a:srgbClr val="000000">
              <a:alpha val="4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700" kern="1200" dirty="0"/>
            <a:t>成绩</a:t>
          </a:r>
        </a:p>
      </dsp:txBody>
      <dsp:txXfrm>
        <a:off x="7964160" y="280935"/>
        <a:ext cx="1033928" cy="620357"/>
      </dsp:txXfrm>
    </dsp:sp>
  </dsp:spTree>
</dsp:drawing>
</file>

<file path=ppt/diagrams/drawing3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A01074E-4CA1-46E1-8664-79ED1E636BE3}">
      <dsp:nvSpPr>
        <dsp:cNvPr id="0" name=""/>
        <dsp:cNvSpPr/>
      </dsp:nvSpPr>
      <dsp:spPr>
        <a:xfrm>
          <a:off x="2961" y="240402"/>
          <a:ext cx="1051444" cy="630866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30000" dir="5400000" rotWithShape="0">
            <a:srgbClr val="000000">
              <a:alpha val="4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700" kern="1200"/>
            <a:t>学生</a:t>
          </a:r>
          <a:endParaRPr lang="zh-CN" altLang="en-US" sz="1700" kern="1200" dirty="0"/>
        </a:p>
      </dsp:txBody>
      <dsp:txXfrm>
        <a:off x="2961" y="240402"/>
        <a:ext cx="1051444" cy="630866"/>
      </dsp:txXfrm>
    </dsp:sp>
    <dsp:sp modelId="{35383FF5-726A-4216-B585-47522D0D8161}">
      <dsp:nvSpPr>
        <dsp:cNvPr id="0" name=""/>
        <dsp:cNvSpPr/>
      </dsp:nvSpPr>
      <dsp:spPr>
        <a:xfrm>
          <a:off x="1159550" y="240402"/>
          <a:ext cx="1051444" cy="630866"/>
        </a:xfrm>
        <a:prstGeom prst="rect">
          <a:avLst/>
        </a:prstGeom>
        <a:solidFill>
          <a:srgbClr val="36A56E"/>
        </a:solidFill>
        <a:ln>
          <a:solidFill>
            <a:srgbClr val="FF0000"/>
          </a:solidFill>
        </a:ln>
        <a:effectLst>
          <a:outerShdw blurRad="38100" dist="30000" dir="5400000" rotWithShape="0">
            <a:srgbClr val="000000">
              <a:alpha val="4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700" kern="1200"/>
            <a:t>班级</a:t>
          </a:r>
          <a:endParaRPr lang="zh-CN" altLang="en-US" sz="1700" kern="1200" dirty="0"/>
        </a:p>
      </dsp:txBody>
      <dsp:txXfrm>
        <a:off x="1159550" y="240402"/>
        <a:ext cx="1051444" cy="630866"/>
      </dsp:txXfrm>
    </dsp:sp>
    <dsp:sp modelId="{7E70DEA7-A7BA-4D5B-9C98-C4FE92695C71}">
      <dsp:nvSpPr>
        <dsp:cNvPr id="0" name=""/>
        <dsp:cNvSpPr/>
      </dsp:nvSpPr>
      <dsp:spPr>
        <a:xfrm>
          <a:off x="2316139" y="240402"/>
          <a:ext cx="1051444" cy="630866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30000" dir="5400000" rotWithShape="0">
            <a:srgbClr val="000000">
              <a:alpha val="4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700" kern="1200" dirty="0"/>
            <a:t>教师</a:t>
          </a:r>
        </a:p>
      </dsp:txBody>
      <dsp:txXfrm>
        <a:off x="2316139" y="240402"/>
        <a:ext cx="1051444" cy="630866"/>
      </dsp:txXfrm>
    </dsp:sp>
    <dsp:sp modelId="{6DA0140B-FF9E-4923-8187-32E8CF73DEA6}">
      <dsp:nvSpPr>
        <dsp:cNvPr id="0" name=""/>
        <dsp:cNvSpPr/>
      </dsp:nvSpPr>
      <dsp:spPr>
        <a:xfrm>
          <a:off x="3472728" y="240402"/>
          <a:ext cx="1051444" cy="630866"/>
        </a:xfrm>
        <a:prstGeom prst="rect">
          <a:avLst/>
        </a:prstGeom>
        <a:solidFill>
          <a:srgbClr val="4EB1CD"/>
        </a:solidFill>
        <a:ln>
          <a:solidFill>
            <a:srgbClr val="FF0000"/>
          </a:solidFill>
        </a:ln>
        <a:effectLst>
          <a:outerShdw blurRad="38100" dist="30000" dir="5400000" rotWithShape="0">
            <a:srgbClr val="000000">
              <a:alpha val="4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700" kern="1200"/>
            <a:t>专业</a:t>
          </a:r>
          <a:endParaRPr lang="zh-CN" altLang="en-US" sz="1700" kern="1200" dirty="0"/>
        </a:p>
      </dsp:txBody>
      <dsp:txXfrm>
        <a:off x="3472728" y="240402"/>
        <a:ext cx="1051444" cy="630866"/>
      </dsp:txXfrm>
    </dsp:sp>
    <dsp:sp modelId="{88CE451D-9B9C-47F2-A291-5637A18997AA}">
      <dsp:nvSpPr>
        <dsp:cNvPr id="0" name=""/>
        <dsp:cNvSpPr/>
      </dsp:nvSpPr>
      <dsp:spPr>
        <a:xfrm>
          <a:off x="4629317" y="240402"/>
          <a:ext cx="1051444" cy="630866"/>
        </a:xfrm>
        <a:prstGeom prst="rect">
          <a:avLst/>
        </a:prstGeom>
        <a:solidFill>
          <a:srgbClr val="50C2F7"/>
        </a:solidFill>
        <a:ln>
          <a:solidFill>
            <a:srgbClr val="FF0000"/>
          </a:solidFill>
        </a:ln>
        <a:effectLst>
          <a:outerShdw blurRad="38100" dist="30000" dir="5400000" rotWithShape="0">
            <a:srgbClr val="000000">
              <a:alpha val="4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700" kern="1200"/>
            <a:t>二级学院</a:t>
          </a:r>
          <a:endParaRPr lang="zh-CN" altLang="en-US" sz="1700" kern="1200" dirty="0"/>
        </a:p>
      </dsp:txBody>
      <dsp:txXfrm>
        <a:off x="4629317" y="240402"/>
        <a:ext cx="1051444" cy="630866"/>
      </dsp:txXfrm>
    </dsp:sp>
    <dsp:sp modelId="{183F9AF7-E2C6-46EC-9154-D3CBABF296E0}">
      <dsp:nvSpPr>
        <dsp:cNvPr id="0" name=""/>
        <dsp:cNvSpPr/>
      </dsp:nvSpPr>
      <dsp:spPr>
        <a:xfrm>
          <a:off x="5785906" y="240402"/>
          <a:ext cx="1051444" cy="630866"/>
        </a:xfrm>
        <a:prstGeom prst="rect">
          <a:avLst/>
        </a:prstGeom>
        <a:solidFill>
          <a:srgbClr val="62A336"/>
        </a:solidFill>
        <a:ln>
          <a:noFill/>
        </a:ln>
        <a:effectLst>
          <a:outerShdw blurRad="38100" dist="30000" dir="5400000" rotWithShape="0">
            <a:srgbClr val="000000">
              <a:alpha val="4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700" kern="1200"/>
            <a:t>课程</a:t>
          </a:r>
          <a:endParaRPr lang="zh-CN" altLang="en-US" sz="1700" kern="1200" dirty="0"/>
        </a:p>
      </dsp:txBody>
      <dsp:txXfrm>
        <a:off x="5785906" y="240402"/>
        <a:ext cx="1051444" cy="630866"/>
      </dsp:txXfrm>
    </dsp:sp>
    <dsp:sp modelId="{1E4A9677-3117-46F9-933E-0D18B86443E3}">
      <dsp:nvSpPr>
        <dsp:cNvPr id="0" name=""/>
        <dsp:cNvSpPr/>
      </dsp:nvSpPr>
      <dsp:spPr>
        <a:xfrm>
          <a:off x="6942496" y="240402"/>
          <a:ext cx="1051444" cy="630866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30000" dir="5400000" rotWithShape="0">
            <a:srgbClr val="000000">
              <a:alpha val="4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700" kern="1200" dirty="0"/>
            <a:t>教学任务</a:t>
          </a:r>
        </a:p>
      </dsp:txBody>
      <dsp:txXfrm>
        <a:off x="6942496" y="240402"/>
        <a:ext cx="1051444" cy="630866"/>
      </dsp:txXfrm>
    </dsp:sp>
    <dsp:sp modelId="{1EACC1AA-85F8-442B-8B1D-91764E0FDA50}">
      <dsp:nvSpPr>
        <dsp:cNvPr id="0" name=""/>
        <dsp:cNvSpPr/>
      </dsp:nvSpPr>
      <dsp:spPr>
        <a:xfrm>
          <a:off x="8099085" y="240402"/>
          <a:ext cx="1051444" cy="630866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30000" dir="5400000" rotWithShape="0">
            <a:srgbClr val="000000">
              <a:alpha val="4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700" kern="1200" dirty="0"/>
            <a:t>成绩</a:t>
          </a:r>
        </a:p>
      </dsp:txBody>
      <dsp:txXfrm>
        <a:off x="8099085" y="240402"/>
        <a:ext cx="1051444" cy="630866"/>
      </dsp:txXfrm>
    </dsp:sp>
  </dsp:spTree>
</dsp:drawing>
</file>

<file path=ppt/diagrams/drawing3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C59BF54-2D6D-4CBA-BCB0-063A0A446C0A}">
      <dsp:nvSpPr>
        <dsp:cNvPr id="0" name=""/>
        <dsp:cNvSpPr/>
      </dsp:nvSpPr>
      <dsp:spPr>
        <a:xfrm>
          <a:off x="0" y="643604"/>
          <a:ext cx="9793088" cy="19813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0052" tIns="708152" rIns="760052" bIns="241808" numCol="1" spcCol="1270" anchor="t" anchorCtr="0">
          <a:noAutofit/>
        </a:bodyPr>
        <a:lstStyle/>
        <a:p>
          <a:pPr marL="285750" lvl="1" indent="-285750" algn="l" defTabSz="1511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3400" kern="1200"/>
            <a:t>学生选课后会形成一个临时的选修班，现有</a:t>
          </a:r>
          <a:r>
            <a:rPr lang="en-US" altLang="zh-CN" sz="3400" kern="1200"/>
            <a:t>ER</a:t>
          </a:r>
          <a:r>
            <a:rPr lang="zh-CN" altLang="en-US" sz="3400" kern="1200"/>
            <a:t>图无法体现学生和临时班级的关系</a:t>
          </a:r>
        </a:p>
      </dsp:txBody>
      <dsp:txXfrm>
        <a:off x="0" y="643604"/>
        <a:ext cx="9793088" cy="1981350"/>
      </dsp:txXfrm>
    </dsp:sp>
    <dsp:sp modelId="{E9BF7B46-43D1-404A-8FE5-E2FD362FF108}">
      <dsp:nvSpPr>
        <dsp:cNvPr id="0" name=""/>
        <dsp:cNvSpPr/>
      </dsp:nvSpPr>
      <dsp:spPr>
        <a:xfrm>
          <a:off x="489654" y="134343"/>
          <a:ext cx="6855161" cy="10036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9109" tIns="0" rIns="259109" bIns="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3400" kern="1200"/>
            <a:t>现有</a:t>
          </a:r>
          <a:r>
            <a:rPr lang="en-US" altLang="zh-CN" sz="3400" kern="1200"/>
            <a:t>ER</a:t>
          </a:r>
          <a:r>
            <a:rPr lang="zh-CN" altLang="en-US" sz="3400" kern="1200"/>
            <a:t>图的缺陷</a:t>
          </a:r>
        </a:p>
      </dsp:txBody>
      <dsp:txXfrm>
        <a:off x="538650" y="183339"/>
        <a:ext cx="6757169" cy="905688"/>
      </dsp:txXfrm>
    </dsp:sp>
    <dsp:sp modelId="{2A144ADD-8975-4F1A-A979-9EC262DD6EC0}">
      <dsp:nvSpPr>
        <dsp:cNvPr id="0" name=""/>
        <dsp:cNvSpPr/>
      </dsp:nvSpPr>
      <dsp:spPr>
        <a:xfrm>
          <a:off x="0" y="3302973"/>
          <a:ext cx="9793088" cy="19813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0052" tIns="708152" rIns="760052" bIns="241808" numCol="1" spcCol="1270" anchor="t" anchorCtr="0">
          <a:noAutofit/>
        </a:bodyPr>
        <a:lstStyle/>
        <a:p>
          <a:pPr marL="285750" lvl="1" indent="-285750" algn="l" defTabSz="1511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3400" kern="1200"/>
            <a:t>尝试在现有的</a:t>
          </a:r>
          <a:r>
            <a:rPr lang="en-US" altLang="zh-CN" sz="3400" kern="1200"/>
            <a:t>ER</a:t>
          </a:r>
          <a:r>
            <a:rPr lang="zh-CN" altLang="en-US" sz="3400" kern="1200"/>
            <a:t>图的基础上完成改进，满足学生选课的需要</a:t>
          </a:r>
        </a:p>
      </dsp:txBody>
      <dsp:txXfrm>
        <a:off x="0" y="3302973"/>
        <a:ext cx="9793088" cy="1981350"/>
      </dsp:txXfrm>
    </dsp:sp>
    <dsp:sp modelId="{E2292C64-B52E-4856-852D-5E2BD57D1A09}">
      <dsp:nvSpPr>
        <dsp:cNvPr id="0" name=""/>
        <dsp:cNvSpPr/>
      </dsp:nvSpPr>
      <dsp:spPr>
        <a:xfrm>
          <a:off x="489654" y="2801133"/>
          <a:ext cx="6855161" cy="10036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9109" tIns="0" rIns="259109" bIns="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3400" kern="1200"/>
            <a:t>课后作业（不计分）</a:t>
          </a:r>
        </a:p>
      </dsp:txBody>
      <dsp:txXfrm>
        <a:off x="538650" y="2850129"/>
        <a:ext cx="6757169" cy="905688"/>
      </dsp:txXfrm>
    </dsp:sp>
  </dsp:spTree>
</dsp:drawing>
</file>

<file path=ppt/diagrams/drawing3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0C7C96A-D70E-4B06-8C11-3331B1B2F520}">
      <dsp:nvSpPr>
        <dsp:cNvPr id="0" name=""/>
        <dsp:cNvSpPr/>
      </dsp:nvSpPr>
      <dsp:spPr>
        <a:xfrm>
          <a:off x="0" y="746362"/>
          <a:ext cx="10871200" cy="38745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43726" tIns="624840" rIns="843726" bIns="213360" numCol="1" spcCol="1270" anchor="t" anchorCtr="0">
          <a:noAutofit/>
        </a:bodyPr>
        <a:lstStyle/>
        <a:p>
          <a:pPr marL="285750" lvl="1" indent="-285750" algn="l" defTabSz="1333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3000" kern="1200" dirty="0"/>
            <a:t>作业内容：</a:t>
          </a:r>
        </a:p>
        <a:p>
          <a:pPr marL="571500" lvl="2" indent="-285750" algn="l" defTabSz="1333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3000" kern="1200" dirty="0"/>
            <a:t>作业一：</a:t>
          </a:r>
          <a:r>
            <a:rPr lang="zh-CN" altLang="en-US" sz="3000" kern="1200"/>
            <a:t>手绘</a:t>
          </a:r>
          <a:r>
            <a:rPr lang="zh-CN" altLang="en-US" sz="3000" kern="1200">
              <a:highlight>
                <a:srgbClr val="FFFF00"/>
              </a:highlight>
            </a:rPr>
            <a:t>优化后</a:t>
          </a:r>
          <a:r>
            <a:rPr lang="zh-CN" altLang="en-US" sz="3000" kern="1200"/>
            <a:t>的教务管理系统</a:t>
          </a:r>
          <a:r>
            <a:rPr lang="en-US" altLang="zh-CN" sz="3000" kern="1200"/>
            <a:t>ER</a:t>
          </a:r>
          <a:r>
            <a:rPr lang="zh-CN" altLang="en-US" sz="3000" kern="1200"/>
            <a:t>图后，</a:t>
          </a:r>
          <a:r>
            <a:rPr lang="zh-CN" altLang="en-US" sz="3000" kern="1200">
              <a:highlight>
                <a:srgbClr val="FFFF00"/>
              </a:highlight>
            </a:rPr>
            <a:t>签上自己的名字拍照</a:t>
          </a:r>
          <a:endParaRPr lang="zh-CN" altLang="en-US" sz="3000" kern="1200" dirty="0">
            <a:highlight>
              <a:srgbClr val="FFFF00"/>
            </a:highlight>
          </a:endParaRPr>
        </a:p>
        <a:p>
          <a:pPr marL="571500" lvl="2" indent="-285750" algn="l" defTabSz="1333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3000" kern="1200"/>
            <a:t>作业一：</a:t>
          </a:r>
          <a:r>
            <a:rPr lang="en-US" altLang="zh-CN" sz="3000" kern="1200"/>
            <a:t>ER</a:t>
          </a:r>
          <a:r>
            <a:rPr lang="zh-CN" altLang="en-US" sz="3000" kern="1200"/>
            <a:t>图优化细节表（讲义表</a:t>
          </a:r>
          <a:r>
            <a:rPr lang="en-US" altLang="zh-CN" sz="3000" kern="1200"/>
            <a:t>2-3</a:t>
          </a:r>
          <a:r>
            <a:rPr lang="zh-CN" altLang="en-US" sz="3000" kern="1200"/>
            <a:t>）</a:t>
          </a:r>
          <a:endParaRPr lang="zh-CN" altLang="en-US" sz="3000" kern="1200" dirty="0"/>
        </a:p>
        <a:p>
          <a:pPr marL="285750" lvl="1" indent="-285750" algn="l" defTabSz="1333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3000" kern="1200" dirty="0"/>
            <a:t>提交标识和评分</a:t>
          </a:r>
        </a:p>
        <a:p>
          <a:pPr marL="571500" lvl="2" indent="-285750" algn="l" defTabSz="1333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3000" kern="1200" dirty="0"/>
            <a:t>在每一页的手绘图上手写</a:t>
          </a:r>
          <a:r>
            <a:rPr lang="zh-CN" altLang="en-US" sz="3000" kern="1200"/>
            <a:t>自己的中文名字。</a:t>
          </a:r>
          <a:endParaRPr lang="zh-CN" altLang="en-US" sz="3000" kern="1200" dirty="0"/>
        </a:p>
      </dsp:txBody>
      <dsp:txXfrm>
        <a:off x="0" y="746362"/>
        <a:ext cx="10871200" cy="3874500"/>
      </dsp:txXfrm>
    </dsp:sp>
    <dsp:sp modelId="{3B0DD7CE-2312-4BF0-8EC8-4336C16D2173}">
      <dsp:nvSpPr>
        <dsp:cNvPr id="0" name=""/>
        <dsp:cNvSpPr/>
      </dsp:nvSpPr>
      <dsp:spPr>
        <a:xfrm>
          <a:off x="543560" y="303562"/>
          <a:ext cx="7609840" cy="885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7634" tIns="0" rIns="287634" bIns="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3000" kern="1200"/>
            <a:t>提交要求（把</a:t>
          </a:r>
          <a:r>
            <a:rPr lang="en-US" altLang="zh-CN" sz="3000" kern="1200"/>
            <a:t>1</a:t>
          </a:r>
          <a:r>
            <a:rPr lang="zh-CN" altLang="en-US" sz="3000" kern="1200"/>
            <a:t>个图片合并为一个</a:t>
          </a:r>
          <a:r>
            <a:rPr lang="en-US" altLang="zh-CN" sz="3000" kern="1200"/>
            <a:t>pdf</a:t>
          </a:r>
          <a:r>
            <a:rPr lang="zh-CN" altLang="en-US" sz="3000" kern="1200"/>
            <a:t>文件）</a:t>
          </a:r>
        </a:p>
      </dsp:txBody>
      <dsp:txXfrm>
        <a:off x="586791" y="346793"/>
        <a:ext cx="7523378" cy="79913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8/layout/CaptionedPictures">
  <dgm:title val=""/>
  <dgm:desc val=""/>
  <dgm:catLst>
    <dgm:cat type="picture" pri="5000"/>
    <dgm:cat type="pictureconvert" pri="50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60" srcId="0" destId="10" srcOrd="0" destOrd="0"/>
        <dgm:cxn modelId="12" srcId="10" destId="11" srcOrd="0" destOrd="0"/>
        <dgm:cxn modelId="70" srcId="0" destId="20" srcOrd="1" destOrd="0"/>
        <dgm:cxn modelId="22" srcId="20" destId="21" srcOrd="0" destOrd="0"/>
        <dgm:cxn modelId="8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</dgm:ptLst>
      <dgm:cxnLst>
        <dgm:cxn modelId="60" srcId="0" destId="10" srcOrd="0" destOrd="0"/>
        <dgm:cxn modelId="12" srcId="10" destId="11" srcOrd="0" destOrd="0"/>
        <dgm:cxn modelId="70" srcId="0" destId="20" srcOrd="1" destOrd="0"/>
        <dgm:cxn modelId="22" srcId="20" destId="21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  <dgm:pt modelId="40">
          <dgm:prSet phldr="1"/>
        </dgm:pt>
        <dgm:pt modelId="41">
          <dgm:prSet phldr="1"/>
        </dgm:pt>
      </dgm:ptLst>
      <dgm:cxnLst>
        <dgm:cxn modelId="60" srcId="0" destId="10" srcOrd="0" destOrd="0"/>
        <dgm:cxn modelId="12" srcId="10" destId="11" srcOrd="0" destOrd="0"/>
        <dgm:cxn modelId="70" srcId="0" destId="20" srcOrd="1" destOrd="0"/>
        <dgm:cxn modelId="22" srcId="20" destId="21" srcOrd="0" destOrd="0"/>
        <dgm:cxn modelId="80" srcId="0" destId="30" srcOrd="2" destOrd="0"/>
        <dgm:cxn modelId="32" srcId="30" destId="31" srcOrd="0" destOrd="0"/>
        <dgm:cxn modelId="90" srcId="0" destId="40" srcOrd="3" destOrd="0"/>
        <dgm:cxn modelId="42" srcId="40" destId="41" srcOrd="0" destOrd="0"/>
      </dgm:cxnLst>
      <dgm:bg/>
      <dgm:whole/>
    </dgm:dataModel>
  </dgm:clrData>
  <dgm:layoutNode name="Name0">
    <dgm:varLst>
      <dgm:chMax/>
      <dgm:chPref/>
      <dgm:dir/>
    </dgm:varLst>
    <dgm:choose name="Name1">
      <dgm:if name="Name2" func="var" arg="dir" op="equ" val="norm">
        <dgm:alg type="snake">
          <dgm:param type="off" val="ctr"/>
        </dgm:alg>
      </dgm:if>
      <dgm:else name="Name3">
        <dgm:alg type="snake">
          <dgm:param type="grDir" val="tR"/>
          <dgm:param type="off" val="ctr"/>
        </dgm:alg>
      </dgm:else>
    </dgm:choose>
    <dgm:shape xmlns:r="http://schemas.openxmlformats.org/officeDocument/2006/relationships" r:blip="">
      <dgm:adjLst/>
    </dgm:shape>
    <dgm:constrLst>
      <dgm:constr type="primFontSz" for="des" forName="Parent" op="equ"/>
      <dgm:constr type="primFontSz" for="des" forName="Child" refType="primFontSz" refFor="des" refForName="Parent" op="lte"/>
      <dgm:constr type="w" for="ch" forName="composite" refType="w"/>
      <dgm:constr type="h" for="ch" forName="composite" refType="h"/>
      <dgm:constr type="sp" refType="w" refFor="ch" refForName="composite" op="equ" fact="0.1"/>
      <dgm:constr type="w" for="ch" forName="sibTrans" refType="w" refFor="ch" refForName="composite" op="equ" fact="0.1"/>
      <dgm:constr type="h" for="ch" forName="sibTrans" refType="w" refFor="ch" refForName="sibTrans" op="equ"/>
    </dgm:constrLst>
    <dgm:forEach name="nodesForEach" axis="ch" ptType="node">
      <dgm:layoutNode name="composite">
        <dgm:varLst>
          <dgm:chMax val="1"/>
          <dgm:chPref val="1"/>
        </dgm:varLst>
        <dgm:alg type="composite">
          <dgm:param type="ar" val="0.85"/>
        </dgm:alg>
        <dgm:shape xmlns:r="http://schemas.openxmlformats.org/officeDocument/2006/relationships" r:blip="">
          <dgm:adjLst/>
        </dgm:shape>
        <dgm:constrLst>
          <dgm:constr type="l" for="ch" forName="Accent" refType="w" fact="0"/>
          <dgm:constr type="t" for="ch" forName="Accent" refType="h" fact="0"/>
          <dgm:constr type="w" for="ch" forName="Accent" refType="w"/>
          <dgm:constr type="h" for="ch" forName="Accent" refType="h"/>
          <dgm:constr type="l" for="ch" forName="Image" refType="w" fact="0.05"/>
          <dgm:constr type="t" for="ch" forName="Image" refType="h" fact="0.04"/>
          <dgm:constr type="w" for="ch" forName="Image" refType="w" fact="0.9"/>
          <dgm:constr type="h" for="ch" forName="Image" refType="h" fact="0.65"/>
          <dgm:constr type="l" for="ch" forName="ChildComposite" refType="w" fact="0.05"/>
          <dgm:constr type="t" for="ch" forName="ChildComposite" refType="h" fact="0.69"/>
          <dgm:constr type="w" for="ch" forName="ChildComposite" refType="w" fact="0.9"/>
          <dgm:constr type="h" for="ch" forName="ChildComposite" refType="h" fact="0.27"/>
        </dgm:constrLst>
        <dgm:layoutNode name="Accent" styleLbl="trAlignAcc1">
          <dgm:varLst>
            <dgm:chMax val="0"/>
            <dgm:chPref val="0"/>
          </dgm:varLst>
          <dgm:alg type="sp"/>
          <dgm:shape xmlns:r="http://schemas.openxmlformats.org/officeDocument/2006/relationships" type="rect" r:blip="">
            <dgm:adjLst/>
          </dgm:shape>
          <dgm:presOf/>
        </dgm:layoutNode>
        <dgm:layoutNode name="Image" styleLbl="alignImgPlace1">
          <dgm:varLst>
            <dgm:chMax val="0"/>
            <dgm:chPref val="0"/>
          </dgm:varLst>
          <dgm:alg type="sp"/>
          <dgm:shape xmlns:r="http://schemas.openxmlformats.org/officeDocument/2006/relationships" type="rect" r:blip="" blipPhldr="1">
            <dgm:adjLst/>
          </dgm:shape>
          <dgm:presOf/>
        </dgm:layoutNode>
        <dgm:layoutNode name="ChildComposite">
          <dgm:alg type="composite"/>
          <dgm:shape xmlns:r="http://schemas.openxmlformats.org/officeDocument/2006/relationships" r:blip="">
            <dgm:adjLst/>
          </dgm:shape>
          <dgm:choose name="Name4">
            <dgm:if name="Name5" axis="ch" ptType="node" func="cnt" op="gte" val="1">
              <dgm:constrLst>
                <dgm:constr type="l" for="ch" forName="Parent" refType="w" fact="0"/>
                <dgm:constr type="t" for="ch" forName="Parent" refType="h" fact="0"/>
                <dgm:constr type="w" for="ch" forName="Parent" refType="w"/>
                <dgm:constr type="h" for="ch" forName="Parent" refType="h" fact="0.3704"/>
                <dgm:constr type="l" for="ch" forName="Child" refType="w" fact="0"/>
                <dgm:constr type="t" for="ch" forName="Child" refType="h" fact="0.3704"/>
                <dgm:constr type="w" for="ch" forName="Child" refType="w"/>
                <dgm:constr type="h" for="ch" forName="Child" refType="h" fact="0.6296"/>
              </dgm:constrLst>
            </dgm:if>
            <dgm:else name="Name6">
              <dgm:constrLst>
                <dgm:constr type="l" for="ch" forName="Parent" refType="w" fact="0"/>
                <dgm:constr type="t" for="ch" forName="Parent" refType="h" fact="0"/>
                <dgm:constr type="w" for="ch" forName="Parent" refType="w"/>
                <dgm:constr type="h" for="ch" forName="Parent" refType="h"/>
                <dgm:constr type="l" for="ch" forName="Child" refType="w" fact="0"/>
                <dgm:constr type="t" for="ch" forName="Child" refType="h" fact="0"/>
                <dgm:constr type="w" for="ch" forName="Child" refType="w" fact="0"/>
                <dgm:constr type="h" for="ch" forName="Child" refType="h" fact="0"/>
              </dgm:constrLst>
            </dgm:else>
          </dgm:choose>
          <dgm:layoutNode name="Child" styleLbl="node1">
            <dgm:varLst>
              <dgm:chMax val="0"/>
              <dgm:chPref val="0"/>
              <dgm:bulletEnabled val="1"/>
            </dgm:varLst>
            <dgm:choose name="Name7">
              <dgm:if name="Name8" axis="ch" ptType="node" func="cnt" op="gt" val="1">
                <dgm:alg type="tx">
                  <dgm:param type="parTxLTRAlign" val="l"/>
                  <dgm:param type="parTxRTLAlign" val="r"/>
                  <dgm:param type="txAnchorVert" val="mid"/>
                  <dgm:param type="txAnchorVertCh" val="mid"/>
                </dgm:alg>
              </dgm:if>
              <dgm:else name="Name9">
                <dgm:alg type="tx">
                  <dgm:param type="parTxLTRAlign" val="ctr"/>
                  <dgm:param type="parTxRTLAlign" val="ctr"/>
                  <dgm:param type="shpTxLTRAlignCh" val="l"/>
                  <dgm:param type="shpTxRTLAlignCh" val="r"/>
                  <dgm:param type="txAnchorVert" val="mid"/>
                  <dgm:param type="txAnchorVertCh" val="mid"/>
                </dgm:alg>
              </dgm:else>
            </dgm:choose>
            <dgm:choose name="Name10">
              <dgm:if name="Name11" axis="ch" ptType="node" func="cnt" op="gte" val="1">
                <dgm:shape xmlns:r="http://schemas.openxmlformats.org/officeDocument/2006/relationships" type="rect" r:blip="">
                  <dgm:adjLst/>
                </dgm:shape>
              </dgm:if>
              <dgm:else name="Name12">
                <dgm:shape xmlns:r="http://schemas.openxmlformats.org/officeDocument/2006/relationships" type="rect" r:blip="" hideGeom="1">
                  <dgm:adjLst/>
                </dgm:shape>
              </dgm:else>
            </dgm:choose>
            <dgm:choose name="Name13">
              <dgm:if name="Name14" axis="ch" ptType="node" func="cnt" op="gte" val="1">
                <dgm:presOf axis="des" ptType="node"/>
              </dgm:if>
              <dgm:else name="Name15">
                <dgm:presOf/>
              </dgm:else>
            </dgm:choose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Parent" styleLbl="revTx">
            <dgm:varLst>
              <dgm:chMax val="1"/>
              <dgm:chPref val="0"/>
              <dgm:bulletEnabled val="1"/>
            </dgm:varLst>
            <dgm:alg type="tx">
              <dgm:param type="shpTxLTRAlignCh" val="ctr"/>
              <dgm:param type="txAnchorVert" val="mid"/>
            </dgm:alg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layoutNod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09/3/layout/IncreasingArrowsProcess">
  <dgm:title val=""/>
  <dgm:desc val=""/>
  <dgm:catLst>
    <dgm:cat type="process" pri="5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clrData>
  <dgm:layoutNode name="Name0">
    <dgm:varLst>
      <dgm:chMax val="5"/>
      <dgm:chPref val="5"/>
      <dgm:dir/>
      <dgm:animLvl val="lvl"/>
    </dgm:varLst>
    <dgm:shape xmlns:r="http://schemas.openxmlformats.org/officeDocument/2006/relationships" r:blip="">
      <dgm:adjLst/>
    </dgm:shape>
    <dgm:choose name="Name1">
      <dgm:if name="Name2" axis="ch" ptType="node" func="cnt" op="equ" val="1">
        <dgm:choose name="Name3">
          <dgm:if name="Name4" axis="ch ch" ptType="node node" func="cnt" op="equ" val="0">
            <dgm:alg type="composite">
              <dgm:param type="ar" val="6.8662"/>
            </dgm:alg>
            <dgm:choose name="Name5">
              <dgm:if name="Name6" func="var" arg="dir" op="equ" val="norm">
                <dgm:constrLst>
                  <dgm:constr type="primFontSz" for="des" forName="parentText1" val="65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/>
                </dgm:constrLst>
              </dgm:if>
              <dgm:else name="Name7">
                <dgm:constrLst>
                  <dgm:constr type="primFontSz" for="des" forName="parentText1" val="65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/>
                </dgm:constrLst>
              </dgm:else>
            </dgm:choose>
          </dgm:if>
          <dgm:else name="Name8">
            <dgm:alg type="composite">
              <dgm:param type="ar" val="1.9864"/>
            </dgm:alg>
            <dgm:choose name="Name9">
              <dgm:if name="Name10" func="var" arg="dir" op="equ" val="norm">
                <dgm:constrLst>
                  <dgm:constr type="primFontSz" for="des" forName="childText1" val="65"/>
                  <dgm:constr type="primFontSz" for="des" forName="parentText1" val="65"/>
                  <dgm:constr type="primFontSz" for="des" forName="childText1" refType="primFontSz" refFor="des" refForName="parentText1" op="lte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2893"/>
                  <dgm:constr type="l" for="ch" forName="childText1" refType="w" fact="0"/>
                  <dgm:constr type="t" for="ch" forName="childText1" refType="h" fact="0.224"/>
                  <dgm:constr type="w" for="ch" forName="childText1" refType="w" fact="0.9241"/>
                  <dgm:constr type="h" for="ch" forName="childText1" refType="h" fact="0.776"/>
                </dgm:constrLst>
              </dgm:if>
              <dgm:else name="Name11">
                <dgm:constrLst>
                  <dgm:constr type="primFontSz" for="des" forName="childText1" val="65"/>
                  <dgm:constr type="primFontSz" for="des" forName="parentText1" val="65"/>
                  <dgm:constr type="primFontSz" for="des" forName="childText1" refType="primFontSz" refFor="des" refForName="parentText1" op="lte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2893"/>
                  <dgm:constr type="l" for="ch" forName="childText1" refType="w" fact="0.076"/>
                  <dgm:constr type="t" for="ch" forName="childText1" refType="h" fact="0.224"/>
                  <dgm:constr type="w" for="ch" forName="childText1" refType="w" fact="0.9241"/>
                  <dgm:constr type="h" for="ch" forName="childText1" refType="h" fact="0.776"/>
                </dgm:constrLst>
              </dgm:else>
            </dgm:choose>
          </dgm:else>
        </dgm:choose>
      </dgm:if>
      <dgm:if name="Name12" axis="ch" ptType="node" func="cnt" op="equ" val="2">
        <dgm:choose name="Name13">
          <dgm:if name="Name14" axis="ch ch" ptType="node node" func="cnt" op="equ" val="0">
            <dgm:alg type="composite">
              <dgm:param type="ar" val="5.1498"/>
            </dgm:alg>
            <dgm:choose name="Name15">
              <dgm:if name="Name16" func="var" arg="dir" op="equ" val="norm">
                <dgm:constrLst>
                  <dgm:constr type="primFontSz" for="des" forName="parentText1" val="65"/>
                  <dgm:constr type="primFontSz" for="des" forName="parentText2" refType="primFontSz" refFor="des" refForName="parentText1" op="equ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7501"/>
                  <dgm:constr type="l" for="ch" forName="parentText2" refType="w" fact="0.462"/>
                  <dgm:constr type="t" for="ch" forName="parentText2" refType="h" fact="0.2499"/>
                  <dgm:constr type="w" for="ch" forName="parentText2" refType="w" fact="0.538"/>
                  <dgm:constr type="h" for="ch" forName="parentText2" refType="h" fact="0.7501"/>
                </dgm:constrLst>
              </dgm:if>
              <dgm:else name="Name17">
                <dgm:constrLst>
                  <dgm:constr type="primFontSz" for="des" forName="parentText1" val="65"/>
                  <dgm:constr type="primFontSz" for="des" forName="parentText2" refType="primFontSz" refFor="des" refForName="parentText1" op="equ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7501"/>
                  <dgm:constr type="l" for="ch" forName="parentText2" refType="w" fact="0"/>
                  <dgm:constr type="t" for="ch" forName="parentText2" refType="h" fact="0.2499"/>
                  <dgm:constr type="w" for="ch" forName="parentText2" refType="w" fact="0.538"/>
                  <dgm:constr type="h" for="ch" forName="parentText2" refType="h" fact="0.7501"/>
                </dgm:constrLst>
              </dgm:else>
            </dgm:choose>
          </dgm:if>
          <dgm:else name="Name18">
            <dgm:alg type="composite">
              <dgm:param type="ar" val="2.0563"/>
            </dgm:alg>
            <dgm:choose name="Name19">
              <dgm:if name="Name20" func="var" arg="dir" op="equ" val="norm">
                <dgm:constrLst>
                  <dgm:constr type="primFontSz" for="des" forName="childText1" val="65"/>
                  <dgm:constr type="primFontSz" for="des" forName="parentText1" val="65"/>
                  <dgm:constr type="primFontSz" for="des" forName="childText1" refType="primFontSz" refFor="des" refForName="parentText1" op="lte"/>
                  <dgm:constr type="primFontSz" for="des" forName="childText2" refType="primFontSz" refFor="des" refForName="parentText1" op="lte"/>
                  <dgm:constr type="primFontSz" for="des" forName="childText1" refType="primFontSz" refFor="des" refForName="parentText2" op="lte"/>
                  <dgm:constr type="primFontSz" for="des" forName="childText2" refType="primFontSz" refFor="des" refForName="parentText2" op="lte"/>
                  <dgm:constr type="primFontSz" for="des" forName="parentText2" refType="primFontSz" refFor="des" refForName="parentText1" op="equ"/>
                  <dgm:constr type="primFontSz" for="des" forName="childText2" refType="primFontSz" refFor="des" refForName="childText1" op="equ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2995"/>
                  <dgm:constr type="l" for="ch" forName="parentText2" refType="w" fact="0.462"/>
                  <dgm:constr type="t" for="ch" forName="parentText2" refType="h" fact="0.0998"/>
                  <dgm:constr type="w" for="ch" forName="parentText2" refType="w" fact="0.538"/>
                  <dgm:constr type="h" for="ch" forName="parentText2" refType="h" fact="0.2995"/>
                  <dgm:constr type="l" for="ch" forName="childText1" refType="w" fact="0"/>
                  <dgm:constr type="t" for="ch" forName="childText1" refType="h" fact="0.2317"/>
                  <dgm:constr type="w" for="ch" forName="childText1" refType="w" fact="0.462"/>
                  <dgm:constr type="h" for="ch" forName="childText1" refType="h" fact="0.6685"/>
                  <dgm:constr type="l" for="ch" forName="childText2" refType="w" fact="0.462"/>
                  <dgm:constr type="t" for="ch" forName="childText2" refType="h" fact="0.3315"/>
                  <dgm:constr type="w" for="ch" forName="childText2" refType="w" fact="0.462"/>
                  <dgm:constr type="h" for="ch" forName="childText2" refType="h" fact="0.6685"/>
                </dgm:constrLst>
              </dgm:if>
              <dgm:else name="Name21">
                <dgm:constrLst>
                  <dgm:constr type="primFontSz" for="des" forName="childText1" val="65"/>
                  <dgm:constr type="primFontSz" for="des" forName="parentText1" val="65"/>
                  <dgm:constr type="primFontSz" for="des" forName="childText1" refType="primFontSz" refFor="des" refForName="parentText1" op="lte"/>
                  <dgm:constr type="primFontSz" for="des" forName="childText2" refType="primFontSz" refFor="des" refForName="parentText1" op="lte"/>
                  <dgm:constr type="primFontSz" for="des" forName="childText1" refType="primFontSz" refFor="des" refForName="parentText2" op="lte"/>
                  <dgm:constr type="primFontSz" for="des" forName="childText2" refType="primFontSz" refFor="des" refForName="parentText2" op="lte"/>
                  <dgm:constr type="primFontSz" for="des" forName="parentText2" refType="primFontSz" refFor="des" refForName="parentText1" op="equ"/>
                  <dgm:constr type="primFontSz" for="des" forName="childText2" refType="primFontSz" refFor="des" refForName="childText1" op="equ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2995"/>
                  <dgm:constr type="l" for="ch" forName="parentText2" refType="w" fact="0"/>
                  <dgm:constr type="t" for="ch" forName="parentText2" refType="h" fact="0.0998"/>
                  <dgm:constr type="w" for="ch" forName="parentText2" refType="w" fact="0.538"/>
                  <dgm:constr type="h" for="ch" forName="parentText2" refType="h" fact="0.2995"/>
                  <dgm:constr type="l" for="ch" forName="childText1" refType="w" fact="0.538"/>
                  <dgm:constr type="t" for="ch" forName="childText1" refType="h" fact="0.2317"/>
                  <dgm:constr type="w" for="ch" forName="childText1" refType="w" fact="0.462"/>
                  <dgm:constr type="h" for="ch" forName="childText1" refType="h" fact="0.6685"/>
                  <dgm:constr type="l" for="ch" forName="childText2" refType="w" fact="0.076"/>
                  <dgm:constr type="t" for="ch" forName="childText2" refType="h" fact="0.3315"/>
                  <dgm:constr type="w" for="ch" forName="childText2" refType="w" fact="0.462"/>
                  <dgm:constr type="h" for="ch" forName="childText2" refType="h" fact="0.6685"/>
                </dgm:constrLst>
              </dgm:else>
            </dgm:choose>
          </dgm:else>
        </dgm:choose>
      </dgm:if>
      <dgm:if name="Name22" axis="ch" ptType="node" func="cnt" op="equ" val="3">
        <dgm:choose name="Name23">
          <dgm:if name="Name24" axis="ch ch" ptType="node node" func="cnt" op="equ" val="0">
            <dgm:alg type="composite">
              <dgm:param type="ar" val="4.1198"/>
            </dgm:alg>
            <dgm:choose name="Name25">
              <dgm:if name="Name26" func="var" arg="dir" op="equ" val="norm">
                <dgm:constrLst>
                  <dgm:constr type="primFontSz" for="des" forName="parentText1" val="65"/>
                  <dgm:constr type="primFontSz" for="des" forName="parentText2" refType="primFontSz" refFor="des" refForName="parentText1" op="equ"/>
                  <dgm:constr type="primFontSz" for="des" forName="parentText3" refType="primFontSz" refFor="des" refForName="parentText1" op="equ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6"/>
                  <dgm:constr type="l" for="ch" forName="parentText2" refType="w" fact="0.308"/>
                  <dgm:constr type="t" for="ch" forName="parentText2" refType="h" fact="0.2"/>
                  <dgm:constr type="w" for="ch" forName="parentText2" refType="w" fact="0.692"/>
                  <dgm:constr type="h" for="ch" forName="parentText2" refType="h" fact="0.6"/>
                  <dgm:constr type="l" for="ch" forName="parentText3" refType="w" fact="0.616"/>
                  <dgm:constr type="t" for="ch" forName="parentText3" refType="h" fact="0.4"/>
                  <dgm:constr type="w" for="ch" forName="parentText3" refType="w" fact="0.384"/>
                  <dgm:constr type="h" for="ch" forName="parentText3" refType="h" fact="0.6"/>
                </dgm:constrLst>
              </dgm:if>
              <dgm:else name="Name27">
                <dgm:constrLst>
                  <dgm:constr type="primFontSz" for="des" forName="parentText1" val="65"/>
                  <dgm:constr type="primFontSz" for="des" forName="parentText2" refType="primFontSz" refFor="des" refForName="parentText1" op="equ"/>
                  <dgm:constr type="primFontSz" for="des" forName="parentText3" refType="primFontSz" refFor="des" refForName="parentText1" op="equ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6"/>
                  <dgm:constr type="l" for="ch" forName="parentText2" refType="w" fact="0"/>
                  <dgm:constr type="t" for="ch" forName="parentText2" refType="h" fact="0.2"/>
                  <dgm:constr type="w" for="ch" forName="parentText2" refType="w" fact="0.692"/>
                  <dgm:constr type="h" for="ch" forName="parentText2" refType="h" fact="0.6"/>
                  <dgm:constr type="l" for="ch" forName="parentText3" refType="w" fact="0"/>
                  <dgm:constr type="t" for="ch" forName="parentText3" refType="h" fact="0.4"/>
                  <dgm:constr type="w" for="ch" forName="parentText3" refType="w" fact="0.384"/>
                  <dgm:constr type="h" for="ch" forName="parentText3" refType="h" fact="0.6"/>
                </dgm:constrLst>
              </dgm:else>
            </dgm:choose>
          </dgm:if>
          <dgm:else name="Name28">
            <dgm:alg type="composite">
              <dgm:param type="ar" val="2.0702"/>
            </dgm:alg>
            <dgm:choose name="Name29">
              <dgm:if name="Name30" func="var" arg="dir" op="equ" val="norm">
                <dgm:constrLst>
                  <dgm:constr type="primFontSz" for="des" forName="childText1" val="65"/>
                  <dgm:constr type="primFontSz" for="des" forName="parentText1" val="65"/>
                  <dgm:constr type="primFontSz" for="des" forName="childText1" refType="primFontSz" refFor="des" refForName="parentText1" op="lte"/>
                  <dgm:constr type="primFontSz" for="des" forName="childText2" refType="primFontSz" refFor="des" refForName="parentText1" op="lte"/>
                  <dgm:constr type="primFontSz" for="des" forName="childText3" refType="primFontSz" refFor="des" refForName="parentText1" op="lte"/>
                  <dgm:constr type="primFontSz" for="des" forName="childText1" refType="primFontSz" refFor="des" refForName="parentText2" op="lte"/>
                  <dgm:constr type="primFontSz" for="des" forName="childText2" refType="primFontSz" refFor="des" refForName="parentText2" op="lte"/>
                  <dgm:constr type="primFontSz" for="des" forName="childText3" refType="primFontSz" refFor="des" refForName="parentText2" op="lte"/>
                  <dgm:constr type="primFontSz" for="des" forName="childText1" refType="primFontSz" refFor="des" refForName="parentText3" op="lte"/>
                  <dgm:constr type="primFontSz" for="des" forName="childText2" refType="primFontSz" refFor="des" refForName="parentText3" op="lte"/>
                  <dgm:constr type="primFontSz" for="des" forName="childText3" refType="primFontSz" refFor="des" refForName="parentText3" op="lte"/>
                  <dgm:constr type="primFontSz" for="des" forName="parentText2" refType="primFontSz" refFor="des" refForName="parentText1" op="equ"/>
                  <dgm:constr type="primFontSz" for="des" forName="parentText3" refType="primFontSz" refFor="des" refForName="parentText1" op="equ"/>
                  <dgm:constr type="primFontSz" for="des" forName="childText2" refType="primFontSz" refFor="des" refForName="childText1" op="equ"/>
                  <dgm:constr type="primFontSz" for="des" forName="childText3" refType="primFontSz" refFor="des" refForName="childText1" op="equ"/>
                  <dgm:constr type="l" for="ch" forName="childText1" refType="w" fact="0"/>
                  <dgm:constr type="t" for="ch" forName="childText1" refType="h" fact="0.2325"/>
                  <dgm:constr type="w" for="ch" forName="childText1" refType="w" fact="0.308"/>
                  <dgm:constr type="h" for="ch" forName="childText1" refType="h" fact="0.5808"/>
                  <dgm:constr type="l" for="ch" forName="childText2" refType="w" fact="0.308"/>
                  <dgm:constr type="t" for="ch" forName="childText2" refType="h" fact="0.333"/>
                  <dgm:constr type="w" for="ch" forName="childText2" refType="w" fact="0.308"/>
                  <dgm:constr type="h" for="ch" forName="childText2" refType="h" fact="0.5808"/>
                  <dgm:constr type="l" for="ch" forName="childText3" refType="w" fact="0.616"/>
                  <dgm:constr type="t" for="ch" forName="childText3" refType="h" fact="0.4335"/>
                  <dgm:constr type="w" for="ch" forName="childText3" refType="w" fact="0.308"/>
                  <dgm:constr type="h" for="ch" forName="childText3" refType="h" fact="0.5723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3015"/>
                  <dgm:constr type="l" for="ch" forName="parentText2" refType="w" fact="0.308"/>
                  <dgm:constr type="t" for="ch" forName="parentText2" refType="h" fact="0.1005"/>
                  <dgm:constr type="w" for="ch" forName="parentText2" refType="w" fact="0.692"/>
                  <dgm:constr type="h" for="ch" forName="parentText2" refType="h" fact="0.3015"/>
                  <dgm:constr type="l" for="ch" forName="parentText3" refType="w" fact="0.616"/>
                  <dgm:constr type="t" for="ch" forName="parentText3" refType="h" fact="0.201"/>
                  <dgm:constr type="w" for="ch" forName="parentText3" refType="w" fact="0.384"/>
                  <dgm:constr type="h" for="ch" forName="parentText3" refType="h" fact="0.3015"/>
                </dgm:constrLst>
              </dgm:if>
              <dgm:else name="Name31">
                <dgm:constrLst>
                  <dgm:constr type="primFontSz" for="des" forName="childText1" val="65"/>
                  <dgm:constr type="primFontSz" for="des" forName="parentText1" val="65"/>
                  <dgm:constr type="primFontSz" for="des" forName="childText1" refType="primFontSz" refFor="des" refForName="parentText1" op="lte"/>
                  <dgm:constr type="primFontSz" for="des" forName="childText2" refType="primFontSz" refFor="des" refForName="parentText1" op="lte"/>
                  <dgm:constr type="primFontSz" for="des" forName="childText3" refType="primFontSz" refFor="des" refForName="parentText1" op="lte"/>
                  <dgm:constr type="primFontSz" for="des" forName="childText1" refType="primFontSz" refFor="des" refForName="parentText2" op="lte"/>
                  <dgm:constr type="primFontSz" for="des" forName="childText2" refType="primFontSz" refFor="des" refForName="parentText2" op="lte"/>
                  <dgm:constr type="primFontSz" for="des" forName="childText3" refType="primFontSz" refFor="des" refForName="parentText2" op="lte"/>
                  <dgm:constr type="primFontSz" for="des" forName="childText1" refType="primFontSz" refFor="des" refForName="parentText3" op="lte"/>
                  <dgm:constr type="primFontSz" for="des" forName="childText2" refType="primFontSz" refFor="des" refForName="parentText3" op="lte"/>
                  <dgm:constr type="primFontSz" for="des" forName="childText3" refType="primFontSz" refFor="des" refForName="parentText3" op="lte"/>
                  <dgm:constr type="primFontSz" for="des" forName="parentText2" refType="primFontSz" refFor="des" refForName="parentText1" op="equ"/>
                  <dgm:constr type="primFontSz" for="des" forName="parentText3" refType="primFontSz" refFor="des" refForName="parentText1" op="equ"/>
                  <dgm:constr type="primFontSz" for="des" forName="childText2" refType="primFontSz" refFor="des" refForName="childText1" op="equ"/>
                  <dgm:constr type="primFontSz" for="des" forName="childText3" refType="primFontSz" refFor="des" refForName="childText1" op="equ"/>
                  <dgm:constr type="l" for="ch" forName="childText1" refType="w" fact="0.692"/>
                  <dgm:constr type="t" for="ch" forName="childText1" refType="h" fact="0.2325"/>
                  <dgm:constr type="w" for="ch" forName="childText1" refType="w" fact="0.308"/>
                  <dgm:constr type="h" for="ch" forName="childText1" refType="h" fact="0.5808"/>
                  <dgm:constr type="l" for="ch" forName="childText2" refType="w" fact="0.384"/>
                  <dgm:constr type="t" for="ch" forName="childText2" refType="h" fact="0.333"/>
                  <dgm:constr type="w" for="ch" forName="childText2" refType="w" fact="0.308"/>
                  <dgm:constr type="h" for="ch" forName="childText2" refType="h" fact="0.5808"/>
                  <dgm:constr type="l" for="ch" forName="childText3" refType="w" fact="0.076"/>
                  <dgm:constr type="t" for="ch" forName="childText3" refType="h" fact="0.4335"/>
                  <dgm:constr type="w" for="ch" forName="childText3" refType="w" fact="0.308"/>
                  <dgm:constr type="h" for="ch" forName="childText3" refType="h" fact="0.5723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3015"/>
                  <dgm:constr type="l" for="ch" forName="parentText2" refType="w" fact="0"/>
                  <dgm:constr type="t" for="ch" forName="parentText2" refType="h" fact="0.1005"/>
                  <dgm:constr type="w" for="ch" forName="parentText2" refType="w" fact="0.692"/>
                  <dgm:constr type="h" for="ch" forName="parentText2" refType="h" fact="0.3015"/>
                  <dgm:constr type="l" for="ch" forName="parentText3" refType="w" fact="0"/>
                  <dgm:constr type="t" for="ch" forName="parentText3" refType="h" fact="0.201"/>
                  <dgm:constr type="w" for="ch" forName="parentText3" refType="w" fact="0.384"/>
                  <dgm:constr type="h" for="ch" forName="parentText3" refType="h" fact="0.3015"/>
                </dgm:constrLst>
              </dgm:else>
            </dgm:choose>
          </dgm:else>
        </dgm:choose>
      </dgm:if>
      <dgm:if name="Name32" axis="ch" ptType="node" func="cnt" op="equ" val="4">
        <dgm:choose name="Name33">
          <dgm:if name="Name34" axis="ch ch" ptType="node node" func="cnt" op="equ" val="0">
            <dgm:alg type="composite">
              <dgm:param type="ar" val="3.435"/>
            </dgm:alg>
            <dgm:choose name="Name35">
              <dgm:if name="Name36" func="var" arg="dir" op="equ" val="norm">
                <dgm:constrLst>
                  <dgm:constr type="primFontSz" for="des" forName="parentText1" val="65"/>
                  <dgm:constr type="primFontSz" for="des" forName="parentText2" refType="primFontSz" refFor="des" refForName="parentText1" op="equ"/>
                  <dgm:constr type="primFontSz" for="des" forName="parentText3" refType="primFontSz" refFor="des" refForName="parentText1" op="equ"/>
                  <dgm:constr type="primFontSz" for="des" forName="parentText4" refType="primFontSz" refFor="des" refForName="parentText1" op="equ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5001"/>
                  <dgm:constr type="l" for="ch" forName="parentText2" refType="w" fact="0.2305"/>
                  <dgm:constr type="t" for="ch" forName="parentText2" refType="h" fact="0.1666"/>
                  <dgm:constr type="w" for="ch" forName="parentText2" refType="w" fact="0.7695"/>
                  <dgm:constr type="h" for="ch" forName="parentText2" refType="h" fact="0.5001"/>
                  <dgm:constr type="l" for="ch" forName="parentText3" refType="w" fact="0.461"/>
                  <dgm:constr type="t" for="ch" forName="parentText3" refType="h" fact="0.3333"/>
                  <dgm:constr type="w" for="ch" forName="parentText3" refType="w" fact="0.539"/>
                  <dgm:constr type="h" for="ch" forName="parentText3" refType="h" fact="0.5001"/>
                  <dgm:constr type="l" for="ch" forName="parentText4" refType="w" fact="0.6915"/>
                  <dgm:constr type="t" for="ch" forName="parentText4" refType="h" fact="0.4999"/>
                  <dgm:constr type="w" for="ch" forName="parentText4" refType="w" fact="0.3085"/>
                  <dgm:constr type="h" for="ch" forName="parentText4" refType="h" fact="0.5001"/>
                </dgm:constrLst>
              </dgm:if>
              <dgm:else name="Name37">
                <dgm:constrLst>
                  <dgm:constr type="primFontSz" for="des" forName="parentText1" val="65"/>
                  <dgm:constr type="primFontSz" for="des" forName="parentText2" refType="primFontSz" refFor="des" refForName="parentText1" op="equ"/>
                  <dgm:constr type="primFontSz" for="des" forName="parentText3" refType="primFontSz" refFor="des" refForName="parentText1" op="equ"/>
                  <dgm:constr type="primFontSz" for="des" forName="parentText4" refType="primFontSz" refFor="des" refForName="parentText1" op="equ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5001"/>
                  <dgm:constr type="l" for="ch" forName="parentText2" refType="w" fact="0"/>
                  <dgm:constr type="t" for="ch" forName="parentText2" refType="h" fact="0.1666"/>
                  <dgm:constr type="w" for="ch" forName="parentText2" refType="w" fact="0.7695"/>
                  <dgm:constr type="h" for="ch" forName="parentText2" refType="h" fact="0.5001"/>
                  <dgm:constr type="l" for="ch" forName="parentText3" refType="w" fact="0"/>
                  <dgm:constr type="t" for="ch" forName="parentText3" refType="h" fact="0.3333"/>
                  <dgm:constr type="w" for="ch" forName="parentText3" refType="w" fact="0.539"/>
                  <dgm:constr type="h" for="ch" forName="parentText3" refType="h" fact="0.5001"/>
                  <dgm:constr type="l" for="ch" forName="parentText4" refType="w" fact="0"/>
                  <dgm:constr type="t" for="ch" forName="parentText4" refType="h" fact="0.4999"/>
                  <dgm:constr type="w" for="ch" forName="parentText4" refType="w" fact="0.3085"/>
                  <dgm:constr type="h" for="ch" forName="parentText4" refType="h" fact="0.5001"/>
                </dgm:constrLst>
              </dgm:else>
            </dgm:choose>
          </dgm:if>
          <dgm:else name="Name38">
            <dgm:alg type="composite">
              <dgm:param type="ar" val="1.9377"/>
            </dgm:alg>
            <dgm:choose name="Name39">
              <dgm:if name="Name40" func="var" arg="dir" op="equ" val="norm">
                <dgm:constrLst>
                  <dgm:constr type="primFontSz" for="des" forName="childText1" val="65"/>
                  <dgm:constr type="primFontSz" for="des" forName="parentText1" val="65"/>
                  <dgm:constr type="primFontSz" for="des" forName="childText1" refType="primFontSz" refFor="des" refForName="parentText1" op="lte"/>
                  <dgm:constr type="primFontSz" for="des" forName="childText2" refType="primFontSz" refFor="des" refForName="parentText1" op="lte"/>
                  <dgm:constr type="primFontSz" for="des" forName="childText3" refType="primFontSz" refFor="des" refForName="parentText1" op="lte"/>
                  <dgm:constr type="primFontSz" for="des" forName="childText4" refType="primFontSz" refFor="des" refForName="parentText1" op="lte"/>
                  <dgm:constr type="primFontSz" for="des" forName="childText1" refType="primFontSz" refFor="des" refForName="parentText2" op="lte"/>
                  <dgm:constr type="primFontSz" for="des" forName="childText2" refType="primFontSz" refFor="des" refForName="parentText2" op="lte"/>
                  <dgm:constr type="primFontSz" for="des" forName="childText3" refType="primFontSz" refFor="des" refForName="parentText2" op="lte"/>
                  <dgm:constr type="primFontSz" for="des" forName="childText4" refType="primFontSz" refFor="des" refForName="parentText2" op="lte"/>
                  <dgm:constr type="primFontSz" for="des" forName="childText1" refType="primFontSz" refFor="des" refForName="parentText3" op="lte"/>
                  <dgm:constr type="primFontSz" for="des" forName="childText2" refType="primFontSz" refFor="des" refForName="parentText3" op="lte"/>
                  <dgm:constr type="primFontSz" for="des" forName="childText3" refType="primFontSz" refFor="des" refForName="parentText3" op="lte"/>
                  <dgm:constr type="primFontSz" for="des" forName="childText4" refType="primFontSz" refFor="des" refForName="parentText3" op="lte"/>
                  <dgm:constr type="primFontSz" for="des" forName="childText1" refType="primFontSz" refFor="des" refForName="parentText4" op="lte"/>
                  <dgm:constr type="primFontSz" for="des" forName="childText2" refType="primFontSz" refFor="des" refForName="parentText4" op="lte"/>
                  <dgm:constr type="primFontSz" for="des" forName="childText3" refType="primFontSz" refFor="des" refForName="parentText4" op="lte"/>
                  <dgm:constr type="primFontSz" for="des" forName="childText4" refType="primFontSz" refFor="des" refForName="parentText4" op="lte"/>
                  <dgm:constr type="primFontSz" for="des" forName="parentText2" refType="primFontSz" refFor="des" refForName="parentText1" op="equ"/>
                  <dgm:constr type="primFontSz" for="des" forName="parentText3" refType="primFontSz" refFor="des" refForName="parentText1" op="equ"/>
                  <dgm:constr type="primFontSz" for="des" forName="parentText4" refType="primFontSz" refFor="des" refForName="parentText1" op="equ"/>
                  <dgm:constr type="primFontSz" for="des" forName="childText2" refType="primFontSz" refFor="des" refForName="childText1" op="equ"/>
                  <dgm:constr type="primFontSz" for="des" forName="childText3" refType="primFontSz" refFor="des" refForName="childText1" op="equ"/>
                  <dgm:constr type="primFontSz" for="des" forName="childText4" refType="primFontSz" refFor="des" refForName="childText1" op="equ"/>
                  <dgm:constr type="l" for="ch" forName="childText1" refType="w" fact="0"/>
                  <dgm:constr type="t" for="ch" forName="childText1" refType="h" fact="0.218"/>
                  <dgm:constr type="w" for="ch" forName="childText1" refType="w" fact="0.2305"/>
                  <dgm:constr type="h" for="ch" forName="childText1" refType="h" fact="0.5218"/>
                  <dgm:constr type="l" for="ch" forName="childText2" refType="w" fact="0.2305"/>
                  <dgm:constr type="t" for="ch" forName="childText2" refType="h" fact="0.312"/>
                  <dgm:constr type="w" for="ch" forName="childText2" refType="w" fact="0.2305"/>
                  <dgm:constr type="h" for="ch" forName="childText2" refType="h" fact="0.5085"/>
                  <dgm:constr type="l" for="ch" forName="childText3" refType="w" fact="0.461"/>
                  <dgm:constr type="t" for="ch" forName="childText3" refType="h" fact="0.406"/>
                  <dgm:constr type="w" for="ch" forName="childText3" refType="w" fact="0.2305"/>
                  <dgm:constr type="h" for="ch" forName="childText3" refType="h" fact="0.5119"/>
                  <dgm:constr type="l" for="ch" forName="childText4" refType="w" fact="0.6915"/>
                  <dgm:constr type="t" for="ch" forName="childText4" refType="h" fact="0.5"/>
                  <dgm:constr type="w" for="ch" forName="childText4" refType="w" fact="0.2326"/>
                  <dgm:constr type="h" for="ch" forName="childText4" refType="h" fact="0.5179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2821"/>
                  <dgm:constr type="l" for="ch" forName="parentText2" refType="w" fact="0.2305"/>
                  <dgm:constr type="t" for="ch" forName="parentText2" refType="h" fact="0.094"/>
                  <dgm:constr type="w" for="ch" forName="parentText2" refType="w" fact="0.7695"/>
                  <dgm:constr type="h" for="ch" forName="parentText2" refType="h" fact="0.2821"/>
                  <dgm:constr type="l" for="ch" forName="parentText3" refType="w" fact="0.461"/>
                  <dgm:constr type="t" for="ch" forName="parentText3" refType="h" fact="0.188"/>
                  <dgm:constr type="w" for="ch" forName="parentText3" refType="w" fact="0.539"/>
                  <dgm:constr type="h" for="ch" forName="parentText3" refType="h" fact="0.2821"/>
                  <dgm:constr type="l" for="ch" forName="parentText4" refType="w" fact="0.6915"/>
                  <dgm:constr type="t" for="ch" forName="parentText4" refType="h" fact="0.282"/>
                  <dgm:constr type="w" for="ch" forName="parentText4" refType="w" fact="0.3085"/>
                  <dgm:constr type="h" for="ch" forName="parentText4" refType="h" fact="0.2821"/>
                </dgm:constrLst>
              </dgm:if>
              <dgm:else name="Name41">
                <dgm:constrLst>
                  <dgm:constr type="primFontSz" for="des" forName="childText1" val="65"/>
                  <dgm:constr type="primFontSz" for="des" forName="parentText1" val="65"/>
                  <dgm:constr type="primFontSz" for="des" forName="childText1" refType="primFontSz" refFor="des" refForName="parentText1" op="lte"/>
                  <dgm:constr type="primFontSz" for="des" forName="childText2" refType="primFontSz" refFor="des" refForName="parentText1" op="lte"/>
                  <dgm:constr type="primFontSz" for="des" forName="childText3" refType="primFontSz" refFor="des" refForName="parentText1" op="lte"/>
                  <dgm:constr type="primFontSz" for="des" forName="childText4" refType="primFontSz" refFor="des" refForName="parentText1" op="lte"/>
                  <dgm:constr type="primFontSz" for="des" forName="childText1" refType="primFontSz" refFor="des" refForName="parentText2" op="lte"/>
                  <dgm:constr type="primFontSz" for="des" forName="childText2" refType="primFontSz" refFor="des" refForName="parentText2" op="lte"/>
                  <dgm:constr type="primFontSz" for="des" forName="childText3" refType="primFontSz" refFor="des" refForName="parentText2" op="lte"/>
                  <dgm:constr type="primFontSz" for="des" forName="childText4" refType="primFontSz" refFor="des" refForName="parentText2" op="lte"/>
                  <dgm:constr type="primFontSz" for="des" forName="childText1" refType="primFontSz" refFor="des" refForName="parentText3" op="lte"/>
                  <dgm:constr type="primFontSz" for="des" forName="childText2" refType="primFontSz" refFor="des" refForName="parentText3" op="lte"/>
                  <dgm:constr type="primFontSz" for="des" forName="childText3" refType="primFontSz" refFor="des" refForName="parentText3" op="lte"/>
                  <dgm:constr type="primFontSz" for="des" forName="childText4" refType="primFontSz" refFor="des" refForName="parentText3" op="lte"/>
                  <dgm:constr type="primFontSz" for="des" forName="childText1" refType="primFontSz" refFor="des" refForName="parentText4" op="lte"/>
                  <dgm:constr type="primFontSz" for="des" forName="childText2" refType="primFontSz" refFor="des" refForName="parentText4" op="lte"/>
                  <dgm:constr type="primFontSz" for="des" forName="childText3" refType="primFontSz" refFor="des" refForName="parentText4" op="lte"/>
                  <dgm:constr type="primFontSz" for="des" forName="childText4" refType="primFontSz" refFor="des" refForName="parentText4" op="lte"/>
                  <dgm:constr type="primFontSz" for="des" forName="parentText2" refType="primFontSz" refFor="des" refForName="parentText1" op="equ"/>
                  <dgm:constr type="primFontSz" for="des" forName="parentText3" refType="primFontSz" refFor="des" refForName="parentText1" op="equ"/>
                  <dgm:constr type="primFontSz" for="des" forName="parentText4" refType="primFontSz" refFor="des" refForName="parentText1" op="equ"/>
                  <dgm:constr type="primFontSz" for="des" forName="childText2" refType="primFontSz" refFor="des" refForName="childText1" op="equ"/>
                  <dgm:constr type="primFontSz" for="des" forName="childText3" refType="primFontSz" refFor="des" refForName="childText1" op="equ"/>
                  <dgm:constr type="primFontSz" for="des" forName="childText4" refType="primFontSz" refFor="des" refForName="childText1" op="equ"/>
                  <dgm:constr type="l" for="ch" forName="childText1" refType="w" fact="0.7695"/>
                  <dgm:constr type="t" for="ch" forName="childText1" refType="h" fact="0.218"/>
                  <dgm:constr type="w" for="ch" forName="childText1" refType="w" fact="0.2305"/>
                  <dgm:constr type="h" for="ch" forName="childText1" refType="h" fact="0.5218"/>
                  <dgm:constr type="l" for="ch" forName="childText2" refType="w" fact="0.539"/>
                  <dgm:constr type="t" for="ch" forName="childText2" refType="h" fact="0.312"/>
                  <dgm:constr type="w" for="ch" forName="childText2" refType="w" fact="0.2305"/>
                  <dgm:constr type="h" for="ch" forName="childText2" refType="h" fact="0.5085"/>
                  <dgm:constr type="l" for="ch" forName="childText3" refType="w" fact="0.3085"/>
                  <dgm:constr type="t" for="ch" forName="childText3" refType="h" fact="0.406"/>
                  <dgm:constr type="w" for="ch" forName="childText3" refType="w" fact="0.2305"/>
                  <dgm:constr type="h" for="ch" forName="childText3" refType="h" fact="0.5119"/>
                  <dgm:constr type="l" for="ch" forName="childText4" refType="w" fact="0.076"/>
                  <dgm:constr type="t" for="ch" forName="childText4" refType="h" fact="0.5"/>
                  <dgm:constr type="w" for="ch" forName="childText4" refType="w" fact="0.2346"/>
                  <dgm:constr type="h" for="ch" forName="childText4" refType="h" fact="0.5179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2821"/>
                  <dgm:constr type="l" for="ch" forName="parentText2" refType="w" fact="0"/>
                  <dgm:constr type="t" for="ch" forName="parentText2" refType="h" fact="0.094"/>
                  <dgm:constr type="w" for="ch" forName="parentText2" refType="w" fact="0.7695"/>
                  <dgm:constr type="h" for="ch" forName="parentText2" refType="h" fact="0.2821"/>
                  <dgm:constr type="l" for="ch" forName="parentText3" refType="w" fact="0"/>
                  <dgm:constr type="t" for="ch" forName="parentText3" refType="h" fact="0.188"/>
                  <dgm:constr type="w" for="ch" forName="parentText3" refType="w" fact="0.539"/>
                  <dgm:constr type="h" for="ch" forName="parentText3" refType="h" fact="0.2821"/>
                  <dgm:constr type="l" for="ch" forName="parentText4" refType="w" fact="0"/>
                  <dgm:constr type="t" for="ch" forName="parentText4" refType="h" fact="0.282"/>
                  <dgm:constr type="w" for="ch" forName="parentText4" refType="w" fact="0.3085"/>
                  <dgm:constr type="h" for="ch" forName="parentText4" refType="h" fact="0.2821"/>
                </dgm:constrLst>
              </dgm:else>
            </dgm:choose>
          </dgm:else>
        </dgm:choose>
      </dgm:if>
      <dgm:else name="Name42">
        <dgm:choose name="Name43">
          <dgm:if name="Name44" axis="ch ch" ptType="node node" func="cnt" op="equ" val="0">
            <dgm:alg type="composite">
              <dgm:param type="ar" val="2.9463"/>
            </dgm:alg>
            <dgm:choose name="Name45">
              <dgm:if name="Name46" func="var" arg="dir" op="equ" val="norm">
                <dgm:constrLst>
                  <dgm:constr type="primFontSz" for="des" forName="parentText1" val="65"/>
                  <dgm:constr type="primFontSz" for="des" forName="parentText2" refType="primFontSz" refFor="des" refForName="parentText1" op="equ"/>
                  <dgm:constr type="primFontSz" for="des" forName="parentText3" refType="primFontSz" refFor="des" refForName="parentText1" op="equ"/>
                  <dgm:constr type="primFontSz" for="des" forName="parentText4" refType="primFontSz" refFor="des" refForName="parentText1" op="equ"/>
                  <dgm:constr type="primFontSz" for="des" forName="parentText5" refType="primFontSz" refFor="des" refForName="parentText1" op="equ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4285"/>
                  <dgm:constr type="l" for="ch" forName="parentText2" refType="w" fact="0.1848"/>
                  <dgm:constr type="t" for="ch" forName="parentText2" refType="h" fact="0.1429"/>
                  <dgm:constr type="w" for="ch" forName="parentText2" refType="w" fact="0.8152"/>
                  <dgm:constr type="h" for="ch" forName="parentText2" refType="h" fact="0.4285"/>
                  <dgm:constr type="l" for="ch" forName="parentText3" refType="w" fact="0.3696"/>
                  <dgm:constr type="t" for="ch" forName="parentText3" refType="h" fact="0.2858"/>
                  <dgm:constr type="w" for="ch" forName="parentText3" refType="w" fact="0.6304"/>
                  <dgm:constr type="h" for="ch" forName="parentText3" refType="h" fact="0.4285"/>
                  <dgm:constr type="l" for="ch" forName="parentText4" refType="w" fact="0.5545"/>
                  <dgm:constr type="t" for="ch" forName="parentText4" refType="h" fact="0.4286"/>
                  <dgm:constr type="w" for="ch" forName="parentText4" refType="w" fact="0.4455"/>
                  <dgm:constr type="h" for="ch" forName="parentText4" refType="h" fact="0.4285"/>
                  <dgm:constr type="l" for="ch" forName="parentText5" refType="w" fact="0.7393"/>
                  <dgm:constr type="t" for="ch" forName="parentText5" refType="h" fact="0.5715"/>
                  <dgm:constr type="w" for="ch" forName="parentText5" refType="w" fact="0.2607"/>
                  <dgm:constr type="h" for="ch" forName="parentText5" refType="h" fact="0.4285"/>
                </dgm:constrLst>
              </dgm:if>
              <dgm:else name="Name47">
                <dgm:constrLst>
                  <dgm:constr type="primFontSz" for="des" forName="parentText1" val="65"/>
                  <dgm:constr type="primFontSz" for="des" forName="parentText2" refType="primFontSz" refFor="des" refForName="parentText1" op="equ"/>
                  <dgm:constr type="primFontSz" for="des" forName="parentText3" refType="primFontSz" refFor="des" refForName="parentText1" op="equ"/>
                  <dgm:constr type="primFontSz" for="des" forName="parentText4" refType="primFontSz" refFor="des" refForName="parentText1" op="equ"/>
                  <dgm:constr type="primFontSz" for="des" forName="parentText5" refType="primFontSz" refFor="des" refForName="parentText1" op="equ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4285"/>
                  <dgm:constr type="l" for="ch" forName="parentText2" refType="w" fact="0"/>
                  <dgm:constr type="t" for="ch" forName="parentText2" refType="h" fact="0.1429"/>
                  <dgm:constr type="w" for="ch" forName="parentText2" refType="w" fact="0.8152"/>
                  <dgm:constr type="h" for="ch" forName="parentText2" refType="h" fact="0.4285"/>
                  <dgm:constr type="l" for="ch" forName="parentText3" refType="w" fact="0"/>
                  <dgm:constr type="t" for="ch" forName="parentText3" refType="h" fact="0.2858"/>
                  <dgm:constr type="w" for="ch" forName="parentText3" refType="w" fact="0.6304"/>
                  <dgm:constr type="h" for="ch" forName="parentText3" refType="h" fact="0.4285"/>
                  <dgm:constr type="l" for="ch" forName="parentText4" refType="w" fact="0"/>
                  <dgm:constr type="t" for="ch" forName="parentText4" refType="h" fact="0.4286"/>
                  <dgm:constr type="w" for="ch" forName="parentText4" refType="w" fact="0.4455"/>
                  <dgm:constr type="h" for="ch" forName="parentText4" refType="h" fact="0.4285"/>
                  <dgm:constr type="l" for="ch" forName="parentText5" refType="w" fact="0"/>
                  <dgm:constr type="t" for="ch" forName="parentText5" refType="h" fact="0.5715"/>
                  <dgm:constr type="w" for="ch" forName="parentText5" refType="w" fact="0.2607"/>
                  <dgm:constr type="h" for="ch" forName="parentText5" refType="h" fact="0.4285"/>
                </dgm:constrLst>
              </dgm:else>
            </dgm:choose>
          </dgm:if>
          <dgm:else name="Name48">
            <dgm:alg type="composite">
              <dgm:param type="ar" val="1.7837"/>
            </dgm:alg>
            <dgm:choose name="Name49">
              <dgm:if name="Name50" func="var" arg="dir" op="equ" val="norm">
                <dgm:constrLst>
                  <dgm:constr type="primFontSz" for="des" forName="childText1" val="65"/>
                  <dgm:constr type="primFontSz" for="des" forName="parentText1" val="65"/>
                  <dgm:constr type="primFontSz" for="des" forName="childText1" refType="primFontSz" refFor="des" refForName="parentText1" op="lte"/>
                  <dgm:constr type="primFontSz" for="des" forName="childText2" refType="primFontSz" refFor="des" refForName="parentText1" op="lte"/>
                  <dgm:constr type="primFontSz" for="des" forName="childText3" refType="primFontSz" refFor="des" refForName="parentText1" op="lte"/>
                  <dgm:constr type="primFontSz" for="des" forName="childText4" refType="primFontSz" refFor="des" refForName="parentText1" op="lte"/>
                  <dgm:constr type="primFontSz" for="des" forName="childText5" refType="primFontSz" refFor="des" refForName="parentText1" op="lte"/>
                  <dgm:constr type="primFontSz" for="des" forName="childText1" refType="primFontSz" refFor="des" refForName="parentText2" op="lte"/>
                  <dgm:constr type="primFontSz" for="des" forName="childText2" refType="primFontSz" refFor="des" refForName="parentText2" op="lte"/>
                  <dgm:constr type="primFontSz" for="des" forName="childText3" refType="primFontSz" refFor="des" refForName="parentText2" op="lte"/>
                  <dgm:constr type="primFontSz" for="des" forName="childText4" refType="primFontSz" refFor="des" refForName="parentText2" op="lte"/>
                  <dgm:constr type="primFontSz" for="des" forName="childText5" refType="primFontSz" refFor="des" refForName="parentText2" op="lte"/>
                  <dgm:constr type="primFontSz" for="des" forName="childText1" refType="primFontSz" refFor="des" refForName="parentText3" op="lte"/>
                  <dgm:constr type="primFontSz" for="des" forName="childText2" refType="primFontSz" refFor="des" refForName="parentText3" op="lte"/>
                  <dgm:constr type="primFontSz" for="des" forName="childText3" refType="primFontSz" refFor="des" refForName="parentText3" op="lte"/>
                  <dgm:constr type="primFontSz" for="des" forName="childText4" refType="primFontSz" refFor="des" refForName="parentText3" op="lte"/>
                  <dgm:constr type="primFontSz" for="des" forName="childText5" refType="primFontSz" refFor="des" refForName="parentText3" op="lte"/>
                  <dgm:constr type="primFontSz" for="des" forName="childText1" refType="primFontSz" refFor="des" refForName="parentText4" op="lte"/>
                  <dgm:constr type="primFontSz" for="des" forName="childText2" refType="primFontSz" refFor="des" refForName="parentText4" op="lte"/>
                  <dgm:constr type="primFontSz" for="des" forName="childText3" refType="primFontSz" refFor="des" refForName="parentText4" op="lte"/>
                  <dgm:constr type="primFontSz" for="des" forName="childText4" refType="primFontSz" refFor="des" refForName="parentText4" op="lte"/>
                  <dgm:constr type="primFontSz" for="des" forName="childText5" refType="primFontSz" refFor="des" refForName="parentText4" op="lte"/>
                  <dgm:constr type="primFontSz" for="des" forName="childText1" refType="primFontSz" refFor="des" refForName="parentText5" op="lte"/>
                  <dgm:constr type="primFontSz" for="des" forName="childText2" refType="primFontSz" refFor="des" refForName="parentText5" op="lte"/>
                  <dgm:constr type="primFontSz" for="des" forName="childText3" refType="primFontSz" refFor="des" refForName="parentText5" op="lte"/>
                  <dgm:constr type="primFontSz" for="des" forName="childText4" refType="primFontSz" refFor="des" refForName="parentText5" op="lte"/>
                  <dgm:constr type="primFontSz" for="des" forName="childText5" refType="primFontSz" refFor="des" refForName="parentText5" op="lte"/>
                  <dgm:constr type="primFontSz" for="des" forName="parentText2" refType="primFontSz" refFor="des" refForName="parentText1" op="equ"/>
                  <dgm:constr type="primFontSz" for="des" forName="parentText3" refType="primFontSz" refFor="des" refForName="parentText1" op="equ"/>
                  <dgm:constr type="primFontSz" for="des" forName="parentText4" refType="primFontSz" refFor="des" refForName="parentText1" op="equ"/>
                  <dgm:constr type="primFontSz" for="des" forName="parentText5" refType="primFontSz" refFor="des" refForName="parentText1" op="equ"/>
                  <dgm:constr type="primFontSz" for="des" forName="childText2" refType="primFontSz" refFor="des" refForName="childText1" op="equ"/>
                  <dgm:constr type="primFontSz" for="des" forName="childText3" refType="primFontSz" refFor="des" refForName="childText1" op="equ"/>
                  <dgm:constr type="primFontSz" for="des" forName="childText4" refType="primFontSz" refFor="des" refForName="childText1" op="equ"/>
                  <dgm:constr type="primFontSz" for="des" forName="childText5" refType="primFontSz" refFor="des" refForName="childText1" op="equ"/>
                  <dgm:constr type="l" for="ch" forName="childText1" refType="w" fact="0"/>
                  <dgm:constr type="t" for="ch" forName="childText1" refType="h" fact="0.1997"/>
                  <dgm:constr type="w" for="ch" forName="childText1" refType="w" fact="0.18482"/>
                  <dgm:constr type="h" for="ch" forName="childText1" refType="h" fact="0.4763"/>
                  <dgm:constr type="l" for="ch" forName="childText2" refType="w" fact="0.1848"/>
                  <dgm:constr type="t" for="ch" forName="childText2" refType="h" fact="0.2862"/>
                  <dgm:constr type="w" for="ch" forName="childText2" refType="w" fact="0.18482"/>
                  <dgm:constr type="h" for="ch" forName="childText2" refType="h" fact="0.4763"/>
                  <dgm:constr type="l" for="ch" forName="childText3" refType="w" fact="0.3696"/>
                  <dgm:constr type="t" for="ch" forName="childText3" refType="h" fact="0.3727"/>
                  <dgm:constr type="w" for="ch" forName="childText3" refType="w" fact="0.18482"/>
                  <dgm:constr type="h" for="ch" forName="childText3" refType="h" fact="0.4763"/>
                  <dgm:constr type="l" for="ch" forName="childText4" refType="w" fact="0.5545"/>
                  <dgm:constr type="t" for="ch" forName="childText4" refType="h" fact="0.4592"/>
                  <dgm:constr type="w" for="ch" forName="childText4" refType="w" fact="0.18482"/>
                  <dgm:constr type="h" for="ch" forName="childText4" refType="h" fact="0.4763"/>
                  <dgm:constr type="l" for="ch" forName="childText5" refType="w" fact="0.7393"/>
                  <dgm:constr type="t" for="ch" forName="childText5" refType="h" fact="0.5457"/>
                  <dgm:constr type="w" for="ch" forName="childText5" refType="w" fact="0.18482"/>
                  <dgm:constr type="h" for="ch" forName="childText5" refType="h" fact="0.4763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2594"/>
                  <dgm:constr type="l" for="ch" forName="parentText2" refType="w" fact="0.1848"/>
                  <dgm:constr type="t" for="ch" forName="parentText2" refType="h" fact="0.0865"/>
                  <dgm:constr type="w" for="ch" forName="parentText2" refType="w" fact="0.8152"/>
                  <dgm:constr type="h" for="ch" forName="parentText2" refType="h" fact="0.2594"/>
                  <dgm:constr type="l" for="ch" forName="parentText3" refType="w" fact="0.3696"/>
                  <dgm:constr type="t" for="ch" forName="parentText3" refType="h" fact="0.173"/>
                  <dgm:constr type="w" for="ch" forName="parentText3" refType="w" fact="0.6304"/>
                  <dgm:constr type="h" for="ch" forName="parentText3" refType="h" fact="0.2594"/>
                  <dgm:constr type="l" for="ch" forName="parentText4" refType="w" fact="0.5545"/>
                  <dgm:constr type="t" for="ch" forName="parentText4" refType="h" fact="0.2595"/>
                  <dgm:constr type="w" for="ch" forName="parentText4" refType="w" fact="0.4455"/>
                  <dgm:constr type="h" for="ch" forName="parentText4" refType="h" fact="0.2594"/>
                  <dgm:constr type="l" for="ch" forName="parentText5" refType="w" fact="0.7393"/>
                  <dgm:constr type="t" for="ch" forName="parentText5" refType="h" fact="0.346"/>
                  <dgm:constr type="w" for="ch" forName="parentText5" refType="w" fact="0.2607"/>
                  <dgm:constr type="h" for="ch" forName="parentText5" refType="h" fact="0.2594"/>
                </dgm:constrLst>
              </dgm:if>
              <dgm:else name="Name51">
                <dgm:constrLst>
                  <dgm:constr type="primFontSz" for="des" forName="childText1" val="65"/>
                  <dgm:constr type="primFontSz" for="des" forName="parentText1" val="65"/>
                  <dgm:constr type="primFontSz" for="des" forName="childText1" refType="primFontSz" refFor="des" refForName="parentText1" op="lte"/>
                  <dgm:constr type="primFontSz" for="des" forName="childText2" refType="primFontSz" refFor="des" refForName="parentText1" op="lte"/>
                  <dgm:constr type="primFontSz" for="des" forName="childText3" refType="primFontSz" refFor="des" refForName="parentText1" op="lte"/>
                  <dgm:constr type="primFontSz" for="des" forName="childText4" refType="primFontSz" refFor="des" refForName="parentText1" op="lte"/>
                  <dgm:constr type="primFontSz" for="des" forName="childText5" refType="primFontSz" refFor="des" refForName="parentText1" op="lte"/>
                  <dgm:constr type="primFontSz" for="des" forName="childText1" refType="primFontSz" refFor="des" refForName="parentText2" op="lte"/>
                  <dgm:constr type="primFontSz" for="des" forName="childText2" refType="primFontSz" refFor="des" refForName="parentText2" op="lte"/>
                  <dgm:constr type="primFontSz" for="des" forName="childText3" refType="primFontSz" refFor="des" refForName="parentText2" op="lte"/>
                  <dgm:constr type="primFontSz" for="des" forName="childText4" refType="primFontSz" refFor="des" refForName="parentText2" op="lte"/>
                  <dgm:constr type="primFontSz" for="des" forName="childText5" refType="primFontSz" refFor="des" refForName="parentText2" op="lte"/>
                  <dgm:constr type="primFontSz" for="des" forName="childText1" refType="primFontSz" refFor="des" refForName="parentText3" op="lte"/>
                  <dgm:constr type="primFontSz" for="des" forName="childText2" refType="primFontSz" refFor="des" refForName="parentText3" op="lte"/>
                  <dgm:constr type="primFontSz" for="des" forName="childText3" refType="primFontSz" refFor="des" refForName="parentText3" op="lte"/>
                  <dgm:constr type="primFontSz" for="des" forName="childText4" refType="primFontSz" refFor="des" refForName="parentText3" op="lte"/>
                  <dgm:constr type="primFontSz" for="des" forName="childText5" refType="primFontSz" refFor="des" refForName="parentText3" op="lte"/>
                  <dgm:constr type="primFontSz" for="des" forName="childText1" refType="primFontSz" refFor="des" refForName="parentText4" op="lte"/>
                  <dgm:constr type="primFontSz" for="des" forName="childText2" refType="primFontSz" refFor="des" refForName="parentText4" op="lte"/>
                  <dgm:constr type="primFontSz" for="des" forName="childText3" refType="primFontSz" refFor="des" refForName="parentText4" op="lte"/>
                  <dgm:constr type="primFontSz" for="des" forName="childText4" refType="primFontSz" refFor="des" refForName="parentText4" op="lte"/>
                  <dgm:constr type="primFontSz" for="des" forName="childText5" refType="primFontSz" refFor="des" refForName="parentText4" op="lte"/>
                  <dgm:constr type="primFontSz" for="des" forName="childText1" refType="primFontSz" refFor="des" refForName="parentText5" op="lte"/>
                  <dgm:constr type="primFontSz" for="des" forName="childText2" refType="primFontSz" refFor="des" refForName="parentText5" op="lte"/>
                  <dgm:constr type="primFontSz" for="des" forName="childText3" refType="primFontSz" refFor="des" refForName="parentText5" op="lte"/>
                  <dgm:constr type="primFontSz" for="des" forName="childText4" refType="primFontSz" refFor="des" refForName="parentText5" op="lte"/>
                  <dgm:constr type="primFontSz" for="des" forName="childText5" refType="primFontSz" refFor="des" refForName="parentText5" op="lte"/>
                  <dgm:constr type="primFontSz" for="des" forName="parentText2" refType="primFontSz" refFor="des" refForName="parentText1" op="equ"/>
                  <dgm:constr type="primFontSz" for="des" forName="parentText3" refType="primFontSz" refFor="des" refForName="parentText1" op="equ"/>
                  <dgm:constr type="primFontSz" for="des" forName="parentText4" refType="primFontSz" refFor="des" refForName="parentText1" op="equ"/>
                  <dgm:constr type="primFontSz" for="des" forName="parentText5" refType="primFontSz" refFor="des" refForName="parentText1" op="equ"/>
                  <dgm:constr type="primFontSz" for="des" forName="childText2" refType="primFontSz" refFor="des" refForName="childText1" op="equ"/>
                  <dgm:constr type="primFontSz" for="des" forName="childText3" refType="primFontSz" refFor="des" refForName="childText1" op="equ"/>
                  <dgm:constr type="primFontSz" for="des" forName="childText4" refType="primFontSz" refFor="des" refForName="childText1" op="equ"/>
                  <dgm:constr type="primFontSz" for="des" forName="childText5" refType="primFontSz" refFor="des" refForName="childText1" op="equ"/>
                  <dgm:constr type="l" for="ch" forName="childText1" refType="w" fact="0.81518"/>
                  <dgm:constr type="t" for="ch" forName="childText1" refType="h" fact="0.1997"/>
                  <dgm:constr type="w" for="ch" forName="childText1" refType="w" fact="0.18482"/>
                  <dgm:constr type="h" for="ch" forName="childText1" refType="h" fact="0.4763"/>
                  <dgm:constr type="l" for="ch" forName="childText2" refType="w" fact="0.63036"/>
                  <dgm:constr type="t" for="ch" forName="childText2" refType="h" fact="0.2862"/>
                  <dgm:constr type="w" for="ch" forName="childText2" refType="w" fact="0.18482"/>
                  <dgm:constr type="h" for="ch" forName="childText2" refType="h" fact="0.4763"/>
                  <dgm:constr type="l" for="ch" forName="childText3" refType="w" fact="0.44554"/>
                  <dgm:constr type="t" for="ch" forName="childText3" refType="h" fact="0.3727"/>
                  <dgm:constr type="w" for="ch" forName="childText3" refType="w" fact="0.18482"/>
                  <dgm:constr type="h" for="ch" forName="childText3" refType="h" fact="0.4763"/>
                  <dgm:constr type="l" for="ch" forName="childText4" refType="w" fact="0.26072"/>
                  <dgm:constr type="t" for="ch" forName="childText4" refType="h" fact="0.4592"/>
                  <dgm:constr type="w" for="ch" forName="childText4" refType="w" fact="0.18482"/>
                  <dgm:constr type="h" for="ch" forName="childText4" refType="h" fact="0.4763"/>
                  <dgm:constr type="l" for="ch" forName="childText5" refType="w" fact="0.0759"/>
                  <dgm:constr type="t" for="ch" forName="childText5" refType="h" fact="0.5457"/>
                  <dgm:constr type="w" for="ch" forName="childText5" refType="w" fact="0.18482"/>
                  <dgm:constr type="h" for="ch" forName="childText5" refType="h" fact="0.4763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2594"/>
                  <dgm:constr type="l" for="ch" forName="parentText2" refType="w" fact="0"/>
                  <dgm:constr type="t" for="ch" forName="parentText2" refType="h" fact="0.0865"/>
                  <dgm:constr type="w" for="ch" forName="parentText2" refType="w" fact="0.8152"/>
                  <dgm:constr type="h" for="ch" forName="parentText2" refType="h" fact="0.2594"/>
                  <dgm:constr type="l" for="ch" forName="parentText3" refType="w" fact="0"/>
                  <dgm:constr type="t" for="ch" forName="parentText3" refType="h" fact="0.173"/>
                  <dgm:constr type="w" for="ch" forName="parentText3" refType="w" fact="0.6304"/>
                  <dgm:constr type="h" for="ch" forName="parentText3" refType="h" fact="0.2594"/>
                  <dgm:constr type="l" for="ch" forName="parentText4" refType="w" fact="0"/>
                  <dgm:constr type="t" for="ch" forName="parentText4" refType="h" fact="0.2595"/>
                  <dgm:constr type="w" for="ch" forName="parentText4" refType="w" fact="0.4455"/>
                  <dgm:constr type="h" for="ch" forName="parentText4" refType="h" fact="0.2594"/>
                  <dgm:constr type="l" for="ch" forName="parentText5" refType="w" fact="0"/>
                  <dgm:constr type="t" for="ch" forName="parentText5" refType="h" fact="0.346"/>
                  <dgm:constr type="w" for="ch" forName="parentText5" refType="w" fact="0.2607"/>
                  <dgm:constr type="h" for="ch" forName="parentText5" refType="h" fact="0.2594"/>
                </dgm:constrLst>
              </dgm:else>
            </dgm:choose>
          </dgm:else>
        </dgm:choose>
      </dgm:else>
    </dgm:choose>
    <dgm:forEach name="Name52" axis="ch" ptType="node" cnt="1">
      <dgm:layoutNode name="parentText1" styleLbl="node1">
        <dgm:varLst>
          <dgm:chMax/>
          <dgm:chPref val="3"/>
          <dgm:bulletEnabled val="1"/>
        </dgm:varLst>
        <dgm:choose name="Name53">
          <dgm:if name="Name54" func="var" arg="dir" op="equ" val="norm">
            <dgm:alg type="tx">
              <dgm:param type="parTxLTRAlign" val="l"/>
            </dgm:alg>
            <dgm:shape xmlns:r="http://schemas.openxmlformats.org/officeDocument/2006/relationships" type="rightArrow" r:blip="">
              <dgm:adjLst>
                <dgm:adj idx="1" val="0.5"/>
                <dgm:adj idx="2" val="0.5"/>
              </dgm:adjLst>
            </dgm:shape>
            <dgm:constrLst>
              <dgm:constr type="lMarg" refType="primFontSz" fact="0.3"/>
              <dgm:constr type="rMarg" val="20"/>
              <dgm:constr type="tMarg" refType="primFontSz" fact="0.3"/>
              <dgm:constr type="bMarg" refType="h" fact="0.45"/>
            </dgm:constrLst>
          </dgm:if>
          <dgm:else name="Name55">
            <dgm:alg type="tx">
              <dgm:param type="parTxLTRAlign" val="r"/>
            </dgm:alg>
            <dgm:shape xmlns:r="http://schemas.openxmlformats.org/officeDocument/2006/relationships" type="leftArrow" r:blip="">
              <dgm:adjLst>
                <dgm:adj idx="1" val="0.5"/>
                <dgm:adj idx="2" val="0.5"/>
              </dgm:adjLst>
            </dgm:shape>
            <dgm:constrLst>
              <dgm:constr type="lMarg" val="20"/>
              <dgm:constr type="rMarg" refType="primFontSz" fact="0.3"/>
              <dgm:constr type="tMarg" refType="primFontSz" fact="0.3"/>
              <dgm:constr type="bMarg" refType="h" fact="0.45"/>
            </dgm:constrLst>
          </dgm:else>
        </dgm:choose>
        <dgm:presOf axis="self" ptType="node"/>
        <dgm:ruleLst>
          <dgm:rule type="primFontSz" val="5" fact="NaN" max="NaN"/>
        </dgm:ruleLst>
      </dgm:layoutNode>
      <dgm:choose name="Name56">
        <dgm:if name="Name57" axis="ch" ptType="node" func="cnt" op="gte" val="1">
          <dgm:layoutNode name="childText1" styleLbl="solidAlignAcc1">
            <dgm:varLst>
              <dgm:chMax val="0"/>
              <dgm:chPref val="0"/>
              <dgm:bulletEnabled val="1"/>
            </dgm:varLst>
            <dgm:alg type="tx">
              <dgm:param type="txAnchorVert" val="t"/>
              <dgm:param type="parTxLTRAlign" val="l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58"/>
      </dgm:choose>
    </dgm:forEach>
    <dgm:forEach name="Name59" axis="ch" ptType="node" st="2" cnt="1">
      <dgm:layoutNode name="parentText2" styleLbl="node1">
        <dgm:varLst>
          <dgm:chMax/>
          <dgm:chPref val="3"/>
          <dgm:bulletEnabled val="1"/>
        </dgm:varLst>
        <dgm:choose name="Name60">
          <dgm:if name="Name61" func="var" arg="dir" op="equ" val="norm">
            <dgm:alg type="tx">
              <dgm:param type="parTxLTRAlign" val="l"/>
            </dgm:alg>
            <dgm:shape xmlns:r="http://schemas.openxmlformats.org/officeDocument/2006/relationships" type="rightArrow" r:blip="">
              <dgm:adjLst>
                <dgm:adj idx="1" val="0.5"/>
                <dgm:adj idx="2" val="0.5"/>
              </dgm:adjLst>
            </dgm:shape>
            <dgm:constrLst>
              <dgm:constr type="lMarg" refType="primFontSz" fact="0.3"/>
              <dgm:constr type="rMarg" val="20"/>
              <dgm:constr type="tMarg" refType="primFontSz" fact="0.3"/>
              <dgm:constr type="bMarg" refType="h" fact="0.45"/>
            </dgm:constrLst>
          </dgm:if>
          <dgm:else name="Name62">
            <dgm:alg type="tx">
              <dgm:param type="parTxLTRAlign" val="r"/>
            </dgm:alg>
            <dgm:shape xmlns:r="http://schemas.openxmlformats.org/officeDocument/2006/relationships" type="leftArrow" r:blip="">
              <dgm:adjLst>
                <dgm:adj idx="1" val="0.5"/>
                <dgm:adj idx="2" val="0.5"/>
              </dgm:adjLst>
            </dgm:shape>
            <dgm:constrLst>
              <dgm:constr type="lMarg" val="20"/>
              <dgm:constr type="rMarg" refType="primFontSz" fact="0.3"/>
              <dgm:constr type="tMarg" refType="primFontSz" fact="0.3"/>
              <dgm:constr type="bMarg" refType="h" fact="0.45"/>
            </dgm:constrLst>
          </dgm:else>
        </dgm:choose>
        <dgm:presOf axis="self" ptType="node"/>
        <dgm:ruleLst>
          <dgm:rule type="primFontSz" val="5" fact="NaN" max="NaN"/>
        </dgm:ruleLst>
      </dgm:layoutNode>
      <dgm:choose name="Name63">
        <dgm:if name="Name64" axis="ch" ptType="node" func="cnt" op="gte" val="1">
          <dgm:layoutNode name="childText2" styleLbl="solidAlignAcc1">
            <dgm:varLst>
              <dgm:chMax val="0"/>
              <dgm:chPref val="0"/>
              <dgm:bulletEnabled val="1"/>
            </dgm:varLst>
            <dgm:alg type="tx">
              <dgm:param type="txAnchorVert" val="t"/>
              <dgm:param type="parTxLTRAlign" val="l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65"/>
      </dgm:choose>
    </dgm:forEach>
    <dgm:forEach name="Name66" axis="ch" ptType="node" st="3" cnt="1">
      <dgm:layoutNode name="parentText3" styleLbl="node1">
        <dgm:varLst>
          <dgm:chMax/>
          <dgm:chPref val="3"/>
          <dgm:bulletEnabled val="1"/>
        </dgm:varLst>
        <dgm:choose name="Name67">
          <dgm:if name="Name68" func="var" arg="dir" op="equ" val="norm">
            <dgm:alg type="tx">
              <dgm:param type="parTxLTRAlign" val="l"/>
            </dgm:alg>
            <dgm:shape xmlns:r="http://schemas.openxmlformats.org/officeDocument/2006/relationships" type="rightArrow" r:blip="">
              <dgm:adjLst>
                <dgm:adj idx="1" val="0.5"/>
                <dgm:adj idx="2" val="0.5"/>
              </dgm:adjLst>
            </dgm:shape>
            <dgm:constrLst>
              <dgm:constr type="lMarg" refType="primFontSz" fact="0.3"/>
              <dgm:constr type="rMarg" val="20"/>
              <dgm:constr type="tMarg" refType="primFontSz" fact="0.3"/>
              <dgm:constr type="bMarg" refType="h" fact="0.45"/>
            </dgm:constrLst>
          </dgm:if>
          <dgm:else name="Name69">
            <dgm:alg type="tx">
              <dgm:param type="parTxLTRAlign" val="r"/>
            </dgm:alg>
            <dgm:shape xmlns:r="http://schemas.openxmlformats.org/officeDocument/2006/relationships" type="leftArrow" r:blip="">
              <dgm:adjLst>
                <dgm:adj idx="1" val="0.5"/>
                <dgm:adj idx="2" val="0.5"/>
              </dgm:adjLst>
            </dgm:shape>
            <dgm:constrLst>
              <dgm:constr type="lMarg" val="20"/>
              <dgm:constr type="rMarg" refType="primFontSz" fact="0.3"/>
              <dgm:constr type="tMarg" refType="primFontSz" fact="0.3"/>
              <dgm:constr type="bMarg" refType="h" fact="0.45"/>
            </dgm:constrLst>
          </dgm:else>
        </dgm:choose>
        <dgm:presOf axis="self" ptType="node"/>
        <dgm:ruleLst>
          <dgm:rule type="primFontSz" val="5" fact="NaN" max="NaN"/>
        </dgm:ruleLst>
      </dgm:layoutNode>
      <dgm:choose name="Name70">
        <dgm:if name="Name71" axis="ch" ptType="node" func="cnt" op="gte" val="1">
          <dgm:layoutNode name="childText3" styleLbl="solidAlignAcc1">
            <dgm:varLst>
              <dgm:chMax val="0"/>
              <dgm:chPref val="0"/>
              <dgm:bulletEnabled val="1"/>
            </dgm:varLst>
            <dgm:alg type="tx">
              <dgm:param type="txAnchorVert" val="t"/>
              <dgm:param type="parTxLTRAlign" val="l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72"/>
      </dgm:choose>
    </dgm:forEach>
    <dgm:forEach name="Name73" axis="ch" ptType="node" st="4" cnt="1">
      <dgm:layoutNode name="parentText4" styleLbl="node1">
        <dgm:varLst>
          <dgm:chMax/>
          <dgm:chPref val="3"/>
          <dgm:bulletEnabled val="1"/>
        </dgm:varLst>
        <dgm:choose name="Name74">
          <dgm:if name="Name75" func="var" arg="dir" op="equ" val="norm">
            <dgm:alg type="tx">
              <dgm:param type="parTxLTRAlign" val="l"/>
            </dgm:alg>
            <dgm:shape xmlns:r="http://schemas.openxmlformats.org/officeDocument/2006/relationships" type="rightArrow" r:blip="">
              <dgm:adjLst>
                <dgm:adj idx="1" val="0.5"/>
                <dgm:adj idx="2" val="0.5"/>
              </dgm:adjLst>
            </dgm:shape>
            <dgm:constrLst>
              <dgm:constr type="lMarg" refType="primFontSz" fact="0.3"/>
              <dgm:constr type="rMarg" val="20"/>
              <dgm:constr type="tMarg" refType="primFontSz" fact="0.3"/>
              <dgm:constr type="bMarg" refType="h" fact="0.45"/>
            </dgm:constrLst>
          </dgm:if>
          <dgm:else name="Name76">
            <dgm:alg type="tx">
              <dgm:param type="parTxLTRAlign" val="r"/>
            </dgm:alg>
            <dgm:shape xmlns:r="http://schemas.openxmlformats.org/officeDocument/2006/relationships" type="leftArrow" r:blip="">
              <dgm:adjLst>
                <dgm:adj idx="1" val="0.5"/>
                <dgm:adj idx="2" val="0.5"/>
              </dgm:adjLst>
            </dgm:shape>
            <dgm:constrLst>
              <dgm:constr type="lMarg" val="20"/>
              <dgm:constr type="rMarg" refType="primFontSz" fact="0.3"/>
              <dgm:constr type="tMarg" refType="primFontSz" fact="0.3"/>
              <dgm:constr type="bMarg" refType="h" fact="0.45"/>
            </dgm:constrLst>
          </dgm:else>
        </dgm:choose>
        <dgm:presOf axis="self" ptType="node"/>
        <dgm:ruleLst>
          <dgm:rule type="primFontSz" val="5" fact="NaN" max="NaN"/>
        </dgm:ruleLst>
      </dgm:layoutNode>
      <dgm:choose name="Name77">
        <dgm:if name="Name78" axis="ch" ptType="node" func="cnt" op="gte" val="1">
          <dgm:layoutNode name="childText4" styleLbl="solidAlignAcc1">
            <dgm:varLst>
              <dgm:chMax val="0"/>
              <dgm:chPref val="0"/>
              <dgm:bulletEnabled val="1"/>
            </dgm:varLst>
            <dgm:alg type="tx">
              <dgm:param type="txAnchorVert" val="t"/>
              <dgm:param type="parTxLTRAlign" val="l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79"/>
      </dgm:choose>
    </dgm:forEach>
    <dgm:forEach name="Name80" axis="ch" ptType="node" st="5" cnt="1">
      <dgm:layoutNode name="parentText5" styleLbl="node1">
        <dgm:varLst>
          <dgm:chMax/>
          <dgm:chPref val="3"/>
          <dgm:bulletEnabled val="1"/>
        </dgm:varLst>
        <dgm:choose name="Name81">
          <dgm:if name="Name82" func="var" arg="dir" op="equ" val="norm">
            <dgm:alg type="tx">
              <dgm:param type="parTxLTRAlign" val="l"/>
            </dgm:alg>
            <dgm:shape xmlns:r="http://schemas.openxmlformats.org/officeDocument/2006/relationships" type="rightArrow" r:blip="">
              <dgm:adjLst>
                <dgm:adj idx="1" val="0.5"/>
                <dgm:adj idx="2" val="0.5"/>
              </dgm:adjLst>
            </dgm:shape>
            <dgm:constrLst>
              <dgm:constr type="lMarg" refType="primFontSz" fact="0.3"/>
              <dgm:constr type="rMarg" val="20"/>
              <dgm:constr type="tMarg" refType="primFontSz" fact="0.3"/>
              <dgm:constr type="bMarg" refType="h" fact="0.45"/>
            </dgm:constrLst>
          </dgm:if>
          <dgm:else name="Name83">
            <dgm:alg type="tx">
              <dgm:param type="parTxLTRAlign" val="r"/>
            </dgm:alg>
            <dgm:shape xmlns:r="http://schemas.openxmlformats.org/officeDocument/2006/relationships" type="leftArrow" r:blip="">
              <dgm:adjLst>
                <dgm:adj idx="1" val="0.5"/>
                <dgm:adj idx="2" val="0.5"/>
              </dgm:adjLst>
            </dgm:shape>
            <dgm:constrLst>
              <dgm:constr type="lMarg" val="20"/>
              <dgm:constr type="rMarg" refType="primFontSz" fact="0.3"/>
              <dgm:constr type="tMarg" refType="primFontSz" fact="0.3"/>
              <dgm:constr type="bMarg" refType="h" fact="0.45"/>
            </dgm:constrLst>
          </dgm:else>
        </dgm:choose>
        <dgm:presOf axis="self" ptType="node"/>
        <dgm:ruleLst>
          <dgm:rule type="primFontSz" val="5" fact="NaN" max="NaN"/>
        </dgm:ruleLst>
      </dgm:layoutNode>
      <dgm:choose name="Name84">
        <dgm:if name="Name85" axis="ch" ptType="node" func="cnt" op="gte" val="1">
          <dgm:layoutNode name="childText5" styleLbl="solidAlignAcc1">
            <dgm:varLst>
              <dgm:chMax val="0"/>
              <dgm:chPref val="0"/>
              <dgm:bulletEnabled val="1"/>
            </dgm:varLst>
            <dgm:alg type="tx">
              <dgm:param type="txAnchorVert" val="t"/>
              <dgm:param type="parTxLTRAlign" val="l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86"/>
      </dgm:choose>
    </dgm:forEach>
  </dgm:layoutNode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05/8/layout/vList4">
  <dgm:title val=""/>
  <dgm:desc val=""/>
  <dgm:catLst>
    <dgm:cat type="list" pri="13000"/>
    <dgm:cat type="picture" pri="26000"/>
    <dgm:cat type="pictureconvert" pri="26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resizeHandles val="exact"/>
    </dgm:varLst>
    <dgm:alg type="lin">
      <dgm:param type="linDir" val="fromT"/>
      <dgm:param type="vertAlign" val="t"/>
    </dgm:alg>
    <dgm:shape xmlns:r="http://schemas.openxmlformats.org/officeDocument/2006/relationships" r:blip="">
      <dgm:adjLst/>
    </dgm:shape>
    <dgm:presOf/>
    <dgm:constrLst>
      <dgm:constr type="w" for="ch" forName="comp" refType="w"/>
      <dgm:constr type="h" for="ch" forName="comp" refType="h"/>
      <dgm:constr type="h" for="ch" forName="spacer" refType="h" refFor="ch" refForName="comp" op="equ" fact="0.1"/>
      <dgm:constr type="primFontSz" for="des" forName="text" op="equ" val="65"/>
    </dgm:constrLst>
    <dgm:ruleLst/>
    <dgm:forEach name="Name0" axis="ch" ptType="node">
      <dgm:layoutNode name="comp" styleLbl="node1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l" for="ch" forName="img" refType="h" refFor="ch" refForName="box" fact="0.1"/>
              <dgm:constr type="h" for="ch" forName="text" refType="h"/>
              <dgm:constr type="l" for="ch" forName="text" refType="r" refFor="ch" refForName="img"/>
              <dgm:constr type="r" for="ch" forName="text" refType="w"/>
            </dgm:constrLst>
          </dgm:if>
          <dgm:else name="Name3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r" for="ch" forName="img" refType="w" refFor="ch" refForName="box"/>
              <dgm:constr type="rOff" for="ch" forName="img" refType="h" refFor="ch" refForName="box" fact="-0.1"/>
              <dgm:constr type="h" for="ch" forName="text" refType="h"/>
              <dgm:constr type="r" for="ch" forName="text" refType="l" refFor="ch" refForName="img"/>
              <dgm:constr type="l" for="ch" forName="text"/>
            </dgm:constrLst>
          </dgm:else>
        </dgm:choose>
        <dgm:ruleLst/>
        <dgm:layoutNode name="box" styleLbl="node1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/>
          <dgm:ruleLst/>
        </dgm:layoutNode>
        <dgm:layoutNode name="img" styleLbl="fgImgPlace1">
          <dgm:alg type="sp"/>
          <dgm:shape xmlns:r="http://schemas.openxmlformats.org/officeDocument/2006/relationships" type="roundRect" r:blip="" blipPhldr="1">
            <dgm:adjLst>
              <dgm:adj idx="1" val="0.1"/>
            </dgm:adjLst>
          </dgm:shape>
          <dgm:presOf/>
          <dgm:constrLst/>
          <dgm:ruleLst/>
        </dgm:layoutNode>
        <dgm:layoutNode name="text">
          <dgm:varLst>
            <dgm:bulletEnabled val="1"/>
          </dgm:varLst>
          <dgm:alg type="tx">
            <dgm:param type="parTxLTRAlign" val="l"/>
            <dgm:param type="parTxRTLAlign" val="r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layoutNode>
      <dgm:forEach name="Name4" axis="followSib" ptType="sibTrans" cnt="1">
        <dgm:layoutNode name="spacer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17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8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9.xml><?xml version="1.0" encoding="utf-8"?>
<dgm:layoutDef xmlns:dgm="http://schemas.openxmlformats.org/drawingml/2006/diagram" xmlns:a="http://schemas.openxmlformats.org/drawingml/2006/main" uniqueId="urn:microsoft.com/office/officeart/2008/layout/RadialCluster">
  <dgm:title val=""/>
  <dgm:desc val=""/>
  <dgm:catLst>
    <dgm:cat type="relationship" pri="19500"/>
    <dgm:cat type="cycle" pri="1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Name0">
    <dgm:varLst>
      <dgm:chMax val="1"/>
      <dgm:chPref val="1"/>
      <dgm:dir/>
      <dgm:animOne val="branch"/>
      <dgm:animLvl val="lvl"/>
    </dgm:varLst>
    <dgm:alg type="composite">
      <dgm:param type="ar" val="1.00"/>
    </dgm:alg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 ch" ptType="node node" cnt="1 0" func="cnt" op="equ" val="1">
            <dgm:constrLst>
              <dgm:constr type="l" for="ch" forName="textCenter"/>
              <dgm:constr type="ctrY" for="ch" forName="textCenter" refType="h" fact="0.5"/>
              <dgm:constr type="w" for="ch" forName="textCenter" refType="w" fact="0.32"/>
              <dgm:constr type="h" for="ch" forName="textCenter" refType="w" refFor="ch" refForName="textCenter"/>
              <dgm:constr type="r" for="ch" forName="cycle_1" refType="w"/>
              <dgm:constr type="ctrY" for="ch" forName="cycle_1" refType="h" fact="0.5"/>
              <dgm:constr type="w" for="ch" forName="cycle_1" refType="w" fact="0.56"/>
              <dgm:constr type="h" for="ch" forName="cycle_1" refType="h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userS" for="des" ptType="node" refType="w" refFor="ch" refForName="textCenter" fact="0.67"/>
            </dgm:constrLst>
          </dgm:if>
          <dgm:if name="Name5" axis="ch ch" ptType="node node" cnt="1 0" func="cnt" op="equ" val="2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5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/>
              <dgm:constr type="h" for="ch" forName="cycle_1" refType="h" fact="0.34"/>
              <dgm:constr type="ctrX" for="ch" forName="cycle_2" refType="w" fact="0.5"/>
              <dgm:constr type="b" for="ch" forName="cycle_2" refType="h"/>
              <dgm:constr type="w" for="ch" forName="cycle_2" refType="w"/>
              <dgm:constr type="h" for="ch" forName="cycle_2" refType="h" fact="0.34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userS" for="des" ptType="node" refType="w" refFor="ch" refForName="textCenter" fact="0.67"/>
            </dgm:constrLst>
          </dgm:if>
          <dgm:if name="Name6" axis="ch ch" ptType="node node" cnt="1 0" func="cnt" op="equ" val="3">
            <dgm:choose name="Name7">
              <dgm:if name="Name8" axis="ch ch ch" ptType="node node node" st="1 2 0" cnt="1 1 0" func="cnt" op="equ" val="1">
                <dgm:choose name="Name9">
                  <dgm:if name="Name10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1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if>
              <dgm:else name="Name12">
                <dgm:choose name="Name13">
                  <dgm:if name="Name14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15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else>
            </dgm:choose>
          </dgm:if>
          <dgm:if name="Name16" axis="ch ch" ptType="node node" cnt="1 0" func="cnt" op="equ" val="4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5"/>
              <dgm:constr type="h" for="ch" forName="cycle_1" refType="h" fact="0.33"/>
              <dgm:constr type="r" for="ch" forName="cycle_2" refType="w"/>
              <dgm:constr type="ctrY" for="ch" forName="cycle_2" refType="h" fact="0.5"/>
              <dgm:constr type="w" for="ch" forName="cycle_2" refType="w" fact="0.33"/>
              <dgm:constr type="h" for="ch" forName="cycle_2" refType="h" fact="0.5"/>
              <dgm:constr type="ctrX" for="ch" forName="cycle_3" refType="w" fact="0.5"/>
              <dgm:constr type="b" for="ch" forName="cycle_3" refType="h"/>
              <dgm:constr type="w" for="ch" forName="cycle_3" refType="w" fact="0.5"/>
              <dgm:constr type="h" for="ch" forName="cycle_3" refType="h" fact="0.33"/>
              <dgm:constr type="l" for="ch" forName="cycle_4"/>
              <dgm:constr type="ctrY" for="ch" forName="cycle_4" refType="h" fact="0.5"/>
              <dgm:constr type="w" for="ch" forName="cycle_4" refType="w" fact="0.33"/>
              <dgm:constr type="h" for="ch" forName="cycle_4" refType="h" fact="0.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userS" for="des" ptType="node" refType="w" refFor="ch" refForName="textCenter" fact="0.67"/>
            </dgm:constrLst>
          </dgm:if>
          <dgm:if name="Name17" axis="ch ch" ptType="node node" cnt="1 0" func="cnt" op="equ" val="5">
            <dgm:constrLst>
              <dgm:constr type="ctrX" for="ch" forName="textCenter" refType="w" fact="0.5"/>
              <dgm:constr type="t" for="ch" forName="textCenter" refType="h" fact="0.42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r" for="ch" forName="cycle_2" refType="w"/>
              <dgm:constr type="t" for="ch" forName="cycle_2" refType="h" fact="0.24"/>
              <dgm:constr type="w" for="ch" forName="cycle_2" refType="w" fact="0.33"/>
              <dgm:constr type="h" for="ch" forName="cycle_2" refType="w" refFor="ch" refForName="cycle_2"/>
              <dgm:constr type="r" for="ch" forName="cycle_3" refType="w" fact="0.89"/>
              <dgm:constr type="b" for="ch" forName="cycle_3" refType="h"/>
              <dgm:constr type="w" for="ch" forName="cycle_3" refType="w" fact="0.33"/>
              <dgm:constr type="h" for="ch" forName="cycle_3" refType="w" refFor="ch" refForName="cycle_3"/>
              <dgm:constr type="l" for="ch" forName="cycle_4" refType="w" fact="0.11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l" for="ch" forName="cycle_5"/>
              <dgm:constr type="t" for="ch" forName="cycle_5" refType="h" fact="0.24"/>
              <dgm:constr type="w" for="ch" forName="cycle_5" refType="w" fact="0.33"/>
              <dgm:constr type="h" for="ch" forName="cycle_5" refType="w" refFor="ch" refForName="cycle_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userS" for="des" ptType="node" refType="w" refFor="ch" refForName="textCenter" fact="0.67"/>
            </dgm:constrLst>
          </dgm:if>
          <dgm:if name="Name18" axis="ch ch" ptType="node node" cnt="1 0" func="cnt" op="equ" val="6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r" for="ch" forName="cycle_2" refType="w"/>
              <dgm:constr type="t" for="ch" forName="cycle_2" refType="h" fact="0.17"/>
              <dgm:constr type="w" for="ch" forName="cycle_2" refType="w" fact="0.33"/>
              <dgm:constr type="h" for="ch" forName="cycle_2" refType="w" refFor="ch" refForName="cycle_2"/>
              <dgm:constr type="r" for="ch" forName="cycle_3" refType="w"/>
              <dgm:constr type="b" for="ch" forName="cycle_3" refType="h" fact="0.83"/>
              <dgm:constr type="w" for="ch" forName="cycle_3" refType="w" fact="0.33"/>
              <dgm:constr type="h" for="ch" forName="cycle_3" refType="w" refFor="ch" refForName="cycle_3"/>
              <dgm:constr type="ctrX" for="ch" forName="cycle_4" refType="w" fact="0.5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l" for="ch" forName="cycle_5"/>
              <dgm:constr type="b" for="ch" forName="cycle_5" refType="h" fact="0.83"/>
              <dgm:constr type="w" for="ch" forName="cycle_5" refType="w" fact="0.33"/>
              <dgm:constr type="h" for="ch" forName="cycle_5" refType="w" refFor="ch" refForName="cycle_5"/>
              <dgm:constr type="l" for="ch" forName="cycle_6"/>
              <dgm:constr type="t" for="ch" forName="cycle_6" refType="h" fact="0.17"/>
              <dgm:constr type="w" for="ch" forName="cycle_6" refType="w" fact="0.33"/>
              <dgm:constr type="h" for="ch" forName="cycle_6" refType="w" refFor="ch" refForName="cycle_6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userS" for="des" ptType="node" refType="w" refFor="ch" refForName="textCenter" fact="0.67"/>
            </dgm:constrLst>
          </dgm:if>
          <dgm:else name="Name19">
            <dgm:constrLst>
              <dgm:constr type="ctrX" for="ch" forName="textCenter" refType="w" fact="0.5"/>
              <dgm:constr type="t" for="ch" forName="textCenter" refType="h" fact="0.444"/>
              <dgm:constr type="w" for="ch" forName="textCenter" refType="w" fact="0.167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263"/>
              <dgm:constr type="h" for="ch" forName="cycle_1" refType="w" refFor="ch" refForName="cycle_1"/>
              <dgm:constr type="r" for="ch" forName="cycle_2" refType="w" fact="0.938"/>
              <dgm:constr type="t" for="ch" forName="cycle_2" refType="h" fact="0.141"/>
              <dgm:constr type="w" for="ch" forName="cycle_2" refType="w" fact="0.263"/>
              <dgm:constr type="h" for="ch" forName="cycle_2" refType="w" refFor="ch" refForName="cycle_2"/>
              <dgm:constr type="r" for="ch" forName="cycle_3" refType="w"/>
              <dgm:constr type="b" for="ch" forName="cycle_3" refType="h" fact="0.74"/>
              <dgm:constr type="w" for="ch" forName="cycle_3" refType="w" fact="0.263"/>
              <dgm:constr type="h" for="ch" forName="cycle_3" refType="w" refFor="ch" refForName="cycle_3"/>
              <dgm:constr type="r" for="ch" forName="cycle_4" refType="w" fact="0.8"/>
              <dgm:constr type="b" for="ch" forName="cycle_4" refType="h"/>
              <dgm:constr type="w" for="ch" forName="cycle_4" refType="w" fact="0.263"/>
              <dgm:constr type="h" for="ch" forName="cycle_4" refType="w" refFor="ch" refForName="cycle_4"/>
              <dgm:constr type="l" for="ch" forName="cycle_5" refType="w" fact="0.2"/>
              <dgm:constr type="b" for="ch" forName="cycle_5" refType="h"/>
              <dgm:constr type="w" for="ch" forName="cycle_5" refType="w" fact="0.263"/>
              <dgm:constr type="h" for="ch" forName="cycle_5" refType="w" refFor="ch" refForName="cycle_5"/>
              <dgm:constr type="l" for="ch" forName="cycle_6"/>
              <dgm:constr type="b" for="ch" forName="cycle_6" refType="h" fact="0.74"/>
              <dgm:constr type="w" for="ch" forName="cycle_6" refType="w" fact="0.263"/>
              <dgm:constr type="h" for="ch" forName="cycle_6" refType="w" refFor="ch" refForName="cycle_6"/>
              <dgm:constr type="l" for="ch" forName="cycle_7" refType="w" fact="0.062"/>
              <dgm:constr type="t" for="ch" forName="cycle_7" refType="h" fact="0.141"/>
              <dgm:constr type="w" for="ch" forName="cycle_7" refType="w" fact="0.263"/>
              <dgm:constr type="h" for="ch" forName="cycle_7" refType="w" refFor="ch" refForName="cycle_7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primFontSz" for="des" forName="childCenter7" refType="primFontSz" refFor="des" refForName="childCenter1" op="equ"/>
              <dgm:constr type="primFontSz" for="des" forName="text7" refType="primFontSz" refFor="des" refForName="text1" op="equ"/>
              <dgm:constr type="userS" for="des" ptType="node" refType="w" refFor="ch" refForName="textCenter" fact="0.67"/>
            </dgm:constrLst>
          </dgm:else>
        </dgm:choose>
      </dgm:if>
      <dgm:else name="Name20">
        <dgm:choose name="Name21">
          <dgm:if name="Name22" axis="ch ch" ptType="node node" func="cnt" op="equ" val="1">
            <dgm:constrLst>
              <dgm:constr type="r" for="ch" forName="textCenter" refType="w"/>
              <dgm:constr type="ctrY" for="ch" forName="textCenter" refType="h" fact="0.5"/>
              <dgm:constr type="w" for="ch" forName="textCenter" refType="w" fact="0.32"/>
              <dgm:constr type="h" for="ch" forName="textCenter" refType="w" refFor="ch" refForName="textCenter"/>
              <dgm:constr type="l" for="ch" forName="cycle_1"/>
              <dgm:constr type="ctrY" for="ch" forName="cycle_1" refType="h" fact="0.5"/>
              <dgm:constr type="w" for="ch" forName="cycle_1" refType="w" fact="0.56"/>
              <dgm:constr type="h" for="ch" forName="cycle_1" refType="h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userS" for="des" ptType="node" refType="w" refFor="ch" refForName="textCenter" fact="0.67"/>
            </dgm:constrLst>
          </dgm:if>
          <dgm:if name="Name23" axis="ch ch" ptType="node node" func="cnt" op="equ" val="2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5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/>
              <dgm:constr type="h" for="ch" forName="cycle_1" refType="h" fact="0.34"/>
              <dgm:constr type="ctrX" for="ch" forName="cycle_2" refType="w" fact="0.5"/>
              <dgm:constr type="b" for="ch" forName="cycle_2" refType="h"/>
              <dgm:constr type="w" for="ch" forName="cycle_2" refType="w"/>
              <dgm:constr type="h" for="ch" forName="cycle_2" refType="h" fact="0.34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userS" for="des" ptType="node" refType="w" refFor="ch" refForName="textCenter" fact="0.67"/>
            </dgm:constrLst>
          </dgm:if>
          <dgm:if name="Name24" axis="ch ch" ptType="node node" func="cnt" op="equ" val="3">
            <dgm:choose name="Name25">
              <dgm:if name="Name26" axis="ch ch ch" ptType="node node node" st="1 2 0" cnt="1 1 0" func="cnt" op="equ" val="1">
                <dgm:choose name="Name27">
                  <dgm:if name="Name28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29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if>
              <dgm:else name="Name30">
                <dgm:choose name="Name31">
                  <dgm:if name="Name32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33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else>
            </dgm:choose>
          </dgm:if>
          <dgm:if name="Name34" axis="ch ch" ptType="node node" func="cnt" op="equ" val="4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5"/>
              <dgm:constr type="h" for="ch" forName="cycle_1" refType="h" fact="0.33"/>
              <dgm:constr type="l" for="ch" forName="cycle_2"/>
              <dgm:constr type="ctrY" for="ch" forName="cycle_2" refType="h" fact="0.5"/>
              <dgm:constr type="w" for="ch" forName="cycle_2" refType="w" fact="0.33"/>
              <dgm:constr type="h" for="ch" forName="cycle_2" refType="h" fact="0.5"/>
              <dgm:constr type="ctrX" for="ch" forName="cycle_3" refType="w" fact="0.5"/>
              <dgm:constr type="b" for="ch" forName="cycle_3" refType="h"/>
              <dgm:constr type="w" for="ch" forName="cycle_3" refType="w" fact="0.5"/>
              <dgm:constr type="h" for="ch" forName="cycle_3" refType="h" fact="0.33"/>
              <dgm:constr type="r" for="ch" forName="cycle_4" refType="w"/>
              <dgm:constr type="ctrY" for="ch" forName="cycle_4" refType="h" fact="0.5"/>
              <dgm:constr type="w" for="ch" forName="cycle_4" refType="w" fact="0.33"/>
              <dgm:constr type="h" for="ch" forName="cycle_4" refType="h" fact="0.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userS" for="des" ptType="node" refType="w" refFor="ch" refForName="textCenter" fact="0.67"/>
            </dgm:constrLst>
          </dgm:if>
          <dgm:if name="Name35" axis="ch ch" ptType="node node" func="cnt" op="equ" val="5">
            <dgm:constrLst>
              <dgm:constr type="ctrX" for="ch" forName="textCenter" refType="w" fact="0.5"/>
              <dgm:constr type="t" for="ch" forName="textCenter" refType="h" fact="0.42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l" for="ch" forName="cycle_2"/>
              <dgm:constr type="t" for="ch" forName="cycle_2" refType="h" fact="0.24"/>
              <dgm:constr type="w" for="ch" forName="cycle_2" refType="w" fact="0.33"/>
              <dgm:constr type="h" for="ch" forName="cycle_2" refType="w" refFor="ch" refForName="cycle_2"/>
              <dgm:constr type="l" for="ch" forName="cycle_3" refType="w" fact="0.11"/>
              <dgm:constr type="b" for="ch" forName="cycle_3" refType="h"/>
              <dgm:constr type="w" for="ch" forName="cycle_3" refType="w" fact="0.33"/>
              <dgm:constr type="h" for="ch" forName="cycle_3" refType="w" refFor="ch" refForName="cycle_3"/>
              <dgm:constr type="r" for="ch" forName="cycle_4" refType="w" fact="0.89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r" for="ch" forName="cycle_5" refType="w"/>
              <dgm:constr type="t" for="ch" forName="cycle_5" refType="h" fact="0.24"/>
              <dgm:constr type="w" for="ch" forName="cycle_5" refType="w" fact="0.33"/>
              <dgm:constr type="h" for="ch" forName="cycle_5" refType="w" refFor="ch" refForName="cycle_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userS" for="des" ptType="node" refType="w" refFor="ch" refForName="textCenter" fact="0.67"/>
            </dgm:constrLst>
          </dgm:if>
          <dgm:if name="Name36" axis="ch ch" ptType="node node" func="cnt" op="equ" val="6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l" for="ch" forName="cycle_2"/>
              <dgm:constr type="t" for="ch" forName="cycle_2" refType="h" fact="0.17"/>
              <dgm:constr type="w" for="ch" forName="cycle_2" refType="w" fact="0.33"/>
              <dgm:constr type="h" for="ch" forName="cycle_2" refType="w" refFor="ch" refForName="cycle_2"/>
              <dgm:constr type="l" for="ch" forName="cycle_3"/>
              <dgm:constr type="b" for="ch" forName="cycle_3" refType="h" fact="0.83"/>
              <dgm:constr type="w" for="ch" forName="cycle_3" refType="w" fact="0.33"/>
              <dgm:constr type="h" for="ch" forName="cycle_3" refType="w" refFor="ch" refForName="cycle_3"/>
              <dgm:constr type="ctrX" for="ch" forName="cycle_4" refType="w" fact="0.5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r" for="ch" forName="cycle_5" refType="w"/>
              <dgm:constr type="b" for="ch" forName="cycle_5" refType="h" fact="0.83"/>
              <dgm:constr type="w" for="ch" forName="cycle_5" refType="w" fact="0.33"/>
              <dgm:constr type="h" for="ch" forName="cycle_5" refType="w" refFor="ch" refForName="cycle_5"/>
              <dgm:constr type="r" for="ch" forName="cycle_6" refType="w"/>
              <dgm:constr type="t" for="ch" forName="cycle_6" refType="h" fact="0.17"/>
              <dgm:constr type="w" for="ch" forName="cycle_6" refType="w" fact="0.33"/>
              <dgm:constr type="h" for="ch" forName="cycle_6" refType="w" refFor="ch" refForName="cycle_6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userS" for="des" ptType="node" refType="w" refFor="ch" refForName="textCenter" fact="0.67"/>
            </dgm:constrLst>
          </dgm:if>
          <dgm:else name="Name37">
            <dgm:constrLst>
              <dgm:constr type="ctrX" for="ch" forName="textCenter" refType="w" fact="0.5"/>
              <dgm:constr type="t" for="ch" forName="textCenter" refType="h" fact="0.444"/>
              <dgm:constr type="w" for="ch" forName="textCenter" refType="w" fact="0.167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263"/>
              <dgm:constr type="h" for="ch" forName="cycle_1" refType="w" refFor="ch" refForName="cycle_1"/>
              <dgm:constr type="l" for="ch" forName="cycle_2" refType="w" fact="0.062"/>
              <dgm:constr type="t" for="ch" forName="cycle_2" refType="h" fact="0.141"/>
              <dgm:constr type="w" for="ch" forName="cycle_2" refType="w" fact="0.263"/>
              <dgm:constr type="h" for="ch" forName="cycle_2" refType="w" refFor="ch" refForName="cycle_2"/>
              <dgm:constr type="l" for="ch" forName="cycle_3"/>
              <dgm:constr type="b" for="ch" forName="cycle_3" refType="h" fact="0.74"/>
              <dgm:constr type="w" for="ch" forName="cycle_3" refType="w" fact="0.263"/>
              <dgm:constr type="h" for="ch" forName="cycle_3" refType="w" refFor="ch" refForName="cycle_3"/>
              <dgm:constr type="l" for="ch" forName="cycle_4" refType="w" fact="0.2"/>
              <dgm:constr type="b" for="ch" forName="cycle_4" refType="h"/>
              <dgm:constr type="w" for="ch" forName="cycle_4" refType="w" fact="0.263"/>
              <dgm:constr type="h" for="ch" forName="cycle_4" refType="w" refFor="ch" refForName="cycle_4"/>
              <dgm:constr type="r" for="ch" forName="cycle_5" refType="w" fact="0.8"/>
              <dgm:constr type="b" for="ch" forName="cycle_5" refType="h"/>
              <dgm:constr type="w" for="ch" forName="cycle_5" refType="w" fact="0.263"/>
              <dgm:constr type="h" for="ch" forName="cycle_5" refType="w" refFor="ch" refForName="cycle_5"/>
              <dgm:constr type="r" for="ch" forName="cycle_6" refType="w"/>
              <dgm:constr type="b" for="ch" forName="cycle_6" refType="h" fact="0.74"/>
              <dgm:constr type="w" for="ch" forName="cycle_6" refType="w" fact="0.263"/>
              <dgm:constr type="h" for="ch" forName="cycle_6" refType="w" refFor="ch" refForName="cycle_6"/>
              <dgm:constr type="r" for="ch" forName="cycle_7" refType="w" fact="0.938"/>
              <dgm:constr type="t" for="ch" forName="cycle_7" refType="h" fact="0.141"/>
              <dgm:constr type="w" for="ch" forName="cycle_7" refType="w" fact="0.263"/>
              <dgm:constr type="h" for="ch" forName="cycle_7" refType="w" refFor="ch" refForName="cycle_7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primFontSz" for="des" forName="childCenter7" refType="primFontSz" refFor="des" refForName="childCenter1" op="equ"/>
              <dgm:constr type="primFontSz" for="des" forName="text7" refType="primFontSz" refFor="des" refForName="text1" op="equ"/>
              <dgm:constr type="userS" for="des" ptType="node" refType="w" refFor="ch" refForName="textCenter" fact="0.67"/>
            </dgm:constrLst>
          </dgm:else>
        </dgm:choose>
      </dgm:else>
    </dgm:choose>
    <dgm:forEach name="Name38" axis="ch" ptType="node" cnt="1">
      <dgm:choose name="Name39">
        <dgm:if name="Name40" axis="des" func="maxDepth" op="lte" val="1">
          <dgm:layoutNode name="singleCycle">
            <dgm:choose name="Name41">
              <dgm:if name="Name42" axis="ch" ptType="node" func="cnt" op="equ" val="1">
                <dgm:choose name="Name43">
                  <dgm:if name="Name44" func="var" arg="dir" op="equ" val="norm">
                    <dgm:alg type="cycle">
                      <dgm:param type="stAng" val="90"/>
                      <dgm:param type="ctrShpMap" val="fNode"/>
                    </dgm:alg>
                  </dgm:if>
                  <dgm:else name="Name45">
                    <dgm:alg type="cycle">
                      <dgm:param type="stAng" val="-90"/>
                      <dgm:param type="spanAng" val="-360"/>
                      <dgm:param type="ctrShpMap" val="fNode"/>
                    </dgm:alg>
                  </dgm:else>
                </dgm:choose>
              </dgm:if>
              <dgm:else name="Name46">
                <dgm:choose name="Name47">
                  <dgm:if name="Name48" func="var" arg="dir" op="equ" val="norm">
                    <dgm:alg type="cycle">
                      <dgm:param type="ctrShpMap" val="fNode"/>
                    </dgm:alg>
                  </dgm:if>
                  <dgm:else name="Name49">
                    <dgm:alg type="cycle">
                      <dgm:param type="spanAng" val="-360"/>
                      <dgm:param type="ctrShpMap" val="fNode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hoose name="Name50">
              <dgm:if name="Name51" axis="ch" ptType="node" func="cnt" op="equ" val="0">
                <dgm:constrLst>
                  <dgm:constr type="w" for="ch" forName="singleCenter" refType="w"/>
                  <dgm:constr type="h" for="ch" forName="singleCenter" refType="w" refFor="ch" refForName="singleCenter"/>
                </dgm:constrLst>
              </dgm:if>
              <dgm:if name="Name52" axis="ch" ptType="node" func="cnt" op="equ" val="1">
                <dgm:constrLst>
                  <dgm:constr type="w" for="ch" forName="singleCenter" refType="w" fact="0.5"/>
                  <dgm:constr type="h" for="ch" forName="singleCenter" refType="w" refFor="ch" refForName="singleCenter"/>
                  <dgm:constr type="userS" for="ch" ptType="node" refType="w" refFor="ch" refForName="singleCenter" fact="0.67"/>
                </dgm:constrLst>
              </dgm:if>
              <dgm:else name="Name53">
                <dgm:constrLst>
                  <dgm:constr type="w" for="ch" forName="singleCenter" refType="w" fact="0.3"/>
                  <dgm:constr type="h" for="ch" forName="singleCenter" refType="w" refFor="ch" refForName="singleCenter"/>
                  <dgm:constr type="userS" for="ch" ptType="node" refType="w" refFor="ch" refForName="singleCenter" fact="0.67"/>
                </dgm:constrLst>
              </dgm:else>
            </dgm:choose>
            <dgm:layoutNode name="singleCenter" styleLbl="node1">
              <dgm:varLst>
                <dgm:chMax val="7"/>
                <dgm:chPref val="7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self" ptType="node"/>
              <dgm:constrLst>
                <dgm:constr type="tMarg" refType="primFontSz" fact="0.2"/>
                <dgm:constr type="bMarg" refType="primFontSz" fact="0.2"/>
                <dgm:constr type="lMarg" refType="primFontSz" fact="0.2"/>
                <dgm:constr type="rMarg" refType="primFontSz" fact="0.2"/>
              </dgm:constrLst>
              <dgm:ruleLst>
                <dgm:rule type="primFontSz" val="5" fact="NaN" max="NaN"/>
              </dgm:ruleLst>
            </dgm:layoutNode>
            <dgm:forEach name="Name54" axis="ch" cnt="21">
              <dgm:forEach name="Name55" axis="self" ptType="parTrans">
                <dgm:layoutNode name="Name56">
                  <dgm:alg type="conn">
                    <dgm:param type="dim" val="1D"/>
                    <dgm:param type="begPts" val="auto"/>
                    <dgm:param type="endPts" val="auto"/>
                    <dgm:param type="begSty" val="noArr"/>
                    <dgm:param type="endSty" val="noArr"/>
                  </dgm:alg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</dgm:layoutNode>
              </dgm:forEach>
              <dgm:forEach name="Name57" axis="self" ptType="node">
                <dgm:layoutNode name="text0" styleLbl="node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/>
                  </dgm:shape>
                  <dgm:presOf axis="desOrSelf" ptType="node"/>
                  <dgm:constrLst>
                    <dgm:constr type="userS"/>
                    <dgm:constr type="w" refType="userS"/>
                    <dgm:constr type="h" refType="w"/>
                    <dgm:constr type="tMarg" refType="primFontSz" fact="0.2"/>
                    <dgm:constr type="bMarg" refType="primFontSz" fact="0.2"/>
                    <dgm:constr type="lMarg" refType="primFontSz" fact="0.2"/>
                    <dgm:constr type="rMarg" refType="primFontSz" fact="0.2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if>
        <dgm:else name="Name58">
          <dgm:layoutNode name="textCenter" styleLbl="node1">
            <dgm:alg type="tx"/>
            <dgm:shape xmlns:r="http://schemas.openxmlformats.org/officeDocument/2006/relationships" type="roundRect" r:blip="">
              <dgm:adjLst/>
            </dgm:shape>
            <dgm:presOf axis="self" ptType="node"/>
            <dgm:constrLst>
              <dgm:constr type="tMarg" refType="primFontSz" fact="0.2"/>
              <dgm:constr type="bMarg" refType="primFontSz" fact="0.2"/>
              <dgm:constr type="lMarg" refType="primFontSz" fact="0.2"/>
              <dgm:constr type="rMarg" refType="primFontSz" fact="0.2"/>
            </dgm:constrLst>
            <dgm:ruleLst>
              <dgm:rule type="primFontSz" val="5" fact="NaN" max="NaN"/>
            </dgm:ruleLst>
          </dgm:layoutNode>
          <dgm:choose name="Name59">
            <dgm:if name="Name60" axis="ch" ptType="node" func="cnt" op="gte" val="1">
              <dgm:layoutNode name="cycle_1">
                <dgm:choose name="Name61">
                  <dgm:if name="Name62" func="var" arg="dir" op="equ" val="norm">
                    <dgm:choose name="Name63">
                      <dgm:if name="Name64" axis="ch" ptType="node" func="cnt" op="equ" val="1">
                        <dgm:choose name="Name65">
                          <dgm:if name="Name66" axis="ch ch" ptType="node node" st="1 1" cnt="1 0" func="cnt" op="equ" val="1">
                            <dgm:alg type="cycle">
                              <dgm:param type="ctrShpMap" val="fNode"/>
                              <dgm:param type="stAng" val="90"/>
                            </dgm:alg>
                          </dgm:if>
                          <dgm:if name="Name67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90"/>
                            </dgm:alg>
                          </dgm:if>
                          <dgm:else name="Name68">
                            <dgm:alg type="cycle">
                              <dgm:param type="ctrShpMap" val="fNode"/>
                              <dgm:param type="stAng" val="0"/>
                              <dgm:param type="spanAng" val="180"/>
                            </dgm:alg>
                          </dgm:else>
                        </dgm:choose>
                      </dgm:if>
                      <dgm:if name="Name69" axis="ch" ptType="node" func="cnt" op="equ" val="2">
                        <dgm:choose name="Name70">
                          <dgm:if name="Name71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72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73">
                            <dgm:alg type="cycle">
                              <dgm:param type="ctrShpMap" val="fNode"/>
                              <dgm:param type="stAng" val="270"/>
                              <dgm:param type="spanAng" val="180"/>
                            </dgm:alg>
                          </dgm:else>
                        </dgm:choose>
                      </dgm:if>
                      <dgm:if name="Name74" axis="ch" ptType="node" func="cnt" op="equ" val="3">
                        <dgm:choose name="Name75">
                          <dgm:if name="Name76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77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78">
                            <dgm:alg type="cycle">
                              <dgm:param type="ctrShpMap" val="fNode"/>
                              <dgm:param type="stAng" val="270"/>
                              <dgm:param type="spanAng" val="180"/>
                            </dgm:alg>
                          </dgm:else>
                        </dgm:choose>
                      </dgm:if>
                      <dgm:if name="Name79" axis="ch" ptType="node" func="cnt" op="equ" val="4">
                        <dgm:choose name="Name80">
                          <dgm:if name="Name81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82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83">
                            <dgm:alg type="cycle">
                              <dgm:param type="ctrShpMap" val="fNode"/>
                              <dgm:param type="stAng" val="292.5"/>
                              <dgm:param type="spanAng" val="135"/>
                            </dgm:alg>
                          </dgm:else>
                        </dgm:choose>
                      </dgm:if>
                      <dgm:if name="Name84" axis="ch" ptType="node" func="cnt" op="equ" val="5">
                        <dgm:choose name="Name85">
                          <dgm:if name="Name86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87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88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89" axis="ch" ptType="node" func="cnt" op="equ" val="6">
                        <dgm:choose name="Name90">
                          <dgm:if name="Name91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92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93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94" axis="ch" ptType="node" func="cnt" op="gte" val="7">
                        <dgm:choose name="Name95">
                          <dgm:if name="Name96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97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98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99"/>
                    </dgm:choose>
                  </dgm:if>
                  <dgm:else name="Name100">
                    <dgm:choose name="Name101">
                      <dgm:if name="Name102" axis="ch" ptType="node" func="cnt" op="equ" val="1">
                        <dgm:choose name="Name103">
                          <dgm:if name="Name104" axis="ch ch" ptType="node node" st="1 1" cnt="1 0" func="cnt" op="equ" val="1">
                            <dgm:alg type="cycle">
                              <dgm:param type="ctrShpMap" val="fNode"/>
                              <dgm:param type="stAng" val="270"/>
                            </dgm:alg>
                          </dgm:if>
                          <dgm:if name="Name105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-90"/>
                            </dgm:alg>
                          </dgm:if>
                          <dgm:else name="Name106">
                            <dgm:alg type="cycle">
                              <dgm:param type="ctrShpMap" val="fNode"/>
                              <dgm:param type="stAng" val="0"/>
                              <dgm:param type="spanAng" val="-180"/>
                            </dgm:alg>
                          </dgm:else>
                        </dgm:choose>
                      </dgm:if>
                      <dgm:if name="Name107" axis="ch" ptType="node" func="cnt" op="equ" val="2">
                        <dgm:choose name="Name108">
                          <dgm:if name="Name109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10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11">
                            <dgm:alg type="cycle">
                              <dgm:param type="ctrShpMap" val="fNode"/>
                              <dgm:param type="stAng" val="90"/>
                              <dgm:param type="spanAng" val="-180"/>
                            </dgm:alg>
                          </dgm:else>
                        </dgm:choose>
                      </dgm:if>
                      <dgm:if name="Name112" axis="ch" ptType="node" func="cnt" op="equ" val="3">
                        <dgm:choose name="Name113">
                          <dgm:if name="Name114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15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16">
                            <dgm:alg type="cycle">
                              <dgm:param type="ctrShpMap" val="fNode"/>
                              <dgm:param type="stAng" val="90"/>
                              <dgm:param type="spanAng" val="-180"/>
                            </dgm:alg>
                          </dgm:else>
                        </dgm:choose>
                      </dgm:if>
                      <dgm:if name="Name117" axis="ch" ptType="node" func="cnt" op="equ" val="4">
                        <dgm:choose name="Name118">
                          <dgm:if name="Name119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20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21">
                            <dgm:alg type="cycle">
                              <dgm:param type="ctrShpMap" val="fNode"/>
                              <dgm:param type="stAng" val="67.5"/>
                              <dgm:param type="spanAng" val="-135"/>
                            </dgm:alg>
                          </dgm:else>
                        </dgm:choose>
                      </dgm:if>
                      <dgm:if name="Name122" axis="ch" ptType="node" func="cnt" op="equ" val="5">
                        <dgm:choose name="Name123">
                          <dgm:if name="Name124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25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26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127" axis="ch" ptType="node" func="cnt" op="equ" val="6">
                        <dgm:choose name="Name128">
                          <dgm:if name="Name129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30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31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132" axis="ch" ptType="node" func="cnt" op="gte" val="7">
                        <dgm:choose name="Name133">
                          <dgm:if name="Name134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35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36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137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138" axis="ch" ptType="node" cnt="1">
                  <dgm:layoutNode name="childCenter1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139" axis="ch">
                    <dgm:forEach name="Name140" axis="self" ptType="parTrans">
                      <dgm:layoutNode name="Name141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142" axis="self" ptType="node">
                      <dgm:layoutNode name="text1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143" axis="ch" ptType="parTrans" cnt="1">
                <dgm:layoutNode name="Name144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1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145"/>
          </dgm:choose>
          <dgm:choose name="Name146">
            <dgm:if name="Name147" axis="ch" ptType="node" func="cnt" op="gte" val="2">
              <dgm:layoutNode name="cycle_2">
                <dgm:choose name="Name148">
                  <dgm:if name="Name149" func="var" arg="dir" op="equ" val="norm">
                    <dgm:choose name="Name150">
                      <dgm:if name="Name151" axis="ch" ptType="node" func="cnt" op="equ" val="2">
                        <dgm:choose name="Name152">
                          <dgm:if name="Name153" axis="ch ch" ptType="node node" st="2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154" axis="ch ch" ptType="node node" st="2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90"/>
                            </dgm:alg>
                          </dgm:if>
                          <dgm:else name="Name155">
                            <dgm:alg type="cycle">
                              <dgm:param type="ctrShpMap" val="fNode"/>
                              <dgm:param type="stAng" val="90"/>
                              <dgm:param type="spanAng" val="180"/>
                            </dgm:alg>
                          </dgm:else>
                        </dgm:choose>
                      </dgm:if>
                      <dgm:if name="Name156" axis="ch" ptType="node" func="cnt" op="equ" val="3">
                        <dgm:choose name="Name157">
                          <dgm:if name="Name158" axis="ch ch" ptType="node node" st="2 1" cnt="1 0" func="cnt" op="equ" val="1">
                            <dgm:alg type="cycle">
                              <dgm:param type="ctrShpMap" val="fNode"/>
                              <dgm:param type="stAng" val="120"/>
                              <dgm:param type="horzAlign" val="r"/>
                              <dgm:param type="vertAlign" val="b"/>
                            </dgm:alg>
                          </dgm:if>
                          <dgm:if name="Name159" axis="ch ch" ptType="node node" st="2 1" cnt="1 0" func="cnt" op="equ" val="2">
                            <dgm:alg type="cycle">
                              <dgm:param type="ctrShpMap" val="fNode"/>
                              <dgm:param type="stAng" val="75"/>
                              <dgm:param type="spanAng" val="90"/>
                              <dgm:param type="horzAlign" val="r"/>
                              <dgm:param type="vertAlign" val="b"/>
                            </dgm:alg>
                          </dgm:if>
                          <dgm:else name="Name160">
                            <dgm:alg type="cycle">
                              <dgm:param type="ctrShpMap" val="fNode"/>
                              <dgm:param type="stAng" val="30"/>
                              <dgm:param type="spanAng" val="180"/>
                            </dgm:alg>
                          </dgm:else>
                        </dgm:choose>
                      </dgm:if>
                      <dgm:if name="Name161" axis="ch" ptType="node" func="cnt" op="equ" val="4">
                        <dgm:choose name="Name162">
                          <dgm:if name="Name163" axis="ch ch" ptType="node node" st="2 1" cnt="1 0" func="cnt" op="equ" val="1">
                            <dgm:alg type="cycle">
                              <dgm:param type="ctrShpMap" val="fNode"/>
                              <dgm:param type="stAng" val="90"/>
                            </dgm:alg>
                          </dgm:if>
                          <dgm:if name="Name164" axis="ch ch" ptType="node node" st="2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90"/>
                            </dgm:alg>
                          </dgm:if>
                          <dgm:else name="Name165">
                            <dgm:alg type="cycle">
                              <dgm:param type="ctrShpMap" val="fNode"/>
                              <dgm:param type="stAng" val="22.5"/>
                              <dgm:param type="spanAng" val="135"/>
                            </dgm:alg>
                          </dgm:else>
                        </dgm:choose>
                      </dgm:if>
                      <dgm:if name="Name166" axis="ch" ptType="node" func="cnt" op="equ" val="5">
                        <dgm:choose name="Name167">
                          <dgm:if name="Name168" axis="ch ch" ptType="node node" st="2 1" cnt="1 0" func="cnt" op="equ" val="1">
                            <dgm:alg type="cycle">
                              <dgm:param type="ctrShpMap" val="fNode"/>
                              <dgm:param type="stAng" val="72"/>
                            </dgm:alg>
                          </dgm:if>
                          <dgm:if name="Name169" axis="ch ch" ptType="node node" st="2 1" cnt="1 0" func="cnt" op="equ" val="2">
                            <dgm:alg type="cycle">
                              <dgm:param type="ctrShpMap" val="fNode"/>
                              <dgm:param type="stAng" val="27"/>
                              <dgm:param type="spanAng" val="90"/>
                            </dgm:alg>
                          </dgm:if>
                          <dgm:else name="Name170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171" axis="ch" ptType="node" func="cnt" op="equ" val="6">
                        <dgm:choose name="Name172">
                          <dgm:if name="Name173" axis="ch ch" ptType="node node" st="2 1" cnt="1 0" func="cnt" op="equ" val="1">
                            <dgm:alg type="cycle">
                              <dgm:param type="ctrShpMap" val="fNode"/>
                              <dgm:param type="stAng" val="60"/>
                            </dgm:alg>
                          </dgm:if>
                          <dgm:if name="Name174" axis="ch ch" ptType="node node" st="2 1" cnt="1 0" func="cnt" op="equ" val="2">
                            <dgm:alg type="cycle">
                              <dgm:param type="ctrShpMap" val="fNode"/>
                              <dgm:param type="stAng" val="15"/>
                              <dgm:param type="spanAng" val="90"/>
                            </dgm:alg>
                          </dgm:if>
                          <dgm:else name="Name175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176" axis="ch" ptType="node" func="cnt" op="gte" val="7">
                        <dgm:choose name="Name177">
                          <dgm:if name="Name178" axis="ch ch" ptType="node node" st="2 1" cnt="1 0" func="cnt" op="equ" val="1">
                            <dgm:alg type="cycle">
                              <dgm:param type="ctrShpMap" val="fNode"/>
                              <dgm:param type="stAng" val="51"/>
                            </dgm:alg>
                          </dgm:if>
                          <dgm:if name="Name179" axis="ch ch" ptType="node node" st="2 1" cnt="1 0" func="cnt" op="equ" val="2">
                            <dgm:alg type="cycle">
                              <dgm:param type="ctrShpMap" val="fNode"/>
                              <dgm:param type="stAng" val="6"/>
                              <dgm:param type="spanAng" val="90"/>
                            </dgm:alg>
                          </dgm:if>
                          <dgm:else name="Name180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181"/>
                    </dgm:choose>
                  </dgm:if>
                  <dgm:else name="Name182">
                    <dgm:choose name="Name183">
                      <dgm:if name="Name184" axis="ch" ptType="node" func="cnt" op="equ" val="2">
                        <dgm:choose name="Name185">
                          <dgm:if name="Name186" axis="ch ch" ptType="node node" st="2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187" axis="ch ch" ptType="node node" st="2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-90"/>
                            </dgm:alg>
                          </dgm:if>
                          <dgm:else name="Name188">
                            <dgm:alg type="cycle">
                              <dgm:param type="ctrShpMap" val="fNode"/>
                              <dgm:param type="stAng" val="270"/>
                              <dgm:param type="spanAng" val="-180"/>
                            </dgm:alg>
                          </dgm:else>
                        </dgm:choose>
                      </dgm:if>
                      <dgm:if name="Name189" axis="ch" ptType="node" func="cnt" op="equ" val="3">
                        <dgm:choose name="Name190">
                          <dgm:if name="Name191" axis="ch ch" ptType="node node" st="2 1" cnt="1 0" func="cnt" op="equ" val="1">
                            <dgm:alg type="cycle">
                              <dgm:param type="ctrShpMap" val="fNode"/>
                              <dgm:param type="stAng" val="240"/>
                              <dgm:param type="horzAlign" val="l"/>
                              <dgm:param type="vertAlign" val="b"/>
                            </dgm:alg>
                          </dgm:if>
                          <dgm:if name="Name192" axis="ch ch" ptType="node node" st="2 1" cnt="1 0" func="cnt" op="equ" val="2">
                            <dgm:alg type="cycle">
                              <dgm:param type="ctrShpMap" val="fNode"/>
                              <dgm:param type="stAng" val="285"/>
                              <dgm:param type="spanAng" val="-90"/>
                              <dgm:param type="horzAlign" val="l"/>
                              <dgm:param type="vertAlign" val="b"/>
                            </dgm:alg>
                          </dgm:if>
                          <dgm:else name="Name193">
                            <dgm:alg type="cycle">
                              <dgm:param type="ctrShpMap" val="fNode"/>
                              <dgm:param type="stAng" val="330"/>
                              <dgm:param type="spanAng" val="-180"/>
                            </dgm:alg>
                          </dgm:else>
                        </dgm:choose>
                      </dgm:if>
                      <dgm:if name="Name194" axis="ch" ptType="node" func="cnt" op="equ" val="4">
                        <dgm:choose name="Name195">
                          <dgm:if name="Name196" axis="ch ch" ptType="node node" st="2 1" cnt="1 0" func="cnt" op="equ" val="1">
                            <dgm:alg type="cycle">
                              <dgm:param type="ctrShpMap" val="fNode"/>
                              <dgm:param type="stAng" val="270"/>
                            </dgm:alg>
                          </dgm:if>
                          <dgm:if name="Name197" axis="ch ch" ptType="node node" st="2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-90"/>
                            </dgm:alg>
                          </dgm:if>
                          <dgm:else name="Name198">
                            <dgm:alg type="cycle">
                              <dgm:param type="ctrShpMap" val="fNode"/>
                              <dgm:param type="stAng" val="337.5"/>
                              <dgm:param type="spanAng" val="-135"/>
                            </dgm:alg>
                          </dgm:else>
                        </dgm:choose>
                      </dgm:if>
                      <dgm:if name="Name199" axis="ch" ptType="node" func="cnt" op="equ" val="5">
                        <dgm:choose name="Name200">
                          <dgm:if name="Name201" axis="ch ch" ptType="node node" st="2 1" cnt="1 0" func="cnt" op="equ" val="1">
                            <dgm:alg type="cycle">
                              <dgm:param type="ctrShpMap" val="fNode"/>
                              <dgm:param type="stAng" val="288"/>
                            </dgm:alg>
                          </dgm:if>
                          <dgm:if name="Name202" axis="ch ch" ptType="node node" st="2 1" cnt="1 0" func="cnt" op="equ" val="2">
                            <dgm:alg type="cycle">
                              <dgm:param type="ctrShpMap" val="fNode"/>
                              <dgm:param type="stAng" val="333"/>
                              <dgm:param type="spanAng" val="-90"/>
                            </dgm:alg>
                          </dgm:if>
                          <dgm:else name="Name203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04" axis="ch" ptType="node" func="cnt" op="equ" val="6">
                        <dgm:choose name="Name205">
                          <dgm:if name="Name206" axis="ch ch" ptType="node node" st="2 1" cnt="1 0" func="cnt" op="equ" val="1">
                            <dgm:alg type="cycle">
                              <dgm:param type="ctrShpMap" val="fNode"/>
                              <dgm:param type="stAng" val="300"/>
                            </dgm:alg>
                          </dgm:if>
                          <dgm:if name="Name207" axis="ch ch" ptType="node node" st="2 1" cnt="1 0" func="cnt" op="equ" val="2">
                            <dgm:alg type="cycle">
                              <dgm:param type="ctrShpMap" val="fNode"/>
                              <dgm:param type="stAng" val="345"/>
                              <dgm:param type="spanAng" val="-90"/>
                            </dgm:alg>
                          </dgm:if>
                          <dgm:else name="Name208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09" axis="ch" ptType="node" func="cnt" op="gte" val="7">
                        <dgm:choose name="Name210">
                          <dgm:if name="Name211" axis="ch ch" ptType="node node" st="2 1" cnt="1 0" func="cnt" op="equ" val="1">
                            <dgm:alg type="cycle">
                              <dgm:param type="ctrShpMap" val="fNode"/>
                              <dgm:param type="stAng" val="308"/>
                            </dgm:alg>
                          </dgm:if>
                          <dgm:if name="Name212" axis="ch ch" ptType="node node" st="2 1" cnt="1 0" func="cnt" op="equ" val="2">
                            <dgm:alg type="cycle">
                              <dgm:param type="ctrShpMap" val="fNode"/>
                              <dgm:param type="stAng" val="353"/>
                              <dgm:param type="spanAng" val="-90"/>
                            </dgm:alg>
                          </dgm:if>
                          <dgm:else name="Name213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214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215" axis="ch" ptType="node" st="2" cnt="1">
                  <dgm:layoutNode name="childCenter2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216" axis="ch">
                    <dgm:forEach name="Name217" axis="self" ptType="parTrans">
                      <dgm:layoutNode name="Name218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219" axis="self" ptType="node">
                      <dgm:layoutNode name="text2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220" axis="ch" ptType="parTrans" st="2" cnt="1">
                <dgm:layoutNode name="Name221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222"/>
          </dgm:choose>
          <dgm:choose name="Name223">
            <dgm:if name="Name224" axis="ch" ptType="node" func="cnt" op="gte" val="3">
              <dgm:layoutNode name="cycle_3">
                <dgm:choose name="Name225">
                  <dgm:if name="Name226" func="var" arg="dir" op="equ" val="norm">
                    <dgm:choose name="Name227">
                      <dgm:if name="Name228" axis="ch" ptType="node" func="cnt" op="equ" val="3">
                        <dgm:choose name="Name229">
                          <dgm:if name="Name230" axis="ch ch" ptType="node node" st="3 1" cnt="1 0" func="cnt" op="equ" val="1">
                            <dgm:alg type="cycle">
                              <dgm:param type="ctrShpMap" val="fNode"/>
                              <dgm:param type="stAng" val="240"/>
                              <dgm:param type="horzAlign" val="l"/>
                              <dgm:param type="vertAlign" val="b"/>
                            </dgm:alg>
                          </dgm:if>
                          <dgm:if name="Name231" axis="ch ch" ptType="node node" st="3 1" cnt="1 0" func="cnt" op="equ" val="2">
                            <dgm:alg type="cycle">
                              <dgm:param type="ctrShpMap" val="fNode"/>
                              <dgm:param type="stAng" val="195"/>
                              <dgm:param type="spanAng" val="90"/>
                              <dgm:param type="horzAlign" val="l"/>
                              <dgm:param type="vertAlign" val="b"/>
                            </dgm:alg>
                          </dgm:if>
                          <dgm:else name="Name232">
                            <dgm:alg type="cycle">
                              <dgm:param type="ctrShpMap" val="fNode"/>
                              <dgm:param type="stAng" val="150"/>
                              <dgm:param type="spanAng" val="180"/>
                            </dgm:alg>
                          </dgm:else>
                        </dgm:choose>
                      </dgm:if>
                      <dgm:if name="Name233" axis="ch" ptType="node" func="cnt" op="equ" val="4">
                        <dgm:choose name="Name234">
                          <dgm:if name="Name235" axis="ch ch" ptType="node node" st="3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236" axis="ch ch" ptType="node node" st="3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90"/>
                            </dgm:alg>
                          </dgm:if>
                          <dgm:else name="Name237">
                            <dgm:alg type="cycle">
                              <dgm:param type="ctrShpMap" val="fNode"/>
                              <dgm:param type="stAng" val="112.5"/>
                              <dgm:param type="spanAng" val="135"/>
                            </dgm:alg>
                          </dgm:else>
                        </dgm:choose>
                      </dgm:if>
                      <dgm:if name="Name238" axis="ch" ptType="node" func="cnt" op="equ" val="5">
                        <dgm:choose name="Name239">
                          <dgm:if name="Name240" axis="ch ch" ptType="node node" st="3 1" cnt="1 0" func="cnt" op="equ" val="1">
                            <dgm:alg type="cycle">
                              <dgm:param type="ctrShpMap" val="fNode"/>
                              <dgm:param type="stAng" val="144"/>
                            </dgm:alg>
                          </dgm:if>
                          <dgm:if name="Name241" axis="ch ch" ptType="node node" st="3 1" cnt="1 0" func="cnt" op="equ" val="2">
                            <dgm:alg type="cycle">
                              <dgm:param type="ctrShpMap" val="fNode"/>
                              <dgm:param type="stAng" val="99"/>
                              <dgm:param type="spanAng" val="90"/>
                            </dgm:alg>
                          </dgm:if>
                          <dgm:else name="Name242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243" axis="ch" ptType="node" func="cnt" op="equ" val="6">
                        <dgm:choose name="Name244">
                          <dgm:if name="Name245" axis="ch ch" ptType="node node" st="3 1" cnt="1 0" func="cnt" op="equ" val="1">
                            <dgm:alg type="cycle">
                              <dgm:param type="ctrShpMap" val="fNode"/>
                              <dgm:param type="stAng" val="120"/>
                            </dgm:alg>
                          </dgm:if>
                          <dgm:if name="Name246" axis="ch ch" ptType="node node" st="3 1" cnt="1 0" func="cnt" op="equ" val="2">
                            <dgm:alg type="cycle">
                              <dgm:param type="ctrShpMap" val="fNode"/>
                              <dgm:param type="stAng" val="75"/>
                              <dgm:param type="spanAng" val="90"/>
                            </dgm:alg>
                          </dgm:if>
                          <dgm:else name="Name247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248" axis="ch" ptType="node" func="cnt" op="gte" val="7">
                        <dgm:choose name="Name249">
                          <dgm:if name="Name250" axis="ch ch" ptType="node node" st="3 1" cnt="1 0" func="cnt" op="equ" val="1">
                            <dgm:alg type="cycle">
                              <dgm:param type="ctrShpMap" val="fNode"/>
                              <dgm:param type="stAng" val="102"/>
                            </dgm:alg>
                          </dgm:if>
                          <dgm:if name="Name251" axis="ch ch" ptType="node node" st="3 1" cnt="1 0" func="cnt" op="equ" val="2">
                            <dgm:alg type="cycle">
                              <dgm:param type="ctrShpMap" val="fNode"/>
                              <dgm:param type="stAng" val="57"/>
                              <dgm:param type="spanAng" val="90"/>
                            </dgm:alg>
                          </dgm:if>
                          <dgm:else name="Name252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253"/>
                    </dgm:choose>
                  </dgm:if>
                  <dgm:else name="Name254">
                    <dgm:choose name="Name255">
                      <dgm:if name="Name256" axis="ch" ptType="node" func="cnt" op="equ" val="3">
                        <dgm:choose name="Name257">
                          <dgm:if name="Name258" axis="ch ch" ptType="node node" st="3 1" cnt="1 0" func="cnt" op="equ" val="1">
                            <dgm:alg type="cycle">
                              <dgm:param type="ctrShpMap" val="fNode"/>
                              <dgm:param type="stAng" val="120"/>
                              <dgm:param type="horzAlign" val="r"/>
                              <dgm:param type="vertAlign" val="b"/>
                            </dgm:alg>
                          </dgm:if>
                          <dgm:if name="Name259" axis="ch ch" ptType="node node" st="3 1" cnt="1 0" func="cnt" op="equ" val="2">
                            <dgm:alg type="cycle">
                              <dgm:param type="ctrShpMap" val="fNode"/>
                              <dgm:param type="stAng" val="165"/>
                              <dgm:param type="spanAng" val="-90"/>
                              <dgm:param type="horzAlign" val="r"/>
                              <dgm:param type="vertAlign" val="b"/>
                            </dgm:alg>
                          </dgm:if>
                          <dgm:else name="Name260">
                            <dgm:alg type="cycle">
                              <dgm:param type="ctrShpMap" val="fNode"/>
                              <dgm:param type="stAng" val="210"/>
                              <dgm:param type="spanAng" val="-180"/>
                            </dgm:alg>
                          </dgm:else>
                        </dgm:choose>
                      </dgm:if>
                      <dgm:if name="Name261" axis="ch" ptType="node" func="cnt" op="equ" val="4">
                        <dgm:choose name="Name262">
                          <dgm:if name="Name263" axis="ch ch" ptType="node node" st="3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264" axis="ch ch" ptType="node node" st="3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-90"/>
                            </dgm:alg>
                          </dgm:if>
                          <dgm:else name="Name265">
                            <dgm:alg type="cycle">
                              <dgm:param type="ctrShpMap" val="fNode"/>
                              <dgm:param type="stAng" val="247.5"/>
                              <dgm:param type="spanAng" val="-135"/>
                            </dgm:alg>
                          </dgm:else>
                        </dgm:choose>
                      </dgm:if>
                      <dgm:if name="Name266" axis="ch" ptType="node" func="cnt" op="equ" val="5">
                        <dgm:choose name="Name267">
                          <dgm:if name="Name268" axis="ch ch" ptType="node node" st="3 1" cnt="1 0" func="cnt" op="equ" val="1">
                            <dgm:alg type="cycle">
                              <dgm:param type="ctrShpMap" val="fNode"/>
                              <dgm:param type="stAng" val="216"/>
                            </dgm:alg>
                          </dgm:if>
                          <dgm:if name="Name269" axis="ch ch" ptType="node node" st="3 1" cnt="1 0" func="cnt" op="equ" val="2">
                            <dgm:alg type="cycle">
                              <dgm:param type="ctrShpMap" val="fNode"/>
                              <dgm:param type="stAng" val="261"/>
                              <dgm:param type="spanAng" val="-90"/>
                            </dgm:alg>
                          </dgm:if>
                          <dgm:else name="Name270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71" axis="ch" ptType="node" func="cnt" op="equ" val="6">
                        <dgm:choose name="Name272">
                          <dgm:if name="Name273" axis="ch ch" ptType="node node" st="3 1" cnt="1 0" func="cnt" op="equ" val="1">
                            <dgm:alg type="cycle">
                              <dgm:param type="ctrShpMap" val="fNode"/>
                              <dgm:param type="stAng" val="240"/>
                            </dgm:alg>
                          </dgm:if>
                          <dgm:if name="Name274" axis="ch ch" ptType="node node" st="3 1" cnt="1 0" func="cnt" op="equ" val="2">
                            <dgm:alg type="cycle">
                              <dgm:param type="ctrShpMap" val="fNode"/>
                              <dgm:param type="stAng" val="285"/>
                              <dgm:param type="spanAng" val="-90"/>
                            </dgm:alg>
                          </dgm:if>
                          <dgm:else name="Name275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76" axis="ch" ptType="node" func="cnt" op="gte" val="7">
                        <dgm:choose name="Name277">
                          <dgm:if name="Name278" axis="ch ch" ptType="node node" st="3 1" cnt="1 0" func="cnt" op="equ" val="1">
                            <dgm:alg type="cycle">
                              <dgm:param type="ctrShpMap" val="fNode"/>
                              <dgm:param type="stAng" val="257"/>
                            </dgm:alg>
                          </dgm:if>
                          <dgm:if name="Name279" axis="ch ch" ptType="node node" st="3 1" cnt="1 0" func="cnt" op="equ" val="2">
                            <dgm:alg type="cycle">
                              <dgm:param type="ctrShpMap" val="fNode"/>
                              <dgm:param type="stAng" val="302"/>
                              <dgm:param type="spanAng" val="-90"/>
                            </dgm:alg>
                          </dgm:if>
                          <dgm:else name="Name280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281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282" axis="ch" ptType="node" st="3" cnt="1">
                  <dgm:layoutNode name="childCenter3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283" axis="ch">
                    <dgm:forEach name="Name284" axis="self" ptType="parTrans">
                      <dgm:layoutNode name="Name285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286" axis="self" ptType="node">
                      <dgm:layoutNode name="text3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287" axis="ch" ptType="parTrans" st="3" cnt="1">
                <dgm:layoutNode name="Name288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3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289"/>
          </dgm:choose>
          <dgm:choose name="Name290">
            <dgm:if name="Name291" axis="ch" ptType="node" func="cnt" op="gte" val="4">
              <dgm:layoutNode name="cycle_4">
                <dgm:choose name="Name292">
                  <dgm:if name="Name293" func="var" arg="dir" op="equ" val="norm">
                    <dgm:choose name="Name294">
                      <dgm:if name="Name295" axis="ch" ptType="node" func="cnt" op="equ" val="4">
                        <dgm:choose name="Name296">
                          <dgm:if name="Name297" axis="ch ch" ptType="node node" st="4 1" cnt="1 0" func="cnt" op="equ" val="1">
                            <dgm:alg type="cycle">
                              <dgm:param type="ctrShpMap" val="fNode"/>
                              <dgm:param type="stAng" val="270"/>
                            </dgm:alg>
                          </dgm:if>
                          <dgm:if name="Name298" axis="ch ch" ptType="node node" st="4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90"/>
                            </dgm:alg>
                          </dgm:if>
                          <dgm:else name="Name299">
                            <dgm:alg type="cycle">
                              <dgm:param type="ctrShpMap" val="fNode"/>
                              <dgm:param type="stAng" val="202.5"/>
                              <dgm:param type="spanAng" val="135"/>
                            </dgm:alg>
                          </dgm:else>
                        </dgm:choose>
                      </dgm:if>
                      <dgm:if name="Name300" axis="ch" ptType="node" func="cnt" op="equ" val="5">
                        <dgm:choose name="Name301">
                          <dgm:if name="Name302" axis="ch ch" ptType="node node" st="4 1" cnt="1 0" func="cnt" op="equ" val="1">
                            <dgm:alg type="cycle">
                              <dgm:param type="ctrShpMap" val="fNode"/>
                              <dgm:param type="stAng" val="216"/>
                            </dgm:alg>
                          </dgm:if>
                          <dgm:if name="Name303" axis="ch ch" ptType="node node" st="4 1" cnt="1 0" func="cnt" op="equ" val="2">
                            <dgm:alg type="cycle">
                              <dgm:param type="ctrShpMap" val="fNode"/>
                              <dgm:param type="stAng" val="171"/>
                              <dgm:param type="spanAng" val="90"/>
                            </dgm:alg>
                          </dgm:if>
                          <dgm:else name="Name304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05" axis="ch" ptType="node" func="cnt" op="equ" val="6">
                        <dgm:choose name="Name306">
                          <dgm:if name="Name307" axis="ch ch" ptType="node node" st="4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308" axis="ch ch" ptType="node node" st="4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90"/>
                            </dgm:alg>
                          </dgm:if>
                          <dgm:else name="Name309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10" axis="ch" ptType="node" func="cnt" op="gte" val="7">
                        <dgm:choose name="Name311">
                          <dgm:if name="Name312" axis="ch ch" ptType="node node" st="4 1" cnt="1 0" func="cnt" op="equ" val="1">
                            <dgm:alg type="cycle">
                              <dgm:param type="ctrShpMap" val="fNode"/>
                              <dgm:param type="stAng" val="154"/>
                            </dgm:alg>
                          </dgm:if>
                          <dgm:if name="Name313" axis="ch ch" ptType="node node" st="4 1" cnt="1 0" func="cnt" op="equ" val="2">
                            <dgm:alg type="cycle">
                              <dgm:param type="ctrShpMap" val="fNode"/>
                              <dgm:param type="stAng" val="109"/>
                              <dgm:param type="spanAng" val="90"/>
                            </dgm:alg>
                          </dgm:if>
                          <dgm:else name="Name314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315"/>
                    </dgm:choose>
                  </dgm:if>
                  <dgm:else name="Name316">
                    <dgm:choose name="Name317">
                      <dgm:if name="Name318" axis="ch" ptType="node" func="cnt" op="equ" val="4">
                        <dgm:choose name="Name319">
                          <dgm:if name="Name320" axis="ch ch" ptType="node node" st="4 1" cnt="1 0" func="cnt" op="equ" val="1">
                            <dgm:alg type="cycle">
                              <dgm:param type="ctrShpMap" val="fNode"/>
                              <dgm:param type="stAng" val="90"/>
                            </dgm:alg>
                          </dgm:if>
                          <dgm:if name="Name321" axis="ch ch" ptType="node node" st="4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-90"/>
                            </dgm:alg>
                          </dgm:if>
                          <dgm:else name="Name322">
                            <dgm:alg type="cycle">
                              <dgm:param type="ctrShpMap" val="fNode"/>
                              <dgm:param type="stAng" val="157.5"/>
                              <dgm:param type="spanAng" val="-135"/>
                            </dgm:alg>
                          </dgm:else>
                        </dgm:choose>
                      </dgm:if>
                      <dgm:if name="Name323" axis="ch" ptType="node" func="cnt" op="equ" val="5">
                        <dgm:choose name="Name324">
                          <dgm:if name="Name325" axis="ch ch" ptType="node node" st="4 1" cnt="1 0" func="cnt" op="equ" val="1">
                            <dgm:alg type="cycle">
                              <dgm:param type="ctrShpMap" val="fNode"/>
                              <dgm:param type="stAng" val="144"/>
                            </dgm:alg>
                          </dgm:if>
                          <dgm:if name="Name326" axis="ch ch" ptType="node node" st="4 1" cnt="1 0" func="cnt" op="equ" val="2">
                            <dgm:alg type="cycle">
                              <dgm:param type="ctrShpMap" val="fNode"/>
                              <dgm:param type="stAng" val="189"/>
                              <dgm:param type="spanAng" val="-90"/>
                            </dgm:alg>
                          </dgm:if>
                          <dgm:else name="Name327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28" axis="ch" ptType="node" func="cnt" op="equ" val="6">
                        <dgm:choose name="Name329">
                          <dgm:if name="Name330" axis="ch ch" ptType="node node" st="4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331" axis="ch ch" ptType="node node" st="4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-90"/>
                            </dgm:alg>
                          </dgm:if>
                          <dgm:else name="Name332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33" axis="ch" ptType="node" func="cnt" op="gte" val="7">
                        <dgm:choose name="Name334">
                          <dgm:if name="Name335" axis="ch ch" ptType="node node" st="4 1" cnt="1 0" func="cnt" op="equ" val="1">
                            <dgm:alg type="cycle">
                              <dgm:param type="ctrShpMap" val="fNode"/>
                              <dgm:param type="stAng" val="205"/>
                            </dgm:alg>
                          </dgm:if>
                          <dgm:if name="Name336" axis="ch ch" ptType="node node" st="4 1" cnt="1 0" func="cnt" op="equ" val="2">
                            <dgm:alg type="cycle">
                              <dgm:param type="ctrShpMap" val="fNode"/>
                              <dgm:param type="stAng" val="250"/>
                              <dgm:param type="spanAng" val="-90"/>
                            </dgm:alg>
                          </dgm:if>
                          <dgm:else name="Name337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338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339" axis="ch" ptType="node" st="4" cnt="1">
                  <dgm:layoutNode name="childCenter4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340" axis="ch">
                    <dgm:forEach name="Name341" axis="self" ptType="parTrans">
                      <dgm:layoutNode name="Name342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343" axis="self" ptType="node">
                      <dgm:layoutNode name="text4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344" axis="ch" ptType="parTrans" st="4" cnt="1">
                <dgm:layoutNode name="Name345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4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346"/>
          </dgm:choose>
          <dgm:choose name="Name347">
            <dgm:if name="Name348" axis="ch" ptType="node" func="cnt" op="gte" val="5">
              <dgm:layoutNode name="cycle_5">
                <dgm:choose name="Name349">
                  <dgm:if name="Name350" func="var" arg="dir" op="equ" val="norm">
                    <dgm:choose name="Name351">
                      <dgm:if name="Name352" axis="ch" ptType="node" func="cnt" op="equ" val="5">
                        <dgm:choose name="Name353">
                          <dgm:if name="Name354" axis="ch ch" ptType="node node" st="5 1" cnt="1 0" func="cnt" op="equ" val="1">
                            <dgm:alg type="cycle">
                              <dgm:param type="ctrShpMap" val="fNode"/>
                              <dgm:param type="stAng" val="288"/>
                            </dgm:alg>
                          </dgm:if>
                          <dgm:if name="Name355" axis="ch ch" ptType="node node" st="5 1" cnt="1 0" func="cnt" op="equ" val="2">
                            <dgm:alg type="cycle">
                              <dgm:param type="ctrShpMap" val="fNode"/>
                              <dgm:param type="stAng" val="243"/>
                              <dgm:param type="spanAng" val="90"/>
                            </dgm:alg>
                          </dgm:if>
                          <dgm:else name="Name356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57" axis="ch" ptType="node" func="cnt" op="equ" val="6">
                        <dgm:choose name="Name358">
                          <dgm:if name="Name359" axis="ch ch" ptType="node node" st="5 1" cnt="1 0" func="cnt" op="equ" val="1">
                            <dgm:alg type="cycle">
                              <dgm:param type="ctrShpMap" val="fNode"/>
                              <dgm:param type="stAng" val="240"/>
                            </dgm:alg>
                          </dgm:if>
                          <dgm:if name="Name360" axis="ch ch" ptType="node node" st="5 1" cnt="1 0" func="cnt" op="equ" val="2">
                            <dgm:alg type="cycle">
                              <dgm:param type="ctrShpMap" val="fNode"/>
                              <dgm:param type="stAng" val="195"/>
                              <dgm:param type="spanAng" val="90"/>
                            </dgm:alg>
                          </dgm:if>
                          <dgm:else name="Name361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62" axis="ch" ptType="node" func="cnt" op="gte" val="7">
                        <dgm:choose name="Name363">
                          <dgm:if name="Name364" axis="ch ch" ptType="node node" st="5 1" cnt="1 0" func="cnt" op="equ" val="1">
                            <dgm:alg type="cycle">
                              <dgm:param type="ctrShpMap" val="fNode"/>
                              <dgm:param type="stAng" val="205"/>
                            </dgm:alg>
                          </dgm:if>
                          <dgm:if name="Name365" axis="ch ch" ptType="node node" st="5 1" cnt="1 0" func="cnt" op="equ" val="2">
                            <dgm:alg type="cycle">
                              <dgm:param type="ctrShpMap" val="fNode"/>
                              <dgm:param type="stAng" val="160"/>
                              <dgm:param type="spanAng" val="90"/>
                            </dgm:alg>
                          </dgm:if>
                          <dgm:else name="Name366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367"/>
                    </dgm:choose>
                  </dgm:if>
                  <dgm:else name="Name368">
                    <dgm:choose name="Name369">
                      <dgm:if name="Name370" axis="ch" ptType="node" func="cnt" op="equ" val="5">
                        <dgm:choose name="Name371">
                          <dgm:if name="Name372" axis="ch ch" ptType="node node" st="5 1" cnt="1 0" func="cnt" op="equ" val="1">
                            <dgm:alg type="cycle">
                              <dgm:param type="ctrShpMap" val="fNode"/>
                              <dgm:param type="stAng" val="72"/>
                            </dgm:alg>
                          </dgm:if>
                          <dgm:if name="Name373" axis="ch ch" ptType="node node" st="5 1" cnt="1 0" func="cnt" op="equ" val="2">
                            <dgm:alg type="cycle">
                              <dgm:param type="ctrShpMap" val="fNode"/>
                              <dgm:param type="stAng" val="117"/>
                              <dgm:param type="spanAng" val="-90"/>
                            </dgm:alg>
                          </dgm:if>
                          <dgm:else name="Name374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75" axis="ch" ptType="node" func="cnt" op="equ" val="6">
                        <dgm:choose name="Name376">
                          <dgm:if name="Name377" axis="ch ch" ptType="node node" st="5 1" cnt="1 0" func="cnt" op="equ" val="1">
                            <dgm:alg type="cycle">
                              <dgm:param type="ctrShpMap" val="fNode"/>
                              <dgm:param type="stAng" val="120"/>
                            </dgm:alg>
                          </dgm:if>
                          <dgm:if name="Name378" axis="ch ch" ptType="node node" st="5 1" cnt="1 0" func="cnt" op="equ" val="2">
                            <dgm:alg type="cycle">
                              <dgm:param type="ctrShpMap" val="fNode"/>
                              <dgm:param type="stAng" val="165"/>
                              <dgm:param type="spanAng" val="-90"/>
                            </dgm:alg>
                          </dgm:if>
                          <dgm:else name="Name379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80" axis="ch" ptType="node" func="cnt" op="gte" val="7">
                        <dgm:choose name="Name381">
                          <dgm:if name="Name382" axis="ch ch" ptType="node node" st="5 1" cnt="1 0" func="cnt" op="equ" val="1">
                            <dgm:alg type="cycle">
                              <dgm:param type="ctrShpMap" val="fNode"/>
                              <dgm:param type="stAng" val="154"/>
                            </dgm:alg>
                          </dgm:if>
                          <dgm:if name="Name383" axis="ch ch" ptType="node node" st="5 1" cnt="1 0" func="cnt" op="equ" val="2">
                            <dgm:alg type="cycle">
                              <dgm:param type="ctrShpMap" val="fNode"/>
                              <dgm:param type="stAng" val="199"/>
                              <dgm:param type="spanAng" val="-90"/>
                            </dgm:alg>
                          </dgm:if>
                          <dgm:else name="Name384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385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386" axis="ch" ptType="node" st="5" cnt="1">
                  <dgm:layoutNode name="childCenter5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387" axis="ch">
                    <dgm:forEach name="Name388" axis="self" ptType="parTrans">
                      <dgm:layoutNode name="Name389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390" axis="self" ptType="node">
                      <dgm:layoutNode name="text5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391" axis="ch" ptType="parTrans" st="5" cnt="1">
                <dgm:layoutNode name="Name392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5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393"/>
          </dgm:choose>
          <dgm:choose name="Name394">
            <dgm:if name="Name395" axis="ch" ptType="node" func="cnt" op="gte" val="6">
              <dgm:layoutNode name="cycle_6">
                <dgm:choose name="Name396">
                  <dgm:if name="Name397" func="var" arg="dir" op="equ" val="norm">
                    <dgm:choose name="Name398">
                      <dgm:if name="Name399" axis="ch" ptType="node" func="cnt" op="equ" val="6">
                        <dgm:choose name="Name400">
                          <dgm:if name="Name401" axis="ch ch" ptType="node node" st="6 1" cnt="1 0" func="cnt" op="equ" val="1">
                            <dgm:alg type="cycle">
                              <dgm:param type="ctrShpMap" val="fNode"/>
                              <dgm:param type="stAng" val="300"/>
                            </dgm:alg>
                          </dgm:if>
                          <dgm:if name="Name402" axis="ch ch" ptType="node node" st="6 1" cnt="1 0" func="cnt" op="equ" val="2">
                            <dgm:alg type="cycle">
                              <dgm:param type="ctrShpMap" val="fNode"/>
                              <dgm:param type="stAng" val="255"/>
                              <dgm:param type="spanAng" val="90"/>
                            </dgm:alg>
                          </dgm:if>
                          <dgm:else name="Name403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404" axis="ch" ptType="node" func="cnt" op="gte" val="7">
                        <dgm:choose name="Name405">
                          <dgm:if name="Name406" axis="ch ch" ptType="node node" st="6 1" cnt="1 0" func="cnt" op="equ" val="1">
                            <dgm:alg type="cycle">
                              <dgm:param type="ctrShpMap" val="fNode"/>
                              <dgm:param type="stAng" val="257"/>
                            </dgm:alg>
                          </dgm:if>
                          <dgm:if name="Name407" axis="ch ch" ptType="node node" st="6 1" cnt="1 0" func="cnt" op="equ" val="2">
                            <dgm:alg type="cycle">
                              <dgm:param type="ctrShpMap" val="fNode"/>
                              <dgm:param type="stAng" val="212"/>
                              <dgm:param type="spanAng" val="90"/>
                            </dgm:alg>
                          </dgm:if>
                          <dgm:else name="Name408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409"/>
                    </dgm:choose>
                  </dgm:if>
                  <dgm:else name="Name410">
                    <dgm:choose name="Name411">
                      <dgm:if name="Name412" axis="ch" ptType="node" func="cnt" op="equ" val="6">
                        <dgm:choose name="Name413">
                          <dgm:if name="Name414" axis="ch ch" ptType="node node" st="6 1" cnt="1 0" func="cnt" op="equ" val="1">
                            <dgm:alg type="cycle">
                              <dgm:param type="ctrShpMap" val="fNode"/>
                              <dgm:param type="stAng" val="60"/>
                            </dgm:alg>
                          </dgm:if>
                          <dgm:if name="Name415" axis="ch ch" ptType="node node" st="6 1" cnt="1 0" func="cnt" op="equ" val="2">
                            <dgm:alg type="cycle">
                              <dgm:param type="ctrShpMap" val="fNode"/>
                              <dgm:param type="stAng" val="105"/>
                              <dgm:param type="spanAng" val="-90"/>
                            </dgm:alg>
                          </dgm:if>
                          <dgm:else name="Name416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417" axis="ch" ptType="node" func="cnt" op="gte" val="7">
                        <dgm:choose name="Name418">
                          <dgm:if name="Name419" axis="ch ch" ptType="node node" st="6 1" cnt="1 0" func="cnt" op="equ" val="1">
                            <dgm:alg type="cycle">
                              <dgm:param type="ctrShpMap" val="fNode"/>
                              <dgm:param type="stAng" val="102"/>
                            </dgm:alg>
                          </dgm:if>
                          <dgm:if name="Name420" axis="ch ch" ptType="node node" st="6 1" cnt="1 0" func="cnt" op="equ" val="2">
                            <dgm:alg type="cycle">
                              <dgm:param type="ctrShpMap" val="fNode"/>
                              <dgm:param type="stAng" val="147"/>
                              <dgm:param type="spanAng" val="-90"/>
                            </dgm:alg>
                          </dgm:if>
                          <dgm:else name="Name421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422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423" axis="ch" ptType="node" st="6" cnt="1">
                  <dgm:layoutNode name="childCenter6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424" axis="ch">
                    <dgm:forEach name="Name425" axis="self" ptType="parTrans">
                      <dgm:layoutNode name="Name426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427" axis="self" ptType="node">
                      <dgm:layoutNode name="text6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428" axis="ch" ptType="parTrans" st="6" cnt="1">
                <dgm:layoutNode name="Name429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6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430"/>
          </dgm:choose>
          <dgm:choose name="Name431">
            <dgm:if name="Name432" axis="ch" ptType="node" func="cnt" op="gte" val="7">
              <dgm:layoutNode name="cycle_7">
                <dgm:choose name="Name433">
                  <dgm:if name="Name434" func="var" arg="dir" op="equ" val="norm">
                    <dgm:choose name="Name435">
                      <dgm:if name="Name436" axis="ch" ptType="node" func="cnt" op="gte" val="7">
                        <dgm:choose name="Name437">
                          <dgm:if name="Name438" axis="ch ch" ptType="node node" st="7 1" cnt="1 0" func="cnt" op="equ" val="1">
                            <dgm:alg type="cycle">
                              <dgm:param type="ctrShpMap" val="fNode"/>
                              <dgm:param type="stAng" val="308"/>
                            </dgm:alg>
                          </dgm:if>
                          <dgm:if name="Name439" axis="ch ch" ptType="node node" st="7 1" cnt="1 0" func="cnt" op="equ" val="2">
                            <dgm:alg type="cycle">
                              <dgm:param type="ctrShpMap" val="fNode"/>
                              <dgm:param type="stAng" val="263"/>
                              <dgm:param type="spanAng" val="90"/>
                            </dgm:alg>
                          </dgm:if>
                          <dgm:else name="Name440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441"/>
                    </dgm:choose>
                  </dgm:if>
                  <dgm:else name="Name442">
                    <dgm:choose name="Name443">
                      <dgm:if name="Name444" axis="ch" ptType="node" func="cnt" op="gte" val="7">
                        <dgm:choose name="Name445">
                          <dgm:if name="Name446" axis="ch ch" ptType="node node" st="7 1" cnt="1 0" func="cnt" op="equ" val="1">
                            <dgm:alg type="cycle">
                              <dgm:param type="ctrShpMap" val="fNode"/>
                              <dgm:param type="stAng" val="51"/>
                            </dgm:alg>
                          </dgm:if>
                          <dgm:if name="Name447" axis="ch ch" ptType="node node" st="7 1" cnt="1 0" func="cnt" op="equ" val="2">
                            <dgm:alg type="cycle">
                              <dgm:param type="ctrShpMap" val="fNode"/>
                              <dgm:param type="stAng" val="96"/>
                              <dgm:param type="spanAng" val="-90"/>
                            </dgm:alg>
                          </dgm:if>
                          <dgm:else name="Name448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449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450" axis="ch" ptType="node" st="7" cnt="1">
                  <dgm:layoutNode name="childCenter7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451" axis="ch">
                    <dgm:forEach name="Name452" axis="self" ptType="parTrans">
                      <dgm:layoutNode name="Name453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454" axis="self" ptType="node">
                      <dgm:layoutNode name="text7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455" axis="ch" ptType="parTrans" st="7" cnt="1">
                <dgm:layoutNode name="Name456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7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457"/>
          </dgm:choose>
        </dgm:else>
      </dgm:choose>
    </dgm:forEach>
  </dgm:layoutNode>
</dgm:layoutDef>
</file>

<file path=ppt/diagrams/layout20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1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2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3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4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5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6.xml><?xml version="1.0" encoding="utf-8"?>
<dgm:layoutDef xmlns:dgm="http://schemas.openxmlformats.org/drawingml/2006/diagram" xmlns:a="http://schemas.openxmlformats.org/drawingml/2006/main" uniqueId="urn:microsoft.com/office/officeart/2009/3/layout/IncreasingArrowsProcess">
  <dgm:title val=""/>
  <dgm:desc val=""/>
  <dgm:catLst>
    <dgm:cat type="process" pri="5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clrData>
  <dgm:layoutNode name="Name0">
    <dgm:varLst>
      <dgm:chMax val="5"/>
      <dgm:chPref val="5"/>
      <dgm:dir/>
      <dgm:animLvl val="lvl"/>
    </dgm:varLst>
    <dgm:shape xmlns:r="http://schemas.openxmlformats.org/officeDocument/2006/relationships" r:blip="">
      <dgm:adjLst/>
    </dgm:shape>
    <dgm:choose name="Name1">
      <dgm:if name="Name2" axis="ch" ptType="node" func="cnt" op="equ" val="1">
        <dgm:choose name="Name3">
          <dgm:if name="Name4" axis="ch ch" ptType="node node" func="cnt" op="equ" val="0">
            <dgm:alg type="composite">
              <dgm:param type="ar" val="6.8662"/>
            </dgm:alg>
            <dgm:choose name="Name5">
              <dgm:if name="Name6" func="var" arg="dir" op="equ" val="norm">
                <dgm:constrLst>
                  <dgm:constr type="primFontSz" for="des" forName="parentText1" val="65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/>
                </dgm:constrLst>
              </dgm:if>
              <dgm:else name="Name7">
                <dgm:constrLst>
                  <dgm:constr type="primFontSz" for="des" forName="parentText1" val="65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/>
                </dgm:constrLst>
              </dgm:else>
            </dgm:choose>
          </dgm:if>
          <dgm:else name="Name8">
            <dgm:alg type="composite">
              <dgm:param type="ar" val="1.9864"/>
            </dgm:alg>
            <dgm:choose name="Name9">
              <dgm:if name="Name10" func="var" arg="dir" op="equ" val="norm">
                <dgm:constrLst>
                  <dgm:constr type="primFontSz" for="des" forName="childText1" val="65"/>
                  <dgm:constr type="primFontSz" for="des" forName="parentText1" val="65"/>
                  <dgm:constr type="primFontSz" for="des" forName="childText1" refType="primFontSz" refFor="des" refForName="parentText1" op="lte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2893"/>
                  <dgm:constr type="l" for="ch" forName="childText1" refType="w" fact="0"/>
                  <dgm:constr type="t" for="ch" forName="childText1" refType="h" fact="0.224"/>
                  <dgm:constr type="w" for="ch" forName="childText1" refType="w" fact="0.9241"/>
                  <dgm:constr type="h" for="ch" forName="childText1" refType="h" fact="0.776"/>
                </dgm:constrLst>
              </dgm:if>
              <dgm:else name="Name11">
                <dgm:constrLst>
                  <dgm:constr type="primFontSz" for="des" forName="childText1" val="65"/>
                  <dgm:constr type="primFontSz" for="des" forName="parentText1" val="65"/>
                  <dgm:constr type="primFontSz" for="des" forName="childText1" refType="primFontSz" refFor="des" refForName="parentText1" op="lte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2893"/>
                  <dgm:constr type="l" for="ch" forName="childText1" refType="w" fact="0.076"/>
                  <dgm:constr type="t" for="ch" forName="childText1" refType="h" fact="0.224"/>
                  <dgm:constr type="w" for="ch" forName="childText1" refType="w" fact="0.9241"/>
                  <dgm:constr type="h" for="ch" forName="childText1" refType="h" fact="0.776"/>
                </dgm:constrLst>
              </dgm:else>
            </dgm:choose>
          </dgm:else>
        </dgm:choose>
      </dgm:if>
      <dgm:if name="Name12" axis="ch" ptType="node" func="cnt" op="equ" val="2">
        <dgm:choose name="Name13">
          <dgm:if name="Name14" axis="ch ch" ptType="node node" func="cnt" op="equ" val="0">
            <dgm:alg type="composite">
              <dgm:param type="ar" val="5.1498"/>
            </dgm:alg>
            <dgm:choose name="Name15">
              <dgm:if name="Name16" func="var" arg="dir" op="equ" val="norm">
                <dgm:constrLst>
                  <dgm:constr type="primFontSz" for="des" forName="parentText1" val="65"/>
                  <dgm:constr type="primFontSz" for="des" forName="parentText2" refType="primFontSz" refFor="des" refForName="parentText1" op="equ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7501"/>
                  <dgm:constr type="l" for="ch" forName="parentText2" refType="w" fact="0.462"/>
                  <dgm:constr type="t" for="ch" forName="parentText2" refType="h" fact="0.2499"/>
                  <dgm:constr type="w" for="ch" forName="parentText2" refType="w" fact="0.538"/>
                  <dgm:constr type="h" for="ch" forName="parentText2" refType="h" fact="0.7501"/>
                </dgm:constrLst>
              </dgm:if>
              <dgm:else name="Name17">
                <dgm:constrLst>
                  <dgm:constr type="primFontSz" for="des" forName="parentText1" val="65"/>
                  <dgm:constr type="primFontSz" for="des" forName="parentText2" refType="primFontSz" refFor="des" refForName="parentText1" op="equ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7501"/>
                  <dgm:constr type="l" for="ch" forName="parentText2" refType="w" fact="0"/>
                  <dgm:constr type="t" for="ch" forName="parentText2" refType="h" fact="0.2499"/>
                  <dgm:constr type="w" for="ch" forName="parentText2" refType="w" fact="0.538"/>
                  <dgm:constr type="h" for="ch" forName="parentText2" refType="h" fact="0.7501"/>
                </dgm:constrLst>
              </dgm:else>
            </dgm:choose>
          </dgm:if>
          <dgm:else name="Name18">
            <dgm:alg type="composite">
              <dgm:param type="ar" val="2.0563"/>
            </dgm:alg>
            <dgm:choose name="Name19">
              <dgm:if name="Name20" func="var" arg="dir" op="equ" val="norm">
                <dgm:constrLst>
                  <dgm:constr type="primFontSz" for="des" forName="childText1" val="65"/>
                  <dgm:constr type="primFontSz" for="des" forName="parentText1" val="65"/>
                  <dgm:constr type="primFontSz" for="des" forName="childText1" refType="primFontSz" refFor="des" refForName="parentText1" op="lte"/>
                  <dgm:constr type="primFontSz" for="des" forName="childText2" refType="primFontSz" refFor="des" refForName="parentText1" op="lte"/>
                  <dgm:constr type="primFontSz" for="des" forName="childText1" refType="primFontSz" refFor="des" refForName="parentText2" op="lte"/>
                  <dgm:constr type="primFontSz" for="des" forName="childText2" refType="primFontSz" refFor="des" refForName="parentText2" op="lte"/>
                  <dgm:constr type="primFontSz" for="des" forName="parentText2" refType="primFontSz" refFor="des" refForName="parentText1" op="equ"/>
                  <dgm:constr type="primFontSz" for="des" forName="childText2" refType="primFontSz" refFor="des" refForName="childText1" op="equ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2995"/>
                  <dgm:constr type="l" for="ch" forName="parentText2" refType="w" fact="0.462"/>
                  <dgm:constr type="t" for="ch" forName="parentText2" refType="h" fact="0.0998"/>
                  <dgm:constr type="w" for="ch" forName="parentText2" refType="w" fact="0.538"/>
                  <dgm:constr type="h" for="ch" forName="parentText2" refType="h" fact="0.2995"/>
                  <dgm:constr type="l" for="ch" forName="childText1" refType="w" fact="0"/>
                  <dgm:constr type="t" for="ch" forName="childText1" refType="h" fact="0.2317"/>
                  <dgm:constr type="w" for="ch" forName="childText1" refType="w" fact="0.462"/>
                  <dgm:constr type="h" for="ch" forName="childText1" refType="h" fact="0.6685"/>
                  <dgm:constr type="l" for="ch" forName="childText2" refType="w" fact="0.462"/>
                  <dgm:constr type="t" for="ch" forName="childText2" refType="h" fact="0.3315"/>
                  <dgm:constr type="w" for="ch" forName="childText2" refType="w" fact="0.462"/>
                  <dgm:constr type="h" for="ch" forName="childText2" refType="h" fact="0.6685"/>
                </dgm:constrLst>
              </dgm:if>
              <dgm:else name="Name21">
                <dgm:constrLst>
                  <dgm:constr type="primFontSz" for="des" forName="childText1" val="65"/>
                  <dgm:constr type="primFontSz" for="des" forName="parentText1" val="65"/>
                  <dgm:constr type="primFontSz" for="des" forName="childText1" refType="primFontSz" refFor="des" refForName="parentText1" op="lte"/>
                  <dgm:constr type="primFontSz" for="des" forName="childText2" refType="primFontSz" refFor="des" refForName="parentText1" op="lte"/>
                  <dgm:constr type="primFontSz" for="des" forName="childText1" refType="primFontSz" refFor="des" refForName="parentText2" op="lte"/>
                  <dgm:constr type="primFontSz" for="des" forName="childText2" refType="primFontSz" refFor="des" refForName="parentText2" op="lte"/>
                  <dgm:constr type="primFontSz" for="des" forName="parentText2" refType="primFontSz" refFor="des" refForName="parentText1" op="equ"/>
                  <dgm:constr type="primFontSz" for="des" forName="childText2" refType="primFontSz" refFor="des" refForName="childText1" op="equ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2995"/>
                  <dgm:constr type="l" for="ch" forName="parentText2" refType="w" fact="0"/>
                  <dgm:constr type="t" for="ch" forName="parentText2" refType="h" fact="0.0998"/>
                  <dgm:constr type="w" for="ch" forName="parentText2" refType="w" fact="0.538"/>
                  <dgm:constr type="h" for="ch" forName="parentText2" refType="h" fact="0.2995"/>
                  <dgm:constr type="l" for="ch" forName="childText1" refType="w" fact="0.538"/>
                  <dgm:constr type="t" for="ch" forName="childText1" refType="h" fact="0.2317"/>
                  <dgm:constr type="w" for="ch" forName="childText1" refType="w" fact="0.462"/>
                  <dgm:constr type="h" for="ch" forName="childText1" refType="h" fact="0.6685"/>
                  <dgm:constr type="l" for="ch" forName="childText2" refType="w" fact="0.076"/>
                  <dgm:constr type="t" for="ch" forName="childText2" refType="h" fact="0.3315"/>
                  <dgm:constr type="w" for="ch" forName="childText2" refType="w" fact="0.462"/>
                  <dgm:constr type="h" for="ch" forName="childText2" refType="h" fact="0.6685"/>
                </dgm:constrLst>
              </dgm:else>
            </dgm:choose>
          </dgm:else>
        </dgm:choose>
      </dgm:if>
      <dgm:if name="Name22" axis="ch" ptType="node" func="cnt" op="equ" val="3">
        <dgm:choose name="Name23">
          <dgm:if name="Name24" axis="ch ch" ptType="node node" func="cnt" op="equ" val="0">
            <dgm:alg type="composite">
              <dgm:param type="ar" val="4.1198"/>
            </dgm:alg>
            <dgm:choose name="Name25">
              <dgm:if name="Name26" func="var" arg="dir" op="equ" val="norm">
                <dgm:constrLst>
                  <dgm:constr type="primFontSz" for="des" forName="parentText1" val="65"/>
                  <dgm:constr type="primFontSz" for="des" forName="parentText2" refType="primFontSz" refFor="des" refForName="parentText1" op="equ"/>
                  <dgm:constr type="primFontSz" for="des" forName="parentText3" refType="primFontSz" refFor="des" refForName="parentText1" op="equ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6"/>
                  <dgm:constr type="l" for="ch" forName="parentText2" refType="w" fact="0.308"/>
                  <dgm:constr type="t" for="ch" forName="parentText2" refType="h" fact="0.2"/>
                  <dgm:constr type="w" for="ch" forName="parentText2" refType="w" fact="0.692"/>
                  <dgm:constr type="h" for="ch" forName="parentText2" refType="h" fact="0.6"/>
                  <dgm:constr type="l" for="ch" forName="parentText3" refType="w" fact="0.616"/>
                  <dgm:constr type="t" for="ch" forName="parentText3" refType="h" fact="0.4"/>
                  <dgm:constr type="w" for="ch" forName="parentText3" refType="w" fact="0.384"/>
                  <dgm:constr type="h" for="ch" forName="parentText3" refType="h" fact="0.6"/>
                </dgm:constrLst>
              </dgm:if>
              <dgm:else name="Name27">
                <dgm:constrLst>
                  <dgm:constr type="primFontSz" for="des" forName="parentText1" val="65"/>
                  <dgm:constr type="primFontSz" for="des" forName="parentText2" refType="primFontSz" refFor="des" refForName="parentText1" op="equ"/>
                  <dgm:constr type="primFontSz" for="des" forName="parentText3" refType="primFontSz" refFor="des" refForName="parentText1" op="equ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6"/>
                  <dgm:constr type="l" for="ch" forName="parentText2" refType="w" fact="0"/>
                  <dgm:constr type="t" for="ch" forName="parentText2" refType="h" fact="0.2"/>
                  <dgm:constr type="w" for="ch" forName="parentText2" refType="w" fact="0.692"/>
                  <dgm:constr type="h" for="ch" forName="parentText2" refType="h" fact="0.6"/>
                  <dgm:constr type="l" for="ch" forName="parentText3" refType="w" fact="0"/>
                  <dgm:constr type="t" for="ch" forName="parentText3" refType="h" fact="0.4"/>
                  <dgm:constr type="w" for="ch" forName="parentText3" refType="w" fact="0.384"/>
                  <dgm:constr type="h" for="ch" forName="parentText3" refType="h" fact="0.6"/>
                </dgm:constrLst>
              </dgm:else>
            </dgm:choose>
          </dgm:if>
          <dgm:else name="Name28">
            <dgm:alg type="composite">
              <dgm:param type="ar" val="2.0702"/>
            </dgm:alg>
            <dgm:choose name="Name29">
              <dgm:if name="Name30" func="var" arg="dir" op="equ" val="norm">
                <dgm:constrLst>
                  <dgm:constr type="primFontSz" for="des" forName="childText1" val="65"/>
                  <dgm:constr type="primFontSz" for="des" forName="parentText1" val="65"/>
                  <dgm:constr type="primFontSz" for="des" forName="childText1" refType="primFontSz" refFor="des" refForName="parentText1" op="lte"/>
                  <dgm:constr type="primFontSz" for="des" forName="childText2" refType="primFontSz" refFor="des" refForName="parentText1" op="lte"/>
                  <dgm:constr type="primFontSz" for="des" forName="childText3" refType="primFontSz" refFor="des" refForName="parentText1" op="lte"/>
                  <dgm:constr type="primFontSz" for="des" forName="childText1" refType="primFontSz" refFor="des" refForName="parentText2" op="lte"/>
                  <dgm:constr type="primFontSz" for="des" forName="childText2" refType="primFontSz" refFor="des" refForName="parentText2" op="lte"/>
                  <dgm:constr type="primFontSz" for="des" forName="childText3" refType="primFontSz" refFor="des" refForName="parentText2" op="lte"/>
                  <dgm:constr type="primFontSz" for="des" forName="childText1" refType="primFontSz" refFor="des" refForName="parentText3" op="lte"/>
                  <dgm:constr type="primFontSz" for="des" forName="childText2" refType="primFontSz" refFor="des" refForName="parentText3" op="lte"/>
                  <dgm:constr type="primFontSz" for="des" forName="childText3" refType="primFontSz" refFor="des" refForName="parentText3" op="lte"/>
                  <dgm:constr type="primFontSz" for="des" forName="parentText2" refType="primFontSz" refFor="des" refForName="parentText1" op="equ"/>
                  <dgm:constr type="primFontSz" for="des" forName="parentText3" refType="primFontSz" refFor="des" refForName="parentText1" op="equ"/>
                  <dgm:constr type="primFontSz" for="des" forName="childText2" refType="primFontSz" refFor="des" refForName="childText1" op="equ"/>
                  <dgm:constr type="primFontSz" for="des" forName="childText3" refType="primFontSz" refFor="des" refForName="childText1" op="equ"/>
                  <dgm:constr type="l" for="ch" forName="childText1" refType="w" fact="0"/>
                  <dgm:constr type="t" for="ch" forName="childText1" refType="h" fact="0.2325"/>
                  <dgm:constr type="w" for="ch" forName="childText1" refType="w" fact="0.308"/>
                  <dgm:constr type="h" for="ch" forName="childText1" refType="h" fact="0.5808"/>
                  <dgm:constr type="l" for="ch" forName="childText2" refType="w" fact="0.308"/>
                  <dgm:constr type="t" for="ch" forName="childText2" refType="h" fact="0.333"/>
                  <dgm:constr type="w" for="ch" forName="childText2" refType="w" fact="0.308"/>
                  <dgm:constr type="h" for="ch" forName="childText2" refType="h" fact="0.5808"/>
                  <dgm:constr type="l" for="ch" forName="childText3" refType="w" fact="0.616"/>
                  <dgm:constr type="t" for="ch" forName="childText3" refType="h" fact="0.4335"/>
                  <dgm:constr type="w" for="ch" forName="childText3" refType="w" fact="0.308"/>
                  <dgm:constr type="h" for="ch" forName="childText3" refType="h" fact="0.5723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3015"/>
                  <dgm:constr type="l" for="ch" forName="parentText2" refType="w" fact="0.308"/>
                  <dgm:constr type="t" for="ch" forName="parentText2" refType="h" fact="0.1005"/>
                  <dgm:constr type="w" for="ch" forName="parentText2" refType="w" fact="0.692"/>
                  <dgm:constr type="h" for="ch" forName="parentText2" refType="h" fact="0.3015"/>
                  <dgm:constr type="l" for="ch" forName="parentText3" refType="w" fact="0.616"/>
                  <dgm:constr type="t" for="ch" forName="parentText3" refType="h" fact="0.201"/>
                  <dgm:constr type="w" for="ch" forName="parentText3" refType="w" fact="0.384"/>
                  <dgm:constr type="h" for="ch" forName="parentText3" refType="h" fact="0.3015"/>
                </dgm:constrLst>
              </dgm:if>
              <dgm:else name="Name31">
                <dgm:constrLst>
                  <dgm:constr type="primFontSz" for="des" forName="childText1" val="65"/>
                  <dgm:constr type="primFontSz" for="des" forName="parentText1" val="65"/>
                  <dgm:constr type="primFontSz" for="des" forName="childText1" refType="primFontSz" refFor="des" refForName="parentText1" op="lte"/>
                  <dgm:constr type="primFontSz" for="des" forName="childText2" refType="primFontSz" refFor="des" refForName="parentText1" op="lte"/>
                  <dgm:constr type="primFontSz" for="des" forName="childText3" refType="primFontSz" refFor="des" refForName="parentText1" op="lte"/>
                  <dgm:constr type="primFontSz" for="des" forName="childText1" refType="primFontSz" refFor="des" refForName="parentText2" op="lte"/>
                  <dgm:constr type="primFontSz" for="des" forName="childText2" refType="primFontSz" refFor="des" refForName="parentText2" op="lte"/>
                  <dgm:constr type="primFontSz" for="des" forName="childText3" refType="primFontSz" refFor="des" refForName="parentText2" op="lte"/>
                  <dgm:constr type="primFontSz" for="des" forName="childText1" refType="primFontSz" refFor="des" refForName="parentText3" op="lte"/>
                  <dgm:constr type="primFontSz" for="des" forName="childText2" refType="primFontSz" refFor="des" refForName="parentText3" op="lte"/>
                  <dgm:constr type="primFontSz" for="des" forName="childText3" refType="primFontSz" refFor="des" refForName="parentText3" op="lte"/>
                  <dgm:constr type="primFontSz" for="des" forName="parentText2" refType="primFontSz" refFor="des" refForName="parentText1" op="equ"/>
                  <dgm:constr type="primFontSz" for="des" forName="parentText3" refType="primFontSz" refFor="des" refForName="parentText1" op="equ"/>
                  <dgm:constr type="primFontSz" for="des" forName="childText2" refType="primFontSz" refFor="des" refForName="childText1" op="equ"/>
                  <dgm:constr type="primFontSz" for="des" forName="childText3" refType="primFontSz" refFor="des" refForName="childText1" op="equ"/>
                  <dgm:constr type="l" for="ch" forName="childText1" refType="w" fact="0.692"/>
                  <dgm:constr type="t" for="ch" forName="childText1" refType="h" fact="0.2325"/>
                  <dgm:constr type="w" for="ch" forName="childText1" refType="w" fact="0.308"/>
                  <dgm:constr type="h" for="ch" forName="childText1" refType="h" fact="0.5808"/>
                  <dgm:constr type="l" for="ch" forName="childText2" refType="w" fact="0.384"/>
                  <dgm:constr type="t" for="ch" forName="childText2" refType="h" fact="0.333"/>
                  <dgm:constr type="w" for="ch" forName="childText2" refType="w" fact="0.308"/>
                  <dgm:constr type="h" for="ch" forName="childText2" refType="h" fact="0.5808"/>
                  <dgm:constr type="l" for="ch" forName="childText3" refType="w" fact="0.076"/>
                  <dgm:constr type="t" for="ch" forName="childText3" refType="h" fact="0.4335"/>
                  <dgm:constr type="w" for="ch" forName="childText3" refType="w" fact="0.308"/>
                  <dgm:constr type="h" for="ch" forName="childText3" refType="h" fact="0.5723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3015"/>
                  <dgm:constr type="l" for="ch" forName="parentText2" refType="w" fact="0"/>
                  <dgm:constr type="t" for="ch" forName="parentText2" refType="h" fact="0.1005"/>
                  <dgm:constr type="w" for="ch" forName="parentText2" refType="w" fact="0.692"/>
                  <dgm:constr type="h" for="ch" forName="parentText2" refType="h" fact="0.3015"/>
                  <dgm:constr type="l" for="ch" forName="parentText3" refType="w" fact="0"/>
                  <dgm:constr type="t" for="ch" forName="parentText3" refType="h" fact="0.201"/>
                  <dgm:constr type="w" for="ch" forName="parentText3" refType="w" fact="0.384"/>
                  <dgm:constr type="h" for="ch" forName="parentText3" refType="h" fact="0.3015"/>
                </dgm:constrLst>
              </dgm:else>
            </dgm:choose>
          </dgm:else>
        </dgm:choose>
      </dgm:if>
      <dgm:if name="Name32" axis="ch" ptType="node" func="cnt" op="equ" val="4">
        <dgm:choose name="Name33">
          <dgm:if name="Name34" axis="ch ch" ptType="node node" func="cnt" op="equ" val="0">
            <dgm:alg type="composite">
              <dgm:param type="ar" val="3.435"/>
            </dgm:alg>
            <dgm:choose name="Name35">
              <dgm:if name="Name36" func="var" arg="dir" op="equ" val="norm">
                <dgm:constrLst>
                  <dgm:constr type="primFontSz" for="des" forName="parentText1" val="65"/>
                  <dgm:constr type="primFontSz" for="des" forName="parentText2" refType="primFontSz" refFor="des" refForName="parentText1" op="equ"/>
                  <dgm:constr type="primFontSz" for="des" forName="parentText3" refType="primFontSz" refFor="des" refForName="parentText1" op="equ"/>
                  <dgm:constr type="primFontSz" for="des" forName="parentText4" refType="primFontSz" refFor="des" refForName="parentText1" op="equ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5001"/>
                  <dgm:constr type="l" for="ch" forName="parentText2" refType="w" fact="0.2305"/>
                  <dgm:constr type="t" for="ch" forName="parentText2" refType="h" fact="0.1666"/>
                  <dgm:constr type="w" for="ch" forName="parentText2" refType="w" fact="0.7695"/>
                  <dgm:constr type="h" for="ch" forName="parentText2" refType="h" fact="0.5001"/>
                  <dgm:constr type="l" for="ch" forName="parentText3" refType="w" fact="0.461"/>
                  <dgm:constr type="t" for="ch" forName="parentText3" refType="h" fact="0.3333"/>
                  <dgm:constr type="w" for="ch" forName="parentText3" refType="w" fact="0.539"/>
                  <dgm:constr type="h" for="ch" forName="parentText3" refType="h" fact="0.5001"/>
                  <dgm:constr type="l" for="ch" forName="parentText4" refType="w" fact="0.6915"/>
                  <dgm:constr type="t" for="ch" forName="parentText4" refType="h" fact="0.4999"/>
                  <dgm:constr type="w" for="ch" forName="parentText4" refType="w" fact="0.3085"/>
                  <dgm:constr type="h" for="ch" forName="parentText4" refType="h" fact="0.5001"/>
                </dgm:constrLst>
              </dgm:if>
              <dgm:else name="Name37">
                <dgm:constrLst>
                  <dgm:constr type="primFontSz" for="des" forName="parentText1" val="65"/>
                  <dgm:constr type="primFontSz" for="des" forName="parentText2" refType="primFontSz" refFor="des" refForName="parentText1" op="equ"/>
                  <dgm:constr type="primFontSz" for="des" forName="parentText3" refType="primFontSz" refFor="des" refForName="parentText1" op="equ"/>
                  <dgm:constr type="primFontSz" for="des" forName="parentText4" refType="primFontSz" refFor="des" refForName="parentText1" op="equ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5001"/>
                  <dgm:constr type="l" for="ch" forName="parentText2" refType="w" fact="0"/>
                  <dgm:constr type="t" for="ch" forName="parentText2" refType="h" fact="0.1666"/>
                  <dgm:constr type="w" for="ch" forName="parentText2" refType="w" fact="0.7695"/>
                  <dgm:constr type="h" for="ch" forName="parentText2" refType="h" fact="0.5001"/>
                  <dgm:constr type="l" for="ch" forName="parentText3" refType="w" fact="0"/>
                  <dgm:constr type="t" for="ch" forName="parentText3" refType="h" fact="0.3333"/>
                  <dgm:constr type="w" for="ch" forName="parentText3" refType="w" fact="0.539"/>
                  <dgm:constr type="h" for="ch" forName="parentText3" refType="h" fact="0.5001"/>
                  <dgm:constr type="l" for="ch" forName="parentText4" refType="w" fact="0"/>
                  <dgm:constr type="t" for="ch" forName="parentText4" refType="h" fact="0.4999"/>
                  <dgm:constr type="w" for="ch" forName="parentText4" refType="w" fact="0.3085"/>
                  <dgm:constr type="h" for="ch" forName="parentText4" refType="h" fact="0.5001"/>
                </dgm:constrLst>
              </dgm:else>
            </dgm:choose>
          </dgm:if>
          <dgm:else name="Name38">
            <dgm:alg type="composite">
              <dgm:param type="ar" val="1.9377"/>
            </dgm:alg>
            <dgm:choose name="Name39">
              <dgm:if name="Name40" func="var" arg="dir" op="equ" val="norm">
                <dgm:constrLst>
                  <dgm:constr type="primFontSz" for="des" forName="childText1" val="65"/>
                  <dgm:constr type="primFontSz" for="des" forName="parentText1" val="65"/>
                  <dgm:constr type="primFontSz" for="des" forName="childText1" refType="primFontSz" refFor="des" refForName="parentText1" op="lte"/>
                  <dgm:constr type="primFontSz" for="des" forName="childText2" refType="primFontSz" refFor="des" refForName="parentText1" op="lte"/>
                  <dgm:constr type="primFontSz" for="des" forName="childText3" refType="primFontSz" refFor="des" refForName="parentText1" op="lte"/>
                  <dgm:constr type="primFontSz" for="des" forName="childText4" refType="primFontSz" refFor="des" refForName="parentText1" op="lte"/>
                  <dgm:constr type="primFontSz" for="des" forName="childText1" refType="primFontSz" refFor="des" refForName="parentText2" op="lte"/>
                  <dgm:constr type="primFontSz" for="des" forName="childText2" refType="primFontSz" refFor="des" refForName="parentText2" op="lte"/>
                  <dgm:constr type="primFontSz" for="des" forName="childText3" refType="primFontSz" refFor="des" refForName="parentText2" op="lte"/>
                  <dgm:constr type="primFontSz" for="des" forName="childText4" refType="primFontSz" refFor="des" refForName="parentText2" op="lte"/>
                  <dgm:constr type="primFontSz" for="des" forName="childText1" refType="primFontSz" refFor="des" refForName="parentText3" op="lte"/>
                  <dgm:constr type="primFontSz" for="des" forName="childText2" refType="primFontSz" refFor="des" refForName="parentText3" op="lte"/>
                  <dgm:constr type="primFontSz" for="des" forName="childText3" refType="primFontSz" refFor="des" refForName="parentText3" op="lte"/>
                  <dgm:constr type="primFontSz" for="des" forName="childText4" refType="primFontSz" refFor="des" refForName="parentText3" op="lte"/>
                  <dgm:constr type="primFontSz" for="des" forName="childText1" refType="primFontSz" refFor="des" refForName="parentText4" op="lte"/>
                  <dgm:constr type="primFontSz" for="des" forName="childText2" refType="primFontSz" refFor="des" refForName="parentText4" op="lte"/>
                  <dgm:constr type="primFontSz" for="des" forName="childText3" refType="primFontSz" refFor="des" refForName="parentText4" op="lte"/>
                  <dgm:constr type="primFontSz" for="des" forName="childText4" refType="primFontSz" refFor="des" refForName="parentText4" op="lte"/>
                  <dgm:constr type="primFontSz" for="des" forName="parentText2" refType="primFontSz" refFor="des" refForName="parentText1" op="equ"/>
                  <dgm:constr type="primFontSz" for="des" forName="parentText3" refType="primFontSz" refFor="des" refForName="parentText1" op="equ"/>
                  <dgm:constr type="primFontSz" for="des" forName="parentText4" refType="primFontSz" refFor="des" refForName="parentText1" op="equ"/>
                  <dgm:constr type="primFontSz" for="des" forName="childText2" refType="primFontSz" refFor="des" refForName="childText1" op="equ"/>
                  <dgm:constr type="primFontSz" for="des" forName="childText3" refType="primFontSz" refFor="des" refForName="childText1" op="equ"/>
                  <dgm:constr type="primFontSz" for="des" forName="childText4" refType="primFontSz" refFor="des" refForName="childText1" op="equ"/>
                  <dgm:constr type="l" for="ch" forName="childText1" refType="w" fact="0"/>
                  <dgm:constr type="t" for="ch" forName="childText1" refType="h" fact="0.218"/>
                  <dgm:constr type="w" for="ch" forName="childText1" refType="w" fact="0.2305"/>
                  <dgm:constr type="h" for="ch" forName="childText1" refType="h" fact="0.5218"/>
                  <dgm:constr type="l" for="ch" forName="childText2" refType="w" fact="0.2305"/>
                  <dgm:constr type="t" for="ch" forName="childText2" refType="h" fact="0.312"/>
                  <dgm:constr type="w" for="ch" forName="childText2" refType="w" fact="0.2305"/>
                  <dgm:constr type="h" for="ch" forName="childText2" refType="h" fact="0.5085"/>
                  <dgm:constr type="l" for="ch" forName="childText3" refType="w" fact="0.461"/>
                  <dgm:constr type="t" for="ch" forName="childText3" refType="h" fact="0.406"/>
                  <dgm:constr type="w" for="ch" forName="childText3" refType="w" fact="0.2305"/>
                  <dgm:constr type="h" for="ch" forName="childText3" refType="h" fact="0.5119"/>
                  <dgm:constr type="l" for="ch" forName="childText4" refType="w" fact="0.6915"/>
                  <dgm:constr type="t" for="ch" forName="childText4" refType="h" fact="0.5"/>
                  <dgm:constr type="w" for="ch" forName="childText4" refType="w" fact="0.2326"/>
                  <dgm:constr type="h" for="ch" forName="childText4" refType="h" fact="0.5179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2821"/>
                  <dgm:constr type="l" for="ch" forName="parentText2" refType="w" fact="0.2305"/>
                  <dgm:constr type="t" for="ch" forName="parentText2" refType="h" fact="0.094"/>
                  <dgm:constr type="w" for="ch" forName="parentText2" refType="w" fact="0.7695"/>
                  <dgm:constr type="h" for="ch" forName="parentText2" refType="h" fact="0.2821"/>
                  <dgm:constr type="l" for="ch" forName="parentText3" refType="w" fact="0.461"/>
                  <dgm:constr type="t" for="ch" forName="parentText3" refType="h" fact="0.188"/>
                  <dgm:constr type="w" for="ch" forName="parentText3" refType="w" fact="0.539"/>
                  <dgm:constr type="h" for="ch" forName="parentText3" refType="h" fact="0.2821"/>
                  <dgm:constr type="l" for="ch" forName="parentText4" refType="w" fact="0.6915"/>
                  <dgm:constr type="t" for="ch" forName="parentText4" refType="h" fact="0.282"/>
                  <dgm:constr type="w" for="ch" forName="parentText4" refType="w" fact="0.3085"/>
                  <dgm:constr type="h" for="ch" forName="parentText4" refType="h" fact="0.2821"/>
                </dgm:constrLst>
              </dgm:if>
              <dgm:else name="Name41">
                <dgm:constrLst>
                  <dgm:constr type="primFontSz" for="des" forName="childText1" val="65"/>
                  <dgm:constr type="primFontSz" for="des" forName="parentText1" val="65"/>
                  <dgm:constr type="primFontSz" for="des" forName="childText1" refType="primFontSz" refFor="des" refForName="parentText1" op="lte"/>
                  <dgm:constr type="primFontSz" for="des" forName="childText2" refType="primFontSz" refFor="des" refForName="parentText1" op="lte"/>
                  <dgm:constr type="primFontSz" for="des" forName="childText3" refType="primFontSz" refFor="des" refForName="parentText1" op="lte"/>
                  <dgm:constr type="primFontSz" for="des" forName="childText4" refType="primFontSz" refFor="des" refForName="parentText1" op="lte"/>
                  <dgm:constr type="primFontSz" for="des" forName="childText1" refType="primFontSz" refFor="des" refForName="parentText2" op="lte"/>
                  <dgm:constr type="primFontSz" for="des" forName="childText2" refType="primFontSz" refFor="des" refForName="parentText2" op="lte"/>
                  <dgm:constr type="primFontSz" for="des" forName="childText3" refType="primFontSz" refFor="des" refForName="parentText2" op="lte"/>
                  <dgm:constr type="primFontSz" for="des" forName="childText4" refType="primFontSz" refFor="des" refForName="parentText2" op="lte"/>
                  <dgm:constr type="primFontSz" for="des" forName="childText1" refType="primFontSz" refFor="des" refForName="parentText3" op="lte"/>
                  <dgm:constr type="primFontSz" for="des" forName="childText2" refType="primFontSz" refFor="des" refForName="parentText3" op="lte"/>
                  <dgm:constr type="primFontSz" for="des" forName="childText3" refType="primFontSz" refFor="des" refForName="parentText3" op="lte"/>
                  <dgm:constr type="primFontSz" for="des" forName="childText4" refType="primFontSz" refFor="des" refForName="parentText3" op="lte"/>
                  <dgm:constr type="primFontSz" for="des" forName="childText1" refType="primFontSz" refFor="des" refForName="parentText4" op="lte"/>
                  <dgm:constr type="primFontSz" for="des" forName="childText2" refType="primFontSz" refFor="des" refForName="parentText4" op="lte"/>
                  <dgm:constr type="primFontSz" for="des" forName="childText3" refType="primFontSz" refFor="des" refForName="parentText4" op="lte"/>
                  <dgm:constr type="primFontSz" for="des" forName="childText4" refType="primFontSz" refFor="des" refForName="parentText4" op="lte"/>
                  <dgm:constr type="primFontSz" for="des" forName="parentText2" refType="primFontSz" refFor="des" refForName="parentText1" op="equ"/>
                  <dgm:constr type="primFontSz" for="des" forName="parentText3" refType="primFontSz" refFor="des" refForName="parentText1" op="equ"/>
                  <dgm:constr type="primFontSz" for="des" forName="parentText4" refType="primFontSz" refFor="des" refForName="parentText1" op="equ"/>
                  <dgm:constr type="primFontSz" for="des" forName="childText2" refType="primFontSz" refFor="des" refForName="childText1" op="equ"/>
                  <dgm:constr type="primFontSz" for="des" forName="childText3" refType="primFontSz" refFor="des" refForName="childText1" op="equ"/>
                  <dgm:constr type="primFontSz" for="des" forName="childText4" refType="primFontSz" refFor="des" refForName="childText1" op="equ"/>
                  <dgm:constr type="l" for="ch" forName="childText1" refType="w" fact="0.7695"/>
                  <dgm:constr type="t" for="ch" forName="childText1" refType="h" fact="0.218"/>
                  <dgm:constr type="w" for="ch" forName="childText1" refType="w" fact="0.2305"/>
                  <dgm:constr type="h" for="ch" forName="childText1" refType="h" fact="0.5218"/>
                  <dgm:constr type="l" for="ch" forName="childText2" refType="w" fact="0.539"/>
                  <dgm:constr type="t" for="ch" forName="childText2" refType="h" fact="0.312"/>
                  <dgm:constr type="w" for="ch" forName="childText2" refType="w" fact="0.2305"/>
                  <dgm:constr type="h" for="ch" forName="childText2" refType="h" fact="0.5085"/>
                  <dgm:constr type="l" for="ch" forName="childText3" refType="w" fact="0.3085"/>
                  <dgm:constr type="t" for="ch" forName="childText3" refType="h" fact="0.406"/>
                  <dgm:constr type="w" for="ch" forName="childText3" refType="w" fact="0.2305"/>
                  <dgm:constr type="h" for="ch" forName="childText3" refType="h" fact="0.5119"/>
                  <dgm:constr type="l" for="ch" forName="childText4" refType="w" fact="0.076"/>
                  <dgm:constr type="t" for="ch" forName="childText4" refType="h" fact="0.5"/>
                  <dgm:constr type="w" for="ch" forName="childText4" refType="w" fact="0.2346"/>
                  <dgm:constr type="h" for="ch" forName="childText4" refType="h" fact="0.5179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2821"/>
                  <dgm:constr type="l" for="ch" forName="parentText2" refType="w" fact="0"/>
                  <dgm:constr type="t" for="ch" forName="parentText2" refType="h" fact="0.094"/>
                  <dgm:constr type="w" for="ch" forName="parentText2" refType="w" fact="0.7695"/>
                  <dgm:constr type="h" for="ch" forName="parentText2" refType="h" fact="0.2821"/>
                  <dgm:constr type="l" for="ch" forName="parentText3" refType="w" fact="0"/>
                  <dgm:constr type="t" for="ch" forName="parentText3" refType="h" fact="0.188"/>
                  <dgm:constr type="w" for="ch" forName="parentText3" refType="w" fact="0.539"/>
                  <dgm:constr type="h" for="ch" forName="parentText3" refType="h" fact="0.2821"/>
                  <dgm:constr type="l" for="ch" forName="parentText4" refType="w" fact="0"/>
                  <dgm:constr type="t" for="ch" forName="parentText4" refType="h" fact="0.282"/>
                  <dgm:constr type="w" for="ch" forName="parentText4" refType="w" fact="0.3085"/>
                  <dgm:constr type="h" for="ch" forName="parentText4" refType="h" fact="0.2821"/>
                </dgm:constrLst>
              </dgm:else>
            </dgm:choose>
          </dgm:else>
        </dgm:choose>
      </dgm:if>
      <dgm:else name="Name42">
        <dgm:choose name="Name43">
          <dgm:if name="Name44" axis="ch ch" ptType="node node" func="cnt" op="equ" val="0">
            <dgm:alg type="composite">
              <dgm:param type="ar" val="2.9463"/>
            </dgm:alg>
            <dgm:choose name="Name45">
              <dgm:if name="Name46" func="var" arg="dir" op="equ" val="norm">
                <dgm:constrLst>
                  <dgm:constr type="primFontSz" for="des" forName="parentText1" val="65"/>
                  <dgm:constr type="primFontSz" for="des" forName="parentText2" refType="primFontSz" refFor="des" refForName="parentText1" op="equ"/>
                  <dgm:constr type="primFontSz" for="des" forName="parentText3" refType="primFontSz" refFor="des" refForName="parentText1" op="equ"/>
                  <dgm:constr type="primFontSz" for="des" forName="parentText4" refType="primFontSz" refFor="des" refForName="parentText1" op="equ"/>
                  <dgm:constr type="primFontSz" for="des" forName="parentText5" refType="primFontSz" refFor="des" refForName="parentText1" op="equ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4285"/>
                  <dgm:constr type="l" for="ch" forName="parentText2" refType="w" fact="0.1848"/>
                  <dgm:constr type="t" for="ch" forName="parentText2" refType="h" fact="0.1429"/>
                  <dgm:constr type="w" for="ch" forName="parentText2" refType="w" fact="0.8152"/>
                  <dgm:constr type="h" for="ch" forName="parentText2" refType="h" fact="0.4285"/>
                  <dgm:constr type="l" for="ch" forName="parentText3" refType="w" fact="0.3696"/>
                  <dgm:constr type="t" for="ch" forName="parentText3" refType="h" fact="0.2858"/>
                  <dgm:constr type="w" for="ch" forName="parentText3" refType="w" fact="0.6304"/>
                  <dgm:constr type="h" for="ch" forName="parentText3" refType="h" fact="0.4285"/>
                  <dgm:constr type="l" for="ch" forName="parentText4" refType="w" fact="0.5545"/>
                  <dgm:constr type="t" for="ch" forName="parentText4" refType="h" fact="0.4286"/>
                  <dgm:constr type="w" for="ch" forName="parentText4" refType="w" fact="0.4455"/>
                  <dgm:constr type="h" for="ch" forName="parentText4" refType="h" fact="0.4285"/>
                  <dgm:constr type="l" for="ch" forName="parentText5" refType="w" fact="0.7393"/>
                  <dgm:constr type="t" for="ch" forName="parentText5" refType="h" fact="0.5715"/>
                  <dgm:constr type="w" for="ch" forName="parentText5" refType="w" fact="0.2607"/>
                  <dgm:constr type="h" for="ch" forName="parentText5" refType="h" fact="0.4285"/>
                </dgm:constrLst>
              </dgm:if>
              <dgm:else name="Name47">
                <dgm:constrLst>
                  <dgm:constr type="primFontSz" for="des" forName="parentText1" val="65"/>
                  <dgm:constr type="primFontSz" for="des" forName="parentText2" refType="primFontSz" refFor="des" refForName="parentText1" op="equ"/>
                  <dgm:constr type="primFontSz" for="des" forName="parentText3" refType="primFontSz" refFor="des" refForName="parentText1" op="equ"/>
                  <dgm:constr type="primFontSz" for="des" forName="parentText4" refType="primFontSz" refFor="des" refForName="parentText1" op="equ"/>
                  <dgm:constr type="primFontSz" for="des" forName="parentText5" refType="primFontSz" refFor="des" refForName="parentText1" op="equ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4285"/>
                  <dgm:constr type="l" for="ch" forName="parentText2" refType="w" fact="0"/>
                  <dgm:constr type="t" for="ch" forName="parentText2" refType="h" fact="0.1429"/>
                  <dgm:constr type="w" for="ch" forName="parentText2" refType="w" fact="0.8152"/>
                  <dgm:constr type="h" for="ch" forName="parentText2" refType="h" fact="0.4285"/>
                  <dgm:constr type="l" for="ch" forName="parentText3" refType="w" fact="0"/>
                  <dgm:constr type="t" for="ch" forName="parentText3" refType="h" fact="0.2858"/>
                  <dgm:constr type="w" for="ch" forName="parentText3" refType="w" fact="0.6304"/>
                  <dgm:constr type="h" for="ch" forName="parentText3" refType="h" fact="0.4285"/>
                  <dgm:constr type="l" for="ch" forName="parentText4" refType="w" fact="0"/>
                  <dgm:constr type="t" for="ch" forName="parentText4" refType="h" fact="0.4286"/>
                  <dgm:constr type="w" for="ch" forName="parentText4" refType="w" fact="0.4455"/>
                  <dgm:constr type="h" for="ch" forName="parentText4" refType="h" fact="0.4285"/>
                  <dgm:constr type="l" for="ch" forName="parentText5" refType="w" fact="0"/>
                  <dgm:constr type="t" for="ch" forName="parentText5" refType="h" fact="0.5715"/>
                  <dgm:constr type="w" for="ch" forName="parentText5" refType="w" fact="0.2607"/>
                  <dgm:constr type="h" for="ch" forName="parentText5" refType="h" fact="0.4285"/>
                </dgm:constrLst>
              </dgm:else>
            </dgm:choose>
          </dgm:if>
          <dgm:else name="Name48">
            <dgm:alg type="composite">
              <dgm:param type="ar" val="1.7837"/>
            </dgm:alg>
            <dgm:choose name="Name49">
              <dgm:if name="Name50" func="var" arg="dir" op="equ" val="norm">
                <dgm:constrLst>
                  <dgm:constr type="primFontSz" for="des" forName="childText1" val="65"/>
                  <dgm:constr type="primFontSz" for="des" forName="parentText1" val="65"/>
                  <dgm:constr type="primFontSz" for="des" forName="childText1" refType="primFontSz" refFor="des" refForName="parentText1" op="lte"/>
                  <dgm:constr type="primFontSz" for="des" forName="childText2" refType="primFontSz" refFor="des" refForName="parentText1" op="lte"/>
                  <dgm:constr type="primFontSz" for="des" forName="childText3" refType="primFontSz" refFor="des" refForName="parentText1" op="lte"/>
                  <dgm:constr type="primFontSz" for="des" forName="childText4" refType="primFontSz" refFor="des" refForName="parentText1" op="lte"/>
                  <dgm:constr type="primFontSz" for="des" forName="childText5" refType="primFontSz" refFor="des" refForName="parentText1" op="lte"/>
                  <dgm:constr type="primFontSz" for="des" forName="childText1" refType="primFontSz" refFor="des" refForName="parentText2" op="lte"/>
                  <dgm:constr type="primFontSz" for="des" forName="childText2" refType="primFontSz" refFor="des" refForName="parentText2" op="lte"/>
                  <dgm:constr type="primFontSz" for="des" forName="childText3" refType="primFontSz" refFor="des" refForName="parentText2" op="lte"/>
                  <dgm:constr type="primFontSz" for="des" forName="childText4" refType="primFontSz" refFor="des" refForName="parentText2" op="lte"/>
                  <dgm:constr type="primFontSz" for="des" forName="childText5" refType="primFontSz" refFor="des" refForName="parentText2" op="lte"/>
                  <dgm:constr type="primFontSz" for="des" forName="childText1" refType="primFontSz" refFor="des" refForName="parentText3" op="lte"/>
                  <dgm:constr type="primFontSz" for="des" forName="childText2" refType="primFontSz" refFor="des" refForName="parentText3" op="lte"/>
                  <dgm:constr type="primFontSz" for="des" forName="childText3" refType="primFontSz" refFor="des" refForName="parentText3" op="lte"/>
                  <dgm:constr type="primFontSz" for="des" forName="childText4" refType="primFontSz" refFor="des" refForName="parentText3" op="lte"/>
                  <dgm:constr type="primFontSz" for="des" forName="childText5" refType="primFontSz" refFor="des" refForName="parentText3" op="lte"/>
                  <dgm:constr type="primFontSz" for="des" forName="childText1" refType="primFontSz" refFor="des" refForName="parentText4" op="lte"/>
                  <dgm:constr type="primFontSz" for="des" forName="childText2" refType="primFontSz" refFor="des" refForName="parentText4" op="lte"/>
                  <dgm:constr type="primFontSz" for="des" forName="childText3" refType="primFontSz" refFor="des" refForName="parentText4" op="lte"/>
                  <dgm:constr type="primFontSz" for="des" forName="childText4" refType="primFontSz" refFor="des" refForName="parentText4" op="lte"/>
                  <dgm:constr type="primFontSz" for="des" forName="childText5" refType="primFontSz" refFor="des" refForName="parentText4" op="lte"/>
                  <dgm:constr type="primFontSz" for="des" forName="childText1" refType="primFontSz" refFor="des" refForName="parentText5" op="lte"/>
                  <dgm:constr type="primFontSz" for="des" forName="childText2" refType="primFontSz" refFor="des" refForName="parentText5" op="lte"/>
                  <dgm:constr type="primFontSz" for="des" forName="childText3" refType="primFontSz" refFor="des" refForName="parentText5" op="lte"/>
                  <dgm:constr type="primFontSz" for="des" forName="childText4" refType="primFontSz" refFor="des" refForName="parentText5" op="lte"/>
                  <dgm:constr type="primFontSz" for="des" forName="childText5" refType="primFontSz" refFor="des" refForName="parentText5" op="lte"/>
                  <dgm:constr type="primFontSz" for="des" forName="parentText2" refType="primFontSz" refFor="des" refForName="parentText1" op="equ"/>
                  <dgm:constr type="primFontSz" for="des" forName="parentText3" refType="primFontSz" refFor="des" refForName="parentText1" op="equ"/>
                  <dgm:constr type="primFontSz" for="des" forName="parentText4" refType="primFontSz" refFor="des" refForName="parentText1" op="equ"/>
                  <dgm:constr type="primFontSz" for="des" forName="parentText5" refType="primFontSz" refFor="des" refForName="parentText1" op="equ"/>
                  <dgm:constr type="primFontSz" for="des" forName="childText2" refType="primFontSz" refFor="des" refForName="childText1" op="equ"/>
                  <dgm:constr type="primFontSz" for="des" forName="childText3" refType="primFontSz" refFor="des" refForName="childText1" op="equ"/>
                  <dgm:constr type="primFontSz" for="des" forName="childText4" refType="primFontSz" refFor="des" refForName="childText1" op="equ"/>
                  <dgm:constr type="primFontSz" for="des" forName="childText5" refType="primFontSz" refFor="des" refForName="childText1" op="equ"/>
                  <dgm:constr type="l" for="ch" forName="childText1" refType="w" fact="0"/>
                  <dgm:constr type="t" for="ch" forName="childText1" refType="h" fact="0.1997"/>
                  <dgm:constr type="w" for="ch" forName="childText1" refType="w" fact="0.18482"/>
                  <dgm:constr type="h" for="ch" forName="childText1" refType="h" fact="0.4763"/>
                  <dgm:constr type="l" for="ch" forName="childText2" refType="w" fact="0.1848"/>
                  <dgm:constr type="t" for="ch" forName="childText2" refType="h" fact="0.2862"/>
                  <dgm:constr type="w" for="ch" forName="childText2" refType="w" fact="0.18482"/>
                  <dgm:constr type="h" for="ch" forName="childText2" refType="h" fact="0.4763"/>
                  <dgm:constr type="l" for="ch" forName="childText3" refType="w" fact="0.3696"/>
                  <dgm:constr type="t" for="ch" forName="childText3" refType="h" fact="0.3727"/>
                  <dgm:constr type="w" for="ch" forName="childText3" refType="w" fact="0.18482"/>
                  <dgm:constr type="h" for="ch" forName="childText3" refType="h" fact="0.4763"/>
                  <dgm:constr type="l" for="ch" forName="childText4" refType="w" fact="0.5545"/>
                  <dgm:constr type="t" for="ch" forName="childText4" refType="h" fact="0.4592"/>
                  <dgm:constr type="w" for="ch" forName="childText4" refType="w" fact="0.18482"/>
                  <dgm:constr type="h" for="ch" forName="childText4" refType="h" fact="0.4763"/>
                  <dgm:constr type="l" for="ch" forName="childText5" refType="w" fact="0.7393"/>
                  <dgm:constr type="t" for="ch" forName="childText5" refType="h" fact="0.5457"/>
                  <dgm:constr type="w" for="ch" forName="childText5" refType="w" fact="0.18482"/>
                  <dgm:constr type="h" for="ch" forName="childText5" refType="h" fact="0.4763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2594"/>
                  <dgm:constr type="l" for="ch" forName="parentText2" refType="w" fact="0.1848"/>
                  <dgm:constr type="t" for="ch" forName="parentText2" refType="h" fact="0.0865"/>
                  <dgm:constr type="w" for="ch" forName="parentText2" refType="w" fact="0.8152"/>
                  <dgm:constr type="h" for="ch" forName="parentText2" refType="h" fact="0.2594"/>
                  <dgm:constr type="l" for="ch" forName="parentText3" refType="w" fact="0.3696"/>
                  <dgm:constr type="t" for="ch" forName="parentText3" refType="h" fact="0.173"/>
                  <dgm:constr type="w" for="ch" forName="parentText3" refType="w" fact="0.6304"/>
                  <dgm:constr type="h" for="ch" forName="parentText3" refType="h" fact="0.2594"/>
                  <dgm:constr type="l" for="ch" forName="parentText4" refType="w" fact="0.5545"/>
                  <dgm:constr type="t" for="ch" forName="parentText4" refType="h" fact="0.2595"/>
                  <dgm:constr type="w" for="ch" forName="parentText4" refType="w" fact="0.4455"/>
                  <dgm:constr type="h" for="ch" forName="parentText4" refType="h" fact="0.2594"/>
                  <dgm:constr type="l" for="ch" forName="parentText5" refType="w" fact="0.7393"/>
                  <dgm:constr type="t" for="ch" forName="parentText5" refType="h" fact="0.346"/>
                  <dgm:constr type="w" for="ch" forName="parentText5" refType="w" fact="0.2607"/>
                  <dgm:constr type="h" for="ch" forName="parentText5" refType="h" fact="0.2594"/>
                </dgm:constrLst>
              </dgm:if>
              <dgm:else name="Name51">
                <dgm:constrLst>
                  <dgm:constr type="primFontSz" for="des" forName="childText1" val="65"/>
                  <dgm:constr type="primFontSz" for="des" forName="parentText1" val="65"/>
                  <dgm:constr type="primFontSz" for="des" forName="childText1" refType="primFontSz" refFor="des" refForName="parentText1" op="lte"/>
                  <dgm:constr type="primFontSz" for="des" forName="childText2" refType="primFontSz" refFor="des" refForName="parentText1" op="lte"/>
                  <dgm:constr type="primFontSz" for="des" forName="childText3" refType="primFontSz" refFor="des" refForName="parentText1" op="lte"/>
                  <dgm:constr type="primFontSz" for="des" forName="childText4" refType="primFontSz" refFor="des" refForName="parentText1" op="lte"/>
                  <dgm:constr type="primFontSz" for="des" forName="childText5" refType="primFontSz" refFor="des" refForName="parentText1" op="lte"/>
                  <dgm:constr type="primFontSz" for="des" forName="childText1" refType="primFontSz" refFor="des" refForName="parentText2" op="lte"/>
                  <dgm:constr type="primFontSz" for="des" forName="childText2" refType="primFontSz" refFor="des" refForName="parentText2" op="lte"/>
                  <dgm:constr type="primFontSz" for="des" forName="childText3" refType="primFontSz" refFor="des" refForName="parentText2" op="lte"/>
                  <dgm:constr type="primFontSz" for="des" forName="childText4" refType="primFontSz" refFor="des" refForName="parentText2" op="lte"/>
                  <dgm:constr type="primFontSz" for="des" forName="childText5" refType="primFontSz" refFor="des" refForName="parentText2" op="lte"/>
                  <dgm:constr type="primFontSz" for="des" forName="childText1" refType="primFontSz" refFor="des" refForName="parentText3" op="lte"/>
                  <dgm:constr type="primFontSz" for="des" forName="childText2" refType="primFontSz" refFor="des" refForName="parentText3" op="lte"/>
                  <dgm:constr type="primFontSz" for="des" forName="childText3" refType="primFontSz" refFor="des" refForName="parentText3" op="lte"/>
                  <dgm:constr type="primFontSz" for="des" forName="childText4" refType="primFontSz" refFor="des" refForName="parentText3" op="lte"/>
                  <dgm:constr type="primFontSz" for="des" forName="childText5" refType="primFontSz" refFor="des" refForName="parentText3" op="lte"/>
                  <dgm:constr type="primFontSz" for="des" forName="childText1" refType="primFontSz" refFor="des" refForName="parentText4" op="lte"/>
                  <dgm:constr type="primFontSz" for="des" forName="childText2" refType="primFontSz" refFor="des" refForName="parentText4" op="lte"/>
                  <dgm:constr type="primFontSz" for="des" forName="childText3" refType="primFontSz" refFor="des" refForName="parentText4" op="lte"/>
                  <dgm:constr type="primFontSz" for="des" forName="childText4" refType="primFontSz" refFor="des" refForName="parentText4" op="lte"/>
                  <dgm:constr type="primFontSz" for="des" forName="childText5" refType="primFontSz" refFor="des" refForName="parentText4" op="lte"/>
                  <dgm:constr type="primFontSz" for="des" forName="childText1" refType="primFontSz" refFor="des" refForName="parentText5" op="lte"/>
                  <dgm:constr type="primFontSz" for="des" forName="childText2" refType="primFontSz" refFor="des" refForName="parentText5" op="lte"/>
                  <dgm:constr type="primFontSz" for="des" forName="childText3" refType="primFontSz" refFor="des" refForName="parentText5" op="lte"/>
                  <dgm:constr type="primFontSz" for="des" forName="childText4" refType="primFontSz" refFor="des" refForName="parentText5" op="lte"/>
                  <dgm:constr type="primFontSz" for="des" forName="childText5" refType="primFontSz" refFor="des" refForName="parentText5" op="lte"/>
                  <dgm:constr type="primFontSz" for="des" forName="parentText2" refType="primFontSz" refFor="des" refForName="parentText1" op="equ"/>
                  <dgm:constr type="primFontSz" for="des" forName="parentText3" refType="primFontSz" refFor="des" refForName="parentText1" op="equ"/>
                  <dgm:constr type="primFontSz" for="des" forName="parentText4" refType="primFontSz" refFor="des" refForName="parentText1" op="equ"/>
                  <dgm:constr type="primFontSz" for="des" forName="parentText5" refType="primFontSz" refFor="des" refForName="parentText1" op="equ"/>
                  <dgm:constr type="primFontSz" for="des" forName="childText2" refType="primFontSz" refFor="des" refForName="childText1" op="equ"/>
                  <dgm:constr type="primFontSz" for="des" forName="childText3" refType="primFontSz" refFor="des" refForName="childText1" op="equ"/>
                  <dgm:constr type="primFontSz" for="des" forName="childText4" refType="primFontSz" refFor="des" refForName="childText1" op="equ"/>
                  <dgm:constr type="primFontSz" for="des" forName="childText5" refType="primFontSz" refFor="des" refForName="childText1" op="equ"/>
                  <dgm:constr type="l" for="ch" forName="childText1" refType="w" fact="0.81518"/>
                  <dgm:constr type="t" for="ch" forName="childText1" refType="h" fact="0.1997"/>
                  <dgm:constr type="w" for="ch" forName="childText1" refType="w" fact="0.18482"/>
                  <dgm:constr type="h" for="ch" forName="childText1" refType="h" fact="0.4763"/>
                  <dgm:constr type="l" for="ch" forName="childText2" refType="w" fact="0.63036"/>
                  <dgm:constr type="t" for="ch" forName="childText2" refType="h" fact="0.2862"/>
                  <dgm:constr type="w" for="ch" forName="childText2" refType="w" fact="0.18482"/>
                  <dgm:constr type="h" for="ch" forName="childText2" refType="h" fact="0.4763"/>
                  <dgm:constr type="l" for="ch" forName="childText3" refType="w" fact="0.44554"/>
                  <dgm:constr type="t" for="ch" forName="childText3" refType="h" fact="0.3727"/>
                  <dgm:constr type="w" for="ch" forName="childText3" refType="w" fact="0.18482"/>
                  <dgm:constr type="h" for="ch" forName="childText3" refType="h" fact="0.4763"/>
                  <dgm:constr type="l" for="ch" forName="childText4" refType="w" fact="0.26072"/>
                  <dgm:constr type="t" for="ch" forName="childText4" refType="h" fact="0.4592"/>
                  <dgm:constr type="w" for="ch" forName="childText4" refType="w" fact="0.18482"/>
                  <dgm:constr type="h" for="ch" forName="childText4" refType="h" fact="0.4763"/>
                  <dgm:constr type="l" for="ch" forName="childText5" refType="w" fact="0.0759"/>
                  <dgm:constr type="t" for="ch" forName="childText5" refType="h" fact="0.5457"/>
                  <dgm:constr type="w" for="ch" forName="childText5" refType="w" fact="0.18482"/>
                  <dgm:constr type="h" for="ch" forName="childText5" refType="h" fact="0.4763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2594"/>
                  <dgm:constr type="l" for="ch" forName="parentText2" refType="w" fact="0"/>
                  <dgm:constr type="t" for="ch" forName="parentText2" refType="h" fact="0.0865"/>
                  <dgm:constr type="w" for="ch" forName="parentText2" refType="w" fact="0.8152"/>
                  <dgm:constr type="h" for="ch" forName="parentText2" refType="h" fact="0.2594"/>
                  <dgm:constr type="l" for="ch" forName="parentText3" refType="w" fact="0"/>
                  <dgm:constr type="t" for="ch" forName="parentText3" refType="h" fact="0.173"/>
                  <dgm:constr type="w" for="ch" forName="parentText3" refType="w" fact="0.6304"/>
                  <dgm:constr type="h" for="ch" forName="parentText3" refType="h" fact="0.2594"/>
                  <dgm:constr type="l" for="ch" forName="parentText4" refType="w" fact="0"/>
                  <dgm:constr type="t" for="ch" forName="parentText4" refType="h" fact="0.2595"/>
                  <dgm:constr type="w" for="ch" forName="parentText4" refType="w" fact="0.4455"/>
                  <dgm:constr type="h" for="ch" forName="parentText4" refType="h" fact="0.2594"/>
                  <dgm:constr type="l" for="ch" forName="parentText5" refType="w" fact="0"/>
                  <dgm:constr type="t" for="ch" forName="parentText5" refType="h" fact="0.346"/>
                  <dgm:constr type="w" for="ch" forName="parentText5" refType="w" fact="0.2607"/>
                  <dgm:constr type="h" for="ch" forName="parentText5" refType="h" fact="0.2594"/>
                </dgm:constrLst>
              </dgm:else>
            </dgm:choose>
          </dgm:else>
        </dgm:choose>
      </dgm:else>
    </dgm:choose>
    <dgm:forEach name="Name52" axis="ch" ptType="node" cnt="1">
      <dgm:layoutNode name="parentText1" styleLbl="node1">
        <dgm:varLst>
          <dgm:chMax/>
          <dgm:chPref val="3"/>
          <dgm:bulletEnabled val="1"/>
        </dgm:varLst>
        <dgm:choose name="Name53">
          <dgm:if name="Name54" func="var" arg="dir" op="equ" val="norm">
            <dgm:alg type="tx">
              <dgm:param type="parTxLTRAlign" val="l"/>
            </dgm:alg>
            <dgm:shape xmlns:r="http://schemas.openxmlformats.org/officeDocument/2006/relationships" type="rightArrow" r:blip="">
              <dgm:adjLst>
                <dgm:adj idx="1" val="0.5"/>
                <dgm:adj idx="2" val="0.5"/>
              </dgm:adjLst>
            </dgm:shape>
            <dgm:constrLst>
              <dgm:constr type="lMarg" refType="primFontSz" fact="0.3"/>
              <dgm:constr type="rMarg" val="20"/>
              <dgm:constr type="tMarg" refType="primFontSz" fact="0.3"/>
              <dgm:constr type="bMarg" refType="h" fact="0.45"/>
            </dgm:constrLst>
          </dgm:if>
          <dgm:else name="Name55">
            <dgm:alg type="tx">
              <dgm:param type="parTxLTRAlign" val="r"/>
            </dgm:alg>
            <dgm:shape xmlns:r="http://schemas.openxmlformats.org/officeDocument/2006/relationships" type="leftArrow" r:blip="">
              <dgm:adjLst>
                <dgm:adj idx="1" val="0.5"/>
                <dgm:adj idx="2" val="0.5"/>
              </dgm:adjLst>
            </dgm:shape>
            <dgm:constrLst>
              <dgm:constr type="lMarg" val="20"/>
              <dgm:constr type="rMarg" refType="primFontSz" fact="0.3"/>
              <dgm:constr type="tMarg" refType="primFontSz" fact="0.3"/>
              <dgm:constr type="bMarg" refType="h" fact="0.45"/>
            </dgm:constrLst>
          </dgm:else>
        </dgm:choose>
        <dgm:presOf axis="self" ptType="node"/>
        <dgm:ruleLst>
          <dgm:rule type="primFontSz" val="5" fact="NaN" max="NaN"/>
        </dgm:ruleLst>
      </dgm:layoutNode>
      <dgm:choose name="Name56">
        <dgm:if name="Name57" axis="ch" ptType="node" func="cnt" op="gte" val="1">
          <dgm:layoutNode name="childText1" styleLbl="solidAlignAcc1">
            <dgm:varLst>
              <dgm:chMax val="0"/>
              <dgm:chPref val="0"/>
              <dgm:bulletEnabled val="1"/>
            </dgm:varLst>
            <dgm:alg type="tx">
              <dgm:param type="txAnchorVert" val="t"/>
              <dgm:param type="parTxLTRAlign" val="l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58"/>
      </dgm:choose>
    </dgm:forEach>
    <dgm:forEach name="Name59" axis="ch" ptType="node" st="2" cnt="1">
      <dgm:layoutNode name="parentText2" styleLbl="node1">
        <dgm:varLst>
          <dgm:chMax/>
          <dgm:chPref val="3"/>
          <dgm:bulletEnabled val="1"/>
        </dgm:varLst>
        <dgm:choose name="Name60">
          <dgm:if name="Name61" func="var" arg="dir" op="equ" val="norm">
            <dgm:alg type="tx">
              <dgm:param type="parTxLTRAlign" val="l"/>
            </dgm:alg>
            <dgm:shape xmlns:r="http://schemas.openxmlformats.org/officeDocument/2006/relationships" type="rightArrow" r:blip="">
              <dgm:adjLst>
                <dgm:adj idx="1" val="0.5"/>
                <dgm:adj idx="2" val="0.5"/>
              </dgm:adjLst>
            </dgm:shape>
            <dgm:constrLst>
              <dgm:constr type="lMarg" refType="primFontSz" fact="0.3"/>
              <dgm:constr type="rMarg" val="20"/>
              <dgm:constr type="tMarg" refType="primFontSz" fact="0.3"/>
              <dgm:constr type="bMarg" refType="h" fact="0.45"/>
            </dgm:constrLst>
          </dgm:if>
          <dgm:else name="Name62">
            <dgm:alg type="tx">
              <dgm:param type="parTxLTRAlign" val="r"/>
            </dgm:alg>
            <dgm:shape xmlns:r="http://schemas.openxmlformats.org/officeDocument/2006/relationships" type="leftArrow" r:blip="">
              <dgm:adjLst>
                <dgm:adj idx="1" val="0.5"/>
                <dgm:adj idx="2" val="0.5"/>
              </dgm:adjLst>
            </dgm:shape>
            <dgm:constrLst>
              <dgm:constr type="lMarg" val="20"/>
              <dgm:constr type="rMarg" refType="primFontSz" fact="0.3"/>
              <dgm:constr type="tMarg" refType="primFontSz" fact="0.3"/>
              <dgm:constr type="bMarg" refType="h" fact="0.45"/>
            </dgm:constrLst>
          </dgm:else>
        </dgm:choose>
        <dgm:presOf axis="self" ptType="node"/>
        <dgm:ruleLst>
          <dgm:rule type="primFontSz" val="5" fact="NaN" max="NaN"/>
        </dgm:ruleLst>
      </dgm:layoutNode>
      <dgm:choose name="Name63">
        <dgm:if name="Name64" axis="ch" ptType="node" func="cnt" op="gte" val="1">
          <dgm:layoutNode name="childText2" styleLbl="solidAlignAcc1">
            <dgm:varLst>
              <dgm:chMax val="0"/>
              <dgm:chPref val="0"/>
              <dgm:bulletEnabled val="1"/>
            </dgm:varLst>
            <dgm:alg type="tx">
              <dgm:param type="txAnchorVert" val="t"/>
              <dgm:param type="parTxLTRAlign" val="l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65"/>
      </dgm:choose>
    </dgm:forEach>
    <dgm:forEach name="Name66" axis="ch" ptType="node" st="3" cnt="1">
      <dgm:layoutNode name="parentText3" styleLbl="node1">
        <dgm:varLst>
          <dgm:chMax/>
          <dgm:chPref val="3"/>
          <dgm:bulletEnabled val="1"/>
        </dgm:varLst>
        <dgm:choose name="Name67">
          <dgm:if name="Name68" func="var" arg="dir" op="equ" val="norm">
            <dgm:alg type="tx">
              <dgm:param type="parTxLTRAlign" val="l"/>
            </dgm:alg>
            <dgm:shape xmlns:r="http://schemas.openxmlformats.org/officeDocument/2006/relationships" type="rightArrow" r:blip="">
              <dgm:adjLst>
                <dgm:adj idx="1" val="0.5"/>
                <dgm:adj idx="2" val="0.5"/>
              </dgm:adjLst>
            </dgm:shape>
            <dgm:constrLst>
              <dgm:constr type="lMarg" refType="primFontSz" fact="0.3"/>
              <dgm:constr type="rMarg" val="20"/>
              <dgm:constr type="tMarg" refType="primFontSz" fact="0.3"/>
              <dgm:constr type="bMarg" refType="h" fact="0.45"/>
            </dgm:constrLst>
          </dgm:if>
          <dgm:else name="Name69">
            <dgm:alg type="tx">
              <dgm:param type="parTxLTRAlign" val="r"/>
            </dgm:alg>
            <dgm:shape xmlns:r="http://schemas.openxmlformats.org/officeDocument/2006/relationships" type="leftArrow" r:blip="">
              <dgm:adjLst>
                <dgm:adj idx="1" val="0.5"/>
                <dgm:adj idx="2" val="0.5"/>
              </dgm:adjLst>
            </dgm:shape>
            <dgm:constrLst>
              <dgm:constr type="lMarg" val="20"/>
              <dgm:constr type="rMarg" refType="primFontSz" fact="0.3"/>
              <dgm:constr type="tMarg" refType="primFontSz" fact="0.3"/>
              <dgm:constr type="bMarg" refType="h" fact="0.45"/>
            </dgm:constrLst>
          </dgm:else>
        </dgm:choose>
        <dgm:presOf axis="self" ptType="node"/>
        <dgm:ruleLst>
          <dgm:rule type="primFontSz" val="5" fact="NaN" max="NaN"/>
        </dgm:ruleLst>
      </dgm:layoutNode>
      <dgm:choose name="Name70">
        <dgm:if name="Name71" axis="ch" ptType="node" func="cnt" op="gte" val="1">
          <dgm:layoutNode name="childText3" styleLbl="solidAlignAcc1">
            <dgm:varLst>
              <dgm:chMax val="0"/>
              <dgm:chPref val="0"/>
              <dgm:bulletEnabled val="1"/>
            </dgm:varLst>
            <dgm:alg type="tx">
              <dgm:param type="txAnchorVert" val="t"/>
              <dgm:param type="parTxLTRAlign" val="l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72"/>
      </dgm:choose>
    </dgm:forEach>
    <dgm:forEach name="Name73" axis="ch" ptType="node" st="4" cnt="1">
      <dgm:layoutNode name="parentText4" styleLbl="node1">
        <dgm:varLst>
          <dgm:chMax/>
          <dgm:chPref val="3"/>
          <dgm:bulletEnabled val="1"/>
        </dgm:varLst>
        <dgm:choose name="Name74">
          <dgm:if name="Name75" func="var" arg="dir" op="equ" val="norm">
            <dgm:alg type="tx">
              <dgm:param type="parTxLTRAlign" val="l"/>
            </dgm:alg>
            <dgm:shape xmlns:r="http://schemas.openxmlformats.org/officeDocument/2006/relationships" type="rightArrow" r:blip="">
              <dgm:adjLst>
                <dgm:adj idx="1" val="0.5"/>
                <dgm:adj idx="2" val="0.5"/>
              </dgm:adjLst>
            </dgm:shape>
            <dgm:constrLst>
              <dgm:constr type="lMarg" refType="primFontSz" fact="0.3"/>
              <dgm:constr type="rMarg" val="20"/>
              <dgm:constr type="tMarg" refType="primFontSz" fact="0.3"/>
              <dgm:constr type="bMarg" refType="h" fact="0.45"/>
            </dgm:constrLst>
          </dgm:if>
          <dgm:else name="Name76">
            <dgm:alg type="tx">
              <dgm:param type="parTxLTRAlign" val="r"/>
            </dgm:alg>
            <dgm:shape xmlns:r="http://schemas.openxmlformats.org/officeDocument/2006/relationships" type="leftArrow" r:blip="">
              <dgm:adjLst>
                <dgm:adj idx="1" val="0.5"/>
                <dgm:adj idx="2" val="0.5"/>
              </dgm:adjLst>
            </dgm:shape>
            <dgm:constrLst>
              <dgm:constr type="lMarg" val="20"/>
              <dgm:constr type="rMarg" refType="primFontSz" fact="0.3"/>
              <dgm:constr type="tMarg" refType="primFontSz" fact="0.3"/>
              <dgm:constr type="bMarg" refType="h" fact="0.45"/>
            </dgm:constrLst>
          </dgm:else>
        </dgm:choose>
        <dgm:presOf axis="self" ptType="node"/>
        <dgm:ruleLst>
          <dgm:rule type="primFontSz" val="5" fact="NaN" max="NaN"/>
        </dgm:ruleLst>
      </dgm:layoutNode>
      <dgm:choose name="Name77">
        <dgm:if name="Name78" axis="ch" ptType="node" func="cnt" op="gte" val="1">
          <dgm:layoutNode name="childText4" styleLbl="solidAlignAcc1">
            <dgm:varLst>
              <dgm:chMax val="0"/>
              <dgm:chPref val="0"/>
              <dgm:bulletEnabled val="1"/>
            </dgm:varLst>
            <dgm:alg type="tx">
              <dgm:param type="txAnchorVert" val="t"/>
              <dgm:param type="parTxLTRAlign" val="l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79"/>
      </dgm:choose>
    </dgm:forEach>
    <dgm:forEach name="Name80" axis="ch" ptType="node" st="5" cnt="1">
      <dgm:layoutNode name="parentText5" styleLbl="node1">
        <dgm:varLst>
          <dgm:chMax/>
          <dgm:chPref val="3"/>
          <dgm:bulletEnabled val="1"/>
        </dgm:varLst>
        <dgm:choose name="Name81">
          <dgm:if name="Name82" func="var" arg="dir" op="equ" val="norm">
            <dgm:alg type="tx">
              <dgm:param type="parTxLTRAlign" val="l"/>
            </dgm:alg>
            <dgm:shape xmlns:r="http://schemas.openxmlformats.org/officeDocument/2006/relationships" type="rightArrow" r:blip="">
              <dgm:adjLst>
                <dgm:adj idx="1" val="0.5"/>
                <dgm:adj idx="2" val="0.5"/>
              </dgm:adjLst>
            </dgm:shape>
            <dgm:constrLst>
              <dgm:constr type="lMarg" refType="primFontSz" fact="0.3"/>
              <dgm:constr type="rMarg" val="20"/>
              <dgm:constr type="tMarg" refType="primFontSz" fact="0.3"/>
              <dgm:constr type="bMarg" refType="h" fact="0.45"/>
            </dgm:constrLst>
          </dgm:if>
          <dgm:else name="Name83">
            <dgm:alg type="tx">
              <dgm:param type="parTxLTRAlign" val="r"/>
            </dgm:alg>
            <dgm:shape xmlns:r="http://schemas.openxmlformats.org/officeDocument/2006/relationships" type="leftArrow" r:blip="">
              <dgm:adjLst>
                <dgm:adj idx="1" val="0.5"/>
                <dgm:adj idx="2" val="0.5"/>
              </dgm:adjLst>
            </dgm:shape>
            <dgm:constrLst>
              <dgm:constr type="lMarg" val="20"/>
              <dgm:constr type="rMarg" refType="primFontSz" fact="0.3"/>
              <dgm:constr type="tMarg" refType="primFontSz" fact="0.3"/>
              <dgm:constr type="bMarg" refType="h" fact="0.45"/>
            </dgm:constrLst>
          </dgm:else>
        </dgm:choose>
        <dgm:presOf axis="self" ptType="node"/>
        <dgm:ruleLst>
          <dgm:rule type="primFontSz" val="5" fact="NaN" max="NaN"/>
        </dgm:ruleLst>
      </dgm:layoutNode>
      <dgm:choose name="Name84">
        <dgm:if name="Name85" axis="ch" ptType="node" func="cnt" op="gte" val="1">
          <dgm:layoutNode name="childText5" styleLbl="solidAlignAcc1">
            <dgm:varLst>
              <dgm:chMax val="0"/>
              <dgm:chPref val="0"/>
              <dgm:bulletEnabled val="1"/>
            </dgm:varLst>
            <dgm:alg type="tx">
              <dgm:param type="txAnchorVert" val="t"/>
              <dgm:param type="parTxLTRAlign" val="l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86"/>
      </dgm:choose>
    </dgm:forEach>
  </dgm:layoutNode>
</dgm:layoutDef>
</file>

<file path=ppt/diagrams/layout27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8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9.xml><?xml version="1.0" encoding="utf-8"?>
<dgm:layoutDef xmlns:dgm="http://schemas.openxmlformats.org/drawingml/2006/diagram" xmlns:a="http://schemas.openxmlformats.org/drawingml/2006/main" uniqueId="urn:microsoft.com/office/officeart/2005/8/layout/hList9">
  <dgm:title val=""/>
  <dgm:desc val=""/>
  <dgm:catLst>
    <dgm:cat type="list" pri="8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3" srcId="0" destId="1" srcOrd="0" destOrd="0"/>
        <dgm:cxn modelId="4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1" destId="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2"/>
        <dgm:pt modelId="21"/>
        <dgm:pt modelId="22"/>
        <dgm:pt modelId="23"/>
        <dgm:pt modelId="24"/>
        <dgm:pt modelId="3"/>
        <dgm:pt modelId="31"/>
        <dgm:pt modelId="32"/>
        <dgm:pt modelId="33"/>
        <dgm:pt modelId="34"/>
      </dgm:ptLst>
      <dgm:cxnLst>
        <dgm:cxn modelId="4" srcId="0" destId="1" srcOrd="0" destOrd="0"/>
        <dgm:cxn modelId="5" srcId="0" destId="2" srcOrd="1" destOrd="0"/>
        <dgm:cxn modelId="6" srcId="0" destId="3" srcOrd="1" destOrd="0"/>
        <dgm:cxn modelId="15" srcId="1" destId="11" srcOrd="0" destOrd="0"/>
        <dgm:cxn modelId="16" srcId="1" destId="12" srcOrd="0" destOrd="0"/>
        <dgm:cxn modelId="17" srcId="1" destId="13" srcOrd="0" destOrd="0"/>
        <dgm:cxn modelId="18" srcId="1" destId="14" srcOrd="0" destOrd="0"/>
        <dgm:cxn modelId="25" srcId="2" destId="21" srcOrd="0" destOrd="0"/>
        <dgm:cxn modelId="26" srcId="2" destId="22" srcOrd="0" destOrd="0"/>
        <dgm:cxn modelId="27" srcId="2" destId="23" srcOrd="0" destOrd="0"/>
        <dgm:cxn modelId="28" srcId="2" destId="24" srcOrd="0" destOrd="0"/>
        <dgm:cxn modelId="35" srcId="3" destId="31" srcOrd="0" destOrd="0"/>
        <dgm:cxn modelId="36" srcId="3" destId="32" srcOrd="0" destOrd="0"/>
        <dgm:cxn modelId="37" srcId="3" destId="33" srcOrd="0" destOrd="0"/>
        <dgm:cxn modelId="38" srcId="3" destId="34" srcOrd="0" destOrd="0"/>
      </dgm:cxnLst>
      <dgm:bg/>
      <dgm:whole/>
    </dgm:dataModel>
  </dgm:clrData>
  <dgm:layoutNode name="list">
    <dgm:varLst>
      <dgm:dir/>
      <dgm:animLvl val="lvl"/>
    </dgm:varLst>
    <dgm:choose name="Name0">
      <dgm:if name="Name1" func="var" arg="dir" op="equ" val="norm">
        <dgm:alg type="lin">
          <dgm:param type="linDir" val="fromL"/>
          <dgm:param type="fallback" val="2D"/>
          <dgm:param type="nodeVertAlign" val="t"/>
        </dgm:alg>
      </dgm:if>
      <dgm:else name="Name2">
        <dgm:alg type="lin">
          <dgm:param type="linDir" val="fromR"/>
          <dgm:param type="fallback" val="2D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ircle" refType="w" fact="0.5"/>
      <dgm:constr type="w" for="ch" forName="vertFlow" refType="w" fact="0.75"/>
      <dgm:constr type="h" for="des" forName="firstComp" refType="w" refFor="ch" refForName="vertFlow" fact="0.667"/>
      <dgm:constr type="h" for="des" forName="comp" refType="h" refFor="des" refForName="firstComp" op="equ"/>
      <dgm:constr type="h" for="des" forName="topSpace" refType="w" refFor="ch" refForName="circle" op="equ" fact="0.4"/>
      <dgm:constr type="w" for="ch" forName="posSpace" refType="w" fact="0.4"/>
      <dgm:constr type="w" for="ch" forName="negSpace" refType="w" fact="-1.15"/>
      <dgm:constr type="w" for="ch" forName="transSpace" refType="w" fact="0.75"/>
      <dgm:constr type="primFontSz" for="ch" forName="circle" op="equ" val="65"/>
      <dgm:constr type="primFontSz" for="des" forName="firstChildTx" val="65"/>
      <dgm:constr type="primFontSz" for="des" forName="childTx" refType="primFontSz" refFor="des" refForName="firstChildTx" op="equ"/>
    </dgm:constrLst>
    <dgm:ruleLst/>
    <dgm:forEach name="Name3" axis="ch" ptType="node">
      <dgm:layoutNode name="pos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vertFlow">
        <dgm:alg type="lin">
          <dgm:param type="linDir" val="fromT"/>
        </dgm:alg>
        <dgm:shape xmlns:r="http://schemas.openxmlformats.org/officeDocument/2006/relationships" r:blip="">
          <dgm:adjLst/>
        </dgm:shape>
        <dgm:presOf/>
        <dgm:constrLst>
          <dgm:constr type="w" for="ch" forName="firstComp" refType="w"/>
          <dgm:constr type="w" for="ch" forName="comp" refType="w"/>
        </dgm:constrLst>
        <dgm:ruleLst/>
        <dgm:layoutNode name="top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firstComp">
          <dgm:alg type="composite"/>
          <dgm:shape xmlns:r="http://schemas.openxmlformats.org/officeDocument/2006/relationships" r:blip="">
            <dgm:adjLst/>
          </dgm:shape>
          <dgm:presOf/>
          <dgm:choose name="Name4">
            <dgm:if name="Name5" func="var" arg="dir" op="equ" val="norm">
              <dgm:constrLst>
                <dgm:constr type="l" for="ch" forName="firstChild"/>
                <dgm:constr type="t" for="ch" forName="firstChild"/>
                <dgm:constr type="w" for="ch" forName="firstChild" refType="w"/>
                <dgm:constr type="h" for="ch" forName="firstChild" refType="h"/>
                <dgm:constr type="l" for="ch" forName="firstChildTx" refType="w" fact="0.16"/>
                <dgm:constr type="r" for="ch" forName="firstChildTx" refType="w"/>
                <dgm:constr type="h" for="ch" forName="firstChildTx" refFor="ch" refForName="firstChild" op="equ"/>
              </dgm:constrLst>
            </dgm:if>
            <dgm:else name="Name6">
              <dgm:constrLst>
                <dgm:constr type="l" for="ch" forName="firstChild"/>
                <dgm:constr type="t" for="ch" forName="firstChild"/>
                <dgm:constr type="w" for="ch" forName="firstChild" refType="w"/>
                <dgm:constr type="h" for="ch" forName="firstChild" refType="h"/>
                <dgm:constr type="l" for="ch" forName="firstChildTx"/>
                <dgm:constr type="r" for="ch" forName="firstChildTx" refType="w" fact="0.825"/>
                <dgm:constr type="h" for="ch" forName="firstChildTx" refFor="ch" refForName="firstChild" op="equ"/>
              </dgm:constrLst>
            </dgm:else>
          </dgm:choose>
          <dgm:ruleLst/>
          <dgm:layoutNode name="firstChild" styleLbl="bgAccFollowNode1">
            <dgm:alg type="sp"/>
            <dgm:shape xmlns:r="http://schemas.openxmlformats.org/officeDocument/2006/relationships" type="rect" r:blip="">
              <dgm:adjLst/>
            </dgm:shape>
            <dgm:presOf axis="ch desOrSelf" ptType="node node" cnt="1 0"/>
            <dgm:constrLst/>
            <dgm:ruleLst/>
          </dgm:layoutNode>
          <dgm:layoutNode name="firstChildTx" styleLbl="bgAccFollowNode1">
            <dgm:varLst>
              <dgm:bulletEnabled val="1"/>
            </dgm:varLst>
            <dgm:alg type="tx">
              <dgm:param type="parTxLTRAlign" val="l"/>
            </dgm:alg>
            <dgm:shape xmlns:r="http://schemas.openxmlformats.org/officeDocument/2006/relationships" type="rect" r:blip="" hideGeom="1">
              <dgm:adjLst/>
            </dgm:shape>
            <dgm:presOf axis="ch desOrSelf" ptType="node node" cnt="1 0"/>
            <dgm:choose name="Name7">
              <dgm:if name="Name8" func="var" arg="dir" op="equ" val="norm">
                <dgm:constrLst>
                  <dgm:constr type="primFontSz" val="65"/>
                  <dgm:constr type="lMarg"/>
                </dgm:constrLst>
              </dgm:if>
              <dgm:else name="Name9">
                <dgm:constrLst>
                  <dgm:constr type="primFontSz" val="65"/>
                  <dgm:constr type="rMarg"/>
                </dgm:constrLst>
              </dgm:else>
            </dgm:choose>
            <dgm:ruleLst>
              <dgm:rule type="primFontSz" val="5" fact="NaN" max="NaN"/>
            </dgm:ruleLst>
          </dgm:layoutNode>
        </dgm:layoutNode>
        <dgm:forEach name="Name10" axis="ch" ptType="node" st="2">
          <dgm:layoutNode name="comp">
            <dgm:alg type="composite"/>
            <dgm:shape xmlns:r="http://schemas.openxmlformats.org/officeDocument/2006/relationships" r:blip="">
              <dgm:adjLst/>
            </dgm:shape>
            <dgm:presOf/>
            <dgm:choose name="Name11">
              <dgm:if name="Name12" func="var" arg="dir" op="equ" val="norm">
                <dgm:constrLst>
                  <dgm:constr type="l" for="ch" forName="child"/>
                  <dgm:constr type="t" for="ch" forName="child"/>
                  <dgm:constr type="w" for="ch" forName="child" refType="w"/>
                  <dgm:constr type="h" for="ch" forName="child" refType="h"/>
                  <dgm:constr type="l" for="ch" forName="childTx" refType="w" fact="0.16"/>
                  <dgm:constr type="r" for="ch" forName="childTx" refType="w"/>
                  <dgm:constr type="h" for="ch" forName="childTx" refFor="ch" refForName="child" op="equ"/>
                </dgm:constrLst>
              </dgm:if>
              <dgm:else name="Name13">
                <dgm:constrLst>
                  <dgm:constr type="l" for="ch" forName="child"/>
                  <dgm:constr type="t" for="ch" forName="child"/>
                  <dgm:constr type="w" for="ch" forName="child" refType="w"/>
                  <dgm:constr type="h" for="ch" forName="child" refType="h"/>
                  <dgm:constr type="l" for="ch" forName="childTx"/>
                  <dgm:constr type="r" for="ch" forName="childTx" refType="w" fact="0.825"/>
                  <dgm:constr type="h" for="ch" forName="childTx" refFor="ch" refForName="child" op="equ"/>
                </dgm:constrLst>
              </dgm:else>
            </dgm:choose>
            <dgm:ruleLst/>
            <dgm:layoutNode name="child" styleLbl="bgAccFollowNode1">
              <dgm:alg type="sp"/>
              <dgm:shape xmlns:r="http://schemas.openxmlformats.org/officeDocument/2006/relationships" type="rect" r:blip="">
                <dgm:adjLst/>
              </dgm:shape>
              <dgm:presOf axis="desOrSelf" ptType="node"/>
              <dgm:constrLst/>
              <dgm:ruleLst/>
            </dgm:layoutNode>
            <dgm:layoutNode name="childTx" styleLbl="bgAccFollowNode1">
              <dgm:varLst>
                <dgm:bulletEnabled val="1"/>
              </dgm:varLst>
              <dgm:alg type="tx">
                <dgm:param type="parTxLTRAlign" val="l"/>
              </dgm:alg>
              <dgm:shape xmlns:r="http://schemas.openxmlformats.org/officeDocument/2006/relationships" type="rect" r:blip="" hideGeom="1">
                <dgm:adjLst/>
              </dgm:shape>
              <dgm:presOf axis="desOrSelf" ptType="node"/>
              <dgm:choose name="Name14">
                <dgm:if name="Name15" func="var" arg="dir" op="equ" val="norm">
                  <dgm:constrLst>
                    <dgm:constr type="primFontSz" val="65"/>
                    <dgm:constr type="lMarg"/>
                  </dgm:constrLst>
                </dgm:if>
                <dgm:else name="Name16">
                  <dgm:constrLst>
                    <dgm:constr type="primFontSz" val="65"/>
                    <dgm:constr type="rMarg"/>
                  </dgm:constrLst>
                </dgm:else>
              </dgm:choose>
              <dgm:ruleLst>
                <dgm:rule type="primFontSz" val="5" fact="NaN" max="NaN"/>
              </dgm:ruleLst>
            </dgm:layoutNode>
          </dgm:layoutNode>
        </dgm:forEach>
      </dgm:layoutNode>
      <dgm:layoutNode name="neg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ircle" styleLbl="node1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lMarg"/>
          <dgm:constr type="rMarg"/>
          <dgm:constr type="tMarg"/>
          <dgm:constr type="bMarg"/>
          <dgm:constr type="h" refType="w"/>
        </dgm:constrLst>
        <dgm:ruleLst>
          <dgm:rule type="primFontSz" val="5" fact="NaN" max="NaN"/>
        </dgm:ruleLst>
      </dgm:layoutNode>
      <dgm:forEach name="Name17" axis="followSib" ptType="sibTrans" cnt="1">
        <dgm:layoutNode name="trans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0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3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3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5.xml><?xml version="1.0" encoding="utf-8"?>
<dgm:layoutDef xmlns:dgm="http://schemas.openxmlformats.org/drawingml/2006/diagram" xmlns:a="http://schemas.openxmlformats.org/drawingml/2006/main" uniqueId="urn:microsoft.com/office/officeart/2005/8/layout/hList9">
  <dgm:title val=""/>
  <dgm:desc val=""/>
  <dgm:catLst>
    <dgm:cat type="list" pri="8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3" srcId="0" destId="1" srcOrd="0" destOrd="0"/>
        <dgm:cxn modelId="4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1" destId="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2"/>
        <dgm:pt modelId="21"/>
        <dgm:pt modelId="22"/>
        <dgm:pt modelId="23"/>
        <dgm:pt modelId="24"/>
        <dgm:pt modelId="3"/>
        <dgm:pt modelId="31"/>
        <dgm:pt modelId="32"/>
        <dgm:pt modelId="33"/>
        <dgm:pt modelId="34"/>
      </dgm:ptLst>
      <dgm:cxnLst>
        <dgm:cxn modelId="4" srcId="0" destId="1" srcOrd="0" destOrd="0"/>
        <dgm:cxn modelId="5" srcId="0" destId="2" srcOrd="1" destOrd="0"/>
        <dgm:cxn modelId="6" srcId="0" destId="3" srcOrd="1" destOrd="0"/>
        <dgm:cxn modelId="15" srcId="1" destId="11" srcOrd="0" destOrd="0"/>
        <dgm:cxn modelId="16" srcId="1" destId="12" srcOrd="0" destOrd="0"/>
        <dgm:cxn modelId="17" srcId="1" destId="13" srcOrd="0" destOrd="0"/>
        <dgm:cxn modelId="18" srcId="1" destId="14" srcOrd="0" destOrd="0"/>
        <dgm:cxn modelId="25" srcId="2" destId="21" srcOrd="0" destOrd="0"/>
        <dgm:cxn modelId="26" srcId="2" destId="22" srcOrd="0" destOrd="0"/>
        <dgm:cxn modelId="27" srcId="2" destId="23" srcOrd="0" destOrd="0"/>
        <dgm:cxn modelId="28" srcId="2" destId="24" srcOrd="0" destOrd="0"/>
        <dgm:cxn modelId="35" srcId="3" destId="31" srcOrd="0" destOrd="0"/>
        <dgm:cxn modelId="36" srcId="3" destId="32" srcOrd="0" destOrd="0"/>
        <dgm:cxn modelId="37" srcId="3" destId="33" srcOrd="0" destOrd="0"/>
        <dgm:cxn modelId="38" srcId="3" destId="34" srcOrd="0" destOrd="0"/>
      </dgm:cxnLst>
      <dgm:bg/>
      <dgm:whole/>
    </dgm:dataModel>
  </dgm:clrData>
  <dgm:layoutNode name="list">
    <dgm:varLst>
      <dgm:dir/>
      <dgm:animLvl val="lvl"/>
    </dgm:varLst>
    <dgm:choose name="Name0">
      <dgm:if name="Name1" func="var" arg="dir" op="equ" val="norm">
        <dgm:alg type="lin">
          <dgm:param type="linDir" val="fromL"/>
          <dgm:param type="fallback" val="2D"/>
          <dgm:param type="nodeVertAlign" val="t"/>
        </dgm:alg>
      </dgm:if>
      <dgm:else name="Name2">
        <dgm:alg type="lin">
          <dgm:param type="linDir" val="fromR"/>
          <dgm:param type="fallback" val="2D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ircle" refType="w" fact="0.5"/>
      <dgm:constr type="w" for="ch" forName="vertFlow" refType="w" fact="0.75"/>
      <dgm:constr type="h" for="des" forName="firstComp" refType="w" refFor="ch" refForName="vertFlow" fact="0.667"/>
      <dgm:constr type="h" for="des" forName="comp" refType="h" refFor="des" refForName="firstComp" op="equ"/>
      <dgm:constr type="h" for="des" forName="topSpace" refType="w" refFor="ch" refForName="circle" op="equ" fact="0.4"/>
      <dgm:constr type="w" for="ch" forName="posSpace" refType="w" fact="0.4"/>
      <dgm:constr type="w" for="ch" forName="negSpace" refType="w" fact="-1.15"/>
      <dgm:constr type="w" for="ch" forName="transSpace" refType="w" fact="0.75"/>
      <dgm:constr type="primFontSz" for="ch" forName="circle" op="equ" val="65"/>
      <dgm:constr type="primFontSz" for="des" forName="firstChildTx" val="65"/>
      <dgm:constr type="primFontSz" for="des" forName="childTx" refType="primFontSz" refFor="des" refForName="firstChildTx" op="equ"/>
    </dgm:constrLst>
    <dgm:ruleLst/>
    <dgm:forEach name="Name3" axis="ch" ptType="node">
      <dgm:layoutNode name="pos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vertFlow">
        <dgm:alg type="lin">
          <dgm:param type="linDir" val="fromT"/>
        </dgm:alg>
        <dgm:shape xmlns:r="http://schemas.openxmlformats.org/officeDocument/2006/relationships" r:blip="">
          <dgm:adjLst/>
        </dgm:shape>
        <dgm:presOf/>
        <dgm:constrLst>
          <dgm:constr type="w" for="ch" forName="firstComp" refType="w"/>
          <dgm:constr type="w" for="ch" forName="comp" refType="w"/>
        </dgm:constrLst>
        <dgm:ruleLst/>
        <dgm:layoutNode name="top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firstComp">
          <dgm:alg type="composite"/>
          <dgm:shape xmlns:r="http://schemas.openxmlformats.org/officeDocument/2006/relationships" r:blip="">
            <dgm:adjLst/>
          </dgm:shape>
          <dgm:presOf/>
          <dgm:choose name="Name4">
            <dgm:if name="Name5" func="var" arg="dir" op="equ" val="norm">
              <dgm:constrLst>
                <dgm:constr type="l" for="ch" forName="firstChild"/>
                <dgm:constr type="t" for="ch" forName="firstChild"/>
                <dgm:constr type="w" for="ch" forName="firstChild" refType="w"/>
                <dgm:constr type="h" for="ch" forName="firstChild" refType="h"/>
                <dgm:constr type="l" for="ch" forName="firstChildTx" refType="w" fact="0.16"/>
                <dgm:constr type="r" for="ch" forName="firstChildTx" refType="w"/>
                <dgm:constr type="h" for="ch" forName="firstChildTx" refFor="ch" refForName="firstChild" op="equ"/>
              </dgm:constrLst>
            </dgm:if>
            <dgm:else name="Name6">
              <dgm:constrLst>
                <dgm:constr type="l" for="ch" forName="firstChild"/>
                <dgm:constr type="t" for="ch" forName="firstChild"/>
                <dgm:constr type="w" for="ch" forName="firstChild" refType="w"/>
                <dgm:constr type="h" for="ch" forName="firstChild" refType="h"/>
                <dgm:constr type="l" for="ch" forName="firstChildTx"/>
                <dgm:constr type="r" for="ch" forName="firstChildTx" refType="w" fact="0.825"/>
                <dgm:constr type="h" for="ch" forName="firstChildTx" refFor="ch" refForName="firstChild" op="equ"/>
              </dgm:constrLst>
            </dgm:else>
          </dgm:choose>
          <dgm:ruleLst/>
          <dgm:layoutNode name="firstChild" styleLbl="bgAccFollowNode1">
            <dgm:alg type="sp"/>
            <dgm:shape xmlns:r="http://schemas.openxmlformats.org/officeDocument/2006/relationships" type="rect" r:blip="">
              <dgm:adjLst/>
            </dgm:shape>
            <dgm:presOf axis="ch desOrSelf" ptType="node node" cnt="1 0"/>
            <dgm:constrLst/>
            <dgm:ruleLst/>
          </dgm:layoutNode>
          <dgm:layoutNode name="firstChildTx" styleLbl="bgAccFollowNode1">
            <dgm:varLst>
              <dgm:bulletEnabled val="1"/>
            </dgm:varLst>
            <dgm:alg type="tx">
              <dgm:param type="parTxLTRAlign" val="l"/>
            </dgm:alg>
            <dgm:shape xmlns:r="http://schemas.openxmlformats.org/officeDocument/2006/relationships" type="rect" r:blip="" hideGeom="1">
              <dgm:adjLst/>
            </dgm:shape>
            <dgm:presOf axis="ch desOrSelf" ptType="node node" cnt="1 0"/>
            <dgm:choose name="Name7">
              <dgm:if name="Name8" func="var" arg="dir" op="equ" val="norm">
                <dgm:constrLst>
                  <dgm:constr type="primFontSz" val="65"/>
                  <dgm:constr type="lMarg"/>
                </dgm:constrLst>
              </dgm:if>
              <dgm:else name="Name9">
                <dgm:constrLst>
                  <dgm:constr type="primFontSz" val="65"/>
                  <dgm:constr type="rMarg"/>
                </dgm:constrLst>
              </dgm:else>
            </dgm:choose>
            <dgm:ruleLst>
              <dgm:rule type="primFontSz" val="5" fact="NaN" max="NaN"/>
            </dgm:ruleLst>
          </dgm:layoutNode>
        </dgm:layoutNode>
        <dgm:forEach name="Name10" axis="ch" ptType="node" st="2">
          <dgm:layoutNode name="comp">
            <dgm:alg type="composite"/>
            <dgm:shape xmlns:r="http://schemas.openxmlformats.org/officeDocument/2006/relationships" r:blip="">
              <dgm:adjLst/>
            </dgm:shape>
            <dgm:presOf/>
            <dgm:choose name="Name11">
              <dgm:if name="Name12" func="var" arg="dir" op="equ" val="norm">
                <dgm:constrLst>
                  <dgm:constr type="l" for="ch" forName="child"/>
                  <dgm:constr type="t" for="ch" forName="child"/>
                  <dgm:constr type="w" for="ch" forName="child" refType="w"/>
                  <dgm:constr type="h" for="ch" forName="child" refType="h"/>
                  <dgm:constr type="l" for="ch" forName="childTx" refType="w" fact="0.16"/>
                  <dgm:constr type="r" for="ch" forName="childTx" refType="w"/>
                  <dgm:constr type="h" for="ch" forName="childTx" refFor="ch" refForName="child" op="equ"/>
                </dgm:constrLst>
              </dgm:if>
              <dgm:else name="Name13">
                <dgm:constrLst>
                  <dgm:constr type="l" for="ch" forName="child"/>
                  <dgm:constr type="t" for="ch" forName="child"/>
                  <dgm:constr type="w" for="ch" forName="child" refType="w"/>
                  <dgm:constr type="h" for="ch" forName="child" refType="h"/>
                  <dgm:constr type="l" for="ch" forName="childTx"/>
                  <dgm:constr type="r" for="ch" forName="childTx" refType="w" fact="0.825"/>
                  <dgm:constr type="h" for="ch" forName="childTx" refFor="ch" refForName="child" op="equ"/>
                </dgm:constrLst>
              </dgm:else>
            </dgm:choose>
            <dgm:ruleLst/>
            <dgm:layoutNode name="child" styleLbl="bgAccFollowNode1">
              <dgm:alg type="sp"/>
              <dgm:shape xmlns:r="http://schemas.openxmlformats.org/officeDocument/2006/relationships" type="rect" r:blip="">
                <dgm:adjLst/>
              </dgm:shape>
              <dgm:presOf axis="desOrSelf" ptType="node"/>
              <dgm:constrLst/>
              <dgm:ruleLst/>
            </dgm:layoutNode>
            <dgm:layoutNode name="childTx" styleLbl="bgAccFollowNode1">
              <dgm:varLst>
                <dgm:bulletEnabled val="1"/>
              </dgm:varLst>
              <dgm:alg type="tx">
                <dgm:param type="parTxLTRAlign" val="l"/>
              </dgm:alg>
              <dgm:shape xmlns:r="http://schemas.openxmlformats.org/officeDocument/2006/relationships" type="rect" r:blip="" hideGeom="1">
                <dgm:adjLst/>
              </dgm:shape>
              <dgm:presOf axis="desOrSelf" ptType="node"/>
              <dgm:choose name="Name14">
                <dgm:if name="Name15" func="var" arg="dir" op="equ" val="norm">
                  <dgm:constrLst>
                    <dgm:constr type="primFontSz" val="65"/>
                    <dgm:constr type="lMarg"/>
                  </dgm:constrLst>
                </dgm:if>
                <dgm:else name="Name16">
                  <dgm:constrLst>
                    <dgm:constr type="primFontSz" val="65"/>
                    <dgm:constr type="rMarg"/>
                  </dgm:constrLst>
                </dgm:else>
              </dgm:choose>
              <dgm:ruleLst>
                <dgm:rule type="primFontSz" val="5" fact="NaN" max="NaN"/>
              </dgm:ruleLst>
            </dgm:layoutNode>
          </dgm:layoutNode>
        </dgm:forEach>
      </dgm:layoutNode>
      <dgm:layoutNode name="neg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ircle" styleLbl="node1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lMarg"/>
          <dgm:constr type="rMarg"/>
          <dgm:constr type="tMarg"/>
          <dgm:constr type="bMarg"/>
          <dgm:constr type="h" refType="w"/>
        </dgm:constrLst>
        <dgm:ruleLst>
          <dgm:rule type="primFontSz" val="5" fact="NaN" max="NaN"/>
        </dgm:ruleLst>
      </dgm:layoutNode>
      <dgm:forEach name="Name17" axis="followSib" ptType="sibTrans" cnt="1">
        <dgm:layoutNode name="trans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6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7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8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9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9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5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6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7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3-03T05:52:46.74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6912 0 0,'0'0'608'0'0,"0"0"-480"0"0,0 0-128 0 0,0 0 0 0 0,0 0 72 0 0,6 10-8 0 0,4 0 0 0 0,-4-4-3200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4-03T08:56:10.165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426 37 5528 0 0,'-6'-3'86'0'0,"5"3"-62"0"0,0-1 0 0 0,0 1-1 0 0,0-1 1 0 0,0 1 0 0 0,0-1 0 0 0,0 0-1 0 0,0 1 1 0 0,0-1 0 0 0,0 0 0 0 0,1 0-1 0 0,-1 1 1 0 0,0-1 0 0 0,0 0 0 0 0,1 0-1 0 0,-1 0 1 0 0,1 0 0 0 0,-1 0 0 0 0,1 0-1 0 0,-1 0 1 0 0,1 0 0 0 0,-1 0 0 0 0,1-1-1 0 0,0 1 1 0 0,0 0 0 0 0,0 0 0 0 0,-1 0-1 0 0,1 0 1 0 0,0 0 0 0 0,1 0 0 0 0,-1-2-1 0 0,0 2 1133 0 0,-14-3 4259 0 0,13 5-5399 0 0,0-1 0 0 0,0 1-1 0 0,0-1 1 0 0,0 1 0 0 0,0 0 0 0 0,0-1 0 0 0,0 1-1 0 0,1 0 1 0 0,-1-1 0 0 0,0 1 0 0 0,0 1 0 0 0,-2 2 7 0 0,-4 1-32 0 0,2 0 1 0 0,-1 1-1 0 0,1 0 0 0 0,-1 1 0 0 0,2-1 1 0 0,-1 1-1 0 0,-4 9 0 0 0,-1 5-29 0 0,-8 26 0 0 0,-8 16 42 0 0,11-26-1 0 0,-21 75 0 0 0,-7 20-81 0 0,31-104 56 0 0,1 0 1 0 0,-12 55 0 0 0,16-51 17 0 0,-24 59 1 0 0,7-22 102 0 0,20-56-52 0 0,0-2-9 0 0,1 0 0 0 0,-2 13 0 0 0,3-15 29 0 0,1-8 429 0 0,-10 9-502 0 0,1-2-316 0 0,-12 11-478 0 0,16-10 101 0 0,3-1 166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4-03T08:56:11.299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217 236 9216 0 0,'-1'2'706'0'0,"0"0"-661"0"0,0 1-1 0 0,0-1 0 0 0,0 1 1 0 0,0-1-1 0 0,1 1 0 0 0,-1-1 1 0 0,1 1-1 0 0,0 0 0 0 0,-1-1 1 0 0,1 1-1 0 0,1 3 0 0 0,-1-3 149 0 0,0 1-1 0 0,0 0 0 0 0,0 0 0 0 0,-1 0 0 0 0,0 0 0 0 0,-1 5 1 0 0,-20 70 951 0 0,11-30-904 0 0,9-35-179 0 0,-1 1 0 0 0,-10 25 1 0 0,-61 125 7 0 0,30-70 180 0 0,12-15-374 0 0,27-61-398 0 0,33-98 549 0 0,-5 7 17 0 0,3 1 0 0 0,51-95 0 0 0,94-123 444 0 0,-150 258 73 0 0,2 0 0 0 0,0 2 1 0 0,38-35-1 0 0,-57 61-518 0 0,-1 0-1 0 0,1 0 1 0 0,0 1 0 0 0,0-1-1 0 0,0 1 1 0 0,0 0 0 0 0,1 0-1 0 0,-1 1 1 0 0,0-1 0 0 0,1 1 0 0 0,-1 0-1 0 0,1 0 1 0 0,0 0 0 0 0,-1 1-1 0 0,1 0 1 0 0,7 0 0 0 0,-6 0-34 0 0,0 1 1 0 0,0 0 0 0 0,0 0 0 0 0,0 1-1 0 0,0 0 1 0 0,0 0 0 0 0,0 0 0 0 0,-1 0-1 0 0,1 1 1 0 0,-1 0 0 0 0,1 0 0 0 0,5 5-1 0 0,-1 0-8 0 0,4 3 0 0 0,-1 0 0 0 0,-1 0 0 0 0,19 23 1 0 0,-15-13-42 0 0,-1 1 1 0 0,0 1 0 0 0,-2 0 0 0 0,11 27-1 0 0,-18-35-5 0 0,-1 0 0 0 0,0 0-1 0 0,-1 0 1 0 0,0 1-1 0 0,-2-1 1 0 0,0 1 0 0 0,0 0-1 0 0,-2 20 1 0 0,-1-11 59 0 0,-1 0-1 0 0,-1-1 1 0 0,-13 49 0 0 0,-1-2-50 0 0,12-49 122 0 0,-11 37 1 0 0,-3-3 150 0 0,19-56-256 0 0,0 0 0 0 0,-1 1 1 0 0,1-1-1 0 0,0 0 0 0 0,0 0 0 0 0,0 0 0 0 0,-1 0 0 0 0,1 0 0 0 0,0 1 0 0 0,0-1 1 0 0,-1 0-1 0 0,1 0 0 0 0,0 0 0 0 0,-1 0 0 0 0,1 0 0 0 0,0 0 0 0 0,0 0 1 0 0,-1 0-1 0 0,1 0 0 0 0,0 0 0 0 0,0 0 0 0 0,-1 0 0 0 0,1 0 0 0 0,0 0 1 0 0,-1 0-1 0 0,1 0 0 0 0,0 0 0 0 0,0 0 0 0 0,-1 0 0 0 0,1 0 0 0 0,0-1 0 0 0,0 1 1 0 0,-1 0-1 0 0,-5-6-899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4-03T08:56:20.029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197 76 3680 0 0,'0'0'2348'0'0,"10"-8"-1242"0"0,-7 7-450 0 0,0 0 0 0 0,-1-1 0 0 0,1 1 0 0 0,-1-1 0 0 0,0 0 0 0 0,1 0 0 0 0,1-2 0 0 0,-3 3-426 0 0,4-10 1038 0 0,-5 6-1242 0 0,0 3 30 0 0,8-9 112 0 0,-7 10-114 0 0,0 0-1 0 0,4-3-42 0 0,2-2-1 0 0,-6 5 524 0 0,-1 0-349 0 0,1-4-404 0 0,-2 4 310 0 0,1 1 0 0 0,-1 0 0 0 0,0-1 0 0 0,1 1 0 0 0,-1 0 0 0 0,0-1 0 0 0,0 1 0 0 0,1 0 0 0 0,-1 0 1 0 0,0 0-1 0 0,0 0 0 0 0,1 0 0 0 0,-1 0 0 0 0,0 0 0 0 0,0 0 0 0 0,-1 0 0 0 0,-7-1-21 0 0,-16 5 325 0 0,1 5-255 0 0,16-9-129 0 0,7 0 42 0 0,-1 1 1 0 0,-4 2-33 0 0,3-3 32 0 0,-4-3 11 0 0,5 2 0 0 0,2 2-10 0 0,-4 3-44 0 0,-5 0-10 0 0,1-1 11 0 0,6-2 32 0 0,-3 4-33 0 0,1 3-10 0 0,4-7 0 0 0,-1 0 0 0 0,1 0 0 0 0,-1 0 0 0 0,1 0 0 0 0,0-1 0 0 0,0 1 0 0 0,-1 0 0 0 0,1 0 0 0 0,0 0 0 0 0,0 0 0 0 0,0 0 0 0 0,0 0 0 0 0,0 0 0 0 0,0 0 0 0 0,0 0 0 0 0,1 1 0 0 0,0 2 0 0 0,-18 76 224 0 0,14-53-85 0 0,-10 135-70 0 0,5-43 56 0 0,1-50-90 0 0,-7 29-211 0 0,2-15 108 0 0,1-20 64 0 0,-6 16-45 0 0,3-14 26 0 0,9-44 23 0 0,4-18 0 0 0,0 0 0 0 0,0 0 0 0 0,1 0 0 0 0,0 0 0 0 0,0 0 0 0 0,-1 1 0 0 0,2-1 0 0 0,-1 4 0 0 0,2 29 0 0 0,-2-2 0 0 0,0-15-84 0 0,0-18 26 0 0,0-3-146 0 0,1-25 85 0 0,7-30 1 0 0,-2 13 276 0 0,4-27-77 0 0,-5 30-81 0 0,10-41 0 0 0,-8 45 0 0 0,50-179 0 0 0,-28 145 0 0 0,-6 16 0 0 0,-18 44 0 0 0,0-1-1 0 0,1 1 0 0 0,0 0 0 0 0,0 0 0 0 0,1 1 1 0 0,1 0-1 0 0,0 0 0 0 0,0 0 0 0 0,1 1 0 0 0,0 1 1 0 0,0-1-1 0 0,1 2 0 0 0,0-1 0 0 0,13-6 0 0 0,12-5-30 0 0,0 2 0 0 0,1 2 0 0 0,60-17 0 0 0,-34 12 37 0 0,-42 13-22 0 0,1 0 0 0 0,31-5-1 0 0,-45 11 16 0 0,0 0-1 0 0,1 1 0 0 0,-1 0 0 0 0,1 0 1 0 0,-1 1-1 0 0,0 0 0 0 0,1 0 0 0 0,-1 0 1 0 0,0 1-1 0 0,0 0 0 0 0,8 4 0 0 0,-5-1 2 0 0,0 1 0 0 0,-1-1 0 0 0,1 1 0 0 0,-1 1 0 0 0,-1 0 0 0 0,0 0 0 0 0,0 1 0 0 0,0 0 0 0 0,-1 0 0 0 0,0 1 0 0 0,0 0 0 0 0,-1 0 0 0 0,-1 1 0 0 0,7 12 0 0 0,3 14 0 0 0,-2 0 0 0 0,16 65 0 0 0,-20-69 0 0 0,-5-17 0 0 0,-1 1 0 0 0,0-1 0 0 0,-1 1 0 0 0,0 24 0 0 0,3 115 64 0 0,-11-62 0 0 0,4-61-52 0 0,-5 8 68 0 0,5-33-58 0 0,1 0 0 0 0,-1 0 1 0 0,2 0-1 0 0,-1 1 1 0 0,1-1-1 0 0,1 12 0 0 0,0-3 8 0 0,-2-15-23 0 0,1 0 0 0 0,0 0 1 0 0,1 0-1 0 0,-1-1 0 0 0,0 1 1 0 0,0 0-1 0 0,0 0 0 0 0,0 0 1 0 0,1 0-1 0 0,-1-1 0 0 0,0 1 1 0 0,1 0-1 0 0,-1 0 0 0 0,1 1 1 0 0,4 0 21 0 0,-5-2-14 0 0,2 1 8 0 0,-1 0 0 0 0,0 0-1 0 0,1 0 1 0 0,-1-1-1 0 0,0 1 1 0 0,1 0-1 0 0,-1-1 1 0 0,1 1-1 0 0,-1-1 1 0 0,1 0-1 0 0,0 1 1 0 0,-1-1-1 0 0,1 0 1 0 0,-1 0-1 0 0,1 0 1 0 0,-1 0-1 0 0,1 0 1 0 0,0-1 0 0 0,2 0-1 0 0,2 0 3 0 0,0-1 0 0 0,0-1 0 0 0,9-4 0 0 0,-8 3-10 0 0,38-20 191 0 0,80-59 0 0 0,-31 18-5607 0 0,-51 40-279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4-03T08:56:23.013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135 62 7368 0 0,'-2'1'217'0'0,"1"-1"-54"0"0,-11-5 307 0 0,12 5-358 0 0,-1 0 0 0 0,1 0 0 0 0,-1 0-1 0 0,1 0 1 0 0,-1 0 0 0 0,1 0 0 0 0,-1 0-1 0 0,1 0 1 0 0,-1 0 0 0 0,1 0-1 0 0,-1 1 1 0 0,1-1 0 0 0,-1 0 0 0 0,1 0-1 0 0,-1 0 1 0 0,1 1 0 0 0,-1-1 0 0 0,1 0-1 0 0,-1 1 1 0 0,1-1 0 0 0,-1 0 0 0 0,1 1-1 0 0,0-1 1 0 0,-1 1 0 0 0,1-1 0 0 0,0 0-1 0 0,-1 1 1 0 0,1 0 0 0 0,-9 15 200 0 0,8-13-13 0 0,-2 4-177 0 0,0 0-1 0 0,1 0 0 0 0,0 1 1 0 0,0-1-1 0 0,0 10 0 0 0,-4 13 89 0 0,-33 215 567 0 0,18-83-666 0 0,10-58-111 0 0,8-52 0 0 0,2-48-8 0 0,-1 23-57 0 0,4-20-69 0 0,2-15-131 0 0,28-84 226 0 0,75-186-178 0 0,-64 197 260 0 0,-16 33-22 0 0,-20 35 91 0 0,0 0 1 0 0,1 1 0 0 0,19-22 0 0 0,-23 30-78 0 0,0 0-1 0 0,0 0 1 0 0,0 0 0 0 0,0 1 0 0 0,1 0 0 0 0,-1 0 0 0 0,1 0 0 0 0,0 0 0 0 0,0 1 0 0 0,0 0 0 0 0,0 0 0 0 0,1 0 0 0 0,7-1 0 0 0,-5 2 38 0 0,-7 1-68 0 0,0 1 0 0 0,0-1 0 0 0,-1 0 0 0 0,1 0 1 0 0,0 0-1 0 0,0 1 0 0 0,-1-1 0 0 0,1 0 0 0 0,0 1 0 0 0,0-1 0 0 0,-1 1 0 0 0,1-1 1 0 0,0 1-1 0 0,-1-1 0 0 0,2 2 0 0 0,1 1 4 0 0,6 3-9 0 0,-1 0 0 0 0,0 1 0 0 0,-1 0 0 0 0,0 0 0 0 0,0 0 0 0 0,0 1 0 0 0,8 14 0 0 0,-3-2 0 0 0,0 1 0 0 0,9 26 0 0 0,-15-35 0 0 0,-1 0 0 0 0,0 0 0 0 0,-1 1 0 0 0,0 0 0 0 0,-1 0 0 0 0,-1 0 0 0 0,0 0 0 0 0,-1 1 0 0 0,0 18 0 0 0,-3-16 7 0 0,0 12 28 0 0,2-28-35 0 0,0 0 0 0 0,0-1 1 0 0,0 1-1 0 0,0 0 0 0 0,0 0 0 0 0,0 0 1 0 0,0 0-1 0 0,0 0 0 0 0,0 0 0 0 0,0 0 1 0 0,1 0-1 0 0,-1 0 0 0 0,0 0 1 0 0,0 0-1 0 0,0 0 0 0 0,0 0 0 0 0,0 0 1 0 0,0 0-1 0 0,0 0 0 0 0,0 0 0 0 0,0 0 1 0 0,0 0-1 0 0,0 0 0 0 0,0 0 0 0 0,0 0 1 0 0,0 0-1 0 0,0 0 0 0 0,1 0 0 0 0,-1 0 1 0 0,0 0-1 0 0,0 0 0 0 0,0 0 0 0 0,0 0 1 0 0,0 0-1 0 0,0 0 0 0 0,0 0 0 0 0,0 0 1 0 0,0 0-1 0 0,0 0 0 0 0,0 0 0 0 0,0 0 1 0 0,0 1-1 0 0,0-1 0 0 0,0 0 0 0 0,0 0 1 0 0,0 0-1 0 0,0 0 0 0 0,0 0 0 0 0,0 0 1 0 0,0 0-1 0 0,1 0 0 0 0,-1 0 0 0 0,0 0 1 0 0,0 0-1 0 0,0 0 0 0 0,0 0 0 0 0,0 0 1 0 0,0 0-1 0 0,0 1 0 0 0,7-17 7 0 0,15-44-22 0 0,31-73-34 0 0,-31 88 211 0 0,1 1 0 0 0,3 1 0 0 0,60-77 0 0 0,-83 116-131 0 0,1 0 1 0 0,0 0-1 0 0,0 0 1 0 0,1 1-1 0 0,-1-1 1 0 0,1 1-1 0 0,-1 0 1 0 0,1 1 0 0 0,0-1-1 0 0,0 1 1 0 0,0 0-1 0 0,1 0 1 0 0,6-1-1 0 0,-8 2-14 0 0,0 1 1 0 0,0 0-1 0 0,0-1 0 0 0,0 2 0 0 0,0-1 0 0 0,0 0 0 0 0,0 1 0 0 0,0 0 0 0 0,0 0 0 0 0,0 0 1 0 0,0 0-1 0 0,0 1 0 0 0,-1-1 0 0 0,1 1 0 0 0,0 0 0 0 0,-1 0 0 0 0,0 0 0 0 0,1 1 0 0 0,2 2 1 0 0,14 14-1 0 0,-2 0 0 0 0,27 38 0 0 0,-28-35-115 0 0,-5-4 52 0 0,14 27 1 0 0,3 4 47 0 0,8 12-2 0 0,-19-29 0 0 0,-13-23 0 0 0,-1 0 1 0 0,0 1 0 0 0,0-1 0 0 0,-1 1 0 0 0,0 0 0 0 0,3 18 0 0 0,-3-3 40 0 0,-1 37 0 0 0,-2-59-25 0 0,0 1 1 0 0,0-1 0 0 0,-1 0 0 0 0,1 0-1 0 0,-1 1 1 0 0,1-1 0 0 0,-1 0 0 0 0,0 0 0 0 0,0 0-1 0 0,0 0 1 0 0,-1 0 0 0 0,1 0 0 0 0,-1 0-1 0 0,0 0 1 0 0,0 0 0 0 0,-3 3 0 0 0,-3 6 66 0 0,-1 1-262 0 0,9-13 132 0 0,0 1-1 0 0,0-1 0 0 0,0 0 1 0 0,0 1-1 0 0,0-1 0 0 0,-1 0 1 0 0,1 1-1 0 0,0-1 0 0 0,0 0 0 0 0,0 1 1 0 0,-1-1-1 0 0,1 0 0 0 0,0 1 1 0 0,-1-1-1 0 0,1 0 0 0 0,0 0 0 0 0,0 1 1 0 0,-1-1-1 0 0,1 0 0 0 0,-1 0 1 0 0,1 0-1 0 0,-1 0 0 0 0,-2 1-564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4-03T08:56:31.488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124 114 2304 0 0,'-19'-12'200'0'0,"0"-5"-200"0"0,0-1 0 0 0,-1-3 0 0 0,-2 0 408 0 0,-3-3 40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4-03T08:56:31.887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150 1 2760 0 0,'0'0'12821'0'0,"-2"2"-12452"0"0,-9 10-65 0 0,1 1 0 0 0,0 0-1 0 0,1 0 1 0 0,1 1 0 0 0,-10 21 0 0 0,7-9-183 0 0,1 1 1 0 0,1-1 0 0 0,2 1-1 0 0,-5 35 1 0 0,-2 41 80 0 0,-1 127 0 0 0,12-157-204 0 0,5 36 2 0 0,1-63 0 0 0,-1-11-135 0 0,15 63-1 0 0,-9-58 6 0 0,-6-27-52 0 0,0-1-1 0 0,-1 0 1 0 0,-1 1-1 0 0,0-1 1 0 0,-2 19-1 0 0,-2-20-414 0 0,4-11 456 0 0,0 1 1 0 0,0-1-1 0 0,0 1 1 0 0,-1-1-1 0 0,1 1 0 0 0,0-1 1 0 0,0 1-1 0 0,0-1 1 0 0,0 1-1 0 0,0-1 1 0 0,0 1-1 0 0,0-1 1 0 0,0 1-1 0 0,0-1 0 0 0,0 1 1 0 0,0-1-1 0 0,0 1 1 0 0,0-1-1 0 0,0 1 1 0 0,0-1-1 0 0,1 1 0 0 0,-1 0 1 0 0,0 2-696 0 0,-4 2-169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4-03T08:56:32.675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50 16 9760 0 0,'0'0'222'0'0,"-10"-1"526"0"0,0-4-365 0 0,9 2-509 0 0,1 3 192 0 0,0 0-1 0 0,0 0 0 0 0,0-1 0 0 0,0 1 0 0 0,0 0 0 0 0,0 0 0 0 0,0 0 0 0 0,0 0 0 0 0,0 0 0 0 0,0-1 0 0 0,0 1 0 0 0,0 0 0 0 0,0 0 0 0 0,0 0 0 0 0,0 0 0 0 0,0 0 0 0 0,0 0 0 0 0,0-1 0 0 0,0 1 0 0 0,0 0 0 0 0,0 0 0 0 0,-1 0 0 0 0,1 0 0 0 0,0 0 0 0 0,0 0 0 0 0,0 0 1 0 0,0 0-1 0 0,0-1 0 0 0,0 1 0 0 0,0 0 0 0 0,0 0 0 0 0,-1 0 0 0 0,1 0 0 0 0,0 0 0 0 0,0 0 0 0 0,0 0 0 0 0,0 0 0 0 0,0 0 0 0 0,0 0 0 0 0,-1 0 0 0 0,1 0 0 0 0,0 0 0 0 0,0 0 0 0 0,0 0 0 0 0,-1 0 81 0 0,0-1-1 0 0,1 1 1 0 0,-1 0 0 0 0,0-1-1 0 0,1 1 1 0 0,-1 0-1 0 0,0 0 1 0 0,0 0 0 0 0,1-1-1 0 0,-1 1 1 0 0,0 0-1 0 0,0 0 1 0 0,1 0 0 0 0,-1 0-1 0 0,0 0 1 0 0,0 1-1 0 0,1-1 1 0 0,-1 0-1 0 0,-1 0 1 0 0,1 2-118 0 0,1-1 1 0 0,-1 1-1 0 0,0-1 1 0 0,1 0-1 0 0,-1 1 1 0 0,1 0-1 0 0,-1-1 0 0 0,1 1 1 0 0,-1-1-1 0 0,1 2 1 0 0,0-1-33 0 0,-2 11 81 0 0,1 0-1 0 0,0 0 1 0 0,3 23-1 0 0,-1-3 26 0 0,8 98 181 0 0,-3-63-150 0 0,8 96 98 0 0,0 24 184 0 0,-8-94-420 0 0,3 108-68 0 0,-6 130-1017 0 0,-5-326 1211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4-04T10:23:07.046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2736 1880 4144 0 0,'0'0'2448'0'0,"1"-8"-1666"0"0,-1 7-698 0 0,1-1-1 0 0,0 1 1 0 0,0-1-1 0 0,0 1 1 0 0,0-1-1 0 0,0 1 0 0 0,0 0 1 0 0,1 0-1 0 0,-1-1 1 0 0,0 1-1 0 0,1 0 1 0 0,-1 0-1 0 0,1 0 1 0 0,-1 0-1 0 0,1 1 0 0 0,-1-1 1 0 0,1 0-1 0 0,3 0 1 0 0,-3 0 652 0 0,2 1-348 0 0,9 1 16 0 0,-8 3-332 0 0,-3-3-53 0 0,0 0 0 0 0,0 1 0 0 0,0-1 0 0 0,-1 0 0 0 0,1 1 0 0 0,-1-1 0 0 0,1 1 0 0 0,-1 0 0 0 0,1-1 0 0 0,-1 1 0 0 0,0 0 0 0 0,0 0 0 0 0,0 0 0 0 0,0 0 0 0 0,1 2 0 0 0,0-1 65 0 0,22 14 184 0 0,-24-17-44 0 0,2 0-104 0 0,3 0-17 0 0,-1 0 1 0 0,0 0 0 0 0,1 0-1 0 0,-1-1 1 0 0,0 0 0 0 0,0 0 0 0 0,0 0-1 0 0,5-2 1 0 0,-4 1 13 0 0,1-1 0 0 0,-1 1 0 0 0,11-2-1 0 0,-15 4-92 0 0,2-1 48 0 0,-1 1-12 0 0,39 0 69 0 0,-9 0-54 0 0,-29 1-11 0 0,-1 0-46 0 0,-1-1 1 0 0,1 1 0 0 0,-1-1 0 0 0,1 1-1 0 0,0-1 1 0 0,-1 0 0 0 0,1 0 0 0 0,0 1 0 0 0,-1-1-1 0 0,1 0 1 0 0,0-1 0 0 0,-1 1 0 0 0,1 0-1 0 0,2-1 1 0 0,19-2 94 0 0,-16 4-85 0 0,-4-1-24 0 0,1 1-1 0 0,-1-1 1 0 0,0 0 0 0 0,0 0-1 0 0,1-1 1 0 0,3 0 0 0 0,14-6-4 0 0,-9 7 10 0 0,0 2 38 0 0,-10-2-40 0 0,1 0 0 0 0,0 0 0 0 0,-1 0 0 0 0,1 1 0 0 0,-1-1 0 0 0,0 1 0 0 0,1 0 0 0 0,-1 0 0 0 0,1 0 0 0 0,3 2 0 0 0,-1-1 47 0 0,0-3-58 0 0,10 5 15 0 0,-13-3-9 0 0,-1-1 0 0 0,1 1 0 0 0,0-1 0 0 0,0 0-1 0 0,-1 1 1 0 0,1-1 0 0 0,0 0 0 0 0,0 0 0 0 0,-1 0 0 0 0,1 0-1 0 0,0 0 1 0 0,0-1 0 0 0,-1 1 0 0 0,1 0 0 0 0,0-1 0 0 0,-1 1-1 0 0,4-2 1 0 0,-2 0 8 0 0,0 1 1 0 0,1 0-1 0 0,-1 0 0 0 0,0 1 0 0 0,1-1 0 0 0,-1 1 0 0 0,4-1 0 0 0,5 1 95 0 0,-1-2 0 0 0,1 0 0 0 0,-1 0 0 0 0,13-4 0 0 0,-17 3 30 0 0,-6 3-130 0 0,0 0 1 0 0,0-1 0 0 0,0 1 0 0 0,-1 0 0 0 0,1-1 0 0 0,0 1 0 0 0,0 0 0 0 0,0 0-1 0 0,0 0 1 0 0,0 0 0 0 0,0 0 0 0 0,0 0 0 0 0,0 0 0 0 0,0 0 0 0 0,0 0 0 0 0,0 0-1 0 0,1 1 1 0 0,1 0 14 0 0,0-2-11 0 0,11 6-4 0 0,-13-4-6 0 0,0 0 0 0 0,0-1 0 0 0,0 1 0 0 0,1-1 0 0 0,-1 1 0 0 0,0-1 0 0 0,0 0 0 0 0,1 1 0 0 0,-1-1 0 0 0,0 0 0 0 0,0 0 0 0 0,1 0 0 0 0,-1 0 0 0 0,0 0 0 0 0,1 0 0 0 0,1 0 0 0 0,4-1 0 0 0,-3 2 9 0 0,0 0 0 0 0,0-1 1 0 0,1 0-1 0 0,-1 0 0 0 0,0 0 1 0 0,1 0-1 0 0,4-2 0 0 0,17-1 78 0 0,-20 3-60 0 0,-2-1-22 0 0,-2 1 7 0 0,-1 0 0 0 0,1 0 0 0 0,0 0 0 0 0,0 0 0 0 0,0 0 0 0 0,0 0 0 0 0,0 1 0 0 0,0-1 0 0 0,0 1 0 0 0,-1-1 0 0 0,1 1-1 0 0,3 1 1 0 0,4 1-32 0 0,2 1 109 0 0,0 1 1 0 0,-1 0-1 0 0,12 8 1 0 0,-10-7-60 0 0,-1 1 0 0 0,17 5 0 0 0,33 7-332 0 0,-59-18 302 0 0,0 0-1 0 0,0 0 0 0 0,-1 0 0 0 0,1 0 1 0 0,0-1-1 0 0,0 1 0 0 0,0-1 1 0 0,0 0-1 0 0,0 1 0 0 0,0-1 1 0 0,0 0-1 0 0,0 0 0 0 0,0 0 1 0 0,4-1-1 0 0,4 0 1 0 0,4 0 0 0 0,-12-1-2 0 0,1 1 4 0 0,8 0 10 0 0,3 1 52 0 0,-9 1-41 0 0,1-1 0 0 0,-1 0 0 0 0,1 0 0 0 0,-1-1 0 0 0,11-2 0 0 0,-14 3 43 0 0,17-2 115 0 0,-17 2-180 0 0,1-1 0 0 0,-1 1 0 0 0,1-1 0 0 0,-1 1 0 0 0,1 0 0 0 0,-1 0 0 0 0,1 1 0 0 0,-1-1 0 0 0,1 0 0 0 0,4 2 0 0 0,-5-2-1 0 0,0 0 0 0 0,0 1 0 0 0,0-2 0 0 0,0 1 0 0 0,0 0 0 0 0,1 0 0 0 0,-1-1 0 0 0,0 1 0 0 0,2-2 0 0 0,2 1 0 0 0,6-1 22 0 0,-1 0 0 0 0,0-1 1 0 0,0 0-1 0 0,0-1 1 0 0,0 0-1 0 0,-1-1 0 0 0,0 0 1 0 0,0 0-1 0 0,14-11 1 0 0,-12 9-24 0 0,1-1 1 0 0,1 1-1 0 0,22-8 1 0 0,16-7 66 0 0,-34 11-67 0 0,16-6 55 0 0,-12 8-43 0 0,-12 4-11 0 0,0 1 0 0 0,14-4 0 0 0,33-11 0 0 0,-47 16 0 0 0,-8 2 0 0 0,0 0 0 0 0,0 1 0 0 0,0-1 0 0 0,1 0 0 0 0,-1 1 0 0 0,0 0 0 0 0,3-1 0 0 0,2 0 0 0 0,0-1 0 0 0,0 0 0 0 0,0-1 0 0 0,7-3 0 0 0,-11 5 0 0 0,-1 0 0 0 0,0 0 0 0 0,0 0 0 0 0,0 0 0 0 0,0 0 0 0 0,0-1 0 0 0,3-2 0 0 0,0 0 0 0 0,1 1 15 0 0,-1-1 0 0 0,0 0 1 0 0,0 1-1 0 0,-1-1 1 0 0,1-1-1 0 0,-1 1 0 0 0,0-1 1 0 0,6-8-1 0 0,6-17 132 0 0,-7 13-10 0 0,-6 11-79 0 0,1 0-1 0 0,-1-1 1 0 0,0 1-1 0 0,-1-1 1 0 0,1 0 0 0 0,-1 0-1 0 0,-1 1 1 0 0,1-1-1 0 0,-1-1 1 0 0,0-8-1 0 0,2-12-38 0 0,-2 22-3 0 0,0 0 0 0 0,0 0 0 0 0,-1-1 0 0 0,0 1 0 0 0,0 0 0 0 0,-2-7 0 0 0,-3-20 94 0 0,2 18 34 0 0,-5-25-1 0 0,7 38-132 0 0,0-1-1 0 0,1 0 0 0 0,0 0 0 0 0,0 0 0 0 0,0 0 0 0 0,0 0 0 0 0,0-5 0 0 0,1-12-11 0 0,-4-6-4 0 0,1 9 31 0 0,-1 0 1 0 0,-6-21 0 0 0,7 29-2 0 0,1 0 1 0 0,-1 0-1 0 0,1-15 1 0 0,-1-5-11 0 0,0 12-14 0 0,2 0-1 0 0,1-23 0 0 0,1-1 63 0 0,-2 26-63 0 0,2 0 0 0 0,6-29 0 0 0,1-2 0 0 0,2-9 0 0 0,-6 35 0 0 0,3-26 0 0 0,-7 35 8 0 0,1 0 0 0 0,1 0-1 0 0,0 0 1 0 0,0 0 0 0 0,1 0-1 0 0,8-14 1 0 0,3-13 83 0 0,-13 30-113 0 0,1 0 1 0 0,7-14-1 0 0,1 1 22 0 0,-7 13 0 0 0,1-1 0 0 0,9-13 0 0 0,-3 5 0 0 0,-9 14 0 0 0,0-1 0 0 0,1 0 0 0 0,-1 1 0 0 0,1 0 0 0 0,4-5 0 0 0,3-4 0 0 0,4-3 0 0 0,11-3-42 0 0,-24 17 40 0 0,1 0-1 0 0,-1-1 1 0 0,1 1 0 0 0,-1-1 0 0 0,0 1-1 0 0,1-1 1 0 0,-1 1 0 0 0,0-1 0 0 0,0 0-1 0 0,0 0 1 0 0,-1 0 0 0 0,2-2-1 0 0,3-4 3 0 0,-3 7 1 0 0,0-1-1 0 0,1 1 1 0 0,-1 0-1 0 0,1-1 1 0 0,-1 1-1 0 0,1 0 1 0 0,-1 1-1 0 0,6-2 1 0 0,0 0-13 0 0,0 0 1 0 0,-1-1-1 0 0,1 0 1 0 0,9-6-1 0 0,39-16-6 0 0,-33 15 94 0 0,34-19-1 0 0,-51 26-63 0 0,0 0-1 0 0,0 1 0 0 0,8-3 0 0 0,-8 3-44 0 0,0-1 0 0 0,0 1 1 0 0,7-5-1 0 0,15-6 14 0 0,-23 11 19 0 0,0 0 0 0 0,0 0 1 0 0,0-1-1 0 0,8-5 0 0 0,37-18 0 0 0,-11 0 0 0 0,-30 22 0 0 0,-7 4 0 0 0,0-1 0 0 0,0 1 0 0 0,0 0 0 0 0,0-1 0 0 0,0 0 0 0 0,0 1 0 0 0,0-1 0 0 0,0 0 0 0 0,0 0 0 0 0,3-2 0 0 0,18-8 0 0 0,1 1 0 0 0,33-9 0 0 0,-55 19 0 0 0,13-3 0 0 0,-11 3 0 0 0,1 0 0 0 0,-1-1 0 0 0,1 1 0 0 0,-1-1 0 0 0,7-2 0 0 0,-6 2 0 0 0,18-6 0 0 0,3-4 0 0 0,-21 9 0 0 0,0 1 0 0 0,0 0 0 0 0,0 0 0 0 0,0 0 0 0 0,0 0 0 0 0,1 1 0 0 0,-1 0 0 0 0,0 0 0 0 0,7 1 0 0 0,11 0 0 0 0,16-1 0 0 0,4 0 84 0 0,-7 8-40 0 0,-31-6-108 0 0,-5-2 64 0 0,21 12-16 0 0,1-2 16 0 0,-19-8 0 0 0,33 18 0 0 0,-11-2 0 0 0,-18-13 0 0 0,12 6 0 0 0,-12-9 0 0 0,-6-1 0 0 0,1-1 0 0 0,-1 0 0 0 0,0 1 0 0 0,0-1 0 0 0,1 1 0 0 0,-1-1 0 0 0,0 1 0 0 0,0 0 0 0 0,0-1 0 0 0,0 1 0 0 0,0 0 0 0 0,0 0 0 0 0,0 0 0 0 0,0 0 0 0 0,1 1 0 0 0,3 2 0 0 0,-1-2 0 0 0,13 19 0 0 0,-9-14 0 0 0,-7-6 0 0 0,1 0 0 0 0,-1 0 0 0 0,0 0 0 0 0,1 0 0 0 0,-1 0 0 0 0,0 1 0 0 0,0-1 0 0 0,0 0 0 0 0,0 1 0 0 0,0-1 0 0 0,0 1 0 0 0,0-1 0 0 0,1 4 0 0 0,10 14 0 0 0,-7-11 0 0 0,-2-4 0 0 0,0 1 0 0 0,0-1 0 0 0,0 0 0 0 0,6 5 0 0 0,2 0-1 0 0,-8-7 11 0 0,0 1-1 0 0,0-1 0 0 0,0 1 1 0 0,0 0-1 0 0,-1 0 0 0 0,5 5 0 0 0,-4-6-8 0 0,0-1 0 0 0,7 12 51 0 0,-6-5-42 0 0,-3-7-10 0 0,-1 0 0 0 0,1 0 0 0 0,-1 1 0 0 0,1-1 0 0 0,0 0 0 0 0,0 0 0 0 0,0 0 0 0 0,0 0 0 0 0,0 0 0 0 0,0 0 0 0 0,0-1 0 0 0,2 2 0 0 0,1 1 34 0 0,1 0 0 0 0,0 0-1 0 0,-1-1 1 0 0,7 2-1 0 0,4 2 18 0 0,-11-3-74 0 0,-2-1 15 0 0,6 7-4 0 0,-7-5 12 0 0,1-1 0 0 0,17 10-10 0 0,32 31-44 0 0,-36-34 54 0 0,-13-7 0 0 0,0 0 0 0 0,0-1 1 0 0,-2-1 0 0 0,1 0-1 0 0,0-1 1 0 0,-1 1-1 0 0,1 0 1 0 0,0-1 0 0 0,-1 1-1 0 0,1 0 1 0 0,-1 0-1 0 0,0-1 1 0 0,1 1-1 0 0,-1 0 1 0 0,0 0-1 0 0,1 0 1 0 0,-1 0-1 0 0,0 0 1 0 0,0 0 0 0 0,1 1-1 0 0,-5 5 43 0 0,8 1-33 0 0,-5-2-10 0 0,1-5 1 0 0,-1 0 0 0 0,1 1-1 0 0,0-1 1 0 0,0 0-1 0 0,0 0 1 0 0,0 0 0 0 0,0 1-1 0 0,0-1 1 0 0,0 0 0 0 0,0 0-1 0 0,0 0 1 0 0,1 1 0 0 0,-1-1-1 0 0,0 0 1 0 0,1 0-1 0 0,0 1 1 0 0,1 8 48 0 0,-2-9-48 0 0,1 0-1 0 0,-1 1 0 0 0,0-1 0 0 0,1 0 0 0 0,-1 0 1 0 0,0 0-1 0 0,1 0 0 0 0,0 0 0 0 0,-1 0 1 0 0,1 0-1 0 0,0 0 0 0 0,-1 0 0 0 0,1 0 1 0 0,0 0-1 0 0,0 0 0 0 0,0 0 0 0 0,1 1 0 0 0,1 0 1 0 0,-2-1 0 0 0,1 0 0 0 0,-1 0 0 0 0,0 0 0 0 0,0 1 0 0 0,1-1 0 0 0,-1 0 0 0 0,0 1 0 0 0,0-1 0 0 0,1 3 0 0 0,-1-3 3 0 0,0 0 0 0 0,0 0 0 0 0,0 0 0 0 0,1 0-1 0 0,-1 0 1 0 0,0-1 0 0 0,1 1 0 0 0,-1 0 0 0 0,1-1 0 0 0,-1 1 0 0 0,1 0 0 0 0,2-1-1 0 0,0 2 0 0 0,6 6-3 0 0,8 19 0 0 0,-15-19 11 0 0,0 6 36 0 0,-1-12-38 0 0,-1-1-9 0 0,-1-1-1 0 0,1 0 1 0 0,0 1 0 0 0,-1-1 0 0 0,1 1 0 0 0,-1 0 0 0 0,1-1 0 0 0,-1 1 0 0 0,1-1 0 0 0,-1 1-1 0 0,1 0 1 0 0,-1 0 0 0 0,1-1 0 0 0,-1 1 0 0 0,0 0 0 0 0,0 0 0 0 0,1-1 0 0 0,-1 1 0 0 0,0 1-1 0 0,2 2 2 0 0,0-1 0 0 0,-1 0 0 0 0,0-1 1 0 0,0 1-1 0 0,0 0 0 0 0,0 0 0 0 0,-1 0 0 0 0,1 0 0 0 0,0 3 0 0 0,-4 2 34 0 0,2-7-34 0 0,1 0-1 0 0,-1 0 1 0 0,1-1 0 0 0,0 1 0 0 0,0 0-1 0 0,-1-1 1 0 0,1 1 0 0 0,0 0-1 0 0,0 0 1 0 0,0-1 0 0 0,0 1 0 0 0,0 0-1 0 0,0 0 1 0 0,0 0 0 0 0,0-1-1 0 0,0 1 1 0 0,0 0 0 0 0,1 0-1 0 0,-1-1 1 0 0,0 1 0 0 0,0 0 0 0 0,1-1-1 0 0,-1 1 1 0 0,0 0 0 0 0,1 0-1 0 0,0 2 1 0 0,0-1 0 0 0,-1 1 0 0 0,1-1 0 0 0,-1 1 0 0 0,1-1 0 0 0,-1 5 0 0 0,0-5 4 0 0,0 0 0 0 0,0 0 0 0 0,0 0-1 0 0,0 0 1 0 0,0-1 0 0 0,1 1 0 0 0,-1 0-1 0 0,1 0 1 0 0,-1 0 0 0 0,1 0 0 0 0,1 2-1 0 0,3 1-2 0 0,-5-5 1 0 0,1 1-1 0 0,0 0 0 0 0,-1-1 0 0 0,1 1 1 0 0,-1 0-1 0 0,1-1 0 0 0,-1 1 0 0 0,1 0 0 0 0,-1 0 1 0 0,1 0-1 0 0,-1 0 0 0 0,0-1 0 0 0,0 1 1 0 0,1 0-1 0 0,-1 0 0 0 0,0 0 0 0 0,0 0 1 0 0,0 0-1 0 0,0 0 0 0 0,0 0 0 0 0,0 0 1 0 0,0 1-1 0 0,0-2-2 0 0,0 0 0 0 0,0 1 1 0 0,-1-1-1 0 0,1 0 1 0 0,0 1-1 0 0,0-1 0 0 0,0 1 1 0 0,0-1-1 0 0,0 0 0 0 0,0 1 1 0 0,1-1-1 0 0,-1 0 1 0 0,0 1-1 0 0,0-1 0 0 0,0 0 1 0 0,0 1-1 0 0,0-1 0 0 0,0 1 1 0 0,1-1-1 0 0,-1 0 1 0 0,0 0-1 0 0,0 1 0 0 0,0-1 1 0 0,1 0-1 0 0,-1 1 0 0 0,0-1 1 0 0,1 0-1 0 0,-1 0 1 0 0,1 1-1 0 0,0 0 0 0 0,1 0 0 0 0,0 1 0 0 0,-1-1 0 0 0,1 1 0 0 0,-1 0 0 0 0,0-1 0 0 0,1 1-1 0 0,0 2 1 0 0,0-3 3 0 0,-2 0 0 0 0,1-1 0 0 0,-1 0-1 0 0,1 1 1 0 0,-1-1 0 0 0,1 1-1 0 0,-1-1 1 0 0,1 1-1 0 0,-1-1 1 0 0,0 1 0 0 0,1-1-1 0 0,-1 1 1 0 0,0 0 0 0 0,1-1-1 0 0,-1 1 1 0 0,0-1 0 0 0,0 1-1 0 0,0 0 1 0 0,1 0 0 0 0,-2 10 19 0 0,0-10-17 0 0,1 0 0 0 0,0 0-1 0 0,0 0 1 0 0,-1 0-1 0 0,1 0 1 0 0,0 1 0 0 0,0-1-1 0 0,0 0 1 0 0,0 0-1 0 0,0 0 1 0 0,0 0 0 0 0,1 0-1 0 0,-1 1 1 0 0,0-1-1 0 0,1 0 1 0 0,0 1-1 0 0,-1-1-1 0 0,0 0-1 0 0,0-1 0 0 0,0 1 1 0 0,1-1-1 0 0,-1 1 0 0 0,0-1 0 0 0,0 1 1 0 0,0 0-1 0 0,0-1 0 0 0,0 1 0 0 0,0-1 1 0 0,0 1-1 0 0,0-1 0 0 0,-1 1 1 0 0,1 0-1 0 0,0-1 0 0 0,0 1 0 0 0,0-1 1 0 0,-1 1-1 0 0,1-1 0 0 0,0 1 0 0 0,-1-1 1 0 0,1 1-1 0 0,0-1 0 0 0,-1 1 1 0 0,1-1-1 0 0,0 0 0 0 0,-1 1 0 0 0,1 2 46 0 0,1 0-54 0 0,0 1 0 0 0,1-1 0 0 0,-1 0 0 0 0,-1 0 0 0 0,1 1-1 0 0,0 2 1 0 0,3 8-88 0 0,-2-10 59 0 0,5 22 286 0 0,-6-23-240 0 0,-1-1-6 0 0,0 0-1 0 0,1 0 1 0 0,0 0-1 0 0,-1 0 1 0 0,1 0-1 0 0,0 0 1 0 0,0-1-1 0 0,0 1 1 0 0,1 2-1 0 0,6 9 4 0 0,-3 0 48 0 0,-5-10-48 0 0,2 7 35 0 0,-8-1-33 0 0,5-5-10 0 0,2-3 0 0 0,-1 0 0 0 0,0-1 0 0 0,1 1 0 0 0,-1 0 0 0 0,0 0 0 0 0,1-1 0 0 0,-1 1 0 0 0,0 0 0 0 0,0 0 0 0 0,0 0 0 0 0,0 0 0 0 0,0-1 0 0 0,0 1 0 0 0,0 0 0 0 0,0 0 0 0 0,0 1 0 0 0,-3 6 0 0 0,3 0 0 0 0,2-1 16 0 0,0 0-1 0 0,0 0 0 0 0,1 0 0 0 0,4 9 0 0 0,-5-8 45 0 0,-2-4-60 0 0,0-4 1 0 0,0 1-1 0 0,1-1 1 0 0,-1 1-1 0 0,0-1 0 0 0,0 1 1 0 0,0-1-1 0 0,1 1 1 0 0,-1-1-1 0 0,0 1 0 0 0,0 0 1 0 0,0-1-1 0 0,0 1 1 0 0,0-1-1 0 0,0 1 0 0 0,0 0 1 0 0,0-1-1 0 0,0 1 1 0 0,0-1-1 0 0,-1 1 0 0 0,1-1 1 0 0,0 1-1 0 0,0 0 1 0 0,-1-1-1 0 0,1 2 0 0 0,-1-2 3 0 0,1 1-1 0 0,0-1 1 0 0,-1 1 0 0 0,1-1-1 0 0,0 1 1 0 0,0 0-1 0 0,0-1 1 0 0,0 1 0 0 0,-1-1-1 0 0,1 1 1 0 0,0 0-1 0 0,0-1 1 0 0,0 1 0 0 0,0 0-1 0 0,0-1 1 0 0,1 1-1 0 0,-1-1 1 0 0,0 1 0 0 0,0 0-1 0 0,0-1 1 0 0,0 1-1 0 0,1 0 1 0 0,-1-1-1 0 0,1 1 1 0 0,0 2 10 0 0,0-2-11 0 0,-1 0 1 0 0,1 0-1 0 0,-1 0 1 0 0,0-1-1 0 0,0 1 0 0 0,1 0 1 0 0,-1 0-1 0 0,0 0 0 0 0,0 0 1 0 0,0 0-1 0 0,0 0 1 0 0,0 0-1 0 0,0-1 0 0 0,0 1 1 0 0,0 0-1 0 0,0 1 0 0 0,1 7-2 0 0,0-6 1 0 0,0-1 1 0 0,-1 0-1 0 0,1 1 1 0 0,-1-1-1 0 0,0 0 0 0 0,1 1 1 0 0,-2 4-1 0 0,1-5 21 0 0,1 1 12 0 0,0-3-34 0 0,0 1 0 0 0,0-1-1 0 0,-1 1 1 0 0,1 0 0 0 0,0-1 0 0 0,0 1 0 0 0,-1 0-1 0 0,1-1 1 0 0,-1 1 0 0 0,1 0 0 0 0,0 0 0 0 0,-1-1 0 0 0,1 3-1 0 0,7 15 1 0 0,-5-10 0 0 0,-1 1 0 0 0,-4 1 0 0 0,2-1 11 0 0,4 1 32 0 0,-2-2-33 0 0,-6 9-10 0 0,6-12 0 0 0,3 11 0 0 0,-5-15 0 0 0,0 0 0 0 0,0-1 0 0 0,0 1 0 0 0,0 0 0 0 0,1 0 0 0 0,-1-1 0 0 0,0 1 0 0 0,0 0 0 0 0,1-1 0 0 0,-1 1 0 0 0,0 0 0 0 0,1-1 0 0 0,-1 1 0 0 0,1-1 0 0 0,0 1 0 0 0,10 15 0 0 0,-3-3 5 0 0,-8-10-15 0 0,-1 0 18 0 0,10 15 53 0 0,-6-9-61 0 0,-4 1 0 0 0,4-2 0 0 0,-2-6 1 0 0,0 2-2 0 0,12 3 12 0 0,-10-5 20 0 0,2 1-9 0 0,2 6-22 0 0,-4-3 0 0 0,-4 5 0 0 0,1-11-3 0 0,2 2 8 0 0,-1-1 0 0 0,1 1 0 0 0,-1 0 1 0 0,1-1-1 0 0,-1 1 0 0 0,0 0 0 0 0,0 0 0 0 0,0 0 0 0 0,0 0 1 0 0,1 4-1 0 0,6 4 7 0 0,-3-10-8 0 0,-4 0 1 0 0,1 2 49 0 0,-2-1-53 0 0,0 0-1 0 0,0-1 1 0 0,0 1-1 0 0,1 0 1 0 0,-1 0-1 0 0,0-1 1 0 0,0 1-1 0 0,0 0 0 0 0,0 0 1 0 0,1-1-1 0 0,-1 1 1 0 0,0 0-1 0 0,1-1 1 0 0,-1 1-1 0 0,1 0 0 0 0,-1-1 1 0 0,1 1-1 0 0,-1-1 1 0 0,1 1-1 0 0,-1-1 1 0 0,2 2-1 0 0,0 1 43 0 0,1 2-22 0 0,-2-4 32 0 0,0 1 1 0 0,1 0-47 0 0,-1-1-4 0 0,15 6-3 0 0,-8-1 11 0 0,0-2 45 0 0,-8-4-56 0 0,1 0 0 0 0,0 0-1 0 0,-1 0 1 0 0,1 0 0 0 0,-1 0 0 0 0,1 0 0 0 0,0 1 0 0 0,-1-1 0 0 0,1 0 0 0 0,-1 1-1 0 0,1-1 1 0 0,-1 0 0 0 0,1 1 0 0 0,-1-1 0 0 0,1 0 0 0 0,-1 1 0 0 0,1-1 0 0 0,-1 1 0 0 0,1 0-1 0 0,11 13 65 0 0,-3-11-64 0 0,-6-3 0 0 0,2 0 0 0 0,7 8 0 0 0,-11-6 0 0 0,15 7 0 0 0,20 3 0 0 0,0 4 11 0 0,-35-16-8 0 0,0 0 0 0 0,0 0-1 0 0,-1 0 1 0 0,1 0 0 0 0,0 0 0 0 0,-1 0-1 0 0,1 0 1 0 0,0 1 0 0 0,-1-1 0 0 0,1 0-1 0 0,0 1 1 0 0,-1-1 0 0 0,1 0 0 0 0,-1 1-1 0 0,1-1 1 0 0,0 0 0 0 0,-1 1 0 0 0,1-1-1 0 0,0 2 1 0 0,1 0-7 0 0,12 0 17 0 0,10 3 40 0 0,-17-3-53 0 0,-1 0 0 0 0,1 0 0 0 0,0 0 0 0 0,-1 1 0 0 0,13 7 0 0 0,-12-6 0 0 0,8 4 3 0 0,-14-7-1 0 0,0-1 1 0 0,0 1-1 0 0,0-1 0 0 0,0 1 0 0 0,0-1 0 0 0,0 1 0 0 0,0-1 1 0 0,0 0-1 0 0,0 1 0 0 0,0-1 0 0 0,0 0 0 0 0,0 0 1 0 0,1 0-1 0 0,0 0 0 0 0,1 0 16 0 0,5 0 3 0 0,-6 0 98 0 0,1 1-61 0 0,8 3-46 0 0,0 5-12 0 0,-8-7 6 0 0,-1 1 0 0 0,0-1 0 0 0,1 0 0 0 0,0 1-1 0 0,-1-1 1 0 0,1 0 0 0 0,0-1 0 0 0,0 1 0 0 0,0-1 0 0 0,5 3-1 0 0,-7-4-5 0 0,1 1-1 0 0,-1-1 0 0 0,0 1 0 0 0,1-1 0 0 0,-1 1 0 0 0,0-1 1 0 0,1 0-1 0 0,-1 1 0 0 0,1-1 0 0 0,-1 0 0 0 0,0 0 1 0 0,1 0-1 0 0,-1 0 0 0 0,1-1 0 0 0,1 1 0 0 0,-2-1 9 0 0,0 1 0 0 0,0 0 1 0 0,0 0-1 0 0,-1 0 0 0 0,1 0 0 0 0,0 0 0 0 0,0 0 0 0 0,0 0 0 0 0,0 0 1 0 0,0 0-1 0 0,-1 1 0 0 0,1-1 0 0 0,0 0 0 0 0,0 0 0 0 0,0 1 0 0 0,-1-1 0 0 0,1 0 1 0 0,1 2-1 0 0,0-2 60 0 0,10 1 16 0 0,-3 2-31 0 0,0-2-40 0 0,-7-1-10 0 0,-1 0-1 0 0,0 0 0 0 0,0 0 1 0 0,1 1-1 0 0,-1-1 1 0 0,0 0-1 0 0,1 0 0 0 0,-1 1 1 0 0,0-1-1 0 0,0 1 0 0 0,1-1 1 0 0,-1 1-1 0 0,1 0 1 0 0,13 4 27 0 0,-1-3-30 0 0,2-3 0 0 0,-14 0 0 0 0,13 2 0 0 0,3 7 0 0 0,6 2 0 0 0,-23-9 0 0 0,-1-1 0 0 0,1 1 0 0 0,-1-1 0 0 0,1 1 0 0 0,-1-1 0 0 0,1 1 0 0 0,0-1 0 0 0,-1 1 0 0 0,1-1 0 0 0,-1 0 0 0 0,1 1 0 0 0,0-1 0 0 0,-1 0 0 0 0,1 0 0 0 0,0 1 0 0 0,0-1 0 0 0,-1 0 0 0 0,1 0 0 0 0,0 0 0 0 0,-1 0 0 0 0,1 0 0 0 0,0 0 0 0 0,0 0 0 0 0,-1 0 0 0 0,2 0 0 0 0,1-1 0 0 0,15 6 0 0 0,-10-4 0 0 0,-3 0 0 0 0,7 2 1 0 0,-9-4-3 0 0,-2 0 3 0 0,-1 1 0 0 0,1 0-1 0 0,0-1 1 0 0,-1 1 0 0 0,1 0-1 0 0,0 0 1 0 0,-1-1 0 0 0,1 1 0 0 0,0 0-1 0 0,-1 0 1 0 0,1 0 0 0 0,0 0-1 0 0,-1 0 1 0 0,1 0 0 0 0,0 0-1 0 0,1 0 1 0 0,21-4 112 0 0,-17 3-101 0 0,18 0-1 0 0,9-4 42 0 0,-14 5-80 0 0,-10 0 78 0 0,0 0 0 0 0,0 0-1 0 0,12-3 1 0 0,-19 3-144 0 0,10-4 386 0 0,-8 4-249 0 0,-2 0-8 0 0,18-5-1 0 0,-15 2-82 0 0,0 0-2 0 0,17 2-298 0 0,6-2 347 0 0,-11 2 0 0 0,-2-2 0 0 0,0 2 0 0 0,-3 1 0 0 0,2-3 0 0 0,7-2 0 0 0,-6 1 0 0 0,20-10 54 0 0,-32 13-47 0 0,24-9-4 0 0,-10 2-3 0 0,-9 6 0 0 0,-2 1 0 0 0,15-11 0 0 0,12-4 0 0 0,-20 9 0 0 0,-7 5 0 0 0,0 0 0 0 0,-1-1 0 0 0,1 0 0 0 0,8-6 0 0 0,17-10 11 0 0,-30 19-8 0 0,-1 0-1 0 0,1 0 1 0 0,0-1-1 0 0,0 1 1 0 0,-1 0 0 0 0,1 0-1 0 0,0-1 1 0 0,-1 1 0 0 0,1-1-1 0 0,0 1 1 0 0,-1 0-1 0 0,1-1 1 0 0,-1 1 0 0 0,1-1-1 0 0,0 0 1 0 0,-1 1 0 0 0,1-1-1 0 0,-1 1 1 0 0,0-1-1 0 0,1-1 1 0 0,4-3-5 0 0,5-1 2 0 0,-9 3 0 0 0,1 1 0 0 0,32-25 54 0 0,-18 9-44 0 0,34-24-10 0 0,-43 36-1 0 0,0 0-1 0 0,-1 0 1 0 0,0-1-1 0 0,0 0 0 0 0,9-14 1 0 0,-8 11 41 0 0,0 0 1 0 0,9-8-1 0 0,-7 7 9 0 0,0 1 0 0 0,8-14 0 0 0,-4 5-52 0 0,-6 7 3 0 0,1 0 0 0 0,5-13 0 0 0,-8 13 0 0 0,22-52 0 0 0,-25 57 0 0 0,0 0 0 0 0,0 0 0 0 0,1-9 0 0 0,-2 11 0 0 0,-1 0 0 0 0,2 0 0 0 0,-1 0 0 0 0,0 0 0 0 0,1 0 0 0 0,0 0 0 0 0,4-7 0 0 0,3-4 0 0 0,0 0 0 0 0,6-22 0 0 0,-5 14 0 0 0,8-41 0 0 0,-17 60 0 0 0,0 1 0 0 0,0-1 0 0 0,0 0 0 0 0,0 0 0 0 0,-1 1 0 0 0,0-7 0 0 0,0 7 0 0 0,0-1 0 0 0,1 1 0 0 0,-1 0 0 0 0,1 0 0 0 0,0 0 0 0 0,0 0 0 0 0,2-7 0 0 0,2-1 0 0 0,-1 0 0 0 0,0 0 0 0 0,-1 0 0 0 0,2-16 0 0 0,4-15 0 0 0,-1-4 11 0 0,-5 36 14 0 0,-1 0-1 0 0,2-13 1 0 0,-3 12-10 0 0,1 1-1 0 0,3-15 0 0 0,5-3-14 0 0,6-44 0 0 0,-12 54 0 0 0,9-25 0 0 0,-5 20 0 0 0,22-64 0 0 0,-8 47 0 0 0,-19 34 17 0 0,1-1-1 0 0,0 1 0 0 0,11-13 1 0 0,-2 2-19 0 0,-5 8 2 0 0,0 0 0 0 0,1 0 0 0 0,1 1 0 0 0,-1 1 0 0 0,15-10 0 0 0,5-2 0 0 0,-10 8 0 0 0,18-16 0 0 0,-30 22 0 0 0,1 0 0 0 0,0 1 0 0 0,1 0 0 0 0,10-4 0 0 0,15-9 0 0 0,27-14 0 0 0,-56 29 0 0 0,-1 0 0 0 0,1 0 0 0 0,-1 0 0 0 0,1-1 0 0 0,-1 1 0 0 0,4-6 0 0 0,15-11 0 0 0,-12 12 0 0 0,1 1 0 0 0,-1 0 0 0 0,17-6 0 0 0,38-16 0 0 0,-53 24 0 0 0,-7 3 0 0 0,0 0 0 0 0,1 0 0 0 0,-1 0 0 0 0,1 0 0 0 0,-1 1 0 0 0,1 0 0 0 0,0 1 0 0 0,0 0 0 0 0,-1 0 0 0 0,14 1 0 0 0,34 5 0 0 0,-35-2 0 0 0,31 2 0 0 0,-31-4 0 0 0,33 7 0 0 0,17 4 0 0 0,-31-7 0 0 0,0 9 16 0 0,-28-12 11 0 0,-1 0-1 0 0,16 9 1 0 0,-5-3-27 0 0,86 44 2 0 0,-49-23-76 0 0,-37-21 74 0 0,-3-1 0 0 0,-1 1 0 0 0,21 14 0 0 0,20 12 0 0 0,-21-13 0 0 0,-22-13 0 0 0,1 0 0 0 0,0 1 0 0 0,18 16 0 0 0,-27-22 0 0 0,-1 0 0 0 0,1 0 0 0 0,12 6 0 0 0,14 9 0 0 0,11 12 0 0 0,-1 3 0 0 0,74 77 0 0 0,-105-98-2 0 0,26 19 0 0 0,-25-22 21 0 0,0 1 1 0 0,17 19-1 0 0,1 10 18 0 0,29 53-1 0 0,-23-34-87 0 0,18 28 162 0 0,-43-68-162 0 0,5 8 43 0 0,17 37 0 0 0,23 81 8 0 0,-10-6 0 0 0,-4 5 45 0 0,-7-19-18 0 0,-18-64-27 0 0,5 15 0 0 0,-12-48 0 0 0,9 56 0 0 0,2 3 0 0 0,-18-76 2 0 0,0-1 0 0 0,0 1 0 0 0,-1 0-1 0 0,-1 1 1 0 0,1 18 0 0 0,6 85 53 0 0,-1-38-57 0 0,-2 33 2 0 0,5 45 54 0 0,-19 80 100 0 0,7-173-154 0 0,2-42 0 0 0,-1 0 0 0 0,-5 33 0 0 0,-13 63 57 0 0,12-64-42 0 0,-7 82 31 0 0,-2 10 4 0 0,12-112-50 0 0,3-20 0 0 0,-1 0 0 0 0,-4 20 0 0 0,-11 42 65 0 0,0 4 20 0 0,15-72-86 0 0,-38 154 130 0 0,29-109-152 0 0,6-33-4 0 0,-4 30-1 0 0,1 0 28 0 0,5-31 0 0 0,0-1 0 0 0,0 25 0 0 0,-6 30 64 0 0,8-54-64 0 0,-1-1 0 0 0,-5 24 0 0 0,-1 8 0 0 0,2-21 0 0 0,4-22 2 0 0,1 0 0 0 0,0 0 0 0 0,0 0 1 0 0,0 9-1 0 0,0 0 8 0 0,-1 1 1 0 0,0-1-1 0 0,-7 23 1 0 0,-2 11 0 0 0,7-29-11 0 0,-13 36 0 0 0,8-27 0 0 0,-26 64 0 0 0,-2-28 0 0 0,33-58 0 0 0,1 0 0 0 0,-1 0 0 0 0,-9 10 0 0 0,-6 10 0 0 0,-10 9 0 0 0,21-25 0 0 0,0-1 0 0 0,-1 1 0 0 0,0-1 0 0 0,-15 10 0 0 0,-4 6 0 0 0,18-16 65 0 0,0 0 0 0 0,0-1-1 0 0,-1-1 1 0 0,0 0 0 0 0,-22 11-1 0 0,5-5 184 0 0,-34 21-1 0 0,20-10-538 0 0,-60 38 163 0 0,97-60 128 0 0,-4 3 7 0 0,0 0-1 0 0,-16 5 1 0 0,-46 17 433 0 0,51-22-425 0 0,1 1-14 0 0,0-1 1 0 0,0-1-1 0 0,-24 2 0 0 0,1-1-1 0 0,25-2 0 0 0,-23 0 0 0 0,8-4 17 0 0,-9 1 75 0 0,-68 7-1 0 0,-23 6-46 0 0,55-6-26 0 0,39-5-4 0 0,0-2 0 0 0,0-1 0 0 0,0-2 0 0 0,-69-14 0 0 0,60 3 44 0 0,8 2-11 0 0,-125-22 86 0 0,134 31-114 0 0,0 0-1 0 0,0 3 1 0 0,-34 2-1 0 0,58-1-21 0 0,-47 3 40 0 0,-22 2-4 0 0,6-4-34 0 0,-35 0 0 0 0,-204-35 176 0 0,211 22-127 0 0,34 6-23 0 0,-40 0 18 0 0,53 4-35 0 0,-346-35 66 0 0,244 12 41 0 0,-259-5 0 0 0,315 23-102 0 0,29 0-15 0 0,31 3 1 0 0,-57-14 0 0 0,12 1 0 0 0,34 9-38 0 0,-20-3 18 0 0,-106-4 1 0 0,-74 2-128 0 0,142 2 147 0 0,-147-21 64 0 0,103 15 0 0 0,-51-3-64 0 0,131 16-31 0 0,5 0-43 0 0,-165-10 147 0 0,88 21-73 0 0,49-7 0 0 0,-156-6 0 0 0,192 1 0 0 0,-89 4 0 0 0,43 2 0 0 0,-4 0 0 0 0,-46 1 6 0 0,27-2-110 0 0,-69 14 50 0 0,104-13 54 0 0,51-3 0 0 0,-64-4 0 0 0,50 2 0 0 0,-9-2 0 0 0,-73-1 0 0 0,-41 13-64 0 0,105-4 64 0 0,19-1 0 0 0,-164 1 0 0 0,138-4 0 0 0,-10 0 35 0 0,-80 2 58 0 0,45 12-157 0 0,85-10 48 0 0,0-1 0 0 0,0-2 0 0 0,-47-6 0 0 0,-22-10 16 0 0,69 9 0 0 0,-222-49 0 0 0,104 19 0 0 0,17 5 0 0 0,80 14 0 0 0,37 12 0 0 0,0-1 0 0 0,1-1 0 0 0,-1 0 0 0 0,1-2 0 0 0,-29-18 0 0 0,25 14 0 0 0,6 2 0 0 0,-23-18 0 0 0,14 9 0 0 0,-7-6-26 0 0,-10-7-12 0 0,9 9 3 0 0,-60-55-1 0 0,87 71 43 0 0,-34-33-60 0 0,38 37 47 0 0,1 0 1 0 0,-1-1-1 0 0,1 1 0 0 0,0-1 1 0 0,1 0-1 0 0,-1-1 0 0 0,1 1 0 0 0,-3-8 1 0 0,-12-24-19 0 0,9 25 24 0 0,-25-46 0 0 0,17 26-9 0 0,-36-81-46 0 0,50 105 44 0 0,1 0-1 0 0,0-1 1 0 0,-1-17 0 0 0,-1-4-53 0 0,0 13 25 0 0,1 0-1 0 0,1 0 1 0 0,1 0-1 0 0,0 0 1 0 0,1 0-1 0 0,2-1 1 0 0,-1 1 0 0 0,7-23-1 0 0,-6 20-102 0 0,-2 19 124 0 0,0 0 0 0 0,0 0 0 0 0,0 0 1 0 0,0 0-1 0 0,1 0 0 0 0,-1 0 0 0 0,0 0 0 0 0,1 1 0 0 0,0-1 0 0 0,-1 0 0 0 0,1 0 0 0 0,2-3 1 0 0,0 1 3 0 0,0-1 1 0 0,0 0-1 0 0,0 0 1 0 0,0 0-1 0 0,-1 0 1 0 0,0 0-1 0 0,0-1 1 0 0,2-5-1 0 0,-1 3-128 0 0,1 0 0 0 0,0-1 0 0 0,0 2 0 0 0,11-15 0 0 0,-7 10 255 0 0,-3 4-86 0 0,7-11-30 0 0,0 0 1 0 0,2 1-1 0 0,0 0 0 0 0,27-25 0 0 0,-19 20 4 0 0,-18 18-14 0 0,1 0-1 0 0,0 0 1 0 0,0 0-1 0 0,9-6 1 0 0,1 0-15 0 0,0 0 1 0 0,15-17-1 0 0,-16 15 6 0 0,1 1 0 0 0,21-16-1 0 0,29-20-102 0 0,-32 25 79 0 0,53-49 1 0 0,-24 18 45 0 0,-50 45 0 0 0,0 0 0 0 0,0 0 0 0 0,1 1 0 0 0,0 1 0 0 0,22-9 0 0 0,-14 7 0 0 0,36-21 0 0 0,-14 7 0 0 0,75-45 0 0 0,-102 58 0 0 0,1 0 0 0 0,23-21 0 0 0,-27 19 0 0 0,1 2 0 0 0,0 0 0 0 0,1 1 0 0 0,17-10 0 0 0,-26 17 0 0 0,-1-2 0 0 0,1 1 0 0 0,-1-1 0 0 0,5-4 0 0 0,18-11 0 0 0,-23 15 0 0 0,0 1 0 0 0,0-1 0 0 0,-1 1 0 0 0,1-1 0 0 0,-1-1 0 0 0,5-4 0 0 0,-4 4 0 0 0,0-1 0 0 0,0 1 0 0 0,12-8 0 0 0,40-26 13 0 0,14-9 40 0 0,-59 41-75 0 0,31-16-30 0 0,-9 7 52 0 0,-15 6 0 0 0,30-9 0 0 0,-37 14 0 0 0,0 0 0 0 0,0-1 0 0 0,-1 0 0 0 0,12-8 0 0 0,-11 7 0 0 0,0-1 0 0 0,0 2 0 0 0,15-6 0 0 0,27-10 0 0 0,-37 14 0 0 0,7-2 0 0 0,-16 8 0 0 0,0-2 0 0 0,0 1 0 0 0,12-9 0 0 0,-10 7 0 0 0,-6 2 0 0 0,0 1 0 0 0,0-1 0 0 0,0 1 0 0 0,0-1 0 0 0,5-6 0 0 0,-4 6 0 0 0,0-1 0 0 0,1 1 0 0 0,-1 0 0 0 0,1 0 0 0 0,-1 1 0 0 0,1 0 0 0 0,0 0 0 0 0,9-2 0 0 0,8-6 0 0 0,-18 9 0 0 0,0 0 0 0 0,1-1 0 0 0,-1 1 0 0 0,0-1 0 0 0,0 0 0 0 0,0-1 0 0 0,10-5 0 0 0,5-3 0 0 0,-1 2 0 0 0,-13 5 0 0 0,0 1 0 0 0,15-5 0 0 0,-19 8 0 0 0,3-2 0 0 0,8-9 0 0 0,-9 7 0 0 0,0 0 0 0 0,0 1 0 0 0,1-1 0 0 0,0 1 0 0 0,0 0 0 0 0,7-3 0 0 0,14-10 0 0 0,-16 9 0 0 0,0 1 0 0 0,0 0 0 0 0,18-7 0 0 0,6-3 0 0 0,-17 10 0 0 0,-13 5 0 0 0,1 0 0 0 0,0-1 0 0 0,-1 1 0 0 0,0-1 0 0 0,1 0 0 0 0,3-3 0 0 0,-2 1 0 0 0,-3 2 0 0 0,0 1 0 0 0,0-1 0 0 0,0 1 0 0 0,0 0 0 0 0,1-1 0 0 0,5 0 0 0 0,26-5 0 0 0,49-12 0 0 0,-81 18-6 0 0,0 1 0 0 0,0-1 0 0 0,0 1 0 0 0,0 0 0 0 0,0 0 0 0 0,4 0 0 0 0,20 1-16 0 0,-24 0 22 0 0,15-2 0 0 0,42-2 0 0 0,11 0 0 0 0,-62 2-17 0 0,87-6 173 0 0,-86 8-227 0 0,21 1 75 0 0,-19-1-4 0 0,-3 2 0 0 0,-2-2 11 0 0,-4-2-131 0 0,0 1 0 0 0,0-1 0 0 0,0 0 0 0 0,-1 0-1 0 0,1 0 1 0 0,0 0 0 0 0,-1 0 0 0 0,1 0 0 0 0,-1-1 0 0 0,1 1 0 0 0,-1-1 0 0 0,0 0 0 0 0,0 0-1 0 0,4-4 1 0 0,9-6-4943 0 0,2 1-1818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61AC39-F736-4EC7-B04C-6E29A3CD4AC8}" type="datetimeFigureOut">
              <a:rPr lang="zh-CN" altLang="en-US" smtClean="0"/>
              <a:t>2026/3/8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97A32B-B1EA-4C6B-AAB6-0303326BB3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04555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E001E62-D991-4ED4-BFF3-EF64CEF0F55F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52021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97A32B-B1EA-4C6B-AAB6-0303326BB354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12831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97A32B-B1EA-4C6B-AAB6-0303326BB354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78160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97A32B-B1EA-4C6B-AAB6-0303326BB354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916103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97A32B-B1EA-4C6B-AAB6-0303326BB354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1510181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97A32B-B1EA-4C6B-AAB6-0303326BB354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9134300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97A32B-B1EA-4C6B-AAB6-0303326BB354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156484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97A32B-B1EA-4C6B-AAB6-0303326BB354}" type="slidenum">
              <a:rPr lang="zh-CN" altLang="en-US" smtClean="0"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894906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97A32B-B1EA-4C6B-AAB6-0303326BB354}" type="slidenum">
              <a:rPr lang="zh-CN" altLang="en-US" smtClean="0"/>
              <a:t>46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341423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97A32B-B1EA-4C6B-AAB6-0303326BB354}" type="slidenum">
              <a:rPr lang="zh-CN" altLang="en-US" smtClean="0"/>
              <a:t>49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6400463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97A32B-B1EA-4C6B-AAB6-0303326BB354}" type="slidenum">
              <a:rPr lang="zh-CN" altLang="en-US" smtClean="0"/>
              <a:t>50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145136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97A32B-B1EA-4C6B-AAB6-0303326BB354}" type="slidenum">
              <a:rPr lang="zh-CN" altLang="en-US" smtClean="0"/>
              <a:t>51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721932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97A32B-B1EA-4C6B-AAB6-0303326BB354}" type="slidenum">
              <a:rPr lang="zh-CN" altLang="en-US" smtClean="0"/>
              <a:t>54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099874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97A32B-B1EA-4C6B-AAB6-0303326BB354}" type="slidenum">
              <a:rPr lang="zh-CN" altLang="en-US" smtClean="0"/>
              <a:t>59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094310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97A32B-B1EA-4C6B-AAB6-0303326BB354}" type="slidenum">
              <a:rPr lang="zh-CN" altLang="en-US" smtClean="0"/>
              <a:t>69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429196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√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97A32B-B1EA-4C6B-AAB6-0303326BB354}" type="slidenum">
              <a:rPr lang="zh-CN" altLang="en-US" smtClean="0"/>
              <a:t>70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48393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97A32B-B1EA-4C6B-AAB6-0303326BB354}" type="slidenum">
              <a:rPr lang="zh-CN" altLang="en-US" smtClean="0"/>
              <a:t>76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993075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97A32B-B1EA-4C6B-AAB6-0303326BB354}" type="slidenum">
              <a:rPr lang="zh-CN" altLang="en-US" smtClean="0"/>
              <a:t>77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48458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Pr>
        <a:solidFill>
          <a:schemeClr val="bg2">
            <a:alpha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 bwMode="white">
          <a:xfrm>
            <a:off x="0" y="5971032"/>
            <a:ext cx="12192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0" name="矩形 9"/>
          <p:cNvSpPr/>
          <p:nvPr/>
        </p:nvSpPr>
        <p:spPr>
          <a:xfrm>
            <a:off x="-12192" y="6053328"/>
            <a:ext cx="2999232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1" name="矩形 10"/>
          <p:cNvSpPr/>
          <p:nvPr/>
        </p:nvSpPr>
        <p:spPr>
          <a:xfrm>
            <a:off x="3145536" y="6044184"/>
            <a:ext cx="9046464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8" name="标题 7"/>
          <p:cNvSpPr>
            <a:spLocks noGrp="1"/>
          </p:cNvSpPr>
          <p:nvPr>
            <p:ph type="ctrTitle"/>
          </p:nvPr>
        </p:nvSpPr>
        <p:spPr>
          <a:xfrm>
            <a:off x="3149600" y="4038600"/>
            <a:ext cx="8636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9" name="副标题 8"/>
          <p:cNvSpPr>
            <a:spLocks noGrp="1"/>
          </p:cNvSpPr>
          <p:nvPr>
            <p:ph type="subTitle" idx="1"/>
          </p:nvPr>
        </p:nvSpPr>
        <p:spPr>
          <a:xfrm>
            <a:off x="3149600" y="6050037"/>
            <a:ext cx="89408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zh-CN" altLang="en-US"/>
              <a:t>单击此处编辑母版副标题样式</a:t>
            </a:r>
            <a:endParaRPr kumimoji="0" lang="en-US"/>
          </a:p>
        </p:txBody>
      </p:sp>
      <p:sp>
        <p:nvSpPr>
          <p:cNvPr id="28" name="日期占位符 27"/>
          <p:cNvSpPr>
            <a:spLocks noGrp="1"/>
          </p:cNvSpPr>
          <p:nvPr>
            <p:ph type="dt" sz="half" idx="10"/>
          </p:nvPr>
        </p:nvSpPr>
        <p:spPr>
          <a:xfrm>
            <a:off x="101600" y="6068699"/>
            <a:ext cx="2743200" cy="685800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fld id="{EB153BA2-96BB-47EA-B105-F0620427BFC0}" type="datetime1">
              <a:rPr lang="zh-CN" altLang="en-US" smtClean="0"/>
              <a:t>2026/3/8</a:t>
            </a:fld>
            <a:endParaRPr lang="zh-CN" alt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6864" y="228600"/>
            <a:ext cx="10871200" cy="990600"/>
          </a:xfrm>
          <a:ln>
            <a:solidFill>
              <a:schemeClr val="accent2"/>
            </a:solidFill>
          </a:ln>
        </p:spPr>
        <p:txBody>
          <a:bodyPr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8" name="内容占位符 7"/>
          <p:cNvSpPr>
            <a:spLocks noGrp="1"/>
          </p:cNvSpPr>
          <p:nvPr>
            <p:ph sz="quarter" idx="1"/>
          </p:nvPr>
        </p:nvSpPr>
        <p:spPr>
          <a:xfrm>
            <a:off x="816864" y="1600200"/>
            <a:ext cx="10871200" cy="4925144"/>
          </a:xfrm>
          <a:ln>
            <a:solidFill>
              <a:schemeClr val="accent1"/>
            </a:solidFill>
          </a:ln>
        </p:spPr>
        <p:txBody>
          <a:bodyPr/>
          <a:lstStyle/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828801" y="2743200"/>
            <a:ext cx="9497484" cy="1673225"/>
          </a:xfrm>
        </p:spPr>
        <p:txBody>
          <a:bodyPr anchor="t"/>
          <a:lstStyle>
            <a:lvl1pPr marL="514350" indent="-514350">
              <a:buFont typeface="+mj-lt"/>
              <a:buAutoNum type="arabicPeriod"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</a:p>
        </p:txBody>
      </p:sp>
      <p:sp>
        <p:nvSpPr>
          <p:cNvPr id="7" name="矩形 6"/>
          <p:cNvSpPr/>
          <p:nvPr/>
        </p:nvSpPr>
        <p:spPr bwMode="white">
          <a:xfrm>
            <a:off x="0" y="1524000"/>
            <a:ext cx="12192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8" name="矩形 7"/>
          <p:cNvSpPr/>
          <p:nvPr/>
        </p:nvSpPr>
        <p:spPr>
          <a:xfrm>
            <a:off x="0" y="1600200"/>
            <a:ext cx="17272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9" name="矩形 8"/>
          <p:cNvSpPr/>
          <p:nvPr/>
        </p:nvSpPr>
        <p:spPr>
          <a:xfrm>
            <a:off x="1828800" y="1600200"/>
            <a:ext cx="103632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828800" y="1600200"/>
            <a:ext cx="1016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9" name="内容占位符 8"/>
          <p:cNvSpPr>
            <a:spLocks noGrp="1"/>
          </p:cNvSpPr>
          <p:nvPr>
            <p:ph sz="quarter" idx="1"/>
          </p:nvPr>
        </p:nvSpPr>
        <p:spPr>
          <a:xfrm>
            <a:off x="812800" y="1589567"/>
            <a:ext cx="5181600" cy="4935777"/>
          </a:xfrm>
        </p:spPr>
        <p:txBody>
          <a:bodyPr/>
          <a:lstStyle/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11" name="内容占位符 10"/>
          <p:cNvSpPr>
            <a:spLocks noGrp="1"/>
          </p:cNvSpPr>
          <p:nvPr>
            <p:ph sz="quarter" idx="2"/>
          </p:nvPr>
        </p:nvSpPr>
        <p:spPr>
          <a:xfrm>
            <a:off x="6459868" y="1589567"/>
            <a:ext cx="5181600" cy="4935777"/>
          </a:xfrm>
        </p:spPr>
        <p:txBody>
          <a:bodyPr/>
          <a:lstStyle/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11200" y="273050"/>
            <a:ext cx="10871200" cy="8699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11" name="内容占位符 10"/>
          <p:cNvSpPr>
            <a:spLocks noGrp="1"/>
          </p:cNvSpPr>
          <p:nvPr>
            <p:ph sz="quarter" idx="2"/>
          </p:nvPr>
        </p:nvSpPr>
        <p:spPr>
          <a:xfrm>
            <a:off x="812800" y="2438400"/>
            <a:ext cx="5181600" cy="4158952"/>
          </a:xfrm>
        </p:spPr>
        <p:txBody>
          <a:bodyPr/>
          <a:lstStyle/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13" name="内容占位符 12"/>
          <p:cNvSpPr>
            <a:spLocks noGrp="1"/>
          </p:cNvSpPr>
          <p:nvPr>
            <p:ph sz="quarter" idx="4"/>
          </p:nvPr>
        </p:nvSpPr>
        <p:spPr>
          <a:xfrm>
            <a:off x="6400800" y="2438400"/>
            <a:ext cx="5181600" cy="4158952"/>
          </a:xfrm>
        </p:spPr>
        <p:txBody>
          <a:bodyPr/>
          <a:lstStyle/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16" name="文本占位符 15"/>
          <p:cNvSpPr>
            <a:spLocks noGrp="1"/>
          </p:cNvSpPr>
          <p:nvPr>
            <p:ph type="body" sz="quarter" idx="1"/>
          </p:nvPr>
        </p:nvSpPr>
        <p:spPr>
          <a:xfrm>
            <a:off x="812800" y="1752600"/>
            <a:ext cx="51816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</a:p>
        </p:txBody>
      </p:sp>
      <p:sp>
        <p:nvSpPr>
          <p:cNvPr id="15" name="文本占位符 14"/>
          <p:cNvSpPr>
            <a:spLocks noGrp="1"/>
          </p:cNvSpPr>
          <p:nvPr>
            <p:ph type="body" sz="quarter" idx="3"/>
          </p:nvPr>
        </p:nvSpPr>
        <p:spPr>
          <a:xfrm>
            <a:off x="6400800" y="1752600"/>
            <a:ext cx="51816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2800" y="273050"/>
            <a:ext cx="107696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2"/>
          </p:nvPr>
        </p:nvSpPr>
        <p:spPr>
          <a:xfrm>
            <a:off x="812800" y="1752600"/>
            <a:ext cx="2133600" cy="4772744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</a:p>
        </p:txBody>
      </p:sp>
      <p:sp>
        <p:nvSpPr>
          <p:cNvPr id="9" name="内容占位符 8"/>
          <p:cNvSpPr>
            <a:spLocks noGrp="1"/>
          </p:cNvSpPr>
          <p:nvPr>
            <p:ph sz="quarter" idx="1"/>
          </p:nvPr>
        </p:nvSpPr>
        <p:spPr>
          <a:xfrm>
            <a:off x="3149600" y="1752600"/>
            <a:ext cx="8534400" cy="4856476"/>
          </a:xfrm>
        </p:spPr>
        <p:txBody>
          <a:bodyPr/>
          <a:lstStyle/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133600" y="5486400"/>
            <a:ext cx="97536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</a:p>
        </p:txBody>
      </p:sp>
      <p:sp>
        <p:nvSpPr>
          <p:cNvPr id="8" name="矩形 7"/>
          <p:cNvSpPr/>
          <p:nvPr/>
        </p:nvSpPr>
        <p:spPr bwMode="white">
          <a:xfrm>
            <a:off x="-12192" y="4572000"/>
            <a:ext cx="12192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9" name="矩形 8"/>
          <p:cNvSpPr/>
          <p:nvPr/>
        </p:nvSpPr>
        <p:spPr>
          <a:xfrm>
            <a:off x="-12192" y="4663440"/>
            <a:ext cx="1950720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0" name="矩形 9"/>
          <p:cNvSpPr/>
          <p:nvPr/>
        </p:nvSpPr>
        <p:spPr>
          <a:xfrm>
            <a:off x="2060448" y="4654296"/>
            <a:ext cx="10131552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33600" y="4648200"/>
            <a:ext cx="9753600" cy="6858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11" name="矩形 10"/>
          <p:cNvSpPr/>
          <p:nvPr/>
        </p:nvSpPr>
        <p:spPr bwMode="white">
          <a:xfrm>
            <a:off x="1930400" y="0"/>
            <a:ext cx="134112" cy="68671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080768" y="0"/>
            <a:ext cx="10111232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zh-CN" altLang="en-US"/>
              <a:t>单击图标添加图片</a:t>
            </a:r>
            <a:endParaRPr kumimoji="0"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128000" y="6248401"/>
            <a:ext cx="3556000" cy="365125"/>
          </a:xfrm>
          <a:prstGeom prst="rect">
            <a:avLst/>
          </a:prstGeom>
        </p:spPr>
        <p:txBody>
          <a:bodyPr/>
          <a:lstStyle/>
          <a:p>
            <a:fld id="{480E90F2-053E-4EB7-B7E5-22A88E210A22}" type="datetime1">
              <a:rPr lang="zh-CN" altLang="en-US" smtClean="0"/>
              <a:t>2026/3/8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812801" y="6248207"/>
            <a:ext cx="7228111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37600" y="609601"/>
            <a:ext cx="2743200" cy="5516563"/>
          </a:xfrm>
        </p:spPr>
        <p:txBody>
          <a:bodyPr vert="eaVert"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609600"/>
            <a:ext cx="7416800" cy="5516564"/>
          </a:xfrm>
        </p:spPr>
        <p:txBody>
          <a:bodyPr vert="eaVert"/>
          <a:lstStyle/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737600" y="6248403"/>
            <a:ext cx="2946400" cy="365125"/>
          </a:xfrm>
          <a:prstGeom prst="rect">
            <a:avLst/>
          </a:prstGeom>
        </p:spPr>
        <p:txBody>
          <a:bodyPr/>
          <a:lstStyle/>
          <a:p>
            <a:fld id="{4908D812-4990-4D46-A693-3F386089984B}" type="datetime1">
              <a:rPr lang="zh-CN" altLang="en-US" smtClean="0"/>
              <a:t>2026/3/8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609602" y="6248208"/>
            <a:ext cx="7431311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/>
          <p:cNvSpPr/>
          <p:nvPr/>
        </p:nvSpPr>
        <p:spPr bwMode="white">
          <a:xfrm>
            <a:off x="8128424" y="0"/>
            <a:ext cx="42672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8" name="矩形 7"/>
          <p:cNvSpPr/>
          <p:nvPr/>
        </p:nvSpPr>
        <p:spPr>
          <a:xfrm>
            <a:off x="8189384" y="609600"/>
            <a:ext cx="3048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9" name="矩形 8"/>
          <p:cNvSpPr/>
          <p:nvPr/>
        </p:nvSpPr>
        <p:spPr>
          <a:xfrm>
            <a:off x="8189384" y="0"/>
            <a:ext cx="3048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标题占位符 21"/>
          <p:cNvSpPr>
            <a:spLocks noGrp="1"/>
          </p:cNvSpPr>
          <p:nvPr>
            <p:ph type="title"/>
          </p:nvPr>
        </p:nvSpPr>
        <p:spPr>
          <a:xfrm>
            <a:off x="812800" y="228600"/>
            <a:ext cx="10871200" cy="990600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vert="horz" anchor="ctr">
            <a:normAutofit/>
          </a:bodyPr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13" name="文本占位符 12"/>
          <p:cNvSpPr>
            <a:spLocks noGrp="1"/>
          </p:cNvSpPr>
          <p:nvPr>
            <p:ph type="body" idx="1"/>
          </p:nvPr>
        </p:nvSpPr>
        <p:spPr>
          <a:xfrm>
            <a:off x="816864" y="1600200"/>
            <a:ext cx="10871200" cy="4853136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zh-CN" altLang="en-US"/>
              <a:t>单击此处编辑母版文本样式</a:t>
            </a:r>
          </a:p>
          <a:p>
            <a:pPr lvl="1" eaLnBrk="1" latinLnBrk="0" hangingPunct="1"/>
            <a:r>
              <a:rPr kumimoji="0" lang="zh-CN" altLang="en-US"/>
              <a:t>第二级</a:t>
            </a:r>
          </a:p>
          <a:p>
            <a:pPr lvl="2" eaLnBrk="1" latinLnBrk="0" hangingPunct="1"/>
            <a:r>
              <a:rPr kumimoji="0" lang="zh-CN" altLang="en-US"/>
              <a:t>第三级</a:t>
            </a:r>
          </a:p>
          <a:p>
            <a:pPr lvl="3" eaLnBrk="1" latinLnBrk="0" hangingPunct="1"/>
            <a:r>
              <a:rPr kumimoji="0" lang="zh-CN" altLang="en-US"/>
              <a:t>第四级</a:t>
            </a:r>
          </a:p>
          <a:p>
            <a:pPr lvl="4" eaLnBrk="1" latinLnBrk="0" hangingPunct="1"/>
            <a:r>
              <a:rPr kumimoji="0" lang="zh-CN" altLang="en-US"/>
              <a:t>第五级</a:t>
            </a:r>
            <a:endParaRPr kumimoji="0" lang="en-US"/>
          </a:p>
        </p:txBody>
      </p:sp>
      <p:sp>
        <p:nvSpPr>
          <p:cNvPr id="7" name="矩形 6"/>
          <p:cNvSpPr/>
          <p:nvPr/>
        </p:nvSpPr>
        <p:spPr bwMode="white">
          <a:xfrm>
            <a:off x="0" y="1234440"/>
            <a:ext cx="12192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8" name="矩形 7"/>
          <p:cNvSpPr/>
          <p:nvPr/>
        </p:nvSpPr>
        <p:spPr>
          <a:xfrm>
            <a:off x="0" y="1280160"/>
            <a:ext cx="7112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9" name="矩形 8"/>
          <p:cNvSpPr/>
          <p:nvPr/>
        </p:nvSpPr>
        <p:spPr>
          <a:xfrm>
            <a:off x="787400" y="1280160"/>
            <a:ext cx="1140460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4400" b="1" kern="1200">
          <a:solidFill>
            <a:schemeClr val="tx2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320040" indent="-320040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kumimoji="0" sz="29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kumimoji="0" sz="26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914400" indent="-228600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kumimoji="0" sz="23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371600" indent="-228600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kumimoji="0" sz="20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1828800" indent="-228600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kumimoji="0" sz="20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8.xml.rels><?xml version="1.0" encoding="UTF-8" standalone="yes"?>
<Relationships xmlns="http://schemas.openxmlformats.org/package/2006/relationships"><Relationship Id="rId13" Type="http://schemas.openxmlformats.org/officeDocument/2006/relationships/diagramQuickStyle" Target="../diagrams/quickStyle5.xml"/><Relationship Id="rId3" Type="http://schemas.openxmlformats.org/officeDocument/2006/relationships/notesSlide" Target="../notesSlides/notesSlide4.xml"/><Relationship Id="rId12" Type="http://schemas.openxmlformats.org/officeDocument/2006/relationships/diagramLayout" Target="../diagrams/layout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Relationship Id="rId11" Type="http://schemas.openxmlformats.org/officeDocument/2006/relationships/diagramData" Target="../diagrams/data5.xml"/><Relationship Id="rId15" Type="http://schemas.microsoft.com/office/2007/relationships/diagramDrawing" Target="../diagrams/drawing5.xml"/><Relationship Id="rId10" Type="http://schemas.openxmlformats.org/officeDocument/2006/relationships/image" Target="../media/image71.png"/><Relationship Id="rId4" Type="http://schemas.openxmlformats.org/officeDocument/2006/relationships/customXml" Target="../ink/ink1.xml"/><Relationship Id="rId14" Type="http://schemas.openxmlformats.org/officeDocument/2006/relationships/diagramColors" Target="../diagrams/colors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7" Type="http://schemas.openxmlformats.org/officeDocument/2006/relationships/image" Target="../media/image3.png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3.xml"/><Relationship Id="rId3" Type="http://schemas.openxmlformats.org/officeDocument/2006/relationships/image" Target="../media/image13.png"/><Relationship Id="rId7" Type="http://schemas.openxmlformats.org/officeDocument/2006/relationships/diagramColors" Target="../diagrams/colors1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6" Type="http://schemas.openxmlformats.org/officeDocument/2006/relationships/diagramQuickStyle" Target="../diagrams/quickStyle13.xml"/><Relationship Id="rId5" Type="http://schemas.openxmlformats.org/officeDocument/2006/relationships/diagramLayout" Target="../diagrams/layout13.xml"/><Relationship Id="rId4" Type="http://schemas.openxmlformats.org/officeDocument/2006/relationships/diagramData" Target="../diagrams/data13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diagramData" Target="../diagrams/data14.xml"/><Relationship Id="rId7" Type="http://schemas.microsoft.com/office/2007/relationships/diagramDrawing" Target="../diagrams/drawing14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14.xml"/><Relationship Id="rId5" Type="http://schemas.openxmlformats.org/officeDocument/2006/relationships/diagramQuickStyle" Target="../diagrams/quickStyle14.xml"/><Relationship Id="rId4" Type="http://schemas.openxmlformats.org/officeDocument/2006/relationships/diagramLayout" Target="../diagrams/layout1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5.xml"/><Relationship Id="rId7" Type="http://schemas.openxmlformats.org/officeDocument/2006/relationships/image" Target="../media/image15.png"/><Relationship Id="rId2" Type="http://schemas.openxmlformats.org/officeDocument/2006/relationships/diagramData" Target="../diagrams/data1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5.xml"/><Relationship Id="rId5" Type="http://schemas.openxmlformats.org/officeDocument/2006/relationships/diagramColors" Target="../diagrams/colors15.xml"/><Relationship Id="rId4" Type="http://schemas.openxmlformats.org/officeDocument/2006/relationships/diagramQuickStyle" Target="../diagrams/quickStyle1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6.xml"/><Relationship Id="rId7" Type="http://schemas.openxmlformats.org/officeDocument/2006/relationships/image" Target="../media/image19.jpg"/><Relationship Id="rId2" Type="http://schemas.openxmlformats.org/officeDocument/2006/relationships/diagramData" Target="../diagrams/data1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6.xml"/><Relationship Id="rId5" Type="http://schemas.openxmlformats.org/officeDocument/2006/relationships/diagramColors" Target="../diagrams/colors16.xml"/><Relationship Id="rId4" Type="http://schemas.openxmlformats.org/officeDocument/2006/relationships/diagramQuickStyle" Target="../diagrams/quickStyle16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18.xml"/><Relationship Id="rId13" Type="http://schemas.openxmlformats.org/officeDocument/2006/relationships/image" Target="../media/image19.jpg"/><Relationship Id="rId3" Type="http://schemas.openxmlformats.org/officeDocument/2006/relationships/diagramData" Target="../diagrams/data17.xml"/><Relationship Id="rId7" Type="http://schemas.microsoft.com/office/2007/relationships/diagramDrawing" Target="../diagrams/drawing17.xml"/><Relationship Id="rId12" Type="http://schemas.microsoft.com/office/2007/relationships/diagramDrawing" Target="../diagrams/drawing18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7.xml"/><Relationship Id="rId11" Type="http://schemas.openxmlformats.org/officeDocument/2006/relationships/diagramColors" Target="../diagrams/colors18.xml"/><Relationship Id="rId5" Type="http://schemas.openxmlformats.org/officeDocument/2006/relationships/diagramQuickStyle" Target="../diagrams/quickStyle17.xml"/><Relationship Id="rId10" Type="http://schemas.openxmlformats.org/officeDocument/2006/relationships/diagramQuickStyle" Target="../diagrams/quickStyle18.xml"/><Relationship Id="rId4" Type="http://schemas.openxmlformats.org/officeDocument/2006/relationships/diagramLayout" Target="../diagrams/layout17.xml"/><Relationship Id="rId9" Type="http://schemas.openxmlformats.org/officeDocument/2006/relationships/diagramLayout" Target="../diagrams/layout18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customXml" Target="../ink/ink5.xml"/><Relationship Id="rId13" Type="http://schemas.openxmlformats.org/officeDocument/2006/relationships/image" Target="../media/image170.png"/><Relationship Id="rId3" Type="http://schemas.openxmlformats.org/officeDocument/2006/relationships/image" Target="../media/image13.emf"/><Relationship Id="rId7" Type="http://schemas.openxmlformats.org/officeDocument/2006/relationships/image" Target="../media/image140.png"/><Relationship Id="rId12" Type="http://schemas.openxmlformats.org/officeDocument/2006/relationships/customXml" Target="../ink/ink7.xml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4.xml"/><Relationship Id="rId11" Type="http://schemas.openxmlformats.org/officeDocument/2006/relationships/image" Target="../media/image160.png"/><Relationship Id="rId5" Type="http://schemas.openxmlformats.org/officeDocument/2006/relationships/image" Target="../media/image14.emf"/><Relationship Id="rId15" Type="http://schemas.openxmlformats.org/officeDocument/2006/relationships/image" Target="../media/image180.png"/><Relationship Id="rId10" Type="http://schemas.openxmlformats.org/officeDocument/2006/relationships/customXml" Target="../ink/ink6.xml"/><Relationship Id="rId4" Type="http://schemas.openxmlformats.org/officeDocument/2006/relationships/customXml" Target="../ink/ink3.xml"/><Relationship Id="rId9" Type="http://schemas.openxmlformats.org/officeDocument/2006/relationships/image" Target="../media/image150.png"/><Relationship Id="rId14" Type="http://schemas.openxmlformats.org/officeDocument/2006/relationships/customXml" Target="../ink/ink8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9.xml"/><Relationship Id="rId2" Type="http://schemas.openxmlformats.org/officeDocument/2006/relationships/diagramData" Target="../diagrams/data1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9.xml"/><Relationship Id="rId5" Type="http://schemas.openxmlformats.org/officeDocument/2006/relationships/diagramColors" Target="../diagrams/colors19.xml"/><Relationship Id="rId4" Type="http://schemas.openxmlformats.org/officeDocument/2006/relationships/diagramQuickStyle" Target="../diagrams/quickStyle19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0.xml"/><Relationship Id="rId2" Type="http://schemas.openxmlformats.org/officeDocument/2006/relationships/diagramData" Target="../diagrams/data2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0.xml"/><Relationship Id="rId5" Type="http://schemas.openxmlformats.org/officeDocument/2006/relationships/diagramColors" Target="../diagrams/colors20.xml"/><Relationship Id="rId4" Type="http://schemas.openxmlformats.org/officeDocument/2006/relationships/diagramQuickStyle" Target="../diagrams/quickStyle20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1.xml"/><Relationship Id="rId2" Type="http://schemas.openxmlformats.org/officeDocument/2006/relationships/diagramData" Target="../diagrams/data2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1.xml"/><Relationship Id="rId5" Type="http://schemas.openxmlformats.org/officeDocument/2006/relationships/diagramColors" Target="../diagrams/colors21.xml"/><Relationship Id="rId4" Type="http://schemas.openxmlformats.org/officeDocument/2006/relationships/diagramQuickStyle" Target="../diagrams/quickStyle2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2.xml"/><Relationship Id="rId2" Type="http://schemas.openxmlformats.org/officeDocument/2006/relationships/diagramData" Target="../diagrams/data22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2.xml"/><Relationship Id="rId5" Type="http://schemas.openxmlformats.org/officeDocument/2006/relationships/diagramColors" Target="../diagrams/colors22.xml"/><Relationship Id="rId4" Type="http://schemas.openxmlformats.org/officeDocument/2006/relationships/diagramQuickStyle" Target="../diagrams/quickStyle2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3.xml"/><Relationship Id="rId2" Type="http://schemas.openxmlformats.org/officeDocument/2006/relationships/diagramData" Target="../diagrams/data23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3.xml"/><Relationship Id="rId5" Type="http://schemas.openxmlformats.org/officeDocument/2006/relationships/diagramColors" Target="../diagrams/colors23.xml"/><Relationship Id="rId4" Type="http://schemas.openxmlformats.org/officeDocument/2006/relationships/diagramQuickStyle" Target="../diagrams/quickStyle23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4.xml"/><Relationship Id="rId2" Type="http://schemas.openxmlformats.org/officeDocument/2006/relationships/diagramData" Target="../diagrams/data24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4.xml"/><Relationship Id="rId5" Type="http://schemas.openxmlformats.org/officeDocument/2006/relationships/diagramColors" Target="../diagrams/colors24.xml"/><Relationship Id="rId4" Type="http://schemas.openxmlformats.org/officeDocument/2006/relationships/diagramQuickStyle" Target="../diagrams/quickStyle24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5.xml"/><Relationship Id="rId7" Type="http://schemas.openxmlformats.org/officeDocument/2006/relationships/image" Target="../media/image20.png"/><Relationship Id="rId2" Type="http://schemas.openxmlformats.org/officeDocument/2006/relationships/diagramData" Target="../diagrams/data25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5.xml"/><Relationship Id="rId5" Type="http://schemas.openxmlformats.org/officeDocument/2006/relationships/diagramColors" Target="../diagrams/colors25.xml"/><Relationship Id="rId4" Type="http://schemas.openxmlformats.org/officeDocument/2006/relationships/diagramQuickStyle" Target="../diagrams/quickStyle25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6.xml"/><Relationship Id="rId7" Type="http://schemas.openxmlformats.org/officeDocument/2006/relationships/image" Target="../media/image15.png"/><Relationship Id="rId2" Type="http://schemas.openxmlformats.org/officeDocument/2006/relationships/diagramData" Target="../diagrams/data2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6.xml"/><Relationship Id="rId5" Type="http://schemas.openxmlformats.org/officeDocument/2006/relationships/diagramColors" Target="../diagrams/colors26.xml"/><Relationship Id="rId4" Type="http://schemas.openxmlformats.org/officeDocument/2006/relationships/diagramQuickStyle" Target="../diagrams/quickStyle26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customXml" Target="../ink/ink9.xml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0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7.xml"/><Relationship Id="rId2" Type="http://schemas.openxmlformats.org/officeDocument/2006/relationships/diagramData" Target="../diagrams/data2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7.xml"/><Relationship Id="rId5" Type="http://schemas.openxmlformats.org/officeDocument/2006/relationships/diagramColors" Target="../diagrams/colors27.xml"/><Relationship Id="rId4" Type="http://schemas.openxmlformats.org/officeDocument/2006/relationships/diagramQuickStyle" Target="../diagrams/quickStyle27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8.xml"/><Relationship Id="rId7" Type="http://schemas.microsoft.com/office/2007/relationships/diagramDrawing" Target="../diagrams/drawing28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8.xml"/><Relationship Id="rId5" Type="http://schemas.openxmlformats.org/officeDocument/2006/relationships/diagramQuickStyle" Target="../diagrams/quickStyle28.xml"/><Relationship Id="rId4" Type="http://schemas.openxmlformats.org/officeDocument/2006/relationships/diagramLayout" Target="../diagrams/layout28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9.xml"/><Relationship Id="rId2" Type="http://schemas.openxmlformats.org/officeDocument/2006/relationships/diagramData" Target="../diagrams/data2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9.xml"/><Relationship Id="rId5" Type="http://schemas.openxmlformats.org/officeDocument/2006/relationships/diagramColors" Target="../diagrams/colors29.xml"/><Relationship Id="rId4" Type="http://schemas.openxmlformats.org/officeDocument/2006/relationships/diagramQuickStyle" Target="../diagrams/quickStyle29.xml"/></Relationships>
</file>

<file path=ppt/slides/_rels/slide66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31.xml"/><Relationship Id="rId3" Type="http://schemas.openxmlformats.org/officeDocument/2006/relationships/diagramLayout" Target="../diagrams/layout30.xml"/><Relationship Id="rId7" Type="http://schemas.openxmlformats.org/officeDocument/2006/relationships/diagramData" Target="../diagrams/data31.xml"/><Relationship Id="rId2" Type="http://schemas.openxmlformats.org/officeDocument/2006/relationships/diagramData" Target="../diagrams/data3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0.xml"/><Relationship Id="rId11" Type="http://schemas.microsoft.com/office/2007/relationships/diagramDrawing" Target="../diagrams/drawing31.xml"/><Relationship Id="rId5" Type="http://schemas.openxmlformats.org/officeDocument/2006/relationships/diagramColors" Target="../diagrams/colors30.xml"/><Relationship Id="rId10" Type="http://schemas.openxmlformats.org/officeDocument/2006/relationships/diagramColors" Target="../diagrams/colors31.xml"/><Relationship Id="rId4" Type="http://schemas.openxmlformats.org/officeDocument/2006/relationships/diagramQuickStyle" Target="../diagrams/quickStyle30.xml"/><Relationship Id="rId9" Type="http://schemas.openxmlformats.org/officeDocument/2006/relationships/diagramQuickStyle" Target="../diagrams/quickStyle31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33.xml"/><Relationship Id="rId3" Type="http://schemas.openxmlformats.org/officeDocument/2006/relationships/diagramData" Target="../diagrams/data32.xml"/><Relationship Id="rId7" Type="http://schemas.microsoft.com/office/2007/relationships/diagramDrawing" Target="../diagrams/drawing32.xml"/><Relationship Id="rId12" Type="http://schemas.microsoft.com/office/2007/relationships/diagramDrawing" Target="../diagrams/drawing33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Relationship Id="rId6" Type="http://schemas.openxmlformats.org/officeDocument/2006/relationships/diagramColors" Target="../diagrams/colors32.xml"/><Relationship Id="rId11" Type="http://schemas.openxmlformats.org/officeDocument/2006/relationships/diagramColors" Target="../diagrams/colors33.xml"/><Relationship Id="rId5" Type="http://schemas.openxmlformats.org/officeDocument/2006/relationships/diagramQuickStyle" Target="../diagrams/quickStyle32.xml"/><Relationship Id="rId10" Type="http://schemas.openxmlformats.org/officeDocument/2006/relationships/diagramQuickStyle" Target="../diagrams/quickStyle33.xml"/><Relationship Id="rId4" Type="http://schemas.openxmlformats.org/officeDocument/2006/relationships/diagramLayout" Target="../diagrams/layout32.xml"/><Relationship Id="rId9" Type="http://schemas.openxmlformats.org/officeDocument/2006/relationships/diagramLayout" Target="../diagrams/layout33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4.xml"/><Relationship Id="rId7" Type="http://schemas.microsoft.com/office/2007/relationships/diagramDrawing" Target="../diagrams/drawing34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4.xml"/><Relationship Id="rId5" Type="http://schemas.openxmlformats.org/officeDocument/2006/relationships/diagramQuickStyle" Target="../diagrams/quickStyle34.xml"/><Relationship Id="rId4" Type="http://schemas.openxmlformats.org/officeDocument/2006/relationships/diagramLayout" Target="../diagrams/layout34.xml"/></Relationships>
</file>

<file path=ppt/slides/_rels/slide71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36.xml"/><Relationship Id="rId3" Type="http://schemas.openxmlformats.org/officeDocument/2006/relationships/diagramLayout" Target="../diagrams/layout35.xml"/><Relationship Id="rId7" Type="http://schemas.openxmlformats.org/officeDocument/2006/relationships/diagramData" Target="../diagrams/data36.xml"/><Relationship Id="rId2" Type="http://schemas.openxmlformats.org/officeDocument/2006/relationships/diagramData" Target="../diagrams/data3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5.xml"/><Relationship Id="rId11" Type="http://schemas.microsoft.com/office/2007/relationships/diagramDrawing" Target="../diagrams/drawing36.xml"/><Relationship Id="rId5" Type="http://schemas.openxmlformats.org/officeDocument/2006/relationships/diagramColors" Target="../diagrams/colors35.xml"/><Relationship Id="rId10" Type="http://schemas.openxmlformats.org/officeDocument/2006/relationships/diagramColors" Target="../diagrams/colors36.xml"/><Relationship Id="rId4" Type="http://schemas.openxmlformats.org/officeDocument/2006/relationships/diagramQuickStyle" Target="../diagrams/quickStyle35.xml"/><Relationship Id="rId9" Type="http://schemas.openxmlformats.org/officeDocument/2006/relationships/diagramQuickStyle" Target="../diagrams/quickStyle36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7.xml"/><Relationship Id="rId2" Type="http://schemas.openxmlformats.org/officeDocument/2006/relationships/diagramData" Target="../diagrams/data37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37.xml"/><Relationship Id="rId5" Type="http://schemas.openxmlformats.org/officeDocument/2006/relationships/diagramColors" Target="../diagrams/colors37.xml"/><Relationship Id="rId4" Type="http://schemas.openxmlformats.org/officeDocument/2006/relationships/diagramQuickStyle" Target="../diagrams/quickStyle37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6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8.xml"/><Relationship Id="rId7" Type="http://schemas.microsoft.com/office/2007/relationships/diagramDrawing" Target="../diagrams/drawing38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38.xml"/><Relationship Id="rId5" Type="http://schemas.openxmlformats.org/officeDocument/2006/relationships/diagramQuickStyle" Target="../diagrams/quickStyle38.xml"/><Relationship Id="rId4" Type="http://schemas.openxmlformats.org/officeDocument/2006/relationships/diagramLayout" Target="../diagrams/layout38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9.xml"/><Relationship Id="rId7" Type="http://schemas.microsoft.com/office/2007/relationships/diagramDrawing" Target="../diagrams/drawing39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9.xml"/><Relationship Id="rId5" Type="http://schemas.openxmlformats.org/officeDocument/2006/relationships/diagramQuickStyle" Target="../diagrams/quickStyle39.xml"/><Relationship Id="rId4" Type="http://schemas.openxmlformats.org/officeDocument/2006/relationships/diagramLayout" Target="../diagrams/layout39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1" name="组合 410"/>
          <p:cNvGrpSpPr/>
          <p:nvPr/>
        </p:nvGrpSpPr>
        <p:grpSpPr>
          <a:xfrm>
            <a:off x="6955861" y="2322568"/>
            <a:ext cx="2204670" cy="2215011"/>
            <a:chOff x="6128821" y="1388791"/>
            <a:chExt cx="4182529" cy="4202150"/>
          </a:xfrm>
        </p:grpSpPr>
        <p:sp>
          <p:nvSpPr>
            <p:cNvPr id="419" name="Freeform 5"/>
            <p:cNvSpPr/>
            <p:nvPr/>
          </p:nvSpPr>
          <p:spPr bwMode="auto">
            <a:xfrm rot="10800000">
              <a:off x="6128821" y="2486791"/>
              <a:ext cx="2263538" cy="2006155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bg1">
                    <a:lumMod val="85000"/>
                  </a:schemeClr>
                </a:gs>
                <a:gs pos="100000">
                  <a:schemeClr val="bg1"/>
                </a:gs>
              </a:gsLst>
              <a:lin ang="2700000" scaled="1"/>
              <a:tileRect/>
            </a:gradFill>
            <a:ln w="38100">
              <a:gradFill flip="none" rotWithShape="1">
                <a:gsLst>
                  <a:gs pos="0">
                    <a:schemeClr val="bg1"/>
                  </a:gs>
                  <a:gs pos="100000">
                    <a:schemeClr val="bg1">
                      <a:lumMod val="85000"/>
                    </a:schemeClr>
                  </a:gs>
                </a:gsLst>
                <a:lin ang="2700000" scaled="1"/>
                <a:tileRect/>
              </a:gradFill>
            </a:ln>
            <a:effectLst>
              <a:outerShdw blurRad="88900" dist="101600" dir="2700000" algn="tl" rotWithShape="0">
                <a:prstClr val="black">
                  <a:alpha val="2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 b="1">
                <a:sym typeface="Arial" panose="020B0604020202020204" pitchFamily="34" charset="0"/>
              </a:endParaRPr>
            </a:p>
          </p:txBody>
        </p:sp>
        <p:sp>
          <p:nvSpPr>
            <p:cNvPr id="417" name="Freeform 5"/>
            <p:cNvSpPr/>
            <p:nvPr/>
          </p:nvSpPr>
          <p:spPr bwMode="auto">
            <a:xfrm rot="10800000">
              <a:off x="8047812" y="1388791"/>
              <a:ext cx="2263538" cy="2006155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bg1">
                    <a:lumMod val="85000"/>
                  </a:schemeClr>
                </a:gs>
                <a:gs pos="100000">
                  <a:schemeClr val="bg1"/>
                </a:gs>
              </a:gsLst>
              <a:lin ang="2700000" scaled="1"/>
              <a:tileRect/>
            </a:gradFill>
            <a:ln w="38100">
              <a:gradFill flip="none" rotWithShape="1">
                <a:gsLst>
                  <a:gs pos="0">
                    <a:schemeClr val="bg1"/>
                  </a:gs>
                  <a:gs pos="100000">
                    <a:schemeClr val="bg1">
                      <a:lumMod val="85000"/>
                    </a:schemeClr>
                  </a:gs>
                </a:gsLst>
                <a:lin ang="2700000" scaled="1"/>
                <a:tileRect/>
              </a:gradFill>
            </a:ln>
            <a:effectLst>
              <a:outerShdw blurRad="88900" dist="101600" dir="2700000" algn="tl" rotWithShape="0">
                <a:prstClr val="black">
                  <a:alpha val="2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 b="1">
                <a:sym typeface="Arial" panose="020B0604020202020204" pitchFamily="34" charset="0"/>
              </a:endParaRPr>
            </a:p>
          </p:txBody>
        </p:sp>
        <p:sp>
          <p:nvSpPr>
            <p:cNvPr id="415" name="Freeform 5"/>
            <p:cNvSpPr/>
            <p:nvPr/>
          </p:nvSpPr>
          <p:spPr bwMode="auto">
            <a:xfrm rot="10800000">
              <a:off x="8047812" y="3584786"/>
              <a:ext cx="2263538" cy="2006155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bg1">
                    <a:lumMod val="85000"/>
                  </a:schemeClr>
                </a:gs>
                <a:gs pos="100000">
                  <a:schemeClr val="bg1"/>
                </a:gs>
              </a:gsLst>
              <a:lin ang="2700000" scaled="1"/>
              <a:tileRect/>
            </a:gradFill>
            <a:ln w="38100">
              <a:gradFill flip="none" rotWithShape="1">
                <a:gsLst>
                  <a:gs pos="0">
                    <a:schemeClr val="bg1"/>
                  </a:gs>
                  <a:gs pos="100000">
                    <a:schemeClr val="bg1">
                      <a:lumMod val="85000"/>
                    </a:schemeClr>
                  </a:gs>
                </a:gsLst>
                <a:lin ang="2700000" scaled="1"/>
                <a:tileRect/>
              </a:gradFill>
            </a:ln>
            <a:effectLst>
              <a:outerShdw blurRad="88900" dist="101600" dir="2700000" algn="tl" rotWithShape="0">
                <a:prstClr val="black">
                  <a:alpha val="2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 b="1">
                <a:sym typeface="Arial" panose="020B0604020202020204" pitchFamily="34" charset="0"/>
              </a:endParaRP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6621629" y="668473"/>
            <a:ext cx="3939158" cy="5332075"/>
            <a:chOff x="6798609" y="-251869"/>
            <a:chExt cx="5253578" cy="7111285"/>
          </a:xfrm>
        </p:grpSpPr>
        <p:sp>
          <p:nvSpPr>
            <p:cNvPr id="421" name="Freeform 5"/>
            <p:cNvSpPr/>
            <p:nvPr/>
          </p:nvSpPr>
          <p:spPr bwMode="auto">
            <a:xfrm rot="10800000">
              <a:off x="7731152" y="1751506"/>
              <a:ext cx="949002" cy="841094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noFill/>
            <a:ln w="9525">
              <a:solidFill>
                <a:schemeClr val="accent1"/>
              </a:solidFill>
              <a:prstDash val="soli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4795" tIns="32398" rIns="64795" bIns="32398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sz="1346">
                <a:solidFill>
                  <a:srgbClr val="FFFFFF"/>
                </a:solidFill>
                <a:sym typeface="Arial" panose="020B0604020202020204" pitchFamily="34" charset="0"/>
              </a:endParaRPr>
            </a:p>
          </p:txBody>
        </p:sp>
        <p:sp>
          <p:nvSpPr>
            <p:cNvPr id="422" name="Freeform 5"/>
            <p:cNvSpPr/>
            <p:nvPr/>
          </p:nvSpPr>
          <p:spPr bwMode="auto">
            <a:xfrm rot="10800000">
              <a:off x="7731152" y="4269844"/>
              <a:ext cx="949002" cy="841094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noFill/>
            <a:ln w="9525">
              <a:solidFill>
                <a:schemeClr val="accent2"/>
              </a:solidFill>
              <a:prstDash val="soli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4795" tIns="32398" rIns="64795" bIns="32398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sz="1346">
                <a:solidFill>
                  <a:srgbClr val="FFFFFF"/>
                </a:solidFill>
                <a:sym typeface="Arial" panose="020B0604020202020204" pitchFamily="34" charset="0"/>
              </a:endParaRPr>
            </a:p>
          </p:txBody>
        </p:sp>
        <p:sp>
          <p:nvSpPr>
            <p:cNvPr id="423" name="Freeform 5"/>
            <p:cNvSpPr/>
            <p:nvPr/>
          </p:nvSpPr>
          <p:spPr bwMode="auto">
            <a:xfrm rot="10800000">
              <a:off x="9919526" y="3012713"/>
              <a:ext cx="949002" cy="841094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noFill/>
            <a:ln w="9525">
              <a:solidFill>
                <a:schemeClr val="accent3"/>
              </a:solidFill>
              <a:prstDash val="soli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4795" tIns="32398" rIns="64795" bIns="32398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sz="1346">
                <a:solidFill>
                  <a:srgbClr val="FFFFFF"/>
                </a:solidFill>
                <a:sym typeface="Arial" panose="020B0604020202020204" pitchFamily="34" charset="0"/>
              </a:endParaRPr>
            </a:p>
          </p:txBody>
        </p:sp>
        <p:cxnSp>
          <p:nvCxnSpPr>
            <p:cNvPr id="424" name="直接连接符 423"/>
            <p:cNvCxnSpPr/>
            <p:nvPr/>
          </p:nvCxnSpPr>
          <p:spPr>
            <a:xfrm>
              <a:off x="10863943" y="3431223"/>
              <a:ext cx="1188244" cy="0"/>
            </a:xfrm>
            <a:prstGeom prst="line">
              <a:avLst/>
            </a:prstGeom>
            <a:ln w="9525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5" name="直接连接符 424"/>
            <p:cNvCxnSpPr/>
            <p:nvPr/>
          </p:nvCxnSpPr>
          <p:spPr>
            <a:xfrm flipV="1">
              <a:off x="6955437" y="5111885"/>
              <a:ext cx="1008937" cy="1747531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6" name="直接连接符 425"/>
            <p:cNvCxnSpPr/>
            <p:nvPr/>
          </p:nvCxnSpPr>
          <p:spPr>
            <a:xfrm>
              <a:off x="6798609" y="-251869"/>
              <a:ext cx="1165761" cy="2019159"/>
            </a:xfrm>
            <a:prstGeom prst="line">
              <a:avLst/>
            </a:prstGeom>
            <a:ln w="952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34" name="组合 433"/>
            <p:cNvGrpSpPr/>
            <p:nvPr/>
          </p:nvGrpSpPr>
          <p:grpSpPr>
            <a:xfrm>
              <a:off x="8059703" y="2042916"/>
              <a:ext cx="303617" cy="258274"/>
              <a:chOff x="6339462" y="3747511"/>
              <a:chExt cx="907547" cy="772010"/>
            </a:xfrm>
            <a:solidFill>
              <a:schemeClr val="accent1"/>
            </a:solidFill>
          </p:grpSpPr>
          <p:sp>
            <p:nvSpPr>
              <p:cNvPr id="435" name="Rectangle 130"/>
              <p:cNvSpPr>
                <a:spLocks noChangeArrowheads="1"/>
              </p:cNvSpPr>
              <p:nvPr/>
            </p:nvSpPr>
            <p:spPr bwMode="auto">
              <a:xfrm>
                <a:off x="6339462" y="4489161"/>
                <a:ext cx="881523" cy="30360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64795" tIns="32398" rIns="64795" bIns="32398" numCol="1" anchor="t" anchorCtr="0" compatLnSpc="1"/>
              <a:lstStyle/>
              <a:p>
                <a:endParaRPr lang="zh-CN" altLang="en-US" sz="1346">
                  <a:solidFill>
                    <a:srgbClr val="000000"/>
                  </a:solidFill>
                </a:endParaRPr>
              </a:p>
            </p:txBody>
          </p:sp>
          <p:sp>
            <p:nvSpPr>
              <p:cNvPr id="436" name="Freeform 131"/>
              <p:cNvSpPr/>
              <p:nvPr/>
            </p:nvSpPr>
            <p:spPr bwMode="auto">
              <a:xfrm>
                <a:off x="6398014" y="4350373"/>
                <a:ext cx="123608" cy="114934"/>
              </a:xfrm>
              <a:custGeom>
                <a:avLst/>
                <a:gdLst>
                  <a:gd name="T0" fmla="*/ 43 w 48"/>
                  <a:gd name="T1" fmla="*/ 45 h 45"/>
                  <a:gd name="T2" fmla="*/ 48 w 48"/>
                  <a:gd name="T3" fmla="*/ 39 h 45"/>
                  <a:gd name="T4" fmla="*/ 48 w 48"/>
                  <a:gd name="T5" fmla="*/ 0 h 45"/>
                  <a:gd name="T6" fmla="*/ 0 w 48"/>
                  <a:gd name="T7" fmla="*/ 8 h 45"/>
                  <a:gd name="T8" fmla="*/ 0 w 48"/>
                  <a:gd name="T9" fmla="*/ 39 h 45"/>
                  <a:gd name="T10" fmla="*/ 6 w 48"/>
                  <a:gd name="T11" fmla="*/ 45 h 45"/>
                  <a:gd name="T12" fmla="*/ 43 w 48"/>
                  <a:gd name="T13" fmla="*/ 45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8" h="45">
                    <a:moveTo>
                      <a:pt x="43" y="45"/>
                    </a:moveTo>
                    <a:cubicBezTo>
                      <a:pt x="46" y="45"/>
                      <a:pt x="48" y="42"/>
                      <a:pt x="48" y="39"/>
                    </a:cubicBezTo>
                    <a:cubicBezTo>
                      <a:pt x="48" y="0"/>
                      <a:pt x="48" y="0"/>
                      <a:pt x="48" y="0"/>
                    </a:cubicBezTo>
                    <a:cubicBezTo>
                      <a:pt x="29" y="5"/>
                      <a:pt x="12" y="7"/>
                      <a:pt x="0" y="8"/>
                    </a:cubicBezTo>
                    <a:cubicBezTo>
                      <a:pt x="0" y="39"/>
                      <a:pt x="0" y="39"/>
                      <a:pt x="0" y="39"/>
                    </a:cubicBezTo>
                    <a:cubicBezTo>
                      <a:pt x="0" y="42"/>
                      <a:pt x="3" y="45"/>
                      <a:pt x="6" y="45"/>
                    </a:cubicBezTo>
                    <a:lnTo>
                      <a:pt x="43" y="4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4795" tIns="32398" rIns="64795" bIns="32398" numCol="1" anchor="t" anchorCtr="0" compatLnSpc="1"/>
              <a:lstStyle/>
              <a:p>
                <a:endParaRPr lang="zh-CN" altLang="en-US" sz="1346">
                  <a:solidFill>
                    <a:srgbClr val="000000"/>
                  </a:solidFill>
                </a:endParaRPr>
              </a:p>
            </p:txBody>
          </p:sp>
          <p:sp>
            <p:nvSpPr>
              <p:cNvPr id="437" name="Freeform 132"/>
              <p:cNvSpPr/>
              <p:nvPr/>
            </p:nvSpPr>
            <p:spPr bwMode="auto">
              <a:xfrm>
                <a:off x="6557403" y="4299411"/>
                <a:ext cx="122524" cy="165896"/>
              </a:xfrm>
              <a:custGeom>
                <a:avLst/>
                <a:gdLst>
                  <a:gd name="T0" fmla="*/ 43 w 48"/>
                  <a:gd name="T1" fmla="*/ 65 h 65"/>
                  <a:gd name="T2" fmla="*/ 48 w 48"/>
                  <a:gd name="T3" fmla="*/ 59 h 65"/>
                  <a:gd name="T4" fmla="*/ 48 w 48"/>
                  <a:gd name="T5" fmla="*/ 0 h 65"/>
                  <a:gd name="T6" fmla="*/ 44 w 48"/>
                  <a:gd name="T7" fmla="*/ 2 h 65"/>
                  <a:gd name="T8" fmla="*/ 0 w 48"/>
                  <a:gd name="T9" fmla="*/ 16 h 65"/>
                  <a:gd name="T10" fmla="*/ 0 w 48"/>
                  <a:gd name="T11" fmla="*/ 59 h 65"/>
                  <a:gd name="T12" fmla="*/ 6 w 48"/>
                  <a:gd name="T13" fmla="*/ 65 h 65"/>
                  <a:gd name="T14" fmla="*/ 43 w 48"/>
                  <a:gd name="T15" fmla="*/ 65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8" h="65">
                    <a:moveTo>
                      <a:pt x="43" y="65"/>
                    </a:moveTo>
                    <a:cubicBezTo>
                      <a:pt x="46" y="65"/>
                      <a:pt x="48" y="62"/>
                      <a:pt x="48" y="59"/>
                    </a:cubicBezTo>
                    <a:cubicBezTo>
                      <a:pt x="48" y="0"/>
                      <a:pt x="48" y="0"/>
                      <a:pt x="48" y="0"/>
                    </a:cubicBezTo>
                    <a:cubicBezTo>
                      <a:pt x="47" y="1"/>
                      <a:pt x="46" y="1"/>
                      <a:pt x="44" y="2"/>
                    </a:cubicBezTo>
                    <a:cubicBezTo>
                      <a:pt x="29" y="8"/>
                      <a:pt x="14" y="13"/>
                      <a:pt x="0" y="16"/>
                    </a:cubicBezTo>
                    <a:cubicBezTo>
                      <a:pt x="0" y="59"/>
                      <a:pt x="0" y="59"/>
                      <a:pt x="0" y="59"/>
                    </a:cubicBezTo>
                    <a:cubicBezTo>
                      <a:pt x="0" y="62"/>
                      <a:pt x="3" y="65"/>
                      <a:pt x="6" y="65"/>
                    </a:cubicBezTo>
                    <a:lnTo>
                      <a:pt x="43" y="6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4795" tIns="32398" rIns="64795" bIns="32398" numCol="1" anchor="t" anchorCtr="0" compatLnSpc="1"/>
              <a:lstStyle/>
              <a:p>
                <a:endParaRPr lang="zh-CN" altLang="en-US" sz="1346">
                  <a:solidFill>
                    <a:srgbClr val="000000"/>
                  </a:solidFill>
                </a:endParaRPr>
              </a:p>
            </p:txBody>
          </p:sp>
          <p:sp>
            <p:nvSpPr>
              <p:cNvPr id="438" name="Freeform 133"/>
              <p:cNvSpPr/>
              <p:nvPr/>
            </p:nvSpPr>
            <p:spPr bwMode="auto">
              <a:xfrm>
                <a:off x="6715709" y="4219174"/>
                <a:ext cx="123608" cy="246133"/>
              </a:xfrm>
              <a:custGeom>
                <a:avLst/>
                <a:gdLst>
                  <a:gd name="T0" fmla="*/ 43 w 48"/>
                  <a:gd name="T1" fmla="*/ 96 h 96"/>
                  <a:gd name="T2" fmla="*/ 48 w 48"/>
                  <a:gd name="T3" fmla="*/ 90 h 96"/>
                  <a:gd name="T4" fmla="*/ 48 w 48"/>
                  <a:gd name="T5" fmla="*/ 0 h 96"/>
                  <a:gd name="T6" fmla="*/ 0 w 48"/>
                  <a:gd name="T7" fmla="*/ 25 h 96"/>
                  <a:gd name="T8" fmla="*/ 0 w 48"/>
                  <a:gd name="T9" fmla="*/ 90 h 96"/>
                  <a:gd name="T10" fmla="*/ 6 w 48"/>
                  <a:gd name="T11" fmla="*/ 96 h 96"/>
                  <a:gd name="T12" fmla="*/ 43 w 48"/>
                  <a:gd name="T13" fmla="*/ 96 h 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8" h="96">
                    <a:moveTo>
                      <a:pt x="43" y="96"/>
                    </a:moveTo>
                    <a:cubicBezTo>
                      <a:pt x="46" y="96"/>
                      <a:pt x="48" y="93"/>
                      <a:pt x="48" y="90"/>
                    </a:cubicBezTo>
                    <a:cubicBezTo>
                      <a:pt x="48" y="0"/>
                      <a:pt x="48" y="0"/>
                      <a:pt x="48" y="0"/>
                    </a:cubicBezTo>
                    <a:cubicBezTo>
                      <a:pt x="33" y="10"/>
                      <a:pt x="17" y="18"/>
                      <a:pt x="0" y="25"/>
                    </a:cubicBezTo>
                    <a:cubicBezTo>
                      <a:pt x="0" y="90"/>
                      <a:pt x="0" y="90"/>
                      <a:pt x="0" y="90"/>
                    </a:cubicBezTo>
                    <a:cubicBezTo>
                      <a:pt x="0" y="93"/>
                      <a:pt x="3" y="96"/>
                      <a:pt x="6" y="96"/>
                    </a:cubicBezTo>
                    <a:lnTo>
                      <a:pt x="43" y="9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4795" tIns="32398" rIns="64795" bIns="32398" numCol="1" anchor="t" anchorCtr="0" compatLnSpc="1"/>
              <a:lstStyle/>
              <a:p>
                <a:endParaRPr lang="zh-CN" altLang="en-US" sz="1346">
                  <a:solidFill>
                    <a:srgbClr val="000000"/>
                  </a:solidFill>
                </a:endParaRPr>
              </a:p>
            </p:txBody>
          </p:sp>
          <p:sp>
            <p:nvSpPr>
              <p:cNvPr id="439" name="Freeform 134"/>
              <p:cNvSpPr/>
              <p:nvPr/>
            </p:nvSpPr>
            <p:spPr bwMode="auto">
              <a:xfrm>
                <a:off x="6875099" y="4100987"/>
                <a:ext cx="123608" cy="364319"/>
              </a:xfrm>
              <a:custGeom>
                <a:avLst/>
                <a:gdLst>
                  <a:gd name="T0" fmla="*/ 43 w 48"/>
                  <a:gd name="T1" fmla="*/ 142 h 142"/>
                  <a:gd name="T2" fmla="*/ 48 w 48"/>
                  <a:gd name="T3" fmla="*/ 136 h 142"/>
                  <a:gd name="T4" fmla="*/ 48 w 48"/>
                  <a:gd name="T5" fmla="*/ 0 h 142"/>
                  <a:gd name="T6" fmla="*/ 32 w 48"/>
                  <a:gd name="T7" fmla="*/ 14 h 142"/>
                  <a:gd name="T8" fmla="*/ 0 w 48"/>
                  <a:gd name="T9" fmla="*/ 37 h 142"/>
                  <a:gd name="T10" fmla="*/ 0 w 48"/>
                  <a:gd name="T11" fmla="*/ 136 h 142"/>
                  <a:gd name="T12" fmla="*/ 6 w 48"/>
                  <a:gd name="T13" fmla="*/ 142 h 142"/>
                  <a:gd name="T14" fmla="*/ 43 w 48"/>
                  <a:gd name="T15" fmla="*/ 142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8" h="142">
                    <a:moveTo>
                      <a:pt x="43" y="142"/>
                    </a:moveTo>
                    <a:cubicBezTo>
                      <a:pt x="46" y="142"/>
                      <a:pt x="48" y="139"/>
                      <a:pt x="48" y="136"/>
                    </a:cubicBezTo>
                    <a:cubicBezTo>
                      <a:pt x="48" y="0"/>
                      <a:pt x="48" y="0"/>
                      <a:pt x="48" y="0"/>
                    </a:cubicBezTo>
                    <a:cubicBezTo>
                      <a:pt x="43" y="5"/>
                      <a:pt x="37" y="10"/>
                      <a:pt x="32" y="14"/>
                    </a:cubicBezTo>
                    <a:cubicBezTo>
                      <a:pt x="21" y="23"/>
                      <a:pt x="11" y="30"/>
                      <a:pt x="0" y="37"/>
                    </a:cubicBezTo>
                    <a:cubicBezTo>
                      <a:pt x="0" y="136"/>
                      <a:pt x="0" y="136"/>
                      <a:pt x="0" y="136"/>
                    </a:cubicBezTo>
                    <a:cubicBezTo>
                      <a:pt x="0" y="139"/>
                      <a:pt x="3" y="142"/>
                      <a:pt x="6" y="142"/>
                    </a:cubicBezTo>
                    <a:lnTo>
                      <a:pt x="43" y="14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4795" tIns="32398" rIns="64795" bIns="32398" numCol="1" anchor="t" anchorCtr="0" compatLnSpc="1"/>
              <a:lstStyle/>
              <a:p>
                <a:endParaRPr lang="zh-CN" altLang="en-US" sz="1346">
                  <a:solidFill>
                    <a:srgbClr val="000000"/>
                  </a:solidFill>
                </a:endParaRPr>
              </a:p>
            </p:txBody>
          </p:sp>
          <p:sp>
            <p:nvSpPr>
              <p:cNvPr id="440" name="Freeform 135"/>
              <p:cNvSpPr/>
              <p:nvPr/>
            </p:nvSpPr>
            <p:spPr bwMode="auto">
              <a:xfrm>
                <a:off x="7034488" y="3927502"/>
                <a:ext cx="122524" cy="537805"/>
              </a:xfrm>
              <a:custGeom>
                <a:avLst/>
                <a:gdLst>
                  <a:gd name="T0" fmla="*/ 43 w 48"/>
                  <a:gd name="T1" fmla="*/ 210 h 210"/>
                  <a:gd name="T2" fmla="*/ 48 w 48"/>
                  <a:gd name="T3" fmla="*/ 204 h 210"/>
                  <a:gd name="T4" fmla="*/ 48 w 48"/>
                  <a:gd name="T5" fmla="*/ 0 h 210"/>
                  <a:gd name="T6" fmla="*/ 0 w 48"/>
                  <a:gd name="T7" fmla="*/ 56 h 210"/>
                  <a:gd name="T8" fmla="*/ 0 w 48"/>
                  <a:gd name="T9" fmla="*/ 204 h 210"/>
                  <a:gd name="T10" fmla="*/ 6 w 48"/>
                  <a:gd name="T11" fmla="*/ 210 h 210"/>
                  <a:gd name="T12" fmla="*/ 43 w 48"/>
                  <a:gd name="T13" fmla="*/ 21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8" h="210">
                    <a:moveTo>
                      <a:pt x="43" y="210"/>
                    </a:moveTo>
                    <a:cubicBezTo>
                      <a:pt x="46" y="210"/>
                      <a:pt x="48" y="207"/>
                      <a:pt x="48" y="204"/>
                    </a:cubicBezTo>
                    <a:cubicBezTo>
                      <a:pt x="48" y="0"/>
                      <a:pt x="48" y="0"/>
                      <a:pt x="48" y="0"/>
                    </a:cubicBezTo>
                    <a:cubicBezTo>
                      <a:pt x="33" y="20"/>
                      <a:pt x="17" y="39"/>
                      <a:pt x="0" y="56"/>
                    </a:cubicBezTo>
                    <a:cubicBezTo>
                      <a:pt x="0" y="204"/>
                      <a:pt x="0" y="204"/>
                      <a:pt x="0" y="204"/>
                    </a:cubicBezTo>
                    <a:cubicBezTo>
                      <a:pt x="0" y="207"/>
                      <a:pt x="3" y="210"/>
                      <a:pt x="6" y="210"/>
                    </a:cubicBezTo>
                    <a:lnTo>
                      <a:pt x="43" y="21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4795" tIns="32398" rIns="64795" bIns="32398" numCol="1" anchor="t" anchorCtr="0" compatLnSpc="1"/>
              <a:lstStyle/>
              <a:p>
                <a:endParaRPr lang="zh-CN" altLang="en-US" sz="1346">
                  <a:solidFill>
                    <a:srgbClr val="000000"/>
                  </a:solidFill>
                </a:endParaRPr>
              </a:p>
            </p:txBody>
          </p:sp>
          <p:sp>
            <p:nvSpPr>
              <p:cNvPr id="441" name="Freeform 136"/>
              <p:cNvSpPr/>
              <p:nvPr/>
            </p:nvSpPr>
            <p:spPr bwMode="auto">
              <a:xfrm>
                <a:off x="6343800" y="3747511"/>
                <a:ext cx="903209" cy="587682"/>
              </a:xfrm>
              <a:custGeom>
                <a:avLst/>
                <a:gdLst>
                  <a:gd name="T0" fmla="*/ 350 w 352"/>
                  <a:gd name="T1" fmla="*/ 58 h 229"/>
                  <a:gd name="T2" fmla="*/ 335 w 352"/>
                  <a:gd name="T3" fmla="*/ 8 h 229"/>
                  <a:gd name="T4" fmla="*/ 322 w 352"/>
                  <a:gd name="T5" fmla="*/ 2 h 229"/>
                  <a:gd name="T6" fmla="*/ 273 w 352"/>
                  <a:gd name="T7" fmla="*/ 17 h 229"/>
                  <a:gd name="T8" fmla="*/ 266 w 352"/>
                  <a:gd name="T9" fmla="*/ 30 h 229"/>
                  <a:gd name="T10" fmla="*/ 279 w 352"/>
                  <a:gd name="T11" fmla="*/ 36 h 229"/>
                  <a:gd name="T12" fmla="*/ 304 w 352"/>
                  <a:gd name="T13" fmla="*/ 29 h 229"/>
                  <a:gd name="T14" fmla="*/ 219 w 352"/>
                  <a:gd name="T15" fmla="*/ 121 h 229"/>
                  <a:gd name="T16" fmla="*/ 71 w 352"/>
                  <a:gd name="T17" fmla="*/ 194 h 229"/>
                  <a:gd name="T18" fmla="*/ 0 w 352"/>
                  <a:gd name="T19" fmla="*/ 205 h 229"/>
                  <a:gd name="T20" fmla="*/ 0 w 352"/>
                  <a:gd name="T21" fmla="*/ 205 h 229"/>
                  <a:gd name="T22" fmla="*/ 0 w 352"/>
                  <a:gd name="T23" fmla="*/ 229 h 229"/>
                  <a:gd name="T24" fmla="*/ 0 w 352"/>
                  <a:gd name="T25" fmla="*/ 229 h 229"/>
                  <a:gd name="T26" fmla="*/ 125 w 352"/>
                  <a:gd name="T27" fmla="*/ 202 h 229"/>
                  <a:gd name="T28" fmla="*/ 234 w 352"/>
                  <a:gd name="T29" fmla="*/ 139 h 229"/>
                  <a:gd name="T30" fmla="*/ 324 w 352"/>
                  <a:gd name="T31" fmla="*/ 41 h 229"/>
                  <a:gd name="T32" fmla="*/ 331 w 352"/>
                  <a:gd name="T33" fmla="*/ 64 h 229"/>
                  <a:gd name="T34" fmla="*/ 344 w 352"/>
                  <a:gd name="T35" fmla="*/ 70 h 229"/>
                  <a:gd name="T36" fmla="*/ 350 w 352"/>
                  <a:gd name="T37" fmla="*/ 58 h 2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352" h="229">
                    <a:moveTo>
                      <a:pt x="350" y="58"/>
                    </a:moveTo>
                    <a:cubicBezTo>
                      <a:pt x="335" y="8"/>
                      <a:pt x="335" y="8"/>
                      <a:pt x="335" y="8"/>
                    </a:cubicBezTo>
                    <a:cubicBezTo>
                      <a:pt x="333" y="3"/>
                      <a:pt x="327" y="0"/>
                      <a:pt x="322" y="2"/>
                    </a:cubicBezTo>
                    <a:cubicBezTo>
                      <a:pt x="273" y="17"/>
                      <a:pt x="273" y="17"/>
                      <a:pt x="273" y="17"/>
                    </a:cubicBezTo>
                    <a:cubicBezTo>
                      <a:pt x="268" y="19"/>
                      <a:pt x="265" y="25"/>
                      <a:pt x="266" y="30"/>
                    </a:cubicBezTo>
                    <a:cubicBezTo>
                      <a:pt x="268" y="35"/>
                      <a:pt x="274" y="38"/>
                      <a:pt x="279" y="36"/>
                    </a:cubicBezTo>
                    <a:cubicBezTo>
                      <a:pt x="304" y="29"/>
                      <a:pt x="304" y="29"/>
                      <a:pt x="304" y="29"/>
                    </a:cubicBezTo>
                    <a:cubicBezTo>
                      <a:pt x="278" y="67"/>
                      <a:pt x="249" y="97"/>
                      <a:pt x="219" y="121"/>
                    </a:cubicBezTo>
                    <a:cubicBezTo>
                      <a:pt x="166" y="163"/>
                      <a:pt x="112" y="184"/>
                      <a:pt x="71" y="194"/>
                    </a:cubicBezTo>
                    <a:cubicBezTo>
                      <a:pt x="29" y="205"/>
                      <a:pt x="1" y="205"/>
                      <a:pt x="0" y="205"/>
                    </a:cubicBezTo>
                    <a:cubicBezTo>
                      <a:pt x="0" y="205"/>
                      <a:pt x="0" y="205"/>
                      <a:pt x="0" y="205"/>
                    </a:cubicBezTo>
                    <a:cubicBezTo>
                      <a:pt x="0" y="229"/>
                      <a:pt x="0" y="229"/>
                      <a:pt x="0" y="229"/>
                    </a:cubicBezTo>
                    <a:cubicBezTo>
                      <a:pt x="0" y="229"/>
                      <a:pt x="0" y="229"/>
                      <a:pt x="0" y="229"/>
                    </a:cubicBezTo>
                    <a:cubicBezTo>
                      <a:pt x="3" y="229"/>
                      <a:pt x="56" y="229"/>
                      <a:pt x="125" y="202"/>
                    </a:cubicBezTo>
                    <a:cubicBezTo>
                      <a:pt x="159" y="189"/>
                      <a:pt x="197" y="169"/>
                      <a:pt x="234" y="139"/>
                    </a:cubicBezTo>
                    <a:cubicBezTo>
                      <a:pt x="265" y="114"/>
                      <a:pt x="296" y="82"/>
                      <a:pt x="324" y="41"/>
                    </a:cubicBezTo>
                    <a:cubicBezTo>
                      <a:pt x="331" y="64"/>
                      <a:pt x="331" y="64"/>
                      <a:pt x="331" y="64"/>
                    </a:cubicBezTo>
                    <a:cubicBezTo>
                      <a:pt x="333" y="69"/>
                      <a:pt x="339" y="72"/>
                      <a:pt x="344" y="70"/>
                    </a:cubicBezTo>
                    <a:cubicBezTo>
                      <a:pt x="349" y="69"/>
                      <a:pt x="352" y="63"/>
                      <a:pt x="350" y="5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4795" tIns="32398" rIns="64795" bIns="32398" numCol="1" anchor="t" anchorCtr="0" compatLnSpc="1"/>
              <a:lstStyle/>
              <a:p>
                <a:endParaRPr lang="zh-CN" altLang="en-US" sz="1346">
                  <a:solidFill>
                    <a:srgbClr val="000000"/>
                  </a:solidFill>
                </a:endParaRPr>
              </a:p>
            </p:txBody>
          </p:sp>
          <p:sp>
            <p:nvSpPr>
              <p:cNvPr id="442" name="Freeform 137"/>
              <p:cNvSpPr/>
              <p:nvPr/>
            </p:nvSpPr>
            <p:spPr bwMode="auto">
              <a:xfrm>
                <a:off x="6375243" y="3837506"/>
                <a:ext cx="217941" cy="353477"/>
              </a:xfrm>
              <a:custGeom>
                <a:avLst/>
                <a:gdLst>
                  <a:gd name="T0" fmla="*/ 57 w 85"/>
                  <a:gd name="T1" fmla="*/ 104 h 138"/>
                  <a:gd name="T2" fmla="*/ 45 w 85"/>
                  <a:gd name="T3" fmla="*/ 108 h 138"/>
                  <a:gd name="T4" fmla="*/ 30 w 85"/>
                  <a:gd name="T5" fmla="*/ 105 h 138"/>
                  <a:gd name="T6" fmla="*/ 20 w 85"/>
                  <a:gd name="T7" fmla="*/ 100 h 138"/>
                  <a:gd name="T8" fmla="*/ 19 w 85"/>
                  <a:gd name="T9" fmla="*/ 98 h 138"/>
                  <a:gd name="T10" fmla="*/ 19 w 85"/>
                  <a:gd name="T11" fmla="*/ 98 h 138"/>
                  <a:gd name="T12" fmla="*/ 19 w 85"/>
                  <a:gd name="T13" fmla="*/ 98 h 138"/>
                  <a:gd name="T14" fmla="*/ 19 w 85"/>
                  <a:gd name="T15" fmla="*/ 97 h 138"/>
                  <a:gd name="T16" fmla="*/ 13 w 85"/>
                  <a:gd name="T17" fmla="*/ 94 h 138"/>
                  <a:gd name="T18" fmla="*/ 3 w 85"/>
                  <a:gd name="T19" fmla="*/ 101 h 138"/>
                  <a:gd name="T20" fmla="*/ 3 w 85"/>
                  <a:gd name="T21" fmla="*/ 109 h 138"/>
                  <a:gd name="T22" fmla="*/ 33 w 85"/>
                  <a:gd name="T23" fmla="*/ 125 h 138"/>
                  <a:gd name="T24" fmla="*/ 33 w 85"/>
                  <a:gd name="T25" fmla="*/ 135 h 138"/>
                  <a:gd name="T26" fmla="*/ 36 w 85"/>
                  <a:gd name="T27" fmla="*/ 138 h 138"/>
                  <a:gd name="T28" fmla="*/ 46 w 85"/>
                  <a:gd name="T29" fmla="*/ 138 h 138"/>
                  <a:gd name="T30" fmla="*/ 49 w 85"/>
                  <a:gd name="T31" fmla="*/ 135 h 138"/>
                  <a:gd name="T32" fmla="*/ 49 w 85"/>
                  <a:gd name="T33" fmla="*/ 126 h 138"/>
                  <a:gd name="T34" fmla="*/ 72 w 85"/>
                  <a:gd name="T35" fmla="*/ 118 h 138"/>
                  <a:gd name="T36" fmla="*/ 81 w 85"/>
                  <a:gd name="T37" fmla="*/ 86 h 138"/>
                  <a:gd name="T38" fmla="*/ 49 w 85"/>
                  <a:gd name="T39" fmla="*/ 62 h 138"/>
                  <a:gd name="T40" fmla="*/ 47 w 85"/>
                  <a:gd name="T41" fmla="*/ 61 h 138"/>
                  <a:gd name="T42" fmla="*/ 35 w 85"/>
                  <a:gd name="T43" fmla="*/ 56 h 138"/>
                  <a:gd name="T44" fmla="*/ 34 w 85"/>
                  <a:gd name="T45" fmla="*/ 56 h 138"/>
                  <a:gd name="T46" fmla="*/ 25 w 85"/>
                  <a:gd name="T47" fmla="*/ 49 h 138"/>
                  <a:gd name="T48" fmla="*/ 27 w 85"/>
                  <a:gd name="T49" fmla="*/ 36 h 138"/>
                  <a:gd name="T50" fmla="*/ 41 w 85"/>
                  <a:gd name="T51" fmla="*/ 31 h 138"/>
                  <a:gd name="T52" fmla="*/ 51 w 85"/>
                  <a:gd name="T53" fmla="*/ 32 h 138"/>
                  <a:gd name="T54" fmla="*/ 61 w 85"/>
                  <a:gd name="T55" fmla="*/ 39 h 138"/>
                  <a:gd name="T56" fmla="*/ 62 w 85"/>
                  <a:gd name="T57" fmla="*/ 40 h 138"/>
                  <a:gd name="T58" fmla="*/ 62 w 85"/>
                  <a:gd name="T59" fmla="*/ 40 h 138"/>
                  <a:gd name="T60" fmla="*/ 62 w 85"/>
                  <a:gd name="T61" fmla="*/ 41 h 138"/>
                  <a:gd name="T62" fmla="*/ 68 w 85"/>
                  <a:gd name="T63" fmla="*/ 44 h 138"/>
                  <a:gd name="T64" fmla="*/ 78 w 85"/>
                  <a:gd name="T65" fmla="*/ 38 h 138"/>
                  <a:gd name="T66" fmla="*/ 78 w 85"/>
                  <a:gd name="T67" fmla="*/ 29 h 138"/>
                  <a:gd name="T68" fmla="*/ 56 w 85"/>
                  <a:gd name="T69" fmla="*/ 14 h 138"/>
                  <a:gd name="T70" fmla="*/ 49 w 85"/>
                  <a:gd name="T71" fmla="*/ 13 h 138"/>
                  <a:gd name="T72" fmla="*/ 49 w 85"/>
                  <a:gd name="T73" fmla="*/ 3 h 138"/>
                  <a:gd name="T74" fmla="*/ 46 w 85"/>
                  <a:gd name="T75" fmla="*/ 0 h 138"/>
                  <a:gd name="T76" fmla="*/ 36 w 85"/>
                  <a:gd name="T77" fmla="*/ 0 h 138"/>
                  <a:gd name="T78" fmla="*/ 33 w 85"/>
                  <a:gd name="T79" fmla="*/ 3 h 138"/>
                  <a:gd name="T80" fmla="*/ 33 w 85"/>
                  <a:gd name="T81" fmla="*/ 13 h 138"/>
                  <a:gd name="T82" fmla="*/ 12 w 85"/>
                  <a:gd name="T83" fmla="*/ 24 h 138"/>
                  <a:gd name="T84" fmla="*/ 5 w 85"/>
                  <a:gd name="T85" fmla="*/ 56 h 138"/>
                  <a:gd name="T86" fmla="*/ 17 w 85"/>
                  <a:gd name="T87" fmla="*/ 68 h 138"/>
                  <a:gd name="T88" fmla="*/ 47 w 85"/>
                  <a:gd name="T89" fmla="*/ 83 h 138"/>
                  <a:gd name="T90" fmla="*/ 51 w 85"/>
                  <a:gd name="T91" fmla="*/ 85 h 138"/>
                  <a:gd name="T92" fmla="*/ 59 w 85"/>
                  <a:gd name="T93" fmla="*/ 92 h 138"/>
                  <a:gd name="T94" fmla="*/ 57 w 85"/>
                  <a:gd name="T95" fmla="*/ 104 h 1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85" h="138">
                    <a:moveTo>
                      <a:pt x="57" y="104"/>
                    </a:moveTo>
                    <a:cubicBezTo>
                      <a:pt x="54" y="107"/>
                      <a:pt x="50" y="108"/>
                      <a:pt x="45" y="108"/>
                    </a:cubicBezTo>
                    <a:cubicBezTo>
                      <a:pt x="40" y="108"/>
                      <a:pt x="35" y="107"/>
                      <a:pt x="30" y="105"/>
                    </a:cubicBezTo>
                    <a:cubicBezTo>
                      <a:pt x="27" y="104"/>
                      <a:pt x="23" y="102"/>
                      <a:pt x="20" y="100"/>
                    </a:cubicBezTo>
                    <a:cubicBezTo>
                      <a:pt x="20" y="99"/>
                      <a:pt x="20" y="99"/>
                      <a:pt x="19" y="98"/>
                    </a:cubicBezTo>
                    <a:cubicBezTo>
                      <a:pt x="19" y="98"/>
                      <a:pt x="19" y="98"/>
                      <a:pt x="19" y="98"/>
                    </a:cubicBezTo>
                    <a:cubicBezTo>
                      <a:pt x="19" y="98"/>
                      <a:pt x="19" y="98"/>
                      <a:pt x="19" y="98"/>
                    </a:cubicBezTo>
                    <a:cubicBezTo>
                      <a:pt x="19" y="97"/>
                      <a:pt x="19" y="97"/>
                      <a:pt x="19" y="97"/>
                    </a:cubicBezTo>
                    <a:cubicBezTo>
                      <a:pt x="17" y="95"/>
                      <a:pt x="15" y="94"/>
                      <a:pt x="13" y="94"/>
                    </a:cubicBezTo>
                    <a:cubicBezTo>
                      <a:pt x="9" y="94"/>
                      <a:pt x="5" y="97"/>
                      <a:pt x="3" y="101"/>
                    </a:cubicBezTo>
                    <a:cubicBezTo>
                      <a:pt x="1" y="104"/>
                      <a:pt x="1" y="107"/>
                      <a:pt x="3" y="109"/>
                    </a:cubicBezTo>
                    <a:cubicBezTo>
                      <a:pt x="8" y="118"/>
                      <a:pt x="21" y="123"/>
                      <a:pt x="33" y="125"/>
                    </a:cubicBezTo>
                    <a:cubicBezTo>
                      <a:pt x="33" y="135"/>
                      <a:pt x="33" y="135"/>
                      <a:pt x="33" y="135"/>
                    </a:cubicBezTo>
                    <a:cubicBezTo>
                      <a:pt x="33" y="137"/>
                      <a:pt x="35" y="138"/>
                      <a:pt x="36" y="138"/>
                    </a:cubicBezTo>
                    <a:cubicBezTo>
                      <a:pt x="46" y="138"/>
                      <a:pt x="46" y="138"/>
                      <a:pt x="46" y="138"/>
                    </a:cubicBezTo>
                    <a:cubicBezTo>
                      <a:pt x="47" y="138"/>
                      <a:pt x="49" y="137"/>
                      <a:pt x="49" y="135"/>
                    </a:cubicBezTo>
                    <a:cubicBezTo>
                      <a:pt x="49" y="126"/>
                      <a:pt x="49" y="126"/>
                      <a:pt x="49" y="126"/>
                    </a:cubicBezTo>
                    <a:cubicBezTo>
                      <a:pt x="59" y="125"/>
                      <a:pt x="67" y="122"/>
                      <a:pt x="72" y="118"/>
                    </a:cubicBezTo>
                    <a:cubicBezTo>
                      <a:pt x="81" y="109"/>
                      <a:pt x="85" y="97"/>
                      <a:pt x="81" y="86"/>
                    </a:cubicBezTo>
                    <a:cubicBezTo>
                      <a:pt x="77" y="74"/>
                      <a:pt x="61" y="67"/>
                      <a:pt x="49" y="62"/>
                    </a:cubicBezTo>
                    <a:cubicBezTo>
                      <a:pt x="47" y="61"/>
                      <a:pt x="47" y="61"/>
                      <a:pt x="47" y="61"/>
                    </a:cubicBezTo>
                    <a:cubicBezTo>
                      <a:pt x="43" y="59"/>
                      <a:pt x="37" y="57"/>
                      <a:pt x="35" y="56"/>
                    </a:cubicBezTo>
                    <a:cubicBezTo>
                      <a:pt x="34" y="56"/>
                      <a:pt x="34" y="56"/>
                      <a:pt x="34" y="56"/>
                    </a:cubicBezTo>
                    <a:cubicBezTo>
                      <a:pt x="30" y="54"/>
                      <a:pt x="27" y="52"/>
                      <a:pt x="25" y="49"/>
                    </a:cubicBezTo>
                    <a:cubicBezTo>
                      <a:pt x="23" y="45"/>
                      <a:pt x="23" y="39"/>
                      <a:pt x="27" y="36"/>
                    </a:cubicBezTo>
                    <a:cubicBezTo>
                      <a:pt x="32" y="32"/>
                      <a:pt x="37" y="31"/>
                      <a:pt x="41" y="31"/>
                    </a:cubicBezTo>
                    <a:cubicBezTo>
                      <a:pt x="44" y="31"/>
                      <a:pt x="48" y="31"/>
                      <a:pt x="51" y="32"/>
                    </a:cubicBezTo>
                    <a:cubicBezTo>
                      <a:pt x="54" y="33"/>
                      <a:pt x="58" y="36"/>
                      <a:pt x="61" y="39"/>
                    </a:cubicBezTo>
                    <a:cubicBezTo>
                      <a:pt x="61" y="39"/>
                      <a:pt x="61" y="39"/>
                      <a:pt x="62" y="40"/>
                    </a:cubicBezTo>
                    <a:cubicBezTo>
                      <a:pt x="62" y="40"/>
                      <a:pt x="62" y="40"/>
                      <a:pt x="62" y="40"/>
                    </a:cubicBezTo>
                    <a:cubicBezTo>
                      <a:pt x="62" y="41"/>
                      <a:pt x="62" y="41"/>
                      <a:pt x="62" y="41"/>
                    </a:cubicBezTo>
                    <a:cubicBezTo>
                      <a:pt x="64" y="43"/>
                      <a:pt x="66" y="44"/>
                      <a:pt x="68" y="44"/>
                    </a:cubicBezTo>
                    <a:cubicBezTo>
                      <a:pt x="72" y="44"/>
                      <a:pt x="76" y="41"/>
                      <a:pt x="78" y="38"/>
                    </a:cubicBezTo>
                    <a:cubicBezTo>
                      <a:pt x="80" y="35"/>
                      <a:pt x="80" y="32"/>
                      <a:pt x="78" y="29"/>
                    </a:cubicBezTo>
                    <a:cubicBezTo>
                      <a:pt x="74" y="22"/>
                      <a:pt x="64" y="17"/>
                      <a:pt x="56" y="14"/>
                    </a:cubicBezTo>
                    <a:cubicBezTo>
                      <a:pt x="54" y="14"/>
                      <a:pt x="51" y="13"/>
                      <a:pt x="49" y="13"/>
                    </a:cubicBezTo>
                    <a:cubicBezTo>
                      <a:pt x="49" y="3"/>
                      <a:pt x="49" y="3"/>
                      <a:pt x="49" y="3"/>
                    </a:cubicBezTo>
                    <a:cubicBezTo>
                      <a:pt x="49" y="1"/>
                      <a:pt x="47" y="0"/>
                      <a:pt x="46" y="0"/>
                    </a:cubicBezTo>
                    <a:cubicBezTo>
                      <a:pt x="36" y="0"/>
                      <a:pt x="36" y="0"/>
                      <a:pt x="36" y="0"/>
                    </a:cubicBezTo>
                    <a:cubicBezTo>
                      <a:pt x="35" y="0"/>
                      <a:pt x="33" y="1"/>
                      <a:pt x="33" y="3"/>
                    </a:cubicBezTo>
                    <a:cubicBezTo>
                      <a:pt x="33" y="13"/>
                      <a:pt x="33" y="13"/>
                      <a:pt x="33" y="13"/>
                    </a:cubicBezTo>
                    <a:cubicBezTo>
                      <a:pt x="25" y="15"/>
                      <a:pt x="17" y="18"/>
                      <a:pt x="12" y="24"/>
                    </a:cubicBezTo>
                    <a:cubicBezTo>
                      <a:pt x="3" y="32"/>
                      <a:pt x="0" y="45"/>
                      <a:pt x="5" y="56"/>
                    </a:cubicBezTo>
                    <a:cubicBezTo>
                      <a:pt x="8" y="62"/>
                      <a:pt x="12" y="66"/>
                      <a:pt x="17" y="68"/>
                    </a:cubicBezTo>
                    <a:cubicBezTo>
                      <a:pt x="20" y="70"/>
                      <a:pt x="38" y="79"/>
                      <a:pt x="47" y="83"/>
                    </a:cubicBezTo>
                    <a:cubicBezTo>
                      <a:pt x="51" y="85"/>
                      <a:pt x="51" y="85"/>
                      <a:pt x="51" y="85"/>
                    </a:cubicBezTo>
                    <a:cubicBezTo>
                      <a:pt x="55" y="87"/>
                      <a:pt x="58" y="89"/>
                      <a:pt x="59" y="92"/>
                    </a:cubicBezTo>
                    <a:cubicBezTo>
                      <a:pt x="61" y="96"/>
                      <a:pt x="60" y="102"/>
                      <a:pt x="57" y="10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4795" tIns="32398" rIns="64795" bIns="32398" numCol="1" anchor="t" anchorCtr="0" compatLnSpc="1"/>
              <a:lstStyle/>
              <a:p>
                <a:endParaRPr lang="zh-CN" altLang="en-US" sz="1346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443" name="组合 442"/>
            <p:cNvGrpSpPr/>
            <p:nvPr/>
          </p:nvGrpSpPr>
          <p:grpSpPr>
            <a:xfrm>
              <a:off x="8062201" y="4560896"/>
              <a:ext cx="300352" cy="258999"/>
              <a:chOff x="3548515" y="964154"/>
              <a:chExt cx="897787" cy="774179"/>
            </a:xfrm>
            <a:solidFill>
              <a:schemeClr val="accent2"/>
            </a:solidFill>
          </p:grpSpPr>
          <p:sp>
            <p:nvSpPr>
              <p:cNvPr id="444" name="Freeform 222"/>
              <p:cNvSpPr/>
              <p:nvPr/>
            </p:nvSpPr>
            <p:spPr bwMode="auto">
              <a:xfrm>
                <a:off x="3548515" y="964154"/>
                <a:ext cx="897787" cy="774179"/>
              </a:xfrm>
              <a:custGeom>
                <a:avLst/>
                <a:gdLst>
                  <a:gd name="T0" fmla="*/ 28 w 828"/>
                  <a:gd name="T1" fmla="*/ 686 h 714"/>
                  <a:gd name="T2" fmla="*/ 28 w 828"/>
                  <a:gd name="T3" fmla="*/ 605 h 714"/>
                  <a:gd name="T4" fmla="*/ 66 w 828"/>
                  <a:gd name="T5" fmla="*/ 605 h 714"/>
                  <a:gd name="T6" fmla="*/ 66 w 828"/>
                  <a:gd name="T7" fmla="*/ 577 h 714"/>
                  <a:gd name="T8" fmla="*/ 28 w 828"/>
                  <a:gd name="T9" fmla="*/ 577 h 714"/>
                  <a:gd name="T10" fmla="*/ 28 w 828"/>
                  <a:gd name="T11" fmla="*/ 435 h 714"/>
                  <a:gd name="T12" fmla="*/ 66 w 828"/>
                  <a:gd name="T13" fmla="*/ 435 h 714"/>
                  <a:gd name="T14" fmla="*/ 66 w 828"/>
                  <a:gd name="T15" fmla="*/ 407 h 714"/>
                  <a:gd name="T16" fmla="*/ 28 w 828"/>
                  <a:gd name="T17" fmla="*/ 407 h 714"/>
                  <a:gd name="T18" fmla="*/ 28 w 828"/>
                  <a:gd name="T19" fmla="*/ 265 h 714"/>
                  <a:gd name="T20" fmla="*/ 66 w 828"/>
                  <a:gd name="T21" fmla="*/ 265 h 714"/>
                  <a:gd name="T22" fmla="*/ 66 w 828"/>
                  <a:gd name="T23" fmla="*/ 236 h 714"/>
                  <a:gd name="T24" fmla="*/ 28 w 828"/>
                  <a:gd name="T25" fmla="*/ 236 h 714"/>
                  <a:gd name="T26" fmla="*/ 28 w 828"/>
                  <a:gd name="T27" fmla="*/ 94 h 714"/>
                  <a:gd name="T28" fmla="*/ 66 w 828"/>
                  <a:gd name="T29" fmla="*/ 94 h 714"/>
                  <a:gd name="T30" fmla="*/ 66 w 828"/>
                  <a:gd name="T31" fmla="*/ 66 h 714"/>
                  <a:gd name="T32" fmla="*/ 28 w 828"/>
                  <a:gd name="T33" fmla="*/ 66 h 714"/>
                  <a:gd name="T34" fmla="*/ 28 w 828"/>
                  <a:gd name="T35" fmla="*/ 0 h 714"/>
                  <a:gd name="T36" fmla="*/ 0 w 828"/>
                  <a:gd name="T37" fmla="*/ 0 h 714"/>
                  <a:gd name="T38" fmla="*/ 0 w 828"/>
                  <a:gd name="T39" fmla="*/ 714 h 714"/>
                  <a:gd name="T40" fmla="*/ 828 w 828"/>
                  <a:gd name="T41" fmla="*/ 714 h 714"/>
                  <a:gd name="T42" fmla="*/ 828 w 828"/>
                  <a:gd name="T43" fmla="*/ 686 h 714"/>
                  <a:gd name="T44" fmla="*/ 28 w 828"/>
                  <a:gd name="T45" fmla="*/ 686 h 7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828" h="714">
                    <a:moveTo>
                      <a:pt x="28" y="686"/>
                    </a:moveTo>
                    <a:lnTo>
                      <a:pt x="28" y="605"/>
                    </a:lnTo>
                    <a:lnTo>
                      <a:pt x="66" y="605"/>
                    </a:lnTo>
                    <a:lnTo>
                      <a:pt x="66" y="577"/>
                    </a:lnTo>
                    <a:lnTo>
                      <a:pt x="28" y="577"/>
                    </a:lnTo>
                    <a:lnTo>
                      <a:pt x="28" y="435"/>
                    </a:lnTo>
                    <a:lnTo>
                      <a:pt x="66" y="435"/>
                    </a:lnTo>
                    <a:lnTo>
                      <a:pt x="66" y="407"/>
                    </a:lnTo>
                    <a:lnTo>
                      <a:pt x="28" y="407"/>
                    </a:lnTo>
                    <a:lnTo>
                      <a:pt x="28" y="265"/>
                    </a:lnTo>
                    <a:lnTo>
                      <a:pt x="66" y="265"/>
                    </a:lnTo>
                    <a:lnTo>
                      <a:pt x="66" y="236"/>
                    </a:lnTo>
                    <a:lnTo>
                      <a:pt x="28" y="236"/>
                    </a:lnTo>
                    <a:lnTo>
                      <a:pt x="28" y="94"/>
                    </a:lnTo>
                    <a:lnTo>
                      <a:pt x="66" y="94"/>
                    </a:lnTo>
                    <a:lnTo>
                      <a:pt x="66" y="66"/>
                    </a:lnTo>
                    <a:lnTo>
                      <a:pt x="28" y="66"/>
                    </a:lnTo>
                    <a:lnTo>
                      <a:pt x="28" y="0"/>
                    </a:lnTo>
                    <a:lnTo>
                      <a:pt x="0" y="0"/>
                    </a:lnTo>
                    <a:lnTo>
                      <a:pt x="0" y="714"/>
                    </a:lnTo>
                    <a:lnTo>
                      <a:pt x="828" y="714"/>
                    </a:lnTo>
                    <a:lnTo>
                      <a:pt x="828" y="686"/>
                    </a:lnTo>
                    <a:lnTo>
                      <a:pt x="28" y="68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4795" tIns="32398" rIns="64795" bIns="32398" numCol="1" anchor="t" anchorCtr="0" compatLnSpc="1"/>
              <a:lstStyle/>
              <a:p>
                <a:endParaRPr lang="zh-CN" altLang="en-US" sz="1346">
                  <a:solidFill>
                    <a:srgbClr val="000000"/>
                  </a:solidFill>
                </a:endParaRPr>
              </a:p>
            </p:txBody>
          </p:sp>
          <p:sp>
            <p:nvSpPr>
              <p:cNvPr id="445" name="Freeform 223"/>
              <p:cNvSpPr/>
              <p:nvPr/>
            </p:nvSpPr>
            <p:spPr bwMode="auto">
              <a:xfrm>
                <a:off x="3681882" y="1381603"/>
                <a:ext cx="125777" cy="303599"/>
              </a:xfrm>
              <a:custGeom>
                <a:avLst/>
                <a:gdLst>
                  <a:gd name="T0" fmla="*/ 6 w 49"/>
                  <a:gd name="T1" fmla="*/ 118 h 118"/>
                  <a:gd name="T2" fmla="*/ 43 w 49"/>
                  <a:gd name="T3" fmla="*/ 118 h 118"/>
                  <a:gd name="T4" fmla="*/ 49 w 49"/>
                  <a:gd name="T5" fmla="*/ 112 h 118"/>
                  <a:gd name="T6" fmla="*/ 49 w 49"/>
                  <a:gd name="T7" fmla="*/ 6 h 118"/>
                  <a:gd name="T8" fmla="*/ 43 w 49"/>
                  <a:gd name="T9" fmla="*/ 0 h 118"/>
                  <a:gd name="T10" fmla="*/ 6 w 49"/>
                  <a:gd name="T11" fmla="*/ 0 h 118"/>
                  <a:gd name="T12" fmla="*/ 0 w 49"/>
                  <a:gd name="T13" fmla="*/ 6 h 118"/>
                  <a:gd name="T14" fmla="*/ 0 w 49"/>
                  <a:gd name="T15" fmla="*/ 112 h 118"/>
                  <a:gd name="T16" fmla="*/ 6 w 49"/>
                  <a:gd name="T17" fmla="*/ 118 h 1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9" h="118">
                    <a:moveTo>
                      <a:pt x="6" y="118"/>
                    </a:moveTo>
                    <a:cubicBezTo>
                      <a:pt x="43" y="118"/>
                      <a:pt x="43" y="118"/>
                      <a:pt x="43" y="118"/>
                    </a:cubicBezTo>
                    <a:cubicBezTo>
                      <a:pt x="46" y="118"/>
                      <a:pt x="49" y="115"/>
                      <a:pt x="49" y="112"/>
                    </a:cubicBezTo>
                    <a:cubicBezTo>
                      <a:pt x="49" y="6"/>
                      <a:pt x="49" y="6"/>
                      <a:pt x="49" y="6"/>
                    </a:cubicBezTo>
                    <a:cubicBezTo>
                      <a:pt x="49" y="3"/>
                      <a:pt x="46" y="0"/>
                      <a:pt x="43" y="0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3" y="0"/>
                      <a:pt x="0" y="3"/>
                      <a:pt x="0" y="6"/>
                    </a:cubicBezTo>
                    <a:cubicBezTo>
                      <a:pt x="0" y="112"/>
                      <a:pt x="0" y="112"/>
                      <a:pt x="0" y="112"/>
                    </a:cubicBezTo>
                    <a:cubicBezTo>
                      <a:pt x="0" y="115"/>
                      <a:pt x="3" y="118"/>
                      <a:pt x="6" y="11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4795" tIns="32398" rIns="64795" bIns="32398" numCol="1" anchor="t" anchorCtr="0" compatLnSpc="1"/>
              <a:lstStyle/>
              <a:p>
                <a:endParaRPr lang="zh-CN" altLang="en-US" sz="1346">
                  <a:solidFill>
                    <a:srgbClr val="000000"/>
                  </a:solidFill>
                </a:endParaRPr>
              </a:p>
            </p:txBody>
          </p:sp>
          <p:sp>
            <p:nvSpPr>
              <p:cNvPr id="446" name="Freeform 224"/>
              <p:cNvSpPr/>
              <p:nvPr/>
            </p:nvSpPr>
            <p:spPr bwMode="auto">
              <a:xfrm>
                <a:off x="3879222" y="1274259"/>
                <a:ext cx="123608" cy="410944"/>
              </a:xfrm>
              <a:custGeom>
                <a:avLst/>
                <a:gdLst>
                  <a:gd name="T0" fmla="*/ 5 w 48"/>
                  <a:gd name="T1" fmla="*/ 160 h 160"/>
                  <a:gd name="T2" fmla="*/ 43 w 48"/>
                  <a:gd name="T3" fmla="*/ 160 h 160"/>
                  <a:gd name="T4" fmla="*/ 48 w 48"/>
                  <a:gd name="T5" fmla="*/ 154 h 160"/>
                  <a:gd name="T6" fmla="*/ 48 w 48"/>
                  <a:gd name="T7" fmla="*/ 6 h 160"/>
                  <a:gd name="T8" fmla="*/ 43 w 48"/>
                  <a:gd name="T9" fmla="*/ 0 h 160"/>
                  <a:gd name="T10" fmla="*/ 5 w 48"/>
                  <a:gd name="T11" fmla="*/ 0 h 160"/>
                  <a:gd name="T12" fmla="*/ 0 w 48"/>
                  <a:gd name="T13" fmla="*/ 6 h 160"/>
                  <a:gd name="T14" fmla="*/ 0 w 48"/>
                  <a:gd name="T15" fmla="*/ 154 h 160"/>
                  <a:gd name="T16" fmla="*/ 5 w 48"/>
                  <a:gd name="T17" fmla="*/ 160 h 1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8" h="160">
                    <a:moveTo>
                      <a:pt x="5" y="160"/>
                    </a:moveTo>
                    <a:cubicBezTo>
                      <a:pt x="43" y="160"/>
                      <a:pt x="43" y="160"/>
                      <a:pt x="43" y="160"/>
                    </a:cubicBezTo>
                    <a:cubicBezTo>
                      <a:pt x="46" y="160"/>
                      <a:pt x="48" y="157"/>
                      <a:pt x="48" y="154"/>
                    </a:cubicBezTo>
                    <a:cubicBezTo>
                      <a:pt x="48" y="6"/>
                      <a:pt x="48" y="6"/>
                      <a:pt x="48" y="6"/>
                    </a:cubicBezTo>
                    <a:cubicBezTo>
                      <a:pt x="48" y="2"/>
                      <a:pt x="46" y="0"/>
                      <a:pt x="43" y="0"/>
                    </a:cubicBezTo>
                    <a:cubicBezTo>
                      <a:pt x="5" y="0"/>
                      <a:pt x="5" y="0"/>
                      <a:pt x="5" y="0"/>
                    </a:cubicBezTo>
                    <a:cubicBezTo>
                      <a:pt x="2" y="0"/>
                      <a:pt x="0" y="2"/>
                      <a:pt x="0" y="6"/>
                    </a:cubicBezTo>
                    <a:cubicBezTo>
                      <a:pt x="0" y="154"/>
                      <a:pt x="0" y="154"/>
                      <a:pt x="0" y="154"/>
                    </a:cubicBezTo>
                    <a:cubicBezTo>
                      <a:pt x="0" y="157"/>
                      <a:pt x="2" y="160"/>
                      <a:pt x="5" y="16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4795" tIns="32398" rIns="64795" bIns="32398" numCol="1" anchor="t" anchorCtr="0" compatLnSpc="1"/>
              <a:lstStyle/>
              <a:p>
                <a:endParaRPr lang="zh-CN" altLang="en-US" sz="1346">
                  <a:solidFill>
                    <a:srgbClr val="000000"/>
                  </a:solidFill>
                </a:endParaRPr>
              </a:p>
            </p:txBody>
          </p:sp>
          <p:sp>
            <p:nvSpPr>
              <p:cNvPr id="447" name="Freeform 225"/>
              <p:cNvSpPr/>
              <p:nvPr/>
            </p:nvSpPr>
            <p:spPr bwMode="auto">
              <a:xfrm>
                <a:off x="4074393" y="1166915"/>
                <a:ext cx="125777" cy="518288"/>
              </a:xfrm>
              <a:custGeom>
                <a:avLst/>
                <a:gdLst>
                  <a:gd name="T0" fmla="*/ 6 w 49"/>
                  <a:gd name="T1" fmla="*/ 202 h 202"/>
                  <a:gd name="T2" fmla="*/ 43 w 49"/>
                  <a:gd name="T3" fmla="*/ 202 h 202"/>
                  <a:gd name="T4" fmla="*/ 49 w 49"/>
                  <a:gd name="T5" fmla="*/ 196 h 202"/>
                  <a:gd name="T6" fmla="*/ 49 w 49"/>
                  <a:gd name="T7" fmla="*/ 5 h 202"/>
                  <a:gd name="T8" fmla="*/ 43 w 49"/>
                  <a:gd name="T9" fmla="*/ 0 h 202"/>
                  <a:gd name="T10" fmla="*/ 6 w 49"/>
                  <a:gd name="T11" fmla="*/ 0 h 202"/>
                  <a:gd name="T12" fmla="*/ 0 w 49"/>
                  <a:gd name="T13" fmla="*/ 5 h 202"/>
                  <a:gd name="T14" fmla="*/ 0 w 49"/>
                  <a:gd name="T15" fmla="*/ 196 h 202"/>
                  <a:gd name="T16" fmla="*/ 6 w 49"/>
                  <a:gd name="T17" fmla="*/ 202 h 2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9" h="202">
                    <a:moveTo>
                      <a:pt x="6" y="202"/>
                    </a:moveTo>
                    <a:cubicBezTo>
                      <a:pt x="43" y="202"/>
                      <a:pt x="43" y="202"/>
                      <a:pt x="43" y="202"/>
                    </a:cubicBezTo>
                    <a:cubicBezTo>
                      <a:pt x="46" y="202"/>
                      <a:pt x="49" y="199"/>
                      <a:pt x="49" y="196"/>
                    </a:cubicBezTo>
                    <a:cubicBezTo>
                      <a:pt x="49" y="5"/>
                      <a:pt x="49" y="5"/>
                      <a:pt x="49" y="5"/>
                    </a:cubicBezTo>
                    <a:cubicBezTo>
                      <a:pt x="49" y="2"/>
                      <a:pt x="46" y="0"/>
                      <a:pt x="43" y="0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3" y="0"/>
                      <a:pt x="0" y="2"/>
                      <a:pt x="0" y="5"/>
                    </a:cubicBezTo>
                    <a:cubicBezTo>
                      <a:pt x="0" y="196"/>
                      <a:pt x="0" y="196"/>
                      <a:pt x="0" y="196"/>
                    </a:cubicBezTo>
                    <a:cubicBezTo>
                      <a:pt x="0" y="199"/>
                      <a:pt x="3" y="202"/>
                      <a:pt x="6" y="20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4795" tIns="32398" rIns="64795" bIns="32398" numCol="1" anchor="t" anchorCtr="0" compatLnSpc="1"/>
              <a:lstStyle/>
              <a:p>
                <a:endParaRPr lang="zh-CN" altLang="en-US" sz="1346">
                  <a:solidFill>
                    <a:srgbClr val="000000"/>
                  </a:solidFill>
                </a:endParaRPr>
              </a:p>
            </p:txBody>
          </p:sp>
          <p:sp>
            <p:nvSpPr>
              <p:cNvPr id="448" name="Freeform 226"/>
              <p:cNvSpPr/>
              <p:nvPr/>
            </p:nvSpPr>
            <p:spPr bwMode="auto">
              <a:xfrm>
                <a:off x="4271732" y="1058486"/>
                <a:ext cx="125777" cy="626716"/>
              </a:xfrm>
              <a:custGeom>
                <a:avLst/>
                <a:gdLst>
                  <a:gd name="T0" fmla="*/ 6 w 49"/>
                  <a:gd name="T1" fmla="*/ 244 h 244"/>
                  <a:gd name="T2" fmla="*/ 43 w 49"/>
                  <a:gd name="T3" fmla="*/ 244 h 244"/>
                  <a:gd name="T4" fmla="*/ 49 w 49"/>
                  <a:gd name="T5" fmla="*/ 238 h 244"/>
                  <a:gd name="T6" fmla="*/ 49 w 49"/>
                  <a:gd name="T7" fmla="*/ 5 h 244"/>
                  <a:gd name="T8" fmla="*/ 43 w 49"/>
                  <a:gd name="T9" fmla="*/ 0 h 244"/>
                  <a:gd name="T10" fmla="*/ 6 w 49"/>
                  <a:gd name="T11" fmla="*/ 0 h 244"/>
                  <a:gd name="T12" fmla="*/ 0 w 49"/>
                  <a:gd name="T13" fmla="*/ 5 h 244"/>
                  <a:gd name="T14" fmla="*/ 0 w 49"/>
                  <a:gd name="T15" fmla="*/ 238 h 244"/>
                  <a:gd name="T16" fmla="*/ 6 w 49"/>
                  <a:gd name="T17" fmla="*/ 244 h 2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9" h="244">
                    <a:moveTo>
                      <a:pt x="6" y="244"/>
                    </a:moveTo>
                    <a:cubicBezTo>
                      <a:pt x="43" y="244"/>
                      <a:pt x="43" y="244"/>
                      <a:pt x="43" y="244"/>
                    </a:cubicBezTo>
                    <a:cubicBezTo>
                      <a:pt x="46" y="244"/>
                      <a:pt x="49" y="241"/>
                      <a:pt x="49" y="238"/>
                    </a:cubicBezTo>
                    <a:cubicBezTo>
                      <a:pt x="49" y="5"/>
                      <a:pt x="49" y="5"/>
                      <a:pt x="49" y="5"/>
                    </a:cubicBezTo>
                    <a:cubicBezTo>
                      <a:pt x="49" y="2"/>
                      <a:pt x="46" y="0"/>
                      <a:pt x="43" y="0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3" y="0"/>
                      <a:pt x="0" y="2"/>
                      <a:pt x="0" y="5"/>
                    </a:cubicBezTo>
                    <a:cubicBezTo>
                      <a:pt x="0" y="238"/>
                      <a:pt x="0" y="238"/>
                      <a:pt x="0" y="238"/>
                    </a:cubicBezTo>
                    <a:cubicBezTo>
                      <a:pt x="0" y="241"/>
                      <a:pt x="3" y="244"/>
                      <a:pt x="6" y="24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4795" tIns="32398" rIns="64795" bIns="32398" numCol="1" anchor="t" anchorCtr="0" compatLnSpc="1"/>
              <a:lstStyle/>
              <a:p>
                <a:endParaRPr lang="zh-CN" altLang="en-US" sz="1346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449" name="组合 448"/>
            <p:cNvGrpSpPr/>
            <p:nvPr/>
          </p:nvGrpSpPr>
          <p:grpSpPr>
            <a:xfrm>
              <a:off x="10240844" y="3302449"/>
              <a:ext cx="300352" cy="257548"/>
              <a:chOff x="3546346" y="2339026"/>
              <a:chExt cx="897787" cy="769842"/>
            </a:xfrm>
            <a:solidFill>
              <a:schemeClr val="accent3"/>
            </a:solidFill>
          </p:grpSpPr>
          <p:sp>
            <p:nvSpPr>
              <p:cNvPr id="450" name="Rectangle 227"/>
              <p:cNvSpPr>
                <a:spLocks noChangeArrowheads="1"/>
              </p:cNvSpPr>
              <p:nvPr/>
            </p:nvSpPr>
            <p:spPr bwMode="auto">
              <a:xfrm>
                <a:off x="3561526" y="3077423"/>
                <a:ext cx="882607" cy="3144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64795" tIns="32398" rIns="64795" bIns="32398" numCol="1" anchor="t" anchorCtr="0" compatLnSpc="1"/>
              <a:lstStyle/>
              <a:p>
                <a:endParaRPr lang="zh-CN" altLang="en-US" sz="1346">
                  <a:solidFill>
                    <a:srgbClr val="000000"/>
                  </a:solidFill>
                </a:endParaRPr>
              </a:p>
            </p:txBody>
          </p:sp>
          <p:sp>
            <p:nvSpPr>
              <p:cNvPr id="451" name="Freeform 228"/>
              <p:cNvSpPr/>
              <p:nvPr/>
            </p:nvSpPr>
            <p:spPr bwMode="auto">
              <a:xfrm>
                <a:off x="3617909" y="2844302"/>
                <a:ext cx="125777" cy="210351"/>
              </a:xfrm>
              <a:custGeom>
                <a:avLst/>
                <a:gdLst>
                  <a:gd name="T0" fmla="*/ 6 w 49"/>
                  <a:gd name="T1" fmla="*/ 82 h 82"/>
                  <a:gd name="T2" fmla="*/ 43 w 49"/>
                  <a:gd name="T3" fmla="*/ 82 h 82"/>
                  <a:gd name="T4" fmla="*/ 49 w 49"/>
                  <a:gd name="T5" fmla="*/ 76 h 82"/>
                  <a:gd name="T6" fmla="*/ 49 w 49"/>
                  <a:gd name="T7" fmla="*/ 0 h 82"/>
                  <a:gd name="T8" fmla="*/ 0 w 49"/>
                  <a:gd name="T9" fmla="*/ 49 h 82"/>
                  <a:gd name="T10" fmla="*/ 0 w 49"/>
                  <a:gd name="T11" fmla="*/ 76 h 82"/>
                  <a:gd name="T12" fmla="*/ 6 w 49"/>
                  <a:gd name="T13" fmla="*/ 82 h 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9" h="82">
                    <a:moveTo>
                      <a:pt x="6" y="82"/>
                    </a:moveTo>
                    <a:cubicBezTo>
                      <a:pt x="43" y="82"/>
                      <a:pt x="43" y="82"/>
                      <a:pt x="43" y="82"/>
                    </a:cubicBezTo>
                    <a:cubicBezTo>
                      <a:pt x="46" y="82"/>
                      <a:pt x="49" y="79"/>
                      <a:pt x="49" y="76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76"/>
                      <a:pt x="0" y="76"/>
                      <a:pt x="0" y="76"/>
                    </a:cubicBezTo>
                    <a:cubicBezTo>
                      <a:pt x="0" y="79"/>
                      <a:pt x="3" y="82"/>
                      <a:pt x="6" y="8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4795" tIns="32398" rIns="64795" bIns="32398" numCol="1" anchor="t" anchorCtr="0" compatLnSpc="1"/>
              <a:lstStyle/>
              <a:p>
                <a:endParaRPr lang="zh-CN" altLang="en-US" sz="1346">
                  <a:solidFill>
                    <a:srgbClr val="000000"/>
                  </a:solidFill>
                </a:endParaRPr>
              </a:p>
            </p:txBody>
          </p:sp>
          <p:sp>
            <p:nvSpPr>
              <p:cNvPr id="452" name="Freeform 229"/>
              <p:cNvSpPr/>
              <p:nvPr/>
            </p:nvSpPr>
            <p:spPr bwMode="auto">
              <a:xfrm>
                <a:off x="3779467" y="2682744"/>
                <a:ext cx="122524" cy="371910"/>
              </a:xfrm>
              <a:custGeom>
                <a:avLst/>
                <a:gdLst>
                  <a:gd name="T0" fmla="*/ 5 w 48"/>
                  <a:gd name="T1" fmla="*/ 145 h 145"/>
                  <a:gd name="T2" fmla="*/ 43 w 48"/>
                  <a:gd name="T3" fmla="*/ 145 h 145"/>
                  <a:gd name="T4" fmla="*/ 48 w 48"/>
                  <a:gd name="T5" fmla="*/ 139 h 145"/>
                  <a:gd name="T6" fmla="*/ 48 w 48"/>
                  <a:gd name="T7" fmla="*/ 0 h 145"/>
                  <a:gd name="T8" fmla="*/ 0 w 48"/>
                  <a:gd name="T9" fmla="*/ 49 h 145"/>
                  <a:gd name="T10" fmla="*/ 0 w 48"/>
                  <a:gd name="T11" fmla="*/ 139 h 145"/>
                  <a:gd name="T12" fmla="*/ 5 w 48"/>
                  <a:gd name="T13" fmla="*/ 145 h 1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8" h="145">
                    <a:moveTo>
                      <a:pt x="5" y="145"/>
                    </a:moveTo>
                    <a:cubicBezTo>
                      <a:pt x="43" y="145"/>
                      <a:pt x="43" y="145"/>
                      <a:pt x="43" y="145"/>
                    </a:cubicBezTo>
                    <a:cubicBezTo>
                      <a:pt x="46" y="145"/>
                      <a:pt x="48" y="142"/>
                      <a:pt x="48" y="139"/>
                    </a:cubicBezTo>
                    <a:cubicBezTo>
                      <a:pt x="48" y="0"/>
                      <a:pt x="48" y="0"/>
                      <a:pt x="48" y="0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139"/>
                      <a:pt x="0" y="139"/>
                      <a:pt x="0" y="139"/>
                    </a:cubicBezTo>
                    <a:cubicBezTo>
                      <a:pt x="0" y="142"/>
                      <a:pt x="2" y="145"/>
                      <a:pt x="5" y="14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4795" tIns="32398" rIns="64795" bIns="32398" numCol="1" anchor="t" anchorCtr="0" compatLnSpc="1"/>
              <a:lstStyle/>
              <a:p>
                <a:endParaRPr lang="zh-CN" altLang="en-US" sz="1346">
                  <a:solidFill>
                    <a:srgbClr val="000000"/>
                  </a:solidFill>
                </a:endParaRPr>
              </a:p>
            </p:txBody>
          </p:sp>
          <p:sp>
            <p:nvSpPr>
              <p:cNvPr id="453" name="Freeform 230"/>
              <p:cNvSpPr/>
              <p:nvPr/>
            </p:nvSpPr>
            <p:spPr bwMode="auto">
              <a:xfrm>
                <a:off x="3938857" y="2713104"/>
                <a:ext cx="124693" cy="341550"/>
              </a:xfrm>
              <a:custGeom>
                <a:avLst/>
                <a:gdLst>
                  <a:gd name="T0" fmla="*/ 22 w 49"/>
                  <a:gd name="T1" fmla="*/ 22 h 133"/>
                  <a:gd name="T2" fmla="*/ 0 w 49"/>
                  <a:gd name="T3" fmla="*/ 0 h 133"/>
                  <a:gd name="T4" fmla="*/ 0 w 49"/>
                  <a:gd name="T5" fmla="*/ 127 h 133"/>
                  <a:gd name="T6" fmla="*/ 6 w 49"/>
                  <a:gd name="T7" fmla="*/ 133 h 133"/>
                  <a:gd name="T8" fmla="*/ 43 w 49"/>
                  <a:gd name="T9" fmla="*/ 133 h 133"/>
                  <a:gd name="T10" fmla="*/ 49 w 49"/>
                  <a:gd name="T11" fmla="*/ 127 h 133"/>
                  <a:gd name="T12" fmla="*/ 49 w 49"/>
                  <a:gd name="T13" fmla="*/ 26 h 133"/>
                  <a:gd name="T14" fmla="*/ 38 w 49"/>
                  <a:gd name="T15" fmla="*/ 29 h 133"/>
                  <a:gd name="T16" fmla="*/ 22 w 49"/>
                  <a:gd name="T17" fmla="*/ 22 h 1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9" h="133">
                    <a:moveTo>
                      <a:pt x="22" y="22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127"/>
                      <a:pt x="0" y="127"/>
                      <a:pt x="0" y="127"/>
                    </a:cubicBezTo>
                    <a:cubicBezTo>
                      <a:pt x="0" y="130"/>
                      <a:pt x="3" y="133"/>
                      <a:pt x="6" y="133"/>
                    </a:cubicBezTo>
                    <a:cubicBezTo>
                      <a:pt x="43" y="133"/>
                      <a:pt x="43" y="133"/>
                      <a:pt x="43" y="133"/>
                    </a:cubicBezTo>
                    <a:cubicBezTo>
                      <a:pt x="46" y="133"/>
                      <a:pt x="49" y="130"/>
                      <a:pt x="49" y="127"/>
                    </a:cubicBezTo>
                    <a:cubicBezTo>
                      <a:pt x="49" y="26"/>
                      <a:pt x="49" y="26"/>
                      <a:pt x="49" y="26"/>
                    </a:cubicBezTo>
                    <a:cubicBezTo>
                      <a:pt x="46" y="28"/>
                      <a:pt x="42" y="29"/>
                      <a:pt x="38" y="29"/>
                    </a:cubicBezTo>
                    <a:cubicBezTo>
                      <a:pt x="32" y="29"/>
                      <a:pt x="27" y="26"/>
                      <a:pt x="22" y="2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4795" tIns="32398" rIns="64795" bIns="32398" numCol="1" anchor="t" anchorCtr="0" compatLnSpc="1"/>
              <a:lstStyle/>
              <a:p>
                <a:endParaRPr lang="zh-CN" altLang="en-US" sz="1346">
                  <a:solidFill>
                    <a:srgbClr val="000000"/>
                  </a:solidFill>
                </a:endParaRPr>
              </a:p>
            </p:txBody>
          </p:sp>
          <p:sp>
            <p:nvSpPr>
              <p:cNvPr id="454" name="Freeform 231"/>
              <p:cNvSpPr/>
              <p:nvPr/>
            </p:nvSpPr>
            <p:spPr bwMode="auto">
              <a:xfrm>
                <a:off x="4100415" y="2624193"/>
                <a:ext cx="122524" cy="430461"/>
              </a:xfrm>
              <a:custGeom>
                <a:avLst/>
                <a:gdLst>
                  <a:gd name="T0" fmla="*/ 5 w 48"/>
                  <a:gd name="T1" fmla="*/ 168 h 168"/>
                  <a:gd name="T2" fmla="*/ 43 w 48"/>
                  <a:gd name="T3" fmla="*/ 168 h 168"/>
                  <a:gd name="T4" fmla="*/ 48 w 48"/>
                  <a:gd name="T5" fmla="*/ 162 h 168"/>
                  <a:gd name="T6" fmla="*/ 48 w 48"/>
                  <a:gd name="T7" fmla="*/ 0 h 168"/>
                  <a:gd name="T8" fmla="*/ 0 w 48"/>
                  <a:gd name="T9" fmla="*/ 48 h 168"/>
                  <a:gd name="T10" fmla="*/ 0 w 48"/>
                  <a:gd name="T11" fmla="*/ 162 h 168"/>
                  <a:gd name="T12" fmla="*/ 5 w 48"/>
                  <a:gd name="T13" fmla="*/ 168 h 1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8" h="168">
                    <a:moveTo>
                      <a:pt x="5" y="168"/>
                    </a:moveTo>
                    <a:cubicBezTo>
                      <a:pt x="43" y="168"/>
                      <a:pt x="43" y="168"/>
                      <a:pt x="43" y="168"/>
                    </a:cubicBezTo>
                    <a:cubicBezTo>
                      <a:pt x="46" y="168"/>
                      <a:pt x="48" y="165"/>
                      <a:pt x="48" y="162"/>
                    </a:cubicBezTo>
                    <a:cubicBezTo>
                      <a:pt x="48" y="0"/>
                      <a:pt x="48" y="0"/>
                      <a:pt x="48" y="0"/>
                    </a:cubicBezTo>
                    <a:cubicBezTo>
                      <a:pt x="0" y="48"/>
                      <a:pt x="0" y="48"/>
                      <a:pt x="0" y="48"/>
                    </a:cubicBezTo>
                    <a:cubicBezTo>
                      <a:pt x="0" y="162"/>
                      <a:pt x="0" y="162"/>
                      <a:pt x="0" y="162"/>
                    </a:cubicBezTo>
                    <a:cubicBezTo>
                      <a:pt x="0" y="165"/>
                      <a:pt x="2" y="168"/>
                      <a:pt x="5" y="16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4795" tIns="32398" rIns="64795" bIns="32398" numCol="1" anchor="t" anchorCtr="0" compatLnSpc="1"/>
              <a:lstStyle/>
              <a:p>
                <a:endParaRPr lang="zh-CN" altLang="en-US" sz="1346">
                  <a:solidFill>
                    <a:srgbClr val="000000"/>
                  </a:solidFill>
                </a:endParaRPr>
              </a:p>
            </p:txBody>
          </p:sp>
          <p:sp>
            <p:nvSpPr>
              <p:cNvPr id="455" name="Freeform 232"/>
              <p:cNvSpPr/>
              <p:nvPr/>
            </p:nvSpPr>
            <p:spPr bwMode="auto">
              <a:xfrm>
                <a:off x="4258721" y="2513596"/>
                <a:ext cx="125777" cy="541058"/>
              </a:xfrm>
              <a:custGeom>
                <a:avLst/>
                <a:gdLst>
                  <a:gd name="T0" fmla="*/ 29 w 49"/>
                  <a:gd name="T1" fmla="*/ 0 h 211"/>
                  <a:gd name="T2" fmla="*/ 0 w 49"/>
                  <a:gd name="T3" fmla="*/ 29 h 211"/>
                  <a:gd name="T4" fmla="*/ 0 w 49"/>
                  <a:gd name="T5" fmla="*/ 205 h 211"/>
                  <a:gd name="T6" fmla="*/ 6 w 49"/>
                  <a:gd name="T7" fmla="*/ 211 h 211"/>
                  <a:gd name="T8" fmla="*/ 43 w 49"/>
                  <a:gd name="T9" fmla="*/ 211 h 211"/>
                  <a:gd name="T10" fmla="*/ 49 w 49"/>
                  <a:gd name="T11" fmla="*/ 205 h 211"/>
                  <a:gd name="T12" fmla="*/ 49 w 49"/>
                  <a:gd name="T13" fmla="*/ 22 h 211"/>
                  <a:gd name="T14" fmla="*/ 29 w 49"/>
                  <a:gd name="T15" fmla="*/ 0 h 2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9" h="211">
                    <a:moveTo>
                      <a:pt x="29" y="0"/>
                    </a:moveTo>
                    <a:cubicBezTo>
                      <a:pt x="0" y="29"/>
                      <a:pt x="0" y="29"/>
                      <a:pt x="0" y="29"/>
                    </a:cubicBezTo>
                    <a:cubicBezTo>
                      <a:pt x="0" y="205"/>
                      <a:pt x="0" y="205"/>
                      <a:pt x="0" y="205"/>
                    </a:cubicBezTo>
                    <a:cubicBezTo>
                      <a:pt x="0" y="208"/>
                      <a:pt x="3" y="211"/>
                      <a:pt x="6" y="211"/>
                    </a:cubicBezTo>
                    <a:cubicBezTo>
                      <a:pt x="43" y="211"/>
                      <a:pt x="43" y="211"/>
                      <a:pt x="43" y="211"/>
                    </a:cubicBezTo>
                    <a:cubicBezTo>
                      <a:pt x="46" y="211"/>
                      <a:pt x="49" y="208"/>
                      <a:pt x="49" y="205"/>
                    </a:cubicBezTo>
                    <a:cubicBezTo>
                      <a:pt x="49" y="22"/>
                      <a:pt x="49" y="22"/>
                      <a:pt x="49" y="22"/>
                    </a:cubicBezTo>
                    <a:cubicBezTo>
                      <a:pt x="38" y="21"/>
                      <a:pt x="29" y="12"/>
                      <a:pt x="29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4795" tIns="32398" rIns="64795" bIns="32398" numCol="1" anchor="t" anchorCtr="0" compatLnSpc="1"/>
              <a:lstStyle/>
              <a:p>
                <a:endParaRPr lang="zh-CN" altLang="en-US" sz="1346">
                  <a:solidFill>
                    <a:srgbClr val="000000"/>
                  </a:solidFill>
                </a:endParaRPr>
              </a:p>
            </p:txBody>
          </p:sp>
          <p:sp>
            <p:nvSpPr>
              <p:cNvPr id="456" name="Freeform 233"/>
              <p:cNvSpPr/>
              <p:nvPr/>
            </p:nvSpPr>
            <p:spPr bwMode="auto">
              <a:xfrm>
                <a:off x="3546346" y="2339026"/>
                <a:ext cx="871764" cy="610452"/>
              </a:xfrm>
              <a:custGeom>
                <a:avLst/>
                <a:gdLst>
                  <a:gd name="T0" fmla="*/ 20 w 340"/>
                  <a:gd name="T1" fmla="*/ 234 h 238"/>
                  <a:gd name="T2" fmla="*/ 140 w 340"/>
                  <a:gd name="T3" fmla="*/ 113 h 238"/>
                  <a:gd name="T4" fmla="*/ 183 w 340"/>
                  <a:gd name="T5" fmla="*/ 156 h 238"/>
                  <a:gd name="T6" fmla="*/ 199 w 340"/>
                  <a:gd name="T7" fmla="*/ 156 h 238"/>
                  <a:gd name="T8" fmla="*/ 318 w 340"/>
                  <a:gd name="T9" fmla="*/ 37 h 238"/>
                  <a:gd name="T10" fmla="*/ 318 w 340"/>
                  <a:gd name="T11" fmla="*/ 64 h 238"/>
                  <a:gd name="T12" fmla="*/ 329 w 340"/>
                  <a:gd name="T13" fmla="*/ 75 h 238"/>
                  <a:gd name="T14" fmla="*/ 340 w 340"/>
                  <a:gd name="T15" fmla="*/ 64 h 238"/>
                  <a:gd name="T16" fmla="*/ 340 w 340"/>
                  <a:gd name="T17" fmla="*/ 11 h 238"/>
                  <a:gd name="T18" fmla="*/ 337 w 340"/>
                  <a:gd name="T19" fmla="*/ 3 h 238"/>
                  <a:gd name="T20" fmla="*/ 329 w 340"/>
                  <a:gd name="T21" fmla="*/ 0 h 238"/>
                  <a:gd name="T22" fmla="*/ 276 w 340"/>
                  <a:gd name="T23" fmla="*/ 0 h 238"/>
                  <a:gd name="T24" fmla="*/ 265 w 340"/>
                  <a:gd name="T25" fmla="*/ 11 h 238"/>
                  <a:gd name="T26" fmla="*/ 276 w 340"/>
                  <a:gd name="T27" fmla="*/ 22 h 238"/>
                  <a:gd name="T28" fmla="*/ 302 w 340"/>
                  <a:gd name="T29" fmla="*/ 22 h 238"/>
                  <a:gd name="T30" fmla="*/ 191 w 340"/>
                  <a:gd name="T31" fmla="*/ 133 h 238"/>
                  <a:gd name="T32" fmla="*/ 148 w 340"/>
                  <a:gd name="T33" fmla="*/ 90 h 238"/>
                  <a:gd name="T34" fmla="*/ 133 w 340"/>
                  <a:gd name="T35" fmla="*/ 90 h 238"/>
                  <a:gd name="T36" fmla="*/ 4 w 340"/>
                  <a:gd name="T37" fmla="*/ 219 h 238"/>
                  <a:gd name="T38" fmla="*/ 4 w 340"/>
                  <a:gd name="T39" fmla="*/ 234 h 238"/>
                  <a:gd name="T40" fmla="*/ 20 w 340"/>
                  <a:gd name="T41" fmla="*/ 234 h 2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340" h="238">
                    <a:moveTo>
                      <a:pt x="20" y="234"/>
                    </a:moveTo>
                    <a:cubicBezTo>
                      <a:pt x="140" y="113"/>
                      <a:pt x="140" y="113"/>
                      <a:pt x="140" y="113"/>
                    </a:cubicBezTo>
                    <a:cubicBezTo>
                      <a:pt x="183" y="156"/>
                      <a:pt x="183" y="156"/>
                      <a:pt x="183" y="156"/>
                    </a:cubicBezTo>
                    <a:cubicBezTo>
                      <a:pt x="188" y="160"/>
                      <a:pt x="195" y="160"/>
                      <a:pt x="199" y="156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64"/>
                      <a:pt x="318" y="64"/>
                      <a:pt x="318" y="64"/>
                    </a:cubicBezTo>
                    <a:cubicBezTo>
                      <a:pt x="318" y="70"/>
                      <a:pt x="323" y="75"/>
                      <a:pt x="329" y="75"/>
                    </a:cubicBezTo>
                    <a:cubicBezTo>
                      <a:pt x="335" y="75"/>
                      <a:pt x="340" y="70"/>
                      <a:pt x="340" y="64"/>
                    </a:cubicBezTo>
                    <a:cubicBezTo>
                      <a:pt x="340" y="11"/>
                      <a:pt x="340" y="11"/>
                      <a:pt x="340" y="11"/>
                    </a:cubicBezTo>
                    <a:cubicBezTo>
                      <a:pt x="340" y="8"/>
                      <a:pt x="339" y="5"/>
                      <a:pt x="337" y="3"/>
                    </a:cubicBezTo>
                    <a:cubicBezTo>
                      <a:pt x="335" y="1"/>
                      <a:pt x="332" y="0"/>
                      <a:pt x="329" y="0"/>
                    </a:cubicBezTo>
                    <a:cubicBezTo>
                      <a:pt x="276" y="0"/>
                      <a:pt x="276" y="0"/>
                      <a:pt x="276" y="0"/>
                    </a:cubicBezTo>
                    <a:cubicBezTo>
                      <a:pt x="270" y="0"/>
                      <a:pt x="265" y="4"/>
                      <a:pt x="265" y="11"/>
                    </a:cubicBezTo>
                    <a:cubicBezTo>
                      <a:pt x="265" y="17"/>
                      <a:pt x="270" y="22"/>
                      <a:pt x="276" y="22"/>
                    </a:cubicBezTo>
                    <a:cubicBezTo>
                      <a:pt x="302" y="22"/>
                      <a:pt x="302" y="22"/>
                      <a:pt x="302" y="22"/>
                    </a:cubicBezTo>
                    <a:cubicBezTo>
                      <a:pt x="191" y="133"/>
                      <a:pt x="191" y="133"/>
                      <a:pt x="191" y="133"/>
                    </a:cubicBezTo>
                    <a:cubicBezTo>
                      <a:pt x="148" y="90"/>
                      <a:pt x="148" y="90"/>
                      <a:pt x="148" y="90"/>
                    </a:cubicBezTo>
                    <a:cubicBezTo>
                      <a:pt x="144" y="86"/>
                      <a:pt x="137" y="86"/>
                      <a:pt x="133" y="90"/>
                    </a:cubicBezTo>
                    <a:cubicBezTo>
                      <a:pt x="4" y="219"/>
                      <a:pt x="4" y="219"/>
                      <a:pt x="4" y="219"/>
                    </a:cubicBezTo>
                    <a:cubicBezTo>
                      <a:pt x="0" y="223"/>
                      <a:pt x="0" y="230"/>
                      <a:pt x="4" y="234"/>
                    </a:cubicBezTo>
                    <a:cubicBezTo>
                      <a:pt x="8" y="238"/>
                      <a:pt x="15" y="238"/>
                      <a:pt x="20" y="23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4795" tIns="32398" rIns="64795" bIns="32398" numCol="1" anchor="t" anchorCtr="0" compatLnSpc="1"/>
              <a:lstStyle/>
              <a:p>
                <a:endParaRPr lang="zh-CN" altLang="en-US" sz="1346">
                  <a:solidFill>
                    <a:srgbClr val="000000"/>
                  </a:solidFill>
                </a:endParaRPr>
              </a:p>
            </p:txBody>
          </p:sp>
        </p:grpSp>
      </p:grpSp>
      <p:grpSp>
        <p:nvGrpSpPr>
          <p:cNvPr id="457" name="组合 456"/>
          <p:cNvGrpSpPr/>
          <p:nvPr/>
        </p:nvGrpSpPr>
        <p:grpSpPr>
          <a:xfrm>
            <a:off x="8454140" y="2724209"/>
            <a:ext cx="231462" cy="229714"/>
            <a:chOff x="7078908" y="5461438"/>
            <a:chExt cx="430461" cy="427208"/>
          </a:xfrm>
          <a:solidFill>
            <a:schemeClr val="bg1">
              <a:lumMod val="50000"/>
            </a:schemeClr>
          </a:solidFill>
        </p:grpSpPr>
        <p:sp>
          <p:nvSpPr>
            <p:cNvPr id="458" name="Freeform 236"/>
            <p:cNvSpPr/>
            <p:nvPr/>
          </p:nvSpPr>
          <p:spPr bwMode="auto">
            <a:xfrm>
              <a:off x="7078908" y="5461438"/>
              <a:ext cx="418534" cy="417450"/>
            </a:xfrm>
            <a:custGeom>
              <a:avLst/>
              <a:gdLst>
                <a:gd name="T0" fmla="*/ 84 w 163"/>
                <a:gd name="T1" fmla="*/ 129 h 163"/>
                <a:gd name="T2" fmla="*/ 46 w 163"/>
                <a:gd name="T3" fmla="*/ 50 h 163"/>
                <a:gd name="T4" fmla="*/ 81 w 163"/>
                <a:gd name="T5" fmla="*/ 34 h 163"/>
                <a:gd name="T6" fmla="*/ 127 w 163"/>
                <a:gd name="T7" fmla="*/ 89 h 163"/>
                <a:gd name="T8" fmla="*/ 147 w 163"/>
                <a:gd name="T9" fmla="*/ 94 h 163"/>
                <a:gd name="T10" fmla="*/ 162 w 163"/>
                <a:gd name="T11" fmla="*/ 86 h 163"/>
                <a:gd name="T12" fmla="*/ 162 w 163"/>
                <a:gd name="T13" fmla="*/ 70 h 163"/>
                <a:gd name="T14" fmla="*/ 144 w 163"/>
                <a:gd name="T15" fmla="*/ 59 h 163"/>
                <a:gd name="T16" fmla="*/ 154 w 163"/>
                <a:gd name="T17" fmla="*/ 45 h 163"/>
                <a:gd name="T18" fmla="*/ 145 w 163"/>
                <a:gd name="T19" fmla="*/ 32 h 163"/>
                <a:gd name="T20" fmla="*/ 125 w 163"/>
                <a:gd name="T21" fmla="*/ 30 h 163"/>
                <a:gd name="T22" fmla="*/ 126 w 163"/>
                <a:gd name="T23" fmla="*/ 13 h 163"/>
                <a:gd name="T24" fmla="*/ 112 w 163"/>
                <a:gd name="T25" fmla="*/ 6 h 163"/>
                <a:gd name="T26" fmla="*/ 93 w 163"/>
                <a:gd name="T27" fmla="*/ 15 h 163"/>
                <a:gd name="T28" fmla="*/ 86 w 163"/>
                <a:gd name="T29" fmla="*/ 0 h 163"/>
                <a:gd name="T30" fmla="*/ 70 w 163"/>
                <a:gd name="T31" fmla="*/ 1 h 163"/>
                <a:gd name="T32" fmla="*/ 58 w 163"/>
                <a:gd name="T33" fmla="*/ 18 h 163"/>
                <a:gd name="T34" fmla="*/ 44 w 163"/>
                <a:gd name="T35" fmla="*/ 9 h 163"/>
                <a:gd name="T36" fmla="*/ 31 w 163"/>
                <a:gd name="T37" fmla="*/ 17 h 163"/>
                <a:gd name="T38" fmla="*/ 31 w 163"/>
                <a:gd name="T39" fmla="*/ 36 h 163"/>
                <a:gd name="T40" fmla="*/ 15 w 163"/>
                <a:gd name="T41" fmla="*/ 33 h 163"/>
                <a:gd name="T42" fmla="*/ 8 w 163"/>
                <a:gd name="T43" fmla="*/ 47 h 163"/>
                <a:gd name="T44" fmla="*/ 18 w 163"/>
                <a:gd name="T45" fmla="*/ 59 h 163"/>
                <a:gd name="T46" fmla="*/ 0 w 163"/>
                <a:gd name="T47" fmla="*/ 73 h 163"/>
                <a:gd name="T48" fmla="*/ 0 w 163"/>
                <a:gd name="T49" fmla="*/ 88 h 163"/>
                <a:gd name="T50" fmla="*/ 15 w 163"/>
                <a:gd name="T51" fmla="*/ 94 h 163"/>
                <a:gd name="T52" fmla="*/ 6 w 163"/>
                <a:gd name="T53" fmla="*/ 114 h 163"/>
                <a:gd name="T54" fmla="*/ 15 w 163"/>
                <a:gd name="T55" fmla="*/ 128 h 163"/>
                <a:gd name="T56" fmla="*/ 30 w 163"/>
                <a:gd name="T57" fmla="*/ 125 h 163"/>
                <a:gd name="T58" fmla="*/ 33 w 163"/>
                <a:gd name="T59" fmla="*/ 148 h 163"/>
                <a:gd name="T60" fmla="*/ 47 w 163"/>
                <a:gd name="T61" fmla="*/ 155 h 163"/>
                <a:gd name="T62" fmla="*/ 59 w 163"/>
                <a:gd name="T63" fmla="*/ 145 h 163"/>
                <a:gd name="T64" fmla="*/ 72 w 163"/>
                <a:gd name="T65" fmla="*/ 163 h 163"/>
                <a:gd name="T66" fmla="*/ 88 w 163"/>
                <a:gd name="T67" fmla="*/ 162 h 163"/>
                <a:gd name="T68" fmla="*/ 94 w 163"/>
                <a:gd name="T69" fmla="*/ 148 h 163"/>
                <a:gd name="T70" fmla="*/ 89 w 163"/>
                <a:gd name="T71" fmla="*/ 128 h 1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63" h="163">
                  <a:moveTo>
                    <a:pt x="89" y="128"/>
                  </a:moveTo>
                  <a:cubicBezTo>
                    <a:pt x="88" y="128"/>
                    <a:pt x="86" y="129"/>
                    <a:pt x="84" y="129"/>
                  </a:cubicBezTo>
                  <a:cubicBezTo>
                    <a:pt x="58" y="130"/>
                    <a:pt x="36" y="110"/>
                    <a:pt x="35" y="84"/>
                  </a:cubicBezTo>
                  <a:cubicBezTo>
                    <a:pt x="34" y="71"/>
                    <a:pt x="38" y="59"/>
                    <a:pt x="46" y="50"/>
                  </a:cubicBezTo>
                  <a:cubicBezTo>
                    <a:pt x="55" y="40"/>
                    <a:pt x="66" y="35"/>
                    <a:pt x="79" y="34"/>
                  </a:cubicBezTo>
                  <a:cubicBezTo>
                    <a:pt x="79" y="34"/>
                    <a:pt x="80" y="34"/>
                    <a:pt x="81" y="34"/>
                  </a:cubicBezTo>
                  <a:cubicBezTo>
                    <a:pt x="106" y="34"/>
                    <a:pt x="127" y="54"/>
                    <a:pt x="128" y="79"/>
                  </a:cubicBezTo>
                  <a:cubicBezTo>
                    <a:pt x="128" y="82"/>
                    <a:pt x="128" y="85"/>
                    <a:pt x="127" y="89"/>
                  </a:cubicBezTo>
                  <a:cubicBezTo>
                    <a:pt x="144" y="105"/>
                    <a:pt x="144" y="105"/>
                    <a:pt x="144" y="105"/>
                  </a:cubicBezTo>
                  <a:cubicBezTo>
                    <a:pt x="145" y="101"/>
                    <a:pt x="146" y="97"/>
                    <a:pt x="147" y="94"/>
                  </a:cubicBezTo>
                  <a:cubicBezTo>
                    <a:pt x="163" y="90"/>
                    <a:pt x="163" y="90"/>
                    <a:pt x="163" y="90"/>
                  </a:cubicBezTo>
                  <a:cubicBezTo>
                    <a:pt x="162" y="86"/>
                    <a:pt x="162" y="86"/>
                    <a:pt x="162" y="86"/>
                  </a:cubicBezTo>
                  <a:cubicBezTo>
                    <a:pt x="162" y="75"/>
                    <a:pt x="162" y="75"/>
                    <a:pt x="162" y="75"/>
                  </a:cubicBezTo>
                  <a:cubicBezTo>
                    <a:pt x="162" y="70"/>
                    <a:pt x="162" y="70"/>
                    <a:pt x="162" y="70"/>
                  </a:cubicBezTo>
                  <a:cubicBezTo>
                    <a:pt x="147" y="69"/>
                    <a:pt x="147" y="69"/>
                    <a:pt x="147" y="69"/>
                  </a:cubicBezTo>
                  <a:cubicBezTo>
                    <a:pt x="146" y="66"/>
                    <a:pt x="145" y="62"/>
                    <a:pt x="144" y="59"/>
                  </a:cubicBezTo>
                  <a:cubicBezTo>
                    <a:pt x="156" y="48"/>
                    <a:pt x="156" y="48"/>
                    <a:pt x="156" y="48"/>
                  </a:cubicBezTo>
                  <a:cubicBezTo>
                    <a:pt x="154" y="45"/>
                    <a:pt x="154" y="45"/>
                    <a:pt x="154" y="45"/>
                  </a:cubicBezTo>
                  <a:cubicBezTo>
                    <a:pt x="148" y="35"/>
                    <a:pt x="148" y="35"/>
                    <a:pt x="148" y="35"/>
                  </a:cubicBezTo>
                  <a:cubicBezTo>
                    <a:pt x="145" y="32"/>
                    <a:pt x="145" y="32"/>
                    <a:pt x="145" y="32"/>
                  </a:cubicBezTo>
                  <a:cubicBezTo>
                    <a:pt x="132" y="38"/>
                    <a:pt x="132" y="38"/>
                    <a:pt x="132" y="38"/>
                  </a:cubicBezTo>
                  <a:cubicBezTo>
                    <a:pt x="130" y="35"/>
                    <a:pt x="127" y="32"/>
                    <a:pt x="125" y="30"/>
                  </a:cubicBezTo>
                  <a:cubicBezTo>
                    <a:pt x="130" y="15"/>
                    <a:pt x="130" y="15"/>
                    <a:pt x="130" y="15"/>
                  </a:cubicBezTo>
                  <a:cubicBezTo>
                    <a:pt x="126" y="13"/>
                    <a:pt x="126" y="13"/>
                    <a:pt x="126" y="13"/>
                  </a:cubicBezTo>
                  <a:cubicBezTo>
                    <a:pt x="116" y="8"/>
                    <a:pt x="116" y="8"/>
                    <a:pt x="116" y="8"/>
                  </a:cubicBezTo>
                  <a:cubicBezTo>
                    <a:pt x="112" y="6"/>
                    <a:pt x="112" y="6"/>
                    <a:pt x="112" y="6"/>
                  </a:cubicBezTo>
                  <a:cubicBezTo>
                    <a:pt x="104" y="18"/>
                    <a:pt x="104" y="18"/>
                    <a:pt x="104" y="18"/>
                  </a:cubicBezTo>
                  <a:cubicBezTo>
                    <a:pt x="100" y="17"/>
                    <a:pt x="97" y="16"/>
                    <a:pt x="93" y="15"/>
                  </a:cubicBezTo>
                  <a:cubicBezTo>
                    <a:pt x="90" y="0"/>
                    <a:pt x="90" y="0"/>
                    <a:pt x="90" y="0"/>
                  </a:cubicBezTo>
                  <a:cubicBezTo>
                    <a:pt x="86" y="0"/>
                    <a:pt x="86" y="0"/>
                    <a:pt x="86" y="0"/>
                  </a:cubicBezTo>
                  <a:cubicBezTo>
                    <a:pt x="75" y="1"/>
                    <a:pt x="75" y="1"/>
                    <a:pt x="75" y="1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69" y="15"/>
                    <a:pt x="69" y="15"/>
                    <a:pt x="69" y="15"/>
                  </a:cubicBezTo>
                  <a:cubicBezTo>
                    <a:pt x="65" y="16"/>
                    <a:pt x="62" y="17"/>
                    <a:pt x="58" y="18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4" y="9"/>
                    <a:pt x="44" y="9"/>
                    <a:pt x="44" y="9"/>
                  </a:cubicBezTo>
                  <a:cubicBezTo>
                    <a:pt x="35" y="15"/>
                    <a:pt x="35" y="15"/>
                    <a:pt x="35" y="15"/>
                  </a:cubicBezTo>
                  <a:cubicBezTo>
                    <a:pt x="31" y="17"/>
                    <a:pt x="31" y="17"/>
                    <a:pt x="31" y="17"/>
                  </a:cubicBezTo>
                  <a:cubicBezTo>
                    <a:pt x="37" y="30"/>
                    <a:pt x="37" y="30"/>
                    <a:pt x="37" y="30"/>
                  </a:cubicBezTo>
                  <a:cubicBezTo>
                    <a:pt x="35" y="32"/>
                    <a:pt x="33" y="34"/>
                    <a:pt x="31" y="36"/>
                  </a:cubicBezTo>
                  <a:cubicBezTo>
                    <a:pt x="31" y="37"/>
                    <a:pt x="30" y="37"/>
                    <a:pt x="30" y="38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3" y="37"/>
                    <a:pt x="13" y="37"/>
                    <a:pt x="13" y="37"/>
                  </a:cubicBezTo>
                  <a:cubicBezTo>
                    <a:pt x="8" y="47"/>
                    <a:pt x="8" y="47"/>
                    <a:pt x="8" y="47"/>
                  </a:cubicBezTo>
                  <a:cubicBezTo>
                    <a:pt x="6" y="51"/>
                    <a:pt x="6" y="51"/>
                    <a:pt x="6" y="51"/>
                  </a:cubicBezTo>
                  <a:cubicBezTo>
                    <a:pt x="18" y="59"/>
                    <a:pt x="18" y="59"/>
                    <a:pt x="18" y="59"/>
                  </a:cubicBezTo>
                  <a:cubicBezTo>
                    <a:pt x="17" y="63"/>
                    <a:pt x="16" y="66"/>
                    <a:pt x="15" y="69"/>
                  </a:cubicBezTo>
                  <a:cubicBezTo>
                    <a:pt x="0" y="73"/>
                    <a:pt x="0" y="73"/>
                    <a:pt x="0" y="73"/>
                  </a:cubicBezTo>
                  <a:cubicBezTo>
                    <a:pt x="0" y="77"/>
                    <a:pt x="0" y="77"/>
                    <a:pt x="0" y="77"/>
                  </a:cubicBezTo>
                  <a:cubicBezTo>
                    <a:pt x="0" y="88"/>
                    <a:pt x="0" y="88"/>
                    <a:pt x="0" y="88"/>
                  </a:cubicBezTo>
                  <a:cubicBezTo>
                    <a:pt x="1" y="92"/>
                    <a:pt x="1" y="92"/>
                    <a:pt x="1" y="92"/>
                  </a:cubicBezTo>
                  <a:cubicBezTo>
                    <a:pt x="15" y="94"/>
                    <a:pt x="15" y="94"/>
                    <a:pt x="15" y="94"/>
                  </a:cubicBezTo>
                  <a:cubicBezTo>
                    <a:pt x="16" y="97"/>
                    <a:pt x="17" y="101"/>
                    <a:pt x="18" y="104"/>
                  </a:cubicBezTo>
                  <a:cubicBezTo>
                    <a:pt x="6" y="114"/>
                    <a:pt x="6" y="114"/>
                    <a:pt x="6" y="114"/>
                  </a:cubicBezTo>
                  <a:cubicBezTo>
                    <a:pt x="9" y="118"/>
                    <a:pt x="9" y="118"/>
                    <a:pt x="9" y="118"/>
                  </a:cubicBezTo>
                  <a:cubicBezTo>
                    <a:pt x="15" y="128"/>
                    <a:pt x="15" y="128"/>
                    <a:pt x="15" y="128"/>
                  </a:cubicBezTo>
                  <a:cubicBezTo>
                    <a:pt x="17" y="131"/>
                    <a:pt x="17" y="131"/>
                    <a:pt x="17" y="131"/>
                  </a:cubicBezTo>
                  <a:cubicBezTo>
                    <a:pt x="30" y="125"/>
                    <a:pt x="30" y="125"/>
                    <a:pt x="30" y="125"/>
                  </a:cubicBezTo>
                  <a:cubicBezTo>
                    <a:pt x="33" y="128"/>
                    <a:pt x="35" y="130"/>
                    <a:pt x="38" y="133"/>
                  </a:cubicBezTo>
                  <a:cubicBezTo>
                    <a:pt x="33" y="148"/>
                    <a:pt x="33" y="148"/>
                    <a:pt x="33" y="148"/>
                  </a:cubicBezTo>
                  <a:cubicBezTo>
                    <a:pt x="37" y="150"/>
                    <a:pt x="37" y="150"/>
                    <a:pt x="37" y="150"/>
                  </a:cubicBezTo>
                  <a:cubicBezTo>
                    <a:pt x="47" y="155"/>
                    <a:pt x="47" y="155"/>
                    <a:pt x="47" y="155"/>
                  </a:cubicBezTo>
                  <a:cubicBezTo>
                    <a:pt x="51" y="157"/>
                    <a:pt x="51" y="157"/>
                    <a:pt x="51" y="157"/>
                  </a:cubicBezTo>
                  <a:cubicBezTo>
                    <a:pt x="59" y="145"/>
                    <a:pt x="59" y="145"/>
                    <a:pt x="59" y="145"/>
                  </a:cubicBezTo>
                  <a:cubicBezTo>
                    <a:pt x="62" y="146"/>
                    <a:pt x="66" y="147"/>
                    <a:pt x="69" y="148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7" y="163"/>
                    <a:pt x="77" y="163"/>
                    <a:pt x="77" y="163"/>
                  </a:cubicBezTo>
                  <a:cubicBezTo>
                    <a:pt x="88" y="162"/>
                    <a:pt x="88" y="162"/>
                    <a:pt x="88" y="162"/>
                  </a:cubicBezTo>
                  <a:cubicBezTo>
                    <a:pt x="92" y="162"/>
                    <a:pt x="92" y="162"/>
                    <a:pt x="92" y="162"/>
                  </a:cubicBezTo>
                  <a:cubicBezTo>
                    <a:pt x="94" y="148"/>
                    <a:pt x="94" y="148"/>
                    <a:pt x="94" y="148"/>
                  </a:cubicBezTo>
                  <a:cubicBezTo>
                    <a:pt x="98" y="147"/>
                    <a:pt x="102" y="146"/>
                    <a:pt x="105" y="144"/>
                  </a:cubicBezTo>
                  <a:lnTo>
                    <a:pt x="89" y="12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4795" tIns="32398" rIns="64795" bIns="32398" numCol="1" anchor="t" anchorCtr="0" compatLnSpc="1"/>
            <a:lstStyle/>
            <a:p>
              <a:endParaRPr lang="zh-CN" altLang="en-US" sz="1346">
                <a:solidFill>
                  <a:srgbClr val="000000"/>
                </a:solidFill>
              </a:endParaRPr>
            </a:p>
          </p:txBody>
        </p:sp>
        <p:sp>
          <p:nvSpPr>
            <p:cNvPr id="459" name="Freeform 237"/>
            <p:cNvSpPr/>
            <p:nvPr/>
          </p:nvSpPr>
          <p:spPr bwMode="auto">
            <a:xfrm>
              <a:off x="7197095" y="5576372"/>
              <a:ext cx="312274" cy="312274"/>
            </a:xfrm>
            <a:custGeom>
              <a:avLst/>
              <a:gdLst>
                <a:gd name="T0" fmla="*/ 122 w 122"/>
                <a:gd name="T1" fmla="*/ 101 h 122"/>
                <a:gd name="T2" fmla="*/ 119 w 122"/>
                <a:gd name="T3" fmla="*/ 94 h 122"/>
                <a:gd name="T4" fmla="*/ 67 w 122"/>
                <a:gd name="T5" fmla="*/ 43 h 122"/>
                <a:gd name="T6" fmla="*/ 58 w 122"/>
                <a:gd name="T7" fmla="*/ 12 h 122"/>
                <a:gd name="T8" fmla="*/ 23 w 122"/>
                <a:gd name="T9" fmla="*/ 5 h 122"/>
                <a:gd name="T10" fmla="*/ 41 w 122"/>
                <a:gd name="T11" fmla="*/ 23 h 122"/>
                <a:gd name="T12" fmla="*/ 41 w 122"/>
                <a:gd name="T13" fmla="*/ 29 h 122"/>
                <a:gd name="T14" fmla="*/ 29 w 122"/>
                <a:gd name="T15" fmla="*/ 41 h 122"/>
                <a:gd name="T16" fmla="*/ 23 w 122"/>
                <a:gd name="T17" fmla="*/ 41 h 122"/>
                <a:gd name="T18" fmla="*/ 5 w 122"/>
                <a:gd name="T19" fmla="*/ 23 h 122"/>
                <a:gd name="T20" fmla="*/ 12 w 122"/>
                <a:gd name="T21" fmla="*/ 58 h 122"/>
                <a:gd name="T22" fmla="*/ 43 w 122"/>
                <a:gd name="T23" fmla="*/ 67 h 122"/>
                <a:gd name="T24" fmla="*/ 94 w 122"/>
                <a:gd name="T25" fmla="*/ 119 h 122"/>
                <a:gd name="T26" fmla="*/ 101 w 122"/>
                <a:gd name="T27" fmla="*/ 122 h 122"/>
                <a:gd name="T28" fmla="*/ 122 w 122"/>
                <a:gd name="T29" fmla="*/ 101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22" h="122">
                  <a:moveTo>
                    <a:pt x="122" y="101"/>
                  </a:moveTo>
                  <a:cubicBezTo>
                    <a:pt x="122" y="99"/>
                    <a:pt x="121" y="95"/>
                    <a:pt x="119" y="94"/>
                  </a:cubicBezTo>
                  <a:cubicBezTo>
                    <a:pt x="102" y="77"/>
                    <a:pt x="84" y="60"/>
                    <a:pt x="67" y="43"/>
                  </a:cubicBezTo>
                  <a:cubicBezTo>
                    <a:pt x="69" y="32"/>
                    <a:pt x="66" y="21"/>
                    <a:pt x="58" y="12"/>
                  </a:cubicBezTo>
                  <a:cubicBezTo>
                    <a:pt x="49" y="3"/>
                    <a:pt x="35" y="0"/>
                    <a:pt x="23" y="5"/>
                  </a:cubicBezTo>
                  <a:cubicBezTo>
                    <a:pt x="41" y="23"/>
                    <a:pt x="41" y="23"/>
                    <a:pt x="41" y="23"/>
                  </a:cubicBezTo>
                  <a:cubicBezTo>
                    <a:pt x="42" y="25"/>
                    <a:pt x="42" y="27"/>
                    <a:pt x="41" y="29"/>
                  </a:cubicBezTo>
                  <a:cubicBezTo>
                    <a:pt x="29" y="41"/>
                    <a:pt x="29" y="41"/>
                    <a:pt x="29" y="41"/>
                  </a:cubicBezTo>
                  <a:cubicBezTo>
                    <a:pt x="27" y="43"/>
                    <a:pt x="25" y="43"/>
                    <a:pt x="23" y="41"/>
                  </a:cubicBezTo>
                  <a:cubicBezTo>
                    <a:pt x="5" y="23"/>
                    <a:pt x="5" y="23"/>
                    <a:pt x="5" y="23"/>
                  </a:cubicBezTo>
                  <a:cubicBezTo>
                    <a:pt x="0" y="35"/>
                    <a:pt x="3" y="49"/>
                    <a:pt x="12" y="58"/>
                  </a:cubicBezTo>
                  <a:cubicBezTo>
                    <a:pt x="20" y="66"/>
                    <a:pt x="32" y="69"/>
                    <a:pt x="43" y="67"/>
                  </a:cubicBezTo>
                  <a:cubicBezTo>
                    <a:pt x="60" y="84"/>
                    <a:pt x="77" y="102"/>
                    <a:pt x="94" y="119"/>
                  </a:cubicBezTo>
                  <a:cubicBezTo>
                    <a:pt x="95" y="121"/>
                    <a:pt x="98" y="122"/>
                    <a:pt x="101" y="122"/>
                  </a:cubicBezTo>
                  <a:cubicBezTo>
                    <a:pt x="111" y="120"/>
                    <a:pt x="120" y="112"/>
                    <a:pt x="122" y="10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4795" tIns="32398" rIns="64795" bIns="32398" numCol="1" anchor="t" anchorCtr="0" compatLnSpc="1"/>
            <a:lstStyle/>
            <a:p>
              <a:endParaRPr lang="zh-CN" altLang="en-US" sz="1346">
                <a:solidFill>
                  <a:srgbClr val="000000"/>
                </a:solidFill>
              </a:endParaRPr>
            </a:p>
          </p:txBody>
        </p:sp>
      </p:grpSp>
      <p:grpSp>
        <p:nvGrpSpPr>
          <p:cNvPr id="460" name="组合 459"/>
          <p:cNvGrpSpPr/>
          <p:nvPr/>
        </p:nvGrpSpPr>
        <p:grpSpPr>
          <a:xfrm>
            <a:off x="7447085" y="3277266"/>
            <a:ext cx="260614" cy="299094"/>
            <a:chOff x="2733098" y="4187405"/>
            <a:chExt cx="484675" cy="556238"/>
          </a:xfrm>
          <a:solidFill>
            <a:schemeClr val="bg1">
              <a:lumMod val="50000"/>
            </a:schemeClr>
          </a:solidFill>
        </p:grpSpPr>
        <p:sp>
          <p:nvSpPr>
            <p:cNvPr id="461" name="Oval 302"/>
            <p:cNvSpPr>
              <a:spLocks noChangeArrowheads="1"/>
            </p:cNvSpPr>
            <p:nvPr/>
          </p:nvSpPr>
          <p:spPr bwMode="auto">
            <a:xfrm>
              <a:off x="2849117" y="4187405"/>
              <a:ext cx="84574" cy="107344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4795" tIns="32398" rIns="64795" bIns="32398" numCol="1" anchor="t" anchorCtr="0" compatLnSpc="1"/>
            <a:lstStyle/>
            <a:p>
              <a:endParaRPr lang="zh-CN" altLang="en-US" sz="1346">
                <a:solidFill>
                  <a:srgbClr val="000000"/>
                </a:solidFill>
              </a:endParaRPr>
            </a:p>
          </p:txBody>
        </p:sp>
        <p:sp>
          <p:nvSpPr>
            <p:cNvPr id="462" name="Freeform 303"/>
            <p:cNvSpPr>
              <a:spLocks noEditPoints="1"/>
            </p:cNvSpPr>
            <p:nvPr/>
          </p:nvSpPr>
          <p:spPr bwMode="auto">
            <a:xfrm>
              <a:off x="2733098" y="4304508"/>
              <a:ext cx="310105" cy="439135"/>
            </a:xfrm>
            <a:custGeom>
              <a:avLst/>
              <a:gdLst>
                <a:gd name="T0" fmla="*/ 121 w 121"/>
                <a:gd name="T1" fmla="*/ 26 h 171"/>
                <a:gd name="T2" fmla="*/ 120 w 121"/>
                <a:gd name="T3" fmla="*/ 26 h 171"/>
                <a:gd name="T4" fmla="*/ 114 w 121"/>
                <a:gd name="T5" fmla="*/ 21 h 171"/>
                <a:gd name="T6" fmla="*/ 90 w 121"/>
                <a:gd name="T7" fmla="*/ 3 h 171"/>
                <a:gd name="T8" fmla="*/ 84 w 121"/>
                <a:gd name="T9" fmla="*/ 1 h 171"/>
                <a:gd name="T10" fmla="*/ 76 w 121"/>
                <a:gd name="T11" fmla="*/ 1 h 171"/>
                <a:gd name="T12" fmla="*/ 74 w 121"/>
                <a:gd name="T13" fmla="*/ 11 h 171"/>
                <a:gd name="T14" fmla="*/ 67 w 121"/>
                <a:gd name="T15" fmla="*/ 42 h 171"/>
                <a:gd name="T16" fmla="*/ 67 w 121"/>
                <a:gd name="T17" fmla="*/ 7 h 171"/>
                <a:gd name="T18" fmla="*/ 58 w 121"/>
                <a:gd name="T19" fmla="*/ 0 h 171"/>
                <a:gd name="T20" fmla="*/ 58 w 121"/>
                <a:gd name="T21" fmla="*/ 9 h 171"/>
                <a:gd name="T22" fmla="*/ 45 w 121"/>
                <a:gd name="T23" fmla="*/ 18 h 171"/>
                <a:gd name="T24" fmla="*/ 40 w 121"/>
                <a:gd name="T25" fmla="*/ 7 h 171"/>
                <a:gd name="T26" fmla="*/ 47 w 121"/>
                <a:gd name="T27" fmla="*/ 0 h 171"/>
                <a:gd name="T28" fmla="*/ 38 w 121"/>
                <a:gd name="T29" fmla="*/ 1 h 171"/>
                <a:gd name="T30" fmla="*/ 3 w 121"/>
                <a:gd name="T31" fmla="*/ 35 h 171"/>
                <a:gd name="T32" fmla="*/ 3 w 121"/>
                <a:gd name="T33" fmla="*/ 36 h 171"/>
                <a:gd name="T34" fmla="*/ 1 w 121"/>
                <a:gd name="T35" fmla="*/ 48 h 171"/>
                <a:gd name="T36" fmla="*/ 2 w 121"/>
                <a:gd name="T37" fmla="*/ 48 h 171"/>
                <a:gd name="T38" fmla="*/ 2 w 121"/>
                <a:gd name="T39" fmla="*/ 50 h 171"/>
                <a:gd name="T40" fmla="*/ 6 w 121"/>
                <a:gd name="T41" fmla="*/ 57 h 171"/>
                <a:gd name="T42" fmla="*/ 20 w 121"/>
                <a:gd name="T43" fmla="*/ 85 h 171"/>
                <a:gd name="T44" fmla="*/ 33 w 121"/>
                <a:gd name="T45" fmla="*/ 90 h 171"/>
                <a:gd name="T46" fmla="*/ 35 w 121"/>
                <a:gd name="T47" fmla="*/ 90 h 171"/>
                <a:gd name="T48" fmla="*/ 60 w 121"/>
                <a:gd name="T49" fmla="*/ 171 h 171"/>
                <a:gd name="T50" fmla="*/ 56 w 121"/>
                <a:gd name="T51" fmla="*/ 110 h 171"/>
                <a:gd name="T52" fmla="*/ 89 w 121"/>
                <a:gd name="T53" fmla="*/ 33 h 171"/>
                <a:gd name="T54" fmla="*/ 93 w 121"/>
                <a:gd name="T55" fmla="*/ 31 h 171"/>
                <a:gd name="T56" fmla="*/ 75 w 121"/>
                <a:gd name="T57" fmla="*/ 45 h 171"/>
                <a:gd name="T58" fmla="*/ 89 w 121"/>
                <a:gd name="T59" fmla="*/ 33 h 171"/>
                <a:gd name="T60" fmla="*/ 30 w 121"/>
                <a:gd name="T61" fmla="*/ 55 h 171"/>
                <a:gd name="T62" fmla="*/ 24 w 121"/>
                <a:gd name="T63" fmla="*/ 44 h 171"/>
                <a:gd name="T64" fmla="*/ 33 w 121"/>
                <a:gd name="T65" fmla="*/ 60 h 1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1" h="171">
                  <a:moveTo>
                    <a:pt x="120" y="42"/>
                  </a:moveTo>
                  <a:cubicBezTo>
                    <a:pt x="120" y="35"/>
                    <a:pt x="121" y="24"/>
                    <a:pt x="121" y="26"/>
                  </a:cubicBezTo>
                  <a:cubicBezTo>
                    <a:pt x="121" y="26"/>
                    <a:pt x="121" y="26"/>
                    <a:pt x="121" y="26"/>
                  </a:cubicBezTo>
                  <a:cubicBezTo>
                    <a:pt x="120" y="26"/>
                    <a:pt x="120" y="26"/>
                    <a:pt x="120" y="26"/>
                  </a:cubicBezTo>
                  <a:cubicBezTo>
                    <a:pt x="118" y="24"/>
                    <a:pt x="118" y="24"/>
                    <a:pt x="118" y="24"/>
                  </a:cubicBezTo>
                  <a:cubicBezTo>
                    <a:pt x="114" y="21"/>
                    <a:pt x="114" y="21"/>
                    <a:pt x="114" y="21"/>
                  </a:cubicBezTo>
                  <a:cubicBezTo>
                    <a:pt x="106" y="15"/>
                    <a:pt x="106" y="15"/>
                    <a:pt x="106" y="15"/>
                  </a:cubicBezTo>
                  <a:cubicBezTo>
                    <a:pt x="90" y="3"/>
                    <a:pt x="90" y="3"/>
                    <a:pt x="90" y="3"/>
                  </a:cubicBezTo>
                  <a:cubicBezTo>
                    <a:pt x="88" y="2"/>
                    <a:pt x="86" y="1"/>
                    <a:pt x="84" y="1"/>
                  </a:cubicBezTo>
                  <a:cubicBezTo>
                    <a:pt x="84" y="1"/>
                    <a:pt x="84" y="1"/>
                    <a:pt x="84" y="1"/>
                  </a:cubicBezTo>
                  <a:cubicBezTo>
                    <a:pt x="81" y="1"/>
                    <a:pt x="78" y="1"/>
                    <a:pt x="76" y="0"/>
                  </a:cubicBezTo>
                  <a:cubicBezTo>
                    <a:pt x="76" y="1"/>
                    <a:pt x="76" y="1"/>
                    <a:pt x="76" y="1"/>
                  </a:cubicBezTo>
                  <a:cubicBezTo>
                    <a:pt x="83" y="7"/>
                    <a:pt x="83" y="7"/>
                    <a:pt x="83" y="7"/>
                  </a:cubicBezTo>
                  <a:cubicBezTo>
                    <a:pt x="74" y="11"/>
                    <a:pt x="74" y="11"/>
                    <a:pt x="74" y="11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67" y="42"/>
                    <a:pt x="67" y="42"/>
                    <a:pt x="67" y="42"/>
                  </a:cubicBezTo>
                  <a:cubicBezTo>
                    <a:pt x="65" y="9"/>
                    <a:pt x="65" y="9"/>
                    <a:pt x="65" y="9"/>
                  </a:cubicBezTo>
                  <a:cubicBezTo>
                    <a:pt x="67" y="7"/>
                    <a:pt x="67" y="7"/>
                    <a:pt x="67" y="7"/>
                  </a:cubicBezTo>
                  <a:cubicBezTo>
                    <a:pt x="65" y="0"/>
                    <a:pt x="65" y="0"/>
                    <a:pt x="65" y="0"/>
                  </a:cubicBezTo>
                  <a:cubicBezTo>
                    <a:pt x="58" y="0"/>
                    <a:pt x="58" y="0"/>
                    <a:pt x="58" y="0"/>
                  </a:cubicBezTo>
                  <a:cubicBezTo>
                    <a:pt x="56" y="7"/>
                    <a:pt x="56" y="7"/>
                    <a:pt x="56" y="7"/>
                  </a:cubicBezTo>
                  <a:cubicBezTo>
                    <a:pt x="58" y="9"/>
                    <a:pt x="58" y="9"/>
                    <a:pt x="58" y="9"/>
                  </a:cubicBezTo>
                  <a:cubicBezTo>
                    <a:pt x="56" y="42"/>
                    <a:pt x="56" y="42"/>
                    <a:pt x="56" y="42"/>
                  </a:cubicBezTo>
                  <a:cubicBezTo>
                    <a:pt x="45" y="18"/>
                    <a:pt x="45" y="18"/>
                    <a:pt x="45" y="18"/>
                  </a:cubicBezTo>
                  <a:cubicBezTo>
                    <a:pt x="49" y="11"/>
                    <a:pt x="49" y="11"/>
                    <a:pt x="49" y="11"/>
                  </a:cubicBezTo>
                  <a:cubicBezTo>
                    <a:pt x="40" y="7"/>
                    <a:pt x="40" y="7"/>
                    <a:pt x="40" y="7"/>
                  </a:cubicBezTo>
                  <a:cubicBezTo>
                    <a:pt x="47" y="1"/>
                    <a:pt x="47" y="1"/>
                    <a:pt x="47" y="1"/>
                  </a:cubicBezTo>
                  <a:cubicBezTo>
                    <a:pt x="47" y="0"/>
                    <a:pt x="47" y="0"/>
                    <a:pt x="47" y="0"/>
                  </a:cubicBezTo>
                  <a:cubicBezTo>
                    <a:pt x="45" y="1"/>
                    <a:pt x="42" y="1"/>
                    <a:pt x="39" y="1"/>
                  </a:cubicBezTo>
                  <a:cubicBezTo>
                    <a:pt x="39" y="1"/>
                    <a:pt x="39" y="1"/>
                    <a:pt x="38" y="1"/>
                  </a:cubicBezTo>
                  <a:cubicBezTo>
                    <a:pt x="36" y="2"/>
                    <a:pt x="33" y="3"/>
                    <a:pt x="31" y="5"/>
                  </a:cubicBezTo>
                  <a:cubicBezTo>
                    <a:pt x="3" y="35"/>
                    <a:pt x="3" y="35"/>
                    <a:pt x="3" y="35"/>
                  </a:cubicBezTo>
                  <a:cubicBezTo>
                    <a:pt x="3" y="36"/>
                    <a:pt x="3" y="36"/>
                    <a:pt x="3" y="36"/>
                  </a:cubicBezTo>
                  <a:cubicBezTo>
                    <a:pt x="3" y="36"/>
                    <a:pt x="3" y="36"/>
                    <a:pt x="3" y="36"/>
                  </a:cubicBezTo>
                  <a:cubicBezTo>
                    <a:pt x="0" y="60"/>
                    <a:pt x="2" y="42"/>
                    <a:pt x="1" y="48"/>
                  </a:cubicBezTo>
                  <a:cubicBezTo>
                    <a:pt x="1" y="48"/>
                    <a:pt x="1" y="48"/>
                    <a:pt x="1" y="48"/>
                  </a:cubicBezTo>
                  <a:cubicBezTo>
                    <a:pt x="1" y="48"/>
                    <a:pt x="1" y="48"/>
                    <a:pt x="1" y="48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6" y="57"/>
                    <a:pt x="6" y="57"/>
                    <a:pt x="6" y="57"/>
                  </a:cubicBezTo>
                  <a:cubicBezTo>
                    <a:pt x="11" y="66"/>
                    <a:pt x="11" y="66"/>
                    <a:pt x="11" y="66"/>
                  </a:cubicBezTo>
                  <a:cubicBezTo>
                    <a:pt x="20" y="85"/>
                    <a:pt x="20" y="85"/>
                    <a:pt x="20" y="85"/>
                  </a:cubicBezTo>
                  <a:cubicBezTo>
                    <a:pt x="24" y="82"/>
                    <a:pt x="29" y="80"/>
                    <a:pt x="33" y="78"/>
                  </a:cubicBezTo>
                  <a:cubicBezTo>
                    <a:pt x="33" y="82"/>
                    <a:pt x="33" y="86"/>
                    <a:pt x="33" y="90"/>
                  </a:cubicBezTo>
                  <a:cubicBezTo>
                    <a:pt x="33" y="90"/>
                    <a:pt x="33" y="90"/>
                    <a:pt x="33" y="90"/>
                  </a:cubicBezTo>
                  <a:cubicBezTo>
                    <a:pt x="33" y="90"/>
                    <a:pt x="34" y="90"/>
                    <a:pt x="35" y="90"/>
                  </a:cubicBezTo>
                  <a:cubicBezTo>
                    <a:pt x="37" y="171"/>
                    <a:pt x="37" y="171"/>
                    <a:pt x="37" y="171"/>
                  </a:cubicBezTo>
                  <a:cubicBezTo>
                    <a:pt x="60" y="171"/>
                    <a:pt x="60" y="171"/>
                    <a:pt x="60" y="171"/>
                  </a:cubicBezTo>
                  <a:cubicBezTo>
                    <a:pt x="61" y="161"/>
                    <a:pt x="61" y="148"/>
                    <a:pt x="61" y="134"/>
                  </a:cubicBezTo>
                  <a:cubicBezTo>
                    <a:pt x="58" y="127"/>
                    <a:pt x="56" y="118"/>
                    <a:pt x="56" y="110"/>
                  </a:cubicBezTo>
                  <a:cubicBezTo>
                    <a:pt x="56" y="74"/>
                    <a:pt x="84" y="44"/>
                    <a:pt x="120" y="42"/>
                  </a:cubicBezTo>
                  <a:close/>
                  <a:moveTo>
                    <a:pt x="89" y="33"/>
                  </a:moveTo>
                  <a:cubicBezTo>
                    <a:pt x="89" y="31"/>
                    <a:pt x="89" y="29"/>
                    <a:pt x="89" y="27"/>
                  </a:cubicBezTo>
                  <a:cubicBezTo>
                    <a:pt x="93" y="31"/>
                    <a:pt x="93" y="31"/>
                    <a:pt x="93" y="31"/>
                  </a:cubicBezTo>
                  <a:cubicBezTo>
                    <a:pt x="96" y="33"/>
                    <a:pt x="96" y="33"/>
                    <a:pt x="96" y="33"/>
                  </a:cubicBezTo>
                  <a:cubicBezTo>
                    <a:pt x="75" y="45"/>
                    <a:pt x="75" y="45"/>
                    <a:pt x="75" y="45"/>
                  </a:cubicBezTo>
                  <a:cubicBezTo>
                    <a:pt x="74" y="42"/>
                    <a:pt x="74" y="42"/>
                    <a:pt x="74" y="42"/>
                  </a:cubicBezTo>
                  <a:lnTo>
                    <a:pt x="89" y="33"/>
                  </a:lnTo>
                  <a:close/>
                  <a:moveTo>
                    <a:pt x="33" y="60"/>
                  </a:moveTo>
                  <a:cubicBezTo>
                    <a:pt x="30" y="55"/>
                    <a:pt x="30" y="55"/>
                    <a:pt x="30" y="55"/>
                  </a:cubicBezTo>
                  <a:cubicBezTo>
                    <a:pt x="25" y="46"/>
                    <a:pt x="25" y="46"/>
                    <a:pt x="25" y="46"/>
                  </a:cubicBezTo>
                  <a:cubicBezTo>
                    <a:pt x="24" y="44"/>
                    <a:pt x="24" y="44"/>
                    <a:pt x="24" y="44"/>
                  </a:cubicBezTo>
                  <a:cubicBezTo>
                    <a:pt x="34" y="31"/>
                    <a:pt x="34" y="31"/>
                    <a:pt x="34" y="31"/>
                  </a:cubicBezTo>
                  <a:cubicBezTo>
                    <a:pt x="34" y="41"/>
                    <a:pt x="33" y="50"/>
                    <a:pt x="33" y="6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4795" tIns="32398" rIns="64795" bIns="32398" numCol="1" anchor="t" anchorCtr="0" compatLnSpc="1"/>
            <a:lstStyle/>
            <a:p>
              <a:endParaRPr lang="zh-CN" altLang="en-US" sz="1346">
                <a:solidFill>
                  <a:srgbClr val="000000"/>
                </a:solidFill>
              </a:endParaRPr>
            </a:p>
          </p:txBody>
        </p:sp>
        <p:sp>
          <p:nvSpPr>
            <p:cNvPr id="463" name="Freeform 304"/>
            <p:cNvSpPr/>
            <p:nvPr/>
          </p:nvSpPr>
          <p:spPr bwMode="auto">
            <a:xfrm>
              <a:off x="2897909" y="4668827"/>
              <a:ext cx="60720" cy="74816"/>
            </a:xfrm>
            <a:custGeom>
              <a:avLst/>
              <a:gdLst>
                <a:gd name="T0" fmla="*/ 0 w 24"/>
                <a:gd name="T1" fmla="*/ 0 h 29"/>
                <a:gd name="T2" fmla="*/ 1 w 24"/>
                <a:gd name="T3" fmla="*/ 29 h 29"/>
                <a:gd name="T4" fmla="*/ 24 w 24"/>
                <a:gd name="T5" fmla="*/ 29 h 29"/>
                <a:gd name="T6" fmla="*/ 24 w 24"/>
                <a:gd name="T7" fmla="*/ 26 h 29"/>
                <a:gd name="T8" fmla="*/ 0 w 24"/>
                <a:gd name="T9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29">
                  <a:moveTo>
                    <a:pt x="0" y="0"/>
                  </a:moveTo>
                  <a:cubicBezTo>
                    <a:pt x="1" y="29"/>
                    <a:pt x="1" y="29"/>
                    <a:pt x="1" y="29"/>
                  </a:cubicBezTo>
                  <a:cubicBezTo>
                    <a:pt x="24" y="29"/>
                    <a:pt x="24" y="29"/>
                    <a:pt x="24" y="29"/>
                  </a:cubicBezTo>
                  <a:cubicBezTo>
                    <a:pt x="24" y="28"/>
                    <a:pt x="24" y="27"/>
                    <a:pt x="24" y="26"/>
                  </a:cubicBezTo>
                  <a:cubicBezTo>
                    <a:pt x="14" y="19"/>
                    <a:pt x="6" y="11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4795" tIns="32398" rIns="64795" bIns="32398" numCol="1" anchor="t" anchorCtr="0" compatLnSpc="1"/>
            <a:lstStyle/>
            <a:p>
              <a:endParaRPr lang="zh-CN" altLang="en-US" sz="1346">
                <a:solidFill>
                  <a:srgbClr val="000000"/>
                </a:solidFill>
              </a:endParaRPr>
            </a:p>
          </p:txBody>
        </p:sp>
        <p:sp>
          <p:nvSpPr>
            <p:cNvPr id="464" name="Freeform 305"/>
            <p:cNvSpPr/>
            <p:nvPr/>
          </p:nvSpPr>
          <p:spPr bwMode="auto">
            <a:xfrm>
              <a:off x="3035614" y="4422694"/>
              <a:ext cx="54214" cy="41203"/>
            </a:xfrm>
            <a:custGeom>
              <a:avLst/>
              <a:gdLst>
                <a:gd name="T0" fmla="*/ 43 w 50"/>
                <a:gd name="T1" fmla="*/ 0 h 38"/>
                <a:gd name="T2" fmla="*/ 36 w 50"/>
                <a:gd name="T3" fmla="*/ 0 h 38"/>
                <a:gd name="T4" fmla="*/ 14 w 50"/>
                <a:gd name="T5" fmla="*/ 0 h 38"/>
                <a:gd name="T6" fmla="*/ 7 w 50"/>
                <a:gd name="T7" fmla="*/ 0 h 38"/>
                <a:gd name="T8" fmla="*/ 0 w 50"/>
                <a:gd name="T9" fmla="*/ 38 h 38"/>
                <a:gd name="T10" fmla="*/ 14 w 50"/>
                <a:gd name="T11" fmla="*/ 38 h 38"/>
                <a:gd name="T12" fmla="*/ 36 w 50"/>
                <a:gd name="T13" fmla="*/ 38 h 38"/>
                <a:gd name="T14" fmla="*/ 50 w 50"/>
                <a:gd name="T15" fmla="*/ 38 h 38"/>
                <a:gd name="T16" fmla="*/ 43 w 50"/>
                <a:gd name="T17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0" h="38">
                  <a:moveTo>
                    <a:pt x="43" y="0"/>
                  </a:moveTo>
                  <a:lnTo>
                    <a:pt x="36" y="0"/>
                  </a:lnTo>
                  <a:lnTo>
                    <a:pt x="14" y="0"/>
                  </a:lnTo>
                  <a:lnTo>
                    <a:pt x="7" y="0"/>
                  </a:lnTo>
                  <a:lnTo>
                    <a:pt x="0" y="38"/>
                  </a:lnTo>
                  <a:lnTo>
                    <a:pt x="14" y="38"/>
                  </a:lnTo>
                  <a:lnTo>
                    <a:pt x="36" y="38"/>
                  </a:lnTo>
                  <a:lnTo>
                    <a:pt x="50" y="38"/>
                  </a:lnTo>
                  <a:lnTo>
                    <a:pt x="43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4795" tIns="32398" rIns="64795" bIns="32398" numCol="1" anchor="t" anchorCtr="0" compatLnSpc="1"/>
            <a:lstStyle/>
            <a:p>
              <a:endParaRPr lang="zh-CN" altLang="en-US" sz="1346">
                <a:solidFill>
                  <a:srgbClr val="000000"/>
                </a:solidFill>
              </a:endParaRPr>
            </a:p>
          </p:txBody>
        </p:sp>
        <p:sp>
          <p:nvSpPr>
            <p:cNvPr id="465" name="Freeform 306"/>
            <p:cNvSpPr/>
            <p:nvPr/>
          </p:nvSpPr>
          <p:spPr bwMode="auto">
            <a:xfrm>
              <a:off x="2964051" y="4430285"/>
              <a:ext cx="61805" cy="59636"/>
            </a:xfrm>
            <a:custGeom>
              <a:avLst/>
              <a:gdLst>
                <a:gd name="T0" fmla="*/ 33 w 57"/>
                <a:gd name="T1" fmla="*/ 0 h 55"/>
                <a:gd name="T2" fmla="*/ 26 w 57"/>
                <a:gd name="T3" fmla="*/ 5 h 55"/>
                <a:gd name="T4" fmla="*/ 7 w 57"/>
                <a:gd name="T5" fmla="*/ 14 h 55"/>
                <a:gd name="T6" fmla="*/ 0 w 57"/>
                <a:gd name="T7" fmla="*/ 19 h 55"/>
                <a:gd name="T8" fmla="*/ 14 w 57"/>
                <a:gd name="T9" fmla="*/ 55 h 55"/>
                <a:gd name="T10" fmla="*/ 28 w 57"/>
                <a:gd name="T11" fmla="*/ 47 h 55"/>
                <a:gd name="T12" fmla="*/ 45 w 57"/>
                <a:gd name="T13" fmla="*/ 38 h 55"/>
                <a:gd name="T14" fmla="*/ 57 w 57"/>
                <a:gd name="T15" fmla="*/ 31 h 55"/>
                <a:gd name="T16" fmla="*/ 33 w 57"/>
                <a:gd name="T17" fmla="*/ 0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7" h="55">
                  <a:moveTo>
                    <a:pt x="33" y="0"/>
                  </a:moveTo>
                  <a:lnTo>
                    <a:pt x="26" y="5"/>
                  </a:lnTo>
                  <a:lnTo>
                    <a:pt x="7" y="14"/>
                  </a:lnTo>
                  <a:lnTo>
                    <a:pt x="0" y="19"/>
                  </a:lnTo>
                  <a:lnTo>
                    <a:pt x="14" y="55"/>
                  </a:lnTo>
                  <a:lnTo>
                    <a:pt x="28" y="47"/>
                  </a:lnTo>
                  <a:lnTo>
                    <a:pt x="45" y="38"/>
                  </a:lnTo>
                  <a:lnTo>
                    <a:pt x="57" y="31"/>
                  </a:lnTo>
                  <a:lnTo>
                    <a:pt x="33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4795" tIns="32398" rIns="64795" bIns="32398" numCol="1" anchor="t" anchorCtr="0" compatLnSpc="1"/>
            <a:lstStyle/>
            <a:p>
              <a:endParaRPr lang="zh-CN" altLang="en-US" sz="1346">
                <a:solidFill>
                  <a:srgbClr val="000000"/>
                </a:solidFill>
              </a:endParaRPr>
            </a:p>
          </p:txBody>
        </p:sp>
        <p:sp>
          <p:nvSpPr>
            <p:cNvPr id="466" name="Freeform 307"/>
            <p:cNvSpPr/>
            <p:nvPr/>
          </p:nvSpPr>
          <p:spPr bwMode="auto">
            <a:xfrm>
              <a:off x="2909837" y="4479077"/>
              <a:ext cx="61805" cy="61805"/>
            </a:xfrm>
            <a:custGeom>
              <a:avLst/>
              <a:gdLst>
                <a:gd name="T0" fmla="*/ 19 w 57"/>
                <a:gd name="T1" fmla="*/ 0 h 57"/>
                <a:gd name="T2" fmla="*/ 15 w 57"/>
                <a:gd name="T3" fmla="*/ 7 h 57"/>
                <a:gd name="T4" fmla="*/ 5 w 57"/>
                <a:gd name="T5" fmla="*/ 26 h 57"/>
                <a:gd name="T6" fmla="*/ 0 w 57"/>
                <a:gd name="T7" fmla="*/ 33 h 57"/>
                <a:gd name="T8" fmla="*/ 31 w 57"/>
                <a:gd name="T9" fmla="*/ 57 h 57"/>
                <a:gd name="T10" fmla="*/ 38 w 57"/>
                <a:gd name="T11" fmla="*/ 45 h 57"/>
                <a:gd name="T12" fmla="*/ 50 w 57"/>
                <a:gd name="T13" fmla="*/ 26 h 57"/>
                <a:gd name="T14" fmla="*/ 57 w 57"/>
                <a:gd name="T15" fmla="*/ 14 h 57"/>
                <a:gd name="T16" fmla="*/ 19 w 57"/>
                <a:gd name="T17" fmla="*/ 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7" h="57">
                  <a:moveTo>
                    <a:pt x="19" y="0"/>
                  </a:moveTo>
                  <a:lnTo>
                    <a:pt x="15" y="7"/>
                  </a:lnTo>
                  <a:lnTo>
                    <a:pt x="5" y="26"/>
                  </a:lnTo>
                  <a:lnTo>
                    <a:pt x="0" y="33"/>
                  </a:lnTo>
                  <a:lnTo>
                    <a:pt x="31" y="57"/>
                  </a:lnTo>
                  <a:lnTo>
                    <a:pt x="38" y="45"/>
                  </a:lnTo>
                  <a:lnTo>
                    <a:pt x="50" y="26"/>
                  </a:lnTo>
                  <a:lnTo>
                    <a:pt x="57" y="14"/>
                  </a:lnTo>
                  <a:lnTo>
                    <a:pt x="19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4795" tIns="32398" rIns="64795" bIns="32398" numCol="1" anchor="t" anchorCtr="0" compatLnSpc="1"/>
            <a:lstStyle/>
            <a:p>
              <a:endParaRPr lang="zh-CN" altLang="en-US" sz="1346">
                <a:solidFill>
                  <a:srgbClr val="000000"/>
                </a:solidFill>
              </a:endParaRPr>
            </a:p>
          </p:txBody>
        </p:sp>
        <p:sp>
          <p:nvSpPr>
            <p:cNvPr id="467" name="Freeform 308"/>
            <p:cNvSpPr/>
            <p:nvPr/>
          </p:nvSpPr>
          <p:spPr bwMode="auto">
            <a:xfrm>
              <a:off x="2897909" y="4550640"/>
              <a:ext cx="40119" cy="52046"/>
            </a:xfrm>
            <a:custGeom>
              <a:avLst/>
              <a:gdLst>
                <a:gd name="T0" fmla="*/ 0 w 37"/>
                <a:gd name="T1" fmla="*/ 5 h 48"/>
                <a:gd name="T2" fmla="*/ 0 w 37"/>
                <a:gd name="T3" fmla="*/ 14 h 48"/>
                <a:gd name="T4" fmla="*/ 0 w 37"/>
                <a:gd name="T5" fmla="*/ 33 h 48"/>
                <a:gd name="T6" fmla="*/ 0 w 37"/>
                <a:gd name="T7" fmla="*/ 43 h 48"/>
                <a:gd name="T8" fmla="*/ 37 w 37"/>
                <a:gd name="T9" fmla="*/ 48 h 48"/>
                <a:gd name="T10" fmla="*/ 37 w 37"/>
                <a:gd name="T11" fmla="*/ 33 h 48"/>
                <a:gd name="T12" fmla="*/ 37 w 37"/>
                <a:gd name="T13" fmla="*/ 14 h 48"/>
                <a:gd name="T14" fmla="*/ 37 w 37"/>
                <a:gd name="T15" fmla="*/ 0 h 48"/>
                <a:gd name="T16" fmla="*/ 0 w 37"/>
                <a:gd name="T17" fmla="*/ 5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7" h="48">
                  <a:moveTo>
                    <a:pt x="0" y="5"/>
                  </a:moveTo>
                  <a:lnTo>
                    <a:pt x="0" y="14"/>
                  </a:lnTo>
                  <a:lnTo>
                    <a:pt x="0" y="33"/>
                  </a:lnTo>
                  <a:lnTo>
                    <a:pt x="0" y="43"/>
                  </a:lnTo>
                  <a:lnTo>
                    <a:pt x="37" y="48"/>
                  </a:lnTo>
                  <a:lnTo>
                    <a:pt x="37" y="33"/>
                  </a:lnTo>
                  <a:lnTo>
                    <a:pt x="37" y="14"/>
                  </a:lnTo>
                  <a:lnTo>
                    <a:pt x="37" y="0"/>
                  </a:lnTo>
                  <a:lnTo>
                    <a:pt x="0" y="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4795" tIns="32398" rIns="64795" bIns="32398" numCol="1" anchor="t" anchorCtr="0" compatLnSpc="1"/>
            <a:lstStyle/>
            <a:p>
              <a:endParaRPr lang="zh-CN" altLang="en-US" sz="1346">
                <a:solidFill>
                  <a:srgbClr val="000000"/>
                </a:solidFill>
              </a:endParaRPr>
            </a:p>
          </p:txBody>
        </p:sp>
        <p:sp>
          <p:nvSpPr>
            <p:cNvPr id="468" name="Freeform 309"/>
            <p:cNvSpPr/>
            <p:nvPr/>
          </p:nvSpPr>
          <p:spPr bwMode="auto">
            <a:xfrm>
              <a:off x="2905500" y="4612444"/>
              <a:ext cx="58551" cy="61805"/>
            </a:xfrm>
            <a:custGeom>
              <a:avLst/>
              <a:gdLst>
                <a:gd name="T0" fmla="*/ 0 w 54"/>
                <a:gd name="T1" fmla="*/ 26 h 57"/>
                <a:gd name="T2" fmla="*/ 4 w 54"/>
                <a:gd name="T3" fmla="*/ 33 h 57"/>
                <a:gd name="T4" fmla="*/ 14 w 54"/>
                <a:gd name="T5" fmla="*/ 50 h 57"/>
                <a:gd name="T6" fmla="*/ 19 w 54"/>
                <a:gd name="T7" fmla="*/ 57 h 57"/>
                <a:gd name="T8" fmla="*/ 54 w 54"/>
                <a:gd name="T9" fmla="*/ 43 h 57"/>
                <a:gd name="T10" fmla="*/ 47 w 54"/>
                <a:gd name="T11" fmla="*/ 31 h 57"/>
                <a:gd name="T12" fmla="*/ 37 w 54"/>
                <a:gd name="T13" fmla="*/ 14 h 57"/>
                <a:gd name="T14" fmla="*/ 30 w 54"/>
                <a:gd name="T15" fmla="*/ 0 h 57"/>
                <a:gd name="T16" fmla="*/ 0 w 54"/>
                <a:gd name="T17" fmla="*/ 26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4" h="57">
                  <a:moveTo>
                    <a:pt x="0" y="26"/>
                  </a:moveTo>
                  <a:lnTo>
                    <a:pt x="4" y="33"/>
                  </a:lnTo>
                  <a:lnTo>
                    <a:pt x="14" y="50"/>
                  </a:lnTo>
                  <a:lnTo>
                    <a:pt x="19" y="57"/>
                  </a:lnTo>
                  <a:lnTo>
                    <a:pt x="54" y="43"/>
                  </a:lnTo>
                  <a:lnTo>
                    <a:pt x="47" y="31"/>
                  </a:lnTo>
                  <a:lnTo>
                    <a:pt x="37" y="14"/>
                  </a:lnTo>
                  <a:lnTo>
                    <a:pt x="30" y="0"/>
                  </a:lnTo>
                  <a:lnTo>
                    <a:pt x="0" y="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4795" tIns="32398" rIns="64795" bIns="32398" numCol="1" anchor="t" anchorCtr="0" compatLnSpc="1"/>
            <a:lstStyle/>
            <a:p>
              <a:endParaRPr lang="zh-CN" altLang="en-US" sz="1346">
                <a:solidFill>
                  <a:srgbClr val="000000"/>
                </a:solidFill>
              </a:endParaRPr>
            </a:p>
          </p:txBody>
        </p:sp>
        <p:sp>
          <p:nvSpPr>
            <p:cNvPr id="469" name="Freeform 310"/>
            <p:cNvSpPr/>
            <p:nvPr/>
          </p:nvSpPr>
          <p:spPr bwMode="auto">
            <a:xfrm>
              <a:off x="2954292" y="4668827"/>
              <a:ext cx="60720" cy="58551"/>
            </a:xfrm>
            <a:custGeom>
              <a:avLst/>
              <a:gdLst>
                <a:gd name="T0" fmla="*/ 0 w 56"/>
                <a:gd name="T1" fmla="*/ 35 h 54"/>
                <a:gd name="T2" fmla="*/ 7 w 56"/>
                <a:gd name="T3" fmla="*/ 40 h 54"/>
                <a:gd name="T4" fmla="*/ 26 w 56"/>
                <a:gd name="T5" fmla="*/ 50 h 54"/>
                <a:gd name="T6" fmla="*/ 30 w 56"/>
                <a:gd name="T7" fmla="*/ 54 h 54"/>
                <a:gd name="T8" fmla="*/ 56 w 56"/>
                <a:gd name="T9" fmla="*/ 24 h 54"/>
                <a:gd name="T10" fmla="*/ 45 w 56"/>
                <a:gd name="T11" fmla="*/ 17 h 54"/>
                <a:gd name="T12" fmla="*/ 26 w 56"/>
                <a:gd name="T13" fmla="*/ 7 h 54"/>
                <a:gd name="T14" fmla="*/ 14 w 56"/>
                <a:gd name="T15" fmla="*/ 0 h 54"/>
                <a:gd name="T16" fmla="*/ 0 w 56"/>
                <a:gd name="T17" fmla="*/ 35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6" h="54">
                  <a:moveTo>
                    <a:pt x="0" y="35"/>
                  </a:moveTo>
                  <a:lnTo>
                    <a:pt x="7" y="40"/>
                  </a:lnTo>
                  <a:lnTo>
                    <a:pt x="26" y="50"/>
                  </a:lnTo>
                  <a:lnTo>
                    <a:pt x="30" y="54"/>
                  </a:lnTo>
                  <a:lnTo>
                    <a:pt x="56" y="24"/>
                  </a:lnTo>
                  <a:lnTo>
                    <a:pt x="45" y="17"/>
                  </a:lnTo>
                  <a:lnTo>
                    <a:pt x="26" y="7"/>
                  </a:lnTo>
                  <a:lnTo>
                    <a:pt x="14" y="0"/>
                  </a:lnTo>
                  <a:lnTo>
                    <a:pt x="0" y="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4795" tIns="32398" rIns="64795" bIns="32398" numCol="1" anchor="t" anchorCtr="0" compatLnSpc="1"/>
            <a:lstStyle/>
            <a:p>
              <a:endParaRPr lang="zh-CN" altLang="en-US" sz="1346">
                <a:solidFill>
                  <a:srgbClr val="000000"/>
                </a:solidFill>
              </a:endParaRPr>
            </a:p>
          </p:txBody>
        </p:sp>
        <p:sp>
          <p:nvSpPr>
            <p:cNvPr id="470" name="Freeform 311"/>
            <p:cNvSpPr/>
            <p:nvPr/>
          </p:nvSpPr>
          <p:spPr bwMode="auto">
            <a:xfrm>
              <a:off x="3022602" y="4699187"/>
              <a:ext cx="54214" cy="44456"/>
            </a:xfrm>
            <a:custGeom>
              <a:avLst/>
              <a:gdLst>
                <a:gd name="T0" fmla="*/ 8 w 50"/>
                <a:gd name="T1" fmla="*/ 41 h 41"/>
                <a:gd name="T2" fmla="*/ 15 w 50"/>
                <a:gd name="T3" fmla="*/ 41 h 41"/>
                <a:gd name="T4" fmla="*/ 36 w 50"/>
                <a:gd name="T5" fmla="*/ 41 h 41"/>
                <a:gd name="T6" fmla="*/ 43 w 50"/>
                <a:gd name="T7" fmla="*/ 41 h 41"/>
                <a:gd name="T8" fmla="*/ 50 w 50"/>
                <a:gd name="T9" fmla="*/ 0 h 41"/>
                <a:gd name="T10" fmla="*/ 36 w 50"/>
                <a:gd name="T11" fmla="*/ 0 h 41"/>
                <a:gd name="T12" fmla="*/ 15 w 50"/>
                <a:gd name="T13" fmla="*/ 0 h 41"/>
                <a:gd name="T14" fmla="*/ 0 w 50"/>
                <a:gd name="T15" fmla="*/ 0 h 41"/>
                <a:gd name="T16" fmla="*/ 8 w 50"/>
                <a:gd name="T17" fmla="*/ 41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0" h="41">
                  <a:moveTo>
                    <a:pt x="8" y="41"/>
                  </a:moveTo>
                  <a:lnTo>
                    <a:pt x="15" y="41"/>
                  </a:lnTo>
                  <a:lnTo>
                    <a:pt x="36" y="41"/>
                  </a:lnTo>
                  <a:lnTo>
                    <a:pt x="43" y="41"/>
                  </a:lnTo>
                  <a:lnTo>
                    <a:pt x="50" y="0"/>
                  </a:lnTo>
                  <a:lnTo>
                    <a:pt x="36" y="0"/>
                  </a:lnTo>
                  <a:lnTo>
                    <a:pt x="15" y="0"/>
                  </a:lnTo>
                  <a:lnTo>
                    <a:pt x="0" y="0"/>
                  </a:lnTo>
                  <a:lnTo>
                    <a:pt x="8" y="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4795" tIns="32398" rIns="64795" bIns="32398" numCol="1" anchor="t" anchorCtr="0" compatLnSpc="1"/>
            <a:lstStyle/>
            <a:p>
              <a:endParaRPr lang="zh-CN" altLang="en-US" sz="1346">
                <a:solidFill>
                  <a:srgbClr val="000000"/>
                </a:solidFill>
              </a:endParaRPr>
            </a:p>
          </p:txBody>
        </p:sp>
        <p:sp>
          <p:nvSpPr>
            <p:cNvPr id="471" name="Freeform 312"/>
            <p:cNvSpPr/>
            <p:nvPr/>
          </p:nvSpPr>
          <p:spPr bwMode="auto">
            <a:xfrm>
              <a:off x="3087659" y="4674248"/>
              <a:ext cx="60720" cy="58551"/>
            </a:xfrm>
            <a:custGeom>
              <a:avLst/>
              <a:gdLst>
                <a:gd name="T0" fmla="*/ 26 w 56"/>
                <a:gd name="T1" fmla="*/ 54 h 54"/>
                <a:gd name="T2" fmla="*/ 30 w 56"/>
                <a:gd name="T3" fmla="*/ 52 h 54"/>
                <a:gd name="T4" fmla="*/ 49 w 56"/>
                <a:gd name="T5" fmla="*/ 40 h 54"/>
                <a:gd name="T6" fmla="*/ 56 w 56"/>
                <a:gd name="T7" fmla="*/ 38 h 54"/>
                <a:gd name="T8" fmla="*/ 42 w 56"/>
                <a:gd name="T9" fmla="*/ 0 h 54"/>
                <a:gd name="T10" fmla="*/ 30 w 56"/>
                <a:gd name="T11" fmla="*/ 7 h 54"/>
                <a:gd name="T12" fmla="*/ 11 w 56"/>
                <a:gd name="T13" fmla="*/ 19 h 54"/>
                <a:gd name="T14" fmla="*/ 0 w 56"/>
                <a:gd name="T15" fmla="*/ 26 h 54"/>
                <a:gd name="T16" fmla="*/ 26 w 56"/>
                <a:gd name="T17" fmla="*/ 54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6" h="54">
                  <a:moveTo>
                    <a:pt x="26" y="54"/>
                  </a:moveTo>
                  <a:lnTo>
                    <a:pt x="30" y="52"/>
                  </a:lnTo>
                  <a:lnTo>
                    <a:pt x="49" y="40"/>
                  </a:lnTo>
                  <a:lnTo>
                    <a:pt x="56" y="38"/>
                  </a:lnTo>
                  <a:lnTo>
                    <a:pt x="42" y="0"/>
                  </a:lnTo>
                  <a:lnTo>
                    <a:pt x="30" y="7"/>
                  </a:lnTo>
                  <a:lnTo>
                    <a:pt x="11" y="19"/>
                  </a:lnTo>
                  <a:lnTo>
                    <a:pt x="0" y="26"/>
                  </a:lnTo>
                  <a:lnTo>
                    <a:pt x="26" y="5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4795" tIns="32398" rIns="64795" bIns="32398" numCol="1" anchor="t" anchorCtr="0" compatLnSpc="1"/>
            <a:lstStyle/>
            <a:p>
              <a:endParaRPr lang="zh-CN" altLang="en-US" sz="1346">
                <a:solidFill>
                  <a:srgbClr val="000000"/>
                </a:solidFill>
              </a:endParaRPr>
            </a:p>
          </p:txBody>
        </p:sp>
        <p:sp>
          <p:nvSpPr>
            <p:cNvPr id="472" name="Freeform 313"/>
            <p:cNvSpPr/>
            <p:nvPr/>
          </p:nvSpPr>
          <p:spPr bwMode="auto">
            <a:xfrm>
              <a:off x="3144042" y="4625456"/>
              <a:ext cx="58551" cy="58551"/>
            </a:xfrm>
            <a:custGeom>
              <a:avLst/>
              <a:gdLst>
                <a:gd name="T0" fmla="*/ 35 w 54"/>
                <a:gd name="T1" fmla="*/ 54 h 54"/>
                <a:gd name="T2" fmla="*/ 40 w 54"/>
                <a:gd name="T3" fmla="*/ 47 h 54"/>
                <a:gd name="T4" fmla="*/ 49 w 54"/>
                <a:gd name="T5" fmla="*/ 31 h 54"/>
                <a:gd name="T6" fmla="*/ 54 w 54"/>
                <a:gd name="T7" fmla="*/ 23 h 54"/>
                <a:gd name="T8" fmla="*/ 23 w 54"/>
                <a:gd name="T9" fmla="*/ 0 h 54"/>
                <a:gd name="T10" fmla="*/ 16 w 54"/>
                <a:gd name="T11" fmla="*/ 12 h 54"/>
                <a:gd name="T12" fmla="*/ 7 w 54"/>
                <a:gd name="T13" fmla="*/ 28 h 54"/>
                <a:gd name="T14" fmla="*/ 0 w 54"/>
                <a:gd name="T15" fmla="*/ 40 h 54"/>
                <a:gd name="T16" fmla="*/ 35 w 54"/>
                <a:gd name="T17" fmla="*/ 54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4" h="54">
                  <a:moveTo>
                    <a:pt x="35" y="54"/>
                  </a:moveTo>
                  <a:lnTo>
                    <a:pt x="40" y="47"/>
                  </a:lnTo>
                  <a:lnTo>
                    <a:pt x="49" y="31"/>
                  </a:lnTo>
                  <a:lnTo>
                    <a:pt x="54" y="23"/>
                  </a:lnTo>
                  <a:lnTo>
                    <a:pt x="23" y="0"/>
                  </a:lnTo>
                  <a:lnTo>
                    <a:pt x="16" y="12"/>
                  </a:lnTo>
                  <a:lnTo>
                    <a:pt x="7" y="28"/>
                  </a:lnTo>
                  <a:lnTo>
                    <a:pt x="0" y="40"/>
                  </a:lnTo>
                  <a:lnTo>
                    <a:pt x="35" y="5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4795" tIns="32398" rIns="64795" bIns="32398" numCol="1" anchor="t" anchorCtr="0" compatLnSpc="1"/>
            <a:lstStyle/>
            <a:p>
              <a:endParaRPr lang="zh-CN" altLang="en-US" sz="1346">
                <a:solidFill>
                  <a:srgbClr val="000000"/>
                </a:solidFill>
              </a:endParaRPr>
            </a:p>
          </p:txBody>
        </p:sp>
        <p:sp>
          <p:nvSpPr>
            <p:cNvPr id="473" name="Freeform 314"/>
            <p:cNvSpPr/>
            <p:nvPr/>
          </p:nvSpPr>
          <p:spPr bwMode="auto">
            <a:xfrm>
              <a:off x="3174402" y="4563651"/>
              <a:ext cx="43371" cy="50962"/>
            </a:xfrm>
            <a:custGeom>
              <a:avLst/>
              <a:gdLst>
                <a:gd name="T0" fmla="*/ 40 w 40"/>
                <a:gd name="T1" fmla="*/ 43 h 47"/>
                <a:gd name="T2" fmla="*/ 40 w 40"/>
                <a:gd name="T3" fmla="*/ 33 h 47"/>
                <a:gd name="T4" fmla="*/ 40 w 40"/>
                <a:gd name="T5" fmla="*/ 14 h 47"/>
                <a:gd name="T6" fmla="*/ 40 w 40"/>
                <a:gd name="T7" fmla="*/ 5 h 47"/>
                <a:gd name="T8" fmla="*/ 0 w 40"/>
                <a:gd name="T9" fmla="*/ 0 h 47"/>
                <a:gd name="T10" fmla="*/ 0 w 40"/>
                <a:gd name="T11" fmla="*/ 14 h 47"/>
                <a:gd name="T12" fmla="*/ 0 w 40"/>
                <a:gd name="T13" fmla="*/ 33 h 47"/>
                <a:gd name="T14" fmla="*/ 0 w 40"/>
                <a:gd name="T15" fmla="*/ 47 h 47"/>
                <a:gd name="T16" fmla="*/ 40 w 40"/>
                <a:gd name="T17" fmla="*/ 43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0" h="47">
                  <a:moveTo>
                    <a:pt x="40" y="43"/>
                  </a:moveTo>
                  <a:lnTo>
                    <a:pt x="40" y="33"/>
                  </a:lnTo>
                  <a:lnTo>
                    <a:pt x="40" y="14"/>
                  </a:lnTo>
                  <a:lnTo>
                    <a:pt x="40" y="5"/>
                  </a:lnTo>
                  <a:lnTo>
                    <a:pt x="0" y="0"/>
                  </a:lnTo>
                  <a:lnTo>
                    <a:pt x="0" y="14"/>
                  </a:lnTo>
                  <a:lnTo>
                    <a:pt x="0" y="33"/>
                  </a:lnTo>
                  <a:lnTo>
                    <a:pt x="0" y="47"/>
                  </a:lnTo>
                  <a:lnTo>
                    <a:pt x="40" y="4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4795" tIns="32398" rIns="64795" bIns="32398" numCol="1" anchor="t" anchorCtr="0" compatLnSpc="1"/>
            <a:lstStyle/>
            <a:p>
              <a:endParaRPr lang="zh-CN" altLang="en-US" sz="1346">
                <a:solidFill>
                  <a:srgbClr val="000000"/>
                </a:solidFill>
              </a:endParaRPr>
            </a:p>
          </p:txBody>
        </p:sp>
        <p:sp>
          <p:nvSpPr>
            <p:cNvPr id="474" name="Freeform 315"/>
            <p:cNvSpPr/>
            <p:nvPr/>
          </p:nvSpPr>
          <p:spPr bwMode="auto">
            <a:xfrm>
              <a:off x="3148379" y="4492088"/>
              <a:ext cx="59636" cy="58551"/>
            </a:xfrm>
            <a:custGeom>
              <a:avLst/>
              <a:gdLst>
                <a:gd name="T0" fmla="*/ 55 w 55"/>
                <a:gd name="T1" fmla="*/ 31 h 54"/>
                <a:gd name="T2" fmla="*/ 52 w 55"/>
                <a:gd name="T3" fmla="*/ 24 h 54"/>
                <a:gd name="T4" fmla="*/ 40 w 55"/>
                <a:gd name="T5" fmla="*/ 7 h 54"/>
                <a:gd name="T6" fmla="*/ 38 w 55"/>
                <a:gd name="T7" fmla="*/ 0 h 54"/>
                <a:gd name="T8" fmla="*/ 0 w 55"/>
                <a:gd name="T9" fmla="*/ 14 h 54"/>
                <a:gd name="T10" fmla="*/ 7 w 55"/>
                <a:gd name="T11" fmla="*/ 26 h 54"/>
                <a:gd name="T12" fmla="*/ 17 w 55"/>
                <a:gd name="T13" fmla="*/ 42 h 54"/>
                <a:gd name="T14" fmla="*/ 24 w 55"/>
                <a:gd name="T15" fmla="*/ 54 h 54"/>
                <a:gd name="T16" fmla="*/ 55 w 55"/>
                <a:gd name="T17" fmla="*/ 31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5" h="54">
                  <a:moveTo>
                    <a:pt x="55" y="31"/>
                  </a:moveTo>
                  <a:lnTo>
                    <a:pt x="52" y="24"/>
                  </a:lnTo>
                  <a:lnTo>
                    <a:pt x="40" y="7"/>
                  </a:lnTo>
                  <a:lnTo>
                    <a:pt x="38" y="0"/>
                  </a:lnTo>
                  <a:lnTo>
                    <a:pt x="0" y="14"/>
                  </a:lnTo>
                  <a:lnTo>
                    <a:pt x="7" y="26"/>
                  </a:lnTo>
                  <a:lnTo>
                    <a:pt x="17" y="42"/>
                  </a:lnTo>
                  <a:lnTo>
                    <a:pt x="24" y="54"/>
                  </a:lnTo>
                  <a:lnTo>
                    <a:pt x="55" y="3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4795" tIns="32398" rIns="64795" bIns="32398" numCol="1" anchor="t" anchorCtr="0" compatLnSpc="1"/>
            <a:lstStyle/>
            <a:p>
              <a:endParaRPr lang="zh-CN" altLang="en-US" sz="1346">
                <a:solidFill>
                  <a:srgbClr val="000000"/>
                </a:solidFill>
              </a:endParaRPr>
            </a:p>
          </p:txBody>
        </p:sp>
        <p:sp>
          <p:nvSpPr>
            <p:cNvPr id="475" name="Freeform 316"/>
            <p:cNvSpPr/>
            <p:nvPr/>
          </p:nvSpPr>
          <p:spPr bwMode="auto">
            <a:xfrm>
              <a:off x="3097418" y="4437874"/>
              <a:ext cx="61805" cy="59636"/>
            </a:xfrm>
            <a:custGeom>
              <a:avLst/>
              <a:gdLst>
                <a:gd name="T0" fmla="*/ 57 w 57"/>
                <a:gd name="T1" fmla="*/ 17 h 55"/>
                <a:gd name="T2" fmla="*/ 50 w 57"/>
                <a:gd name="T3" fmla="*/ 14 h 55"/>
                <a:gd name="T4" fmla="*/ 33 w 57"/>
                <a:gd name="T5" fmla="*/ 3 h 55"/>
                <a:gd name="T6" fmla="*/ 26 w 57"/>
                <a:gd name="T7" fmla="*/ 0 h 55"/>
                <a:gd name="T8" fmla="*/ 0 w 57"/>
                <a:gd name="T9" fmla="*/ 31 h 55"/>
                <a:gd name="T10" fmla="*/ 14 w 57"/>
                <a:gd name="T11" fmla="*/ 38 h 55"/>
                <a:gd name="T12" fmla="*/ 31 w 57"/>
                <a:gd name="T13" fmla="*/ 48 h 55"/>
                <a:gd name="T14" fmla="*/ 43 w 57"/>
                <a:gd name="T15" fmla="*/ 55 h 55"/>
                <a:gd name="T16" fmla="*/ 57 w 57"/>
                <a:gd name="T17" fmla="*/ 17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7" h="55">
                  <a:moveTo>
                    <a:pt x="57" y="17"/>
                  </a:moveTo>
                  <a:lnTo>
                    <a:pt x="50" y="14"/>
                  </a:lnTo>
                  <a:lnTo>
                    <a:pt x="33" y="3"/>
                  </a:lnTo>
                  <a:lnTo>
                    <a:pt x="26" y="0"/>
                  </a:lnTo>
                  <a:lnTo>
                    <a:pt x="0" y="31"/>
                  </a:lnTo>
                  <a:lnTo>
                    <a:pt x="14" y="38"/>
                  </a:lnTo>
                  <a:lnTo>
                    <a:pt x="31" y="48"/>
                  </a:lnTo>
                  <a:lnTo>
                    <a:pt x="43" y="55"/>
                  </a:lnTo>
                  <a:lnTo>
                    <a:pt x="57" y="1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4795" tIns="32398" rIns="64795" bIns="32398" numCol="1" anchor="t" anchorCtr="0" compatLnSpc="1"/>
            <a:lstStyle/>
            <a:p>
              <a:endParaRPr lang="zh-CN" altLang="en-US" sz="1346">
                <a:solidFill>
                  <a:srgbClr val="000000"/>
                </a:solidFill>
              </a:endParaRPr>
            </a:p>
          </p:txBody>
        </p:sp>
        <p:sp>
          <p:nvSpPr>
            <p:cNvPr id="476" name="Freeform 317"/>
            <p:cNvSpPr>
              <a:spLocks noEditPoints="1"/>
            </p:cNvSpPr>
            <p:nvPr/>
          </p:nvSpPr>
          <p:spPr bwMode="auto">
            <a:xfrm>
              <a:off x="2926101" y="4448717"/>
              <a:ext cx="263481" cy="266734"/>
            </a:xfrm>
            <a:custGeom>
              <a:avLst/>
              <a:gdLst>
                <a:gd name="T0" fmla="*/ 51 w 103"/>
                <a:gd name="T1" fmla="*/ 104 h 104"/>
                <a:gd name="T2" fmla="*/ 0 w 103"/>
                <a:gd name="T3" fmla="*/ 52 h 104"/>
                <a:gd name="T4" fmla="*/ 51 w 103"/>
                <a:gd name="T5" fmla="*/ 0 h 104"/>
                <a:gd name="T6" fmla="*/ 103 w 103"/>
                <a:gd name="T7" fmla="*/ 52 h 104"/>
                <a:gd name="T8" fmla="*/ 51 w 103"/>
                <a:gd name="T9" fmla="*/ 104 h 104"/>
                <a:gd name="T10" fmla="*/ 51 w 103"/>
                <a:gd name="T11" fmla="*/ 16 h 104"/>
                <a:gd name="T12" fmla="*/ 15 w 103"/>
                <a:gd name="T13" fmla="*/ 52 h 104"/>
                <a:gd name="T14" fmla="*/ 51 w 103"/>
                <a:gd name="T15" fmla="*/ 89 h 104"/>
                <a:gd name="T16" fmla="*/ 87 w 103"/>
                <a:gd name="T17" fmla="*/ 52 h 104"/>
                <a:gd name="T18" fmla="*/ 51 w 103"/>
                <a:gd name="T19" fmla="*/ 16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3" h="104">
                  <a:moveTo>
                    <a:pt x="51" y="104"/>
                  </a:moveTo>
                  <a:cubicBezTo>
                    <a:pt x="23" y="104"/>
                    <a:pt x="0" y="81"/>
                    <a:pt x="0" y="52"/>
                  </a:cubicBezTo>
                  <a:cubicBezTo>
                    <a:pt x="0" y="24"/>
                    <a:pt x="23" y="0"/>
                    <a:pt x="51" y="0"/>
                  </a:cubicBezTo>
                  <a:cubicBezTo>
                    <a:pt x="80" y="0"/>
                    <a:pt x="103" y="24"/>
                    <a:pt x="103" y="52"/>
                  </a:cubicBezTo>
                  <a:cubicBezTo>
                    <a:pt x="103" y="81"/>
                    <a:pt x="80" y="104"/>
                    <a:pt x="51" y="104"/>
                  </a:cubicBezTo>
                  <a:close/>
                  <a:moveTo>
                    <a:pt x="51" y="16"/>
                  </a:moveTo>
                  <a:cubicBezTo>
                    <a:pt x="31" y="16"/>
                    <a:pt x="15" y="32"/>
                    <a:pt x="15" y="52"/>
                  </a:cubicBezTo>
                  <a:cubicBezTo>
                    <a:pt x="15" y="73"/>
                    <a:pt x="31" y="89"/>
                    <a:pt x="51" y="89"/>
                  </a:cubicBezTo>
                  <a:cubicBezTo>
                    <a:pt x="71" y="89"/>
                    <a:pt x="87" y="73"/>
                    <a:pt x="87" y="52"/>
                  </a:cubicBezTo>
                  <a:cubicBezTo>
                    <a:pt x="87" y="32"/>
                    <a:pt x="71" y="16"/>
                    <a:pt x="51" y="1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4795" tIns="32398" rIns="64795" bIns="32398" numCol="1" anchor="t" anchorCtr="0" compatLnSpc="1"/>
            <a:lstStyle/>
            <a:p>
              <a:endParaRPr lang="zh-CN" altLang="en-US" sz="1346">
                <a:solidFill>
                  <a:srgbClr val="000000"/>
                </a:solidFill>
              </a:endParaRPr>
            </a:p>
          </p:txBody>
        </p:sp>
        <p:sp>
          <p:nvSpPr>
            <p:cNvPr id="477" name="Oval 318"/>
            <p:cNvSpPr>
              <a:spLocks noChangeArrowheads="1"/>
            </p:cNvSpPr>
            <p:nvPr/>
          </p:nvSpPr>
          <p:spPr bwMode="auto">
            <a:xfrm>
              <a:off x="2999832" y="4525702"/>
              <a:ext cx="112766" cy="112766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4795" tIns="32398" rIns="64795" bIns="32398" numCol="1" anchor="t" anchorCtr="0" compatLnSpc="1"/>
            <a:lstStyle/>
            <a:p>
              <a:endParaRPr lang="zh-CN" altLang="en-US" sz="1346">
                <a:solidFill>
                  <a:srgbClr val="000000"/>
                </a:solidFill>
              </a:endParaRPr>
            </a:p>
          </p:txBody>
        </p:sp>
      </p:grpSp>
      <p:grpSp>
        <p:nvGrpSpPr>
          <p:cNvPr id="478" name="组合 477"/>
          <p:cNvGrpSpPr/>
          <p:nvPr/>
        </p:nvGrpSpPr>
        <p:grpSpPr>
          <a:xfrm>
            <a:off x="8429333" y="3885003"/>
            <a:ext cx="269253" cy="231621"/>
            <a:chOff x="3787022" y="1797643"/>
            <a:chExt cx="550817" cy="473832"/>
          </a:xfrm>
        </p:grpSpPr>
        <p:sp>
          <p:nvSpPr>
            <p:cNvPr id="479" name="Oval 217"/>
            <p:cNvSpPr>
              <a:spLocks noChangeArrowheads="1"/>
            </p:cNvSpPr>
            <p:nvPr/>
          </p:nvSpPr>
          <p:spPr bwMode="auto">
            <a:xfrm>
              <a:off x="4007132" y="1931010"/>
              <a:ext cx="108428" cy="135536"/>
            </a:xfrm>
            <a:prstGeom prst="ellipse">
              <a:avLst/>
            </a:prstGeom>
            <a:solidFill>
              <a:srgbClr val="42495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4795" tIns="32398" rIns="64795" bIns="32398" numCol="1" anchor="t" anchorCtr="0" compatLnSpc="1"/>
            <a:lstStyle/>
            <a:p>
              <a:endParaRPr lang="zh-CN" altLang="en-US" sz="1346">
                <a:solidFill>
                  <a:srgbClr val="000000"/>
                </a:solidFill>
              </a:endParaRPr>
            </a:p>
          </p:txBody>
        </p:sp>
        <p:sp>
          <p:nvSpPr>
            <p:cNvPr id="480" name="Freeform 218"/>
            <p:cNvSpPr/>
            <p:nvPr/>
          </p:nvSpPr>
          <p:spPr bwMode="auto">
            <a:xfrm>
              <a:off x="4079779" y="2081725"/>
              <a:ext cx="96502" cy="133367"/>
            </a:xfrm>
            <a:custGeom>
              <a:avLst/>
              <a:gdLst>
                <a:gd name="T0" fmla="*/ 36 w 38"/>
                <a:gd name="T1" fmla="*/ 12 h 52"/>
                <a:gd name="T2" fmla="*/ 24 w 38"/>
                <a:gd name="T3" fmla="*/ 1 h 52"/>
                <a:gd name="T4" fmla="*/ 12 w 38"/>
                <a:gd name="T5" fmla="*/ 1 h 52"/>
                <a:gd name="T6" fmla="*/ 20 w 38"/>
                <a:gd name="T7" fmla="*/ 7 h 52"/>
                <a:gd name="T8" fmla="*/ 9 w 38"/>
                <a:gd name="T9" fmla="*/ 13 h 52"/>
                <a:gd name="T10" fmla="*/ 14 w 38"/>
                <a:gd name="T11" fmla="*/ 21 h 52"/>
                <a:gd name="T12" fmla="*/ 0 w 38"/>
                <a:gd name="T13" fmla="*/ 52 h 52"/>
                <a:gd name="T14" fmla="*/ 0 w 38"/>
                <a:gd name="T15" fmla="*/ 52 h 52"/>
                <a:gd name="T16" fmla="*/ 38 w 38"/>
                <a:gd name="T17" fmla="*/ 37 h 52"/>
                <a:gd name="T18" fmla="*/ 36 w 38"/>
                <a:gd name="T19" fmla="*/ 12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8" h="52">
                  <a:moveTo>
                    <a:pt x="36" y="12"/>
                  </a:moveTo>
                  <a:cubicBezTo>
                    <a:pt x="36" y="5"/>
                    <a:pt x="30" y="0"/>
                    <a:pt x="24" y="1"/>
                  </a:cubicBezTo>
                  <a:cubicBezTo>
                    <a:pt x="24" y="1"/>
                    <a:pt x="19" y="1"/>
                    <a:pt x="12" y="1"/>
                  </a:cubicBezTo>
                  <a:cubicBezTo>
                    <a:pt x="20" y="7"/>
                    <a:pt x="20" y="7"/>
                    <a:pt x="20" y="7"/>
                  </a:cubicBezTo>
                  <a:cubicBezTo>
                    <a:pt x="9" y="13"/>
                    <a:pt x="9" y="13"/>
                    <a:pt x="9" y="13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0" y="52"/>
                    <a:pt x="0" y="52"/>
                    <a:pt x="0" y="52"/>
                  </a:cubicBezTo>
                  <a:cubicBezTo>
                    <a:pt x="0" y="52"/>
                    <a:pt x="0" y="52"/>
                    <a:pt x="0" y="52"/>
                  </a:cubicBezTo>
                  <a:cubicBezTo>
                    <a:pt x="15" y="51"/>
                    <a:pt x="28" y="45"/>
                    <a:pt x="38" y="37"/>
                  </a:cubicBezTo>
                  <a:lnTo>
                    <a:pt x="36" y="12"/>
                  </a:lnTo>
                  <a:close/>
                </a:path>
              </a:pathLst>
            </a:custGeom>
            <a:solidFill>
              <a:srgbClr val="42495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4795" tIns="32398" rIns="64795" bIns="32398" numCol="1" anchor="t" anchorCtr="0" compatLnSpc="1"/>
            <a:lstStyle/>
            <a:p>
              <a:endParaRPr lang="zh-CN" altLang="en-US" sz="1346">
                <a:solidFill>
                  <a:srgbClr val="000000"/>
                </a:solidFill>
              </a:endParaRPr>
            </a:p>
          </p:txBody>
        </p:sp>
        <p:sp>
          <p:nvSpPr>
            <p:cNvPr id="481" name="Freeform 219"/>
            <p:cNvSpPr/>
            <p:nvPr/>
          </p:nvSpPr>
          <p:spPr bwMode="auto">
            <a:xfrm>
              <a:off x="3948581" y="2081725"/>
              <a:ext cx="95417" cy="133367"/>
            </a:xfrm>
            <a:custGeom>
              <a:avLst/>
              <a:gdLst>
                <a:gd name="T0" fmla="*/ 23 w 37"/>
                <a:gd name="T1" fmla="*/ 21 h 52"/>
                <a:gd name="T2" fmla="*/ 28 w 37"/>
                <a:gd name="T3" fmla="*/ 13 h 52"/>
                <a:gd name="T4" fmla="*/ 17 w 37"/>
                <a:gd name="T5" fmla="*/ 7 h 52"/>
                <a:gd name="T6" fmla="*/ 25 w 37"/>
                <a:gd name="T7" fmla="*/ 0 h 52"/>
                <a:gd name="T8" fmla="*/ 15 w 37"/>
                <a:gd name="T9" fmla="*/ 1 h 52"/>
                <a:gd name="T10" fmla="*/ 15 w 37"/>
                <a:gd name="T11" fmla="*/ 1 h 52"/>
                <a:gd name="T12" fmla="*/ 2 w 37"/>
                <a:gd name="T13" fmla="*/ 12 h 52"/>
                <a:gd name="T14" fmla="*/ 0 w 37"/>
                <a:gd name="T15" fmla="*/ 37 h 52"/>
                <a:gd name="T16" fmla="*/ 37 w 37"/>
                <a:gd name="T17" fmla="*/ 52 h 52"/>
                <a:gd name="T18" fmla="*/ 37 w 37"/>
                <a:gd name="T19" fmla="*/ 52 h 52"/>
                <a:gd name="T20" fmla="*/ 23 w 37"/>
                <a:gd name="T21" fmla="*/ 21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7" h="52">
                  <a:moveTo>
                    <a:pt x="23" y="21"/>
                  </a:moveTo>
                  <a:cubicBezTo>
                    <a:pt x="28" y="13"/>
                    <a:pt x="28" y="13"/>
                    <a:pt x="28" y="13"/>
                  </a:cubicBezTo>
                  <a:cubicBezTo>
                    <a:pt x="17" y="7"/>
                    <a:pt x="17" y="7"/>
                    <a:pt x="17" y="7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19" y="0"/>
                    <a:pt x="15" y="0"/>
                    <a:pt x="15" y="1"/>
                  </a:cubicBezTo>
                  <a:cubicBezTo>
                    <a:pt x="15" y="1"/>
                    <a:pt x="15" y="1"/>
                    <a:pt x="15" y="1"/>
                  </a:cubicBezTo>
                  <a:cubicBezTo>
                    <a:pt x="8" y="0"/>
                    <a:pt x="3" y="5"/>
                    <a:pt x="2" y="12"/>
                  </a:cubicBezTo>
                  <a:cubicBezTo>
                    <a:pt x="0" y="37"/>
                    <a:pt x="0" y="37"/>
                    <a:pt x="0" y="37"/>
                  </a:cubicBezTo>
                  <a:cubicBezTo>
                    <a:pt x="10" y="46"/>
                    <a:pt x="23" y="51"/>
                    <a:pt x="37" y="52"/>
                  </a:cubicBezTo>
                  <a:cubicBezTo>
                    <a:pt x="37" y="52"/>
                    <a:pt x="37" y="52"/>
                    <a:pt x="37" y="52"/>
                  </a:cubicBezTo>
                  <a:lnTo>
                    <a:pt x="23" y="21"/>
                  </a:lnTo>
                  <a:close/>
                </a:path>
              </a:pathLst>
            </a:custGeom>
            <a:solidFill>
              <a:srgbClr val="42495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4795" tIns="32398" rIns="64795" bIns="32398" numCol="1" anchor="t" anchorCtr="0" compatLnSpc="1"/>
            <a:lstStyle/>
            <a:p>
              <a:endParaRPr lang="zh-CN" altLang="en-US" sz="1346">
                <a:solidFill>
                  <a:srgbClr val="000000"/>
                </a:solidFill>
              </a:endParaRPr>
            </a:p>
          </p:txBody>
        </p:sp>
        <p:sp>
          <p:nvSpPr>
            <p:cNvPr id="482" name="Freeform 220"/>
            <p:cNvSpPr/>
            <p:nvPr/>
          </p:nvSpPr>
          <p:spPr bwMode="auto">
            <a:xfrm>
              <a:off x="4043998" y="2081725"/>
              <a:ext cx="35782" cy="28191"/>
            </a:xfrm>
            <a:custGeom>
              <a:avLst/>
              <a:gdLst>
                <a:gd name="T0" fmla="*/ 28 w 33"/>
                <a:gd name="T1" fmla="*/ 26 h 26"/>
                <a:gd name="T2" fmla="*/ 28 w 33"/>
                <a:gd name="T3" fmla="*/ 26 h 26"/>
                <a:gd name="T4" fmla="*/ 33 w 33"/>
                <a:gd name="T5" fmla="*/ 24 h 26"/>
                <a:gd name="T6" fmla="*/ 28 w 33"/>
                <a:gd name="T7" fmla="*/ 0 h 26"/>
                <a:gd name="T8" fmla="*/ 7 w 33"/>
                <a:gd name="T9" fmla="*/ 0 h 26"/>
                <a:gd name="T10" fmla="*/ 0 w 33"/>
                <a:gd name="T11" fmla="*/ 24 h 26"/>
                <a:gd name="T12" fmla="*/ 4 w 33"/>
                <a:gd name="T13" fmla="*/ 26 h 26"/>
                <a:gd name="T14" fmla="*/ 4 w 33"/>
                <a:gd name="T15" fmla="*/ 26 h 26"/>
                <a:gd name="T16" fmla="*/ 28 w 33"/>
                <a:gd name="T17" fmla="*/ 26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3" h="26">
                  <a:moveTo>
                    <a:pt x="28" y="26"/>
                  </a:moveTo>
                  <a:lnTo>
                    <a:pt x="28" y="26"/>
                  </a:lnTo>
                  <a:lnTo>
                    <a:pt x="33" y="24"/>
                  </a:lnTo>
                  <a:lnTo>
                    <a:pt x="28" y="0"/>
                  </a:lnTo>
                  <a:lnTo>
                    <a:pt x="7" y="0"/>
                  </a:lnTo>
                  <a:lnTo>
                    <a:pt x="0" y="24"/>
                  </a:lnTo>
                  <a:lnTo>
                    <a:pt x="4" y="26"/>
                  </a:lnTo>
                  <a:lnTo>
                    <a:pt x="4" y="26"/>
                  </a:lnTo>
                  <a:lnTo>
                    <a:pt x="28" y="26"/>
                  </a:lnTo>
                  <a:close/>
                </a:path>
              </a:pathLst>
            </a:custGeom>
            <a:solidFill>
              <a:srgbClr val="42495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4795" tIns="32398" rIns="64795" bIns="32398" numCol="1" anchor="t" anchorCtr="0" compatLnSpc="1"/>
            <a:lstStyle/>
            <a:p>
              <a:endParaRPr lang="zh-CN" altLang="en-US" sz="1346">
                <a:solidFill>
                  <a:srgbClr val="000000"/>
                </a:solidFill>
              </a:endParaRPr>
            </a:p>
          </p:txBody>
        </p:sp>
        <p:sp>
          <p:nvSpPr>
            <p:cNvPr id="483" name="Freeform 221"/>
            <p:cNvSpPr/>
            <p:nvPr/>
          </p:nvSpPr>
          <p:spPr bwMode="auto">
            <a:xfrm>
              <a:off x="4043998" y="2109916"/>
              <a:ext cx="35782" cy="108428"/>
            </a:xfrm>
            <a:custGeom>
              <a:avLst/>
              <a:gdLst>
                <a:gd name="T0" fmla="*/ 12 w 14"/>
                <a:gd name="T1" fmla="*/ 0 h 42"/>
                <a:gd name="T2" fmla="*/ 12 w 14"/>
                <a:gd name="T3" fmla="*/ 0 h 42"/>
                <a:gd name="T4" fmla="*/ 2 w 14"/>
                <a:gd name="T5" fmla="*/ 0 h 42"/>
                <a:gd name="T6" fmla="*/ 2 w 14"/>
                <a:gd name="T7" fmla="*/ 0 h 42"/>
                <a:gd name="T8" fmla="*/ 0 w 14"/>
                <a:gd name="T9" fmla="*/ 41 h 42"/>
                <a:gd name="T10" fmla="*/ 0 w 14"/>
                <a:gd name="T11" fmla="*/ 41 h 42"/>
                <a:gd name="T12" fmla="*/ 7 w 14"/>
                <a:gd name="T13" fmla="*/ 42 h 42"/>
                <a:gd name="T14" fmla="*/ 14 w 14"/>
                <a:gd name="T15" fmla="*/ 41 h 42"/>
                <a:gd name="T16" fmla="*/ 14 w 14"/>
                <a:gd name="T17" fmla="*/ 41 h 42"/>
                <a:gd name="T18" fmla="*/ 12 w 14"/>
                <a:gd name="T19" fmla="*/ 0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4" h="42">
                  <a:moveTo>
                    <a:pt x="12" y="0"/>
                  </a:moveTo>
                  <a:cubicBezTo>
                    <a:pt x="12" y="0"/>
                    <a:pt x="12" y="0"/>
                    <a:pt x="1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0" y="41"/>
                    <a:pt x="0" y="41"/>
                    <a:pt x="0" y="41"/>
                  </a:cubicBezTo>
                  <a:cubicBezTo>
                    <a:pt x="0" y="41"/>
                    <a:pt x="0" y="41"/>
                    <a:pt x="0" y="41"/>
                  </a:cubicBezTo>
                  <a:cubicBezTo>
                    <a:pt x="3" y="42"/>
                    <a:pt x="5" y="42"/>
                    <a:pt x="7" y="42"/>
                  </a:cubicBezTo>
                  <a:cubicBezTo>
                    <a:pt x="10" y="42"/>
                    <a:pt x="12" y="42"/>
                    <a:pt x="14" y="41"/>
                  </a:cubicBezTo>
                  <a:cubicBezTo>
                    <a:pt x="14" y="41"/>
                    <a:pt x="14" y="41"/>
                    <a:pt x="14" y="41"/>
                  </a:cubicBezTo>
                  <a:lnTo>
                    <a:pt x="12" y="0"/>
                  </a:lnTo>
                  <a:close/>
                </a:path>
              </a:pathLst>
            </a:custGeom>
            <a:solidFill>
              <a:srgbClr val="42495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4795" tIns="32398" rIns="64795" bIns="32398" numCol="1" anchor="t" anchorCtr="0" compatLnSpc="1"/>
            <a:lstStyle/>
            <a:p>
              <a:endParaRPr lang="zh-CN" altLang="en-US" sz="1346">
                <a:solidFill>
                  <a:srgbClr val="000000"/>
                </a:solidFill>
              </a:endParaRPr>
            </a:p>
          </p:txBody>
        </p:sp>
        <p:sp>
          <p:nvSpPr>
            <p:cNvPr id="484" name="Freeform 222"/>
            <p:cNvSpPr/>
            <p:nvPr/>
          </p:nvSpPr>
          <p:spPr bwMode="auto">
            <a:xfrm>
              <a:off x="3826056" y="2032933"/>
              <a:ext cx="460821" cy="238542"/>
            </a:xfrm>
            <a:custGeom>
              <a:avLst/>
              <a:gdLst>
                <a:gd name="T0" fmla="*/ 92 w 180"/>
                <a:gd name="T1" fmla="*/ 93 h 93"/>
                <a:gd name="T2" fmla="*/ 0 w 180"/>
                <a:gd name="T3" fmla="*/ 0 h 93"/>
                <a:gd name="T4" fmla="*/ 23 w 180"/>
                <a:gd name="T5" fmla="*/ 0 h 93"/>
                <a:gd name="T6" fmla="*/ 92 w 180"/>
                <a:gd name="T7" fmla="*/ 70 h 93"/>
                <a:gd name="T8" fmla="*/ 158 w 180"/>
                <a:gd name="T9" fmla="*/ 22 h 93"/>
                <a:gd name="T10" fmla="*/ 180 w 180"/>
                <a:gd name="T11" fmla="*/ 30 h 93"/>
                <a:gd name="T12" fmla="*/ 92 w 180"/>
                <a:gd name="T13" fmla="*/ 93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0" h="93">
                  <a:moveTo>
                    <a:pt x="92" y="93"/>
                  </a:moveTo>
                  <a:cubicBezTo>
                    <a:pt x="41" y="93"/>
                    <a:pt x="0" y="51"/>
                    <a:pt x="0" y="0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23" y="39"/>
                    <a:pt x="54" y="70"/>
                    <a:pt x="92" y="70"/>
                  </a:cubicBezTo>
                  <a:cubicBezTo>
                    <a:pt x="122" y="70"/>
                    <a:pt x="149" y="51"/>
                    <a:pt x="158" y="22"/>
                  </a:cubicBezTo>
                  <a:cubicBezTo>
                    <a:pt x="180" y="30"/>
                    <a:pt x="180" y="30"/>
                    <a:pt x="180" y="30"/>
                  </a:cubicBezTo>
                  <a:cubicBezTo>
                    <a:pt x="168" y="67"/>
                    <a:pt x="132" y="93"/>
                    <a:pt x="92" y="93"/>
                  </a:cubicBezTo>
                  <a:close/>
                </a:path>
              </a:pathLst>
            </a:custGeom>
            <a:solidFill>
              <a:srgbClr val="42495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4795" tIns="32398" rIns="64795" bIns="32398" numCol="1" anchor="t" anchorCtr="0" compatLnSpc="1"/>
            <a:lstStyle/>
            <a:p>
              <a:endParaRPr lang="zh-CN" altLang="en-US" sz="1346">
                <a:solidFill>
                  <a:srgbClr val="000000"/>
                </a:solidFill>
              </a:endParaRPr>
            </a:p>
          </p:txBody>
        </p:sp>
        <p:sp>
          <p:nvSpPr>
            <p:cNvPr id="485" name="Freeform 223"/>
            <p:cNvSpPr/>
            <p:nvPr/>
          </p:nvSpPr>
          <p:spPr bwMode="auto">
            <a:xfrm>
              <a:off x="3787022" y="1979802"/>
              <a:ext cx="133367" cy="66142"/>
            </a:xfrm>
            <a:custGeom>
              <a:avLst/>
              <a:gdLst>
                <a:gd name="T0" fmla="*/ 123 w 123"/>
                <a:gd name="T1" fmla="*/ 61 h 61"/>
                <a:gd name="T2" fmla="*/ 62 w 123"/>
                <a:gd name="T3" fmla="*/ 0 h 61"/>
                <a:gd name="T4" fmla="*/ 0 w 123"/>
                <a:gd name="T5" fmla="*/ 61 h 61"/>
                <a:gd name="T6" fmla="*/ 123 w 123"/>
                <a:gd name="T7" fmla="*/ 61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61">
                  <a:moveTo>
                    <a:pt x="123" y="61"/>
                  </a:moveTo>
                  <a:lnTo>
                    <a:pt x="62" y="0"/>
                  </a:lnTo>
                  <a:lnTo>
                    <a:pt x="0" y="61"/>
                  </a:lnTo>
                  <a:lnTo>
                    <a:pt x="123" y="61"/>
                  </a:lnTo>
                  <a:close/>
                </a:path>
              </a:pathLst>
            </a:custGeom>
            <a:solidFill>
              <a:srgbClr val="42495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4795" tIns="32398" rIns="64795" bIns="32398" numCol="1" anchor="t" anchorCtr="0" compatLnSpc="1"/>
            <a:lstStyle/>
            <a:p>
              <a:endParaRPr lang="zh-CN" altLang="en-US" sz="1346">
                <a:solidFill>
                  <a:srgbClr val="000000"/>
                </a:solidFill>
              </a:endParaRPr>
            </a:p>
          </p:txBody>
        </p:sp>
        <p:sp>
          <p:nvSpPr>
            <p:cNvPr id="486" name="Freeform 224"/>
            <p:cNvSpPr/>
            <p:nvPr/>
          </p:nvSpPr>
          <p:spPr bwMode="auto">
            <a:xfrm>
              <a:off x="3837984" y="1797643"/>
              <a:ext cx="461905" cy="235290"/>
            </a:xfrm>
            <a:custGeom>
              <a:avLst/>
              <a:gdLst>
                <a:gd name="T0" fmla="*/ 180 w 180"/>
                <a:gd name="T1" fmla="*/ 92 h 92"/>
                <a:gd name="T2" fmla="*/ 157 w 180"/>
                <a:gd name="T3" fmla="*/ 92 h 92"/>
                <a:gd name="T4" fmla="*/ 88 w 180"/>
                <a:gd name="T5" fmla="*/ 23 h 92"/>
                <a:gd name="T6" fmla="*/ 21 w 180"/>
                <a:gd name="T7" fmla="*/ 70 h 92"/>
                <a:gd name="T8" fmla="*/ 0 w 180"/>
                <a:gd name="T9" fmla="*/ 63 h 92"/>
                <a:gd name="T10" fmla="*/ 88 w 180"/>
                <a:gd name="T11" fmla="*/ 0 h 92"/>
                <a:gd name="T12" fmla="*/ 180 w 180"/>
                <a:gd name="T13" fmla="*/ 92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0" h="92">
                  <a:moveTo>
                    <a:pt x="180" y="92"/>
                  </a:moveTo>
                  <a:cubicBezTo>
                    <a:pt x="157" y="92"/>
                    <a:pt x="157" y="92"/>
                    <a:pt x="157" y="92"/>
                  </a:cubicBezTo>
                  <a:cubicBezTo>
                    <a:pt x="157" y="54"/>
                    <a:pt x="126" y="23"/>
                    <a:pt x="88" y="23"/>
                  </a:cubicBezTo>
                  <a:cubicBezTo>
                    <a:pt x="57" y="23"/>
                    <a:pt x="31" y="42"/>
                    <a:pt x="21" y="70"/>
                  </a:cubicBezTo>
                  <a:cubicBezTo>
                    <a:pt x="0" y="63"/>
                    <a:pt x="0" y="63"/>
                    <a:pt x="0" y="63"/>
                  </a:cubicBezTo>
                  <a:cubicBezTo>
                    <a:pt x="12" y="25"/>
                    <a:pt x="48" y="0"/>
                    <a:pt x="88" y="0"/>
                  </a:cubicBezTo>
                  <a:cubicBezTo>
                    <a:pt x="139" y="0"/>
                    <a:pt x="180" y="41"/>
                    <a:pt x="180" y="92"/>
                  </a:cubicBezTo>
                  <a:close/>
                </a:path>
              </a:pathLst>
            </a:custGeom>
            <a:solidFill>
              <a:srgbClr val="42495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4795" tIns="32398" rIns="64795" bIns="32398" numCol="1" anchor="t" anchorCtr="0" compatLnSpc="1"/>
            <a:lstStyle/>
            <a:p>
              <a:endParaRPr lang="zh-CN" altLang="en-US" sz="1346">
                <a:solidFill>
                  <a:srgbClr val="000000"/>
                </a:solidFill>
              </a:endParaRPr>
            </a:p>
          </p:txBody>
        </p:sp>
        <p:sp>
          <p:nvSpPr>
            <p:cNvPr id="487" name="Freeform 225"/>
            <p:cNvSpPr/>
            <p:nvPr/>
          </p:nvSpPr>
          <p:spPr bwMode="auto">
            <a:xfrm>
              <a:off x="4202303" y="2021005"/>
              <a:ext cx="135536" cy="68310"/>
            </a:xfrm>
            <a:custGeom>
              <a:avLst/>
              <a:gdLst>
                <a:gd name="T0" fmla="*/ 0 w 125"/>
                <a:gd name="T1" fmla="*/ 0 h 63"/>
                <a:gd name="T2" fmla="*/ 64 w 125"/>
                <a:gd name="T3" fmla="*/ 63 h 63"/>
                <a:gd name="T4" fmla="*/ 125 w 125"/>
                <a:gd name="T5" fmla="*/ 0 h 63"/>
                <a:gd name="T6" fmla="*/ 0 w 125"/>
                <a:gd name="T7" fmla="*/ 0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5" h="63">
                  <a:moveTo>
                    <a:pt x="0" y="0"/>
                  </a:moveTo>
                  <a:lnTo>
                    <a:pt x="64" y="63"/>
                  </a:lnTo>
                  <a:lnTo>
                    <a:pt x="1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2495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4795" tIns="32398" rIns="64795" bIns="32398" numCol="1" anchor="t" anchorCtr="0" compatLnSpc="1"/>
            <a:lstStyle/>
            <a:p>
              <a:endParaRPr lang="zh-CN" altLang="en-US" sz="1346">
                <a:solidFill>
                  <a:srgbClr val="000000"/>
                </a:solidFill>
              </a:endParaRPr>
            </a:p>
          </p:txBody>
        </p:sp>
      </p:grpSp>
      <p:sp>
        <p:nvSpPr>
          <p:cNvPr id="430" name="TextBox 42"/>
          <p:cNvSpPr txBox="1"/>
          <p:nvPr/>
        </p:nvSpPr>
        <p:spPr>
          <a:xfrm>
            <a:off x="2232149" y="3065996"/>
            <a:ext cx="4409524" cy="7154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4049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数据库的设计</a:t>
            </a:r>
            <a:endParaRPr lang="zh-CN" altLang="en-US" sz="4049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32" name="文本框 20"/>
          <p:cNvSpPr txBox="1"/>
          <p:nvPr/>
        </p:nvSpPr>
        <p:spPr>
          <a:xfrm>
            <a:off x="-240704" y="2259406"/>
            <a:ext cx="68823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3600">
                <a:solidFill>
                  <a:srgbClr val="0070C0"/>
                </a:solidFill>
                <a:latin typeface="ITC Avant Garde Std Md" panose="020B0602020202020204" pitchFamily="34" charset="0"/>
                <a:ea typeface="造字工房典黑（非商用）常规体" pitchFamily="2" charset="-122"/>
              </a:rPr>
              <a:t>25-26-02  </a:t>
            </a:r>
            <a:r>
              <a:rPr lang="en-US" altLang="zh-CN" sz="3600" dirty="0">
                <a:solidFill>
                  <a:srgbClr val="0070C0"/>
                </a:solidFill>
                <a:latin typeface="ITC Avant Garde Std Md" panose="020B0602020202020204" pitchFamily="34" charset="0"/>
                <a:ea typeface="造字工房典黑（非商用）常规体" pitchFamily="2" charset="-122"/>
              </a:rPr>
              <a:t>web</a:t>
            </a:r>
            <a:r>
              <a:rPr lang="zh-CN" altLang="en-US" sz="3600" dirty="0">
                <a:solidFill>
                  <a:srgbClr val="0070C0"/>
                </a:solidFill>
                <a:latin typeface="ITC Avant Garde Std Md" panose="020B0602020202020204" pitchFamily="34" charset="0"/>
                <a:ea typeface="造字工房典黑（非商用）常规体" pitchFamily="2" charset="-122"/>
              </a:rPr>
              <a:t>项目应用</a:t>
            </a:r>
            <a:endParaRPr lang="zh-CN" altLang="en-US" sz="5998" dirty="0">
              <a:solidFill>
                <a:srgbClr val="0070C0"/>
              </a:solidFill>
              <a:latin typeface="ITC Avant Garde Std Md" panose="020B0602020202020204" pitchFamily="34" charset="0"/>
              <a:ea typeface="造字工房典黑（非商用）常规体" pitchFamily="2" charset="-122"/>
            </a:endParaRPr>
          </a:p>
        </p:txBody>
      </p:sp>
      <p:sp>
        <p:nvSpPr>
          <p:cNvPr id="433" name="TextBox 1"/>
          <p:cNvSpPr txBox="1"/>
          <p:nvPr/>
        </p:nvSpPr>
        <p:spPr>
          <a:xfrm>
            <a:off x="3215407" y="4354894"/>
            <a:ext cx="3406223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135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桂荣</a:t>
            </a:r>
            <a:r>
              <a:rPr lang="zh-CN" altLang="en-US" sz="135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枝 </a:t>
            </a:r>
            <a:r>
              <a:rPr lang="en-US" altLang="zh-CN" sz="135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2026-3-5</a:t>
            </a:r>
            <a:endParaRPr lang="zh-CN" altLang="en-US" sz="135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70" name="组合 69">
            <a:extLst>
              <a:ext uri="{FF2B5EF4-FFF2-40B4-BE49-F238E27FC236}">
                <a16:creationId xmlns:a16="http://schemas.microsoft.com/office/drawing/2014/main" id="{764F48E9-8124-4EC5-AED7-4631C3BC53E1}"/>
              </a:ext>
            </a:extLst>
          </p:cNvPr>
          <p:cNvGrpSpPr/>
          <p:nvPr/>
        </p:nvGrpSpPr>
        <p:grpSpPr>
          <a:xfrm>
            <a:off x="6680796" y="668473"/>
            <a:ext cx="3939158" cy="5332075"/>
            <a:chOff x="6798609" y="-251869"/>
            <a:chExt cx="5253578" cy="7111285"/>
          </a:xfrm>
        </p:grpSpPr>
        <p:sp>
          <p:nvSpPr>
            <p:cNvPr id="71" name="Freeform 5">
              <a:extLst>
                <a:ext uri="{FF2B5EF4-FFF2-40B4-BE49-F238E27FC236}">
                  <a16:creationId xmlns:a16="http://schemas.microsoft.com/office/drawing/2014/main" id="{3D6F0BFB-CAF6-4DEA-8566-72D967064318}"/>
                </a:ext>
              </a:extLst>
            </p:cNvPr>
            <p:cNvSpPr/>
            <p:nvPr/>
          </p:nvSpPr>
          <p:spPr bwMode="auto">
            <a:xfrm rot="10800000">
              <a:off x="7731152" y="1751506"/>
              <a:ext cx="949002" cy="841094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noFill/>
            <a:ln w="9525">
              <a:solidFill>
                <a:schemeClr val="accent1"/>
              </a:solidFill>
              <a:prstDash val="soli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4795" tIns="32398" rIns="64795" bIns="32398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sz="1346">
                <a:solidFill>
                  <a:srgbClr val="FFFFFF"/>
                </a:solidFill>
                <a:sym typeface="Arial" panose="020B0604020202020204" pitchFamily="34" charset="0"/>
              </a:endParaRPr>
            </a:p>
          </p:txBody>
        </p:sp>
        <p:sp>
          <p:nvSpPr>
            <p:cNvPr id="72" name="Freeform 5">
              <a:extLst>
                <a:ext uri="{FF2B5EF4-FFF2-40B4-BE49-F238E27FC236}">
                  <a16:creationId xmlns:a16="http://schemas.microsoft.com/office/drawing/2014/main" id="{F2AE030B-5667-435C-8BBF-7E48C439BA87}"/>
                </a:ext>
              </a:extLst>
            </p:cNvPr>
            <p:cNvSpPr/>
            <p:nvPr/>
          </p:nvSpPr>
          <p:spPr bwMode="auto">
            <a:xfrm rot="10800000">
              <a:off x="7731152" y="4269844"/>
              <a:ext cx="949002" cy="841094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noFill/>
            <a:ln w="9525">
              <a:solidFill>
                <a:schemeClr val="accent2"/>
              </a:solidFill>
              <a:prstDash val="soli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4795" tIns="32398" rIns="64795" bIns="32398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sz="1346">
                <a:solidFill>
                  <a:srgbClr val="FFFFFF"/>
                </a:solidFill>
                <a:sym typeface="Arial" panose="020B0604020202020204" pitchFamily="34" charset="0"/>
              </a:endParaRPr>
            </a:p>
          </p:txBody>
        </p:sp>
        <p:sp>
          <p:nvSpPr>
            <p:cNvPr id="73" name="Freeform 5">
              <a:extLst>
                <a:ext uri="{FF2B5EF4-FFF2-40B4-BE49-F238E27FC236}">
                  <a16:creationId xmlns:a16="http://schemas.microsoft.com/office/drawing/2014/main" id="{828350D6-B416-44D0-8ABA-20F1FCA9168E}"/>
                </a:ext>
              </a:extLst>
            </p:cNvPr>
            <p:cNvSpPr/>
            <p:nvPr/>
          </p:nvSpPr>
          <p:spPr bwMode="auto">
            <a:xfrm rot="10800000">
              <a:off x="9919526" y="3012713"/>
              <a:ext cx="949002" cy="841094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noFill/>
            <a:ln w="9525">
              <a:solidFill>
                <a:schemeClr val="accent3"/>
              </a:solidFill>
              <a:prstDash val="soli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4795" tIns="32398" rIns="64795" bIns="32398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sz="1346">
                <a:solidFill>
                  <a:srgbClr val="FFFFFF"/>
                </a:solidFill>
                <a:sym typeface="Arial" panose="020B0604020202020204" pitchFamily="34" charset="0"/>
              </a:endParaRPr>
            </a:p>
          </p:txBody>
        </p:sp>
        <p:cxnSp>
          <p:nvCxnSpPr>
            <p:cNvPr id="74" name="直接连接符 73">
              <a:extLst>
                <a:ext uri="{FF2B5EF4-FFF2-40B4-BE49-F238E27FC236}">
                  <a16:creationId xmlns:a16="http://schemas.microsoft.com/office/drawing/2014/main" id="{26E7FDF5-8D5D-48BC-82CB-6360080D8520}"/>
                </a:ext>
              </a:extLst>
            </p:cNvPr>
            <p:cNvCxnSpPr/>
            <p:nvPr/>
          </p:nvCxnSpPr>
          <p:spPr>
            <a:xfrm>
              <a:off x="10863943" y="3431223"/>
              <a:ext cx="1188244" cy="0"/>
            </a:xfrm>
            <a:prstGeom prst="line">
              <a:avLst/>
            </a:prstGeom>
            <a:ln w="9525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直接连接符 74">
              <a:extLst>
                <a:ext uri="{FF2B5EF4-FFF2-40B4-BE49-F238E27FC236}">
                  <a16:creationId xmlns:a16="http://schemas.microsoft.com/office/drawing/2014/main" id="{69B30286-D4EF-45D0-B91F-2A470B7805A8}"/>
                </a:ext>
              </a:extLst>
            </p:cNvPr>
            <p:cNvCxnSpPr/>
            <p:nvPr/>
          </p:nvCxnSpPr>
          <p:spPr>
            <a:xfrm flipV="1">
              <a:off x="6955437" y="5111885"/>
              <a:ext cx="1008937" cy="1747531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直接连接符 75">
              <a:extLst>
                <a:ext uri="{FF2B5EF4-FFF2-40B4-BE49-F238E27FC236}">
                  <a16:creationId xmlns:a16="http://schemas.microsoft.com/office/drawing/2014/main" id="{9BD49E39-8CF8-4826-A9F9-C91759763FD2}"/>
                </a:ext>
              </a:extLst>
            </p:cNvPr>
            <p:cNvCxnSpPr/>
            <p:nvPr/>
          </p:nvCxnSpPr>
          <p:spPr>
            <a:xfrm>
              <a:off x="6798609" y="-251869"/>
              <a:ext cx="1165761" cy="2019159"/>
            </a:xfrm>
            <a:prstGeom prst="line">
              <a:avLst/>
            </a:prstGeom>
            <a:ln w="952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7" name="组合 76">
              <a:extLst>
                <a:ext uri="{FF2B5EF4-FFF2-40B4-BE49-F238E27FC236}">
                  <a16:creationId xmlns:a16="http://schemas.microsoft.com/office/drawing/2014/main" id="{FE4C8BE3-E42F-4583-B9DE-98CDC77B2F19}"/>
                </a:ext>
              </a:extLst>
            </p:cNvPr>
            <p:cNvGrpSpPr/>
            <p:nvPr/>
          </p:nvGrpSpPr>
          <p:grpSpPr>
            <a:xfrm>
              <a:off x="8059703" y="2042916"/>
              <a:ext cx="303617" cy="258274"/>
              <a:chOff x="6339462" y="3747511"/>
              <a:chExt cx="907547" cy="772010"/>
            </a:xfrm>
            <a:solidFill>
              <a:schemeClr val="accent1"/>
            </a:solidFill>
          </p:grpSpPr>
          <p:sp>
            <p:nvSpPr>
              <p:cNvPr id="92" name="Rectangle 130">
                <a:extLst>
                  <a:ext uri="{FF2B5EF4-FFF2-40B4-BE49-F238E27FC236}">
                    <a16:creationId xmlns:a16="http://schemas.microsoft.com/office/drawing/2014/main" id="{F36D7D66-2920-45A7-9E88-BE4F293C436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39462" y="4489161"/>
                <a:ext cx="881523" cy="30360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64795" tIns="32398" rIns="64795" bIns="32398" numCol="1" anchor="t" anchorCtr="0" compatLnSpc="1"/>
              <a:lstStyle/>
              <a:p>
                <a:endParaRPr lang="zh-CN" altLang="en-US" sz="1346">
                  <a:solidFill>
                    <a:srgbClr val="000000"/>
                  </a:solidFill>
                </a:endParaRPr>
              </a:p>
            </p:txBody>
          </p:sp>
          <p:sp>
            <p:nvSpPr>
              <p:cNvPr id="93" name="Freeform 131">
                <a:extLst>
                  <a:ext uri="{FF2B5EF4-FFF2-40B4-BE49-F238E27FC236}">
                    <a16:creationId xmlns:a16="http://schemas.microsoft.com/office/drawing/2014/main" id="{76B146A0-6971-4F3A-8D4F-22024F8375F4}"/>
                  </a:ext>
                </a:extLst>
              </p:cNvPr>
              <p:cNvSpPr/>
              <p:nvPr/>
            </p:nvSpPr>
            <p:spPr bwMode="auto">
              <a:xfrm>
                <a:off x="6398014" y="4350373"/>
                <a:ext cx="123608" cy="114934"/>
              </a:xfrm>
              <a:custGeom>
                <a:avLst/>
                <a:gdLst>
                  <a:gd name="T0" fmla="*/ 43 w 48"/>
                  <a:gd name="T1" fmla="*/ 45 h 45"/>
                  <a:gd name="T2" fmla="*/ 48 w 48"/>
                  <a:gd name="T3" fmla="*/ 39 h 45"/>
                  <a:gd name="T4" fmla="*/ 48 w 48"/>
                  <a:gd name="T5" fmla="*/ 0 h 45"/>
                  <a:gd name="T6" fmla="*/ 0 w 48"/>
                  <a:gd name="T7" fmla="*/ 8 h 45"/>
                  <a:gd name="T8" fmla="*/ 0 w 48"/>
                  <a:gd name="T9" fmla="*/ 39 h 45"/>
                  <a:gd name="T10" fmla="*/ 6 w 48"/>
                  <a:gd name="T11" fmla="*/ 45 h 45"/>
                  <a:gd name="T12" fmla="*/ 43 w 48"/>
                  <a:gd name="T13" fmla="*/ 45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8" h="45">
                    <a:moveTo>
                      <a:pt x="43" y="45"/>
                    </a:moveTo>
                    <a:cubicBezTo>
                      <a:pt x="46" y="45"/>
                      <a:pt x="48" y="42"/>
                      <a:pt x="48" y="39"/>
                    </a:cubicBezTo>
                    <a:cubicBezTo>
                      <a:pt x="48" y="0"/>
                      <a:pt x="48" y="0"/>
                      <a:pt x="48" y="0"/>
                    </a:cubicBezTo>
                    <a:cubicBezTo>
                      <a:pt x="29" y="5"/>
                      <a:pt x="12" y="7"/>
                      <a:pt x="0" y="8"/>
                    </a:cubicBezTo>
                    <a:cubicBezTo>
                      <a:pt x="0" y="39"/>
                      <a:pt x="0" y="39"/>
                      <a:pt x="0" y="39"/>
                    </a:cubicBezTo>
                    <a:cubicBezTo>
                      <a:pt x="0" y="42"/>
                      <a:pt x="3" y="45"/>
                      <a:pt x="6" y="45"/>
                    </a:cubicBezTo>
                    <a:lnTo>
                      <a:pt x="43" y="4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4795" tIns="32398" rIns="64795" bIns="32398" numCol="1" anchor="t" anchorCtr="0" compatLnSpc="1"/>
              <a:lstStyle/>
              <a:p>
                <a:endParaRPr lang="zh-CN" altLang="en-US" sz="1346">
                  <a:solidFill>
                    <a:srgbClr val="000000"/>
                  </a:solidFill>
                </a:endParaRPr>
              </a:p>
            </p:txBody>
          </p:sp>
          <p:sp>
            <p:nvSpPr>
              <p:cNvPr id="94" name="Freeform 132">
                <a:extLst>
                  <a:ext uri="{FF2B5EF4-FFF2-40B4-BE49-F238E27FC236}">
                    <a16:creationId xmlns:a16="http://schemas.microsoft.com/office/drawing/2014/main" id="{4564F2DC-2599-4736-9140-A121B2AF05F0}"/>
                  </a:ext>
                </a:extLst>
              </p:cNvPr>
              <p:cNvSpPr/>
              <p:nvPr/>
            </p:nvSpPr>
            <p:spPr bwMode="auto">
              <a:xfrm>
                <a:off x="6557403" y="4299411"/>
                <a:ext cx="122524" cy="165896"/>
              </a:xfrm>
              <a:custGeom>
                <a:avLst/>
                <a:gdLst>
                  <a:gd name="T0" fmla="*/ 43 w 48"/>
                  <a:gd name="T1" fmla="*/ 65 h 65"/>
                  <a:gd name="T2" fmla="*/ 48 w 48"/>
                  <a:gd name="T3" fmla="*/ 59 h 65"/>
                  <a:gd name="T4" fmla="*/ 48 w 48"/>
                  <a:gd name="T5" fmla="*/ 0 h 65"/>
                  <a:gd name="T6" fmla="*/ 44 w 48"/>
                  <a:gd name="T7" fmla="*/ 2 h 65"/>
                  <a:gd name="T8" fmla="*/ 0 w 48"/>
                  <a:gd name="T9" fmla="*/ 16 h 65"/>
                  <a:gd name="T10" fmla="*/ 0 w 48"/>
                  <a:gd name="T11" fmla="*/ 59 h 65"/>
                  <a:gd name="T12" fmla="*/ 6 w 48"/>
                  <a:gd name="T13" fmla="*/ 65 h 65"/>
                  <a:gd name="T14" fmla="*/ 43 w 48"/>
                  <a:gd name="T15" fmla="*/ 65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8" h="65">
                    <a:moveTo>
                      <a:pt x="43" y="65"/>
                    </a:moveTo>
                    <a:cubicBezTo>
                      <a:pt x="46" y="65"/>
                      <a:pt x="48" y="62"/>
                      <a:pt x="48" y="59"/>
                    </a:cubicBezTo>
                    <a:cubicBezTo>
                      <a:pt x="48" y="0"/>
                      <a:pt x="48" y="0"/>
                      <a:pt x="48" y="0"/>
                    </a:cubicBezTo>
                    <a:cubicBezTo>
                      <a:pt x="47" y="1"/>
                      <a:pt x="46" y="1"/>
                      <a:pt x="44" y="2"/>
                    </a:cubicBezTo>
                    <a:cubicBezTo>
                      <a:pt x="29" y="8"/>
                      <a:pt x="14" y="13"/>
                      <a:pt x="0" y="16"/>
                    </a:cubicBezTo>
                    <a:cubicBezTo>
                      <a:pt x="0" y="59"/>
                      <a:pt x="0" y="59"/>
                      <a:pt x="0" y="59"/>
                    </a:cubicBezTo>
                    <a:cubicBezTo>
                      <a:pt x="0" y="62"/>
                      <a:pt x="3" y="65"/>
                      <a:pt x="6" y="65"/>
                    </a:cubicBezTo>
                    <a:lnTo>
                      <a:pt x="43" y="6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4795" tIns="32398" rIns="64795" bIns="32398" numCol="1" anchor="t" anchorCtr="0" compatLnSpc="1"/>
              <a:lstStyle/>
              <a:p>
                <a:endParaRPr lang="zh-CN" altLang="en-US" sz="1346">
                  <a:solidFill>
                    <a:srgbClr val="000000"/>
                  </a:solidFill>
                </a:endParaRPr>
              </a:p>
            </p:txBody>
          </p:sp>
          <p:sp>
            <p:nvSpPr>
              <p:cNvPr id="95" name="Freeform 133">
                <a:extLst>
                  <a:ext uri="{FF2B5EF4-FFF2-40B4-BE49-F238E27FC236}">
                    <a16:creationId xmlns:a16="http://schemas.microsoft.com/office/drawing/2014/main" id="{A3ACF883-5DA0-43B3-B6E1-E50365E0CE48}"/>
                  </a:ext>
                </a:extLst>
              </p:cNvPr>
              <p:cNvSpPr/>
              <p:nvPr/>
            </p:nvSpPr>
            <p:spPr bwMode="auto">
              <a:xfrm>
                <a:off x="6715709" y="4219174"/>
                <a:ext cx="123608" cy="246133"/>
              </a:xfrm>
              <a:custGeom>
                <a:avLst/>
                <a:gdLst>
                  <a:gd name="T0" fmla="*/ 43 w 48"/>
                  <a:gd name="T1" fmla="*/ 96 h 96"/>
                  <a:gd name="T2" fmla="*/ 48 w 48"/>
                  <a:gd name="T3" fmla="*/ 90 h 96"/>
                  <a:gd name="T4" fmla="*/ 48 w 48"/>
                  <a:gd name="T5" fmla="*/ 0 h 96"/>
                  <a:gd name="T6" fmla="*/ 0 w 48"/>
                  <a:gd name="T7" fmla="*/ 25 h 96"/>
                  <a:gd name="T8" fmla="*/ 0 w 48"/>
                  <a:gd name="T9" fmla="*/ 90 h 96"/>
                  <a:gd name="T10" fmla="*/ 6 w 48"/>
                  <a:gd name="T11" fmla="*/ 96 h 96"/>
                  <a:gd name="T12" fmla="*/ 43 w 48"/>
                  <a:gd name="T13" fmla="*/ 96 h 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8" h="96">
                    <a:moveTo>
                      <a:pt x="43" y="96"/>
                    </a:moveTo>
                    <a:cubicBezTo>
                      <a:pt x="46" y="96"/>
                      <a:pt x="48" y="93"/>
                      <a:pt x="48" y="90"/>
                    </a:cubicBezTo>
                    <a:cubicBezTo>
                      <a:pt x="48" y="0"/>
                      <a:pt x="48" y="0"/>
                      <a:pt x="48" y="0"/>
                    </a:cubicBezTo>
                    <a:cubicBezTo>
                      <a:pt x="33" y="10"/>
                      <a:pt x="17" y="18"/>
                      <a:pt x="0" y="25"/>
                    </a:cubicBezTo>
                    <a:cubicBezTo>
                      <a:pt x="0" y="90"/>
                      <a:pt x="0" y="90"/>
                      <a:pt x="0" y="90"/>
                    </a:cubicBezTo>
                    <a:cubicBezTo>
                      <a:pt x="0" y="93"/>
                      <a:pt x="3" y="96"/>
                      <a:pt x="6" y="96"/>
                    </a:cubicBezTo>
                    <a:lnTo>
                      <a:pt x="43" y="9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4795" tIns="32398" rIns="64795" bIns="32398" numCol="1" anchor="t" anchorCtr="0" compatLnSpc="1"/>
              <a:lstStyle/>
              <a:p>
                <a:endParaRPr lang="zh-CN" altLang="en-US" sz="1346">
                  <a:solidFill>
                    <a:srgbClr val="000000"/>
                  </a:solidFill>
                </a:endParaRPr>
              </a:p>
            </p:txBody>
          </p:sp>
          <p:sp>
            <p:nvSpPr>
              <p:cNvPr id="96" name="Freeform 134">
                <a:extLst>
                  <a:ext uri="{FF2B5EF4-FFF2-40B4-BE49-F238E27FC236}">
                    <a16:creationId xmlns:a16="http://schemas.microsoft.com/office/drawing/2014/main" id="{F8809223-A0CB-4DB2-BD85-3ABC213AD486}"/>
                  </a:ext>
                </a:extLst>
              </p:cNvPr>
              <p:cNvSpPr/>
              <p:nvPr/>
            </p:nvSpPr>
            <p:spPr bwMode="auto">
              <a:xfrm>
                <a:off x="6875099" y="4100987"/>
                <a:ext cx="123608" cy="364319"/>
              </a:xfrm>
              <a:custGeom>
                <a:avLst/>
                <a:gdLst>
                  <a:gd name="T0" fmla="*/ 43 w 48"/>
                  <a:gd name="T1" fmla="*/ 142 h 142"/>
                  <a:gd name="T2" fmla="*/ 48 w 48"/>
                  <a:gd name="T3" fmla="*/ 136 h 142"/>
                  <a:gd name="T4" fmla="*/ 48 w 48"/>
                  <a:gd name="T5" fmla="*/ 0 h 142"/>
                  <a:gd name="T6" fmla="*/ 32 w 48"/>
                  <a:gd name="T7" fmla="*/ 14 h 142"/>
                  <a:gd name="T8" fmla="*/ 0 w 48"/>
                  <a:gd name="T9" fmla="*/ 37 h 142"/>
                  <a:gd name="T10" fmla="*/ 0 w 48"/>
                  <a:gd name="T11" fmla="*/ 136 h 142"/>
                  <a:gd name="T12" fmla="*/ 6 w 48"/>
                  <a:gd name="T13" fmla="*/ 142 h 142"/>
                  <a:gd name="T14" fmla="*/ 43 w 48"/>
                  <a:gd name="T15" fmla="*/ 142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8" h="142">
                    <a:moveTo>
                      <a:pt x="43" y="142"/>
                    </a:moveTo>
                    <a:cubicBezTo>
                      <a:pt x="46" y="142"/>
                      <a:pt x="48" y="139"/>
                      <a:pt x="48" y="136"/>
                    </a:cubicBezTo>
                    <a:cubicBezTo>
                      <a:pt x="48" y="0"/>
                      <a:pt x="48" y="0"/>
                      <a:pt x="48" y="0"/>
                    </a:cubicBezTo>
                    <a:cubicBezTo>
                      <a:pt x="43" y="5"/>
                      <a:pt x="37" y="10"/>
                      <a:pt x="32" y="14"/>
                    </a:cubicBezTo>
                    <a:cubicBezTo>
                      <a:pt x="21" y="23"/>
                      <a:pt x="11" y="30"/>
                      <a:pt x="0" y="37"/>
                    </a:cubicBezTo>
                    <a:cubicBezTo>
                      <a:pt x="0" y="136"/>
                      <a:pt x="0" y="136"/>
                      <a:pt x="0" y="136"/>
                    </a:cubicBezTo>
                    <a:cubicBezTo>
                      <a:pt x="0" y="139"/>
                      <a:pt x="3" y="142"/>
                      <a:pt x="6" y="142"/>
                    </a:cubicBezTo>
                    <a:lnTo>
                      <a:pt x="43" y="14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4795" tIns="32398" rIns="64795" bIns="32398" numCol="1" anchor="t" anchorCtr="0" compatLnSpc="1"/>
              <a:lstStyle/>
              <a:p>
                <a:endParaRPr lang="zh-CN" altLang="en-US" sz="1346">
                  <a:solidFill>
                    <a:srgbClr val="000000"/>
                  </a:solidFill>
                </a:endParaRPr>
              </a:p>
            </p:txBody>
          </p:sp>
          <p:sp>
            <p:nvSpPr>
              <p:cNvPr id="97" name="Freeform 135">
                <a:extLst>
                  <a:ext uri="{FF2B5EF4-FFF2-40B4-BE49-F238E27FC236}">
                    <a16:creationId xmlns:a16="http://schemas.microsoft.com/office/drawing/2014/main" id="{51CC99D3-60E9-432A-88A8-7B410FAE9D85}"/>
                  </a:ext>
                </a:extLst>
              </p:cNvPr>
              <p:cNvSpPr/>
              <p:nvPr/>
            </p:nvSpPr>
            <p:spPr bwMode="auto">
              <a:xfrm>
                <a:off x="7034488" y="3927502"/>
                <a:ext cx="122524" cy="537805"/>
              </a:xfrm>
              <a:custGeom>
                <a:avLst/>
                <a:gdLst>
                  <a:gd name="T0" fmla="*/ 43 w 48"/>
                  <a:gd name="T1" fmla="*/ 210 h 210"/>
                  <a:gd name="T2" fmla="*/ 48 w 48"/>
                  <a:gd name="T3" fmla="*/ 204 h 210"/>
                  <a:gd name="T4" fmla="*/ 48 w 48"/>
                  <a:gd name="T5" fmla="*/ 0 h 210"/>
                  <a:gd name="T6" fmla="*/ 0 w 48"/>
                  <a:gd name="T7" fmla="*/ 56 h 210"/>
                  <a:gd name="T8" fmla="*/ 0 w 48"/>
                  <a:gd name="T9" fmla="*/ 204 h 210"/>
                  <a:gd name="T10" fmla="*/ 6 w 48"/>
                  <a:gd name="T11" fmla="*/ 210 h 210"/>
                  <a:gd name="T12" fmla="*/ 43 w 48"/>
                  <a:gd name="T13" fmla="*/ 21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8" h="210">
                    <a:moveTo>
                      <a:pt x="43" y="210"/>
                    </a:moveTo>
                    <a:cubicBezTo>
                      <a:pt x="46" y="210"/>
                      <a:pt x="48" y="207"/>
                      <a:pt x="48" y="204"/>
                    </a:cubicBezTo>
                    <a:cubicBezTo>
                      <a:pt x="48" y="0"/>
                      <a:pt x="48" y="0"/>
                      <a:pt x="48" y="0"/>
                    </a:cubicBezTo>
                    <a:cubicBezTo>
                      <a:pt x="33" y="20"/>
                      <a:pt x="17" y="39"/>
                      <a:pt x="0" y="56"/>
                    </a:cubicBezTo>
                    <a:cubicBezTo>
                      <a:pt x="0" y="204"/>
                      <a:pt x="0" y="204"/>
                      <a:pt x="0" y="204"/>
                    </a:cubicBezTo>
                    <a:cubicBezTo>
                      <a:pt x="0" y="207"/>
                      <a:pt x="3" y="210"/>
                      <a:pt x="6" y="210"/>
                    </a:cubicBezTo>
                    <a:lnTo>
                      <a:pt x="43" y="21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4795" tIns="32398" rIns="64795" bIns="32398" numCol="1" anchor="t" anchorCtr="0" compatLnSpc="1"/>
              <a:lstStyle/>
              <a:p>
                <a:endParaRPr lang="zh-CN" altLang="en-US" sz="1346">
                  <a:solidFill>
                    <a:srgbClr val="000000"/>
                  </a:solidFill>
                </a:endParaRPr>
              </a:p>
            </p:txBody>
          </p:sp>
          <p:sp>
            <p:nvSpPr>
              <p:cNvPr id="98" name="Freeform 136">
                <a:extLst>
                  <a:ext uri="{FF2B5EF4-FFF2-40B4-BE49-F238E27FC236}">
                    <a16:creationId xmlns:a16="http://schemas.microsoft.com/office/drawing/2014/main" id="{37C39D3B-4793-49D6-A99D-396057A4AC35}"/>
                  </a:ext>
                </a:extLst>
              </p:cNvPr>
              <p:cNvSpPr/>
              <p:nvPr/>
            </p:nvSpPr>
            <p:spPr bwMode="auto">
              <a:xfrm>
                <a:off x="6343800" y="3747511"/>
                <a:ext cx="903209" cy="587682"/>
              </a:xfrm>
              <a:custGeom>
                <a:avLst/>
                <a:gdLst>
                  <a:gd name="T0" fmla="*/ 350 w 352"/>
                  <a:gd name="T1" fmla="*/ 58 h 229"/>
                  <a:gd name="T2" fmla="*/ 335 w 352"/>
                  <a:gd name="T3" fmla="*/ 8 h 229"/>
                  <a:gd name="T4" fmla="*/ 322 w 352"/>
                  <a:gd name="T5" fmla="*/ 2 h 229"/>
                  <a:gd name="T6" fmla="*/ 273 w 352"/>
                  <a:gd name="T7" fmla="*/ 17 h 229"/>
                  <a:gd name="T8" fmla="*/ 266 w 352"/>
                  <a:gd name="T9" fmla="*/ 30 h 229"/>
                  <a:gd name="T10" fmla="*/ 279 w 352"/>
                  <a:gd name="T11" fmla="*/ 36 h 229"/>
                  <a:gd name="T12" fmla="*/ 304 w 352"/>
                  <a:gd name="T13" fmla="*/ 29 h 229"/>
                  <a:gd name="T14" fmla="*/ 219 w 352"/>
                  <a:gd name="T15" fmla="*/ 121 h 229"/>
                  <a:gd name="T16" fmla="*/ 71 w 352"/>
                  <a:gd name="T17" fmla="*/ 194 h 229"/>
                  <a:gd name="T18" fmla="*/ 0 w 352"/>
                  <a:gd name="T19" fmla="*/ 205 h 229"/>
                  <a:gd name="T20" fmla="*/ 0 w 352"/>
                  <a:gd name="T21" fmla="*/ 205 h 229"/>
                  <a:gd name="T22" fmla="*/ 0 w 352"/>
                  <a:gd name="T23" fmla="*/ 229 h 229"/>
                  <a:gd name="T24" fmla="*/ 0 w 352"/>
                  <a:gd name="T25" fmla="*/ 229 h 229"/>
                  <a:gd name="T26" fmla="*/ 125 w 352"/>
                  <a:gd name="T27" fmla="*/ 202 h 229"/>
                  <a:gd name="T28" fmla="*/ 234 w 352"/>
                  <a:gd name="T29" fmla="*/ 139 h 229"/>
                  <a:gd name="T30" fmla="*/ 324 w 352"/>
                  <a:gd name="T31" fmla="*/ 41 h 229"/>
                  <a:gd name="T32" fmla="*/ 331 w 352"/>
                  <a:gd name="T33" fmla="*/ 64 h 229"/>
                  <a:gd name="T34" fmla="*/ 344 w 352"/>
                  <a:gd name="T35" fmla="*/ 70 h 229"/>
                  <a:gd name="T36" fmla="*/ 350 w 352"/>
                  <a:gd name="T37" fmla="*/ 58 h 2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352" h="229">
                    <a:moveTo>
                      <a:pt x="350" y="58"/>
                    </a:moveTo>
                    <a:cubicBezTo>
                      <a:pt x="335" y="8"/>
                      <a:pt x="335" y="8"/>
                      <a:pt x="335" y="8"/>
                    </a:cubicBezTo>
                    <a:cubicBezTo>
                      <a:pt x="333" y="3"/>
                      <a:pt x="327" y="0"/>
                      <a:pt x="322" y="2"/>
                    </a:cubicBezTo>
                    <a:cubicBezTo>
                      <a:pt x="273" y="17"/>
                      <a:pt x="273" y="17"/>
                      <a:pt x="273" y="17"/>
                    </a:cubicBezTo>
                    <a:cubicBezTo>
                      <a:pt x="268" y="19"/>
                      <a:pt x="265" y="25"/>
                      <a:pt x="266" y="30"/>
                    </a:cubicBezTo>
                    <a:cubicBezTo>
                      <a:pt x="268" y="35"/>
                      <a:pt x="274" y="38"/>
                      <a:pt x="279" y="36"/>
                    </a:cubicBezTo>
                    <a:cubicBezTo>
                      <a:pt x="304" y="29"/>
                      <a:pt x="304" y="29"/>
                      <a:pt x="304" y="29"/>
                    </a:cubicBezTo>
                    <a:cubicBezTo>
                      <a:pt x="278" y="67"/>
                      <a:pt x="249" y="97"/>
                      <a:pt x="219" y="121"/>
                    </a:cubicBezTo>
                    <a:cubicBezTo>
                      <a:pt x="166" y="163"/>
                      <a:pt x="112" y="184"/>
                      <a:pt x="71" y="194"/>
                    </a:cubicBezTo>
                    <a:cubicBezTo>
                      <a:pt x="29" y="205"/>
                      <a:pt x="1" y="205"/>
                      <a:pt x="0" y="205"/>
                    </a:cubicBezTo>
                    <a:cubicBezTo>
                      <a:pt x="0" y="205"/>
                      <a:pt x="0" y="205"/>
                      <a:pt x="0" y="205"/>
                    </a:cubicBezTo>
                    <a:cubicBezTo>
                      <a:pt x="0" y="229"/>
                      <a:pt x="0" y="229"/>
                      <a:pt x="0" y="229"/>
                    </a:cubicBezTo>
                    <a:cubicBezTo>
                      <a:pt x="0" y="229"/>
                      <a:pt x="0" y="229"/>
                      <a:pt x="0" y="229"/>
                    </a:cubicBezTo>
                    <a:cubicBezTo>
                      <a:pt x="3" y="229"/>
                      <a:pt x="56" y="229"/>
                      <a:pt x="125" y="202"/>
                    </a:cubicBezTo>
                    <a:cubicBezTo>
                      <a:pt x="159" y="189"/>
                      <a:pt x="197" y="169"/>
                      <a:pt x="234" y="139"/>
                    </a:cubicBezTo>
                    <a:cubicBezTo>
                      <a:pt x="265" y="114"/>
                      <a:pt x="296" y="82"/>
                      <a:pt x="324" y="41"/>
                    </a:cubicBezTo>
                    <a:cubicBezTo>
                      <a:pt x="331" y="64"/>
                      <a:pt x="331" y="64"/>
                      <a:pt x="331" y="64"/>
                    </a:cubicBezTo>
                    <a:cubicBezTo>
                      <a:pt x="333" y="69"/>
                      <a:pt x="339" y="72"/>
                      <a:pt x="344" y="70"/>
                    </a:cubicBezTo>
                    <a:cubicBezTo>
                      <a:pt x="349" y="69"/>
                      <a:pt x="352" y="63"/>
                      <a:pt x="350" y="5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4795" tIns="32398" rIns="64795" bIns="32398" numCol="1" anchor="t" anchorCtr="0" compatLnSpc="1"/>
              <a:lstStyle/>
              <a:p>
                <a:endParaRPr lang="zh-CN" altLang="en-US" sz="1346">
                  <a:solidFill>
                    <a:srgbClr val="000000"/>
                  </a:solidFill>
                </a:endParaRPr>
              </a:p>
            </p:txBody>
          </p:sp>
          <p:sp>
            <p:nvSpPr>
              <p:cNvPr id="99" name="Freeform 137">
                <a:extLst>
                  <a:ext uri="{FF2B5EF4-FFF2-40B4-BE49-F238E27FC236}">
                    <a16:creationId xmlns:a16="http://schemas.microsoft.com/office/drawing/2014/main" id="{11249225-1C33-4D93-9662-DE4464179C82}"/>
                  </a:ext>
                </a:extLst>
              </p:cNvPr>
              <p:cNvSpPr/>
              <p:nvPr/>
            </p:nvSpPr>
            <p:spPr bwMode="auto">
              <a:xfrm>
                <a:off x="6375243" y="3837506"/>
                <a:ext cx="217941" cy="353477"/>
              </a:xfrm>
              <a:custGeom>
                <a:avLst/>
                <a:gdLst>
                  <a:gd name="T0" fmla="*/ 57 w 85"/>
                  <a:gd name="T1" fmla="*/ 104 h 138"/>
                  <a:gd name="T2" fmla="*/ 45 w 85"/>
                  <a:gd name="T3" fmla="*/ 108 h 138"/>
                  <a:gd name="T4" fmla="*/ 30 w 85"/>
                  <a:gd name="T5" fmla="*/ 105 h 138"/>
                  <a:gd name="T6" fmla="*/ 20 w 85"/>
                  <a:gd name="T7" fmla="*/ 100 h 138"/>
                  <a:gd name="T8" fmla="*/ 19 w 85"/>
                  <a:gd name="T9" fmla="*/ 98 h 138"/>
                  <a:gd name="T10" fmla="*/ 19 w 85"/>
                  <a:gd name="T11" fmla="*/ 98 h 138"/>
                  <a:gd name="T12" fmla="*/ 19 w 85"/>
                  <a:gd name="T13" fmla="*/ 98 h 138"/>
                  <a:gd name="T14" fmla="*/ 19 w 85"/>
                  <a:gd name="T15" fmla="*/ 97 h 138"/>
                  <a:gd name="T16" fmla="*/ 13 w 85"/>
                  <a:gd name="T17" fmla="*/ 94 h 138"/>
                  <a:gd name="T18" fmla="*/ 3 w 85"/>
                  <a:gd name="T19" fmla="*/ 101 h 138"/>
                  <a:gd name="T20" fmla="*/ 3 w 85"/>
                  <a:gd name="T21" fmla="*/ 109 h 138"/>
                  <a:gd name="T22" fmla="*/ 33 w 85"/>
                  <a:gd name="T23" fmla="*/ 125 h 138"/>
                  <a:gd name="T24" fmla="*/ 33 w 85"/>
                  <a:gd name="T25" fmla="*/ 135 h 138"/>
                  <a:gd name="T26" fmla="*/ 36 w 85"/>
                  <a:gd name="T27" fmla="*/ 138 h 138"/>
                  <a:gd name="T28" fmla="*/ 46 w 85"/>
                  <a:gd name="T29" fmla="*/ 138 h 138"/>
                  <a:gd name="T30" fmla="*/ 49 w 85"/>
                  <a:gd name="T31" fmla="*/ 135 h 138"/>
                  <a:gd name="T32" fmla="*/ 49 w 85"/>
                  <a:gd name="T33" fmla="*/ 126 h 138"/>
                  <a:gd name="T34" fmla="*/ 72 w 85"/>
                  <a:gd name="T35" fmla="*/ 118 h 138"/>
                  <a:gd name="T36" fmla="*/ 81 w 85"/>
                  <a:gd name="T37" fmla="*/ 86 h 138"/>
                  <a:gd name="T38" fmla="*/ 49 w 85"/>
                  <a:gd name="T39" fmla="*/ 62 h 138"/>
                  <a:gd name="T40" fmla="*/ 47 w 85"/>
                  <a:gd name="T41" fmla="*/ 61 h 138"/>
                  <a:gd name="T42" fmla="*/ 35 w 85"/>
                  <a:gd name="T43" fmla="*/ 56 h 138"/>
                  <a:gd name="T44" fmla="*/ 34 w 85"/>
                  <a:gd name="T45" fmla="*/ 56 h 138"/>
                  <a:gd name="T46" fmla="*/ 25 w 85"/>
                  <a:gd name="T47" fmla="*/ 49 h 138"/>
                  <a:gd name="T48" fmla="*/ 27 w 85"/>
                  <a:gd name="T49" fmla="*/ 36 h 138"/>
                  <a:gd name="T50" fmla="*/ 41 w 85"/>
                  <a:gd name="T51" fmla="*/ 31 h 138"/>
                  <a:gd name="T52" fmla="*/ 51 w 85"/>
                  <a:gd name="T53" fmla="*/ 32 h 138"/>
                  <a:gd name="T54" fmla="*/ 61 w 85"/>
                  <a:gd name="T55" fmla="*/ 39 h 138"/>
                  <a:gd name="T56" fmla="*/ 62 w 85"/>
                  <a:gd name="T57" fmla="*/ 40 h 138"/>
                  <a:gd name="T58" fmla="*/ 62 w 85"/>
                  <a:gd name="T59" fmla="*/ 40 h 138"/>
                  <a:gd name="T60" fmla="*/ 62 w 85"/>
                  <a:gd name="T61" fmla="*/ 41 h 138"/>
                  <a:gd name="T62" fmla="*/ 68 w 85"/>
                  <a:gd name="T63" fmla="*/ 44 h 138"/>
                  <a:gd name="T64" fmla="*/ 78 w 85"/>
                  <a:gd name="T65" fmla="*/ 38 h 138"/>
                  <a:gd name="T66" fmla="*/ 78 w 85"/>
                  <a:gd name="T67" fmla="*/ 29 h 138"/>
                  <a:gd name="T68" fmla="*/ 56 w 85"/>
                  <a:gd name="T69" fmla="*/ 14 h 138"/>
                  <a:gd name="T70" fmla="*/ 49 w 85"/>
                  <a:gd name="T71" fmla="*/ 13 h 138"/>
                  <a:gd name="T72" fmla="*/ 49 w 85"/>
                  <a:gd name="T73" fmla="*/ 3 h 138"/>
                  <a:gd name="T74" fmla="*/ 46 w 85"/>
                  <a:gd name="T75" fmla="*/ 0 h 138"/>
                  <a:gd name="T76" fmla="*/ 36 w 85"/>
                  <a:gd name="T77" fmla="*/ 0 h 138"/>
                  <a:gd name="T78" fmla="*/ 33 w 85"/>
                  <a:gd name="T79" fmla="*/ 3 h 138"/>
                  <a:gd name="T80" fmla="*/ 33 w 85"/>
                  <a:gd name="T81" fmla="*/ 13 h 138"/>
                  <a:gd name="T82" fmla="*/ 12 w 85"/>
                  <a:gd name="T83" fmla="*/ 24 h 138"/>
                  <a:gd name="T84" fmla="*/ 5 w 85"/>
                  <a:gd name="T85" fmla="*/ 56 h 138"/>
                  <a:gd name="T86" fmla="*/ 17 w 85"/>
                  <a:gd name="T87" fmla="*/ 68 h 138"/>
                  <a:gd name="T88" fmla="*/ 47 w 85"/>
                  <a:gd name="T89" fmla="*/ 83 h 138"/>
                  <a:gd name="T90" fmla="*/ 51 w 85"/>
                  <a:gd name="T91" fmla="*/ 85 h 138"/>
                  <a:gd name="T92" fmla="*/ 59 w 85"/>
                  <a:gd name="T93" fmla="*/ 92 h 138"/>
                  <a:gd name="T94" fmla="*/ 57 w 85"/>
                  <a:gd name="T95" fmla="*/ 104 h 1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85" h="138">
                    <a:moveTo>
                      <a:pt x="57" y="104"/>
                    </a:moveTo>
                    <a:cubicBezTo>
                      <a:pt x="54" y="107"/>
                      <a:pt x="50" y="108"/>
                      <a:pt x="45" y="108"/>
                    </a:cubicBezTo>
                    <a:cubicBezTo>
                      <a:pt x="40" y="108"/>
                      <a:pt x="35" y="107"/>
                      <a:pt x="30" y="105"/>
                    </a:cubicBezTo>
                    <a:cubicBezTo>
                      <a:pt x="27" y="104"/>
                      <a:pt x="23" y="102"/>
                      <a:pt x="20" y="100"/>
                    </a:cubicBezTo>
                    <a:cubicBezTo>
                      <a:pt x="20" y="99"/>
                      <a:pt x="20" y="99"/>
                      <a:pt x="19" y="98"/>
                    </a:cubicBezTo>
                    <a:cubicBezTo>
                      <a:pt x="19" y="98"/>
                      <a:pt x="19" y="98"/>
                      <a:pt x="19" y="98"/>
                    </a:cubicBezTo>
                    <a:cubicBezTo>
                      <a:pt x="19" y="98"/>
                      <a:pt x="19" y="98"/>
                      <a:pt x="19" y="98"/>
                    </a:cubicBezTo>
                    <a:cubicBezTo>
                      <a:pt x="19" y="97"/>
                      <a:pt x="19" y="97"/>
                      <a:pt x="19" y="97"/>
                    </a:cubicBezTo>
                    <a:cubicBezTo>
                      <a:pt x="17" y="95"/>
                      <a:pt x="15" y="94"/>
                      <a:pt x="13" y="94"/>
                    </a:cubicBezTo>
                    <a:cubicBezTo>
                      <a:pt x="9" y="94"/>
                      <a:pt x="5" y="97"/>
                      <a:pt x="3" y="101"/>
                    </a:cubicBezTo>
                    <a:cubicBezTo>
                      <a:pt x="1" y="104"/>
                      <a:pt x="1" y="107"/>
                      <a:pt x="3" y="109"/>
                    </a:cubicBezTo>
                    <a:cubicBezTo>
                      <a:pt x="8" y="118"/>
                      <a:pt x="21" y="123"/>
                      <a:pt x="33" y="125"/>
                    </a:cubicBezTo>
                    <a:cubicBezTo>
                      <a:pt x="33" y="135"/>
                      <a:pt x="33" y="135"/>
                      <a:pt x="33" y="135"/>
                    </a:cubicBezTo>
                    <a:cubicBezTo>
                      <a:pt x="33" y="137"/>
                      <a:pt x="35" y="138"/>
                      <a:pt x="36" y="138"/>
                    </a:cubicBezTo>
                    <a:cubicBezTo>
                      <a:pt x="46" y="138"/>
                      <a:pt x="46" y="138"/>
                      <a:pt x="46" y="138"/>
                    </a:cubicBezTo>
                    <a:cubicBezTo>
                      <a:pt x="47" y="138"/>
                      <a:pt x="49" y="137"/>
                      <a:pt x="49" y="135"/>
                    </a:cubicBezTo>
                    <a:cubicBezTo>
                      <a:pt x="49" y="126"/>
                      <a:pt x="49" y="126"/>
                      <a:pt x="49" y="126"/>
                    </a:cubicBezTo>
                    <a:cubicBezTo>
                      <a:pt x="59" y="125"/>
                      <a:pt x="67" y="122"/>
                      <a:pt x="72" y="118"/>
                    </a:cubicBezTo>
                    <a:cubicBezTo>
                      <a:pt x="81" y="109"/>
                      <a:pt x="85" y="97"/>
                      <a:pt x="81" y="86"/>
                    </a:cubicBezTo>
                    <a:cubicBezTo>
                      <a:pt x="77" y="74"/>
                      <a:pt x="61" y="67"/>
                      <a:pt x="49" y="62"/>
                    </a:cubicBezTo>
                    <a:cubicBezTo>
                      <a:pt x="47" y="61"/>
                      <a:pt x="47" y="61"/>
                      <a:pt x="47" y="61"/>
                    </a:cubicBezTo>
                    <a:cubicBezTo>
                      <a:pt x="43" y="59"/>
                      <a:pt x="37" y="57"/>
                      <a:pt x="35" y="56"/>
                    </a:cubicBezTo>
                    <a:cubicBezTo>
                      <a:pt x="34" y="56"/>
                      <a:pt x="34" y="56"/>
                      <a:pt x="34" y="56"/>
                    </a:cubicBezTo>
                    <a:cubicBezTo>
                      <a:pt x="30" y="54"/>
                      <a:pt x="27" y="52"/>
                      <a:pt x="25" y="49"/>
                    </a:cubicBezTo>
                    <a:cubicBezTo>
                      <a:pt x="23" y="45"/>
                      <a:pt x="23" y="39"/>
                      <a:pt x="27" y="36"/>
                    </a:cubicBezTo>
                    <a:cubicBezTo>
                      <a:pt x="32" y="32"/>
                      <a:pt x="37" y="31"/>
                      <a:pt x="41" y="31"/>
                    </a:cubicBezTo>
                    <a:cubicBezTo>
                      <a:pt x="44" y="31"/>
                      <a:pt x="48" y="31"/>
                      <a:pt x="51" y="32"/>
                    </a:cubicBezTo>
                    <a:cubicBezTo>
                      <a:pt x="54" y="33"/>
                      <a:pt x="58" y="36"/>
                      <a:pt x="61" y="39"/>
                    </a:cubicBezTo>
                    <a:cubicBezTo>
                      <a:pt x="61" y="39"/>
                      <a:pt x="61" y="39"/>
                      <a:pt x="62" y="40"/>
                    </a:cubicBezTo>
                    <a:cubicBezTo>
                      <a:pt x="62" y="40"/>
                      <a:pt x="62" y="40"/>
                      <a:pt x="62" y="40"/>
                    </a:cubicBezTo>
                    <a:cubicBezTo>
                      <a:pt x="62" y="41"/>
                      <a:pt x="62" y="41"/>
                      <a:pt x="62" y="41"/>
                    </a:cubicBezTo>
                    <a:cubicBezTo>
                      <a:pt x="64" y="43"/>
                      <a:pt x="66" y="44"/>
                      <a:pt x="68" y="44"/>
                    </a:cubicBezTo>
                    <a:cubicBezTo>
                      <a:pt x="72" y="44"/>
                      <a:pt x="76" y="41"/>
                      <a:pt x="78" y="38"/>
                    </a:cubicBezTo>
                    <a:cubicBezTo>
                      <a:pt x="80" y="35"/>
                      <a:pt x="80" y="32"/>
                      <a:pt x="78" y="29"/>
                    </a:cubicBezTo>
                    <a:cubicBezTo>
                      <a:pt x="74" y="22"/>
                      <a:pt x="64" y="17"/>
                      <a:pt x="56" y="14"/>
                    </a:cubicBezTo>
                    <a:cubicBezTo>
                      <a:pt x="54" y="14"/>
                      <a:pt x="51" y="13"/>
                      <a:pt x="49" y="13"/>
                    </a:cubicBezTo>
                    <a:cubicBezTo>
                      <a:pt x="49" y="3"/>
                      <a:pt x="49" y="3"/>
                      <a:pt x="49" y="3"/>
                    </a:cubicBezTo>
                    <a:cubicBezTo>
                      <a:pt x="49" y="1"/>
                      <a:pt x="47" y="0"/>
                      <a:pt x="46" y="0"/>
                    </a:cubicBezTo>
                    <a:cubicBezTo>
                      <a:pt x="36" y="0"/>
                      <a:pt x="36" y="0"/>
                      <a:pt x="36" y="0"/>
                    </a:cubicBezTo>
                    <a:cubicBezTo>
                      <a:pt x="35" y="0"/>
                      <a:pt x="33" y="1"/>
                      <a:pt x="33" y="3"/>
                    </a:cubicBezTo>
                    <a:cubicBezTo>
                      <a:pt x="33" y="13"/>
                      <a:pt x="33" y="13"/>
                      <a:pt x="33" y="13"/>
                    </a:cubicBezTo>
                    <a:cubicBezTo>
                      <a:pt x="25" y="15"/>
                      <a:pt x="17" y="18"/>
                      <a:pt x="12" y="24"/>
                    </a:cubicBezTo>
                    <a:cubicBezTo>
                      <a:pt x="3" y="32"/>
                      <a:pt x="0" y="45"/>
                      <a:pt x="5" y="56"/>
                    </a:cubicBezTo>
                    <a:cubicBezTo>
                      <a:pt x="8" y="62"/>
                      <a:pt x="12" y="66"/>
                      <a:pt x="17" y="68"/>
                    </a:cubicBezTo>
                    <a:cubicBezTo>
                      <a:pt x="20" y="70"/>
                      <a:pt x="38" y="79"/>
                      <a:pt x="47" y="83"/>
                    </a:cubicBezTo>
                    <a:cubicBezTo>
                      <a:pt x="51" y="85"/>
                      <a:pt x="51" y="85"/>
                      <a:pt x="51" y="85"/>
                    </a:cubicBezTo>
                    <a:cubicBezTo>
                      <a:pt x="55" y="87"/>
                      <a:pt x="58" y="89"/>
                      <a:pt x="59" y="92"/>
                    </a:cubicBezTo>
                    <a:cubicBezTo>
                      <a:pt x="61" y="96"/>
                      <a:pt x="60" y="102"/>
                      <a:pt x="57" y="10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4795" tIns="32398" rIns="64795" bIns="32398" numCol="1" anchor="t" anchorCtr="0" compatLnSpc="1"/>
              <a:lstStyle/>
              <a:p>
                <a:endParaRPr lang="zh-CN" altLang="en-US" sz="1346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78" name="组合 77">
              <a:extLst>
                <a:ext uri="{FF2B5EF4-FFF2-40B4-BE49-F238E27FC236}">
                  <a16:creationId xmlns:a16="http://schemas.microsoft.com/office/drawing/2014/main" id="{463E8E8F-F6EB-49B2-BAB4-3A5B3EF9CB55}"/>
                </a:ext>
              </a:extLst>
            </p:cNvPr>
            <p:cNvGrpSpPr/>
            <p:nvPr/>
          </p:nvGrpSpPr>
          <p:grpSpPr>
            <a:xfrm>
              <a:off x="8062201" y="4560896"/>
              <a:ext cx="300352" cy="258999"/>
              <a:chOff x="3548515" y="964154"/>
              <a:chExt cx="897787" cy="774179"/>
            </a:xfrm>
            <a:solidFill>
              <a:schemeClr val="accent2"/>
            </a:solidFill>
          </p:grpSpPr>
          <p:sp>
            <p:nvSpPr>
              <p:cNvPr id="87" name="Freeform 222">
                <a:extLst>
                  <a:ext uri="{FF2B5EF4-FFF2-40B4-BE49-F238E27FC236}">
                    <a16:creationId xmlns:a16="http://schemas.microsoft.com/office/drawing/2014/main" id="{FDF2CC09-92E5-41DD-90C6-FCAB80DBA5E9}"/>
                  </a:ext>
                </a:extLst>
              </p:cNvPr>
              <p:cNvSpPr/>
              <p:nvPr/>
            </p:nvSpPr>
            <p:spPr bwMode="auto">
              <a:xfrm>
                <a:off x="3548515" y="964154"/>
                <a:ext cx="897787" cy="774179"/>
              </a:xfrm>
              <a:custGeom>
                <a:avLst/>
                <a:gdLst>
                  <a:gd name="T0" fmla="*/ 28 w 828"/>
                  <a:gd name="T1" fmla="*/ 686 h 714"/>
                  <a:gd name="T2" fmla="*/ 28 w 828"/>
                  <a:gd name="T3" fmla="*/ 605 h 714"/>
                  <a:gd name="T4" fmla="*/ 66 w 828"/>
                  <a:gd name="T5" fmla="*/ 605 h 714"/>
                  <a:gd name="T6" fmla="*/ 66 w 828"/>
                  <a:gd name="T7" fmla="*/ 577 h 714"/>
                  <a:gd name="T8" fmla="*/ 28 w 828"/>
                  <a:gd name="T9" fmla="*/ 577 h 714"/>
                  <a:gd name="T10" fmla="*/ 28 w 828"/>
                  <a:gd name="T11" fmla="*/ 435 h 714"/>
                  <a:gd name="T12" fmla="*/ 66 w 828"/>
                  <a:gd name="T13" fmla="*/ 435 h 714"/>
                  <a:gd name="T14" fmla="*/ 66 w 828"/>
                  <a:gd name="T15" fmla="*/ 407 h 714"/>
                  <a:gd name="T16" fmla="*/ 28 w 828"/>
                  <a:gd name="T17" fmla="*/ 407 h 714"/>
                  <a:gd name="T18" fmla="*/ 28 w 828"/>
                  <a:gd name="T19" fmla="*/ 265 h 714"/>
                  <a:gd name="T20" fmla="*/ 66 w 828"/>
                  <a:gd name="T21" fmla="*/ 265 h 714"/>
                  <a:gd name="T22" fmla="*/ 66 w 828"/>
                  <a:gd name="T23" fmla="*/ 236 h 714"/>
                  <a:gd name="T24" fmla="*/ 28 w 828"/>
                  <a:gd name="T25" fmla="*/ 236 h 714"/>
                  <a:gd name="T26" fmla="*/ 28 w 828"/>
                  <a:gd name="T27" fmla="*/ 94 h 714"/>
                  <a:gd name="T28" fmla="*/ 66 w 828"/>
                  <a:gd name="T29" fmla="*/ 94 h 714"/>
                  <a:gd name="T30" fmla="*/ 66 w 828"/>
                  <a:gd name="T31" fmla="*/ 66 h 714"/>
                  <a:gd name="T32" fmla="*/ 28 w 828"/>
                  <a:gd name="T33" fmla="*/ 66 h 714"/>
                  <a:gd name="T34" fmla="*/ 28 w 828"/>
                  <a:gd name="T35" fmla="*/ 0 h 714"/>
                  <a:gd name="T36" fmla="*/ 0 w 828"/>
                  <a:gd name="T37" fmla="*/ 0 h 714"/>
                  <a:gd name="T38" fmla="*/ 0 w 828"/>
                  <a:gd name="T39" fmla="*/ 714 h 714"/>
                  <a:gd name="T40" fmla="*/ 828 w 828"/>
                  <a:gd name="T41" fmla="*/ 714 h 714"/>
                  <a:gd name="T42" fmla="*/ 828 w 828"/>
                  <a:gd name="T43" fmla="*/ 686 h 714"/>
                  <a:gd name="T44" fmla="*/ 28 w 828"/>
                  <a:gd name="T45" fmla="*/ 686 h 7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828" h="714">
                    <a:moveTo>
                      <a:pt x="28" y="686"/>
                    </a:moveTo>
                    <a:lnTo>
                      <a:pt x="28" y="605"/>
                    </a:lnTo>
                    <a:lnTo>
                      <a:pt x="66" y="605"/>
                    </a:lnTo>
                    <a:lnTo>
                      <a:pt x="66" y="577"/>
                    </a:lnTo>
                    <a:lnTo>
                      <a:pt x="28" y="577"/>
                    </a:lnTo>
                    <a:lnTo>
                      <a:pt x="28" y="435"/>
                    </a:lnTo>
                    <a:lnTo>
                      <a:pt x="66" y="435"/>
                    </a:lnTo>
                    <a:lnTo>
                      <a:pt x="66" y="407"/>
                    </a:lnTo>
                    <a:lnTo>
                      <a:pt x="28" y="407"/>
                    </a:lnTo>
                    <a:lnTo>
                      <a:pt x="28" y="265"/>
                    </a:lnTo>
                    <a:lnTo>
                      <a:pt x="66" y="265"/>
                    </a:lnTo>
                    <a:lnTo>
                      <a:pt x="66" y="236"/>
                    </a:lnTo>
                    <a:lnTo>
                      <a:pt x="28" y="236"/>
                    </a:lnTo>
                    <a:lnTo>
                      <a:pt x="28" y="94"/>
                    </a:lnTo>
                    <a:lnTo>
                      <a:pt x="66" y="94"/>
                    </a:lnTo>
                    <a:lnTo>
                      <a:pt x="66" y="66"/>
                    </a:lnTo>
                    <a:lnTo>
                      <a:pt x="28" y="66"/>
                    </a:lnTo>
                    <a:lnTo>
                      <a:pt x="28" y="0"/>
                    </a:lnTo>
                    <a:lnTo>
                      <a:pt x="0" y="0"/>
                    </a:lnTo>
                    <a:lnTo>
                      <a:pt x="0" y="714"/>
                    </a:lnTo>
                    <a:lnTo>
                      <a:pt x="828" y="714"/>
                    </a:lnTo>
                    <a:lnTo>
                      <a:pt x="828" y="686"/>
                    </a:lnTo>
                    <a:lnTo>
                      <a:pt x="28" y="68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4795" tIns="32398" rIns="64795" bIns="32398" numCol="1" anchor="t" anchorCtr="0" compatLnSpc="1"/>
              <a:lstStyle/>
              <a:p>
                <a:endParaRPr lang="zh-CN" altLang="en-US" sz="1346">
                  <a:solidFill>
                    <a:srgbClr val="000000"/>
                  </a:solidFill>
                </a:endParaRPr>
              </a:p>
            </p:txBody>
          </p:sp>
          <p:sp>
            <p:nvSpPr>
              <p:cNvPr id="88" name="Freeform 223">
                <a:extLst>
                  <a:ext uri="{FF2B5EF4-FFF2-40B4-BE49-F238E27FC236}">
                    <a16:creationId xmlns:a16="http://schemas.microsoft.com/office/drawing/2014/main" id="{BDE85F74-05F8-4A5F-9004-E798E5985E47}"/>
                  </a:ext>
                </a:extLst>
              </p:cNvPr>
              <p:cNvSpPr/>
              <p:nvPr/>
            </p:nvSpPr>
            <p:spPr bwMode="auto">
              <a:xfrm>
                <a:off x="3681882" y="1381603"/>
                <a:ext cx="125777" cy="303599"/>
              </a:xfrm>
              <a:custGeom>
                <a:avLst/>
                <a:gdLst>
                  <a:gd name="T0" fmla="*/ 6 w 49"/>
                  <a:gd name="T1" fmla="*/ 118 h 118"/>
                  <a:gd name="T2" fmla="*/ 43 w 49"/>
                  <a:gd name="T3" fmla="*/ 118 h 118"/>
                  <a:gd name="T4" fmla="*/ 49 w 49"/>
                  <a:gd name="T5" fmla="*/ 112 h 118"/>
                  <a:gd name="T6" fmla="*/ 49 w 49"/>
                  <a:gd name="T7" fmla="*/ 6 h 118"/>
                  <a:gd name="T8" fmla="*/ 43 w 49"/>
                  <a:gd name="T9" fmla="*/ 0 h 118"/>
                  <a:gd name="T10" fmla="*/ 6 w 49"/>
                  <a:gd name="T11" fmla="*/ 0 h 118"/>
                  <a:gd name="T12" fmla="*/ 0 w 49"/>
                  <a:gd name="T13" fmla="*/ 6 h 118"/>
                  <a:gd name="T14" fmla="*/ 0 w 49"/>
                  <a:gd name="T15" fmla="*/ 112 h 118"/>
                  <a:gd name="T16" fmla="*/ 6 w 49"/>
                  <a:gd name="T17" fmla="*/ 118 h 1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9" h="118">
                    <a:moveTo>
                      <a:pt x="6" y="118"/>
                    </a:moveTo>
                    <a:cubicBezTo>
                      <a:pt x="43" y="118"/>
                      <a:pt x="43" y="118"/>
                      <a:pt x="43" y="118"/>
                    </a:cubicBezTo>
                    <a:cubicBezTo>
                      <a:pt x="46" y="118"/>
                      <a:pt x="49" y="115"/>
                      <a:pt x="49" y="112"/>
                    </a:cubicBezTo>
                    <a:cubicBezTo>
                      <a:pt x="49" y="6"/>
                      <a:pt x="49" y="6"/>
                      <a:pt x="49" y="6"/>
                    </a:cubicBezTo>
                    <a:cubicBezTo>
                      <a:pt x="49" y="3"/>
                      <a:pt x="46" y="0"/>
                      <a:pt x="43" y="0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3" y="0"/>
                      <a:pt x="0" y="3"/>
                      <a:pt x="0" y="6"/>
                    </a:cubicBezTo>
                    <a:cubicBezTo>
                      <a:pt x="0" y="112"/>
                      <a:pt x="0" y="112"/>
                      <a:pt x="0" y="112"/>
                    </a:cubicBezTo>
                    <a:cubicBezTo>
                      <a:pt x="0" y="115"/>
                      <a:pt x="3" y="118"/>
                      <a:pt x="6" y="11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4795" tIns="32398" rIns="64795" bIns="32398" numCol="1" anchor="t" anchorCtr="0" compatLnSpc="1"/>
              <a:lstStyle/>
              <a:p>
                <a:endParaRPr lang="zh-CN" altLang="en-US" sz="1346">
                  <a:solidFill>
                    <a:srgbClr val="000000"/>
                  </a:solidFill>
                </a:endParaRPr>
              </a:p>
            </p:txBody>
          </p:sp>
          <p:sp>
            <p:nvSpPr>
              <p:cNvPr id="89" name="Freeform 224">
                <a:extLst>
                  <a:ext uri="{FF2B5EF4-FFF2-40B4-BE49-F238E27FC236}">
                    <a16:creationId xmlns:a16="http://schemas.microsoft.com/office/drawing/2014/main" id="{BB00FD37-96D4-4F30-9BC4-811433821B3D}"/>
                  </a:ext>
                </a:extLst>
              </p:cNvPr>
              <p:cNvSpPr/>
              <p:nvPr/>
            </p:nvSpPr>
            <p:spPr bwMode="auto">
              <a:xfrm>
                <a:off x="3879222" y="1274259"/>
                <a:ext cx="123608" cy="410944"/>
              </a:xfrm>
              <a:custGeom>
                <a:avLst/>
                <a:gdLst>
                  <a:gd name="T0" fmla="*/ 5 w 48"/>
                  <a:gd name="T1" fmla="*/ 160 h 160"/>
                  <a:gd name="T2" fmla="*/ 43 w 48"/>
                  <a:gd name="T3" fmla="*/ 160 h 160"/>
                  <a:gd name="T4" fmla="*/ 48 w 48"/>
                  <a:gd name="T5" fmla="*/ 154 h 160"/>
                  <a:gd name="T6" fmla="*/ 48 w 48"/>
                  <a:gd name="T7" fmla="*/ 6 h 160"/>
                  <a:gd name="T8" fmla="*/ 43 w 48"/>
                  <a:gd name="T9" fmla="*/ 0 h 160"/>
                  <a:gd name="T10" fmla="*/ 5 w 48"/>
                  <a:gd name="T11" fmla="*/ 0 h 160"/>
                  <a:gd name="T12" fmla="*/ 0 w 48"/>
                  <a:gd name="T13" fmla="*/ 6 h 160"/>
                  <a:gd name="T14" fmla="*/ 0 w 48"/>
                  <a:gd name="T15" fmla="*/ 154 h 160"/>
                  <a:gd name="T16" fmla="*/ 5 w 48"/>
                  <a:gd name="T17" fmla="*/ 160 h 1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8" h="160">
                    <a:moveTo>
                      <a:pt x="5" y="160"/>
                    </a:moveTo>
                    <a:cubicBezTo>
                      <a:pt x="43" y="160"/>
                      <a:pt x="43" y="160"/>
                      <a:pt x="43" y="160"/>
                    </a:cubicBezTo>
                    <a:cubicBezTo>
                      <a:pt x="46" y="160"/>
                      <a:pt x="48" y="157"/>
                      <a:pt x="48" y="154"/>
                    </a:cubicBezTo>
                    <a:cubicBezTo>
                      <a:pt x="48" y="6"/>
                      <a:pt x="48" y="6"/>
                      <a:pt x="48" y="6"/>
                    </a:cubicBezTo>
                    <a:cubicBezTo>
                      <a:pt x="48" y="2"/>
                      <a:pt x="46" y="0"/>
                      <a:pt x="43" y="0"/>
                    </a:cubicBezTo>
                    <a:cubicBezTo>
                      <a:pt x="5" y="0"/>
                      <a:pt x="5" y="0"/>
                      <a:pt x="5" y="0"/>
                    </a:cubicBezTo>
                    <a:cubicBezTo>
                      <a:pt x="2" y="0"/>
                      <a:pt x="0" y="2"/>
                      <a:pt x="0" y="6"/>
                    </a:cubicBezTo>
                    <a:cubicBezTo>
                      <a:pt x="0" y="154"/>
                      <a:pt x="0" y="154"/>
                      <a:pt x="0" y="154"/>
                    </a:cubicBezTo>
                    <a:cubicBezTo>
                      <a:pt x="0" y="157"/>
                      <a:pt x="2" y="160"/>
                      <a:pt x="5" y="16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4795" tIns="32398" rIns="64795" bIns="32398" numCol="1" anchor="t" anchorCtr="0" compatLnSpc="1"/>
              <a:lstStyle/>
              <a:p>
                <a:endParaRPr lang="zh-CN" altLang="en-US" sz="1346">
                  <a:solidFill>
                    <a:srgbClr val="000000"/>
                  </a:solidFill>
                </a:endParaRPr>
              </a:p>
            </p:txBody>
          </p:sp>
          <p:sp>
            <p:nvSpPr>
              <p:cNvPr id="90" name="Freeform 225">
                <a:extLst>
                  <a:ext uri="{FF2B5EF4-FFF2-40B4-BE49-F238E27FC236}">
                    <a16:creationId xmlns:a16="http://schemas.microsoft.com/office/drawing/2014/main" id="{4ABF2568-3AC0-4737-A2FF-8A0909F5DD1E}"/>
                  </a:ext>
                </a:extLst>
              </p:cNvPr>
              <p:cNvSpPr/>
              <p:nvPr/>
            </p:nvSpPr>
            <p:spPr bwMode="auto">
              <a:xfrm>
                <a:off x="4074393" y="1166915"/>
                <a:ext cx="125777" cy="518288"/>
              </a:xfrm>
              <a:custGeom>
                <a:avLst/>
                <a:gdLst>
                  <a:gd name="T0" fmla="*/ 6 w 49"/>
                  <a:gd name="T1" fmla="*/ 202 h 202"/>
                  <a:gd name="T2" fmla="*/ 43 w 49"/>
                  <a:gd name="T3" fmla="*/ 202 h 202"/>
                  <a:gd name="T4" fmla="*/ 49 w 49"/>
                  <a:gd name="T5" fmla="*/ 196 h 202"/>
                  <a:gd name="T6" fmla="*/ 49 w 49"/>
                  <a:gd name="T7" fmla="*/ 5 h 202"/>
                  <a:gd name="T8" fmla="*/ 43 w 49"/>
                  <a:gd name="T9" fmla="*/ 0 h 202"/>
                  <a:gd name="T10" fmla="*/ 6 w 49"/>
                  <a:gd name="T11" fmla="*/ 0 h 202"/>
                  <a:gd name="T12" fmla="*/ 0 w 49"/>
                  <a:gd name="T13" fmla="*/ 5 h 202"/>
                  <a:gd name="T14" fmla="*/ 0 w 49"/>
                  <a:gd name="T15" fmla="*/ 196 h 202"/>
                  <a:gd name="T16" fmla="*/ 6 w 49"/>
                  <a:gd name="T17" fmla="*/ 202 h 2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9" h="202">
                    <a:moveTo>
                      <a:pt x="6" y="202"/>
                    </a:moveTo>
                    <a:cubicBezTo>
                      <a:pt x="43" y="202"/>
                      <a:pt x="43" y="202"/>
                      <a:pt x="43" y="202"/>
                    </a:cubicBezTo>
                    <a:cubicBezTo>
                      <a:pt x="46" y="202"/>
                      <a:pt x="49" y="199"/>
                      <a:pt x="49" y="196"/>
                    </a:cubicBezTo>
                    <a:cubicBezTo>
                      <a:pt x="49" y="5"/>
                      <a:pt x="49" y="5"/>
                      <a:pt x="49" y="5"/>
                    </a:cubicBezTo>
                    <a:cubicBezTo>
                      <a:pt x="49" y="2"/>
                      <a:pt x="46" y="0"/>
                      <a:pt x="43" y="0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3" y="0"/>
                      <a:pt x="0" y="2"/>
                      <a:pt x="0" y="5"/>
                    </a:cubicBezTo>
                    <a:cubicBezTo>
                      <a:pt x="0" y="196"/>
                      <a:pt x="0" y="196"/>
                      <a:pt x="0" y="196"/>
                    </a:cubicBezTo>
                    <a:cubicBezTo>
                      <a:pt x="0" y="199"/>
                      <a:pt x="3" y="202"/>
                      <a:pt x="6" y="20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4795" tIns="32398" rIns="64795" bIns="32398" numCol="1" anchor="t" anchorCtr="0" compatLnSpc="1"/>
              <a:lstStyle/>
              <a:p>
                <a:endParaRPr lang="zh-CN" altLang="en-US" sz="1346">
                  <a:solidFill>
                    <a:srgbClr val="000000"/>
                  </a:solidFill>
                </a:endParaRPr>
              </a:p>
            </p:txBody>
          </p:sp>
          <p:sp>
            <p:nvSpPr>
              <p:cNvPr id="91" name="Freeform 226">
                <a:extLst>
                  <a:ext uri="{FF2B5EF4-FFF2-40B4-BE49-F238E27FC236}">
                    <a16:creationId xmlns:a16="http://schemas.microsoft.com/office/drawing/2014/main" id="{2BF2CD50-8510-4AE9-A6A1-417ABFE6EF31}"/>
                  </a:ext>
                </a:extLst>
              </p:cNvPr>
              <p:cNvSpPr/>
              <p:nvPr/>
            </p:nvSpPr>
            <p:spPr bwMode="auto">
              <a:xfrm>
                <a:off x="4271732" y="1058486"/>
                <a:ext cx="125777" cy="626716"/>
              </a:xfrm>
              <a:custGeom>
                <a:avLst/>
                <a:gdLst>
                  <a:gd name="T0" fmla="*/ 6 w 49"/>
                  <a:gd name="T1" fmla="*/ 244 h 244"/>
                  <a:gd name="T2" fmla="*/ 43 w 49"/>
                  <a:gd name="T3" fmla="*/ 244 h 244"/>
                  <a:gd name="T4" fmla="*/ 49 w 49"/>
                  <a:gd name="T5" fmla="*/ 238 h 244"/>
                  <a:gd name="T6" fmla="*/ 49 w 49"/>
                  <a:gd name="T7" fmla="*/ 5 h 244"/>
                  <a:gd name="T8" fmla="*/ 43 w 49"/>
                  <a:gd name="T9" fmla="*/ 0 h 244"/>
                  <a:gd name="T10" fmla="*/ 6 w 49"/>
                  <a:gd name="T11" fmla="*/ 0 h 244"/>
                  <a:gd name="T12" fmla="*/ 0 w 49"/>
                  <a:gd name="T13" fmla="*/ 5 h 244"/>
                  <a:gd name="T14" fmla="*/ 0 w 49"/>
                  <a:gd name="T15" fmla="*/ 238 h 244"/>
                  <a:gd name="T16" fmla="*/ 6 w 49"/>
                  <a:gd name="T17" fmla="*/ 244 h 2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9" h="244">
                    <a:moveTo>
                      <a:pt x="6" y="244"/>
                    </a:moveTo>
                    <a:cubicBezTo>
                      <a:pt x="43" y="244"/>
                      <a:pt x="43" y="244"/>
                      <a:pt x="43" y="244"/>
                    </a:cubicBezTo>
                    <a:cubicBezTo>
                      <a:pt x="46" y="244"/>
                      <a:pt x="49" y="241"/>
                      <a:pt x="49" y="238"/>
                    </a:cubicBezTo>
                    <a:cubicBezTo>
                      <a:pt x="49" y="5"/>
                      <a:pt x="49" y="5"/>
                      <a:pt x="49" y="5"/>
                    </a:cubicBezTo>
                    <a:cubicBezTo>
                      <a:pt x="49" y="2"/>
                      <a:pt x="46" y="0"/>
                      <a:pt x="43" y="0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3" y="0"/>
                      <a:pt x="0" y="2"/>
                      <a:pt x="0" y="5"/>
                    </a:cubicBezTo>
                    <a:cubicBezTo>
                      <a:pt x="0" y="238"/>
                      <a:pt x="0" y="238"/>
                      <a:pt x="0" y="238"/>
                    </a:cubicBezTo>
                    <a:cubicBezTo>
                      <a:pt x="0" y="241"/>
                      <a:pt x="3" y="244"/>
                      <a:pt x="6" y="24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4795" tIns="32398" rIns="64795" bIns="32398" numCol="1" anchor="t" anchorCtr="0" compatLnSpc="1"/>
              <a:lstStyle/>
              <a:p>
                <a:endParaRPr lang="zh-CN" altLang="en-US" sz="1346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79" name="组合 78">
              <a:extLst>
                <a:ext uri="{FF2B5EF4-FFF2-40B4-BE49-F238E27FC236}">
                  <a16:creationId xmlns:a16="http://schemas.microsoft.com/office/drawing/2014/main" id="{096047AD-208F-49B4-A931-EC2B14126379}"/>
                </a:ext>
              </a:extLst>
            </p:cNvPr>
            <p:cNvGrpSpPr/>
            <p:nvPr/>
          </p:nvGrpSpPr>
          <p:grpSpPr>
            <a:xfrm>
              <a:off x="10240844" y="3302449"/>
              <a:ext cx="300352" cy="257548"/>
              <a:chOff x="3546346" y="2339026"/>
              <a:chExt cx="897787" cy="769842"/>
            </a:xfrm>
            <a:solidFill>
              <a:schemeClr val="accent3"/>
            </a:solidFill>
          </p:grpSpPr>
          <p:sp>
            <p:nvSpPr>
              <p:cNvPr id="80" name="Rectangle 227">
                <a:extLst>
                  <a:ext uri="{FF2B5EF4-FFF2-40B4-BE49-F238E27FC236}">
                    <a16:creationId xmlns:a16="http://schemas.microsoft.com/office/drawing/2014/main" id="{2C90B86F-3D1F-46CC-A273-74D2A5B8B0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61526" y="3077423"/>
                <a:ext cx="882607" cy="3144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64795" tIns="32398" rIns="64795" bIns="32398" numCol="1" anchor="t" anchorCtr="0" compatLnSpc="1"/>
              <a:lstStyle/>
              <a:p>
                <a:endParaRPr lang="zh-CN" altLang="en-US" sz="1346">
                  <a:solidFill>
                    <a:srgbClr val="000000"/>
                  </a:solidFill>
                </a:endParaRPr>
              </a:p>
            </p:txBody>
          </p:sp>
          <p:sp>
            <p:nvSpPr>
              <p:cNvPr id="81" name="Freeform 228">
                <a:extLst>
                  <a:ext uri="{FF2B5EF4-FFF2-40B4-BE49-F238E27FC236}">
                    <a16:creationId xmlns:a16="http://schemas.microsoft.com/office/drawing/2014/main" id="{39ADDB32-7C47-4D9E-9C73-864338C1E689}"/>
                  </a:ext>
                </a:extLst>
              </p:cNvPr>
              <p:cNvSpPr/>
              <p:nvPr/>
            </p:nvSpPr>
            <p:spPr bwMode="auto">
              <a:xfrm>
                <a:off x="3617909" y="2844302"/>
                <a:ext cx="125777" cy="210351"/>
              </a:xfrm>
              <a:custGeom>
                <a:avLst/>
                <a:gdLst>
                  <a:gd name="T0" fmla="*/ 6 w 49"/>
                  <a:gd name="T1" fmla="*/ 82 h 82"/>
                  <a:gd name="T2" fmla="*/ 43 w 49"/>
                  <a:gd name="T3" fmla="*/ 82 h 82"/>
                  <a:gd name="T4" fmla="*/ 49 w 49"/>
                  <a:gd name="T5" fmla="*/ 76 h 82"/>
                  <a:gd name="T6" fmla="*/ 49 w 49"/>
                  <a:gd name="T7" fmla="*/ 0 h 82"/>
                  <a:gd name="T8" fmla="*/ 0 w 49"/>
                  <a:gd name="T9" fmla="*/ 49 h 82"/>
                  <a:gd name="T10" fmla="*/ 0 w 49"/>
                  <a:gd name="T11" fmla="*/ 76 h 82"/>
                  <a:gd name="T12" fmla="*/ 6 w 49"/>
                  <a:gd name="T13" fmla="*/ 82 h 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9" h="82">
                    <a:moveTo>
                      <a:pt x="6" y="82"/>
                    </a:moveTo>
                    <a:cubicBezTo>
                      <a:pt x="43" y="82"/>
                      <a:pt x="43" y="82"/>
                      <a:pt x="43" y="82"/>
                    </a:cubicBezTo>
                    <a:cubicBezTo>
                      <a:pt x="46" y="82"/>
                      <a:pt x="49" y="79"/>
                      <a:pt x="49" y="76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76"/>
                      <a:pt x="0" y="76"/>
                      <a:pt x="0" y="76"/>
                    </a:cubicBezTo>
                    <a:cubicBezTo>
                      <a:pt x="0" y="79"/>
                      <a:pt x="3" y="82"/>
                      <a:pt x="6" y="8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4795" tIns="32398" rIns="64795" bIns="32398" numCol="1" anchor="t" anchorCtr="0" compatLnSpc="1"/>
              <a:lstStyle/>
              <a:p>
                <a:endParaRPr lang="zh-CN" altLang="en-US" sz="1346">
                  <a:solidFill>
                    <a:srgbClr val="000000"/>
                  </a:solidFill>
                </a:endParaRPr>
              </a:p>
            </p:txBody>
          </p:sp>
          <p:sp>
            <p:nvSpPr>
              <p:cNvPr id="82" name="Freeform 229">
                <a:extLst>
                  <a:ext uri="{FF2B5EF4-FFF2-40B4-BE49-F238E27FC236}">
                    <a16:creationId xmlns:a16="http://schemas.microsoft.com/office/drawing/2014/main" id="{9B30A394-0855-4DD0-97C8-B858390B9A04}"/>
                  </a:ext>
                </a:extLst>
              </p:cNvPr>
              <p:cNvSpPr/>
              <p:nvPr/>
            </p:nvSpPr>
            <p:spPr bwMode="auto">
              <a:xfrm>
                <a:off x="3779467" y="2682744"/>
                <a:ext cx="122524" cy="371910"/>
              </a:xfrm>
              <a:custGeom>
                <a:avLst/>
                <a:gdLst>
                  <a:gd name="T0" fmla="*/ 5 w 48"/>
                  <a:gd name="T1" fmla="*/ 145 h 145"/>
                  <a:gd name="T2" fmla="*/ 43 w 48"/>
                  <a:gd name="T3" fmla="*/ 145 h 145"/>
                  <a:gd name="T4" fmla="*/ 48 w 48"/>
                  <a:gd name="T5" fmla="*/ 139 h 145"/>
                  <a:gd name="T6" fmla="*/ 48 w 48"/>
                  <a:gd name="T7" fmla="*/ 0 h 145"/>
                  <a:gd name="T8" fmla="*/ 0 w 48"/>
                  <a:gd name="T9" fmla="*/ 49 h 145"/>
                  <a:gd name="T10" fmla="*/ 0 w 48"/>
                  <a:gd name="T11" fmla="*/ 139 h 145"/>
                  <a:gd name="T12" fmla="*/ 5 w 48"/>
                  <a:gd name="T13" fmla="*/ 145 h 1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8" h="145">
                    <a:moveTo>
                      <a:pt x="5" y="145"/>
                    </a:moveTo>
                    <a:cubicBezTo>
                      <a:pt x="43" y="145"/>
                      <a:pt x="43" y="145"/>
                      <a:pt x="43" y="145"/>
                    </a:cubicBezTo>
                    <a:cubicBezTo>
                      <a:pt x="46" y="145"/>
                      <a:pt x="48" y="142"/>
                      <a:pt x="48" y="139"/>
                    </a:cubicBezTo>
                    <a:cubicBezTo>
                      <a:pt x="48" y="0"/>
                      <a:pt x="48" y="0"/>
                      <a:pt x="48" y="0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139"/>
                      <a:pt x="0" y="139"/>
                      <a:pt x="0" y="139"/>
                    </a:cubicBezTo>
                    <a:cubicBezTo>
                      <a:pt x="0" y="142"/>
                      <a:pt x="2" y="145"/>
                      <a:pt x="5" y="14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4795" tIns="32398" rIns="64795" bIns="32398" numCol="1" anchor="t" anchorCtr="0" compatLnSpc="1"/>
              <a:lstStyle/>
              <a:p>
                <a:endParaRPr lang="zh-CN" altLang="en-US" sz="1346">
                  <a:solidFill>
                    <a:srgbClr val="000000"/>
                  </a:solidFill>
                </a:endParaRPr>
              </a:p>
            </p:txBody>
          </p:sp>
          <p:sp>
            <p:nvSpPr>
              <p:cNvPr id="83" name="Freeform 230">
                <a:extLst>
                  <a:ext uri="{FF2B5EF4-FFF2-40B4-BE49-F238E27FC236}">
                    <a16:creationId xmlns:a16="http://schemas.microsoft.com/office/drawing/2014/main" id="{C7341948-7774-416E-AD10-7BD12E82650C}"/>
                  </a:ext>
                </a:extLst>
              </p:cNvPr>
              <p:cNvSpPr/>
              <p:nvPr/>
            </p:nvSpPr>
            <p:spPr bwMode="auto">
              <a:xfrm>
                <a:off x="3938857" y="2713104"/>
                <a:ext cx="124693" cy="341550"/>
              </a:xfrm>
              <a:custGeom>
                <a:avLst/>
                <a:gdLst>
                  <a:gd name="T0" fmla="*/ 22 w 49"/>
                  <a:gd name="T1" fmla="*/ 22 h 133"/>
                  <a:gd name="T2" fmla="*/ 0 w 49"/>
                  <a:gd name="T3" fmla="*/ 0 h 133"/>
                  <a:gd name="T4" fmla="*/ 0 w 49"/>
                  <a:gd name="T5" fmla="*/ 127 h 133"/>
                  <a:gd name="T6" fmla="*/ 6 w 49"/>
                  <a:gd name="T7" fmla="*/ 133 h 133"/>
                  <a:gd name="T8" fmla="*/ 43 w 49"/>
                  <a:gd name="T9" fmla="*/ 133 h 133"/>
                  <a:gd name="T10" fmla="*/ 49 w 49"/>
                  <a:gd name="T11" fmla="*/ 127 h 133"/>
                  <a:gd name="T12" fmla="*/ 49 w 49"/>
                  <a:gd name="T13" fmla="*/ 26 h 133"/>
                  <a:gd name="T14" fmla="*/ 38 w 49"/>
                  <a:gd name="T15" fmla="*/ 29 h 133"/>
                  <a:gd name="T16" fmla="*/ 22 w 49"/>
                  <a:gd name="T17" fmla="*/ 22 h 1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9" h="133">
                    <a:moveTo>
                      <a:pt x="22" y="22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127"/>
                      <a:pt x="0" y="127"/>
                      <a:pt x="0" y="127"/>
                    </a:cubicBezTo>
                    <a:cubicBezTo>
                      <a:pt x="0" y="130"/>
                      <a:pt x="3" y="133"/>
                      <a:pt x="6" y="133"/>
                    </a:cubicBezTo>
                    <a:cubicBezTo>
                      <a:pt x="43" y="133"/>
                      <a:pt x="43" y="133"/>
                      <a:pt x="43" y="133"/>
                    </a:cubicBezTo>
                    <a:cubicBezTo>
                      <a:pt x="46" y="133"/>
                      <a:pt x="49" y="130"/>
                      <a:pt x="49" y="127"/>
                    </a:cubicBezTo>
                    <a:cubicBezTo>
                      <a:pt x="49" y="26"/>
                      <a:pt x="49" y="26"/>
                      <a:pt x="49" y="26"/>
                    </a:cubicBezTo>
                    <a:cubicBezTo>
                      <a:pt x="46" y="28"/>
                      <a:pt x="42" y="29"/>
                      <a:pt x="38" y="29"/>
                    </a:cubicBezTo>
                    <a:cubicBezTo>
                      <a:pt x="32" y="29"/>
                      <a:pt x="27" y="26"/>
                      <a:pt x="22" y="2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4795" tIns="32398" rIns="64795" bIns="32398" numCol="1" anchor="t" anchorCtr="0" compatLnSpc="1"/>
              <a:lstStyle/>
              <a:p>
                <a:endParaRPr lang="zh-CN" altLang="en-US" sz="1346">
                  <a:solidFill>
                    <a:srgbClr val="000000"/>
                  </a:solidFill>
                </a:endParaRPr>
              </a:p>
            </p:txBody>
          </p:sp>
          <p:sp>
            <p:nvSpPr>
              <p:cNvPr id="84" name="Freeform 231">
                <a:extLst>
                  <a:ext uri="{FF2B5EF4-FFF2-40B4-BE49-F238E27FC236}">
                    <a16:creationId xmlns:a16="http://schemas.microsoft.com/office/drawing/2014/main" id="{178F46E3-4F1D-4608-B82F-6B88648DF19E}"/>
                  </a:ext>
                </a:extLst>
              </p:cNvPr>
              <p:cNvSpPr/>
              <p:nvPr/>
            </p:nvSpPr>
            <p:spPr bwMode="auto">
              <a:xfrm>
                <a:off x="4100415" y="2624193"/>
                <a:ext cx="122524" cy="430461"/>
              </a:xfrm>
              <a:custGeom>
                <a:avLst/>
                <a:gdLst>
                  <a:gd name="T0" fmla="*/ 5 w 48"/>
                  <a:gd name="T1" fmla="*/ 168 h 168"/>
                  <a:gd name="T2" fmla="*/ 43 w 48"/>
                  <a:gd name="T3" fmla="*/ 168 h 168"/>
                  <a:gd name="T4" fmla="*/ 48 w 48"/>
                  <a:gd name="T5" fmla="*/ 162 h 168"/>
                  <a:gd name="T6" fmla="*/ 48 w 48"/>
                  <a:gd name="T7" fmla="*/ 0 h 168"/>
                  <a:gd name="T8" fmla="*/ 0 w 48"/>
                  <a:gd name="T9" fmla="*/ 48 h 168"/>
                  <a:gd name="T10" fmla="*/ 0 w 48"/>
                  <a:gd name="T11" fmla="*/ 162 h 168"/>
                  <a:gd name="T12" fmla="*/ 5 w 48"/>
                  <a:gd name="T13" fmla="*/ 168 h 1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8" h="168">
                    <a:moveTo>
                      <a:pt x="5" y="168"/>
                    </a:moveTo>
                    <a:cubicBezTo>
                      <a:pt x="43" y="168"/>
                      <a:pt x="43" y="168"/>
                      <a:pt x="43" y="168"/>
                    </a:cubicBezTo>
                    <a:cubicBezTo>
                      <a:pt x="46" y="168"/>
                      <a:pt x="48" y="165"/>
                      <a:pt x="48" y="162"/>
                    </a:cubicBezTo>
                    <a:cubicBezTo>
                      <a:pt x="48" y="0"/>
                      <a:pt x="48" y="0"/>
                      <a:pt x="48" y="0"/>
                    </a:cubicBezTo>
                    <a:cubicBezTo>
                      <a:pt x="0" y="48"/>
                      <a:pt x="0" y="48"/>
                      <a:pt x="0" y="48"/>
                    </a:cubicBezTo>
                    <a:cubicBezTo>
                      <a:pt x="0" y="162"/>
                      <a:pt x="0" y="162"/>
                      <a:pt x="0" y="162"/>
                    </a:cubicBezTo>
                    <a:cubicBezTo>
                      <a:pt x="0" y="165"/>
                      <a:pt x="2" y="168"/>
                      <a:pt x="5" y="16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4795" tIns="32398" rIns="64795" bIns="32398" numCol="1" anchor="t" anchorCtr="0" compatLnSpc="1"/>
              <a:lstStyle/>
              <a:p>
                <a:endParaRPr lang="zh-CN" altLang="en-US" sz="1346">
                  <a:solidFill>
                    <a:srgbClr val="000000"/>
                  </a:solidFill>
                </a:endParaRPr>
              </a:p>
            </p:txBody>
          </p:sp>
          <p:sp>
            <p:nvSpPr>
              <p:cNvPr id="85" name="Freeform 232">
                <a:extLst>
                  <a:ext uri="{FF2B5EF4-FFF2-40B4-BE49-F238E27FC236}">
                    <a16:creationId xmlns:a16="http://schemas.microsoft.com/office/drawing/2014/main" id="{23AAC843-4545-4EA0-9CF5-874ACF043084}"/>
                  </a:ext>
                </a:extLst>
              </p:cNvPr>
              <p:cNvSpPr/>
              <p:nvPr/>
            </p:nvSpPr>
            <p:spPr bwMode="auto">
              <a:xfrm>
                <a:off x="4258721" y="2513596"/>
                <a:ext cx="125777" cy="541058"/>
              </a:xfrm>
              <a:custGeom>
                <a:avLst/>
                <a:gdLst>
                  <a:gd name="T0" fmla="*/ 29 w 49"/>
                  <a:gd name="T1" fmla="*/ 0 h 211"/>
                  <a:gd name="T2" fmla="*/ 0 w 49"/>
                  <a:gd name="T3" fmla="*/ 29 h 211"/>
                  <a:gd name="T4" fmla="*/ 0 w 49"/>
                  <a:gd name="T5" fmla="*/ 205 h 211"/>
                  <a:gd name="T6" fmla="*/ 6 w 49"/>
                  <a:gd name="T7" fmla="*/ 211 h 211"/>
                  <a:gd name="T8" fmla="*/ 43 w 49"/>
                  <a:gd name="T9" fmla="*/ 211 h 211"/>
                  <a:gd name="T10" fmla="*/ 49 w 49"/>
                  <a:gd name="T11" fmla="*/ 205 h 211"/>
                  <a:gd name="T12" fmla="*/ 49 w 49"/>
                  <a:gd name="T13" fmla="*/ 22 h 211"/>
                  <a:gd name="T14" fmla="*/ 29 w 49"/>
                  <a:gd name="T15" fmla="*/ 0 h 2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9" h="211">
                    <a:moveTo>
                      <a:pt x="29" y="0"/>
                    </a:moveTo>
                    <a:cubicBezTo>
                      <a:pt x="0" y="29"/>
                      <a:pt x="0" y="29"/>
                      <a:pt x="0" y="29"/>
                    </a:cubicBezTo>
                    <a:cubicBezTo>
                      <a:pt x="0" y="205"/>
                      <a:pt x="0" y="205"/>
                      <a:pt x="0" y="205"/>
                    </a:cubicBezTo>
                    <a:cubicBezTo>
                      <a:pt x="0" y="208"/>
                      <a:pt x="3" y="211"/>
                      <a:pt x="6" y="211"/>
                    </a:cubicBezTo>
                    <a:cubicBezTo>
                      <a:pt x="43" y="211"/>
                      <a:pt x="43" y="211"/>
                      <a:pt x="43" y="211"/>
                    </a:cubicBezTo>
                    <a:cubicBezTo>
                      <a:pt x="46" y="211"/>
                      <a:pt x="49" y="208"/>
                      <a:pt x="49" y="205"/>
                    </a:cubicBezTo>
                    <a:cubicBezTo>
                      <a:pt x="49" y="22"/>
                      <a:pt x="49" y="22"/>
                      <a:pt x="49" y="22"/>
                    </a:cubicBezTo>
                    <a:cubicBezTo>
                      <a:pt x="38" y="21"/>
                      <a:pt x="29" y="12"/>
                      <a:pt x="29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4795" tIns="32398" rIns="64795" bIns="32398" numCol="1" anchor="t" anchorCtr="0" compatLnSpc="1"/>
              <a:lstStyle/>
              <a:p>
                <a:endParaRPr lang="zh-CN" altLang="en-US" sz="1346">
                  <a:solidFill>
                    <a:srgbClr val="000000"/>
                  </a:solidFill>
                </a:endParaRPr>
              </a:p>
            </p:txBody>
          </p:sp>
          <p:sp>
            <p:nvSpPr>
              <p:cNvPr id="86" name="Freeform 233">
                <a:extLst>
                  <a:ext uri="{FF2B5EF4-FFF2-40B4-BE49-F238E27FC236}">
                    <a16:creationId xmlns:a16="http://schemas.microsoft.com/office/drawing/2014/main" id="{D7763F08-C5FD-4348-AA44-A4B29C75B18A}"/>
                  </a:ext>
                </a:extLst>
              </p:cNvPr>
              <p:cNvSpPr/>
              <p:nvPr/>
            </p:nvSpPr>
            <p:spPr bwMode="auto">
              <a:xfrm>
                <a:off x="3546346" y="2339026"/>
                <a:ext cx="871764" cy="610452"/>
              </a:xfrm>
              <a:custGeom>
                <a:avLst/>
                <a:gdLst>
                  <a:gd name="T0" fmla="*/ 20 w 340"/>
                  <a:gd name="T1" fmla="*/ 234 h 238"/>
                  <a:gd name="T2" fmla="*/ 140 w 340"/>
                  <a:gd name="T3" fmla="*/ 113 h 238"/>
                  <a:gd name="T4" fmla="*/ 183 w 340"/>
                  <a:gd name="T5" fmla="*/ 156 h 238"/>
                  <a:gd name="T6" fmla="*/ 199 w 340"/>
                  <a:gd name="T7" fmla="*/ 156 h 238"/>
                  <a:gd name="T8" fmla="*/ 318 w 340"/>
                  <a:gd name="T9" fmla="*/ 37 h 238"/>
                  <a:gd name="T10" fmla="*/ 318 w 340"/>
                  <a:gd name="T11" fmla="*/ 64 h 238"/>
                  <a:gd name="T12" fmla="*/ 329 w 340"/>
                  <a:gd name="T13" fmla="*/ 75 h 238"/>
                  <a:gd name="T14" fmla="*/ 340 w 340"/>
                  <a:gd name="T15" fmla="*/ 64 h 238"/>
                  <a:gd name="T16" fmla="*/ 340 w 340"/>
                  <a:gd name="T17" fmla="*/ 11 h 238"/>
                  <a:gd name="T18" fmla="*/ 337 w 340"/>
                  <a:gd name="T19" fmla="*/ 3 h 238"/>
                  <a:gd name="T20" fmla="*/ 329 w 340"/>
                  <a:gd name="T21" fmla="*/ 0 h 238"/>
                  <a:gd name="T22" fmla="*/ 276 w 340"/>
                  <a:gd name="T23" fmla="*/ 0 h 238"/>
                  <a:gd name="T24" fmla="*/ 265 w 340"/>
                  <a:gd name="T25" fmla="*/ 11 h 238"/>
                  <a:gd name="T26" fmla="*/ 276 w 340"/>
                  <a:gd name="T27" fmla="*/ 22 h 238"/>
                  <a:gd name="T28" fmla="*/ 302 w 340"/>
                  <a:gd name="T29" fmla="*/ 22 h 238"/>
                  <a:gd name="T30" fmla="*/ 191 w 340"/>
                  <a:gd name="T31" fmla="*/ 133 h 238"/>
                  <a:gd name="T32" fmla="*/ 148 w 340"/>
                  <a:gd name="T33" fmla="*/ 90 h 238"/>
                  <a:gd name="T34" fmla="*/ 133 w 340"/>
                  <a:gd name="T35" fmla="*/ 90 h 238"/>
                  <a:gd name="T36" fmla="*/ 4 w 340"/>
                  <a:gd name="T37" fmla="*/ 219 h 238"/>
                  <a:gd name="T38" fmla="*/ 4 w 340"/>
                  <a:gd name="T39" fmla="*/ 234 h 238"/>
                  <a:gd name="T40" fmla="*/ 20 w 340"/>
                  <a:gd name="T41" fmla="*/ 234 h 2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340" h="238">
                    <a:moveTo>
                      <a:pt x="20" y="234"/>
                    </a:moveTo>
                    <a:cubicBezTo>
                      <a:pt x="140" y="113"/>
                      <a:pt x="140" y="113"/>
                      <a:pt x="140" y="113"/>
                    </a:cubicBezTo>
                    <a:cubicBezTo>
                      <a:pt x="183" y="156"/>
                      <a:pt x="183" y="156"/>
                      <a:pt x="183" y="156"/>
                    </a:cubicBezTo>
                    <a:cubicBezTo>
                      <a:pt x="188" y="160"/>
                      <a:pt x="195" y="160"/>
                      <a:pt x="199" y="156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64"/>
                      <a:pt x="318" y="64"/>
                      <a:pt x="318" y="64"/>
                    </a:cubicBezTo>
                    <a:cubicBezTo>
                      <a:pt x="318" y="70"/>
                      <a:pt x="323" y="75"/>
                      <a:pt x="329" y="75"/>
                    </a:cubicBezTo>
                    <a:cubicBezTo>
                      <a:pt x="335" y="75"/>
                      <a:pt x="340" y="70"/>
                      <a:pt x="340" y="64"/>
                    </a:cubicBezTo>
                    <a:cubicBezTo>
                      <a:pt x="340" y="11"/>
                      <a:pt x="340" y="11"/>
                      <a:pt x="340" y="11"/>
                    </a:cubicBezTo>
                    <a:cubicBezTo>
                      <a:pt x="340" y="8"/>
                      <a:pt x="339" y="5"/>
                      <a:pt x="337" y="3"/>
                    </a:cubicBezTo>
                    <a:cubicBezTo>
                      <a:pt x="335" y="1"/>
                      <a:pt x="332" y="0"/>
                      <a:pt x="329" y="0"/>
                    </a:cubicBezTo>
                    <a:cubicBezTo>
                      <a:pt x="276" y="0"/>
                      <a:pt x="276" y="0"/>
                      <a:pt x="276" y="0"/>
                    </a:cubicBezTo>
                    <a:cubicBezTo>
                      <a:pt x="270" y="0"/>
                      <a:pt x="265" y="4"/>
                      <a:pt x="265" y="11"/>
                    </a:cubicBezTo>
                    <a:cubicBezTo>
                      <a:pt x="265" y="17"/>
                      <a:pt x="270" y="22"/>
                      <a:pt x="276" y="22"/>
                    </a:cubicBezTo>
                    <a:cubicBezTo>
                      <a:pt x="302" y="22"/>
                      <a:pt x="302" y="22"/>
                      <a:pt x="302" y="22"/>
                    </a:cubicBezTo>
                    <a:cubicBezTo>
                      <a:pt x="191" y="133"/>
                      <a:pt x="191" y="133"/>
                      <a:pt x="191" y="133"/>
                    </a:cubicBezTo>
                    <a:cubicBezTo>
                      <a:pt x="148" y="90"/>
                      <a:pt x="148" y="90"/>
                      <a:pt x="148" y="90"/>
                    </a:cubicBezTo>
                    <a:cubicBezTo>
                      <a:pt x="144" y="86"/>
                      <a:pt x="137" y="86"/>
                      <a:pt x="133" y="90"/>
                    </a:cubicBezTo>
                    <a:cubicBezTo>
                      <a:pt x="4" y="219"/>
                      <a:pt x="4" y="219"/>
                      <a:pt x="4" y="219"/>
                    </a:cubicBezTo>
                    <a:cubicBezTo>
                      <a:pt x="0" y="223"/>
                      <a:pt x="0" y="230"/>
                      <a:pt x="4" y="234"/>
                    </a:cubicBezTo>
                    <a:cubicBezTo>
                      <a:pt x="8" y="238"/>
                      <a:pt x="15" y="238"/>
                      <a:pt x="20" y="23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4795" tIns="32398" rIns="64795" bIns="32398" numCol="1" anchor="t" anchorCtr="0" compatLnSpc="1"/>
              <a:lstStyle/>
              <a:p>
                <a:endParaRPr lang="zh-CN" altLang="en-US" sz="1346">
                  <a:solidFill>
                    <a:srgbClr val="000000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5925888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5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4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6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4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4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47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4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"/>
                            </p:stCondLst>
                            <p:childTnLst>
                              <p:par>
                                <p:cTn id="3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500"/>
                            </p:stCondLst>
                            <p:childTnLst>
                              <p:par>
                                <p:cTn id="34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4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4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4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4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 tmFilter="0,0; .5, 1; 1, 1"/>
                                        <p:tgtEl>
                                          <p:spTgt spid="4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2700"/>
                            </p:stCondLst>
                            <p:childTnLst>
                              <p:par>
                                <p:cTn id="42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4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4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4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4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 tmFilter="0,0; .5, 1; 1, 1"/>
                                        <p:tgtEl>
                                          <p:spTgt spid="4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3900"/>
                            </p:stCondLst>
                            <p:childTnLst>
                              <p:par>
                                <p:cTn id="50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4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4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4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4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 tmFilter="0,0; .5, 1; 1, 1"/>
                                        <p:tgtEl>
                                          <p:spTgt spid="4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4900"/>
                            </p:stCondLst>
                            <p:childTnLst>
                              <p:par>
                                <p:cTn id="5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0" grpId="0"/>
      <p:bldP spid="432" grpId="0"/>
      <p:bldP spid="433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4</a:t>
            </a:r>
            <a:r>
              <a:rPr lang="zh-CN" altLang="en-US"/>
              <a:t>节课内容</a:t>
            </a:r>
          </a:p>
        </p:txBody>
      </p:sp>
      <p:graphicFrame>
        <p:nvGraphicFramePr>
          <p:cNvPr id="4" name="内容占位符 3"/>
          <p:cNvGraphicFramePr>
            <a:graphicFrameLocks noGrp="1"/>
          </p:cNvGraphicFramePr>
          <p:nvPr>
            <p:ph sz="quarter" idx="4294967295"/>
            <p:extLst>
              <p:ext uri="{D42A27DB-BD31-4B8C-83A1-F6EECF244321}">
                <p14:modId xmlns:p14="http://schemas.microsoft.com/office/powerpoint/2010/main" val="791320742"/>
              </p:ext>
            </p:extLst>
          </p:nvPr>
        </p:nvGraphicFramePr>
        <p:xfrm>
          <a:off x="2279576" y="1700809"/>
          <a:ext cx="7920880" cy="48965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89424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AsOne/>
      </p:bldGraphic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/>
            <a:r>
              <a:rPr lang="zh-CN" altLang="en-US"/>
              <a:t>数据库基础知识</a:t>
            </a:r>
            <a:endParaRPr lang="en-US" altLang="zh-CN"/>
          </a:p>
          <a:p>
            <a:pPr lvl="1"/>
            <a:r>
              <a:rPr lang="zh-CN" altLang="en-US"/>
              <a:t>数据库的选择</a:t>
            </a:r>
          </a:p>
          <a:p>
            <a:pPr lvl="1"/>
            <a:r>
              <a:rPr lang="en-US" altLang="zh-CN"/>
              <a:t>MySQL</a:t>
            </a:r>
            <a:r>
              <a:rPr lang="zh-CN" altLang="en-US"/>
              <a:t>数据库概述</a:t>
            </a: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zh-CN" altLang="en-US"/>
              <a:t>数据库概述</a:t>
            </a:r>
          </a:p>
        </p:txBody>
      </p:sp>
    </p:spTree>
    <p:extLst>
      <p:ext uri="{BB962C8B-B14F-4D97-AF65-F5344CB8AC3E}">
        <p14:creationId xmlns:p14="http://schemas.microsoft.com/office/powerpoint/2010/main" val="14322037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数据库的基本概念</a:t>
            </a:r>
          </a:p>
        </p:txBody>
      </p:sp>
      <p:graphicFrame>
        <p:nvGraphicFramePr>
          <p:cNvPr id="6" name="内容占位符 5"/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4163666802"/>
              </p:ext>
            </p:extLst>
          </p:nvPr>
        </p:nvGraphicFramePr>
        <p:xfrm>
          <a:off x="817563" y="1600200"/>
          <a:ext cx="10871200" cy="52131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952778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42CF357-AF23-570E-EB65-45FD40D112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目前流行的数据库</a:t>
            </a:r>
          </a:p>
        </p:txBody>
      </p:sp>
      <p:graphicFrame>
        <p:nvGraphicFramePr>
          <p:cNvPr id="4" name="内容占位符 3">
            <a:extLst>
              <a:ext uri="{FF2B5EF4-FFF2-40B4-BE49-F238E27FC236}">
                <a16:creationId xmlns:a16="http://schemas.microsoft.com/office/drawing/2014/main" id="{6AB40C68-B84F-1C65-936B-CDF724EB91DE}"/>
              </a:ext>
            </a:extLst>
          </p:cNvPr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198915100"/>
              </p:ext>
            </p:extLst>
          </p:nvPr>
        </p:nvGraphicFramePr>
        <p:xfrm>
          <a:off x="1055440" y="1602316"/>
          <a:ext cx="10344592" cy="5027084"/>
        </p:xfrm>
        <a:graphic>
          <a:graphicData uri="http://schemas.openxmlformats.org/drawingml/2006/table">
            <a:tbl>
              <a:tblPr>
                <a:tableStyleId>{ED083AE6-46FA-4A59-8FB0-9F97EB10719F}</a:tableStyleId>
              </a:tblPr>
              <a:tblGrid>
                <a:gridCol w="2376264">
                  <a:extLst>
                    <a:ext uri="{9D8B030D-6E8A-4147-A177-3AD203B41FA5}">
                      <a16:colId xmlns:a16="http://schemas.microsoft.com/office/drawing/2014/main" val="3685851757"/>
                    </a:ext>
                  </a:extLst>
                </a:gridCol>
                <a:gridCol w="2664296">
                  <a:extLst>
                    <a:ext uri="{9D8B030D-6E8A-4147-A177-3AD203B41FA5}">
                      <a16:colId xmlns:a16="http://schemas.microsoft.com/office/drawing/2014/main" val="1641561462"/>
                    </a:ext>
                  </a:extLst>
                </a:gridCol>
                <a:gridCol w="2611605">
                  <a:extLst>
                    <a:ext uri="{9D8B030D-6E8A-4147-A177-3AD203B41FA5}">
                      <a16:colId xmlns:a16="http://schemas.microsoft.com/office/drawing/2014/main" val="3810675873"/>
                    </a:ext>
                  </a:extLst>
                </a:gridCol>
                <a:gridCol w="2692427">
                  <a:extLst>
                    <a:ext uri="{9D8B030D-6E8A-4147-A177-3AD203B41FA5}">
                      <a16:colId xmlns:a16="http://schemas.microsoft.com/office/drawing/2014/main" val="2598593948"/>
                    </a:ext>
                  </a:extLst>
                </a:gridCol>
              </a:tblGrid>
              <a:tr h="227744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zh-CN" altLang="en-US" sz="1200" b="0">
                          <a:effectLst/>
                        </a:rPr>
                        <a:t>数据库类型</a:t>
                      </a:r>
                      <a:endParaRPr lang="zh-CN" altLang="en-US" sz="1200" b="0">
                        <a:effectLst/>
                        <a:latin typeface="quote-cjk-patch"/>
                      </a:endParaRPr>
                    </a:p>
                  </a:txBody>
                  <a:tcPr marL="61878" marR="51565" marT="32228" marB="32228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zh-CN" altLang="en-US" sz="1200" b="0">
                          <a:effectLst/>
                        </a:rPr>
                        <a:t>代表产品</a:t>
                      </a:r>
                      <a:endParaRPr lang="zh-CN" altLang="en-US" sz="1200" b="0">
                        <a:effectLst/>
                        <a:latin typeface="quote-cjk-patch"/>
                      </a:endParaRPr>
                    </a:p>
                  </a:txBody>
                  <a:tcPr marL="51565" marR="51565" marT="32228" marB="32228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zh-CN" altLang="en-US" sz="1200" b="0">
                          <a:effectLst/>
                        </a:rPr>
                        <a:t>适用场景</a:t>
                      </a:r>
                      <a:endParaRPr lang="zh-CN" altLang="en-US" sz="1200" b="0">
                        <a:effectLst/>
                        <a:latin typeface="quote-cjk-patch"/>
                      </a:endParaRPr>
                    </a:p>
                  </a:txBody>
                  <a:tcPr marL="51565" marR="51565" marT="32228" marB="32228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zh-CN" altLang="en-US" sz="1200" b="0">
                          <a:effectLst/>
                        </a:rPr>
                        <a:t>主要优势</a:t>
                      </a:r>
                      <a:endParaRPr lang="zh-CN" altLang="en-US" sz="1200" b="0">
                        <a:effectLst/>
                        <a:latin typeface="quote-cjk-patch"/>
                      </a:endParaRPr>
                    </a:p>
                  </a:txBody>
                  <a:tcPr marL="51565" marR="51565" marT="32228" marB="32228" anchor="ctr"/>
                </a:tc>
                <a:extLst>
                  <a:ext uri="{0D108BD9-81ED-4DB2-BD59-A6C34878D82A}">
                    <a16:rowId xmlns:a16="http://schemas.microsoft.com/office/drawing/2014/main" val="1023699616"/>
                  </a:ext>
                </a:extLst>
              </a:tr>
              <a:tr h="880896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altLang="en-US" sz="1200" b="1">
                          <a:effectLst/>
                        </a:rPr>
                        <a:t>关系型数据库 </a:t>
                      </a:r>
                      <a:r>
                        <a:rPr lang="en-US" altLang="zh-CN" sz="1200" b="1">
                          <a:effectLst/>
                        </a:rPr>
                        <a:t>(RDBMS)</a:t>
                      </a:r>
                      <a:endParaRPr lang="zh-CN" altLang="en-US" sz="1200" b="0">
                        <a:effectLst/>
                        <a:latin typeface="quote-cjk-patch"/>
                      </a:endParaRPr>
                    </a:p>
                  </a:txBody>
                  <a:tcPr marL="61878" marR="51565" marT="32228" marB="3222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200" b="1">
                          <a:effectLst/>
                        </a:rPr>
                        <a:t>MySQL</a:t>
                      </a:r>
                      <a:r>
                        <a:rPr lang="en-US" sz="1200" b="0">
                          <a:effectLst/>
                        </a:rPr>
                        <a:t>, </a:t>
                      </a:r>
                      <a:r>
                        <a:rPr lang="en-US" sz="1200" b="1">
                          <a:effectLst/>
                        </a:rPr>
                        <a:t>PostgreSQL</a:t>
                      </a:r>
                      <a:r>
                        <a:rPr lang="en-US" sz="1200" b="0">
                          <a:effectLst/>
                        </a:rPr>
                        <a:t>, </a:t>
                      </a:r>
                      <a:r>
                        <a:rPr lang="en-US" sz="1200" b="1">
                          <a:effectLst/>
                        </a:rPr>
                        <a:t>Oracle</a:t>
                      </a:r>
                      <a:r>
                        <a:rPr lang="en-US" sz="1200" b="0">
                          <a:effectLst/>
                        </a:rPr>
                        <a:t>, </a:t>
                      </a:r>
                      <a:r>
                        <a:rPr lang="en-US" sz="1200" b="1">
                          <a:effectLst/>
                        </a:rPr>
                        <a:t>SQL Server</a:t>
                      </a:r>
                      <a:endParaRPr lang="en-US" sz="1200" b="0">
                        <a:effectLst/>
                        <a:latin typeface="quote-cjk-patch"/>
                      </a:endParaRPr>
                    </a:p>
                  </a:txBody>
                  <a:tcPr marL="51565" marR="51565" marT="32228" marB="3222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altLang="en-US" sz="1200" b="0">
                          <a:effectLst/>
                        </a:rPr>
                        <a:t>金融交易、</a:t>
                      </a:r>
                      <a:r>
                        <a:rPr lang="en-US" altLang="zh-CN" sz="1200" b="0">
                          <a:effectLst/>
                        </a:rPr>
                        <a:t>ERP</a:t>
                      </a:r>
                      <a:r>
                        <a:rPr lang="zh-CN" altLang="en-US" sz="1200" b="0">
                          <a:effectLst/>
                        </a:rPr>
                        <a:t>、</a:t>
                      </a:r>
                      <a:r>
                        <a:rPr lang="en-US" altLang="zh-CN" sz="1200" b="0">
                          <a:effectLst/>
                        </a:rPr>
                        <a:t>CRM</a:t>
                      </a:r>
                      <a:r>
                        <a:rPr lang="zh-CN" altLang="en-US" sz="1200" b="0">
                          <a:effectLst/>
                        </a:rPr>
                        <a:t>、订单处理等需要强数据一致性和复杂事务支持的在线事务处理（</a:t>
                      </a:r>
                      <a:r>
                        <a:rPr lang="en-US" altLang="zh-CN" sz="1200" b="0">
                          <a:effectLst/>
                        </a:rPr>
                        <a:t>OLTP</a:t>
                      </a:r>
                      <a:r>
                        <a:rPr lang="zh-CN" altLang="en-US" sz="1200" b="0">
                          <a:effectLst/>
                        </a:rPr>
                        <a:t>）系统。</a:t>
                      </a:r>
                      <a:endParaRPr lang="zh-CN" altLang="en-US" sz="1200" b="0">
                        <a:effectLst/>
                        <a:latin typeface="quote-cjk-patch"/>
                      </a:endParaRPr>
                    </a:p>
                  </a:txBody>
                  <a:tcPr marL="51565" marR="51565" marT="32228" marB="3222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altLang="en-US" sz="1200" b="1">
                          <a:solidFill>
                            <a:srgbClr val="00B050"/>
                          </a:solidFill>
                          <a:effectLst/>
                        </a:rPr>
                        <a:t>支持</a:t>
                      </a:r>
                      <a:r>
                        <a:rPr lang="en-US" altLang="zh-CN" sz="1200" b="1">
                          <a:solidFill>
                            <a:srgbClr val="00B050"/>
                          </a:solidFill>
                          <a:effectLst/>
                        </a:rPr>
                        <a:t>ACID</a:t>
                      </a:r>
                      <a:r>
                        <a:rPr lang="zh-CN" altLang="en-US" sz="1200" b="1">
                          <a:solidFill>
                            <a:srgbClr val="00B050"/>
                          </a:solidFill>
                          <a:effectLst/>
                        </a:rPr>
                        <a:t>事务</a:t>
                      </a:r>
                      <a:r>
                        <a:rPr lang="zh-CN" altLang="en-US" sz="1200" b="0">
                          <a:effectLst/>
                        </a:rPr>
                        <a:t>保证数据强一致性；使用标准的</a:t>
                      </a:r>
                      <a:r>
                        <a:rPr lang="en-US" altLang="zh-CN" sz="1200" b="0">
                          <a:effectLst/>
                        </a:rPr>
                        <a:t>SQL</a:t>
                      </a:r>
                      <a:r>
                        <a:rPr lang="zh-CN" altLang="en-US" sz="1200" b="0">
                          <a:effectLst/>
                        </a:rPr>
                        <a:t>，查询能力强；技术生态成熟，稳定可靠。</a:t>
                      </a:r>
                      <a:endParaRPr lang="zh-CN" altLang="en-US" sz="1200" b="0">
                        <a:effectLst/>
                        <a:latin typeface="quote-cjk-patch"/>
                      </a:endParaRPr>
                    </a:p>
                  </a:txBody>
                  <a:tcPr marL="51565" marR="61878" marT="32228" marB="32228" anchor="ctr"/>
                </a:tc>
                <a:extLst>
                  <a:ext uri="{0D108BD9-81ED-4DB2-BD59-A6C34878D82A}">
                    <a16:rowId xmlns:a16="http://schemas.microsoft.com/office/drawing/2014/main" val="3600398365"/>
                  </a:ext>
                </a:extLst>
              </a:tr>
              <a:tr h="717608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altLang="en-US" sz="1200" b="1">
                          <a:effectLst/>
                        </a:rPr>
                        <a:t>分布式关系型数据库 </a:t>
                      </a:r>
                      <a:r>
                        <a:rPr lang="en-US" altLang="zh-CN" sz="1200" b="1">
                          <a:effectLst/>
                        </a:rPr>
                        <a:t>(NewSQL)</a:t>
                      </a:r>
                      <a:endParaRPr lang="zh-CN" altLang="en-US" sz="1200" b="0">
                        <a:effectLst/>
                        <a:latin typeface="quote-cjk-patch"/>
                      </a:endParaRPr>
                    </a:p>
                  </a:txBody>
                  <a:tcPr marL="61878" marR="51565" marT="32228" marB="3222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200" b="1">
                          <a:effectLst/>
                        </a:rPr>
                        <a:t>TiDB</a:t>
                      </a:r>
                      <a:r>
                        <a:rPr lang="en-US" sz="1200" b="0">
                          <a:effectLst/>
                        </a:rPr>
                        <a:t>, </a:t>
                      </a:r>
                      <a:r>
                        <a:rPr lang="en-US" sz="1200" b="1">
                          <a:effectLst/>
                        </a:rPr>
                        <a:t>OceanBase</a:t>
                      </a:r>
                      <a:r>
                        <a:rPr lang="en-US" sz="1200" b="0">
                          <a:effectLst/>
                        </a:rPr>
                        <a:t>, </a:t>
                      </a:r>
                      <a:r>
                        <a:rPr lang="en-US" sz="1200" b="1">
                          <a:effectLst/>
                        </a:rPr>
                        <a:t>PolarDB</a:t>
                      </a:r>
                      <a:endParaRPr lang="en-US" sz="1200" b="0">
                        <a:effectLst/>
                        <a:latin typeface="quote-cjk-patch"/>
                      </a:endParaRPr>
                    </a:p>
                  </a:txBody>
                  <a:tcPr marL="51565" marR="51565" marT="32228" marB="3222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altLang="en-US" sz="1200" b="0">
                          <a:effectLst/>
                        </a:rPr>
                        <a:t>互联网、金融、电商等需要高并发、海量数据存储和水平弹性扩展的场景。</a:t>
                      </a:r>
                      <a:endParaRPr lang="zh-CN" altLang="en-US" sz="1200" b="0">
                        <a:effectLst/>
                        <a:latin typeface="quote-cjk-patch"/>
                      </a:endParaRPr>
                    </a:p>
                  </a:txBody>
                  <a:tcPr marL="51565" marR="51565" marT="32228" marB="3222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altLang="en-US" sz="1200" b="0">
                          <a:effectLst/>
                        </a:rPr>
                        <a:t>在保持关系模型和</a:t>
                      </a:r>
                      <a:r>
                        <a:rPr lang="en-US" altLang="zh-CN" sz="1200" b="1">
                          <a:solidFill>
                            <a:srgbClr val="00B050"/>
                          </a:solidFill>
                          <a:effectLst/>
                        </a:rPr>
                        <a:t>ACID</a:t>
                      </a:r>
                      <a:r>
                        <a:rPr lang="zh-CN" altLang="en-US" sz="1200" b="1">
                          <a:solidFill>
                            <a:srgbClr val="00B050"/>
                          </a:solidFill>
                          <a:effectLst/>
                        </a:rPr>
                        <a:t>事务</a:t>
                      </a:r>
                      <a:r>
                        <a:rPr lang="zh-CN" altLang="en-US" sz="1200" b="0">
                          <a:effectLst/>
                        </a:rPr>
                        <a:t>的同时，具备强大的水平扩展能力；支持高并发和分布式部署。</a:t>
                      </a:r>
                      <a:endParaRPr lang="zh-CN" altLang="en-US" sz="1200" b="0">
                        <a:effectLst/>
                        <a:latin typeface="quote-cjk-patch"/>
                      </a:endParaRPr>
                    </a:p>
                  </a:txBody>
                  <a:tcPr marL="51565" marR="61878" marT="32228" marB="32228" anchor="ctr"/>
                </a:tc>
                <a:extLst>
                  <a:ext uri="{0D108BD9-81ED-4DB2-BD59-A6C34878D82A}">
                    <a16:rowId xmlns:a16="http://schemas.microsoft.com/office/drawing/2014/main" val="1066699161"/>
                  </a:ext>
                </a:extLst>
              </a:tr>
              <a:tr h="554320">
                <a:tc rowSpan="4"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200" b="1">
                          <a:effectLst/>
                        </a:rPr>
                        <a:t>NoSQL</a:t>
                      </a:r>
                      <a:r>
                        <a:rPr lang="zh-CN" altLang="en-US" sz="1200" b="1">
                          <a:effectLst/>
                        </a:rPr>
                        <a:t>数据库</a:t>
                      </a:r>
                      <a:endParaRPr lang="zh-CN" altLang="en-US" sz="1200" b="0">
                        <a:effectLst/>
                        <a:latin typeface="quote-cjk-patch"/>
                      </a:endParaRPr>
                    </a:p>
                  </a:txBody>
                  <a:tcPr marL="61878" marR="51565" marT="32228" marB="3222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altLang="en-US" sz="1200" b="0">
                          <a:effectLst/>
                        </a:rPr>
                        <a:t>键值存储：</a:t>
                      </a:r>
                      <a:r>
                        <a:rPr lang="en-US" sz="1200" b="1">
                          <a:effectLst/>
                        </a:rPr>
                        <a:t>Redis</a:t>
                      </a:r>
                      <a:endParaRPr lang="en-US" sz="1200" b="0">
                        <a:effectLst/>
                        <a:latin typeface="quote-cjk-patch"/>
                      </a:endParaRPr>
                    </a:p>
                  </a:txBody>
                  <a:tcPr marL="51565" marR="51565" marT="32228" marB="3222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altLang="en-US" sz="1200" b="0">
                          <a:effectLst/>
                        </a:rPr>
                        <a:t>缓存、会话管理、实时排行榜等需要极高性能读写的场景。</a:t>
                      </a:r>
                      <a:endParaRPr lang="zh-CN" altLang="en-US" sz="1200" b="0">
                        <a:effectLst/>
                        <a:latin typeface="quote-cjk-patch"/>
                      </a:endParaRPr>
                    </a:p>
                  </a:txBody>
                  <a:tcPr marL="51565" marR="51565" marT="32228" marB="3222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altLang="en-US" sz="1200" b="0">
                          <a:effectLst/>
                        </a:rPr>
                        <a:t>极高的读写性能；灵活的数据模型。</a:t>
                      </a:r>
                      <a:endParaRPr lang="zh-CN" altLang="en-US" sz="1200" b="0">
                        <a:effectLst/>
                        <a:latin typeface="quote-cjk-patch"/>
                      </a:endParaRPr>
                    </a:p>
                  </a:txBody>
                  <a:tcPr marL="51565" marR="61878" marT="32228" marB="32228" anchor="ctr"/>
                </a:tc>
                <a:extLst>
                  <a:ext uri="{0D108BD9-81ED-4DB2-BD59-A6C34878D82A}">
                    <a16:rowId xmlns:a16="http://schemas.microsoft.com/office/drawing/2014/main" val="899774276"/>
                  </a:ext>
                </a:extLst>
              </a:tr>
              <a:tr h="717608">
                <a:tc vMerge="1"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endParaRPr lang="zh-CN" altLang="en-US" sz="1200" b="0">
                        <a:effectLst/>
                        <a:latin typeface="quote-cjk-patch"/>
                      </a:endParaRPr>
                    </a:p>
                  </a:txBody>
                  <a:tcPr marL="61878" marR="51565" marT="32228" marB="3222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altLang="en-US" sz="1200" b="0">
                          <a:effectLst/>
                        </a:rPr>
                        <a:t>文档数据库：</a:t>
                      </a:r>
                      <a:r>
                        <a:rPr lang="en-US" altLang="zh-CN" sz="1200" b="1">
                          <a:effectLst/>
                        </a:rPr>
                        <a:t>MongoDB</a:t>
                      </a:r>
                      <a:endParaRPr lang="zh-CN" altLang="en-US" sz="1200" b="0">
                        <a:effectLst/>
                        <a:latin typeface="quote-cjk-patch"/>
                      </a:endParaRPr>
                    </a:p>
                  </a:txBody>
                  <a:tcPr marL="51565" marR="51565" marT="32228" marB="3222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altLang="en-US" sz="1200" b="0">
                          <a:effectLst/>
                        </a:rPr>
                        <a:t>内容管理、用户画像、物联网等数据结构不固定或需要快速迭代的场景。</a:t>
                      </a:r>
                      <a:endParaRPr lang="zh-CN" altLang="en-US" sz="1200" b="0">
                        <a:effectLst/>
                        <a:latin typeface="quote-cjk-patch"/>
                      </a:endParaRPr>
                    </a:p>
                  </a:txBody>
                  <a:tcPr marL="51565" marR="51565" marT="32228" marB="3222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altLang="en-US" sz="1200" b="0">
                          <a:effectLst/>
                        </a:rPr>
                        <a:t>模式灵活，适合存储半结构化数据；高扩展性。</a:t>
                      </a:r>
                      <a:endParaRPr lang="zh-CN" altLang="en-US" sz="1200" b="0">
                        <a:effectLst/>
                        <a:latin typeface="quote-cjk-patch"/>
                      </a:endParaRPr>
                    </a:p>
                  </a:txBody>
                  <a:tcPr marL="51565" marR="61878" marT="32228" marB="32228" anchor="ctr"/>
                </a:tc>
                <a:extLst>
                  <a:ext uri="{0D108BD9-81ED-4DB2-BD59-A6C34878D82A}">
                    <a16:rowId xmlns:a16="http://schemas.microsoft.com/office/drawing/2014/main" val="2730780387"/>
                  </a:ext>
                </a:extLst>
              </a:tr>
              <a:tr h="554320">
                <a:tc vMerge="1"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endParaRPr lang="zh-CN" altLang="en-US" sz="1200" b="0">
                        <a:effectLst/>
                        <a:latin typeface="quote-cjk-patch"/>
                      </a:endParaRPr>
                    </a:p>
                  </a:txBody>
                  <a:tcPr marL="61878" marR="51565" marT="32228" marB="3222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altLang="en-US" sz="1200" b="0">
                          <a:effectLst/>
                        </a:rPr>
                        <a:t>宽列数据库：</a:t>
                      </a:r>
                      <a:r>
                        <a:rPr lang="en-US" sz="1200" b="1">
                          <a:effectLst/>
                        </a:rPr>
                        <a:t>Cassandra</a:t>
                      </a:r>
                      <a:endParaRPr lang="en-US" sz="1200" b="0">
                        <a:effectLst/>
                        <a:latin typeface="quote-cjk-patch"/>
                      </a:endParaRPr>
                    </a:p>
                  </a:txBody>
                  <a:tcPr marL="51565" marR="51565" marT="32228" marB="3222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altLang="en-US" sz="1200" b="0">
                          <a:effectLst/>
                        </a:rPr>
                        <a:t>大规模数据写入、时间序列数据、消息系统等场景。</a:t>
                      </a:r>
                      <a:endParaRPr lang="zh-CN" altLang="en-US" sz="1200" b="0">
                        <a:effectLst/>
                        <a:latin typeface="quote-cjk-patch"/>
                      </a:endParaRPr>
                    </a:p>
                  </a:txBody>
                  <a:tcPr marL="51565" marR="51565" marT="32228" marB="3222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altLang="en-US" sz="1200" b="0">
                          <a:effectLst/>
                        </a:rPr>
                        <a:t>极高的写入吞吐量；优秀的水平扩展能力和高可用性。</a:t>
                      </a:r>
                      <a:endParaRPr lang="zh-CN" altLang="en-US" sz="1200" b="0">
                        <a:effectLst/>
                        <a:latin typeface="quote-cjk-patch"/>
                      </a:endParaRPr>
                    </a:p>
                  </a:txBody>
                  <a:tcPr marL="51565" marR="61878" marT="32228" marB="32228" anchor="ctr"/>
                </a:tc>
                <a:extLst>
                  <a:ext uri="{0D108BD9-81ED-4DB2-BD59-A6C34878D82A}">
                    <a16:rowId xmlns:a16="http://schemas.microsoft.com/office/drawing/2014/main" val="4286097888"/>
                  </a:ext>
                </a:extLst>
              </a:tr>
              <a:tr h="554320">
                <a:tc vMerge="1"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endParaRPr lang="zh-CN" altLang="en-US" sz="1200" b="0">
                        <a:effectLst/>
                        <a:latin typeface="quote-cjk-patch"/>
                      </a:endParaRPr>
                    </a:p>
                  </a:txBody>
                  <a:tcPr marL="61878" marR="51565" marT="32228" marB="3222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altLang="en-US" sz="1200" b="0">
                          <a:effectLst/>
                        </a:rPr>
                        <a:t>图数据库：</a:t>
                      </a:r>
                      <a:r>
                        <a:rPr lang="en-US" sz="1200" b="1">
                          <a:effectLst/>
                        </a:rPr>
                        <a:t>Neo4j</a:t>
                      </a:r>
                      <a:endParaRPr lang="en-US" sz="1200" b="0">
                        <a:effectLst/>
                        <a:latin typeface="quote-cjk-patch"/>
                      </a:endParaRPr>
                    </a:p>
                  </a:txBody>
                  <a:tcPr marL="51565" marR="51565" marT="32228" marB="3222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altLang="en-US" sz="1200" b="0">
                          <a:effectLst/>
                        </a:rPr>
                        <a:t>社交网络关系分析、推荐系统、风控反欺诈等场景。</a:t>
                      </a:r>
                      <a:endParaRPr lang="zh-CN" altLang="en-US" sz="1200" b="0">
                        <a:effectLst/>
                        <a:latin typeface="quote-cjk-patch"/>
                      </a:endParaRPr>
                    </a:p>
                  </a:txBody>
                  <a:tcPr marL="51565" marR="51565" marT="32228" marB="3222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altLang="en-US" sz="1200" b="0">
                          <a:effectLst/>
                        </a:rPr>
                        <a:t>高效处理复杂的关系数据；支持深度关联查询。</a:t>
                      </a:r>
                      <a:endParaRPr lang="zh-CN" altLang="en-US" sz="1200" b="0">
                        <a:effectLst/>
                        <a:latin typeface="quote-cjk-patch"/>
                      </a:endParaRPr>
                    </a:p>
                  </a:txBody>
                  <a:tcPr marL="51565" marR="61878" marT="32228" marB="32228" anchor="ctr"/>
                </a:tc>
                <a:extLst>
                  <a:ext uri="{0D108BD9-81ED-4DB2-BD59-A6C34878D82A}">
                    <a16:rowId xmlns:a16="http://schemas.microsoft.com/office/drawing/2014/main" val="757028518"/>
                  </a:ext>
                </a:extLst>
              </a:tr>
              <a:tr h="717608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altLang="en-US" sz="1200" b="1">
                          <a:effectLst/>
                        </a:rPr>
                        <a:t>数据仓库 </a:t>
                      </a:r>
                      <a:r>
                        <a:rPr lang="en-US" altLang="zh-CN" sz="1200" b="1">
                          <a:effectLst/>
                        </a:rPr>
                        <a:t>(</a:t>
                      </a:r>
                      <a:r>
                        <a:rPr lang="en-US" sz="1200" b="1">
                          <a:effectLst/>
                        </a:rPr>
                        <a:t>OLAP)</a:t>
                      </a:r>
                      <a:endParaRPr lang="en-US" sz="1200" b="0">
                        <a:effectLst/>
                        <a:latin typeface="quote-cjk-patch"/>
                      </a:endParaRPr>
                    </a:p>
                  </a:txBody>
                  <a:tcPr marL="61878" marR="51565" marT="32228" marB="3222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200" b="1">
                          <a:effectLst/>
                        </a:rPr>
                        <a:t>ClickHouse</a:t>
                      </a:r>
                      <a:r>
                        <a:rPr lang="en-US" sz="1200" b="0">
                          <a:effectLst/>
                        </a:rPr>
                        <a:t>, </a:t>
                      </a:r>
                      <a:r>
                        <a:rPr lang="en-US" sz="1200" b="1">
                          <a:effectLst/>
                        </a:rPr>
                        <a:t>StarRocks</a:t>
                      </a:r>
                      <a:endParaRPr lang="en-US" sz="1200" b="0">
                        <a:effectLst/>
                        <a:latin typeface="quote-cjk-patch"/>
                      </a:endParaRPr>
                    </a:p>
                  </a:txBody>
                  <a:tcPr marL="51565" marR="51565" marT="32228" marB="3222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altLang="en-US" sz="1200" b="0">
                          <a:effectLst/>
                        </a:rPr>
                        <a:t>商业智能（</a:t>
                      </a:r>
                      <a:r>
                        <a:rPr lang="en-US" altLang="zh-CN" sz="1200" b="0">
                          <a:effectLst/>
                        </a:rPr>
                        <a:t>BI</a:t>
                      </a:r>
                      <a:r>
                        <a:rPr lang="zh-CN" altLang="en-US" sz="1200" b="0">
                          <a:effectLst/>
                        </a:rPr>
                        <a:t>）报表、数据分析、即席查询等海量数据的复杂分析场景。</a:t>
                      </a:r>
                      <a:endParaRPr lang="zh-CN" altLang="en-US" sz="1200" b="0">
                        <a:effectLst/>
                        <a:latin typeface="quote-cjk-patch"/>
                      </a:endParaRPr>
                    </a:p>
                  </a:txBody>
                  <a:tcPr marL="51565" marR="51565" marT="32228" marB="3222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altLang="en-US" sz="1200" b="0">
                          <a:effectLst/>
                        </a:rPr>
                        <a:t>列式存储，海量数据下的查询和分析性能极高；数据压缩比高。</a:t>
                      </a:r>
                      <a:endParaRPr lang="zh-CN" altLang="en-US" sz="1200" b="0">
                        <a:effectLst/>
                        <a:latin typeface="quote-cjk-patch"/>
                      </a:endParaRPr>
                    </a:p>
                  </a:txBody>
                  <a:tcPr marL="51565" marR="61878" marT="32228" marB="32228" anchor="ctr"/>
                </a:tc>
                <a:extLst>
                  <a:ext uri="{0D108BD9-81ED-4DB2-BD59-A6C34878D82A}">
                    <a16:rowId xmlns:a16="http://schemas.microsoft.com/office/drawing/2014/main" val="29219441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661091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97D609F-4C6D-6A11-63CF-F31202669E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什么是</a:t>
            </a:r>
            <a:r>
              <a:rPr lang="en-US" altLang="zh-CN"/>
              <a:t>ACID?</a:t>
            </a:r>
            <a:endParaRPr lang="zh-CN" altLang="en-US"/>
          </a:p>
        </p:txBody>
      </p:sp>
      <p:graphicFrame>
        <p:nvGraphicFramePr>
          <p:cNvPr id="4" name="内容占位符 3">
            <a:extLst>
              <a:ext uri="{FF2B5EF4-FFF2-40B4-BE49-F238E27FC236}">
                <a16:creationId xmlns:a16="http://schemas.microsoft.com/office/drawing/2014/main" id="{680B8B5F-9F85-2CE4-0E3F-CC102FC1B749}"/>
              </a:ext>
            </a:extLst>
          </p:cNvPr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2032861813"/>
              </p:ext>
            </p:extLst>
          </p:nvPr>
        </p:nvGraphicFramePr>
        <p:xfrm>
          <a:off x="817563" y="1600200"/>
          <a:ext cx="8086749" cy="49244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标注: 左箭头 4">
            <a:extLst>
              <a:ext uri="{FF2B5EF4-FFF2-40B4-BE49-F238E27FC236}">
                <a16:creationId xmlns:a16="http://schemas.microsoft.com/office/drawing/2014/main" id="{B37B1700-69B9-5271-13C3-D07698BDE533}"/>
              </a:ext>
            </a:extLst>
          </p:cNvPr>
          <p:cNvSpPr/>
          <p:nvPr/>
        </p:nvSpPr>
        <p:spPr>
          <a:xfrm>
            <a:off x="8904312" y="1844824"/>
            <a:ext cx="3240360" cy="990600"/>
          </a:xfrm>
          <a:prstGeom prst="leftArrowCallout">
            <a:avLst>
              <a:gd name="adj1" fmla="val 25000"/>
              <a:gd name="adj2" fmla="val 25000"/>
              <a:gd name="adj3" fmla="val 25000"/>
              <a:gd name="adj4" fmla="val 81619"/>
            </a:avLst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/>
              <a:t>转账的过程是一个整体</a:t>
            </a:r>
          </a:p>
        </p:txBody>
      </p:sp>
      <p:sp>
        <p:nvSpPr>
          <p:cNvPr id="6" name="标注: 左箭头 5">
            <a:extLst>
              <a:ext uri="{FF2B5EF4-FFF2-40B4-BE49-F238E27FC236}">
                <a16:creationId xmlns:a16="http://schemas.microsoft.com/office/drawing/2014/main" id="{2E869E2B-B227-BEDA-38A0-DBE561A55702}"/>
              </a:ext>
            </a:extLst>
          </p:cNvPr>
          <p:cNvSpPr/>
          <p:nvPr/>
        </p:nvSpPr>
        <p:spPr>
          <a:xfrm>
            <a:off x="8889383" y="3031977"/>
            <a:ext cx="3240360" cy="990600"/>
          </a:xfrm>
          <a:prstGeom prst="leftArrowCallout">
            <a:avLst>
              <a:gd name="adj1" fmla="val 25000"/>
              <a:gd name="adj2" fmla="val 25000"/>
              <a:gd name="adj3" fmla="val 25000"/>
              <a:gd name="adj4" fmla="val 81619"/>
            </a:avLst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/>
              <a:t>转账后的数据要合理，比如账号余额不足不能转账</a:t>
            </a:r>
          </a:p>
        </p:txBody>
      </p:sp>
      <p:sp>
        <p:nvSpPr>
          <p:cNvPr id="7" name="标注: 左箭头 6">
            <a:extLst>
              <a:ext uri="{FF2B5EF4-FFF2-40B4-BE49-F238E27FC236}">
                <a16:creationId xmlns:a16="http://schemas.microsoft.com/office/drawing/2014/main" id="{937096D9-3F82-70CC-7A7D-F3F09EBEBFB5}"/>
              </a:ext>
            </a:extLst>
          </p:cNvPr>
          <p:cNvSpPr/>
          <p:nvPr/>
        </p:nvSpPr>
        <p:spPr>
          <a:xfrm>
            <a:off x="8889383" y="4219130"/>
            <a:ext cx="3240360" cy="990600"/>
          </a:xfrm>
          <a:prstGeom prst="leftArrowCallout">
            <a:avLst>
              <a:gd name="adj1" fmla="val 25000"/>
              <a:gd name="adj2" fmla="val 25000"/>
              <a:gd name="adj3" fmla="val 25000"/>
              <a:gd name="adj4" fmla="val 81619"/>
            </a:avLst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/>
              <a:t>多笔转账，要排队，一个一个执行</a:t>
            </a:r>
          </a:p>
        </p:txBody>
      </p:sp>
      <p:sp>
        <p:nvSpPr>
          <p:cNvPr id="8" name="标注: 左箭头 7">
            <a:extLst>
              <a:ext uri="{FF2B5EF4-FFF2-40B4-BE49-F238E27FC236}">
                <a16:creationId xmlns:a16="http://schemas.microsoft.com/office/drawing/2014/main" id="{A60DB33F-892F-EFB2-DA1B-980991884407}"/>
              </a:ext>
            </a:extLst>
          </p:cNvPr>
          <p:cNvSpPr/>
          <p:nvPr/>
        </p:nvSpPr>
        <p:spPr>
          <a:xfrm>
            <a:off x="8889383" y="5406283"/>
            <a:ext cx="3240360" cy="990600"/>
          </a:xfrm>
          <a:prstGeom prst="leftArrowCallout">
            <a:avLst>
              <a:gd name="adj1" fmla="val 25000"/>
              <a:gd name="adj2" fmla="val 25000"/>
              <a:gd name="adj3" fmla="val 25000"/>
              <a:gd name="adj4" fmla="val 81619"/>
            </a:avLst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/>
              <a:t>一旦转账成功，数据就被永久保存</a:t>
            </a:r>
          </a:p>
        </p:txBody>
      </p:sp>
    </p:spTree>
    <p:extLst>
      <p:ext uri="{BB962C8B-B14F-4D97-AF65-F5344CB8AC3E}">
        <p14:creationId xmlns:p14="http://schemas.microsoft.com/office/powerpoint/2010/main" val="9500779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218612BE-0094-43BE-BFA4-BC33DEE78DD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graphicEl>
                                              <a:dgm id="{218612BE-0094-43BE-BFA4-BC33DEE78DD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>
                                            <p:graphicEl>
                                              <a:dgm id="{218612BE-0094-43BE-BFA4-BC33DEE78DD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>
                                            <p:graphicEl>
                                              <a:dgm id="{218612BE-0094-43BE-BFA4-BC33DEE78DD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FA8E20D7-B0A1-4655-9A8B-2449566A7CD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>
                                            <p:graphicEl>
                                              <a:dgm id="{FA8E20D7-B0A1-4655-9A8B-2449566A7CD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>
                                            <p:graphicEl>
                                              <a:dgm id="{FA8E20D7-B0A1-4655-9A8B-2449566A7CD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>
                                            <p:graphicEl>
                                              <a:dgm id="{FA8E20D7-B0A1-4655-9A8B-2449566A7CD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01DD06A7-4BAF-42BC-A24B-767ECB41DF4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4">
                                            <p:graphicEl>
                                              <a:dgm id="{01DD06A7-4BAF-42BC-A24B-767ECB41DF4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">
                                            <p:graphicEl>
                                              <a:dgm id="{01DD06A7-4BAF-42BC-A24B-767ECB41DF4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">
                                            <p:graphicEl>
                                              <a:dgm id="{01DD06A7-4BAF-42BC-A24B-767ECB41DF4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F8C05484-BA6F-4CB0-9313-C314D4E0751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4">
                                            <p:graphicEl>
                                              <a:dgm id="{F8C05484-BA6F-4CB0-9313-C314D4E0751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">
                                            <p:graphicEl>
                                              <a:dgm id="{F8C05484-BA6F-4CB0-9313-C314D4E0751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">
                                            <p:graphicEl>
                                              <a:dgm id="{F8C05484-BA6F-4CB0-9313-C314D4E0751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1B188F1C-E283-4E71-8599-1F4BFEBC2AD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4">
                                            <p:graphicEl>
                                              <a:dgm id="{1B188F1C-E283-4E71-8599-1F4BFEBC2AD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">
                                            <p:graphicEl>
                                              <a:dgm id="{1B188F1C-E283-4E71-8599-1F4BFEBC2AD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4">
                                            <p:graphicEl>
                                              <a:dgm id="{1B188F1C-E283-4E71-8599-1F4BFEBC2AD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348DA0A9-2237-4161-89DF-C1A9C13E4F3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4">
                                            <p:graphicEl>
                                              <a:dgm id="{348DA0A9-2237-4161-89DF-C1A9C13E4F3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4">
                                            <p:graphicEl>
                                              <a:dgm id="{348DA0A9-2237-4161-89DF-C1A9C13E4F3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4">
                                            <p:graphicEl>
                                              <a:dgm id="{348DA0A9-2237-4161-89DF-C1A9C13E4F3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782F82C7-E4F2-4FCA-B8F7-A3FD13C7FCD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4">
                                            <p:graphicEl>
                                              <a:dgm id="{782F82C7-E4F2-4FCA-B8F7-A3FD13C7FCD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4">
                                            <p:graphicEl>
                                              <a:dgm id="{782F82C7-E4F2-4FCA-B8F7-A3FD13C7FCD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4">
                                            <p:graphicEl>
                                              <a:dgm id="{782F82C7-E4F2-4FCA-B8F7-A3FD13C7FCD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BBEDEE86-9BF7-4CF2-945B-5A50B5D7135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4">
                                            <p:graphicEl>
                                              <a:dgm id="{BBEDEE86-9BF7-4CF2-945B-5A50B5D7135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4">
                                            <p:graphicEl>
                                              <a:dgm id="{BBEDEE86-9BF7-4CF2-945B-5A50B5D7135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4">
                                            <p:graphicEl>
                                              <a:dgm id="{BBEDEE86-9BF7-4CF2-945B-5A50B5D7135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 uiExpand="1">
        <p:bldSub>
          <a:bldDgm bld="lvlOne"/>
        </p:bldSub>
      </p:bldGraphic>
      <p:bldP spid="5" grpId="0" animBg="1"/>
      <p:bldP spid="6" grpId="0" animBg="1"/>
      <p:bldP spid="7" grpId="0" animBg="1"/>
      <p:bldP spid="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81D10E4-2C03-B2ED-8BD6-00349B37D2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ACID</a:t>
            </a:r>
            <a:r>
              <a:rPr lang="zh-CN" altLang="en-US"/>
              <a:t>的使用场景</a:t>
            </a:r>
          </a:p>
        </p:txBody>
      </p:sp>
      <p:graphicFrame>
        <p:nvGraphicFramePr>
          <p:cNvPr id="4" name="内容占位符 3">
            <a:extLst>
              <a:ext uri="{FF2B5EF4-FFF2-40B4-BE49-F238E27FC236}">
                <a16:creationId xmlns:a16="http://schemas.microsoft.com/office/drawing/2014/main" id="{B4C68970-B638-DA9D-34D5-11F0823B1518}"/>
              </a:ext>
            </a:extLst>
          </p:cNvPr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2417248493"/>
              </p:ext>
            </p:extLst>
          </p:nvPr>
        </p:nvGraphicFramePr>
        <p:xfrm>
          <a:off x="817563" y="1600200"/>
          <a:ext cx="10871200" cy="49244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标注: 左箭头 4">
            <a:extLst>
              <a:ext uri="{FF2B5EF4-FFF2-40B4-BE49-F238E27FC236}">
                <a16:creationId xmlns:a16="http://schemas.microsoft.com/office/drawing/2014/main" id="{E2299DD6-4D51-B168-CE00-330AF97DC8C2}"/>
              </a:ext>
            </a:extLst>
          </p:cNvPr>
          <p:cNvSpPr/>
          <p:nvPr/>
        </p:nvSpPr>
        <p:spPr>
          <a:xfrm>
            <a:off x="8760296" y="1988840"/>
            <a:ext cx="3168352" cy="990600"/>
          </a:xfrm>
          <a:prstGeom prst="leftArrowCallout">
            <a:avLst>
              <a:gd name="adj1" fmla="val 25000"/>
              <a:gd name="adj2" fmla="val 25000"/>
              <a:gd name="adj3" fmla="val 25000"/>
              <a:gd name="adj4" fmla="val 81619"/>
            </a:avLst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/>
              <a:t>需要</a:t>
            </a:r>
          </a:p>
        </p:txBody>
      </p:sp>
      <p:sp>
        <p:nvSpPr>
          <p:cNvPr id="6" name="标注: 左箭头 5">
            <a:extLst>
              <a:ext uri="{FF2B5EF4-FFF2-40B4-BE49-F238E27FC236}">
                <a16:creationId xmlns:a16="http://schemas.microsoft.com/office/drawing/2014/main" id="{BDFDAF1B-A7B7-1613-46A0-996890841CF1}"/>
              </a:ext>
            </a:extLst>
          </p:cNvPr>
          <p:cNvSpPr/>
          <p:nvPr/>
        </p:nvSpPr>
        <p:spPr>
          <a:xfrm>
            <a:off x="8760296" y="3645024"/>
            <a:ext cx="3168352" cy="990600"/>
          </a:xfrm>
          <a:prstGeom prst="leftArrowCallout">
            <a:avLst>
              <a:gd name="adj1" fmla="val 25000"/>
              <a:gd name="adj2" fmla="val 25000"/>
              <a:gd name="adj3" fmla="val 25000"/>
              <a:gd name="adj4" fmla="val 81619"/>
            </a:avLst>
          </a:prstGeom>
          <a:solidFill>
            <a:schemeClr val="accent2"/>
          </a:solidFill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/>
              <a:t>不需要</a:t>
            </a:r>
          </a:p>
        </p:txBody>
      </p:sp>
      <p:sp>
        <p:nvSpPr>
          <p:cNvPr id="7" name="标注: 左箭头 6">
            <a:extLst>
              <a:ext uri="{FF2B5EF4-FFF2-40B4-BE49-F238E27FC236}">
                <a16:creationId xmlns:a16="http://schemas.microsoft.com/office/drawing/2014/main" id="{7B9A5563-53D6-B40F-DBBE-379B60045628}"/>
              </a:ext>
            </a:extLst>
          </p:cNvPr>
          <p:cNvSpPr/>
          <p:nvPr/>
        </p:nvSpPr>
        <p:spPr>
          <a:xfrm>
            <a:off x="8730873" y="5301208"/>
            <a:ext cx="3168352" cy="990600"/>
          </a:xfrm>
          <a:prstGeom prst="leftArrowCallout">
            <a:avLst>
              <a:gd name="adj1" fmla="val 25000"/>
              <a:gd name="adj2" fmla="val 25000"/>
              <a:gd name="adj3" fmla="val 25000"/>
              <a:gd name="adj4" fmla="val 81619"/>
            </a:avLst>
          </a:prstGeom>
          <a:solidFill>
            <a:schemeClr val="accent2"/>
          </a:solidFill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/>
              <a:t>不需要</a:t>
            </a:r>
          </a:p>
        </p:txBody>
      </p:sp>
    </p:spTree>
    <p:extLst>
      <p:ext uri="{BB962C8B-B14F-4D97-AF65-F5344CB8AC3E}">
        <p14:creationId xmlns:p14="http://schemas.microsoft.com/office/powerpoint/2010/main" val="3650602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06A66294-4E67-4272-ACB8-540B3915BF4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graphicEl>
                                              <a:dgm id="{06A66294-4E67-4272-ACB8-540B3915BF4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graphicEl>
                                              <a:dgm id="{06A66294-4E67-4272-ACB8-540B3915BF4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BAABFAC6-298A-427A-877B-9C6631B1EE4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graphicEl>
                                              <a:dgm id="{BAABFAC6-298A-427A-877B-9C6631B1EE4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graphicEl>
                                              <a:dgm id="{BAABFAC6-298A-427A-877B-9C6631B1EE4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097D9CE1-5099-4493-B8FE-400BD6F2AAE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graphicEl>
                                              <a:dgm id="{097D9CE1-5099-4493-B8FE-400BD6F2AAE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graphicEl>
                                              <a:dgm id="{097D9CE1-5099-4493-B8FE-400BD6F2AAE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41EE9472-D42E-4813-A976-2CADECE83F0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>
                                            <p:graphicEl>
                                              <a:dgm id="{41EE9472-D42E-4813-A976-2CADECE83F0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>
                                            <p:graphicEl>
                                              <a:dgm id="{41EE9472-D42E-4813-A976-2CADECE83F0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C60CA46D-2004-4E6E-AF79-6CCBE32BF6B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>
                                            <p:graphicEl>
                                              <a:dgm id="{C60CA46D-2004-4E6E-AF79-6CCBE32BF6B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>
                                            <p:graphicEl>
                                              <a:dgm id="{C60CA46D-2004-4E6E-AF79-6CCBE32BF6B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CEB1E3EA-F58E-4ED8-9181-62C42B3B7B3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">
                                            <p:graphicEl>
                                              <a:dgm id="{CEB1E3EA-F58E-4ED8-9181-62C42B3B7B3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">
                                            <p:graphicEl>
                                              <a:dgm id="{CEB1E3EA-F58E-4ED8-9181-62C42B3B7B3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Sub>
          <a:bldDgm bld="one"/>
        </p:bldSub>
      </p:bldGraphic>
      <p:bldP spid="5" grpId="0" animBg="1"/>
      <p:bldP spid="6" grpId="0" animBg="1"/>
      <p:bldP spid="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课程案例：高校教务管理系统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9" name="墨迹 28">
                <a:extLst>
                  <a:ext uri="{FF2B5EF4-FFF2-40B4-BE49-F238E27FC236}">
                    <a16:creationId xmlns:a16="http://schemas.microsoft.com/office/drawing/2014/main" id="{DD50FC4F-3FCC-4F63-9D8E-E6197564197B}"/>
                  </a:ext>
                </a:extLst>
              </p14:cNvPr>
              <p14:cNvContentPartPr/>
              <p14:nvPr/>
            </p14:nvContentPartPr>
            <p14:xfrm>
              <a:off x="7090050" y="5554547"/>
              <a:ext cx="8280" cy="9720"/>
            </p14:xfrm>
          </p:contentPart>
        </mc:Choice>
        <mc:Fallback xmlns="">
          <p:pic>
            <p:nvPicPr>
              <p:cNvPr id="29" name="墨迹 28">
                <a:extLst>
                  <a:ext uri="{FF2B5EF4-FFF2-40B4-BE49-F238E27FC236}">
                    <a16:creationId xmlns:a16="http://schemas.microsoft.com/office/drawing/2014/main" id="{DD50FC4F-3FCC-4F63-9D8E-E6197564197B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7072050" y="5536547"/>
                <a:ext cx="43920" cy="45360"/>
              </a:xfrm>
              <a:prstGeom prst="rect">
                <a:avLst/>
              </a:prstGeom>
            </p:spPr>
          </p:pic>
        </mc:Fallback>
      </mc:AlternateContent>
      <p:graphicFrame>
        <p:nvGraphicFramePr>
          <p:cNvPr id="6" name="图示 5"/>
          <p:cNvGraphicFramePr/>
          <p:nvPr>
            <p:extLst>
              <p:ext uri="{D42A27DB-BD31-4B8C-83A1-F6EECF244321}">
                <p14:modId xmlns:p14="http://schemas.microsoft.com/office/powerpoint/2010/main" val="1345982752"/>
              </p:ext>
            </p:extLst>
          </p:nvPr>
        </p:nvGraphicFramePr>
        <p:xfrm>
          <a:off x="1127448" y="1268760"/>
          <a:ext cx="8352928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1" r:lo="rId12" r:qs="rId13" r:cs="rId14"/>
          </a:graphicData>
        </a:graphic>
      </p:graphicFrame>
      <p:sp>
        <p:nvSpPr>
          <p:cNvPr id="2" name="标注: 左箭头 1">
            <a:extLst>
              <a:ext uri="{FF2B5EF4-FFF2-40B4-BE49-F238E27FC236}">
                <a16:creationId xmlns:a16="http://schemas.microsoft.com/office/drawing/2014/main" id="{0CC0BF97-C68A-B531-2362-C41E1D964301}"/>
              </a:ext>
            </a:extLst>
          </p:cNvPr>
          <p:cNvSpPr/>
          <p:nvPr/>
        </p:nvSpPr>
        <p:spPr>
          <a:xfrm>
            <a:off x="9120336" y="5922723"/>
            <a:ext cx="2869625" cy="764704"/>
          </a:xfrm>
          <a:prstGeom prst="leftArrowCallout">
            <a:avLst>
              <a:gd name="adj1" fmla="val 25000"/>
              <a:gd name="adj2" fmla="val 25000"/>
              <a:gd name="adj3" fmla="val 25000"/>
              <a:gd name="adj4" fmla="val 75508"/>
            </a:avLst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/>
              <a:t>需要</a:t>
            </a:r>
          </a:p>
        </p:txBody>
      </p:sp>
      <p:sp>
        <p:nvSpPr>
          <p:cNvPr id="3" name="标注: 左箭头 2">
            <a:extLst>
              <a:ext uri="{FF2B5EF4-FFF2-40B4-BE49-F238E27FC236}">
                <a16:creationId xmlns:a16="http://schemas.microsoft.com/office/drawing/2014/main" id="{A0BC2D5E-88E4-2E17-E6B5-FD65AE3DCE02}"/>
              </a:ext>
            </a:extLst>
          </p:cNvPr>
          <p:cNvSpPr/>
          <p:nvPr/>
        </p:nvSpPr>
        <p:spPr>
          <a:xfrm>
            <a:off x="8400256" y="1124744"/>
            <a:ext cx="3589705" cy="764704"/>
          </a:xfrm>
          <a:prstGeom prst="leftArrowCallout">
            <a:avLst>
              <a:gd name="adj1" fmla="val 25000"/>
              <a:gd name="adj2" fmla="val 25000"/>
              <a:gd name="adj3" fmla="val 25000"/>
              <a:gd name="adj4" fmla="val 60486"/>
            </a:avLst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/>
              <a:t>学生和教师账号的导入场景需要</a:t>
            </a:r>
          </a:p>
        </p:txBody>
      </p:sp>
    </p:spTree>
    <p:custDataLst>
      <p:tags r:id="rId1"/>
    </p:custDataLst>
  </p:cSld>
  <p:clrMapOvr>
    <a:masterClrMapping/>
  </p:clrMapOvr>
  <p:transition advTm="111088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8DC1A9E6-1A77-4B64-A08C-43DEC498B9F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>
                                            <p:graphicEl>
                                              <a:dgm id="{8DC1A9E6-1A77-4B64-A08C-43DEC498B9F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D16A9E1C-BA69-4DDC-872F-2931A655ED7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>
                                            <p:graphicEl>
                                              <a:dgm id="{D16A9E1C-BA69-4DDC-872F-2931A655ED7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99A6343D-33B8-403C-A57A-AFF2B622266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6">
                                            <p:graphicEl>
                                              <a:dgm id="{99A6343D-33B8-403C-A57A-AFF2B622266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3A4DFB98-0225-4543-A1F3-AB5136AF80B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6">
                                            <p:graphicEl>
                                              <a:dgm id="{3A4DFB98-0225-4543-A1F3-AB5136AF80B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D7CFBEB4-9D8C-448A-96C9-E62F81C96F5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6">
                                            <p:graphicEl>
                                              <a:dgm id="{D7CFBEB4-9D8C-448A-96C9-E62F81C96F5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908125D4-1810-48FF-976B-499A2F5FC02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6">
                                            <p:graphicEl>
                                              <a:dgm id="{908125D4-1810-48FF-976B-499A2F5FC02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3BA69CC6-CDA6-43D0-A71D-B2E54FD4638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">
                                            <p:graphicEl>
                                              <a:dgm id="{3BA69CC6-CDA6-43D0-A71D-B2E54FD4638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F76812C8-B725-4BCB-AF8F-017F3CE87D5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6">
                                            <p:graphicEl>
                                              <a:dgm id="{F76812C8-B725-4BCB-AF8F-017F3CE87D5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B41BD32C-2813-4349-B8E4-E88DEE7948B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6">
                                            <p:graphicEl>
                                              <a:dgm id="{B41BD32C-2813-4349-B8E4-E88DEE7948B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C11413DA-5C6C-46DC-B1DA-BDD4D344410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6">
                                            <p:graphicEl>
                                              <a:dgm id="{C11413DA-5C6C-46DC-B1DA-BDD4D344410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61C4428E-D567-4000-B365-AC3937E76AB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6">
                                            <p:graphicEl>
                                              <a:dgm id="{61C4428E-D567-4000-B365-AC3937E76AB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62ABA612-3E8E-4B7D-A70D-9C6FB7CC940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6">
                                            <p:graphicEl>
                                              <a:dgm id="{62ABA612-3E8E-4B7D-A70D-9C6FB7CC940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84C3FCE8-65FE-4BAC-A7A5-6E2CBC912FB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6">
                                            <p:graphicEl>
                                              <a:dgm id="{84C3FCE8-65FE-4BAC-A7A5-6E2CBC912FB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31750CC3-33C8-45CB-A59D-639CEDB5B2B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6">
                                            <p:graphicEl>
                                              <a:dgm id="{31750CC3-33C8-45CB-A59D-639CEDB5B2B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16D10C83-9C17-45DC-B3DC-0E8F6FB9B56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6">
                                            <p:graphicEl>
                                              <a:dgm id="{16D10C83-9C17-45DC-B3DC-0E8F6FB9B56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2C754397-7E3F-41A9-95E5-7D7630C1CCD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6">
                                            <p:graphicEl>
                                              <a:dgm id="{2C754397-7E3F-41A9-95E5-7D7630C1CCD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7EFD9560-308C-426C-BF3A-B34AE5B7876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6">
                                            <p:graphicEl>
                                              <a:dgm id="{7EFD9560-308C-426C-BF3A-B34AE5B7876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0C146088-3EF8-4C23-93FB-5F3D8166401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6">
                                            <p:graphicEl>
                                              <a:dgm id="{0C146088-3EF8-4C23-93FB-5F3D8166401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777E5282-815D-4427-8829-D1B672D7B75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6">
                                            <p:graphicEl>
                                              <a:dgm id="{777E5282-815D-4427-8829-D1B672D7B75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42F0F4F9-B3B4-4E11-A61E-E49D7C18CE5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6">
                                            <p:graphicEl>
                                              <a:dgm id="{42F0F4F9-B3B4-4E11-A61E-E49D7C18CE5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2A3FE49A-B2C9-41F5-9BE7-5E0E02A2A8B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6">
                                            <p:graphicEl>
                                              <a:dgm id="{2A3FE49A-B2C9-41F5-9BE7-5E0E02A2A8B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8B6B7183-A8D0-4EF3-BBCD-64BE75790D8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6">
                                            <p:graphicEl>
                                              <a:dgm id="{8B6B7183-A8D0-4EF3-BBCD-64BE75790D8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2F35CC3F-1DCD-4F80-9883-2F975B3F67B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6">
                                            <p:graphicEl>
                                              <a:dgm id="{2F35CC3F-1DCD-4F80-9883-2F975B3F67B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8549F7A7-E2F9-4E67-9436-BB08F59D506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6">
                                            <p:graphicEl>
                                              <a:dgm id="{8549F7A7-E2F9-4E67-9436-BB08F59D506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B2D8A70E-106B-4F6F-B890-4706D1D39AC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6">
                                            <p:graphicEl>
                                              <a:dgm id="{B2D8A70E-106B-4F6F-B890-4706D1D39AC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6" grpId="0">
        <p:bldSub>
          <a:bldDgm bld="lvlAtOnce"/>
        </p:bldSub>
      </p:bldGraphic>
      <p:bldP spid="2" grpId="0" animBg="1"/>
      <p:bldP spid="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0AF3646-F3C1-5DE0-A9F0-3E7A788A98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学生账号的导入场景分析：</a:t>
            </a:r>
            <a:r>
              <a:rPr lang="zh-CN" altLang="en-US">
                <a:solidFill>
                  <a:srgbClr val="FF0000"/>
                </a:solidFill>
              </a:rPr>
              <a:t>不支持</a:t>
            </a:r>
            <a:r>
              <a:rPr lang="en-US" altLang="zh-CN"/>
              <a:t>ACID</a:t>
            </a:r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C4B066A-756F-8282-4B02-E488E63B227E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zh-CN" altLang="en-US" b="1"/>
              <a:t>需求</a:t>
            </a:r>
            <a:r>
              <a:rPr lang="zh-CN" altLang="en-US"/>
              <a:t>：每年开学，教务处需要将成千上万的新生信息（学号、姓名、学院、初始密码等）一键导入数据库。</a:t>
            </a:r>
          </a:p>
          <a:p>
            <a:r>
              <a:rPr lang="zh-CN" altLang="en-US" b="1"/>
              <a:t>如果没有</a:t>
            </a:r>
            <a:r>
              <a:rPr lang="en-US" altLang="zh-CN" b="1"/>
              <a:t>ACID</a:t>
            </a:r>
            <a:r>
              <a:rPr lang="zh-CN" altLang="en-US" b="1"/>
              <a:t>（原子性）</a:t>
            </a:r>
            <a:r>
              <a:rPr lang="zh-CN" altLang="en-US"/>
              <a:t>：</a:t>
            </a:r>
          </a:p>
          <a:p>
            <a:pPr lvl="1"/>
            <a:r>
              <a:rPr lang="zh-CN" altLang="en-US"/>
              <a:t>假设导入</a:t>
            </a:r>
            <a:r>
              <a:rPr lang="en-US" altLang="zh-CN"/>
              <a:t>1</a:t>
            </a:r>
            <a:r>
              <a:rPr lang="zh-CN" altLang="en-US"/>
              <a:t>万条数据，导入到第</a:t>
            </a:r>
            <a:r>
              <a:rPr lang="en-US" altLang="zh-CN"/>
              <a:t>5000</a:t>
            </a:r>
            <a:r>
              <a:rPr lang="zh-CN" altLang="en-US"/>
              <a:t>条时，突然遇到一条重复的学号（违反唯一约束），或者网络闪断。</a:t>
            </a:r>
          </a:p>
          <a:p>
            <a:pPr lvl="1"/>
            <a:r>
              <a:rPr lang="zh-CN" altLang="en-US"/>
              <a:t>如果用的是不支持</a:t>
            </a:r>
            <a:r>
              <a:rPr lang="en-US" altLang="zh-CN"/>
              <a:t>ACID</a:t>
            </a:r>
            <a:r>
              <a:rPr lang="zh-CN" altLang="en-US"/>
              <a:t>的</a:t>
            </a:r>
            <a:r>
              <a:rPr lang="en-US" altLang="zh-CN"/>
              <a:t>NoSQL</a:t>
            </a:r>
            <a:r>
              <a:rPr lang="zh-CN" altLang="en-US"/>
              <a:t>，可能前</a:t>
            </a:r>
            <a:r>
              <a:rPr lang="en-US" altLang="zh-CN"/>
              <a:t>5000</a:t>
            </a:r>
            <a:r>
              <a:rPr lang="zh-CN" altLang="en-US"/>
              <a:t>条已经写进去了，后</a:t>
            </a:r>
            <a:r>
              <a:rPr lang="en-US" altLang="zh-CN"/>
              <a:t>5000</a:t>
            </a:r>
            <a:r>
              <a:rPr lang="zh-CN" altLang="en-US"/>
              <a:t>条没写进去。</a:t>
            </a:r>
          </a:p>
          <a:p>
            <a:pPr lvl="1"/>
            <a:r>
              <a:rPr lang="zh-CN" altLang="en-US" b="1"/>
              <a:t>后果</a:t>
            </a:r>
            <a:r>
              <a:rPr lang="zh-CN" altLang="en-US"/>
              <a:t>：系统里出现了半拉子数据。学生</a:t>
            </a:r>
            <a:r>
              <a:rPr lang="en-US" altLang="zh-CN"/>
              <a:t>A</a:t>
            </a:r>
            <a:r>
              <a:rPr lang="zh-CN" altLang="en-US"/>
              <a:t>能登录，学生</a:t>
            </a:r>
            <a:r>
              <a:rPr lang="en-US" altLang="zh-CN"/>
              <a:t>B</a:t>
            </a:r>
            <a:r>
              <a:rPr lang="zh-CN" altLang="en-US"/>
              <a:t>无法登录。教务老师需要费很大力气去人工核对和补录，甚至需要清空数据重新导入。</a:t>
            </a:r>
          </a:p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86554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810ED2A-9598-52B6-4004-9734DAA2A6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学生账号的导入场景分析：</a:t>
            </a:r>
            <a:r>
              <a:rPr lang="zh-CN" altLang="en-US">
                <a:solidFill>
                  <a:srgbClr val="00B050"/>
                </a:solidFill>
              </a:rPr>
              <a:t>支持</a:t>
            </a:r>
            <a:r>
              <a:rPr lang="en-US" altLang="zh-CN"/>
              <a:t>ACID</a:t>
            </a:r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8F51761-CB83-C287-B997-7C3FF60F2619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zh-CN" b="1"/>
              <a:t>MySQL</a:t>
            </a:r>
            <a:r>
              <a:rPr lang="zh-CN" altLang="en-US" b="1"/>
              <a:t>的</a:t>
            </a:r>
            <a:r>
              <a:rPr lang="en-US" altLang="zh-CN" b="1"/>
              <a:t>ACID</a:t>
            </a:r>
            <a:r>
              <a:rPr lang="zh-CN" altLang="en-US" b="1"/>
              <a:t>作用</a:t>
            </a:r>
            <a:r>
              <a:rPr lang="zh-CN" altLang="en-US"/>
              <a:t>：</a:t>
            </a:r>
          </a:p>
          <a:p>
            <a:pPr lvl="1"/>
            <a:r>
              <a:rPr lang="zh-CN" altLang="en-US"/>
              <a:t>将</a:t>
            </a:r>
            <a:r>
              <a:rPr lang="zh-CN" altLang="en-US" b="1"/>
              <a:t>“批量导入”</a:t>
            </a:r>
            <a:r>
              <a:rPr lang="zh-CN" altLang="en-US"/>
              <a:t>整体包装成一个</a:t>
            </a:r>
            <a:r>
              <a:rPr lang="zh-CN" altLang="en-US" b="1"/>
              <a:t>事务</a:t>
            </a:r>
            <a:r>
              <a:rPr lang="zh-CN" altLang="en-US"/>
              <a:t>。</a:t>
            </a:r>
          </a:p>
          <a:p>
            <a:pPr lvl="1"/>
            <a:r>
              <a:rPr lang="zh-CN" altLang="en-US"/>
              <a:t>要么</a:t>
            </a:r>
            <a:r>
              <a:rPr lang="en-US" altLang="zh-CN"/>
              <a:t>1</a:t>
            </a:r>
            <a:r>
              <a:rPr lang="zh-CN" altLang="en-US"/>
              <a:t>万条</a:t>
            </a:r>
            <a:r>
              <a:rPr lang="zh-CN" altLang="en-US" b="1"/>
              <a:t>全部导入成功</a:t>
            </a:r>
            <a:r>
              <a:rPr lang="zh-CN" altLang="en-US"/>
              <a:t>。</a:t>
            </a:r>
          </a:p>
          <a:p>
            <a:pPr lvl="1"/>
            <a:r>
              <a:rPr lang="zh-CN" altLang="en-US"/>
              <a:t>只要中间有任何一条出错（如学号重复），数据库自动</a:t>
            </a:r>
            <a:r>
              <a:rPr lang="zh-CN" altLang="en-US" b="1"/>
              <a:t>回滚</a:t>
            </a:r>
            <a:r>
              <a:rPr lang="zh-CN" altLang="en-US"/>
              <a:t>，表里一条新数据都不会增加，保持导入前的干净状态。</a:t>
            </a:r>
          </a:p>
          <a:p>
            <a:pPr lvl="1"/>
            <a:r>
              <a:rPr lang="zh-CN" altLang="en-US" b="1"/>
              <a:t>结果</a:t>
            </a:r>
            <a:r>
              <a:rPr lang="zh-CN" altLang="en-US"/>
              <a:t>：导入失败就显示失败，不会产生垃圾数据，可以排查错误后重试。</a:t>
            </a:r>
          </a:p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91166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71626AA-925D-8AD6-449E-FEB9B379EF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6864" y="260648"/>
            <a:ext cx="10871200" cy="990600"/>
          </a:xfrm>
        </p:spPr>
        <p:txBody>
          <a:bodyPr/>
          <a:lstStyle/>
          <a:p>
            <a:r>
              <a:rPr lang="zh-CN" altLang="en-US"/>
              <a:t>高校教务管理系统的数据库选择依据</a:t>
            </a:r>
          </a:p>
        </p:txBody>
      </p:sp>
      <p:graphicFrame>
        <p:nvGraphicFramePr>
          <p:cNvPr id="7" name="内容占位符 6">
            <a:extLst>
              <a:ext uri="{FF2B5EF4-FFF2-40B4-BE49-F238E27FC236}">
                <a16:creationId xmlns:a16="http://schemas.microsoft.com/office/drawing/2014/main" id="{188A8E5F-D17C-FD64-9BCC-A4E7A517C364}"/>
              </a:ext>
            </a:extLst>
          </p:cNvPr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60171657"/>
              </p:ext>
            </p:extLst>
          </p:nvPr>
        </p:nvGraphicFramePr>
        <p:xfrm>
          <a:off x="817563" y="1600200"/>
          <a:ext cx="10871200" cy="49244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830186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573A760-4E38-4C0C-7BB1-0570826991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结论</a:t>
            </a:r>
          </a:p>
        </p:txBody>
      </p:sp>
      <p:graphicFrame>
        <p:nvGraphicFramePr>
          <p:cNvPr id="4" name="内容占位符 3">
            <a:extLst>
              <a:ext uri="{FF2B5EF4-FFF2-40B4-BE49-F238E27FC236}">
                <a16:creationId xmlns:a16="http://schemas.microsoft.com/office/drawing/2014/main" id="{60694FB1-DAA3-B201-99E6-8D7351E6DCD9}"/>
              </a:ext>
            </a:extLst>
          </p:cNvPr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3128539865"/>
              </p:ext>
            </p:extLst>
          </p:nvPr>
        </p:nvGraphicFramePr>
        <p:xfrm>
          <a:off x="817563" y="1600200"/>
          <a:ext cx="10871200" cy="49244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文本框 5">
            <a:extLst>
              <a:ext uri="{FF2B5EF4-FFF2-40B4-BE49-F238E27FC236}">
                <a16:creationId xmlns:a16="http://schemas.microsoft.com/office/drawing/2014/main" id="{70F14230-4BEB-DE19-B7C0-D925261569A6}"/>
              </a:ext>
            </a:extLst>
          </p:cNvPr>
          <p:cNvSpPr txBox="1"/>
          <p:nvPr/>
        </p:nvSpPr>
        <p:spPr>
          <a:xfrm>
            <a:off x="6888088" y="440204"/>
            <a:ext cx="201622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altLang="zh-CN" sz="3600" b="1" i="0">
                <a:solidFill>
                  <a:srgbClr val="00B050"/>
                </a:solidFill>
              </a:rPr>
              <a:t>MySQL</a:t>
            </a:r>
            <a:endParaRPr lang="zh-CN" altLang="en-US" sz="3600"/>
          </a:p>
        </p:txBody>
      </p:sp>
    </p:spTree>
    <p:extLst>
      <p:ext uri="{BB962C8B-B14F-4D97-AF65-F5344CB8AC3E}">
        <p14:creationId xmlns:p14="http://schemas.microsoft.com/office/powerpoint/2010/main" val="35213002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SQL</a:t>
            </a:r>
            <a:r>
              <a:rPr lang="zh-CN" altLang="en-US"/>
              <a:t>四种语言</a:t>
            </a:r>
          </a:p>
        </p:txBody>
      </p:sp>
      <p:graphicFrame>
        <p:nvGraphicFramePr>
          <p:cNvPr id="4" name="内容占位符 3"/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3958950462"/>
              </p:ext>
            </p:extLst>
          </p:nvPr>
        </p:nvGraphicFramePr>
        <p:xfrm>
          <a:off x="817563" y="1600200"/>
          <a:ext cx="10871200" cy="49244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985970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MySQL</a:t>
            </a:r>
            <a:r>
              <a:rPr lang="zh-CN" altLang="en-US"/>
              <a:t>的目录结构</a:t>
            </a:r>
          </a:p>
        </p:txBody>
      </p:sp>
      <p:graphicFrame>
        <p:nvGraphicFramePr>
          <p:cNvPr id="4" name="内容占位符 3"/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2958806266"/>
              </p:ext>
            </p:extLst>
          </p:nvPr>
        </p:nvGraphicFramePr>
        <p:xfrm>
          <a:off x="812800" y="1589088"/>
          <a:ext cx="5181600" cy="49355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5" name="内容占位符 4"/>
          <p:cNvPicPr>
            <a:picLocks noGrp="1" noChangeAspect="1"/>
          </p:cNvPicPr>
          <p:nvPr>
            <p:ph sz="quarter" idx="2"/>
          </p:nvPr>
        </p:nvPicPr>
        <p:blipFill>
          <a:blip r:embed="rId7"/>
          <a:stretch>
            <a:fillRect/>
          </a:stretch>
        </p:blipFill>
        <p:spPr>
          <a:xfrm>
            <a:off x="7062198" y="1589088"/>
            <a:ext cx="3976279" cy="4935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1205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/>
              <a:t>mysqld</a:t>
            </a:r>
            <a:r>
              <a:rPr lang="zh-CN" altLang="en-US"/>
              <a:t>命令运行代表</a:t>
            </a:r>
            <a:r>
              <a:rPr lang="en-US" altLang="zh-CN"/>
              <a:t>MySQL</a:t>
            </a:r>
            <a:r>
              <a:rPr lang="zh-CN" altLang="en-US"/>
              <a:t>服务器运作正常</a:t>
            </a:r>
          </a:p>
        </p:txBody>
      </p:sp>
      <p:pic>
        <p:nvPicPr>
          <p:cNvPr id="7" name="内容占位符 6"/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2565183" y="1600200"/>
            <a:ext cx="7375960" cy="4924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75088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利用</a:t>
            </a:r>
            <a:r>
              <a:rPr lang="en-US" altLang="zh-CN"/>
              <a:t>mysql</a:t>
            </a:r>
            <a:r>
              <a:rPr lang="zh-CN" altLang="en-US"/>
              <a:t>命令连接</a:t>
            </a:r>
            <a:r>
              <a:rPr lang="en-US" altLang="zh-CN"/>
              <a:t>MySQL</a:t>
            </a:r>
            <a:r>
              <a:rPr lang="zh-CN" altLang="en-US"/>
              <a:t>服务器</a:t>
            </a:r>
          </a:p>
        </p:txBody>
      </p:sp>
      <p:pic>
        <p:nvPicPr>
          <p:cNvPr id="4" name="内容占位符 3"/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2341994" y="1600200"/>
            <a:ext cx="7822337" cy="4924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60106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MySQL</a:t>
            </a:r>
            <a:r>
              <a:rPr lang="zh-CN" altLang="en-US"/>
              <a:t>的访问流程：软件访问的结构</a:t>
            </a:r>
          </a:p>
        </p:txBody>
      </p:sp>
      <p:graphicFrame>
        <p:nvGraphicFramePr>
          <p:cNvPr id="4" name="内容占位符 3"/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4260698404"/>
              </p:ext>
            </p:extLst>
          </p:nvPr>
        </p:nvGraphicFramePr>
        <p:xfrm>
          <a:off x="817563" y="1600200"/>
          <a:ext cx="10871200" cy="49244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26696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MySQL</a:t>
            </a:r>
            <a:r>
              <a:rPr lang="zh-CN" altLang="en-US"/>
              <a:t>的访问方式</a:t>
            </a:r>
          </a:p>
        </p:txBody>
      </p:sp>
      <p:graphicFrame>
        <p:nvGraphicFramePr>
          <p:cNvPr id="4" name="内容占位符 3"/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2720842558"/>
              </p:ext>
            </p:extLst>
          </p:nvPr>
        </p:nvGraphicFramePr>
        <p:xfrm>
          <a:off x="817563" y="1600200"/>
          <a:ext cx="10871200" cy="49244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4011809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利用</a:t>
            </a:r>
            <a:r>
              <a:rPr lang="en-US" altLang="zh-CN"/>
              <a:t>mysql</a:t>
            </a:r>
            <a:r>
              <a:rPr lang="zh-CN" altLang="en-US"/>
              <a:t>命令连接服务器</a:t>
            </a:r>
          </a:p>
        </p:txBody>
      </p:sp>
      <p:pic>
        <p:nvPicPr>
          <p:cNvPr id="4" name="内容占位符 3"/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812800" y="2425861"/>
            <a:ext cx="5181600" cy="3261991"/>
          </a:xfrm>
          <a:prstGeom prst="rect">
            <a:avLst/>
          </a:prstGeom>
        </p:spPr>
      </p:pic>
      <p:sp>
        <p:nvSpPr>
          <p:cNvPr id="5" name="内容占位符 4"/>
          <p:cNvSpPr>
            <a:spLocks noGrp="1"/>
          </p:cNvSpPr>
          <p:nvPr>
            <p:ph sz="quarter" idx="2"/>
          </p:nvPr>
        </p:nvSpPr>
        <p:spPr/>
        <p:txBody>
          <a:bodyPr/>
          <a:lstStyle/>
          <a:p>
            <a:r>
              <a:rPr lang="zh-CN" altLang="en-US"/>
              <a:t>客户端安装</a:t>
            </a:r>
            <a:endParaRPr lang="en-US" altLang="zh-CN"/>
          </a:p>
          <a:p>
            <a:pPr lvl="1"/>
            <a:r>
              <a:rPr lang="zh-CN" altLang="en-US"/>
              <a:t>服务器安装时默认安装客户端</a:t>
            </a:r>
            <a:r>
              <a:rPr lang="en-US" altLang="zh-CN"/>
              <a:t>mysql.exe</a:t>
            </a:r>
          </a:p>
          <a:p>
            <a:pPr lvl="1"/>
            <a:r>
              <a:rPr lang="zh-CN" altLang="en-US"/>
              <a:t>如果服务器与</a:t>
            </a:r>
            <a:r>
              <a:rPr lang="en-US" altLang="zh-CN"/>
              <a:t>web</a:t>
            </a:r>
            <a:r>
              <a:rPr lang="zh-CN" altLang="en-US"/>
              <a:t>服务器不是同一台电脑，需要手动安装访问</a:t>
            </a:r>
            <a:r>
              <a:rPr lang="en-US" altLang="zh-CN"/>
              <a:t>MySQL</a:t>
            </a:r>
            <a:r>
              <a:rPr lang="zh-CN" altLang="en-US"/>
              <a:t>的客户端</a:t>
            </a:r>
          </a:p>
        </p:txBody>
      </p:sp>
    </p:spTree>
    <p:extLst>
      <p:ext uri="{BB962C8B-B14F-4D97-AF65-F5344CB8AC3E}">
        <p14:creationId xmlns:p14="http://schemas.microsoft.com/office/powerpoint/2010/main" val="115499639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四种常见的存储引擎</a:t>
            </a:r>
          </a:p>
        </p:txBody>
      </p:sp>
      <p:graphicFrame>
        <p:nvGraphicFramePr>
          <p:cNvPr id="4" name="内容占位符 3"/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468973542"/>
              </p:ext>
            </p:extLst>
          </p:nvPr>
        </p:nvGraphicFramePr>
        <p:xfrm>
          <a:off x="817563" y="1600200"/>
          <a:ext cx="10871200" cy="49244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2033157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MySQL</a:t>
            </a:r>
            <a:r>
              <a:rPr lang="zh-CN" altLang="en-US"/>
              <a:t>四种常见数据库引擎比较</a:t>
            </a:r>
          </a:p>
        </p:txBody>
      </p:sp>
      <p:graphicFrame>
        <p:nvGraphicFramePr>
          <p:cNvPr id="4" name="内容占位符 3"/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2315173740"/>
              </p:ext>
            </p:extLst>
          </p:nvPr>
        </p:nvGraphicFramePr>
        <p:xfrm>
          <a:off x="817563" y="1600200"/>
          <a:ext cx="10751045" cy="5069160"/>
        </p:xfrm>
        <a:graphic>
          <a:graphicData uri="http://schemas.openxmlformats.org/drawingml/2006/table">
            <a:tbl>
              <a:tblPr firstRow="1" bandRow="1">
                <a:tableStyleId>{ED083AE6-46FA-4A59-8FB0-9F97EB10719F}</a:tableStyleId>
              </a:tblPr>
              <a:tblGrid>
                <a:gridCol w="2150209">
                  <a:extLst>
                    <a:ext uri="{9D8B030D-6E8A-4147-A177-3AD203B41FA5}">
                      <a16:colId xmlns:a16="http://schemas.microsoft.com/office/drawing/2014/main" val="4155678725"/>
                    </a:ext>
                  </a:extLst>
                </a:gridCol>
                <a:gridCol w="2150209">
                  <a:extLst>
                    <a:ext uri="{9D8B030D-6E8A-4147-A177-3AD203B41FA5}">
                      <a16:colId xmlns:a16="http://schemas.microsoft.com/office/drawing/2014/main" val="3512440695"/>
                    </a:ext>
                  </a:extLst>
                </a:gridCol>
                <a:gridCol w="2150209">
                  <a:extLst>
                    <a:ext uri="{9D8B030D-6E8A-4147-A177-3AD203B41FA5}">
                      <a16:colId xmlns:a16="http://schemas.microsoft.com/office/drawing/2014/main" val="796200521"/>
                    </a:ext>
                  </a:extLst>
                </a:gridCol>
                <a:gridCol w="2150209">
                  <a:extLst>
                    <a:ext uri="{9D8B030D-6E8A-4147-A177-3AD203B41FA5}">
                      <a16:colId xmlns:a16="http://schemas.microsoft.com/office/drawing/2014/main" val="931632689"/>
                    </a:ext>
                  </a:extLst>
                </a:gridCol>
                <a:gridCol w="2150209">
                  <a:extLst>
                    <a:ext uri="{9D8B030D-6E8A-4147-A177-3AD203B41FA5}">
                      <a16:colId xmlns:a16="http://schemas.microsoft.com/office/drawing/2014/main" val="3124232660"/>
                    </a:ext>
                  </a:extLst>
                </a:gridCol>
              </a:tblGrid>
              <a:tr h="633645">
                <a:tc>
                  <a:txBody>
                    <a:bodyPr/>
                    <a:lstStyle/>
                    <a:p>
                      <a:r>
                        <a:rPr lang="zh-CN" altLang="en-US" sz="2400"/>
                        <a:t>功能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2400"/>
                        <a:t>InnoDB</a:t>
                      </a:r>
                      <a:endParaRPr lang="zh-CN" alt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2400"/>
                        <a:t>MyISAM</a:t>
                      </a:r>
                      <a:endParaRPr lang="zh-CN" alt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2400"/>
                        <a:t>Memory</a:t>
                      </a:r>
                      <a:endParaRPr lang="zh-CN" alt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2400"/>
                        <a:t>Archive</a:t>
                      </a:r>
                      <a:endParaRPr lang="zh-CN" altLang="en-US" sz="24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65168010"/>
                  </a:ext>
                </a:extLst>
              </a:tr>
              <a:tr h="633645">
                <a:tc>
                  <a:txBody>
                    <a:bodyPr/>
                    <a:lstStyle/>
                    <a:p>
                      <a:r>
                        <a:rPr lang="zh-CN" altLang="en-US" sz="2400"/>
                        <a:t>存储限制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2400"/>
                        <a:t>64TB</a:t>
                      </a:r>
                      <a:endParaRPr lang="zh-CN" alt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2400"/>
                        <a:t>256TB</a:t>
                      </a:r>
                      <a:endParaRPr lang="zh-CN" alt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2400"/>
                        <a:t>RAM</a:t>
                      </a:r>
                      <a:endParaRPr lang="zh-CN" alt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2400"/>
                        <a:t>None</a:t>
                      </a:r>
                      <a:endParaRPr lang="zh-CN" altLang="en-US" sz="24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92281524"/>
                  </a:ext>
                </a:extLst>
              </a:tr>
              <a:tr h="633645">
                <a:tc>
                  <a:txBody>
                    <a:bodyPr/>
                    <a:lstStyle/>
                    <a:p>
                      <a:r>
                        <a:rPr lang="zh-CN" altLang="en-US" sz="2400"/>
                        <a:t>支持事务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2400"/>
                        <a:t>Yes</a:t>
                      </a:r>
                      <a:endParaRPr lang="zh-CN" alt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2400"/>
                        <a:t>No</a:t>
                      </a:r>
                      <a:endParaRPr lang="zh-CN" alt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2400"/>
                        <a:t>No</a:t>
                      </a:r>
                      <a:endParaRPr lang="zh-CN" alt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2400"/>
                        <a:t>No</a:t>
                      </a:r>
                      <a:endParaRPr lang="zh-CN" altLang="en-US" sz="24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0645498"/>
                  </a:ext>
                </a:extLst>
              </a:tr>
              <a:tr h="633645">
                <a:tc>
                  <a:txBody>
                    <a:bodyPr/>
                    <a:lstStyle/>
                    <a:p>
                      <a:r>
                        <a:rPr lang="zh-CN" altLang="en-US" sz="2400"/>
                        <a:t>支持全文索引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2400"/>
                        <a:t>No</a:t>
                      </a:r>
                      <a:endParaRPr lang="zh-CN" alt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2400"/>
                        <a:t>Yes</a:t>
                      </a:r>
                      <a:endParaRPr lang="zh-CN" alt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2400"/>
                        <a:t>No</a:t>
                      </a:r>
                      <a:endParaRPr lang="zh-CN" alt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2400"/>
                        <a:t>No</a:t>
                      </a:r>
                      <a:endParaRPr lang="zh-CN" altLang="en-US" sz="24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62145268"/>
                  </a:ext>
                </a:extLst>
              </a:tr>
              <a:tr h="633645">
                <a:tc>
                  <a:txBody>
                    <a:bodyPr/>
                    <a:lstStyle/>
                    <a:p>
                      <a:r>
                        <a:rPr lang="zh-CN" altLang="en-US" sz="2400"/>
                        <a:t>支持数索引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2400"/>
                        <a:t>Yes</a:t>
                      </a:r>
                      <a:endParaRPr lang="zh-CN" alt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/>
                        <a:t>Yes</a:t>
                      </a:r>
                      <a:endParaRPr lang="zh-CN" alt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/>
                        <a:t>Yes</a:t>
                      </a:r>
                      <a:endParaRPr lang="zh-CN" alt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2400"/>
                        <a:t>No</a:t>
                      </a:r>
                      <a:endParaRPr lang="zh-CN" altLang="en-US" sz="24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7438967"/>
                  </a:ext>
                </a:extLst>
              </a:tr>
              <a:tr h="633645">
                <a:tc>
                  <a:txBody>
                    <a:bodyPr/>
                    <a:lstStyle/>
                    <a:p>
                      <a:r>
                        <a:rPr lang="zh-CN" altLang="en-US" sz="2400"/>
                        <a:t>支持哈希索引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2400"/>
                        <a:t>No</a:t>
                      </a:r>
                      <a:endParaRPr lang="zh-CN" alt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2400"/>
                        <a:t>No</a:t>
                      </a:r>
                      <a:endParaRPr lang="zh-CN" alt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/>
                        <a:t>Yes</a:t>
                      </a:r>
                      <a:endParaRPr lang="zh-CN" alt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2400"/>
                        <a:t>No</a:t>
                      </a:r>
                      <a:endParaRPr lang="zh-CN" altLang="en-US" sz="24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47769652"/>
                  </a:ext>
                </a:extLst>
              </a:tr>
              <a:tr h="633645">
                <a:tc>
                  <a:txBody>
                    <a:bodyPr/>
                    <a:lstStyle/>
                    <a:p>
                      <a:r>
                        <a:rPr lang="zh-CN" altLang="en-US" sz="2400"/>
                        <a:t>支持数据缓存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/>
                        <a:t>Yes</a:t>
                      </a:r>
                      <a:endParaRPr lang="zh-CN" alt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2400"/>
                        <a:t>No</a:t>
                      </a:r>
                      <a:endParaRPr lang="zh-CN" alt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2400"/>
                        <a:t>No</a:t>
                      </a:r>
                      <a:endParaRPr lang="zh-CN" alt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2400"/>
                        <a:t>No</a:t>
                      </a:r>
                      <a:endParaRPr lang="zh-CN" altLang="en-US" sz="24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98048868"/>
                  </a:ext>
                </a:extLst>
              </a:tr>
              <a:tr h="633645">
                <a:tc>
                  <a:txBody>
                    <a:bodyPr/>
                    <a:lstStyle/>
                    <a:p>
                      <a:r>
                        <a:rPr lang="zh-CN" altLang="en-US" sz="2400"/>
                        <a:t>支持外键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/>
                        <a:t>Yes</a:t>
                      </a:r>
                      <a:endParaRPr lang="zh-CN" alt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2400"/>
                        <a:t>No</a:t>
                      </a:r>
                      <a:endParaRPr lang="zh-CN" alt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2400"/>
                        <a:t>No</a:t>
                      </a:r>
                      <a:endParaRPr lang="zh-CN" alt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2400"/>
                        <a:t>No</a:t>
                      </a:r>
                      <a:endParaRPr lang="zh-CN" altLang="en-US" sz="24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748243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6668613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与引擎相关的命令和配置</a:t>
            </a:r>
          </a:p>
        </p:txBody>
      </p:sp>
      <p:sp>
        <p:nvSpPr>
          <p:cNvPr id="15" name="文本占位符 14"/>
          <p:cNvSpPr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r>
              <a:rPr lang="zh-CN" altLang="en-US"/>
              <a:t>指定、查看和修改引擎</a:t>
            </a:r>
          </a:p>
        </p:txBody>
      </p:sp>
      <p:sp>
        <p:nvSpPr>
          <p:cNvPr id="17" name="文本占位符 16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altLang="en-US"/>
              <a:t>配置默认引擎</a:t>
            </a:r>
          </a:p>
        </p:txBody>
      </p:sp>
      <p:pic>
        <p:nvPicPr>
          <p:cNvPr id="14" name="内容占位符 13"/>
          <p:cNvPicPr>
            <a:picLocks noGrp="1" noChangeAspect="1"/>
          </p:cNvPicPr>
          <p:nvPr>
            <p:ph sz="quarter" idx="4294967295"/>
          </p:nvPr>
        </p:nvPicPr>
        <p:blipFill>
          <a:blip r:embed="rId3"/>
          <a:stretch>
            <a:fillRect/>
          </a:stretch>
        </p:blipFill>
        <p:spPr>
          <a:xfrm>
            <a:off x="812800" y="2398113"/>
            <a:ext cx="5181600" cy="1539875"/>
          </a:xfrm>
          <a:prstGeom prst="rect">
            <a:avLst/>
          </a:prstGeom>
        </p:spPr>
      </p:pic>
      <p:pic>
        <p:nvPicPr>
          <p:cNvPr id="7" name="内容占位符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800" y="5044441"/>
            <a:ext cx="5181600" cy="1653994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0" name="内容占位符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800" y="3989365"/>
            <a:ext cx="5181600" cy="1003699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3" name="内容占位符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28048" y="2492896"/>
            <a:ext cx="5181600" cy="2551545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17988910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InnoDB</a:t>
            </a:r>
            <a:r>
              <a:rPr lang="zh-CN" altLang="en-US"/>
              <a:t>存储引擎案例</a:t>
            </a:r>
          </a:p>
        </p:txBody>
      </p:sp>
      <p:pic>
        <p:nvPicPr>
          <p:cNvPr id="4" name="内容占位符 3"/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2786627" y="1600200"/>
            <a:ext cx="6933072" cy="4924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362583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判断下面的数据库使用了什么存储引擎？</a:t>
            </a:r>
          </a:p>
        </p:txBody>
      </p:sp>
      <p:pic>
        <p:nvPicPr>
          <p:cNvPr id="6" name="内容占位符 5"/>
          <p:cNvPicPr>
            <a:picLocks noGrp="1" noChangeAspect="1"/>
          </p:cNvPicPr>
          <p:nvPr>
            <p:ph sz="quarter" idx="1"/>
          </p:nvPr>
        </p:nvPicPr>
        <p:blipFill>
          <a:blip r:embed="rId3"/>
          <a:stretch>
            <a:fillRect/>
          </a:stretch>
        </p:blipFill>
        <p:spPr>
          <a:xfrm>
            <a:off x="1112834" y="1589088"/>
            <a:ext cx="4581532" cy="4935537"/>
          </a:xfrm>
          <a:prstGeom prst="rect">
            <a:avLst/>
          </a:prstGeom>
        </p:spPr>
      </p:pic>
      <p:graphicFrame>
        <p:nvGraphicFramePr>
          <p:cNvPr id="7" name="内容占位符 3"/>
          <p:cNvGraphicFramePr>
            <a:graphicFrameLocks noGrp="1"/>
          </p:cNvGraphicFramePr>
          <p:nvPr>
            <p:ph sz="quarter" idx="2"/>
            <p:extLst>
              <p:ext uri="{D42A27DB-BD31-4B8C-83A1-F6EECF244321}">
                <p14:modId xmlns:p14="http://schemas.microsoft.com/office/powerpoint/2010/main" val="1703914988"/>
              </p:ext>
            </p:extLst>
          </p:nvPr>
        </p:nvGraphicFramePr>
        <p:xfrm>
          <a:off x="6459538" y="1589088"/>
          <a:ext cx="5181600" cy="49355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733118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7" grpId="0">
        <p:bldAsOne/>
      </p:bldGraphic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判断下面的数据库使用了什么存储引擎？</a:t>
            </a:r>
          </a:p>
        </p:txBody>
      </p:sp>
      <p:graphicFrame>
        <p:nvGraphicFramePr>
          <p:cNvPr id="7" name="内容占位符 3"/>
          <p:cNvGraphicFramePr>
            <a:graphicFrameLocks noGrp="1"/>
          </p:cNvGraphicFramePr>
          <p:nvPr>
            <p:ph sz="quarter" idx="2"/>
            <p:extLst>
              <p:ext uri="{D42A27DB-BD31-4B8C-83A1-F6EECF244321}">
                <p14:modId xmlns:p14="http://schemas.microsoft.com/office/powerpoint/2010/main" val="1630065515"/>
              </p:ext>
            </p:extLst>
          </p:nvPr>
        </p:nvGraphicFramePr>
        <p:xfrm>
          <a:off x="6459538" y="1589088"/>
          <a:ext cx="5181600" cy="49355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4" name="内容占位符 3"/>
          <p:cNvPicPr>
            <a:picLocks noGrp="1" noChangeAspect="1"/>
          </p:cNvPicPr>
          <p:nvPr>
            <p:ph sz="quarter" idx="1"/>
          </p:nvPr>
        </p:nvPicPr>
        <p:blipFill>
          <a:blip r:embed="rId8"/>
          <a:stretch>
            <a:fillRect/>
          </a:stretch>
        </p:blipFill>
        <p:spPr>
          <a:xfrm>
            <a:off x="812800" y="1801766"/>
            <a:ext cx="5181600" cy="4510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489738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zh-CN" altLang="en-US" sz="3600" b="1">
                <a:solidFill>
                  <a:srgbClr val="FFC000"/>
                </a:solidFill>
              </a:rPr>
              <a:t>绘制</a:t>
            </a:r>
            <a:r>
              <a:rPr lang="en-US" altLang="zh-CN" sz="3600" b="1">
                <a:solidFill>
                  <a:srgbClr val="FFC000"/>
                </a:solidFill>
              </a:rPr>
              <a:t>ER</a:t>
            </a:r>
            <a:r>
              <a:rPr lang="zh-CN" altLang="en-US" sz="3600" b="1">
                <a:solidFill>
                  <a:srgbClr val="FFC000"/>
                </a:solidFill>
              </a:rPr>
              <a:t>图的要点</a:t>
            </a:r>
          </a:p>
          <a:p>
            <a:pPr lvl="0"/>
            <a:r>
              <a:rPr lang="zh-CN" altLang="en-US"/>
              <a:t>从</a:t>
            </a:r>
            <a:r>
              <a:rPr lang="en-US" altLang="zh-CN"/>
              <a:t>ER</a:t>
            </a:r>
            <a:r>
              <a:rPr lang="zh-CN" altLang="en-US"/>
              <a:t>图到关系模型的转换</a:t>
            </a:r>
            <a:endParaRPr lang="en-US" altLang="zh-CN"/>
          </a:p>
          <a:p>
            <a:r>
              <a:rPr lang="zh-CN" altLang="en-US"/>
              <a:t>为教务管理系统数据库绘制</a:t>
            </a:r>
            <a:r>
              <a:rPr lang="en-US" altLang="zh-CN"/>
              <a:t>ER</a:t>
            </a:r>
            <a:r>
              <a:rPr lang="zh-CN" altLang="en-US"/>
              <a:t>图</a:t>
            </a: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altLang="en-US"/>
              <a:t>MySQL</a:t>
            </a:r>
            <a:r>
              <a:rPr lang="zh-CN" altLang="en-US"/>
              <a:t>数据库的设计</a:t>
            </a:r>
          </a:p>
        </p:txBody>
      </p:sp>
    </p:spTree>
    <p:extLst>
      <p:ext uri="{BB962C8B-B14F-4D97-AF65-F5344CB8AC3E}">
        <p14:creationId xmlns:p14="http://schemas.microsoft.com/office/powerpoint/2010/main" val="183973792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41371D2A-2AC2-42E7-A409-C1E6493B06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数据模型</a:t>
            </a:r>
          </a:p>
        </p:txBody>
      </p:sp>
      <p:graphicFrame>
        <p:nvGraphicFramePr>
          <p:cNvPr id="6" name="内容占位符 5">
            <a:extLst>
              <a:ext uri="{FF2B5EF4-FFF2-40B4-BE49-F238E27FC236}">
                <a16:creationId xmlns:a16="http://schemas.microsoft.com/office/drawing/2014/main" id="{8AC7B926-74B2-4AF9-98D6-EA4D045F1C02}"/>
              </a:ext>
            </a:extLst>
          </p:cNvPr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2106778067"/>
              </p:ext>
            </p:extLst>
          </p:nvPr>
        </p:nvGraphicFramePr>
        <p:xfrm>
          <a:off x="817563" y="1600200"/>
          <a:ext cx="10871200" cy="49244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7" name="表格 20">
            <a:extLst>
              <a:ext uri="{FF2B5EF4-FFF2-40B4-BE49-F238E27FC236}">
                <a16:creationId xmlns:a16="http://schemas.microsoft.com/office/drawing/2014/main" id="{452072CA-07D0-4232-A64C-4CFC3F44F5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5185840"/>
              </p:ext>
            </p:extLst>
          </p:nvPr>
        </p:nvGraphicFramePr>
        <p:xfrm>
          <a:off x="7464152" y="4869160"/>
          <a:ext cx="3672408" cy="1139135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175171">
                  <a:extLst>
                    <a:ext uri="{9D8B030D-6E8A-4147-A177-3AD203B41FA5}">
                      <a16:colId xmlns:a16="http://schemas.microsoft.com/office/drawing/2014/main" val="827067264"/>
                    </a:ext>
                  </a:extLst>
                </a:gridCol>
                <a:gridCol w="1542411">
                  <a:extLst>
                    <a:ext uri="{9D8B030D-6E8A-4147-A177-3AD203B41FA5}">
                      <a16:colId xmlns:a16="http://schemas.microsoft.com/office/drawing/2014/main" val="3403446345"/>
                    </a:ext>
                  </a:extLst>
                </a:gridCol>
                <a:gridCol w="954826">
                  <a:extLst>
                    <a:ext uri="{9D8B030D-6E8A-4147-A177-3AD203B41FA5}">
                      <a16:colId xmlns:a16="http://schemas.microsoft.com/office/drawing/2014/main" val="566165653"/>
                    </a:ext>
                  </a:extLst>
                </a:gridCol>
              </a:tblGrid>
              <a:tr h="397455">
                <a:tc>
                  <a:txBody>
                    <a:bodyPr/>
                    <a:lstStyle/>
                    <a:p>
                      <a:pPr algn="ctr"/>
                      <a:r>
                        <a:rPr lang="zh-CN" altLang="en-US"/>
                        <a:t>学生姓名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/>
                        <a:t>学号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/>
                        <a:t>密码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962347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/>
                        <a:t>张三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1903010251</a:t>
                      </a:r>
                      <a:endParaRPr lang="zh-CN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123456</a:t>
                      </a:r>
                      <a:endParaRPr lang="zh-CN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941524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/>
                        <a:t>李四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1903010352</a:t>
                      </a:r>
                      <a:endParaRPr lang="zh-CN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456789</a:t>
                      </a:r>
                      <a:endParaRPr lang="zh-CN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7122726"/>
                  </a:ext>
                </a:extLst>
              </a:tr>
            </a:tbl>
          </a:graphicData>
        </a:graphic>
      </p:graphicFrame>
      <p:pic>
        <p:nvPicPr>
          <p:cNvPr id="36" name="图片 35">
            <a:extLst>
              <a:ext uri="{FF2B5EF4-FFF2-40B4-BE49-F238E27FC236}">
                <a16:creationId xmlns:a16="http://schemas.microsoft.com/office/drawing/2014/main" id="{7BF084FC-64B7-42CC-8550-F613327DD1E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7368" y="4293096"/>
            <a:ext cx="4200556" cy="1262072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A245B2F7-4288-42CC-9B8D-F8405F9658C3}"/>
              </a:ext>
            </a:extLst>
          </p:cNvPr>
          <p:cNvSpPr txBox="1"/>
          <p:nvPr/>
        </p:nvSpPr>
        <p:spPr>
          <a:xfrm flipH="1">
            <a:off x="4317256" y="4877947"/>
            <a:ext cx="31199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/>
              <a:t>学生</a:t>
            </a:r>
            <a:r>
              <a:rPr lang="zh-CN" altLang="en-US" sz="2000">
                <a:sym typeface="Wingdings" panose="05000000000000000000" pitchFamily="2" charset="2"/>
              </a:rPr>
              <a:t>（姓名、学号、密码）</a:t>
            </a:r>
            <a:endParaRPr lang="zh-CN" altLang="en-US" sz="2000"/>
          </a:p>
        </p:txBody>
      </p:sp>
    </p:spTree>
    <p:extLst>
      <p:ext uri="{BB962C8B-B14F-4D97-AF65-F5344CB8AC3E}">
        <p14:creationId xmlns:p14="http://schemas.microsoft.com/office/powerpoint/2010/main" val="7573317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66A0F7B2-D69D-4441-B946-106B20464F6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>
                                            <p:graphicEl>
                                              <a:dgm id="{66A0F7B2-D69D-4441-B946-106B20464F6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>
                                            <p:graphicEl>
                                              <a:dgm id="{66A0F7B2-D69D-4441-B946-106B20464F6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22742D62-0FBB-4B8F-A8EB-C7A3808C431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>
                                            <p:graphicEl>
                                              <a:dgm id="{22742D62-0FBB-4B8F-A8EB-C7A3808C431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>
                                            <p:graphicEl>
                                              <a:dgm id="{22742D62-0FBB-4B8F-A8EB-C7A3808C431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25976CC3-C5B5-4A2A-9366-50125E663A4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>
                                            <p:graphicEl>
                                              <a:dgm id="{25976CC3-C5B5-4A2A-9366-50125E663A4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>
                                            <p:graphicEl>
                                              <a:dgm id="{25976CC3-C5B5-4A2A-9366-50125E663A4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FAE449E2-C542-49C6-B6F8-DC769205439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>
                                            <p:graphicEl>
                                              <a:dgm id="{FAE449E2-C542-49C6-B6F8-DC769205439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>
                                            <p:graphicEl>
                                              <a:dgm id="{FAE449E2-C542-49C6-B6F8-DC769205439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1991CF19-8392-4A4C-84A3-23267F3F566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">
                                            <p:graphicEl>
                                              <a:dgm id="{1991CF19-8392-4A4C-84A3-23267F3F566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">
                                            <p:graphicEl>
                                              <a:dgm id="{1991CF19-8392-4A4C-84A3-23267F3F566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1247E716-CA8C-4F8F-B75E-0F4D1F6DA7E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">
                                            <p:graphicEl>
                                              <a:dgm id="{1247E716-CA8C-4F8F-B75E-0F4D1F6DA7E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">
                                            <p:graphicEl>
                                              <a:dgm id="{1247E716-CA8C-4F8F-B75E-0F4D1F6DA7E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000"/>
                            </p:stCondLst>
                            <p:childTnLst>
                              <p:par>
                                <p:cTn id="5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6" grpId="0" uiExpand="1">
        <p:bldSub>
          <a:bldDgm bld="one"/>
        </p:bldSub>
      </p:bldGraphic>
      <p:bldP spid="8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6848984-FAE5-3158-FA66-E8EBEC1BD1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各个阶段的对比</a:t>
            </a:r>
          </a:p>
        </p:txBody>
      </p:sp>
      <p:graphicFrame>
        <p:nvGraphicFramePr>
          <p:cNvPr id="4" name="内容占位符 3">
            <a:extLst>
              <a:ext uri="{FF2B5EF4-FFF2-40B4-BE49-F238E27FC236}">
                <a16:creationId xmlns:a16="http://schemas.microsoft.com/office/drawing/2014/main" id="{36532909-BED2-E5B0-D20F-88813C31E1DB}"/>
              </a:ext>
            </a:extLst>
          </p:cNvPr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2049008262"/>
              </p:ext>
            </p:extLst>
          </p:nvPr>
        </p:nvGraphicFramePr>
        <p:xfrm>
          <a:off x="767408" y="1844824"/>
          <a:ext cx="10871200" cy="4073793"/>
        </p:xfrm>
        <a:graphic>
          <a:graphicData uri="http://schemas.openxmlformats.org/drawingml/2006/table">
            <a:tbl>
              <a:tblPr>
                <a:tableStyleId>{ED083AE6-46FA-4A59-8FB0-9F97EB10719F}</a:tableStyleId>
              </a:tblPr>
              <a:tblGrid>
                <a:gridCol w="2829490">
                  <a:extLst>
                    <a:ext uri="{9D8B030D-6E8A-4147-A177-3AD203B41FA5}">
                      <a16:colId xmlns:a16="http://schemas.microsoft.com/office/drawing/2014/main" val="2917078436"/>
                    </a:ext>
                  </a:extLst>
                </a:gridCol>
                <a:gridCol w="2606110">
                  <a:extLst>
                    <a:ext uri="{9D8B030D-6E8A-4147-A177-3AD203B41FA5}">
                      <a16:colId xmlns:a16="http://schemas.microsoft.com/office/drawing/2014/main" val="1476271174"/>
                    </a:ext>
                  </a:extLst>
                </a:gridCol>
                <a:gridCol w="2606110">
                  <a:extLst>
                    <a:ext uri="{9D8B030D-6E8A-4147-A177-3AD203B41FA5}">
                      <a16:colId xmlns:a16="http://schemas.microsoft.com/office/drawing/2014/main" val="93209864"/>
                    </a:ext>
                  </a:extLst>
                </a:gridCol>
                <a:gridCol w="2829490">
                  <a:extLst>
                    <a:ext uri="{9D8B030D-6E8A-4147-A177-3AD203B41FA5}">
                      <a16:colId xmlns:a16="http://schemas.microsoft.com/office/drawing/2014/main" val="2639910512"/>
                    </a:ext>
                  </a:extLst>
                </a:gridCol>
              </a:tblGrid>
              <a:tr h="936104"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zh-CN" altLang="en-US" b="1">
                          <a:effectLst/>
                        </a:rPr>
                        <a:t>阶段</a:t>
                      </a:r>
                      <a:endParaRPr lang="zh-CN" altLang="en-US" b="1">
                        <a:effectLst/>
                        <a:latin typeface="quote-cjk-patch"/>
                      </a:endParaRPr>
                    </a:p>
                  </a:txBody>
                  <a:tcPr marR="76200" marT="47625" marB="476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zh-CN" altLang="en-US" b="1">
                          <a:effectLst/>
                        </a:rPr>
                        <a:t>表现形式</a:t>
                      </a:r>
                      <a:endParaRPr lang="zh-CN" altLang="en-US" b="1">
                        <a:effectLst/>
                        <a:latin typeface="quote-cjk-patch"/>
                      </a:endParaRPr>
                    </a:p>
                  </a:txBody>
                  <a:tcPr marL="76200" marR="76200" marT="47625" marB="476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zh-CN" altLang="en-US" b="1">
                          <a:effectLst/>
                        </a:rPr>
                        <a:t>关注点</a:t>
                      </a:r>
                      <a:endParaRPr lang="zh-CN" altLang="en-US" b="1">
                        <a:effectLst/>
                        <a:latin typeface="quote-cjk-patch"/>
                      </a:endParaRPr>
                    </a:p>
                  </a:txBody>
                  <a:tcPr marL="76200" marR="76200" marT="47625" marB="476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zh-CN" altLang="en-US" b="1">
                          <a:effectLst/>
                        </a:rPr>
                        <a:t>谁在看</a:t>
                      </a:r>
                      <a:endParaRPr lang="zh-CN" altLang="en-US" b="1">
                        <a:effectLst/>
                        <a:latin typeface="quote-cjk-patch"/>
                      </a:endParaRPr>
                    </a:p>
                  </a:txBody>
                  <a:tcPr marL="76200" marR="76200" marT="47625" marB="47625" anchor="ctr"/>
                </a:tc>
                <a:extLst>
                  <a:ext uri="{0D108BD9-81ED-4DB2-BD59-A6C34878D82A}">
                    <a16:rowId xmlns:a16="http://schemas.microsoft.com/office/drawing/2014/main" val="3866519046"/>
                  </a:ext>
                </a:extLst>
              </a:tr>
              <a:tr h="918102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altLang="zh-CN" b="1">
                          <a:effectLst/>
                        </a:rPr>
                        <a:t>ER</a:t>
                      </a:r>
                      <a:r>
                        <a:rPr lang="zh-CN" altLang="en-US" b="1">
                          <a:effectLst/>
                        </a:rPr>
                        <a:t>图（概念模型）</a:t>
                      </a:r>
                      <a:endParaRPr lang="zh-CN" altLang="en-US" b="0">
                        <a:effectLst/>
                        <a:latin typeface="quote-cjk-patch"/>
                      </a:endParaRPr>
                    </a:p>
                  </a:txBody>
                  <a:tcPr marR="76200" marT="47625" marB="476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altLang="en-US" b="0">
                          <a:effectLst/>
                        </a:rPr>
                        <a:t>矩形、菱形、连线</a:t>
                      </a:r>
                      <a:endParaRPr lang="zh-CN" altLang="en-US" b="0">
                        <a:effectLst/>
                        <a:latin typeface="quote-cjk-patch"/>
                      </a:endParaRPr>
                    </a:p>
                  </a:txBody>
                  <a:tcPr marL="76200" marR="76200" marT="47625" marB="476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altLang="en-US" b="0">
                          <a:effectLst/>
                        </a:rPr>
                        <a:t>有什么实体？</a:t>
                      </a:r>
                      <a:endParaRPr lang="en-US" altLang="zh-CN" b="0">
                        <a:effectLst/>
                      </a:endParaRPr>
                    </a:p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altLang="en-US" b="0">
                          <a:effectLst/>
                        </a:rPr>
                        <a:t>它们之间什么关系？</a:t>
                      </a:r>
                      <a:endParaRPr lang="zh-CN" altLang="en-US" b="0">
                        <a:effectLst/>
                        <a:latin typeface="quote-cjk-patch"/>
                      </a:endParaRPr>
                    </a:p>
                  </a:txBody>
                  <a:tcPr marL="76200" marR="76200" marT="47625" marB="476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altLang="en-US" b="0">
                          <a:effectLst/>
                        </a:rPr>
                        <a:t>产品经理、业务专家、架构师</a:t>
                      </a:r>
                      <a:endParaRPr lang="zh-CN" altLang="en-US" b="0">
                        <a:effectLst/>
                        <a:latin typeface="quote-cjk-patch"/>
                      </a:endParaRPr>
                    </a:p>
                  </a:txBody>
                  <a:tcPr marL="76200" marT="47625" marB="47625" anchor="ctr"/>
                </a:tc>
                <a:extLst>
                  <a:ext uri="{0D108BD9-81ED-4DB2-BD59-A6C34878D82A}">
                    <a16:rowId xmlns:a16="http://schemas.microsoft.com/office/drawing/2014/main" val="2928215983"/>
                  </a:ext>
                </a:extLst>
              </a:tr>
              <a:tr h="918102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altLang="en-US" b="1">
                          <a:effectLst/>
                        </a:rPr>
                        <a:t>关系模型（逻辑模型）</a:t>
                      </a:r>
                      <a:endParaRPr lang="zh-CN" altLang="en-US" b="0">
                        <a:effectLst/>
                        <a:latin typeface="quote-cjk-patch"/>
                      </a:endParaRPr>
                    </a:p>
                  </a:txBody>
                  <a:tcPr marR="76200" marT="47625" marB="476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altLang="en-US" b="0">
                          <a:effectLst/>
                        </a:rPr>
                        <a:t>关系模式、范式、属性依赖</a:t>
                      </a:r>
                      <a:endParaRPr lang="zh-CN" altLang="en-US" b="0">
                        <a:effectLst/>
                        <a:latin typeface="quote-cjk-patch"/>
                      </a:endParaRPr>
                    </a:p>
                  </a:txBody>
                  <a:tcPr marL="76200" marR="76200" marT="47625" marB="476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altLang="en-US" b="0">
                          <a:effectLst/>
                        </a:rPr>
                        <a:t>如何消除冗余？</a:t>
                      </a:r>
                      <a:endParaRPr lang="en-US" altLang="zh-CN" b="0">
                        <a:effectLst/>
                      </a:endParaRPr>
                    </a:p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altLang="en-US" b="0">
                          <a:effectLst/>
                        </a:rPr>
                        <a:t>如何保证数据一致性？</a:t>
                      </a:r>
                      <a:endParaRPr lang="zh-CN" altLang="en-US" b="0">
                        <a:effectLst/>
                        <a:latin typeface="quote-cjk-patch"/>
                      </a:endParaRPr>
                    </a:p>
                  </a:txBody>
                  <a:tcPr marL="76200" marR="76200" marT="47625" marB="476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altLang="en-US" b="0">
                          <a:effectLst/>
                        </a:rPr>
                        <a:t>数据库设计师、后端开发</a:t>
                      </a:r>
                      <a:endParaRPr lang="zh-CN" altLang="en-US" b="0">
                        <a:effectLst/>
                        <a:latin typeface="quote-cjk-patch"/>
                      </a:endParaRPr>
                    </a:p>
                  </a:txBody>
                  <a:tcPr marL="76200" marT="47625" marB="47625" anchor="ctr"/>
                </a:tc>
                <a:extLst>
                  <a:ext uri="{0D108BD9-81ED-4DB2-BD59-A6C34878D82A}">
                    <a16:rowId xmlns:a16="http://schemas.microsoft.com/office/drawing/2014/main" val="4283594933"/>
                  </a:ext>
                </a:extLst>
              </a:tr>
              <a:tr h="1301485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altLang="en-US" b="1">
                          <a:effectLst/>
                        </a:rPr>
                        <a:t>物理模型</a:t>
                      </a:r>
                      <a:endParaRPr lang="zh-CN" altLang="en-US" b="0">
                        <a:effectLst/>
                        <a:latin typeface="quote-cjk-patch"/>
                      </a:endParaRPr>
                    </a:p>
                  </a:txBody>
                  <a:tcPr marR="76200" marT="47625" marB="476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>
                          <a:effectLst/>
                        </a:rPr>
                        <a:t>CREATE TABLE </a:t>
                      </a:r>
                      <a:r>
                        <a:rPr lang="zh-CN" altLang="en-US" b="0">
                          <a:effectLst/>
                        </a:rPr>
                        <a:t>语句</a:t>
                      </a:r>
                      <a:endParaRPr lang="zh-CN" altLang="en-US" b="0">
                        <a:effectLst/>
                        <a:latin typeface="quote-cjk-patch"/>
                      </a:endParaRPr>
                    </a:p>
                  </a:txBody>
                  <a:tcPr marL="76200" marR="76200" marT="47625" marB="476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altLang="en-US" b="0">
                          <a:effectLst/>
                        </a:rPr>
                        <a:t>选什么数据类型？</a:t>
                      </a:r>
                      <a:endParaRPr lang="en-US" altLang="zh-CN" b="0">
                        <a:effectLst/>
                      </a:endParaRPr>
                    </a:p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altLang="en-US" b="0">
                          <a:effectLst/>
                        </a:rPr>
                        <a:t>建什么索引？</a:t>
                      </a:r>
                      <a:endParaRPr lang="en-US" altLang="zh-CN" b="0">
                        <a:effectLst/>
                      </a:endParaRPr>
                    </a:p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altLang="en-US" b="0">
                          <a:effectLst/>
                        </a:rPr>
                        <a:t>如何分区？</a:t>
                      </a:r>
                      <a:endParaRPr lang="zh-CN" altLang="en-US" b="0">
                        <a:effectLst/>
                        <a:latin typeface="quote-cjk-patch"/>
                      </a:endParaRPr>
                    </a:p>
                  </a:txBody>
                  <a:tcPr marL="76200" marR="76200" marT="47625" marB="476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>
                          <a:effectLst/>
                        </a:rPr>
                        <a:t>DBA、</a:t>
                      </a:r>
                      <a:r>
                        <a:rPr lang="zh-CN" altLang="en-US" b="0">
                          <a:effectLst/>
                        </a:rPr>
                        <a:t>后端开发</a:t>
                      </a:r>
                      <a:endParaRPr lang="zh-CN" altLang="en-US" b="0">
                        <a:effectLst/>
                        <a:latin typeface="quote-cjk-patch"/>
                      </a:endParaRPr>
                    </a:p>
                  </a:txBody>
                  <a:tcPr marL="76200" marT="47625" marB="47625" anchor="ctr"/>
                </a:tc>
                <a:extLst>
                  <a:ext uri="{0D108BD9-81ED-4DB2-BD59-A6C34878D82A}">
                    <a16:rowId xmlns:a16="http://schemas.microsoft.com/office/drawing/2014/main" val="7058405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3343004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722011D-C60A-4B18-B381-6C64C424BA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关于</a:t>
            </a:r>
            <a:r>
              <a:rPr lang="en-US" altLang="zh-CN"/>
              <a:t>E-R</a:t>
            </a:r>
            <a:r>
              <a:rPr lang="zh-CN" altLang="en-US"/>
              <a:t>图</a:t>
            </a:r>
          </a:p>
        </p:txBody>
      </p:sp>
      <p:graphicFrame>
        <p:nvGraphicFramePr>
          <p:cNvPr id="4" name="内容占位符 3">
            <a:extLst>
              <a:ext uri="{FF2B5EF4-FFF2-40B4-BE49-F238E27FC236}">
                <a16:creationId xmlns:a16="http://schemas.microsoft.com/office/drawing/2014/main" id="{4C70E121-E0A8-42B9-86AD-F73643872CC6}"/>
              </a:ext>
            </a:extLst>
          </p:cNvPr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4017356032"/>
              </p:ext>
            </p:extLst>
          </p:nvPr>
        </p:nvGraphicFramePr>
        <p:xfrm>
          <a:off x="817563" y="1600201"/>
          <a:ext cx="5638477" cy="47811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6" name="内容占位符 3">
            <a:extLst>
              <a:ext uri="{FF2B5EF4-FFF2-40B4-BE49-F238E27FC236}">
                <a16:creationId xmlns:a16="http://schemas.microsoft.com/office/drawing/2014/main" id="{58D2CDDE-558A-4699-894D-20850DE445B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8048" y="2564904"/>
            <a:ext cx="5616624" cy="1887289"/>
          </a:xfrm>
          <a:prstGeom prst="rect">
            <a:avLst/>
          </a:prstGeom>
          <a:ln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2692812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635FF276-003D-4BE7-8665-628CA539916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graphicEl>
                                              <a:dgm id="{635FF276-003D-4BE7-8665-628CA539916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graphicEl>
                                              <a:dgm id="{635FF276-003D-4BE7-8665-628CA539916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F73DB45C-4CE0-48E6-BCC1-A34FBE7302B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>
                                            <p:graphicEl>
                                              <a:dgm id="{F73DB45C-4CE0-48E6-BCC1-A34FBE7302B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>
                                            <p:graphicEl>
                                              <a:dgm id="{F73DB45C-4CE0-48E6-BCC1-A34FBE7302B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8F15922D-6622-4648-9D6E-11B42DEBDF3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">
                                            <p:graphicEl>
                                              <a:dgm id="{8F15922D-6622-4648-9D6E-11B42DEBDF3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">
                                            <p:graphicEl>
                                              <a:dgm id="{8F15922D-6622-4648-9D6E-11B42DEBDF3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CFAFF825-1459-41DC-BC3A-39774BA0B54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">
                                            <p:graphicEl>
                                              <a:dgm id="{CFAFF825-1459-41DC-BC3A-39774BA0B54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">
                                            <p:graphicEl>
                                              <a:dgm id="{CFAFF825-1459-41DC-BC3A-39774BA0B54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549832AA-365E-494E-9165-05E128969B2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4">
                                            <p:graphicEl>
                                              <a:dgm id="{549832AA-365E-494E-9165-05E128969B2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4">
                                            <p:graphicEl>
                                              <a:dgm id="{549832AA-365E-494E-9165-05E128969B2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A9486D3B-7569-41DE-B54B-72BDA4AE7FB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">
                                            <p:graphicEl>
                                              <a:dgm id="{A9486D3B-7569-41DE-B54B-72BDA4AE7FB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">
                                            <p:graphicEl>
                                              <a:dgm id="{A9486D3B-7569-41DE-B54B-72BDA4AE7FB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Sub>
          <a:bldDgm bld="one"/>
        </p:bldSub>
      </p:bldGraphic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构建数据库模型：</a:t>
            </a:r>
            <a:r>
              <a:rPr lang="en-US" altLang="zh-CN" dirty="0"/>
              <a:t>ER</a:t>
            </a:r>
            <a:r>
              <a:rPr lang="zh-CN" altLang="en-US" dirty="0"/>
              <a:t>图</a:t>
            </a:r>
          </a:p>
        </p:txBody>
      </p:sp>
      <p:graphicFrame>
        <p:nvGraphicFramePr>
          <p:cNvPr id="5" name="内容占位符 4"/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2850930255"/>
              </p:ext>
            </p:extLst>
          </p:nvPr>
        </p:nvGraphicFramePr>
        <p:xfrm>
          <a:off x="1559496" y="1556792"/>
          <a:ext cx="9071793" cy="49244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3" name="图示 2"/>
          <p:cNvGraphicFramePr/>
          <p:nvPr>
            <p:extLst>
              <p:ext uri="{D42A27DB-BD31-4B8C-83A1-F6EECF244321}">
                <p14:modId xmlns:p14="http://schemas.microsoft.com/office/powerpoint/2010/main" val="3189964702"/>
              </p:ext>
            </p:extLst>
          </p:nvPr>
        </p:nvGraphicFramePr>
        <p:xfrm>
          <a:off x="2423592" y="2276872"/>
          <a:ext cx="7056784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pic>
        <p:nvPicPr>
          <p:cNvPr id="6" name="内容占位符 3">
            <a:extLst>
              <a:ext uri="{FF2B5EF4-FFF2-40B4-BE49-F238E27FC236}">
                <a16:creationId xmlns:a16="http://schemas.microsoft.com/office/drawing/2014/main" id="{1A708021-0D31-4FC3-93B7-2B763FBAC78A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3992" y="1988840"/>
            <a:ext cx="5616624" cy="1887289"/>
          </a:xfrm>
          <a:prstGeom prst="rect">
            <a:avLst/>
          </a:prstGeom>
          <a:ln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11138915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AD8D80F3-09E1-4687-902F-025609B9FBE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graphicEl>
                                              <a:dgm id="{AD8D80F3-09E1-4687-902F-025609B9FBE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graphicEl>
                                              <a:dgm id="{AD8D80F3-09E1-4687-902F-025609B9FBE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85211D9D-25EB-4FD3-9926-E26EC45B085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graphicEl>
                                              <a:dgm id="{85211D9D-25EB-4FD3-9926-E26EC45B085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graphicEl>
                                              <a:dgm id="{85211D9D-25EB-4FD3-9926-E26EC45B085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97E1D37F-4CD3-4F81-B772-04959FEE642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graphicEl>
                                              <a:dgm id="{97E1D37F-4CD3-4F81-B772-04959FEE642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graphicEl>
                                              <a:dgm id="{97E1D37F-4CD3-4F81-B772-04959FEE642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6E43E2F5-DE6A-4AC2-A5FD-49F7488763C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graphicEl>
                                              <a:dgm id="{6E43E2F5-DE6A-4AC2-A5FD-49F7488763C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graphicEl>
                                              <a:dgm id="{6E43E2F5-DE6A-4AC2-A5FD-49F7488763C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7FF141EB-2E94-49D0-9166-EFAF5E2EEFE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graphicEl>
                                              <a:dgm id="{7FF141EB-2E94-49D0-9166-EFAF5E2EEFE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graphicEl>
                                              <a:dgm id="{7FF141EB-2E94-49D0-9166-EFAF5E2EEFE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26BC8D99-6C00-471D-A6BA-ECC8B31B166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graphicEl>
                                              <a:dgm id="{26BC8D99-6C00-471D-A6BA-ECC8B31B166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graphicEl>
                                              <a:dgm id="{26BC8D99-6C00-471D-A6BA-ECC8B31B166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B865A898-DF73-42D1-844E-055F5ED3FF4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graphicEl>
                                              <a:dgm id="{B865A898-DF73-42D1-844E-055F5ED3FF4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graphicEl>
                                              <a:dgm id="{B865A898-DF73-42D1-844E-055F5ED3FF4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4509CB6C-82EB-4AF2-82B4-C1044DBC157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graphicEl>
                                              <a:dgm id="{4509CB6C-82EB-4AF2-82B4-C1044DBC157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graphicEl>
                                              <a:dgm id="{4509CB6C-82EB-4AF2-82B4-C1044DBC157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3" grpId="0">
        <p:bldSub>
          <a:bldDgm bld="one"/>
        </p:bldSub>
      </p:bldGraphic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6864" y="228600"/>
            <a:ext cx="10871200" cy="928709"/>
          </a:xfrm>
        </p:spPr>
        <p:txBody>
          <a:bodyPr/>
          <a:lstStyle/>
          <a:p>
            <a:r>
              <a:rPr lang="zh-CN" altLang="en-US"/>
              <a:t>难点：实体间的联系（常见</a:t>
            </a:r>
            <a:r>
              <a:rPr lang="en-US" altLang="zh-CN"/>
              <a:t>1:1   1:n   m:n</a:t>
            </a:r>
            <a:r>
              <a:rPr lang="zh-CN" altLang="en-US"/>
              <a:t>）</a:t>
            </a:r>
          </a:p>
        </p:txBody>
      </p:sp>
      <p:grpSp>
        <p:nvGrpSpPr>
          <p:cNvPr id="8" name="组合 7"/>
          <p:cNvGrpSpPr/>
          <p:nvPr/>
        </p:nvGrpSpPr>
        <p:grpSpPr>
          <a:xfrm>
            <a:off x="1055440" y="2348880"/>
            <a:ext cx="1762214" cy="1057328"/>
            <a:chOff x="285186" y="1981"/>
            <a:chExt cx="1762214" cy="1057328"/>
          </a:xfrm>
        </p:grpSpPr>
        <p:sp>
          <p:nvSpPr>
            <p:cNvPr id="24" name="矩形 23"/>
            <p:cNvSpPr/>
            <p:nvPr/>
          </p:nvSpPr>
          <p:spPr>
            <a:xfrm>
              <a:off x="285186" y="1981"/>
              <a:ext cx="1762214" cy="1057328"/>
            </a:xfrm>
            <a:prstGeom prst="rect">
              <a:avLst/>
            </a:prstGeom>
          </p:spPr>
          <p:style>
            <a:lnRef idx="2">
              <a:schemeClr val="dk1">
                <a:shade val="80000"/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25" name="矩形 24"/>
            <p:cNvSpPr/>
            <p:nvPr/>
          </p:nvSpPr>
          <p:spPr>
            <a:xfrm>
              <a:off x="285186" y="1981"/>
              <a:ext cx="1762214" cy="105732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91440" tIns="91440" rIns="91440" bIns="91440" numCol="1" spcCol="1270" anchor="ctr" anchorCtr="0">
              <a:noAutofit/>
            </a:bodyPr>
            <a:lstStyle/>
            <a:p>
              <a:pPr lvl="0" algn="ctr" defTabSz="1066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CN" altLang="en-US" sz="2400" kern="1200"/>
                <a:t>老师</a:t>
              </a:r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5125874" y="2348880"/>
            <a:ext cx="1762214" cy="1057328"/>
            <a:chOff x="2223622" y="1981"/>
            <a:chExt cx="1762214" cy="1057328"/>
          </a:xfrm>
        </p:grpSpPr>
        <p:sp>
          <p:nvSpPr>
            <p:cNvPr id="22" name="矩形 21"/>
            <p:cNvSpPr/>
            <p:nvPr/>
          </p:nvSpPr>
          <p:spPr>
            <a:xfrm>
              <a:off x="2223622" y="1981"/>
              <a:ext cx="1762214" cy="1057328"/>
            </a:xfrm>
            <a:prstGeom prst="rect">
              <a:avLst/>
            </a:prstGeom>
          </p:spPr>
          <p:style>
            <a:lnRef idx="2">
              <a:schemeClr val="dk1">
                <a:shade val="80000"/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23" name="矩形 22"/>
            <p:cNvSpPr/>
            <p:nvPr/>
          </p:nvSpPr>
          <p:spPr>
            <a:xfrm>
              <a:off x="2223622" y="1981"/>
              <a:ext cx="1762214" cy="105732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91440" tIns="91440" rIns="91440" bIns="91440" numCol="1" spcCol="1270" anchor="ctr" anchorCtr="0">
              <a:noAutofit/>
            </a:bodyPr>
            <a:lstStyle/>
            <a:p>
              <a:pPr lvl="0" algn="ctr" defTabSz="1066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CN" altLang="en-US" sz="2400" kern="1200"/>
                <a:t>学院</a:t>
              </a:r>
            </a:p>
          </p:txBody>
        </p:sp>
      </p:grpSp>
      <p:grpSp>
        <p:nvGrpSpPr>
          <p:cNvPr id="10" name="组合 9"/>
          <p:cNvGrpSpPr/>
          <p:nvPr/>
        </p:nvGrpSpPr>
        <p:grpSpPr>
          <a:xfrm>
            <a:off x="1055440" y="3582430"/>
            <a:ext cx="1762214" cy="1057328"/>
            <a:chOff x="285186" y="1235531"/>
            <a:chExt cx="1762214" cy="1057328"/>
          </a:xfrm>
        </p:grpSpPr>
        <p:sp>
          <p:nvSpPr>
            <p:cNvPr id="20" name="矩形 19"/>
            <p:cNvSpPr/>
            <p:nvPr/>
          </p:nvSpPr>
          <p:spPr>
            <a:xfrm>
              <a:off x="285186" y="1235531"/>
              <a:ext cx="1762214" cy="1057328"/>
            </a:xfrm>
            <a:prstGeom prst="rect">
              <a:avLst/>
            </a:prstGeom>
          </p:spPr>
          <p:style>
            <a:lnRef idx="2">
              <a:schemeClr val="dk1">
                <a:shade val="80000"/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21" name="矩形 20"/>
            <p:cNvSpPr/>
            <p:nvPr/>
          </p:nvSpPr>
          <p:spPr>
            <a:xfrm>
              <a:off x="285186" y="1235531"/>
              <a:ext cx="1762214" cy="105732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91440" tIns="91440" rIns="91440" bIns="91440" numCol="1" spcCol="1270" anchor="ctr" anchorCtr="0">
              <a:noAutofit/>
            </a:bodyPr>
            <a:lstStyle/>
            <a:p>
              <a:pPr lvl="0" algn="ctr" defTabSz="1066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CN" altLang="en-US" sz="2400" kern="1200"/>
                <a:t>学生</a:t>
              </a:r>
            </a:p>
          </p:txBody>
        </p:sp>
      </p:grpSp>
      <p:grpSp>
        <p:nvGrpSpPr>
          <p:cNvPr id="11" name="组合 10"/>
          <p:cNvGrpSpPr/>
          <p:nvPr/>
        </p:nvGrpSpPr>
        <p:grpSpPr>
          <a:xfrm>
            <a:off x="5125874" y="3582430"/>
            <a:ext cx="1762214" cy="1057328"/>
            <a:chOff x="2223622" y="1235531"/>
            <a:chExt cx="1762214" cy="1057328"/>
          </a:xfrm>
        </p:grpSpPr>
        <p:sp>
          <p:nvSpPr>
            <p:cNvPr id="18" name="矩形 17"/>
            <p:cNvSpPr/>
            <p:nvPr/>
          </p:nvSpPr>
          <p:spPr>
            <a:xfrm>
              <a:off x="2223622" y="1235531"/>
              <a:ext cx="1762214" cy="1057328"/>
            </a:xfrm>
            <a:prstGeom prst="rect">
              <a:avLst/>
            </a:prstGeom>
          </p:spPr>
          <p:style>
            <a:lnRef idx="2">
              <a:schemeClr val="dk1">
                <a:shade val="80000"/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9" name="矩形 18"/>
            <p:cNvSpPr/>
            <p:nvPr/>
          </p:nvSpPr>
          <p:spPr>
            <a:xfrm>
              <a:off x="2223622" y="1235531"/>
              <a:ext cx="1762214" cy="105732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91440" tIns="91440" rIns="91440" bIns="91440" numCol="1" spcCol="1270" anchor="ctr" anchorCtr="0">
              <a:noAutofit/>
            </a:bodyPr>
            <a:lstStyle/>
            <a:p>
              <a:pPr lvl="0" algn="ctr" defTabSz="1066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CN" altLang="en-US" sz="2400" kern="1200"/>
                <a:t>选修课</a:t>
              </a:r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1055440" y="4815980"/>
            <a:ext cx="1762214" cy="1057328"/>
            <a:chOff x="285186" y="2469081"/>
            <a:chExt cx="1762214" cy="1057328"/>
          </a:xfrm>
        </p:grpSpPr>
        <p:sp>
          <p:nvSpPr>
            <p:cNvPr id="16" name="矩形 15"/>
            <p:cNvSpPr/>
            <p:nvPr/>
          </p:nvSpPr>
          <p:spPr>
            <a:xfrm>
              <a:off x="285186" y="2469081"/>
              <a:ext cx="1762214" cy="1057328"/>
            </a:xfrm>
            <a:prstGeom prst="rect">
              <a:avLst/>
            </a:prstGeom>
          </p:spPr>
          <p:style>
            <a:lnRef idx="2">
              <a:schemeClr val="dk1">
                <a:shade val="80000"/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7" name="矩形 16"/>
            <p:cNvSpPr/>
            <p:nvPr/>
          </p:nvSpPr>
          <p:spPr>
            <a:xfrm>
              <a:off x="285186" y="2469081"/>
              <a:ext cx="1762214" cy="105732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91440" tIns="91440" rIns="91440" bIns="91440" numCol="1" spcCol="1270" anchor="ctr" anchorCtr="0">
              <a:noAutofit/>
            </a:bodyPr>
            <a:lstStyle/>
            <a:p>
              <a:pPr lvl="0" algn="ctr" defTabSz="1066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CN" altLang="en-US" sz="2400" kern="1200"/>
                <a:t>二级学院</a:t>
              </a:r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5125874" y="4815980"/>
            <a:ext cx="1762214" cy="1057328"/>
            <a:chOff x="2223622" y="2469081"/>
            <a:chExt cx="1762214" cy="1057328"/>
          </a:xfrm>
        </p:grpSpPr>
        <p:sp>
          <p:nvSpPr>
            <p:cNvPr id="14" name="矩形 13"/>
            <p:cNvSpPr/>
            <p:nvPr/>
          </p:nvSpPr>
          <p:spPr>
            <a:xfrm>
              <a:off x="2223622" y="2469081"/>
              <a:ext cx="1762214" cy="1057328"/>
            </a:xfrm>
            <a:prstGeom prst="rect">
              <a:avLst/>
            </a:prstGeom>
          </p:spPr>
          <p:style>
            <a:lnRef idx="2">
              <a:schemeClr val="dk1">
                <a:shade val="80000"/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5" name="矩形 14"/>
            <p:cNvSpPr/>
            <p:nvPr/>
          </p:nvSpPr>
          <p:spPr>
            <a:xfrm>
              <a:off x="2223622" y="2469081"/>
              <a:ext cx="1762214" cy="105732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91440" tIns="91440" rIns="91440" bIns="91440" numCol="1" spcCol="1270" anchor="ctr" anchorCtr="0">
              <a:noAutofit/>
            </a:bodyPr>
            <a:lstStyle/>
            <a:p>
              <a:pPr lvl="0" algn="ctr" defTabSz="1066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CN" altLang="en-US" sz="2400" kern="1200"/>
                <a:t>学院教务办</a:t>
              </a:r>
            </a:p>
          </p:txBody>
        </p:sp>
      </p:grpSp>
      <p:sp>
        <p:nvSpPr>
          <p:cNvPr id="26" name="流程图: 决策 25"/>
          <p:cNvSpPr/>
          <p:nvPr/>
        </p:nvSpPr>
        <p:spPr>
          <a:xfrm>
            <a:off x="3503712" y="2564904"/>
            <a:ext cx="936104" cy="648072"/>
          </a:xfrm>
          <a:prstGeom prst="flowChartDecis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流程图: 决策 26"/>
          <p:cNvSpPr/>
          <p:nvPr/>
        </p:nvSpPr>
        <p:spPr>
          <a:xfrm>
            <a:off x="3503712" y="3787058"/>
            <a:ext cx="936104" cy="648072"/>
          </a:xfrm>
          <a:prstGeom prst="flowChartDecis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流程图: 决策 27"/>
          <p:cNvSpPr/>
          <p:nvPr/>
        </p:nvSpPr>
        <p:spPr>
          <a:xfrm>
            <a:off x="3521264" y="5009212"/>
            <a:ext cx="936104" cy="648072"/>
          </a:xfrm>
          <a:prstGeom prst="flowChartDecis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0" name="直接连接符 29"/>
          <p:cNvCxnSpPr>
            <a:stCxn id="24" idx="3"/>
            <a:endCxn id="26" idx="1"/>
          </p:cNvCxnSpPr>
          <p:nvPr/>
        </p:nvCxnSpPr>
        <p:spPr>
          <a:xfrm>
            <a:off x="2817654" y="2877544"/>
            <a:ext cx="686058" cy="1139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/>
          <p:cNvCxnSpPr/>
          <p:nvPr/>
        </p:nvCxnSpPr>
        <p:spPr>
          <a:xfrm>
            <a:off x="4439072" y="2883242"/>
            <a:ext cx="686058" cy="1139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/>
          <p:cNvCxnSpPr/>
          <p:nvPr/>
        </p:nvCxnSpPr>
        <p:spPr>
          <a:xfrm>
            <a:off x="2817654" y="4091151"/>
            <a:ext cx="686058" cy="1139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/>
          <p:cNvCxnSpPr/>
          <p:nvPr/>
        </p:nvCxnSpPr>
        <p:spPr>
          <a:xfrm>
            <a:off x="4439072" y="4096849"/>
            <a:ext cx="686058" cy="1139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/>
          <p:cNvCxnSpPr/>
          <p:nvPr/>
        </p:nvCxnSpPr>
        <p:spPr>
          <a:xfrm>
            <a:off x="2817654" y="5315227"/>
            <a:ext cx="686058" cy="1139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连接符 36"/>
          <p:cNvCxnSpPr/>
          <p:nvPr/>
        </p:nvCxnSpPr>
        <p:spPr>
          <a:xfrm>
            <a:off x="4439072" y="5320925"/>
            <a:ext cx="686058" cy="1139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文本框 37"/>
          <p:cNvSpPr txBox="1"/>
          <p:nvPr/>
        </p:nvSpPr>
        <p:spPr>
          <a:xfrm>
            <a:off x="243052" y="2692878"/>
            <a:ext cx="3561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/>
              <a:t>1</a:t>
            </a:r>
            <a:endParaRPr lang="zh-CN" altLang="en-US" sz="2400" b="1"/>
          </a:p>
        </p:txBody>
      </p:sp>
      <p:sp>
        <p:nvSpPr>
          <p:cNvPr id="39" name="文本框 38"/>
          <p:cNvSpPr txBox="1"/>
          <p:nvPr/>
        </p:nvSpPr>
        <p:spPr>
          <a:xfrm>
            <a:off x="243052" y="3880261"/>
            <a:ext cx="3561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/>
              <a:t>2</a:t>
            </a:r>
            <a:endParaRPr lang="zh-CN" altLang="en-US" sz="2400" b="1"/>
          </a:p>
        </p:txBody>
      </p:sp>
      <p:sp>
        <p:nvSpPr>
          <p:cNvPr id="40" name="文本框 39"/>
          <p:cNvSpPr txBox="1"/>
          <p:nvPr/>
        </p:nvSpPr>
        <p:spPr>
          <a:xfrm>
            <a:off x="243052" y="5009212"/>
            <a:ext cx="3561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/>
              <a:t>3</a:t>
            </a:r>
            <a:endParaRPr lang="zh-CN" altLang="en-US" sz="2400" b="1"/>
          </a:p>
        </p:txBody>
      </p:sp>
      <p:sp>
        <p:nvSpPr>
          <p:cNvPr id="41" name="剪去单角的矩形 40"/>
          <p:cNvSpPr/>
          <p:nvPr/>
        </p:nvSpPr>
        <p:spPr>
          <a:xfrm>
            <a:off x="7896200" y="3429000"/>
            <a:ext cx="3312368" cy="2797671"/>
          </a:xfrm>
          <a:prstGeom prst="snip1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/>
              <a:t>问题：</a:t>
            </a:r>
            <a:endParaRPr lang="en-US" altLang="zh-CN"/>
          </a:p>
          <a:p>
            <a:pPr algn="ctr"/>
            <a:endParaRPr lang="en-US" altLang="zh-CN"/>
          </a:p>
          <a:p>
            <a:r>
              <a:rPr lang="zh-CN" altLang="en-US"/>
              <a:t>图</a:t>
            </a:r>
            <a:r>
              <a:rPr lang="en-US" altLang="zh-CN"/>
              <a:t>1</a:t>
            </a:r>
            <a:r>
              <a:rPr lang="zh-CN" altLang="en-US"/>
              <a:t>、图</a:t>
            </a:r>
            <a:r>
              <a:rPr lang="en-US" altLang="zh-CN"/>
              <a:t>2</a:t>
            </a:r>
            <a:r>
              <a:rPr lang="zh-CN" altLang="en-US"/>
              <a:t>和图</a:t>
            </a:r>
            <a:r>
              <a:rPr lang="en-US" altLang="zh-CN"/>
              <a:t>3</a:t>
            </a:r>
            <a:r>
              <a:rPr lang="zh-CN" altLang="en-US"/>
              <a:t>中实体的联系分别是：</a:t>
            </a:r>
            <a:endParaRPr lang="en-US" altLang="zh-CN"/>
          </a:p>
          <a:p>
            <a:endParaRPr lang="en-US" altLang="zh-CN"/>
          </a:p>
          <a:p>
            <a:pPr marL="342900" indent="-342900">
              <a:buFont typeface="+mj-lt"/>
              <a:buAutoNum type="alphaUcPeriod"/>
            </a:pPr>
            <a:r>
              <a:rPr lang="en-US" altLang="zh-CN"/>
              <a:t>1:1   1:n   m:n</a:t>
            </a:r>
          </a:p>
          <a:p>
            <a:pPr marL="342900" indent="-342900">
              <a:buFont typeface="+mj-lt"/>
              <a:buAutoNum type="alphaUcPeriod"/>
            </a:pPr>
            <a:r>
              <a:rPr lang="en-US" altLang="zh-CN"/>
              <a:t>1:n    m:n 1:1 </a:t>
            </a:r>
          </a:p>
          <a:p>
            <a:pPr marL="342900" indent="-342900">
              <a:buFont typeface="+mj-lt"/>
              <a:buAutoNum type="alphaUcPeriod"/>
            </a:pPr>
            <a:r>
              <a:rPr lang="en-US" altLang="zh-CN"/>
              <a:t>m:n   1:n   1:1</a:t>
            </a:r>
          </a:p>
          <a:p>
            <a:pPr marL="342900" indent="-342900">
              <a:buFont typeface="+mj-lt"/>
              <a:buAutoNum type="alphaUcPeriod"/>
            </a:pPr>
            <a:endParaRPr lang="en-US" altLang="zh-CN"/>
          </a:p>
        </p:txBody>
      </p:sp>
      <p:sp>
        <p:nvSpPr>
          <p:cNvPr id="3" name="标注: 线形 2">
            <a:extLst>
              <a:ext uri="{FF2B5EF4-FFF2-40B4-BE49-F238E27FC236}">
                <a16:creationId xmlns:a16="http://schemas.microsoft.com/office/drawing/2014/main" id="{D39F22A2-8CAF-4657-A9AF-0C718CFD1689}"/>
              </a:ext>
            </a:extLst>
          </p:cNvPr>
          <p:cNvSpPr/>
          <p:nvPr/>
        </p:nvSpPr>
        <p:spPr>
          <a:xfrm>
            <a:off x="7358122" y="1532244"/>
            <a:ext cx="4032448" cy="1356696"/>
          </a:xfrm>
          <a:prstGeom prst="borderCallout1">
            <a:avLst>
              <a:gd name="adj1" fmla="val 18750"/>
              <a:gd name="adj2" fmla="val -8333"/>
              <a:gd name="adj3" fmla="val 77764"/>
              <a:gd name="adj4" fmla="val -8386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/>
              <a:t>套路：</a:t>
            </a:r>
            <a:endParaRPr lang="en-US" altLang="zh-CN"/>
          </a:p>
          <a:p>
            <a:pPr algn="ctr"/>
            <a:r>
              <a:rPr lang="en-US" altLang="zh-CN"/>
              <a:t>1</a:t>
            </a:r>
            <a:r>
              <a:rPr lang="zh-CN" altLang="en-US"/>
              <a:t>个实体</a:t>
            </a:r>
            <a:r>
              <a:rPr lang="en-US" altLang="zh-CN"/>
              <a:t>A</a:t>
            </a:r>
            <a:r>
              <a:rPr lang="zh-CN" altLang="en-US"/>
              <a:t>对应几个实体</a:t>
            </a:r>
            <a:r>
              <a:rPr lang="en-US" altLang="zh-CN"/>
              <a:t>B</a:t>
            </a:r>
            <a:r>
              <a:rPr lang="zh-CN" altLang="en-US"/>
              <a:t>？就在实体</a:t>
            </a:r>
            <a:r>
              <a:rPr lang="en-US" altLang="zh-CN"/>
              <a:t>B</a:t>
            </a:r>
            <a:r>
              <a:rPr lang="zh-CN" altLang="en-US"/>
              <a:t>一边写几</a:t>
            </a:r>
            <a:endParaRPr lang="en-US" altLang="zh-CN"/>
          </a:p>
          <a:p>
            <a:pPr algn="ctr"/>
            <a:r>
              <a:rPr lang="en-US" altLang="zh-CN"/>
              <a:t>1</a:t>
            </a:r>
            <a:r>
              <a:rPr lang="zh-CN" altLang="en-US"/>
              <a:t>个实体</a:t>
            </a:r>
            <a:r>
              <a:rPr lang="en-US" altLang="zh-CN"/>
              <a:t>B</a:t>
            </a:r>
            <a:r>
              <a:rPr lang="zh-CN" altLang="en-US"/>
              <a:t>对应几个实体</a:t>
            </a:r>
            <a:r>
              <a:rPr lang="en-US" altLang="zh-CN"/>
              <a:t>A</a:t>
            </a:r>
            <a:r>
              <a:rPr lang="zh-CN" altLang="en-US"/>
              <a:t>？就在实体</a:t>
            </a:r>
            <a:r>
              <a:rPr lang="en-US" altLang="zh-CN"/>
              <a:t>A</a:t>
            </a:r>
            <a:r>
              <a:rPr lang="zh-CN" altLang="en-US"/>
              <a:t>一边写几</a:t>
            </a:r>
          </a:p>
        </p:txBody>
      </p:sp>
    </p:spTree>
    <p:extLst>
      <p:ext uri="{BB962C8B-B14F-4D97-AF65-F5344CB8AC3E}">
        <p14:creationId xmlns:p14="http://schemas.microsoft.com/office/powerpoint/2010/main" val="28737265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实体的三种联系：</a:t>
            </a:r>
            <a:r>
              <a:rPr lang="en-US" altLang="zh-CN"/>
              <a:t>1:1   1:n   m:n</a:t>
            </a:r>
            <a:endParaRPr lang="zh-CN" altLang="en-US"/>
          </a:p>
        </p:txBody>
      </p:sp>
      <p:grpSp>
        <p:nvGrpSpPr>
          <p:cNvPr id="8" name="组合 7"/>
          <p:cNvGrpSpPr/>
          <p:nvPr/>
        </p:nvGrpSpPr>
        <p:grpSpPr>
          <a:xfrm>
            <a:off x="1055440" y="2348880"/>
            <a:ext cx="1762214" cy="1057328"/>
            <a:chOff x="285186" y="1981"/>
            <a:chExt cx="1762214" cy="1057328"/>
          </a:xfrm>
        </p:grpSpPr>
        <p:sp>
          <p:nvSpPr>
            <p:cNvPr id="24" name="矩形 23"/>
            <p:cNvSpPr/>
            <p:nvPr/>
          </p:nvSpPr>
          <p:spPr>
            <a:xfrm>
              <a:off x="285186" y="1981"/>
              <a:ext cx="1762214" cy="1057328"/>
            </a:xfrm>
            <a:prstGeom prst="rect">
              <a:avLst/>
            </a:prstGeom>
          </p:spPr>
          <p:style>
            <a:lnRef idx="2">
              <a:schemeClr val="dk1">
                <a:shade val="80000"/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25" name="矩形 24"/>
            <p:cNvSpPr/>
            <p:nvPr/>
          </p:nvSpPr>
          <p:spPr>
            <a:xfrm>
              <a:off x="285186" y="1981"/>
              <a:ext cx="1762214" cy="105732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91440" tIns="91440" rIns="91440" bIns="91440" numCol="1" spcCol="1270" anchor="ctr" anchorCtr="0">
              <a:noAutofit/>
            </a:bodyPr>
            <a:lstStyle/>
            <a:p>
              <a:pPr lvl="0" algn="ctr" defTabSz="1066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CN" altLang="en-US" sz="2400" kern="1200"/>
                <a:t>老师</a:t>
              </a:r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5125874" y="2348880"/>
            <a:ext cx="1762214" cy="1057328"/>
            <a:chOff x="2223622" y="1981"/>
            <a:chExt cx="1762214" cy="1057328"/>
          </a:xfrm>
        </p:grpSpPr>
        <p:sp>
          <p:nvSpPr>
            <p:cNvPr id="22" name="矩形 21"/>
            <p:cNvSpPr/>
            <p:nvPr/>
          </p:nvSpPr>
          <p:spPr>
            <a:xfrm>
              <a:off x="2223622" y="1981"/>
              <a:ext cx="1762214" cy="1057328"/>
            </a:xfrm>
            <a:prstGeom prst="rect">
              <a:avLst/>
            </a:prstGeom>
          </p:spPr>
          <p:style>
            <a:lnRef idx="2">
              <a:schemeClr val="dk1">
                <a:shade val="80000"/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23" name="矩形 22"/>
            <p:cNvSpPr/>
            <p:nvPr/>
          </p:nvSpPr>
          <p:spPr>
            <a:xfrm>
              <a:off x="2223622" y="1981"/>
              <a:ext cx="1762214" cy="105732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91440" tIns="91440" rIns="91440" bIns="91440" numCol="1" spcCol="1270" anchor="ctr" anchorCtr="0">
              <a:noAutofit/>
            </a:bodyPr>
            <a:lstStyle/>
            <a:p>
              <a:pPr lvl="0" algn="ctr" defTabSz="1066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CN" altLang="en-US" sz="2400" kern="1200"/>
                <a:t>学院</a:t>
              </a:r>
            </a:p>
          </p:txBody>
        </p:sp>
      </p:grpSp>
      <p:grpSp>
        <p:nvGrpSpPr>
          <p:cNvPr id="10" name="组合 9"/>
          <p:cNvGrpSpPr/>
          <p:nvPr/>
        </p:nvGrpSpPr>
        <p:grpSpPr>
          <a:xfrm>
            <a:off x="1055440" y="3582430"/>
            <a:ext cx="1762214" cy="1057328"/>
            <a:chOff x="285186" y="1235531"/>
            <a:chExt cx="1762214" cy="1057328"/>
          </a:xfrm>
        </p:grpSpPr>
        <p:sp>
          <p:nvSpPr>
            <p:cNvPr id="20" name="矩形 19"/>
            <p:cNvSpPr/>
            <p:nvPr/>
          </p:nvSpPr>
          <p:spPr>
            <a:xfrm>
              <a:off x="285186" y="1235531"/>
              <a:ext cx="1762214" cy="1057328"/>
            </a:xfrm>
            <a:prstGeom prst="rect">
              <a:avLst/>
            </a:prstGeom>
          </p:spPr>
          <p:style>
            <a:lnRef idx="2">
              <a:schemeClr val="dk1">
                <a:shade val="80000"/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21" name="矩形 20"/>
            <p:cNvSpPr/>
            <p:nvPr/>
          </p:nvSpPr>
          <p:spPr>
            <a:xfrm>
              <a:off x="285186" y="1235531"/>
              <a:ext cx="1762214" cy="105732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91440" tIns="91440" rIns="91440" bIns="91440" numCol="1" spcCol="1270" anchor="ctr" anchorCtr="0">
              <a:noAutofit/>
            </a:bodyPr>
            <a:lstStyle/>
            <a:p>
              <a:pPr lvl="0" algn="ctr" defTabSz="1066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CN" altLang="en-US" sz="2400" kern="1200"/>
                <a:t>学生</a:t>
              </a:r>
            </a:p>
          </p:txBody>
        </p:sp>
      </p:grpSp>
      <p:grpSp>
        <p:nvGrpSpPr>
          <p:cNvPr id="11" name="组合 10"/>
          <p:cNvGrpSpPr/>
          <p:nvPr/>
        </p:nvGrpSpPr>
        <p:grpSpPr>
          <a:xfrm>
            <a:off x="5125874" y="3582430"/>
            <a:ext cx="1762214" cy="1057328"/>
            <a:chOff x="2223622" y="1235531"/>
            <a:chExt cx="1762214" cy="1057328"/>
          </a:xfrm>
        </p:grpSpPr>
        <p:sp>
          <p:nvSpPr>
            <p:cNvPr id="18" name="矩形 17"/>
            <p:cNvSpPr/>
            <p:nvPr/>
          </p:nvSpPr>
          <p:spPr>
            <a:xfrm>
              <a:off x="2223622" y="1235531"/>
              <a:ext cx="1762214" cy="1057328"/>
            </a:xfrm>
            <a:prstGeom prst="rect">
              <a:avLst/>
            </a:prstGeom>
          </p:spPr>
          <p:style>
            <a:lnRef idx="2">
              <a:schemeClr val="dk1">
                <a:shade val="80000"/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9" name="矩形 18"/>
            <p:cNvSpPr/>
            <p:nvPr/>
          </p:nvSpPr>
          <p:spPr>
            <a:xfrm>
              <a:off x="2223622" y="1235531"/>
              <a:ext cx="1762214" cy="105732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91440" tIns="91440" rIns="91440" bIns="91440" numCol="1" spcCol="1270" anchor="ctr" anchorCtr="0">
              <a:noAutofit/>
            </a:bodyPr>
            <a:lstStyle/>
            <a:p>
              <a:pPr lvl="0" algn="ctr" defTabSz="1066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CN" altLang="en-US" sz="2400" kern="1200"/>
                <a:t>选修课</a:t>
              </a:r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1055440" y="4815980"/>
            <a:ext cx="1762214" cy="1057328"/>
            <a:chOff x="285186" y="2469081"/>
            <a:chExt cx="1762214" cy="1057328"/>
          </a:xfrm>
        </p:grpSpPr>
        <p:sp>
          <p:nvSpPr>
            <p:cNvPr id="16" name="矩形 15"/>
            <p:cNvSpPr/>
            <p:nvPr/>
          </p:nvSpPr>
          <p:spPr>
            <a:xfrm>
              <a:off x="285186" y="2469081"/>
              <a:ext cx="1762214" cy="1057328"/>
            </a:xfrm>
            <a:prstGeom prst="rect">
              <a:avLst/>
            </a:prstGeom>
          </p:spPr>
          <p:style>
            <a:lnRef idx="2">
              <a:schemeClr val="dk1">
                <a:shade val="80000"/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7" name="矩形 16"/>
            <p:cNvSpPr/>
            <p:nvPr/>
          </p:nvSpPr>
          <p:spPr>
            <a:xfrm>
              <a:off x="285186" y="2469081"/>
              <a:ext cx="1762214" cy="105732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91440" tIns="91440" rIns="91440" bIns="91440" numCol="1" spcCol="1270" anchor="ctr" anchorCtr="0">
              <a:noAutofit/>
            </a:bodyPr>
            <a:lstStyle/>
            <a:p>
              <a:pPr lvl="0" algn="ctr" defTabSz="1066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CN" altLang="en-US" sz="2400" kern="1200"/>
                <a:t>二级学院</a:t>
              </a:r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5125874" y="4815980"/>
            <a:ext cx="1762214" cy="1057328"/>
            <a:chOff x="2223622" y="2469081"/>
            <a:chExt cx="1762214" cy="1057328"/>
          </a:xfrm>
        </p:grpSpPr>
        <p:sp>
          <p:nvSpPr>
            <p:cNvPr id="14" name="矩形 13"/>
            <p:cNvSpPr/>
            <p:nvPr/>
          </p:nvSpPr>
          <p:spPr>
            <a:xfrm>
              <a:off x="2223622" y="2469081"/>
              <a:ext cx="1762214" cy="1057328"/>
            </a:xfrm>
            <a:prstGeom prst="rect">
              <a:avLst/>
            </a:prstGeom>
          </p:spPr>
          <p:style>
            <a:lnRef idx="2">
              <a:schemeClr val="dk1">
                <a:shade val="80000"/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5" name="矩形 14"/>
            <p:cNvSpPr/>
            <p:nvPr/>
          </p:nvSpPr>
          <p:spPr>
            <a:xfrm>
              <a:off x="2223622" y="2469081"/>
              <a:ext cx="1762214" cy="105732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91440" tIns="91440" rIns="91440" bIns="91440" numCol="1" spcCol="1270" anchor="ctr" anchorCtr="0">
              <a:noAutofit/>
            </a:bodyPr>
            <a:lstStyle/>
            <a:p>
              <a:pPr lvl="0" algn="ctr" defTabSz="1066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CN" altLang="en-US" sz="2400" kern="1200"/>
                <a:t>学院教务办</a:t>
              </a:r>
            </a:p>
          </p:txBody>
        </p:sp>
      </p:grpSp>
      <p:sp>
        <p:nvSpPr>
          <p:cNvPr id="26" name="流程图: 决策 25"/>
          <p:cNvSpPr/>
          <p:nvPr/>
        </p:nvSpPr>
        <p:spPr>
          <a:xfrm>
            <a:off x="3503712" y="2564904"/>
            <a:ext cx="936104" cy="648072"/>
          </a:xfrm>
          <a:prstGeom prst="flowChartDecis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流程图: 决策 26"/>
          <p:cNvSpPr/>
          <p:nvPr/>
        </p:nvSpPr>
        <p:spPr>
          <a:xfrm>
            <a:off x="3503712" y="3787058"/>
            <a:ext cx="936104" cy="648072"/>
          </a:xfrm>
          <a:prstGeom prst="flowChartDecis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流程图: 决策 27"/>
          <p:cNvSpPr/>
          <p:nvPr/>
        </p:nvSpPr>
        <p:spPr>
          <a:xfrm>
            <a:off x="3521264" y="5009212"/>
            <a:ext cx="936104" cy="648072"/>
          </a:xfrm>
          <a:prstGeom prst="flowChartDecis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0" name="直接连接符 29"/>
          <p:cNvCxnSpPr>
            <a:stCxn id="24" idx="3"/>
            <a:endCxn id="26" idx="1"/>
          </p:cNvCxnSpPr>
          <p:nvPr/>
        </p:nvCxnSpPr>
        <p:spPr>
          <a:xfrm>
            <a:off x="2817654" y="2877544"/>
            <a:ext cx="686058" cy="1139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/>
          <p:cNvCxnSpPr/>
          <p:nvPr/>
        </p:nvCxnSpPr>
        <p:spPr>
          <a:xfrm>
            <a:off x="4439072" y="2883242"/>
            <a:ext cx="686058" cy="1139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/>
          <p:cNvCxnSpPr/>
          <p:nvPr/>
        </p:nvCxnSpPr>
        <p:spPr>
          <a:xfrm>
            <a:off x="2817654" y="4091151"/>
            <a:ext cx="686058" cy="1139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/>
          <p:cNvCxnSpPr/>
          <p:nvPr/>
        </p:nvCxnSpPr>
        <p:spPr>
          <a:xfrm>
            <a:off x="4439072" y="4096849"/>
            <a:ext cx="686058" cy="1139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/>
          <p:cNvCxnSpPr/>
          <p:nvPr/>
        </p:nvCxnSpPr>
        <p:spPr>
          <a:xfrm>
            <a:off x="2817654" y="5315227"/>
            <a:ext cx="686058" cy="1139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连接符 36"/>
          <p:cNvCxnSpPr/>
          <p:nvPr/>
        </p:nvCxnSpPr>
        <p:spPr>
          <a:xfrm>
            <a:off x="4439072" y="5320925"/>
            <a:ext cx="686058" cy="1139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文本框 37"/>
          <p:cNvSpPr txBox="1"/>
          <p:nvPr/>
        </p:nvSpPr>
        <p:spPr>
          <a:xfrm>
            <a:off x="243052" y="2692878"/>
            <a:ext cx="3561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/>
              <a:t>1</a:t>
            </a:r>
            <a:endParaRPr lang="zh-CN" altLang="en-US" sz="2400" b="1"/>
          </a:p>
        </p:txBody>
      </p:sp>
      <p:sp>
        <p:nvSpPr>
          <p:cNvPr id="39" name="文本框 38"/>
          <p:cNvSpPr txBox="1"/>
          <p:nvPr/>
        </p:nvSpPr>
        <p:spPr>
          <a:xfrm>
            <a:off x="243052" y="3880261"/>
            <a:ext cx="3561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/>
              <a:t>2</a:t>
            </a:r>
            <a:endParaRPr lang="zh-CN" altLang="en-US" sz="2400" b="1"/>
          </a:p>
        </p:txBody>
      </p:sp>
      <p:sp>
        <p:nvSpPr>
          <p:cNvPr id="40" name="文本框 39"/>
          <p:cNvSpPr txBox="1"/>
          <p:nvPr/>
        </p:nvSpPr>
        <p:spPr>
          <a:xfrm>
            <a:off x="243052" y="5009212"/>
            <a:ext cx="3561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/>
              <a:t>3</a:t>
            </a:r>
            <a:endParaRPr lang="zh-CN" altLang="en-US" sz="2400" b="1"/>
          </a:p>
        </p:txBody>
      </p:sp>
      <p:sp>
        <p:nvSpPr>
          <p:cNvPr id="41" name="剪去单角的矩形 40"/>
          <p:cNvSpPr/>
          <p:nvPr/>
        </p:nvSpPr>
        <p:spPr>
          <a:xfrm>
            <a:off x="7752184" y="2359520"/>
            <a:ext cx="3312368" cy="2797671"/>
          </a:xfrm>
          <a:prstGeom prst="snip1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/>
              <a:t>问题：</a:t>
            </a:r>
            <a:endParaRPr lang="en-US" altLang="zh-CN"/>
          </a:p>
          <a:p>
            <a:pPr algn="ctr"/>
            <a:endParaRPr lang="en-US" altLang="zh-CN"/>
          </a:p>
          <a:p>
            <a:r>
              <a:rPr lang="zh-CN" altLang="en-US"/>
              <a:t>图</a:t>
            </a:r>
            <a:r>
              <a:rPr lang="en-US" altLang="zh-CN"/>
              <a:t>1</a:t>
            </a:r>
            <a:r>
              <a:rPr lang="zh-CN" altLang="en-US"/>
              <a:t>、图</a:t>
            </a:r>
            <a:r>
              <a:rPr lang="en-US" altLang="zh-CN"/>
              <a:t>2</a:t>
            </a:r>
            <a:r>
              <a:rPr lang="zh-CN" altLang="en-US"/>
              <a:t>和图</a:t>
            </a:r>
            <a:r>
              <a:rPr lang="en-US" altLang="zh-CN"/>
              <a:t>3</a:t>
            </a:r>
            <a:r>
              <a:rPr lang="zh-CN" altLang="en-US"/>
              <a:t>中实体的联系分别是：</a:t>
            </a:r>
            <a:endParaRPr lang="en-US" altLang="zh-CN"/>
          </a:p>
          <a:p>
            <a:endParaRPr lang="en-US" altLang="zh-CN"/>
          </a:p>
          <a:p>
            <a:pPr marL="342900" indent="-342900">
              <a:buFont typeface="+mj-lt"/>
              <a:buAutoNum type="alphaUcPeriod"/>
            </a:pPr>
            <a:r>
              <a:rPr lang="en-US" altLang="zh-CN"/>
              <a:t>1:1   1:n   m:n</a:t>
            </a:r>
          </a:p>
          <a:p>
            <a:pPr marL="342900" indent="-342900">
              <a:buFont typeface="+mj-lt"/>
              <a:buAutoNum type="alphaUcPeriod"/>
            </a:pPr>
            <a:r>
              <a:rPr lang="en-US" altLang="zh-CN"/>
              <a:t>1:n    m:n 1:1 </a:t>
            </a:r>
          </a:p>
          <a:p>
            <a:pPr marL="342900" indent="-342900">
              <a:buFont typeface="+mj-lt"/>
              <a:buAutoNum type="alphaUcPeriod"/>
            </a:pPr>
            <a:r>
              <a:rPr lang="en-US" altLang="zh-CN"/>
              <a:t>m:n   1:n   1:1</a:t>
            </a:r>
          </a:p>
          <a:p>
            <a:pPr marL="342900" indent="-342900">
              <a:buFont typeface="+mj-lt"/>
              <a:buAutoNum type="alphaUcPeriod"/>
            </a:pPr>
            <a:endParaRPr lang="en-US" altLang="zh-CN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墨迹 2">
                <a:extLst>
                  <a:ext uri="{FF2B5EF4-FFF2-40B4-BE49-F238E27FC236}">
                    <a16:creationId xmlns:a16="http://schemas.microsoft.com/office/drawing/2014/main" id="{A8EC0FB2-B24F-41AE-A03F-3965335FD331}"/>
                  </a:ext>
                </a:extLst>
              </p14:cNvPr>
              <p14:cNvContentPartPr/>
              <p14:nvPr/>
            </p14:nvContentPartPr>
            <p14:xfrm>
              <a:off x="4677115" y="2442833"/>
              <a:ext cx="153360" cy="337680"/>
            </p14:xfrm>
          </p:contentPart>
        </mc:Choice>
        <mc:Fallback xmlns="">
          <p:pic>
            <p:nvPicPr>
              <p:cNvPr id="3" name="墨迹 2">
                <a:extLst>
                  <a:ext uri="{FF2B5EF4-FFF2-40B4-BE49-F238E27FC236}">
                    <a16:creationId xmlns="" xmlns:a16="http://schemas.microsoft.com/office/drawing/2014/main" xmlns:p14="http://schemas.microsoft.com/office/powerpoint/2010/main" id="{A8EC0FB2-B24F-41AE-A03F-3965335FD33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670275" y="2435273"/>
                <a:ext cx="164880" cy="352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墨迹 3">
                <a:extLst>
                  <a:ext uri="{FF2B5EF4-FFF2-40B4-BE49-F238E27FC236}">
                    <a16:creationId xmlns:a16="http://schemas.microsoft.com/office/drawing/2014/main" id="{03FF89C1-C50E-4E56-832F-B35183630D4A}"/>
                  </a:ext>
                </a:extLst>
              </p14:cNvPr>
              <p14:cNvContentPartPr/>
              <p14:nvPr/>
            </p14:nvContentPartPr>
            <p14:xfrm>
              <a:off x="3150373" y="2422010"/>
              <a:ext cx="290880" cy="309960"/>
            </p14:xfrm>
          </p:contentPart>
        </mc:Choice>
        <mc:Fallback xmlns="">
          <p:pic>
            <p:nvPicPr>
              <p:cNvPr id="4" name="墨迹 3">
                <a:extLst>
                  <a:ext uri="{FF2B5EF4-FFF2-40B4-BE49-F238E27FC236}">
                    <a16:creationId xmlns="" xmlns:a16="http://schemas.microsoft.com/office/drawing/2014/main" xmlns:p14="http://schemas.microsoft.com/office/powerpoint/2010/main" id="{03FF89C1-C50E-4E56-832F-B35183630D4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142813" y="2413000"/>
                <a:ext cx="307440" cy="32653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5" name="墨迹 4">
                <a:extLst>
                  <a:ext uri="{FF2B5EF4-FFF2-40B4-BE49-F238E27FC236}">
                    <a16:creationId xmlns:a16="http://schemas.microsoft.com/office/drawing/2014/main" id="{35A279E1-BAA8-44AE-87F9-4B452AB17470}"/>
                  </a:ext>
                </a:extLst>
              </p14:cNvPr>
              <p14:cNvContentPartPr/>
              <p14:nvPr/>
            </p14:nvContentPartPr>
            <p14:xfrm>
              <a:off x="4539235" y="3632299"/>
              <a:ext cx="476280" cy="377640"/>
            </p14:xfrm>
          </p:contentPart>
        </mc:Choice>
        <mc:Fallback xmlns="">
          <p:pic>
            <p:nvPicPr>
              <p:cNvPr id="5" name="墨迹 4">
                <a:extLst>
                  <a:ext uri="{FF2B5EF4-FFF2-40B4-BE49-F238E27FC236}">
                    <a16:creationId xmlns:a16="http://schemas.microsoft.com/office/drawing/2014/main" id="{35A279E1-BAA8-44AE-87F9-4B452AB17470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530235" y="3623299"/>
                <a:ext cx="493920" cy="39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6" name="墨迹 5">
                <a:extLst>
                  <a:ext uri="{FF2B5EF4-FFF2-40B4-BE49-F238E27FC236}">
                    <a16:creationId xmlns:a16="http://schemas.microsoft.com/office/drawing/2014/main" id="{3A64BF8C-6559-45F3-887F-4522D107811F}"/>
                  </a:ext>
                </a:extLst>
              </p14:cNvPr>
              <p14:cNvContentPartPr/>
              <p14:nvPr/>
            </p14:nvContentPartPr>
            <p14:xfrm>
              <a:off x="2971075" y="3751099"/>
              <a:ext cx="414360" cy="276840"/>
            </p14:xfrm>
          </p:contentPart>
        </mc:Choice>
        <mc:Fallback xmlns="">
          <p:pic>
            <p:nvPicPr>
              <p:cNvPr id="6" name="墨迹 5">
                <a:extLst>
                  <a:ext uri="{FF2B5EF4-FFF2-40B4-BE49-F238E27FC236}">
                    <a16:creationId xmlns:a16="http://schemas.microsoft.com/office/drawing/2014/main" id="{3A64BF8C-6559-45F3-887F-4522D107811F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962075" y="3742099"/>
                <a:ext cx="432000" cy="294480"/>
              </a:xfrm>
              <a:prstGeom prst="rect">
                <a:avLst/>
              </a:prstGeom>
            </p:spPr>
          </p:pic>
        </mc:Fallback>
      </mc:AlternateContent>
      <p:grpSp>
        <p:nvGrpSpPr>
          <p:cNvPr id="32" name="组合 31">
            <a:extLst>
              <a:ext uri="{FF2B5EF4-FFF2-40B4-BE49-F238E27FC236}">
                <a16:creationId xmlns:a16="http://schemas.microsoft.com/office/drawing/2014/main" id="{6A640D90-1C61-4116-807C-F0D41CCC49CC}"/>
              </a:ext>
            </a:extLst>
          </p:cNvPr>
          <p:cNvGrpSpPr/>
          <p:nvPr/>
        </p:nvGrpSpPr>
        <p:grpSpPr>
          <a:xfrm>
            <a:off x="3087715" y="4849459"/>
            <a:ext cx="93960" cy="406440"/>
            <a:chOff x="3087715" y="4849459"/>
            <a:chExt cx="93960" cy="406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7" name="墨迹 6">
                  <a:extLst>
                    <a:ext uri="{FF2B5EF4-FFF2-40B4-BE49-F238E27FC236}">
                      <a16:creationId xmlns:a16="http://schemas.microsoft.com/office/drawing/2014/main" id="{19188F32-7C8B-4744-BDEE-50B80BA7B448}"/>
                    </a:ext>
                  </a:extLst>
                </p14:cNvPr>
                <p14:cNvContentPartPr/>
                <p14:nvPr/>
              </p14:nvContentPartPr>
              <p14:xfrm>
                <a:off x="3136675" y="5032699"/>
                <a:ext cx="45000" cy="41400"/>
              </p14:xfrm>
            </p:contentPart>
          </mc:Choice>
          <mc:Fallback xmlns="">
            <p:pic>
              <p:nvPicPr>
                <p:cNvPr id="7" name="墨迹 6">
                  <a:extLst>
                    <a:ext uri="{FF2B5EF4-FFF2-40B4-BE49-F238E27FC236}">
                      <a16:creationId xmlns:a16="http://schemas.microsoft.com/office/drawing/2014/main" id="{19188F32-7C8B-4744-BDEE-50B80BA7B448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127675" y="5024059"/>
                  <a:ext cx="6264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29" name="墨迹 28">
                  <a:extLst>
                    <a:ext uri="{FF2B5EF4-FFF2-40B4-BE49-F238E27FC236}">
                      <a16:creationId xmlns:a16="http://schemas.microsoft.com/office/drawing/2014/main" id="{DC9F465A-E930-42CC-8765-1FEDD01E0734}"/>
                    </a:ext>
                  </a:extLst>
                </p14:cNvPr>
                <p14:cNvContentPartPr/>
                <p14:nvPr/>
              </p14:nvContentPartPr>
              <p14:xfrm>
                <a:off x="3087715" y="4849459"/>
                <a:ext cx="54000" cy="406440"/>
              </p14:xfrm>
            </p:contentPart>
          </mc:Choice>
          <mc:Fallback xmlns="">
            <p:pic>
              <p:nvPicPr>
                <p:cNvPr id="29" name="墨迹 28">
                  <a:extLst>
                    <a:ext uri="{FF2B5EF4-FFF2-40B4-BE49-F238E27FC236}">
                      <a16:creationId xmlns:a16="http://schemas.microsoft.com/office/drawing/2014/main" id="{DC9F465A-E930-42CC-8765-1FEDD01E0734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3079075" y="4840819"/>
                  <a:ext cx="71640" cy="424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31" name="墨迹 30">
                <a:extLst>
                  <a:ext uri="{FF2B5EF4-FFF2-40B4-BE49-F238E27FC236}">
                    <a16:creationId xmlns:a16="http://schemas.microsoft.com/office/drawing/2014/main" id="{6DA6F293-9DBD-4421-876C-1DDB1C57F7AA}"/>
                  </a:ext>
                </a:extLst>
              </p14:cNvPr>
              <p14:cNvContentPartPr/>
              <p14:nvPr/>
            </p14:nvContentPartPr>
            <p14:xfrm>
              <a:off x="4753795" y="4812019"/>
              <a:ext cx="23400" cy="473400"/>
            </p14:xfrm>
          </p:contentPart>
        </mc:Choice>
        <mc:Fallback xmlns="">
          <p:pic>
            <p:nvPicPr>
              <p:cNvPr id="31" name="墨迹 30">
                <a:extLst>
                  <a:ext uri="{FF2B5EF4-FFF2-40B4-BE49-F238E27FC236}">
                    <a16:creationId xmlns:a16="http://schemas.microsoft.com/office/drawing/2014/main" id="{6DA6F293-9DBD-4421-876C-1DDB1C57F7AA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4744795" y="4803019"/>
                <a:ext cx="41040" cy="491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6002418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3AD7B0F-6658-43C0-A766-0F41C4EB0B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ER</a:t>
            </a:r>
            <a:r>
              <a:rPr lang="zh-CN" altLang="en-US"/>
              <a:t>图绘制分析：学生实体和班级实体</a:t>
            </a:r>
          </a:p>
        </p:txBody>
      </p:sp>
      <p:graphicFrame>
        <p:nvGraphicFramePr>
          <p:cNvPr id="4" name="内容占位符 3">
            <a:extLst>
              <a:ext uri="{FF2B5EF4-FFF2-40B4-BE49-F238E27FC236}">
                <a16:creationId xmlns:a16="http://schemas.microsoft.com/office/drawing/2014/main" id="{56432839-D3EA-4C11-9824-2FDC6B5E55A0}"/>
              </a:ext>
            </a:extLst>
          </p:cNvPr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1907736826"/>
              </p:ext>
            </p:extLst>
          </p:nvPr>
        </p:nvGraphicFramePr>
        <p:xfrm>
          <a:off x="817563" y="1600200"/>
          <a:ext cx="10871200" cy="49244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2484006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3AD7B0F-6658-43C0-A766-0F41C4EB0B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ER</a:t>
            </a:r>
            <a:r>
              <a:rPr lang="zh-CN" altLang="en-US"/>
              <a:t>图绘制分析：实体间关系？</a:t>
            </a: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3B339443-B9D0-4D60-AC96-78765EED8AD8}"/>
              </a:ext>
            </a:extLst>
          </p:cNvPr>
          <p:cNvGrpSpPr/>
          <p:nvPr/>
        </p:nvGrpSpPr>
        <p:grpSpPr>
          <a:xfrm>
            <a:off x="1464351" y="2204944"/>
            <a:ext cx="2448112" cy="2448112"/>
            <a:chOff x="915598" y="1460357"/>
            <a:chExt cx="2448112" cy="2448112"/>
          </a:xfrm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393D3B32-16D1-4A5F-B40D-ED6C65D79AED}"/>
                </a:ext>
              </a:extLst>
            </p:cNvPr>
            <p:cNvSpPr/>
            <p:nvPr/>
          </p:nvSpPr>
          <p:spPr>
            <a:xfrm>
              <a:off x="915598" y="1460357"/>
              <a:ext cx="2448112" cy="2448112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3" name="矩形: 圆角 4">
              <a:extLst>
                <a:ext uri="{FF2B5EF4-FFF2-40B4-BE49-F238E27FC236}">
                  <a16:creationId xmlns:a16="http://schemas.microsoft.com/office/drawing/2014/main" id="{26C5415D-986F-48A4-B073-C9659936D772}"/>
                </a:ext>
              </a:extLst>
            </p:cNvPr>
            <p:cNvSpPr txBox="1"/>
            <p:nvPr/>
          </p:nvSpPr>
          <p:spPr>
            <a:xfrm>
              <a:off x="1035105" y="1579864"/>
              <a:ext cx="2209098" cy="220909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1440" tIns="91440" rIns="91440" bIns="91440" numCol="1" spcCol="1270" anchor="ctr" anchorCtr="0">
              <a:noAutofit/>
            </a:bodyPr>
            <a:lstStyle/>
            <a:p>
              <a:pPr marL="0" lvl="0" indent="0" algn="ctr" defTabSz="1600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zh-CN" altLang="en-US" sz="3600" kern="1200"/>
                <a:t>学生</a:t>
              </a:r>
            </a:p>
          </p:txBody>
        </p:sp>
      </p:grpSp>
      <p:sp>
        <p:nvSpPr>
          <p:cNvPr id="8" name="直接连接符 5">
            <a:extLst>
              <a:ext uri="{FF2B5EF4-FFF2-40B4-BE49-F238E27FC236}">
                <a16:creationId xmlns:a16="http://schemas.microsoft.com/office/drawing/2014/main" id="{816430A6-7B4B-43C5-BF30-5B54A30183C3}"/>
              </a:ext>
            </a:extLst>
          </p:cNvPr>
          <p:cNvSpPr/>
          <p:nvPr/>
        </p:nvSpPr>
        <p:spPr>
          <a:xfrm rot="6593">
            <a:off x="3912460" y="3435336"/>
            <a:ext cx="4159702" cy="0"/>
          </a:xfrm>
          <a:custGeom>
            <a:avLst/>
            <a:gdLst/>
            <a:ahLst/>
            <a:cxnLst/>
            <a:rect l="0" t="0" r="0" b="0"/>
            <a:pathLst>
              <a:path>
                <a:moveTo>
                  <a:pt x="0" y="0"/>
                </a:moveTo>
                <a:lnTo>
                  <a:pt x="4159702" y="0"/>
                </a:lnTo>
              </a:path>
            </a:pathLst>
          </a:custGeom>
          <a:noFill/>
        </p:spPr>
        <p:style>
          <a:lnRef idx="2">
            <a:schemeClr val="accent1">
              <a:shade val="60000"/>
              <a:hueOff val="0"/>
              <a:satOff val="0"/>
              <a:lumOff val="0"/>
              <a:alphaOff val="0"/>
            </a:schemeClr>
          </a:lnRef>
          <a:fillRef idx="0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9AAB8E38-BBE2-41E9-B34D-107C34E16CC9}"/>
              </a:ext>
            </a:extLst>
          </p:cNvPr>
          <p:cNvGrpSpPr/>
          <p:nvPr/>
        </p:nvGrpSpPr>
        <p:grpSpPr>
          <a:xfrm>
            <a:off x="8072158" y="2233436"/>
            <a:ext cx="2655491" cy="2416869"/>
            <a:chOff x="7523405" y="1488849"/>
            <a:chExt cx="2655491" cy="2416869"/>
          </a:xfrm>
        </p:grpSpPr>
        <p:sp>
          <p:nvSpPr>
            <p:cNvPr id="10" name="矩形: 圆角 9">
              <a:extLst>
                <a:ext uri="{FF2B5EF4-FFF2-40B4-BE49-F238E27FC236}">
                  <a16:creationId xmlns:a16="http://schemas.microsoft.com/office/drawing/2014/main" id="{92B01E62-8C0C-4EB8-A38C-CC2894B4B30B}"/>
                </a:ext>
              </a:extLst>
            </p:cNvPr>
            <p:cNvSpPr/>
            <p:nvPr/>
          </p:nvSpPr>
          <p:spPr>
            <a:xfrm>
              <a:off x="7523405" y="1488849"/>
              <a:ext cx="2655491" cy="2416869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1" name="矩形: 圆角 7">
              <a:extLst>
                <a:ext uri="{FF2B5EF4-FFF2-40B4-BE49-F238E27FC236}">
                  <a16:creationId xmlns:a16="http://schemas.microsoft.com/office/drawing/2014/main" id="{6C960293-E67E-443B-BEF5-2BE23E16CA54}"/>
                </a:ext>
              </a:extLst>
            </p:cNvPr>
            <p:cNvSpPr txBox="1"/>
            <p:nvPr/>
          </p:nvSpPr>
          <p:spPr>
            <a:xfrm>
              <a:off x="7641387" y="1606831"/>
              <a:ext cx="2419527" cy="2180905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1440" tIns="91440" rIns="91440" bIns="91440" numCol="1" spcCol="1270" anchor="ctr" anchorCtr="0">
              <a:noAutofit/>
            </a:bodyPr>
            <a:lstStyle/>
            <a:p>
              <a:pPr marL="0" lvl="0" indent="0" algn="ctr" defTabSz="1600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zh-CN" altLang="en-US" sz="3600" kern="1200"/>
                <a:t>班级</a:t>
              </a:r>
            </a:p>
          </p:txBody>
        </p:sp>
      </p:grpSp>
      <p:sp>
        <p:nvSpPr>
          <p:cNvPr id="3" name="流程图: 决策 2">
            <a:extLst>
              <a:ext uri="{FF2B5EF4-FFF2-40B4-BE49-F238E27FC236}">
                <a16:creationId xmlns:a16="http://schemas.microsoft.com/office/drawing/2014/main" id="{040D30C4-410D-4544-88D6-B3ADA7FAA8A6}"/>
              </a:ext>
            </a:extLst>
          </p:cNvPr>
          <p:cNvSpPr/>
          <p:nvPr/>
        </p:nvSpPr>
        <p:spPr>
          <a:xfrm>
            <a:off x="5231904" y="2899265"/>
            <a:ext cx="1728192" cy="1080120"/>
          </a:xfrm>
          <a:prstGeom prst="flowChartDecis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/>
              <a:t>属于</a:t>
            </a:r>
          </a:p>
        </p:txBody>
      </p:sp>
      <p:sp>
        <p:nvSpPr>
          <p:cNvPr id="14" name="矩形: 剪去对角 13">
            <a:extLst>
              <a:ext uri="{FF2B5EF4-FFF2-40B4-BE49-F238E27FC236}">
                <a16:creationId xmlns:a16="http://schemas.microsoft.com/office/drawing/2014/main" id="{C19A39D0-E361-439F-90F1-1E5480BAF660}"/>
              </a:ext>
            </a:extLst>
          </p:cNvPr>
          <p:cNvSpPr/>
          <p:nvPr/>
        </p:nvSpPr>
        <p:spPr>
          <a:xfrm>
            <a:off x="2567608" y="5301208"/>
            <a:ext cx="6840760" cy="1080120"/>
          </a:xfrm>
          <a:prstGeom prst="snip2Diag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800"/>
              <a:t>1:1?		1:n?		m:n?</a:t>
            </a:r>
            <a:endParaRPr lang="zh-CN" altLang="en-US" sz="2800"/>
          </a:p>
        </p:txBody>
      </p:sp>
    </p:spTree>
    <p:extLst>
      <p:ext uri="{BB962C8B-B14F-4D97-AF65-F5344CB8AC3E}">
        <p14:creationId xmlns:p14="http://schemas.microsoft.com/office/powerpoint/2010/main" val="32900230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3AD7B0F-6658-43C0-A766-0F41C4EB0B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ER</a:t>
            </a:r>
            <a:r>
              <a:rPr lang="zh-CN" altLang="en-US"/>
              <a:t>图绘制分析：实体间关系？</a:t>
            </a: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3B339443-B9D0-4D60-AC96-78765EED8AD8}"/>
              </a:ext>
            </a:extLst>
          </p:cNvPr>
          <p:cNvGrpSpPr/>
          <p:nvPr/>
        </p:nvGrpSpPr>
        <p:grpSpPr>
          <a:xfrm>
            <a:off x="1464351" y="2204944"/>
            <a:ext cx="2448112" cy="2448112"/>
            <a:chOff x="915598" y="1460357"/>
            <a:chExt cx="2448112" cy="2448112"/>
          </a:xfrm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393D3B32-16D1-4A5F-B40D-ED6C65D79AED}"/>
                </a:ext>
              </a:extLst>
            </p:cNvPr>
            <p:cNvSpPr/>
            <p:nvPr/>
          </p:nvSpPr>
          <p:spPr>
            <a:xfrm>
              <a:off x="915598" y="1460357"/>
              <a:ext cx="2448112" cy="2448112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3" name="矩形: 圆角 4">
              <a:extLst>
                <a:ext uri="{FF2B5EF4-FFF2-40B4-BE49-F238E27FC236}">
                  <a16:creationId xmlns:a16="http://schemas.microsoft.com/office/drawing/2014/main" id="{26C5415D-986F-48A4-B073-C9659936D772}"/>
                </a:ext>
              </a:extLst>
            </p:cNvPr>
            <p:cNvSpPr txBox="1"/>
            <p:nvPr/>
          </p:nvSpPr>
          <p:spPr>
            <a:xfrm>
              <a:off x="1035105" y="1579864"/>
              <a:ext cx="2209098" cy="220909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1440" tIns="91440" rIns="91440" bIns="91440" numCol="1" spcCol="1270" anchor="ctr" anchorCtr="0">
              <a:noAutofit/>
            </a:bodyPr>
            <a:lstStyle/>
            <a:p>
              <a:pPr marL="0" lvl="0" indent="0" algn="ctr" defTabSz="1600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zh-CN" altLang="en-US" sz="3600" kern="1200"/>
                <a:t>学生</a:t>
              </a:r>
            </a:p>
          </p:txBody>
        </p:sp>
      </p:grpSp>
      <p:sp>
        <p:nvSpPr>
          <p:cNvPr id="8" name="直接连接符 5">
            <a:extLst>
              <a:ext uri="{FF2B5EF4-FFF2-40B4-BE49-F238E27FC236}">
                <a16:creationId xmlns:a16="http://schemas.microsoft.com/office/drawing/2014/main" id="{816430A6-7B4B-43C5-BF30-5B54A30183C3}"/>
              </a:ext>
            </a:extLst>
          </p:cNvPr>
          <p:cNvSpPr/>
          <p:nvPr/>
        </p:nvSpPr>
        <p:spPr>
          <a:xfrm rot="6593">
            <a:off x="3912460" y="3435336"/>
            <a:ext cx="4159702" cy="0"/>
          </a:xfrm>
          <a:custGeom>
            <a:avLst/>
            <a:gdLst/>
            <a:ahLst/>
            <a:cxnLst/>
            <a:rect l="0" t="0" r="0" b="0"/>
            <a:pathLst>
              <a:path>
                <a:moveTo>
                  <a:pt x="0" y="0"/>
                </a:moveTo>
                <a:lnTo>
                  <a:pt x="4159702" y="0"/>
                </a:lnTo>
              </a:path>
            </a:pathLst>
          </a:custGeom>
          <a:noFill/>
        </p:spPr>
        <p:style>
          <a:lnRef idx="2">
            <a:schemeClr val="accent1">
              <a:shade val="60000"/>
              <a:hueOff val="0"/>
              <a:satOff val="0"/>
              <a:lumOff val="0"/>
              <a:alphaOff val="0"/>
            </a:schemeClr>
          </a:lnRef>
          <a:fillRef idx="0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9AAB8E38-BBE2-41E9-B34D-107C34E16CC9}"/>
              </a:ext>
            </a:extLst>
          </p:cNvPr>
          <p:cNvGrpSpPr/>
          <p:nvPr/>
        </p:nvGrpSpPr>
        <p:grpSpPr>
          <a:xfrm>
            <a:off x="8072158" y="2233436"/>
            <a:ext cx="2655491" cy="2416869"/>
            <a:chOff x="7523405" y="1488849"/>
            <a:chExt cx="2655491" cy="2416869"/>
          </a:xfrm>
        </p:grpSpPr>
        <p:sp>
          <p:nvSpPr>
            <p:cNvPr id="10" name="矩形: 圆角 9">
              <a:extLst>
                <a:ext uri="{FF2B5EF4-FFF2-40B4-BE49-F238E27FC236}">
                  <a16:creationId xmlns:a16="http://schemas.microsoft.com/office/drawing/2014/main" id="{92B01E62-8C0C-4EB8-A38C-CC2894B4B30B}"/>
                </a:ext>
              </a:extLst>
            </p:cNvPr>
            <p:cNvSpPr/>
            <p:nvPr/>
          </p:nvSpPr>
          <p:spPr>
            <a:xfrm>
              <a:off x="7523405" y="1488849"/>
              <a:ext cx="2655491" cy="2416869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1" name="矩形: 圆角 7">
              <a:extLst>
                <a:ext uri="{FF2B5EF4-FFF2-40B4-BE49-F238E27FC236}">
                  <a16:creationId xmlns:a16="http://schemas.microsoft.com/office/drawing/2014/main" id="{6C960293-E67E-443B-BEF5-2BE23E16CA54}"/>
                </a:ext>
              </a:extLst>
            </p:cNvPr>
            <p:cNvSpPr txBox="1"/>
            <p:nvPr/>
          </p:nvSpPr>
          <p:spPr>
            <a:xfrm>
              <a:off x="7641387" y="1606831"/>
              <a:ext cx="2419527" cy="2180905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1440" tIns="91440" rIns="91440" bIns="91440" numCol="1" spcCol="1270" anchor="ctr" anchorCtr="0">
              <a:noAutofit/>
            </a:bodyPr>
            <a:lstStyle/>
            <a:p>
              <a:pPr marL="0" lvl="0" indent="0" algn="ctr" defTabSz="1600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zh-CN" altLang="en-US" sz="3600" kern="1200"/>
                <a:t>班级</a:t>
              </a:r>
            </a:p>
          </p:txBody>
        </p:sp>
      </p:grpSp>
      <p:sp>
        <p:nvSpPr>
          <p:cNvPr id="3" name="流程图: 决策 2">
            <a:extLst>
              <a:ext uri="{FF2B5EF4-FFF2-40B4-BE49-F238E27FC236}">
                <a16:creationId xmlns:a16="http://schemas.microsoft.com/office/drawing/2014/main" id="{040D30C4-410D-4544-88D6-B3ADA7FAA8A6}"/>
              </a:ext>
            </a:extLst>
          </p:cNvPr>
          <p:cNvSpPr/>
          <p:nvPr/>
        </p:nvSpPr>
        <p:spPr>
          <a:xfrm>
            <a:off x="5231904" y="2899265"/>
            <a:ext cx="1728192" cy="1080120"/>
          </a:xfrm>
          <a:prstGeom prst="flowChartDecis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/>
              <a:t>属于</a:t>
            </a:r>
          </a:p>
        </p:txBody>
      </p:sp>
      <p:sp>
        <p:nvSpPr>
          <p:cNvPr id="14" name="矩形: 剪去对角 13">
            <a:extLst>
              <a:ext uri="{FF2B5EF4-FFF2-40B4-BE49-F238E27FC236}">
                <a16:creationId xmlns:a16="http://schemas.microsoft.com/office/drawing/2014/main" id="{C19A39D0-E361-439F-90F1-1E5480BAF660}"/>
              </a:ext>
            </a:extLst>
          </p:cNvPr>
          <p:cNvSpPr/>
          <p:nvPr/>
        </p:nvSpPr>
        <p:spPr>
          <a:xfrm>
            <a:off x="2567608" y="5301208"/>
            <a:ext cx="6840760" cy="1080120"/>
          </a:xfrm>
          <a:prstGeom prst="snip2Diag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800"/>
              <a:t>1:1?		1:n?		m:n?</a:t>
            </a:r>
            <a:endParaRPr lang="zh-CN" altLang="en-US" sz="280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1929864-0FD6-4738-986F-293B6C07A959}"/>
              </a:ext>
            </a:extLst>
          </p:cNvPr>
          <p:cNvSpPr txBox="1"/>
          <p:nvPr/>
        </p:nvSpPr>
        <p:spPr>
          <a:xfrm>
            <a:off x="4454786" y="2952375"/>
            <a:ext cx="10827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/>
              <a:t>n</a:t>
            </a:r>
            <a:endParaRPr lang="zh-CN" altLang="en-US" sz="320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992333B2-13C4-46CB-A760-18D06468E159}"/>
              </a:ext>
            </a:extLst>
          </p:cNvPr>
          <p:cNvSpPr txBox="1"/>
          <p:nvPr/>
        </p:nvSpPr>
        <p:spPr>
          <a:xfrm>
            <a:off x="7392144" y="2899265"/>
            <a:ext cx="2667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/>
              <a:t>1</a:t>
            </a:r>
            <a:endParaRPr lang="zh-CN" altLang="en-US" sz="3200"/>
          </a:p>
        </p:txBody>
      </p:sp>
    </p:spTree>
    <p:extLst>
      <p:ext uri="{BB962C8B-B14F-4D97-AF65-F5344CB8AC3E}">
        <p14:creationId xmlns:p14="http://schemas.microsoft.com/office/powerpoint/2010/main" val="4913496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5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3AD7B0F-6658-43C0-A766-0F41C4EB0B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ER</a:t>
            </a:r>
            <a:r>
              <a:rPr lang="zh-CN" altLang="en-US"/>
              <a:t>图绘制分析：实体属性</a:t>
            </a: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3B339443-B9D0-4D60-AC96-78765EED8AD8}"/>
              </a:ext>
            </a:extLst>
          </p:cNvPr>
          <p:cNvGrpSpPr/>
          <p:nvPr/>
        </p:nvGrpSpPr>
        <p:grpSpPr>
          <a:xfrm>
            <a:off x="1954216" y="2752411"/>
            <a:ext cx="1957189" cy="1200122"/>
            <a:chOff x="915598" y="1460357"/>
            <a:chExt cx="2448112" cy="2448112"/>
          </a:xfrm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393D3B32-16D1-4A5F-B40D-ED6C65D79AED}"/>
                </a:ext>
              </a:extLst>
            </p:cNvPr>
            <p:cNvSpPr/>
            <p:nvPr/>
          </p:nvSpPr>
          <p:spPr>
            <a:xfrm>
              <a:off x="915598" y="1460357"/>
              <a:ext cx="2448112" cy="2448112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3" name="矩形: 圆角 4">
              <a:extLst>
                <a:ext uri="{FF2B5EF4-FFF2-40B4-BE49-F238E27FC236}">
                  <a16:creationId xmlns:a16="http://schemas.microsoft.com/office/drawing/2014/main" id="{26C5415D-986F-48A4-B073-C9659936D772}"/>
                </a:ext>
              </a:extLst>
            </p:cNvPr>
            <p:cNvSpPr txBox="1"/>
            <p:nvPr/>
          </p:nvSpPr>
          <p:spPr>
            <a:xfrm>
              <a:off x="1035105" y="1579864"/>
              <a:ext cx="2209098" cy="220909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1440" tIns="91440" rIns="91440" bIns="91440" numCol="1" spcCol="1270" anchor="ctr" anchorCtr="0">
              <a:noAutofit/>
            </a:bodyPr>
            <a:lstStyle/>
            <a:p>
              <a:pPr marL="0" lvl="0" indent="0" algn="ctr" defTabSz="1600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zh-CN" altLang="en-US" sz="3600" kern="1200"/>
                <a:t>学生</a:t>
              </a:r>
            </a:p>
          </p:txBody>
        </p:sp>
      </p:grpSp>
      <p:sp>
        <p:nvSpPr>
          <p:cNvPr id="8" name="直接连接符 5">
            <a:extLst>
              <a:ext uri="{FF2B5EF4-FFF2-40B4-BE49-F238E27FC236}">
                <a16:creationId xmlns:a16="http://schemas.microsoft.com/office/drawing/2014/main" id="{816430A6-7B4B-43C5-BF30-5B54A30183C3}"/>
              </a:ext>
            </a:extLst>
          </p:cNvPr>
          <p:cNvSpPr/>
          <p:nvPr/>
        </p:nvSpPr>
        <p:spPr>
          <a:xfrm rot="6593">
            <a:off x="3912460" y="3435336"/>
            <a:ext cx="4159702" cy="0"/>
          </a:xfrm>
          <a:custGeom>
            <a:avLst/>
            <a:gdLst/>
            <a:ahLst/>
            <a:cxnLst/>
            <a:rect l="0" t="0" r="0" b="0"/>
            <a:pathLst>
              <a:path>
                <a:moveTo>
                  <a:pt x="0" y="0"/>
                </a:moveTo>
                <a:lnTo>
                  <a:pt x="4159702" y="0"/>
                </a:lnTo>
              </a:path>
            </a:pathLst>
          </a:custGeom>
          <a:noFill/>
        </p:spPr>
        <p:style>
          <a:lnRef idx="2">
            <a:schemeClr val="accent1">
              <a:shade val="60000"/>
              <a:hueOff val="0"/>
              <a:satOff val="0"/>
              <a:lumOff val="0"/>
              <a:alphaOff val="0"/>
            </a:schemeClr>
          </a:lnRef>
          <a:fillRef idx="0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9AAB8E38-BBE2-41E9-B34D-107C34E16CC9}"/>
              </a:ext>
            </a:extLst>
          </p:cNvPr>
          <p:cNvGrpSpPr/>
          <p:nvPr/>
        </p:nvGrpSpPr>
        <p:grpSpPr>
          <a:xfrm>
            <a:off x="8072159" y="2899265"/>
            <a:ext cx="2165626" cy="1200122"/>
            <a:chOff x="7523405" y="1488849"/>
            <a:chExt cx="2655491" cy="2416869"/>
          </a:xfrm>
        </p:grpSpPr>
        <p:sp>
          <p:nvSpPr>
            <p:cNvPr id="10" name="矩形: 圆角 9">
              <a:extLst>
                <a:ext uri="{FF2B5EF4-FFF2-40B4-BE49-F238E27FC236}">
                  <a16:creationId xmlns:a16="http://schemas.microsoft.com/office/drawing/2014/main" id="{92B01E62-8C0C-4EB8-A38C-CC2894B4B30B}"/>
                </a:ext>
              </a:extLst>
            </p:cNvPr>
            <p:cNvSpPr/>
            <p:nvPr/>
          </p:nvSpPr>
          <p:spPr>
            <a:xfrm>
              <a:off x="7523405" y="1488849"/>
              <a:ext cx="2655491" cy="2416869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1" name="矩形: 圆角 7">
              <a:extLst>
                <a:ext uri="{FF2B5EF4-FFF2-40B4-BE49-F238E27FC236}">
                  <a16:creationId xmlns:a16="http://schemas.microsoft.com/office/drawing/2014/main" id="{6C960293-E67E-443B-BEF5-2BE23E16CA54}"/>
                </a:ext>
              </a:extLst>
            </p:cNvPr>
            <p:cNvSpPr txBox="1"/>
            <p:nvPr/>
          </p:nvSpPr>
          <p:spPr>
            <a:xfrm>
              <a:off x="7641387" y="1606831"/>
              <a:ext cx="2419527" cy="2180905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1440" tIns="91440" rIns="91440" bIns="91440" numCol="1" spcCol="1270" anchor="ctr" anchorCtr="0">
              <a:noAutofit/>
            </a:bodyPr>
            <a:lstStyle/>
            <a:p>
              <a:pPr marL="0" lvl="0" indent="0" algn="ctr" defTabSz="1600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zh-CN" altLang="en-US" sz="3600" kern="1200"/>
                <a:t>班级</a:t>
              </a:r>
            </a:p>
          </p:txBody>
        </p:sp>
      </p:grpSp>
      <p:sp>
        <p:nvSpPr>
          <p:cNvPr id="3" name="流程图: 决策 2">
            <a:extLst>
              <a:ext uri="{FF2B5EF4-FFF2-40B4-BE49-F238E27FC236}">
                <a16:creationId xmlns:a16="http://schemas.microsoft.com/office/drawing/2014/main" id="{040D30C4-410D-4544-88D6-B3ADA7FAA8A6}"/>
              </a:ext>
            </a:extLst>
          </p:cNvPr>
          <p:cNvSpPr/>
          <p:nvPr/>
        </p:nvSpPr>
        <p:spPr>
          <a:xfrm>
            <a:off x="5231904" y="2899265"/>
            <a:ext cx="1728192" cy="1080120"/>
          </a:xfrm>
          <a:prstGeom prst="flowChartDecis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/>
              <a:t>属于</a:t>
            </a:r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D6A586DD-0A03-4954-9DDD-7314905DAEDE}"/>
              </a:ext>
            </a:extLst>
          </p:cNvPr>
          <p:cNvGrpSpPr/>
          <p:nvPr/>
        </p:nvGrpSpPr>
        <p:grpSpPr>
          <a:xfrm>
            <a:off x="276804" y="1844824"/>
            <a:ext cx="1858756" cy="907587"/>
            <a:chOff x="276804" y="1844824"/>
            <a:chExt cx="1858756" cy="907587"/>
          </a:xfrm>
        </p:grpSpPr>
        <p:sp>
          <p:nvSpPr>
            <p:cNvPr id="5" name="椭圆 4">
              <a:extLst>
                <a:ext uri="{FF2B5EF4-FFF2-40B4-BE49-F238E27FC236}">
                  <a16:creationId xmlns:a16="http://schemas.microsoft.com/office/drawing/2014/main" id="{915DDD4B-2033-4BF9-AAB4-39A1528E5E73}"/>
                </a:ext>
              </a:extLst>
            </p:cNvPr>
            <p:cNvSpPr/>
            <p:nvPr/>
          </p:nvSpPr>
          <p:spPr>
            <a:xfrm>
              <a:off x="276804" y="1844824"/>
              <a:ext cx="1080120" cy="65061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/>
                <a:t>姓名</a:t>
              </a:r>
            </a:p>
          </p:txBody>
        </p:sp>
        <p:cxnSp>
          <p:nvCxnSpPr>
            <p:cNvPr id="16" name="直接连接符 15">
              <a:extLst>
                <a:ext uri="{FF2B5EF4-FFF2-40B4-BE49-F238E27FC236}">
                  <a16:creationId xmlns:a16="http://schemas.microsoft.com/office/drawing/2014/main" id="{C7C3AEBB-C59E-400B-9058-C8B8D038B346}"/>
                </a:ext>
              </a:extLst>
            </p:cNvPr>
            <p:cNvCxnSpPr>
              <a:stCxn id="5" idx="6"/>
            </p:cNvCxnSpPr>
            <p:nvPr/>
          </p:nvCxnSpPr>
          <p:spPr>
            <a:xfrm>
              <a:off x="1356924" y="2170129"/>
              <a:ext cx="778636" cy="58228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4C5CD646-8BD4-48F0-8FC6-05485B61B9F8}"/>
              </a:ext>
            </a:extLst>
          </p:cNvPr>
          <p:cNvGrpSpPr/>
          <p:nvPr/>
        </p:nvGrpSpPr>
        <p:grpSpPr>
          <a:xfrm>
            <a:off x="218012" y="3269027"/>
            <a:ext cx="1831746" cy="650610"/>
            <a:chOff x="276804" y="1844824"/>
            <a:chExt cx="1831746" cy="650610"/>
          </a:xfrm>
        </p:grpSpPr>
        <p:sp>
          <p:nvSpPr>
            <p:cNvPr id="19" name="椭圆 18">
              <a:extLst>
                <a:ext uri="{FF2B5EF4-FFF2-40B4-BE49-F238E27FC236}">
                  <a16:creationId xmlns:a16="http://schemas.microsoft.com/office/drawing/2014/main" id="{90E3BA1A-B0FD-48B9-9717-EA162544E5D2}"/>
                </a:ext>
              </a:extLst>
            </p:cNvPr>
            <p:cNvSpPr/>
            <p:nvPr/>
          </p:nvSpPr>
          <p:spPr>
            <a:xfrm>
              <a:off x="276804" y="1844824"/>
              <a:ext cx="1080120" cy="65061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/>
                <a:t>学号</a:t>
              </a:r>
            </a:p>
          </p:txBody>
        </p: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id="{4BFE89F7-2A3F-4E56-8AB6-5C8C37C7FAEF}"/>
                </a:ext>
              </a:extLst>
            </p:cNvPr>
            <p:cNvCxnSpPr>
              <a:cxnSpLocks/>
              <a:stCxn id="19" idx="6"/>
              <a:endCxn id="13" idx="1"/>
            </p:cNvCxnSpPr>
            <p:nvPr/>
          </p:nvCxnSpPr>
          <p:spPr>
            <a:xfrm flipV="1">
              <a:off x="1356924" y="1928269"/>
              <a:ext cx="751626" cy="24186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7B0D20AF-B4FD-4CCF-A70A-6D0A2F63BABF}"/>
              </a:ext>
            </a:extLst>
          </p:cNvPr>
          <p:cNvGrpSpPr/>
          <p:nvPr/>
        </p:nvGrpSpPr>
        <p:grpSpPr>
          <a:xfrm>
            <a:off x="276804" y="3952533"/>
            <a:ext cx="1772954" cy="1159190"/>
            <a:chOff x="276804" y="1336244"/>
            <a:chExt cx="1772954" cy="1159190"/>
          </a:xfrm>
        </p:grpSpPr>
        <p:sp>
          <p:nvSpPr>
            <p:cNvPr id="23" name="椭圆 22">
              <a:extLst>
                <a:ext uri="{FF2B5EF4-FFF2-40B4-BE49-F238E27FC236}">
                  <a16:creationId xmlns:a16="http://schemas.microsoft.com/office/drawing/2014/main" id="{9B553622-6418-4669-9033-B46AF639074E}"/>
                </a:ext>
              </a:extLst>
            </p:cNvPr>
            <p:cNvSpPr/>
            <p:nvPr/>
          </p:nvSpPr>
          <p:spPr>
            <a:xfrm>
              <a:off x="276804" y="1844824"/>
              <a:ext cx="1080120" cy="65061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/>
                <a:t>密码</a:t>
              </a:r>
            </a:p>
          </p:txBody>
        </p:sp>
        <p:cxnSp>
          <p:nvCxnSpPr>
            <p:cNvPr id="24" name="直接连接符 23">
              <a:extLst>
                <a:ext uri="{FF2B5EF4-FFF2-40B4-BE49-F238E27FC236}">
                  <a16:creationId xmlns:a16="http://schemas.microsoft.com/office/drawing/2014/main" id="{21F3DA7B-39AC-49C6-A8E9-C4E99B5041A6}"/>
                </a:ext>
              </a:extLst>
            </p:cNvPr>
            <p:cNvCxnSpPr>
              <a:cxnSpLocks/>
              <a:stCxn id="23" idx="6"/>
            </p:cNvCxnSpPr>
            <p:nvPr/>
          </p:nvCxnSpPr>
          <p:spPr>
            <a:xfrm flipV="1">
              <a:off x="1356924" y="1336244"/>
              <a:ext cx="692834" cy="83388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文本框 24">
            <a:extLst>
              <a:ext uri="{FF2B5EF4-FFF2-40B4-BE49-F238E27FC236}">
                <a16:creationId xmlns:a16="http://schemas.microsoft.com/office/drawing/2014/main" id="{91929864-0FD6-4738-986F-293B6C07A959}"/>
              </a:ext>
            </a:extLst>
          </p:cNvPr>
          <p:cNvSpPr txBox="1"/>
          <p:nvPr/>
        </p:nvSpPr>
        <p:spPr>
          <a:xfrm>
            <a:off x="4454786" y="2952375"/>
            <a:ext cx="10827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/>
              <a:t>n</a:t>
            </a:r>
            <a:endParaRPr lang="zh-CN" altLang="en-US" sz="3200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992333B2-13C4-46CB-A760-18D06468E159}"/>
              </a:ext>
            </a:extLst>
          </p:cNvPr>
          <p:cNvSpPr txBox="1"/>
          <p:nvPr/>
        </p:nvSpPr>
        <p:spPr>
          <a:xfrm>
            <a:off x="7392144" y="2899265"/>
            <a:ext cx="2667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/>
              <a:t>1</a:t>
            </a:r>
            <a:endParaRPr lang="zh-CN" altLang="en-US" sz="3200"/>
          </a:p>
        </p:txBody>
      </p:sp>
    </p:spTree>
    <p:extLst>
      <p:ext uri="{BB962C8B-B14F-4D97-AF65-F5344CB8AC3E}">
        <p14:creationId xmlns:p14="http://schemas.microsoft.com/office/powerpoint/2010/main" val="22166939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6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3AD7B0F-6658-43C0-A766-0F41C4EB0B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ER</a:t>
            </a:r>
            <a:r>
              <a:rPr lang="zh-CN" altLang="en-US"/>
              <a:t>图绘制分析：实体属性</a:t>
            </a: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3B339443-B9D0-4D60-AC96-78765EED8AD8}"/>
              </a:ext>
            </a:extLst>
          </p:cNvPr>
          <p:cNvGrpSpPr/>
          <p:nvPr/>
        </p:nvGrpSpPr>
        <p:grpSpPr>
          <a:xfrm>
            <a:off x="1954216" y="2752411"/>
            <a:ext cx="1957189" cy="1200122"/>
            <a:chOff x="915598" y="1460357"/>
            <a:chExt cx="2448112" cy="2448112"/>
          </a:xfrm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393D3B32-16D1-4A5F-B40D-ED6C65D79AED}"/>
                </a:ext>
              </a:extLst>
            </p:cNvPr>
            <p:cNvSpPr/>
            <p:nvPr/>
          </p:nvSpPr>
          <p:spPr>
            <a:xfrm>
              <a:off x="915598" y="1460357"/>
              <a:ext cx="2448112" cy="2448112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3" name="矩形: 圆角 4">
              <a:extLst>
                <a:ext uri="{FF2B5EF4-FFF2-40B4-BE49-F238E27FC236}">
                  <a16:creationId xmlns:a16="http://schemas.microsoft.com/office/drawing/2014/main" id="{26C5415D-986F-48A4-B073-C9659936D772}"/>
                </a:ext>
              </a:extLst>
            </p:cNvPr>
            <p:cNvSpPr txBox="1"/>
            <p:nvPr/>
          </p:nvSpPr>
          <p:spPr>
            <a:xfrm>
              <a:off x="1035105" y="1579864"/>
              <a:ext cx="2209098" cy="220909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1440" tIns="91440" rIns="91440" bIns="91440" numCol="1" spcCol="1270" anchor="ctr" anchorCtr="0">
              <a:noAutofit/>
            </a:bodyPr>
            <a:lstStyle/>
            <a:p>
              <a:pPr marL="0" lvl="0" indent="0" algn="ctr" defTabSz="1600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zh-CN" altLang="en-US" sz="3600" kern="1200"/>
                <a:t>学生</a:t>
              </a:r>
            </a:p>
          </p:txBody>
        </p:sp>
      </p:grpSp>
      <p:sp>
        <p:nvSpPr>
          <p:cNvPr id="8" name="直接连接符 5">
            <a:extLst>
              <a:ext uri="{FF2B5EF4-FFF2-40B4-BE49-F238E27FC236}">
                <a16:creationId xmlns:a16="http://schemas.microsoft.com/office/drawing/2014/main" id="{816430A6-7B4B-43C5-BF30-5B54A30183C3}"/>
              </a:ext>
            </a:extLst>
          </p:cNvPr>
          <p:cNvSpPr/>
          <p:nvPr/>
        </p:nvSpPr>
        <p:spPr>
          <a:xfrm rot="6593">
            <a:off x="3912460" y="3435336"/>
            <a:ext cx="4159702" cy="0"/>
          </a:xfrm>
          <a:custGeom>
            <a:avLst/>
            <a:gdLst/>
            <a:ahLst/>
            <a:cxnLst/>
            <a:rect l="0" t="0" r="0" b="0"/>
            <a:pathLst>
              <a:path>
                <a:moveTo>
                  <a:pt x="0" y="0"/>
                </a:moveTo>
                <a:lnTo>
                  <a:pt x="4159702" y="0"/>
                </a:lnTo>
              </a:path>
            </a:pathLst>
          </a:custGeom>
          <a:noFill/>
        </p:spPr>
        <p:style>
          <a:lnRef idx="2">
            <a:schemeClr val="accent1">
              <a:shade val="60000"/>
              <a:hueOff val="0"/>
              <a:satOff val="0"/>
              <a:lumOff val="0"/>
              <a:alphaOff val="0"/>
            </a:schemeClr>
          </a:lnRef>
          <a:fillRef idx="0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9AAB8E38-BBE2-41E9-B34D-107C34E16CC9}"/>
              </a:ext>
            </a:extLst>
          </p:cNvPr>
          <p:cNvGrpSpPr/>
          <p:nvPr/>
        </p:nvGrpSpPr>
        <p:grpSpPr>
          <a:xfrm>
            <a:off x="8072159" y="2899265"/>
            <a:ext cx="2165626" cy="1200122"/>
            <a:chOff x="7523405" y="1488849"/>
            <a:chExt cx="2655491" cy="2416869"/>
          </a:xfrm>
        </p:grpSpPr>
        <p:sp>
          <p:nvSpPr>
            <p:cNvPr id="10" name="矩形: 圆角 9">
              <a:extLst>
                <a:ext uri="{FF2B5EF4-FFF2-40B4-BE49-F238E27FC236}">
                  <a16:creationId xmlns:a16="http://schemas.microsoft.com/office/drawing/2014/main" id="{92B01E62-8C0C-4EB8-A38C-CC2894B4B30B}"/>
                </a:ext>
              </a:extLst>
            </p:cNvPr>
            <p:cNvSpPr/>
            <p:nvPr/>
          </p:nvSpPr>
          <p:spPr>
            <a:xfrm>
              <a:off x="7523405" y="1488849"/>
              <a:ext cx="2655491" cy="2416869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1" name="矩形: 圆角 7">
              <a:extLst>
                <a:ext uri="{FF2B5EF4-FFF2-40B4-BE49-F238E27FC236}">
                  <a16:creationId xmlns:a16="http://schemas.microsoft.com/office/drawing/2014/main" id="{6C960293-E67E-443B-BEF5-2BE23E16CA54}"/>
                </a:ext>
              </a:extLst>
            </p:cNvPr>
            <p:cNvSpPr txBox="1"/>
            <p:nvPr/>
          </p:nvSpPr>
          <p:spPr>
            <a:xfrm>
              <a:off x="7641387" y="1606831"/>
              <a:ext cx="2419527" cy="2180905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1440" tIns="91440" rIns="91440" bIns="91440" numCol="1" spcCol="1270" anchor="ctr" anchorCtr="0">
              <a:noAutofit/>
            </a:bodyPr>
            <a:lstStyle/>
            <a:p>
              <a:pPr marL="0" lvl="0" indent="0" algn="ctr" defTabSz="1600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zh-CN" altLang="en-US" sz="3600" kern="1200"/>
                <a:t>班级</a:t>
              </a:r>
            </a:p>
          </p:txBody>
        </p:sp>
      </p:grpSp>
      <p:sp>
        <p:nvSpPr>
          <p:cNvPr id="3" name="流程图: 决策 2">
            <a:extLst>
              <a:ext uri="{FF2B5EF4-FFF2-40B4-BE49-F238E27FC236}">
                <a16:creationId xmlns:a16="http://schemas.microsoft.com/office/drawing/2014/main" id="{040D30C4-410D-4544-88D6-B3ADA7FAA8A6}"/>
              </a:ext>
            </a:extLst>
          </p:cNvPr>
          <p:cNvSpPr/>
          <p:nvPr/>
        </p:nvSpPr>
        <p:spPr>
          <a:xfrm>
            <a:off x="5231904" y="2899265"/>
            <a:ext cx="1728192" cy="1080120"/>
          </a:xfrm>
          <a:prstGeom prst="flowChartDecis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/>
              <a:t>属于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1929864-0FD6-4738-986F-293B6C07A959}"/>
              </a:ext>
            </a:extLst>
          </p:cNvPr>
          <p:cNvSpPr txBox="1"/>
          <p:nvPr/>
        </p:nvSpPr>
        <p:spPr>
          <a:xfrm>
            <a:off x="4439816" y="2952375"/>
            <a:ext cx="10827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/>
              <a:t>n</a:t>
            </a:r>
            <a:endParaRPr lang="zh-CN" altLang="en-US" sz="280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992333B2-13C4-46CB-A760-18D06468E159}"/>
              </a:ext>
            </a:extLst>
          </p:cNvPr>
          <p:cNvSpPr txBox="1"/>
          <p:nvPr/>
        </p:nvSpPr>
        <p:spPr>
          <a:xfrm>
            <a:off x="7377174" y="2899265"/>
            <a:ext cx="2667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/>
              <a:t>1</a:t>
            </a:r>
            <a:endParaRPr lang="zh-CN" altLang="en-US" sz="2800"/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D6A586DD-0A03-4954-9DDD-7314905DAEDE}"/>
              </a:ext>
            </a:extLst>
          </p:cNvPr>
          <p:cNvGrpSpPr/>
          <p:nvPr/>
        </p:nvGrpSpPr>
        <p:grpSpPr>
          <a:xfrm>
            <a:off x="276804" y="1844824"/>
            <a:ext cx="1858756" cy="907587"/>
            <a:chOff x="276804" y="1844824"/>
            <a:chExt cx="1858756" cy="907587"/>
          </a:xfrm>
        </p:grpSpPr>
        <p:sp>
          <p:nvSpPr>
            <p:cNvPr id="5" name="椭圆 4">
              <a:extLst>
                <a:ext uri="{FF2B5EF4-FFF2-40B4-BE49-F238E27FC236}">
                  <a16:creationId xmlns:a16="http://schemas.microsoft.com/office/drawing/2014/main" id="{915DDD4B-2033-4BF9-AAB4-39A1528E5E73}"/>
                </a:ext>
              </a:extLst>
            </p:cNvPr>
            <p:cNvSpPr/>
            <p:nvPr/>
          </p:nvSpPr>
          <p:spPr>
            <a:xfrm>
              <a:off x="276804" y="1844824"/>
              <a:ext cx="1080120" cy="65061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/>
                <a:t>姓名</a:t>
              </a:r>
            </a:p>
          </p:txBody>
        </p:sp>
        <p:cxnSp>
          <p:nvCxnSpPr>
            <p:cNvPr id="16" name="直接连接符 15">
              <a:extLst>
                <a:ext uri="{FF2B5EF4-FFF2-40B4-BE49-F238E27FC236}">
                  <a16:creationId xmlns:a16="http://schemas.microsoft.com/office/drawing/2014/main" id="{C7C3AEBB-C59E-400B-9058-C8B8D038B346}"/>
                </a:ext>
              </a:extLst>
            </p:cNvPr>
            <p:cNvCxnSpPr>
              <a:stCxn id="5" idx="6"/>
            </p:cNvCxnSpPr>
            <p:nvPr/>
          </p:nvCxnSpPr>
          <p:spPr>
            <a:xfrm>
              <a:off x="1356924" y="2170129"/>
              <a:ext cx="778636" cy="58228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4C5CD646-8BD4-48F0-8FC6-05485B61B9F8}"/>
              </a:ext>
            </a:extLst>
          </p:cNvPr>
          <p:cNvGrpSpPr/>
          <p:nvPr/>
        </p:nvGrpSpPr>
        <p:grpSpPr>
          <a:xfrm>
            <a:off x="218012" y="3269027"/>
            <a:ext cx="1831746" cy="650610"/>
            <a:chOff x="276804" y="1844824"/>
            <a:chExt cx="1831746" cy="650610"/>
          </a:xfrm>
        </p:grpSpPr>
        <p:sp>
          <p:nvSpPr>
            <p:cNvPr id="19" name="椭圆 18">
              <a:extLst>
                <a:ext uri="{FF2B5EF4-FFF2-40B4-BE49-F238E27FC236}">
                  <a16:creationId xmlns:a16="http://schemas.microsoft.com/office/drawing/2014/main" id="{90E3BA1A-B0FD-48B9-9717-EA162544E5D2}"/>
                </a:ext>
              </a:extLst>
            </p:cNvPr>
            <p:cNvSpPr/>
            <p:nvPr/>
          </p:nvSpPr>
          <p:spPr>
            <a:xfrm>
              <a:off x="276804" y="1844824"/>
              <a:ext cx="1080120" cy="65061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/>
                <a:t>学号</a:t>
              </a:r>
            </a:p>
          </p:txBody>
        </p: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id="{4BFE89F7-2A3F-4E56-8AB6-5C8C37C7FAEF}"/>
                </a:ext>
              </a:extLst>
            </p:cNvPr>
            <p:cNvCxnSpPr>
              <a:cxnSpLocks/>
              <a:stCxn id="19" idx="6"/>
              <a:endCxn id="13" idx="1"/>
            </p:cNvCxnSpPr>
            <p:nvPr/>
          </p:nvCxnSpPr>
          <p:spPr>
            <a:xfrm flipV="1">
              <a:off x="1356924" y="1928269"/>
              <a:ext cx="751626" cy="24186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7B0D20AF-B4FD-4CCF-A70A-6D0A2F63BABF}"/>
              </a:ext>
            </a:extLst>
          </p:cNvPr>
          <p:cNvGrpSpPr/>
          <p:nvPr/>
        </p:nvGrpSpPr>
        <p:grpSpPr>
          <a:xfrm>
            <a:off x="276804" y="3952533"/>
            <a:ext cx="1772954" cy="1159190"/>
            <a:chOff x="276804" y="1336244"/>
            <a:chExt cx="1772954" cy="1159190"/>
          </a:xfrm>
        </p:grpSpPr>
        <p:sp>
          <p:nvSpPr>
            <p:cNvPr id="23" name="椭圆 22">
              <a:extLst>
                <a:ext uri="{FF2B5EF4-FFF2-40B4-BE49-F238E27FC236}">
                  <a16:creationId xmlns:a16="http://schemas.microsoft.com/office/drawing/2014/main" id="{9B553622-6418-4669-9033-B46AF639074E}"/>
                </a:ext>
              </a:extLst>
            </p:cNvPr>
            <p:cNvSpPr/>
            <p:nvPr/>
          </p:nvSpPr>
          <p:spPr>
            <a:xfrm>
              <a:off x="276804" y="1844824"/>
              <a:ext cx="1080120" cy="65061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/>
                <a:t>密码</a:t>
              </a:r>
            </a:p>
          </p:txBody>
        </p:sp>
        <p:cxnSp>
          <p:nvCxnSpPr>
            <p:cNvPr id="24" name="直接连接符 23">
              <a:extLst>
                <a:ext uri="{FF2B5EF4-FFF2-40B4-BE49-F238E27FC236}">
                  <a16:creationId xmlns:a16="http://schemas.microsoft.com/office/drawing/2014/main" id="{21F3DA7B-39AC-49C6-A8E9-C4E99B5041A6}"/>
                </a:ext>
              </a:extLst>
            </p:cNvPr>
            <p:cNvCxnSpPr>
              <a:cxnSpLocks/>
              <a:stCxn id="23" idx="6"/>
            </p:cNvCxnSpPr>
            <p:nvPr/>
          </p:nvCxnSpPr>
          <p:spPr>
            <a:xfrm flipV="1">
              <a:off x="1356924" y="1336244"/>
              <a:ext cx="692834" cy="83388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ACBBBBF6-8466-431B-B8B2-EDC09537E562}"/>
              </a:ext>
            </a:extLst>
          </p:cNvPr>
          <p:cNvGrpSpPr/>
          <p:nvPr/>
        </p:nvGrpSpPr>
        <p:grpSpPr>
          <a:xfrm>
            <a:off x="10141568" y="1839265"/>
            <a:ext cx="1571056" cy="1060000"/>
            <a:chOff x="-214132" y="1844824"/>
            <a:chExt cx="1571056" cy="1060000"/>
          </a:xfrm>
        </p:grpSpPr>
        <p:sp>
          <p:nvSpPr>
            <p:cNvPr id="29" name="椭圆 28">
              <a:extLst>
                <a:ext uri="{FF2B5EF4-FFF2-40B4-BE49-F238E27FC236}">
                  <a16:creationId xmlns:a16="http://schemas.microsoft.com/office/drawing/2014/main" id="{BDD8A46C-66AC-43FE-8BF3-CDF7F7AC5E58}"/>
                </a:ext>
              </a:extLst>
            </p:cNvPr>
            <p:cNvSpPr/>
            <p:nvPr/>
          </p:nvSpPr>
          <p:spPr>
            <a:xfrm>
              <a:off x="276804" y="1844824"/>
              <a:ext cx="1080120" cy="65061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/>
                <a:t>班级名称</a:t>
              </a:r>
            </a:p>
          </p:txBody>
        </p: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E4C202A7-B4E7-4096-874B-3FD4249AACC4}"/>
                </a:ext>
              </a:extLst>
            </p:cNvPr>
            <p:cNvCxnSpPr>
              <a:cxnSpLocks/>
              <a:stCxn id="29" idx="3"/>
            </p:cNvCxnSpPr>
            <p:nvPr/>
          </p:nvCxnSpPr>
          <p:spPr>
            <a:xfrm flipH="1">
              <a:off x="-214132" y="2400154"/>
              <a:ext cx="649116" cy="50467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69A30BED-3769-400B-87CA-9709123C0E77}"/>
              </a:ext>
            </a:extLst>
          </p:cNvPr>
          <p:cNvGrpSpPr/>
          <p:nvPr/>
        </p:nvGrpSpPr>
        <p:grpSpPr>
          <a:xfrm>
            <a:off x="10237785" y="3109940"/>
            <a:ext cx="1677969" cy="650610"/>
            <a:chOff x="-321045" y="1844824"/>
            <a:chExt cx="1677969" cy="650610"/>
          </a:xfrm>
        </p:grpSpPr>
        <p:sp>
          <p:nvSpPr>
            <p:cNvPr id="32" name="椭圆 31">
              <a:extLst>
                <a:ext uri="{FF2B5EF4-FFF2-40B4-BE49-F238E27FC236}">
                  <a16:creationId xmlns:a16="http://schemas.microsoft.com/office/drawing/2014/main" id="{4449FF48-BBF8-46A7-8E20-92449B816278}"/>
                </a:ext>
              </a:extLst>
            </p:cNvPr>
            <p:cNvSpPr/>
            <p:nvPr/>
          </p:nvSpPr>
          <p:spPr>
            <a:xfrm>
              <a:off x="276804" y="1844824"/>
              <a:ext cx="1080120" cy="65061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/>
                <a:t>入学年份</a:t>
              </a:r>
            </a:p>
          </p:txBody>
        </p:sp>
        <p:cxnSp>
          <p:nvCxnSpPr>
            <p:cNvPr id="33" name="直接连接符 32">
              <a:extLst>
                <a:ext uri="{FF2B5EF4-FFF2-40B4-BE49-F238E27FC236}">
                  <a16:creationId xmlns:a16="http://schemas.microsoft.com/office/drawing/2014/main" id="{DAF87712-8631-4B41-822A-8424660C62FA}"/>
                </a:ext>
              </a:extLst>
            </p:cNvPr>
            <p:cNvCxnSpPr>
              <a:cxnSpLocks/>
              <a:stCxn id="32" idx="2"/>
              <a:endCxn id="10" idx="3"/>
            </p:cNvCxnSpPr>
            <p:nvPr/>
          </p:nvCxnSpPr>
          <p:spPr>
            <a:xfrm flipH="1">
              <a:off x="-321045" y="2170129"/>
              <a:ext cx="597849" cy="6408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2571716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总结：</a:t>
            </a:r>
            <a:r>
              <a:rPr lang="en-US" altLang="zh-CN"/>
              <a:t>ER</a:t>
            </a:r>
            <a:r>
              <a:rPr lang="zh-CN" altLang="en-US" dirty="0"/>
              <a:t>图绘制建议</a:t>
            </a:r>
          </a:p>
        </p:txBody>
      </p:sp>
      <p:graphicFrame>
        <p:nvGraphicFramePr>
          <p:cNvPr id="4" name="内容占位符 3"/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3201993466"/>
              </p:ext>
            </p:extLst>
          </p:nvPr>
        </p:nvGraphicFramePr>
        <p:xfrm>
          <a:off x="479376" y="1700809"/>
          <a:ext cx="6120680" cy="49244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547208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总结：</a:t>
            </a:r>
            <a:r>
              <a:rPr lang="en-US" altLang="zh-CN"/>
              <a:t>ER</a:t>
            </a:r>
            <a:r>
              <a:rPr lang="zh-CN" altLang="en-US" dirty="0"/>
              <a:t>图绘制建议</a:t>
            </a:r>
          </a:p>
        </p:txBody>
      </p:sp>
      <p:graphicFrame>
        <p:nvGraphicFramePr>
          <p:cNvPr id="4" name="内容占位符 3"/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3012095551"/>
              </p:ext>
            </p:extLst>
          </p:nvPr>
        </p:nvGraphicFramePr>
        <p:xfrm>
          <a:off x="812800" y="1589088"/>
          <a:ext cx="5181600" cy="49355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左箭头标注 4"/>
          <p:cNvSpPr/>
          <p:nvPr/>
        </p:nvSpPr>
        <p:spPr>
          <a:xfrm>
            <a:off x="5994400" y="1412776"/>
            <a:ext cx="4824536" cy="903808"/>
          </a:xfrm>
          <a:prstGeom prst="leftArrowCallo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/>
              <a:t>学生登录后查询信息</a:t>
            </a:r>
            <a:endParaRPr lang="en-US" altLang="zh-CN"/>
          </a:p>
          <a:p>
            <a:pPr algn="ctr"/>
            <a:r>
              <a:rPr lang="zh-CN" altLang="en-US"/>
              <a:t>安排班级教学任务</a:t>
            </a:r>
          </a:p>
        </p:txBody>
      </p:sp>
    </p:spTree>
    <p:extLst>
      <p:ext uri="{BB962C8B-B14F-4D97-AF65-F5344CB8AC3E}">
        <p14:creationId xmlns:p14="http://schemas.microsoft.com/office/powerpoint/2010/main" val="286700618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总结：</a:t>
            </a:r>
            <a:r>
              <a:rPr lang="en-US" altLang="zh-CN"/>
              <a:t>ER</a:t>
            </a:r>
            <a:r>
              <a:rPr lang="zh-CN" altLang="en-US" dirty="0"/>
              <a:t>图绘制建议</a:t>
            </a:r>
          </a:p>
        </p:txBody>
      </p:sp>
      <p:graphicFrame>
        <p:nvGraphicFramePr>
          <p:cNvPr id="4" name="内容占位符 3"/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2434279122"/>
              </p:ext>
            </p:extLst>
          </p:nvPr>
        </p:nvGraphicFramePr>
        <p:xfrm>
          <a:off x="812800" y="1589088"/>
          <a:ext cx="5181600" cy="49355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左箭头标注 4"/>
          <p:cNvSpPr/>
          <p:nvPr/>
        </p:nvSpPr>
        <p:spPr>
          <a:xfrm>
            <a:off x="5994400" y="1412776"/>
            <a:ext cx="4824536" cy="903808"/>
          </a:xfrm>
          <a:prstGeom prst="leftArrowCallo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/>
              <a:t>学生登录后查询信息</a:t>
            </a:r>
            <a:endParaRPr lang="en-US" altLang="zh-CN"/>
          </a:p>
          <a:p>
            <a:pPr algn="ctr"/>
            <a:r>
              <a:rPr lang="zh-CN" altLang="en-US"/>
              <a:t>安排班级教学任务</a:t>
            </a:r>
          </a:p>
        </p:txBody>
      </p:sp>
      <p:sp>
        <p:nvSpPr>
          <p:cNvPr id="6" name="左箭头标注 5"/>
          <p:cNvSpPr/>
          <p:nvPr/>
        </p:nvSpPr>
        <p:spPr>
          <a:xfrm>
            <a:off x="5994400" y="2510160"/>
            <a:ext cx="4824536" cy="903808"/>
          </a:xfrm>
          <a:prstGeom prst="leftArrowCallou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/>
              <a:t>实体：班级、学生</a:t>
            </a: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5398359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总结：</a:t>
            </a:r>
            <a:r>
              <a:rPr lang="en-US" altLang="zh-CN"/>
              <a:t>ER</a:t>
            </a:r>
            <a:r>
              <a:rPr lang="zh-CN" altLang="en-US" dirty="0"/>
              <a:t>图绘制建议</a:t>
            </a:r>
          </a:p>
        </p:txBody>
      </p:sp>
      <p:graphicFrame>
        <p:nvGraphicFramePr>
          <p:cNvPr id="4" name="内容占位符 3"/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3079402686"/>
              </p:ext>
            </p:extLst>
          </p:nvPr>
        </p:nvGraphicFramePr>
        <p:xfrm>
          <a:off x="812800" y="1589088"/>
          <a:ext cx="5181600" cy="49355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左箭头标注 4"/>
          <p:cNvSpPr/>
          <p:nvPr/>
        </p:nvSpPr>
        <p:spPr>
          <a:xfrm>
            <a:off x="5994400" y="1412776"/>
            <a:ext cx="4824536" cy="903808"/>
          </a:xfrm>
          <a:prstGeom prst="leftArrowCallo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/>
              <a:t>学生登录后查询信息</a:t>
            </a:r>
            <a:endParaRPr lang="en-US" altLang="zh-CN"/>
          </a:p>
          <a:p>
            <a:pPr algn="ctr"/>
            <a:r>
              <a:rPr lang="zh-CN" altLang="en-US"/>
              <a:t>安排班级教学任务</a:t>
            </a:r>
          </a:p>
        </p:txBody>
      </p:sp>
      <p:sp>
        <p:nvSpPr>
          <p:cNvPr id="6" name="左箭头标注 5"/>
          <p:cNvSpPr/>
          <p:nvPr/>
        </p:nvSpPr>
        <p:spPr>
          <a:xfrm>
            <a:off x="5994400" y="2510160"/>
            <a:ext cx="4824536" cy="903808"/>
          </a:xfrm>
          <a:prstGeom prst="leftArrowCallou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/>
              <a:t>实体：学院，专业，老师</a:t>
            </a:r>
            <a:endParaRPr lang="en-US" altLang="zh-CN"/>
          </a:p>
        </p:txBody>
      </p:sp>
      <p:sp>
        <p:nvSpPr>
          <p:cNvPr id="7" name="左箭头标注 6"/>
          <p:cNvSpPr/>
          <p:nvPr/>
        </p:nvSpPr>
        <p:spPr>
          <a:xfrm>
            <a:off x="5994400" y="2492896"/>
            <a:ext cx="4824536" cy="903808"/>
          </a:xfrm>
          <a:prstGeom prst="leftArrowCallou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/>
              <a:t>实体：班级、学生</a:t>
            </a:r>
            <a:endParaRPr lang="en-US" altLang="zh-CN"/>
          </a:p>
        </p:txBody>
      </p:sp>
      <p:sp>
        <p:nvSpPr>
          <p:cNvPr id="8" name="左箭头标注 7"/>
          <p:cNvSpPr/>
          <p:nvPr/>
        </p:nvSpPr>
        <p:spPr>
          <a:xfrm>
            <a:off x="5994400" y="3583848"/>
            <a:ext cx="4824536" cy="903808"/>
          </a:xfrm>
          <a:prstGeom prst="leftArrowCallou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/>
              <a:t>班级：名称、入学年份</a:t>
            </a:r>
            <a:endParaRPr lang="en-US" altLang="zh-CN"/>
          </a:p>
          <a:p>
            <a:pPr algn="ctr"/>
            <a:r>
              <a:rPr lang="zh-CN" altLang="en-US"/>
              <a:t>学生：姓名、密码、学号</a:t>
            </a: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6056572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总结：</a:t>
            </a:r>
            <a:r>
              <a:rPr lang="en-US" altLang="zh-CN"/>
              <a:t>ER</a:t>
            </a:r>
            <a:r>
              <a:rPr lang="zh-CN" altLang="en-US" dirty="0"/>
              <a:t>图绘制建议</a:t>
            </a:r>
          </a:p>
        </p:txBody>
      </p:sp>
      <p:graphicFrame>
        <p:nvGraphicFramePr>
          <p:cNvPr id="4" name="内容占位符 3"/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2361476040"/>
              </p:ext>
            </p:extLst>
          </p:nvPr>
        </p:nvGraphicFramePr>
        <p:xfrm>
          <a:off x="812800" y="1589088"/>
          <a:ext cx="5181600" cy="49355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左箭头标注 4"/>
          <p:cNvSpPr/>
          <p:nvPr/>
        </p:nvSpPr>
        <p:spPr>
          <a:xfrm>
            <a:off x="5994400" y="1412776"/>
            <a:ext cx="4824536" cy="903808"/>
          </a:xfrm>
          <a:prstGeom prst="leftArrowCallo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/>
              <a:t>学生登录后查询信息</a:t>
            </a:r>
            <a:endParaRPr lang="en-US" altLang="zh-CN"/>
          </a:p>
          <a:p>
            <a:pPr algn="ctr"/>
            <a:r>
              <a:rPr lang="zh-CN" altLang="en-US"/>
              <a:t>安排班级教学任务</a:t>
            </a:r>
          </a:p>
        </p:txBody>
      </p:sp>
      <p:sp>
        <p:nvSpPr>
          <p:cNvPr id="6" name="左箭头标注 5"/>
          <p:cNvSpPr/>
          <p:nvPr/>
        </p:nvSpPr>
        <p:spPr>
          <a:xfrm>
            <a:off x="5994400" y="2510160"/>
            <a:ext cx="4824536" cy="903808"/>
          </a:xfrm>
          <a:prstGeom prst="leftArrowCallou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/>
              <a:t>实体：学院，专业，老师</a:t>
            </a:r>
            <a:endParaRPr lang="en-US" altLang="zh-CN"/>
          </a:p>
        </p:txBody>
      </p:sp>
      <p:sp>
        <p:nvSpPr>
          <p:cNvPr id="7" name="左箭头标注 6"/>
          <p:cNvSpPr/>
          <p:nvPr/>
        </p:nvSpPr>
        <p:spPr>
          <a:xfrm>
            <a:off x="5994400" y="2492896"/>
            <a:ext cx="4824536" cy="903808"/>
          </a:xfrm>
          <a:prstGeom prst="leftArrowCallou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/>
              <a:t>实体：班级、学生</a:t>
            </a:r>
            <a:endParaRPr lang="en-US" altLang="zh-CN"/>
          </a:p>
        </p:txBody>
      </p:sp>
      <p:sp>
        <p:nvSpPr>
          <p:cNvPr id="8" name="左箭头标注 7"/>
          <p:cNvSpPr/>
          <p:nvPr/>
        </p:nvSpPr>
        <p:spPr>
          <a:xfrm>
            <a:off x="5994400" y="3583848"/>
            <a:ext cx="4824536" cy="903808"/>
          </a:xfrm>
          <a:prstGeom prst="leftArrowCallou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/>
              <a:t>班级：名称、入学年份</a:t>
            </a:r>
            <a:endParaRPr lang="en-US" altLang="zh-CN"/>
          </a:p>
          <a:p>
            <a:pPr algn="ctr"/>
            <a:r>
              <a:rPr lang="zh-CN" altLang="en-US"/>
              <a:t>学生：姓名、密码、学号</a:t>
            </a:r>
            <a:endParaRPr lang="en-US" altLang="zh-CN"/>
          </a:p>
        </p:txBody>
      </p:sp>
      <p:sp>
        <p:nvSpPr>
          <p:cNvPr id="9" name="左箭头标注 8"/>
          <p:cNvSpPr/>
          <p:nvPr/>
        </p:nvSpPr>
        <p:spPr>
          <a:xfrm>
            <a:off x="5994400" y="4657536"/>
            <a:ext cx="4824536" cy="903808"/>
          </a:xfrm>
          <a:prstGeom prst="leftArrowCallou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/>
              <a:t>班级包含学生</a:t>
            </a: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040018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总结：</a:t>
            </a:r>
            <a:r>
              <a:rPr lang="en-US" altLang="zh-CN"/>
              <a:t>ER</a:t>
            </a:r>
            <a:r>
              <a:rPr lang="zh-CN" altLang="en-US" dirty="0"/>
              <a:t>图绘制建议</a:t>
            </a:r>
          </a:p>
        </p:txBody>
      </p:sp>
      <p:graphicFrame>
        <p:nvGraphicFramePr>
          <p:cNvPr id="4" name="内容占位符 3"/>
          <p:cNvGraphicFramePr>
            <a:graphicFrameLocks noGrp="1"/>
          </p:cNvGraphicFramePr>
          <p:nvPr>
            <p:ph sz="quarter" idx="1"/>
          </p:nvPr>
        </p:nvGraphicFramePr>
        <p:xfrm>
          <a:off x="812800" y="1589088"/>
          <a:ext cx="5181600" cy="49355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左箭头标注 4"/>
          <p:cNvSpPr/>
          <p:nvPr/>
        </p:nvSpPr>
        <p:spPr>
          <a:xfrm>
            <a:off x="5994400" y="1412776"/>
            <a:ext cx="4824536" cy="903808"/>
          </a:xfrm>
          <a:prstGeom prst="leftArrowCallo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/>
              <a:t>学生登录后查询信息</a:t>
            </a:r>
            <a:endParaRPr lang="en-US" altLang="zh-CN"/>
          </a:p>
          <a:p>
            <a:pPr algn="ctr"/>
            <a:r>
              <a:rPr lang="zh-CN" altLang="en-US"/>
              <a:t>安排班级教学任务</a:t>
            </a:r>
          </a:p>
        </p:txBody>
      </p:sp>
      <p:sp>
        <p:nvSpPr>
          <p:cNvPr id="6" name="左箭头标注 5"/>
          <p:cNvSpPr/>
          <p:nvPr/>
        </p:nvSpPr>
        <p:spPr>
          <a:xfrm>
            <a:off x="5994400" y="2510160"/>
            <a:ext cx="4824536" cy="903808"/>
          </a:xfrm>
          <a:prstGeom prst="leftArrowCallou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/>
              <a:t>实体：学院，专业，老师</a:t>
            </a:r>
            <a:endParaRPr lang="en-US" altLang="zh-CN"/>
          </a:p>
        </p:txBody>
      </p:sp>
      <p:sp>
        <p:nvSpPr>
          <p:cNvPr id="7" name="左箭头标注 6"/>
          <p:cNvSpPr/>
          <p:nvPr/>
        </p:nvSpPr>
        <p:spPr>
          <a:xfrm>
            <a:off x="5994400" y="2492896"/>
            <a:ext cx="4824536" cy="903808"/>
          </a:xfrm>
          <a:prstGeom prst="leftArrowCallou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/>
              <a:t>实体：班级、学生</a:t>
            </a:r>
            <a:endParaRPr lang="en-US" altLang="zh-CN"/>
          </a:p>
        </p:txBody>
      </p:sp>
      <p:sp>
        <p:nvSpPr>
          <p:cNvPr id="8" name="左箭头标注 7"/>
          <p:cNvSpPr/>
          <p:nvPr/>
        </p:nvSpPr>
        <p:spPr>
          <a:xfrm>
            <a:off x="5994400" y="3583848"/>
            <a:ext cx="4824536" cy="903808"/>
          </a:xfrm>
          <a:prstGeom prst="leftArrowCallou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/>
              <a:t>班级：名称、入学年份</a:t>
            </a:r>
            <a:endParaRPr lang="en-US" altLang="zh-CN"/>
          </a:p>
          <a:p>
            <a:pPr algn="ctr"/>
            <a:r>
              <a:rPr lang="zh-CN" altLang="en-US"/>
              <a:t>学生：姓名、密码、学号</a:t>
            </a:r>
            <a:endParaRPr lang="en-US" altLang="zh-CN"/>
          </a:p>
        </p:txBody>
      </p:sp>
      <p:sp>
        <p:nvSpPr>
          <p:cNvPr id="9" name="左箭头标注 8"/>
          <p:cNvSpPr/>
          <p:nvPr/>
        </p:nvSpPr>
        <p:spPr>
          <a:xfrm>
            <a:off x="5994400" y="4657536"/>
            <a:ext cx="4824536" cy="903808"/>
          </a:xfrm>
          <a:prstGeom prst="leftArrowCallou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/>
              <a:t>班级包含学生，关系：</a:t>
            </a:r>
            <a:r>
              <a:rPr lang="en-US" altLang="zh-CN"/>
              <a:t>1:n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48128" y="5605694"/>
            <a:ext cx="3882973" cy="1238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65301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zh-CN" altLang="en-US"/>
              <a:t>绘制</a:t>
            </a:r>
            <a:r>
              <a:rPr lang="en-US" altLang="zh-CN"/>
              <a:t>ER</a:t>
            </a:r>
            <a:r>
              <a:rPr lang="zh-CN" altLang="en-US"/>
              <a:t>图的要点</a:t>
            </a:r>
          </a:p>
          <a:p>
            <a:pPr lvl="0"/>
            <a:r>
              <a:rPr lang="zh-CN" altLang="en-US" sz="3600" b="1">
                <a:solidFill>
                  <a:srgbClr val="FFC000"/>
                </a:solidFill>
              </a:rPr>
              <a:t>从</a:t>
            </a:r>
            <a:r>
              <a:rPr lang="en-US" altLang="zh-CN" sz="3600" b="1">
                <a:solidFill>
                  <a:srgbClr val="FFC000"/>
                </a:solidFill>
              </a:rPr>
              <a:t>ER</a:t>
            </a:r>
            <a:r>
              <a:rPr lang="zh-CN" altLang="en-US" sz="3600" b="1">
                <a:solidFill>
                  <a:srgbClr val="FFC000"/>
                </a:solidFill>
              </a:rPr>
              <a:t>图到关系模型的转换</a:t>
            </a:r>
            <a:endParaRPr lang="en-US" altLang="zh-CN" sz="3600" b="1">
              <a:solidFill>
                <a:srgbClr val="FFC000"/>
              </a:solidFill>
            </a:endParaRPr>
          </a:p>
          <a:p>
            <a:r>
              <a:rPr lang="zh-CN" altLang="en-US"/>
              <a:t>为教务管理系统数据库绘制</a:t>
            </a:r>
            <a:r>
              <a:rPr lang="en-US" altLang="zh-CN"/>
              <a:t>ER</a:t>
            </a:r>
            <a:r>
              <a:rPr lang="zh-CN" altLang="en-US"/>
              <a:t>图</a:t>
            </a: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altLang="en-US"/>
              <a:t>MySQL</a:t>
            </a:r>
            <a:r>
              <a:rPr lang="zh-CN" altLang="en-US"/>
              <a:t>数据库的设计</a:t>
            </a:r>
          </a:p>
        </p:txBody>
      </p:sp>
    </p:spTree>
    <p:extLst>
      <p:ext uri="{BB962C8B-B14F-4D97-AF65-F5344CB8AC3E}">
        <p14:creationId xmlns:p14="http://schemas.microsoft.com/office/powerpoint/2010/main" val="261593772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B050B6-C57F-082F-CDB6-975783B7C0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0B78817B-D774-6094-A740-8A252FCEBE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数据模型</a:t>
            </a:r>
          </a:p>
        </p:txBody>
      </p:sp>
      <p:graphicFrame>
        <p:nvGraphicFramePr>
          <p:cNvPr id="6" name="内容占位符 5">
            <a:extLst>
              <a:ext uri="{FF2B5EF4-FFF2-40B4-BE49-F238E27FC236}">
                <a16:creationId xmlns:a16="http://schemas.microsoft.com/office/drawing/2014/main" id="{CABCB68F-2F01-ED4C-4D37-6297A86B59B5}"/>
              </a:ext>
            </a:extLst>
          </p:cNvPr>
          <p:cNvGraphicFramePr>
            <a:graphicFrameLocks noGrp="1"/>
          </p:cNvGraphicFramePr>
          <p:nvPr>
            <p:ph sz="quarter" idx="1"/>
          </p:nvPr>
        </p:nvGraphicFramePr>
        <p:xfrm>
          <a:off x="817563" y="1600200"/>
          <a:ext cx="10871200" cy="49244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7" name="表格 20">
            <a:extLst>
              <a:ext uri="{FF2B5EF4-FFF2-40B4-BE49-F238E27FC236}">
                <a16:creationId xmlns:a16="http://schemas.microsoft.com/office/drawing/2014/main" id="{CCB0D2BE-FFCB-57EF-5170-10FCD5292E98}"/>
              </a:ext>
            </a:extLst>
          </p:cNvPr>
          <p:cNvGraphicFramePr>
            <a:graphicFrameLocks noGrp="1"/>
          </p:cNvGraphicFramePr>
          <p:nvPr/>
        </p:nvGraphicFramePr>
        <p:xfrm>
          <a:off x="7464152" y="4869160"/>
          <a:ext cx="3672408" cy="1139135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175171">
                  <a:extLst>
                    <a:ext uri="{9D8B030D-6E8A-4147-A177-3AD203B41FA5}">
                      <a16:colId xmlns:a16="http://schemas.microsoft.com/office/drawing/2014/main" val="827067264"/>
                    </a:ext>
                  </a:extLst>
                </a:gridCol>
                <a:gridCol w="1542411">
                  <a:extLst>
                    <a:ext uri="{9D8B030D-6E8A-4147-A177-3AD203B41FA5}">
                      <a16:colId xmlns:a16="http://schemas.microsoft.com/office/drawing/2014/main" val="3403446345"/>
                    </a:ext>
                  </a:extLst>
                </a:gridCol>
                <a:gridCol w="954826">
                  <a:extLst>
                    <a:ext uri="{9D8B030D-6E8A-4147-A177-3AD203B41FA5}">
                      <a16:colId xmlns:a16="http://schemas.microsoft.com/office/drawing/2014/main" val="566165653"/>
                    </a:ext>
                  </a:extLst>
                </a:gridCol>
              </a:tblGrid>
              <a:tr h="397455">
                <a:tc>
                  <a:txBody>
                    <a:bodyPr/>
                    <a:lstStyle/>
                    <a:p>
                      <a:pPr algn="ctr"/>
                      <a:r>
                        <a:rPr lang="zh-CN" altLang="en-US"/>
                        <a:t>学生姓名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/>
                        <a:t>学号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/>
                        <a:t>密码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962347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/>
                        <a:t>张三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1903010251</a:t>
                      </a:r>
                      <a:endParaRPr lang="zh-CN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123456</a:t>
                      </a:r>
                      <a:endParaRPr lang="zh-CN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941524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/>
                        <a:t>李四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1903010352</a:t>
                      </a:r>
                      <a:endParaRPr lang="zh-CN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456789</a:t>
                      </a:r>
                      <a:endParaRPr lang="zh-CN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7122726"/>
                  </a:ext>
                </a:extLst>
              </a:tr>
            </a:tbl>
          </a:graphicData>
        </a:graphic>
      </p:graphicFrame>
      <p:pic>
        <p:nvPicPr>
          <p:cNvPr id="36" name="图片 35">
            <a:extLst>
              <a:ext uri="{FF2B5EF4-FFF2-40B4-BE49-F238E27FC236}">
                <a16:creationId xmlns:a16="http://schemas.microsoft.com/office/drawing/2014/main" id="{E6A22386-B51C-237D-D0B2-D4EBF05E634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7368" y="4293096"/>
            <a:ext cx="4200556" cy="1262072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36BEBC87-D0C2-C8C7-7F5F-1B4ABA7E465C}"/>
              </a:ext>
            </a:extLst>
          </p:cNvPr>
          <p:cNvSpPr txBox="1"/>
          <p:nvPr/>
        </p:nvSpPr>
        <p:spPr>
          <a:xfrm flipH="1">
            <a:off x="4317256" y="4877947"/>
            <a:ext cx="31199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/>
              <a:t>学生</a:t>
            </a:r>
            <a:r>
              <a:rPr lang="zh-CN" altLang="en-US" sz="2000">
                <a:sym typeface="Wingdings" panose="05000000000000000000" pitchFamily="2" charset="2"/>
              </a:rPr>
              <a:t>（姓名、学号、密码）</a:t>
            </a:r>
            <a:endParaRPr lang="zh-CN" altLang="en-US" sz="2000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C29E890-3AA6-BD18-642F-5DEAB4ECE07F}"/>
              </a:ext>
            </a:extLst>
          </p:cNvPr>
          <p:cNvSpPr/>
          <p:nvPr/>
        </p:nvSpPr>
        <p:spPr>
          <a:xfrm>
            <a:off x="4317256" y="2420888"/>
            <a:ext cx="3119900" cy="3672408"/>
          </a:xfrm>
          <a:prstGeom prst="rect">
            <a:avLst/>
          </a:prstGeom>
          <a:solidFill>
            <a:srgbClr val="A6A6A6">
              <a:alpha val="45882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200" b="1">
                <a:solidFill>
                  <a:srgbClr val="00B050"/>
                </a:solidFill>
              </a:rPr>
              <a:t>更接近物理实现</a:t>
            </a:r>
          </a:p>
        </p:txBody>
      </p:sp>
    </p:spTree>
    <p:extLst>
      <p:ext uri="{BB962C8B-B14F-4D97-AF65-F5344CB8AC3E}">
        <p14:creationId xmlns:p14="http://schemas.microsoft.com/office/powerpoint/2010/main" val="9961500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3AD7B0F-6658-43C0-A766-0F41C4EB0B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/>
              <a:t>ER</a:t>
            </a:r>
            <a:r>
              <a:rPr lang="zh-CN" altLang="en-US"/>
              <a:t>图转换为关系模型（从概念模型</a:t>
            </a:r>
            <a:r>
              <a:rPr lang="en-US" altLang="zh-CN"/>
              <a:t>-</a:t>
            </a:r>
            <a:r>
              <a:rPr lang="zh-CN" altLang="en-US"/>
              <a:t>逻辑模型）</a:t>
            </a: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EF339E9C-F00C-4F07-999F-49A0936BEE40}"/>
              </a:ext>
            </a:extLst>
          </p:cNvPr>
          <p:cNvGrpSpPr/>
          <p:nvPr/>
        </p:nvGrpSpPr>
        <p:grpSpPr>
          <a:xfrm>
            <a:off x="218012" y="1839265"/>
            <a:ext cx="11697742" cy="3272458"/>
            <a:chOff x="218012" y="1839265"/>
            <a:chExt cx="11697742" cy="3272458"/>
          </a:xfrm>
        </p:grpSpPr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3B339443-B9D0-4D60-AC96-78765EED8AD8}"/>
                </a:ext>
              </a:extLst>
            </p:cNvPr>
            <p:cNvGrpSpPr/>
            <p:nvPr/>
          </p:nvGrpSpPr>
          <p:grpSpPr>
            <a:xfrm>
              <a:off x="1954216" y="2752411"/>
              <a:ext cx="1957189" cy="1200122"/>
              <a:chOff x="915598" y="1460357"/>
              <a:chExt cx="2448112" cy="2448112"/>
            </a:xfrm>
          </p:grpSpPr>
          <p:sp>
            <p:nvSpPr>
              <p:cNvPr id="12" name="矩形: 圆角 11">
                <a:extLst>
                  <a:ext uri="{FF2B5EF4-FFF2-40B4-BE49-F238E27FC236}">
                    <a16:creationId xmlns:a16="http://schemas.microsoft.com/office/drawing/2014/main" id="{393D3B32-16D1-4A5F-B40D-ED6C65D79AED}"/>
                  </a:ext>
                </a:extLst>
              </p:cNvPr>
              <p:cNvSpPr/>
              <p:nvPr/>
            </p:nvSpPr>
            <p:spPr>
              <a:xfrm>
                <a:off x="915598" y="1460357"/>
                <a:ext cx="2448112" cy="2448112"/>
              </a:xfrm>
              <a:prstGeom prst="roundRect">
                <a:avLst/>
              </a:prstGeom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</p:sp>
          <p:sp>
            <p:nvSpPr>
              <p:cNvPr id="13" name="矩形: 圆角 4">
                <a:extLst>
                  <a:ext uri="{FF2B5EF4-FFF2-40B4-BE49-F238E27FC236}">
                    <a16:creationId xmlns:a16="http://schemas.microsoft.com/office/drawing/2014/main" id="{26C5415D-986F-48A4-B073-C9659936D772}"/>
                  </a:ext>
                </a:extLst>
              </p:cNvPr>
              <p:cNvSpPr txBox="1"/>
              <p:nvPr/>
            </p:nvSpPr>
            <p:spPr>
              <a:xfrm>
                <a:off x="1035105" y="1579864"/>
                <a:ext cx="2209098" cy="2209098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91440" tIns="91440" rIns="91440" bIns="91440" numCol="1" spcCol="1270" anchor="ctr" anchorCtr="0">
                <a:noAutofit/>
              </a:bodyPr>
              <a:lstStyle/>
              <a:p>
                <a:pPr marL="0" lvl="0" indent="0" algn="ctr" defTabSz="16002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zh-CN" altLang="en-US" sz="3600" kern="1200"/>
                  <a:t>学生</a:t>
                </a:r>
              </a:p>
            </p:txBody>
          </p:sp>
        </p:grpSp>
        <p:sp>
          <p:nvSpPr>
            <p:cNvPr id="8" name="直接连接符 5">
              <a:extLst>
                <a:ext uri="{FF2B5EF4-FFF2-40B4-BE49-F238E27FC236}">
                  <a16:creationId xmlns:a16="http://schemas.microsoft.com/office/drawing/2014/main" id="{816430A6-7B4B-43C5-BF30-5B54A30183C3}"/>
                </a:ext>
              </a:extLst>
            </p:cNvPr>
            <p:cNvSpPr/>
            <p:nvPr/>
          </p:nvSpPr>
          <p:spPr>
            <a:xfrm rot="6593">
              <a:off x="3912460" y="3435336"/>
              <a:ext cx="4159702" cy="0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0" y="0"/>
                  </a:moveTo>
                  <a:lnTo>
                    <a:pt x="4159702" y="0"/>
                  </a:lnTo>
                </a:path>
              </a:pathLst>
            </a:custGeom>
            <a:noFill/>
          </p:spPr>
          <p:style>
            <a:lnRef idx="2">
              <a:schemeClr val="accent1">
                <a:shade val="60000"/>
                <a:hueOff val="0"/>
                <a:satOff val="0"/>
                <a:lumOff val="0"/>
                <a:alphaOff val="0"/>
              </a:schemeClr>
            </a:lnRef>
            <a:fillRef idx="0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  <p:grpSp>
          <p:nvGrpSpPr>
            <p:cNvPr id="9" name="组合 8">
              <a:extLst>
                <a:ext uri="{FF2B5EF4-FFF2-40B4-BE49-F238E27FC236}">
                  <a16:creationId xmlns:a16="http://schemas.microsoft.com/office/drawing/2014/main" id="{9AAB8E38-BBE2-41E9-B34D-107C34E16CC9}"/>
                </a:ext>
              </a:extLst>
            </p:cNvPr>
            <p:cNvGrpSpPr/>
            <p:nvPr/>
          </p:nvGrpSpPr>
          <p:grpSpPr>
            <a:xfrm>
              <a:off x="8072159" y="2899265"/>
              <a:ext cx="2165626" cy="1200122"/>
              <a:chOff x="7523405" y="1488849"/>
              <a:chExt cx="2655491" cy="2416869"/>
            </a:xfrm>
          </p:grpSpPr>
          <p:sp>
            <p:nvSpPr>
              <p:cNvPr id="10" name="矩形: 圆角 9">
                <a:extLst>
                  <a:ext uri="{FF2B5EF4-FFF2-40B4-BE49-F238E27FC236}">
                    <a16:creationId xmlns:a16="http://schemas.microsoft.com/office/drawing/2014/main" id="{92B01E62-8C0C-4EB8-A38C-CC2894B4B30B}"/>
                  </a:ext>
                </a:extLst>
              </p:cNvPr>
              <p:cNvSpPr/>
              <p:nvPr/>
            </p:nvSpPr>
            <p:spPr>
              <a:xfrm>
                <a:off x="7523405" y="1488849"/>
                <a:ext cx="2655491" cy="2416869"/>
              </a:xfrm>
              <a:prstGeom prst="roundRect">
                <a:avLst/>
              </a:prstGeom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</p:sp>
          <p:sp>
            <p:nvSpPr>
              <p:cNvPr id="11" name="矩形: 圆角 7">
                <a:extLst>
                  <a:ext uri="{FF2B5EF4-FFF2-40B4-BE49-F238E27FC236}">
                    <a16:creationId xmlns:a16="http://schemas.microsoft.com/office/drawing/2014/main" id="{6C960293-E67E-443B-BEF5-2BE23E16CA54}"/>
                  </a:ext>
                </a:extLst>
              </p:cNvPr>
              <p:cNvSpPr txBox="1"/>
              <p:nvPr/>
            </p:nvSpPr>
            <p:spPr>
              <a:xfrm>
                <a:off x="7641387" y="1606831"/>
                <a:ext cx="2419527" cy="2180905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91440" tIns="91440" rIns="91440" bIns="91440" numCol="1" spcCol="1270" anchor="ctr" anchorCtr="0">
                <a:noAutofit/>
              </a:bodyPr>
              <a:lstStyle/>
              <a:p>
                <a:pPr marL="0" lvl="0" indent="0" algn="ctr" defTabSz="16002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zh-CN" altLang="en-US" sz="3600" kern="1200"/>
                  <a:t>班级</a:t>
                </a:r>
              </a:p>
            </p:txBody>
          </p:sp>
        </p:grpSp>
        <p:sp>
          <p:nvSpPr>
            <p:cNvPr id="3" name="流程图: 决策 2">
              <a:extLst>
                <a:ext uri="{FF2B5EF4-FFF2-40B4-BE49-F238E27FC236}">
                  <a16:creationId xmlns:a16="http://schemas.microsoft.com/office/drawing/2014/main" id="{040D30C4-410D-4544-88D6-B3ADA7FAA8A6}"/>
                </a:ext>
              </a:extLst>
            </p:cNvPr>
            <p:cNvSpPr/>
            <p:nvPr/>
          </p:nvSpPr>
          <p:spPr>
            <a:xfrm>
              <a:off x="5231904" y="2899265"/>
              <a:ext cx="1728192" cy="1080120"/>
            </a:xfrm>
            <a:prstGeom prst="flowChartDecision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/>
                <a:t>属于</a:t>
              </a:r>
            </a:p>
          </p:txBody>
        </p:sp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91929864-0FD6-4738-986F-293B6C07A959}"/>
                </a:ext>
              </a:extLst>
            </p:cNvPr>
            <p:cNvSpPr txBox="1"/>
            <p:nvPr/>
          </p:nvSpPr>
          <p:spPr>
            <a:xfrm>
              <a:off x="4439816" y="2952375"/>
              <a:ext cx="108278" cy="3681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/>
                <a:t>n</a:t>
              </a:r>
              <a:endParaRPr lang="zh-CN" altLang="en-US"/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992333B2-13C4-46CB-A760-18D06468E159}"/>
                </a:ext>
              </a:extLst>
            </p:cNvPr>
            <p:cNvSpPr txBox="1"/>
            <p:nvPr/>
          </p:nvSpPr>
          <p:spPr>
            <a:xfrm>
              <a:off x="7377174" y="2899265"/>
              <a:ext cx="266732" cy="36976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/>
                <a:t>1</a:t>
              </a:r>
              <a:endParaRPr lang="zh-CN" altLang="en-US"/>
            </a:p>
          </p:txBody>
        </p:sp>
        <p:grpSp>
          <p:nvGrpSpPr>
            <p:cNvPr id="17" name="组合 16">
              <a:extLst>
                <a:ext uri="{FF2B5EF4-FFF2-40B4-BE49-F238E27FC236}">
                  <a16:creationId xmlns:a16="http://schemas.microsoft.com/office/drawing/2014/main" id="{D6A586DD-0A03-4954-9DDD-7314905DAEDE}"/>
                </a:ext>
              </a:extLst>
            </p:cNvPr>
            <p:cNvGrpSpPr/>
            <p:nvPr/>
          </p:nvGrpSpPr>
          <p:grpSpPr>
            <a:xfrm>
              <a:off x="276804" y="1844824"/>
              <a:ext cx="1858756" cy="907587"/>
              <a:chOff x="276804" y="1844824"/>
              <a:chExt cx="1858756" cy="907587"/>
            </a:xfrm>
          </p:grpSpPr>
          <p:sp>
            <p:nvSpPr>
              <p:cNvPr id="5" name="椭圆 4">
                <a:extLst>
                  <a:ext uri="{FF2B5EF4-FFF2-40B4-BE49-F238E27FC236}">
                    <a16:creationId xmlns:a16="http://schemas.microsoft.com/office/drawing/2014/main" id="{915DDD4B-2033-4BF9-AAB4-39A1528E5E73}"/>
                  </a:ext>
                </a:extLst>
              </p:cNvPr>
              <p:cNvSpPr/>
              <p:nvPr/>
            </p:nvSpPr>
            <p:spPr>
              <a:xfrm>
                <a:off x="276804" y="1844824"/>
                <a:ext cx="1080120" cy="65061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/>
                  <a:t>姓名</a:t>
                </a:r>
              </a:p>
            </p:txBody>
          </p:sp>
          <p:cxnSp>
            <p:nvCxnSpPr>
              <p:cNvPr id="16" name="直接连接符 15">
                <a:extLst>
                  <a:ext uri="{FF2B5EF4-FFF2-40B4-BE49-F238E27FC236}">
                    <a16:creationId xmlns:a16="http://schemas.microsoft.com/office/drawing/2014/main" id="{C7C3AEBB-C59E-400B-9058-C8B8D038B346}"/>
                  </a:ext>
                </a:extLst>
              </p:cNvPr>
              <p:cNvCxnSpPr>
                <a:stCxn id="5" idx="6"/>
              </p:cNvCxnSpPr>
              <p:nvPr/>
            </p:nvCxnSpPr>
            <p:spPr>
              <a:xfrm>
                <a:off x="1356924" y="2170129"/>
                <a:ext cx="778636" cy="582282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8" name="组合 17">
              <a:extLst>
                <a:ext uri="{FF2B5EF4-FFF2-40B4-BE49-F238E27FC236}">
                  <a16:creationId xmlns:a16="http://schemas.microsoft.com/office/drawing/2014/main" id="{4C5CD646-8BD4-48F0-8FC6-05485B61B9F8}"/>
                </a:ext>
              </a:extLst>
            </p:cNvPr>
            <p:cNvGrpSpPr/>
            <p:nvPr/>
          </p:nvGrpSpPr>
          <p:grpSpPr>
            <a:xfrm>
              <a:off x="218012" y="3269027"/>
              <a:ext cx="1831746" cy="650610"/>
              <a:chOff x="276804" y="1844824"/>
              <a:chExt cx="1831746" cy="650610"/>
            </a:xfrm>
          </p:grpSpPr>
          <p:sp>
            <p:nvSpPr>
              <p:cNvPr id="19" name="椭圆 18">
                <a:extLst>
                  <a:ext uri="{FF2B5EF4-FFF2-40B4-BE49-F238E27FC236}">
                    <a16:creationId xmlns:a16="http://schemas.microsoft.com/office/drawing/2014/main" id="{90E3BA1A-B0FD-48B9-9717-EA162544E5D2}"/>
                  </a:ext>
                </a:extLst>
              </p:cNvPr>
              <p:cNvSpPr/>
              <p:nvPr/>
            </p:nvSpPr>
            <p:spPr>
              <a:xfrm>
                <a:off x="276804" y="1844824"/>
                <a:ext cx="1080120" cy="65061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/>
                  <a:t>学号</a:t>
                </a:r>
              </a:p>
            </p:txBody>
          </p:sp>
          <p:cxnSp>
            <p:nvCxnSpPr>
              <p:cNvPr id="20" name="直接连接符 19">
                <a:extLst>
                  <a:ext uri="{FF2B5EF4-FFF2-40B4-BE49-F238E27FC236}">
                    <a16:creationId xmlns:a16="http://schemas.microsoft.com/office/drawing/2014/main" id="{4BFE89F7-2A3F-4E56-8AB6-5C8C37C7FAEF}"/>
                  </a:ext>
                </a:extLst>
              </p:cNvPr>
              <p:cNvCxnSpPr>
                <a:cxnSpLocks/>
                <a:stCxn id="19" idx="6"/>
                <a:endCxn id="13" idx="1"/>
              </p:cNvCxnSpPr>
              <p:nvPr/>
            </p:nvCxnSpPr>
            <p:spPr>
              <a:xfrm flipV="1">
                <a:off x="1356924" y="1928269"/>
                <a:ext cx="751626" cy="24186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2" name="组合 21">
              <a:extLst>
                <a:ext uri="{FF2B5EF4-FFF2-40B4-BE49-F238E27FC236}">
                  <a16:creationId xmlns:a16="http://schemas.microsoft.com/office/drawing/2014/main" id="{7B0D20AF-B4FD-4CCF-A70A-6D0A2F63BABF}"/>
                </a:ext>
              </a:extLst>
            </p:cNvPr>
            <p:cNvGrpSpPr/>
            <p:nvPr/>
          </p:nvGrpSpPr>
          <p:grpSpPr>
            <a:xfrm>
              <a:off x="276804" y="3952533"/>
              <a:ext cx="1772954" cy="1159190"/>
              <a:chOff x="276804" y="1336244"/>
              <a:chExt cx="1772954" cy="1159190"/>
            </a:xfrm>
          </p:grpSpPr>
          <p:sp>
            <p:nvSpPr>
              <p:cNvPr id="23" name="椭圆 22">
                <a:extLst>
                  <a:ext uri="{FF2B5EF4-FFF2-40B4-BE49-F238E27FC236}">
                    <a16:creationId xmlns:a16="http://schemas.microsoft.com/office/drawing/2014/main" id="{9B553622-6418-4669-9033-B46AF639074E}"/>
                  </a:ext>
                </a:extLst>
              </p:cNvPr>
              <p:cNvSpPr/>
              <p:nvPr/>
            </p:nvSpPr>
            <p:spPr>
              <a:xfrm>
                <a:off x="276804" y="1844824"/>
                <a:ext cx="1080120" cy="65061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/>
                  <a:t>密码</a:t>
                </a:r>
              </a:p>
            </p:txBody>
          </p:sp>
          <p:cxnSp>
            <p:nvCxnSpPr>
              <p:cNvPr id="24" name="直接连接符 23">
                <a:extLst>
                  <a:ext uri="{FF2B5EF4-FFF2-40B4-BE49-F238E27FC236}">
                    <a16:creationId xmlns:a16="http://schemas.microsoft.com/office/drawing/2014/main" id="{21F3DA7B-39AC-49C6-A8E9-C4E99B5041A6}"/>
                  </a:ext>
                </a:extLst>
              </p:cNvPr>
              <p:cNvCxnSpPr>
                <a:cxnSpLocks/>
                <a:stCxn id="23" idx="6"/>
              </p:cNvCxnSpPr>
              <p:nvPr/>
            </p:nvCxnSpPr>
            <p:spPr>
              <a:xfrm flipV="1">
                <a:off x="1356924" y="1336244"/>
                <a:ext cx="692834" cy="833885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8" name="组合 27">
              <a:extLst>
                <a:ext uri="{FF2B5EF4-FFF2-40B4-BE49-F238E27FC236}">
                  <a16:creationId xmlns:a16="http://schemas.microsoft.com/office/drawing/2014/main" id="{ACBBBBF6-8466-431B-B8B2-EDC09537E562}"/>
                </a:ext>
              </a:extLst>
            </p:cNvPr>
            <p:cNvGrpSpPr/>
            <p:nvPr/>
          </p:nvGrpSpPr>
          <p:grpSpPr>
            <a:xfrm>
              <a:off x="10141568" y="1839265"/>
              <a:ext cx="1571056" cy="1060000"/>
              <a:chOff x="-214132" y="1844824"/>
              <a:chExt cx="1571056" cy="1060000"/>
            </a:xfrm>
          </p:grpSpPr>
          <p:sp>
            <p:nvSpPr>
              <p:cNvPr id="29" name="椭圆 28">
                <a:extLst>
                  <a:ext uri="{FF2B5EF4-FFF2-40B4-BE49-F238E27FC236}">
                    <a16:creationId xmlns:a16="http://schemas.microsoft.com/office/drawing/2014/main" id="{BDD8A46C-66AC-43FE-8BF3-CDF7F7AC5E58}"/>
                  </a:ext>
                </a:extLst>
              </p:cNvPr>
              <p:cNvSpPr/>
              <p:nvPr/>
            </p:nvSpPr>
            <p:spPr>
              <a:xfrm>
                <a:off x="276804" y="1844824"/>
                <a:ext cx="1080120" cy="65061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/>
                  <a:t>班级名称</a:t>
                </a:r>
              </a:p>
            </p:txBody>
          </p:sp>
          <p:cxnSp>
            <p:nvCxnSpPr>
              <p:cNvPr id="30" name="直接连接符 29">
                <a:extLst>
                  <a:ext uri="{FF2B5EF4-FFF2-40B4-BE49-F238E27FC236}">
                    <a16:creationId xmlns:a16="http://schemas.microsoft.com/office/drawing/2014/main" id="{E4C202A7-B4E7-4096-874B-3FD4249AACC4}"/>
                  </a:ext>
                </a:extLst>
              </p:cNvPr>
              <p:cNvCxnSpPr>
                <a:cxnSpLocks/>
                <a:stCxn id="29" idx="3"/>
              </p:cNvCxnSpPr>
              <p:nvPr/>
            </p:nvCxnSpPr>
            <p:spPr>
              <a:xfrm flipH="1">
                <a:off x="-214132" y="2400154"/>
                <a:ext cx="649116" cy="50467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1" name="组合 30">
              <a:extLst>
                <a:ext uri="{FF2B5EF4-FFF2-40B4-BE49-F238E27FC236}">
                  <a16:creationId xmlns:a16="http://schemas.microsoft.com/office/drawing/2014/main" id="{69A30BED-3769-400B-87CA-9709123C0E77}"/>
                </a:ext>
              </a:extLst>
            </p:cNvPr>
            <p:cNvGrpSpPr/>
            <p:nvPr/>
          </p:nvGrpSpPr>
          <p:grpSpPr>
            <a:xfrm>
              <a:off x="10237785" y="3109940"/>
              <a:ext cx="1677969" cy="650610"/>
              <a:chOff x="-321045" y="1844824"/>
              <a:chExt cx="1677969" cy="650610"/>
            </a:xfrm>
          </p:grpSpPr>
          <p:sp>
            <p:nvSpPr>
              <p:cNvPr id="32" name="椭圆 31">
                <a:extLst>
                  <a:ext uri="{FF2B5EF4-FFF2-40B4-BE49-F238E27FC236}">
                    <a16:creationId xmlns:a16="http://schemas.microsoft.com/office/drawing/2014/main" id="{4449FF48-BBF8-46A7-8E20-92449B816278}"/>
                  </a:ext>
                </a:extLst>
              </p:cNvPr>
              <p:cNvSpPr/>
              <p:nvPr/>
            </p:nvSpPr>
            <p:spPr>
              <a:xfrm>
                <a:off x="276804" y="1844824"/>
                <a:ext cx="1080120" cy="65061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/>
                  <a:t>入学年份</a:t>
                </a:r>
              </a:p>
            </p:txBody>
          </p:sp>
          <p:cxnSp>
            <p:nvCxnSpPr>
              <p:cNvPr id="33" name="直接连接符 32">
                <a:extLst>
                  <a:ext uri="{FF2B5EF4-FFF2-40B4-BE49-F238E27FC236}">
                    <a16:creationId xmlns:a16="http://schemas.microsoft.com/office/drawing/2014/main" id="{DAF87712-8631-4B41-822A-8424660C62FA}"/>
                  </a:ext>
                </a:extLst>
              </p:cNvPr>
              <p:cNvCxnSpPr>
                <a:cxnSpLocks/>
                <a:stCxn id="32" idx="2"/>
                <a:endCxn id="10" idx="3"/>
              </p:cNvCxnSpPr>
              <p:nvPr/>
            </p:nvCxnSpPr>
            <p:spPr>
              <a:xfrm flipH="1">
                <a:off x="-321045" y="2170129"/>
                <a:ext cx="597849" cy="64081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aphicFrame>
        <p:nvGraphicFramePr>
          <p:cNvPr id="14" name="表格 20">
            <a:extLst>
              <a:ext uri="{FF2B5EF4-FFF2-40B4-BE49-F238E27FC236}">
                <a16:creationId xmlns:a16="http://schemas.microsoft.com/office/drawing/2014/main" id="{85BA8187-A654-493A-BF0C-CBD40D25A8A3}"/>
              </a:ext>
            </a:extLst>
          </p:cNvPr>
          <p:cNvGraphicFramePr>
            <a:graphicFrameLocks noGrp="1"/>
          </p:cNvGraphicFramePr>
          <p:nvPr/>
        </p:nvGraphicFramePr>
        <p:xfrm>
          <a:off x="197207" y="5471839"/>
          <a:ext cx="6258834" cy="11125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086278">
                  <a:extLst>
                    <a:ext uri="{9D8B030D-6E8A-4147-A177-3AD203B41FA5}">
                      <a16:colId xmlns:a16="http://schemas.microsoft.com/office/drawing/2014/main" val="827067264"/>
                    </a:ext>
                  </a:extLst>
                </a:gridCol>
                <a:gridCol w="2086278">
                  <a:extLst>
                    <a:ext uri="{9D8B030D-6E8A-4147-A177-3AD203B41FA5}">
                      <a16:colId xmlns:a16="http://schemas.microsoft.com/office/drawing/2014/main" val="3403446345"/>
                    </a:ext>
                  </a:extLst>
                </a:gridCol>
                <a:gridCol w="2086278">
                  <a:extLst>
                    <a:ext uri="{9D8B030D-6E8A-4147-A177-3AD203B41FA5}">
                      <a16:colId xmlns:a16="http://schemas.microsoft.com/office/drawing/2014/main" val="56616565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/>
                        <a:t>学生姓名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/>
                        <a:t>学号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/>
                        <a:t>密码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962347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/>
                        <a:t>张三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1903010251</a:t>
                      </a:r>
                      <a:endParaRPr lang="zh-CN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123456</a:t>
                      </a:r>
                      <a:endParaRPr lang="zh-CN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941524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/>
                        <a:t>李四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1903010352</a:t>
                      </a:r>
                      <a:endParaRPr lang="zh-CN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456789</a:t>
                      </a:r>
                      <a:endParaRPr lang="zh-CN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7122726"/>
                  </a:ext>
                </a:extLst>
              </a:tr>
            </a:tbl>
          </a:graphicData>
        </a:graphic>
      </p:graphicFrame>
      <p:graphicFrame>
        <p:nvGraphicFramePr>
          <p:cNvPr id="34" name="表格 20">
            <a:extLst>
              <a:ext uri="{FF2B5EF4-FFF2-40B4-BE49-F238E27FC236}">
                <a16:creationId xmlns:a16="http://schemas.microsoft.com/office/drawing/2014/main" id="{88CD4F0C-E794-42DF-B4F0-F2BC56FBF4A3}"/>
              </a:ext>
            </a:extLst>
          </p:cNvPr>
          <p:cNvGraphicFramePr>
            <a:graphicFrameLocks noGrp="1"/>
          </p:cNvGraphicFramePr>
          <p:nvPr/>
        </p:nvGraphicFramePr>
        <p:xfrm>
          <a:off x="7239392" y="5471839"/>
          <a:ext cx="4727968" cy="11125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363984">
                  <a:extLst>
                    <a:ext uri="{9D8B030D-6E8A-4147-A177-3AD203B41FA5}">
                      <a16:colId xmlns:a16="http://schemas.microsoft.com/office/drawing/2014/main" val="827067264"/>
                    </a:ext>
                  </a:extLst>
                </a:gridCol>
                <a:gridCol w="2363984">
                  <a:extLst>
                    <a:ext uri="{9D8B030D-6E8A-4147-A177-3AD203B41FA5}">
                      <a16:colId xmlns:a16="http://schemas.microsoft.com/office/drawing/2014/main" val="340344634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/>
                        <a:t>班级名称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/>
                        <a:t>入学年份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962347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19</a:t>
                      </a:r>
                      <a:r>
                        <a:rPr lang="zh-CN" altLang="en-US"/>
                        <a:t>计算机应用</a:t>
                      </a:r>
                      <a:r>
                        <a:rPr lang="en-US" altLang="zh-CN"/>
                        <a:t>3-2</a:t>
                      </a:r>
                      <a:r>
                        <a:rPr lang="zh-CN" altLang="en-US"/>
                        <a:t>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2019</a:t>
                      </a:r>
                      <a:endParaRPr lang="zh-CN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941524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/>
                        <a:t>19</a:t>
                      </a:r>
                      <a:r>
                        <a:rPr lang="zh-CN" altLang="en-US"/>
                        <a:t>计算机应用</a:t>
                      </a:r>
                      <a:r>
                        <a:rPr lang="en-US" altLang="zh-CN"/>
                        <a:t>3-3</a:t>
                      </a:r>
                      <a:r>
                        <a:rPr lang="zh-CN" altLang="en-US"/>
                        <a:t>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2019</a:t>
                      </a:r>
                      <a:endParaRPr lang="zh-CN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7122726"/>
                  </a:ext>
                </a:extLst>
              </a:tr>
            </a:tbl>
          </a:graphicData>
        </a:graphic>
      </p:graphicFrame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5B24F470-0FBA-4844-915E-B3B11F942FC6}"/>
              </a:ext>
            </a:extLst>
          </p:cNvPr>
          <p:cNvCxnSpPr>
            <a:cxnSpLocks/>
            <a:stCxn id="12" idx="2"/>
          </p:cNvCxnSpPr>
          <p:nvPr/>
        </p:nvCxnSpPr>
        <p:spPr>
          <a:xfrm>
            <a:off x="2932811" y="3952533"/>
            <a:ext cx="0" cy="638940"/>
          </a:xfrm>
          <a:prstGeom prst="straightConnector1">
            <a:avLst/>
          </a:prstGeom>
          <a:ln w="38100">
            <a:solidFill>
              <a:srgbClr val="7030A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矩形 26">
            <a:extLst>
              <a:ext uri="{FF2B5EF4-FFF2-40B4-BE49-F238E27FC236}">
                <a16:creationId xmlns:a16="http://schemas.microsoft.com/office/drawing/2014/main" id="{C616D76C-0581-4279-B575-45944C27B4E1}"/>
              </a:ext>
            </a:extLst>
          </p:cNvPr>
          <p:cNvSpPr/>
          <p:nvPr/>
        </p:nvSpPr>
        <p:spPr>
          <a:xfrm>
            <a:off x="119336" y="5381194"/>
            <a:ext cx="6480720" cy="1290767"/>
          </a:xfrm>
          <a:prstGeom prst="rect">
            <a:avLst/>
          </a:prstGeom>
          <a:noFill/>
          <a:ln w="28575">
            <a:solidFill>
              <a:srgbClr val="7030A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6" name="直接箭头连接符 35">
            <a:extLst>
              <a:ext uri="{FF2B5EF4-FFF2-40B4-BE49-F238E27FC236}">
                <a16:creationId xmlns:a16="http://schemas.microsoft.com/office/drawing/2014/main" id="{75113A1B-01CF-45D4-B176-A9D6185853BE}"/>
              </a:ext>
            </a:extLst>
          </p:cNvPr>
          <p:cNvCxnSpPr>
            <a:cxnSpLocks/>
          </p:cNvCxnSpPr>
          <p:nvPr/>
        </p:nvCxnSpPr>
        <p:spPr>
          <a:xfrm>
            <a:off x="947820" y="2489875"/>
            <a:ext cx="453496" cy="3427944"/>
          </a:xfrm>
          <a:prstGeom prst="straightConnector1">
            <a:avLst/>
          </a:prstGeom>
          <a:ln w="28575">
            <a:solidFill>
              <a:srgbClr val="FFC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箭头连接符 38">
            <a:extLst>
              <a:ext uri="{FF2B5EF4-FFF2-40B4-BE49-F238E27FC236}">
                <a16:creationId xmlns:a16="http://schemas.microsoft.com/office/drawing/2014/main" id="{9F82AFAB-4F1E-410A-BDA0-AED2BE11ED9B}"/>
              </a:ext>
            </a:extLst>
          </p:cNvPr>
          <p:cNvCxnSpPr>
            <a:cxnSpLocks/>
          </p:cNvCxnSpPr>
          <p:nvPr/>
        </p:nvCxnSpPr>
        <p:spPr>
          <a:xfrm>
            <a:off x="894337" y="3893948"/>
            <a:ext cx="1708321" cy="2132629"/>
          </a:xfrm>
          <a:prstGeom prst="straightConnector1">
            <a:avLst/>
          </a:prstGeom>
          <a:ln w="28575">
            <a:solidFill>
              <a:srgbClr val="FFC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箭头连接符 40">
            <a:extLst>
              <a:ext uri="{FF2B5EF4-FFF2-40B4-BE49-F238E27FC236}">
                <a16:creationId xmlns:a16="http://schemas.microsoft.com/office/drawing/2014/main" id="{E8335AE1-36CC-4193-A976-304B4782E276}"/>
              </a:ext>
            </a:extLst>
          </p:cNvPr>
          <p:cNvCxnSpPr>
            <a:cxnSpLocks/>
          </p:cNvCxnSpPr>
          <p:nvPr/>
        </p:nvCxnSpPr>
        <p:spPr>
          <a:xfrm>
            <a:off x="1023275" y="5111723"/>
            <a:ext cx="3883836" cy="1005499"/>
          </a:xfrm>
          <a:prstGeom prst="straightConnector1">
            <a:avLst/>
          </a:prstGeom>
          <a:ln w="28575">
            <a:solidFill>
              <a:srgbClr val="FFC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箭头连接符 43">
            <a:extLst>
              <a:ext uri="{FF2B5EF4-FFF2-40B4-BE49-F238E27FC236}">
                <a16:creationId xmlns:a16="http://schemas.microsoft.com/office/drawing/2014/main" id="{7B6FD021-EFD5-45A4-BF46-6755179065CD}"/>
              </a:ext>
            </a:extLst>
          </p:cNvPr>
          <p:cNvCxnSpPr>
            <a:cxnSpLocks/>
            <a:endCxn id="40" idx="0"/>
          </p:cNvCxnSpPr>
          <p:nvPr/>
        </p:nvCxnSpPr>
        <p:spPr>
          <a:xfrm flipH="1">
            <a:off x="9241786" y="4086894"/>
            <a:ext cx="15114" cy="584443"/>
          </a:xfrm>
          <a:prstGeom prst="straightConnector1">
            <a:avLst/>
          </a:prstGeom>
          <a:ln w="38100">
            <a:solidFill>
              <a:srgbClr val="7030A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文本框 37">
            <a:extLst>
              <a:ext uri="{FF2B5EF4-FFF2-40B4-BE49-F238E27FC236}">
                <a16:creationId xmlns:a16="http://schemas.microsoft.com/office/drawing/2014/main" id="{76CC91C8-9C72-48FA-B68C-A835BBA9FFD1}"/>
              </a:ext>
            </a:extLst>
          </p:cNvPr>
          <p:cNvSpPr txBox="1"/>
          <p:nvPr/>
        </p:nvSpPr>
        <p:spPr>
          <a:xfrm flipH="1">
            <a:off x="1787012" y="4591473"/>
            <a:ext cx="41044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学生</a:t>
            </a:r>
            <a:r>
              <a:rPr lang="zh-CN" altLang="en-US" sz="2400" dirty="0">
                <a:sym typeface="Wingdings" panose="05000000000000000000" pitchFamily="2" charset="2"/>
              </a:rPr>
              <a:t>（姓名、学号、密码）</a:t>
            </a:r>
            <a:endParaRPr lang="zh-CN" altLang="en-US" sz="2400" dirty="0"/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573EE2DE-4EC5-4118-8397-BECB58FB8811}"/>
              </a:ext>
            </a:extLst>
          </p:cNvPr>
          <p:cNvSpPr txBox="1"/>
          <p:nvPr/>
        </p:nvSpPr>
        <p:spPr>
          <a:xfrm flipH="1">
            <a:off x="7239392" y="4671337"/>
            <a:ext cx="40047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ym typeface="Wingdings" panose="05000000000000000000" pitchFamily="2" charset="2"/>
              </a:rPr>
              <a:t>班级（班级名称、入学年份）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3576557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000"/>
                            </p:stCondLst>
                            <p:childTnLst>
                              <p:par>
                                <p:cTn id="3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500"/>
                            </p:stCondLst>
                            <p:childTnLst>
                              <p:par>
                                <p:cTn id="3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2000"/>
                            </p:stCondLst>
                            <p:childTnLst>
                              <p:par>
                                <p:cTn id="4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2500"/>
                            </p:stCondLst>
                            <p:childTnLst>
                              <p:par>
                                <p:cTn id="4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38" grpId="0"/>
      <p:bldP spid="40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3AD7B0F-6658-43C0-A766-0F41C4EB0B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发现问题</a:t>
            </a: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EF339E9C-F00C-4F07-999F-49A0936BEE40}"/>
              </a:ext>
            </a:extLst>
          </p:cNvPr>
          <p:cNvGrpSpPr/>
          <p:nvPr/>
        </p:nvGrpSpPr>
        <p:grpSpPr>
          <a:xfrm>
            <a:off x="218012" y="1839265"/>
            <a:ext cx="11697742" cy="3272458"/>
            <a:chOff x="218012" y="1839265"/>
            <a:chExt cx="11697742" cy="3272458"/>
          </a:xfrm>
        </p:grpSpPr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3B339443-B9D0-4D60-AC96-78765EED8AD8}"/>
                </a:ext>
              </a:extLst>
            </p:cNvPr>
            <p:cNvGrpSpPr/>
            <p:nvPr/>
          </p:nvGrpSpPr>
          <p:grpSpPr>
            <a:xfrm>
              <a:off x="1954216" y="2752411"/>
              <a:ext cx="1957189" cy="1200122"/>
              <a:chOff x="915598" y="1460357"/>
              <a:chExt cx="2448112" cy="2448112"/>
            </a:xfrm>
          </p:grpSpPr>
          <p:sp>
            <p:nvSpPr>
              <p:cNvPr id="12" name="矩形: 圆角 11">
                <a:extLst>
                  <a:ext uri="{FF2B5EF4-FFF2-40B4-BE49-F238E27FC236}">
                    <a16:creationId xmlns:a16="http://schemas.microsoft.com/office/drawing/2014/main" id="{393D3B32-16D1-4A5F-B40D-ED6C65D79AED}"/>
                  </a:ext>
                </a:extLst>
              </p:cNvPr>
              <p:cNvSpPr/>
              <p:nvPr/>
            </p:nvSpPr>
            <p:spPr>
              <a:xfrm>
                <a:off x="915598" y="1460357"/>
                <a:ext cx="2448112" cy="2448112"/>
              </a:xfrm>
              <a:prstGeom prst="roundRect">
                <a:avLst/>
              </a:prstGeom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</p:sp>
          <p:sp>
            <p:nvSpPr>
              <p:cNvPr id="13" name="矩形: 圆角 4">
                <a:extLst>
                  <a:ext uri="{FF2B5EF4-FFF2-40B4-BE49-F238E27FC236}">
                    <a16:creationId xmlns:a16="http://schemas.microsoft.com/office/drawing/2014/main" id="{26C5415D-986F-48A4-B073-C9659936D772}"/>
                  </a:ext>
                </a:extLst>
              </p:cNvPr>
              <p:cNvSpPr txBox="1"/>
              <p:nvPr/>
            </p:nvSpPr>
            <p:spPr>
              <a:xfrm>
                <a:off x="1035105" y="1579864"/>
                <a:ext cx="2209098" cy="2209098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91440" tIns="91440" rIns="91440" bIns="91440" numCol="1" spcCol="1270" anchor="ctr" anchorCtr="0">
                <a:noAutofit/>
              </a:bodyPr>
              <a:lstStyle/>
              <a:p>
                <a:pPr marL="0" lvl="0" indent="0" algn="ctr" defTabSz="16002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zh-CN" altLang="en-US" sz="3600" kern="1200"/>
                  <a:t>学生</a:t>
                </a:r>
              </a:p>
            </p:txBody>
          </p:sp>
        </p:grpSp>
        <p:sp>
          <p:nvSpPr>
            <p:cNvPr id="8" name="直接连接符 5">
              <a:extLst>
                <a:ext uri="{FF2B5EF4-FFF2-40B4-BE49-F238E27FC236}">
                  <a16:creationId xmlns:a16="http://schemas.microsoft.com/office/drawing/2014/main" id="{816430A6-7B4B-43C5-BF30-5B54A30183C3}"/>
                </a:ext>
              </a:extLst>
            </p:cNvPr>
            <p:cNvSpPr/>
            <p:nvPr/>
          </p:nvSpPr>
          <p:spPr>
            <a:xfrm rot="6593">
              <a:off x="3912460" y="3435336"/>
              <a:ext cx="4159702" cy="0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0" y="0"/>
                  </a:moveTo>
                  <a:lnTo>
                    <a:pt x="4159702" y="0"/>
                  </a:lnTo>
                </a:path>
              </a:pathLst>
            </a:custGeom>
            <a:noFill/>
          </p:spPr>
          <p:style>
            <a:lnRef idx="2">
              <a:schemeClr val="accent1">
                <a:shade val="60000"/>
                <a:hueOff val="0"/>
                <a:satOff val="0"/>
                <a:lumOff val="0"/>
                <a:alphaOff val="0"/>
              </a:schemeClr>
            </a:lnRef>
            <a:fillRef idx="0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  <p:grpSp>
          <p:nvGrpSpPr>
            <p:cNvPr id="9" name="组合 8">
              <a:extLst>
                <a:ext uri="{FF2B5EF4-FFF2-40B4-BE49-F238E27FC236}">
                  <a16:creationId xmlns:a16="http://schemas.microsoft.com/office/drawing/2014/main" id="{9AAB8E38-BBE2-41E9-B34D-107C34E16CC9}"/>
                </a:ext>
              </a:extLst>
            </p:cNvPr>
            <p:cNvGrpSpPr/>
            <p:nvPr/>
          </p:nvGrpSpPr>
          <p:grpSpPr>
            <a:xfrm>
              <a:off x="8072159" y="2899265"/>
              <a:ext cx="2165626" cy="1200122"/>
              <a:chOff x="7523405" y="1488849"/>
              <a:chExt cx="2655491" cy="2416869"/>
            </a:xfrm>
          </p:grpSpPr>
          <p:sp>
            <p:nvSpPr>
              <p:cNvPr id="10" name="矩形: 圆角 9">
                <a:extLst>
                  <a:ext uri="{FF2B5EF4-FFF2-40B4-BE49-F238E27FC236}">
                    <a16:creationId xmlns:a16="http://schemas.microsoft.com/office/drawing/2014/main" id="{92B01E62-8C0C-4EB8-A38C-CC2894B4B30B}"/>
                  </a:ext>
                </a:extLst>
              </p:cNvPr>
              <p:cNvSpPr/>
              <p:nvPr/>
            </p:nvSpPr>
            <p:spPr>
              <a:xfrm>
                <a:off x="7523405" y="1488849"/>
                <a:ext cx="2655491" cy="2416869"/>
              </a:xfrm>
              <a:prstGeom prst="roundRect">
                <a:avLst/>
              </a:prstGeom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</p:sp>
          <p:sp>
            <p:nvSpPr>
              <p:cNvPr id="11" name="矩形: 圆角 7">
                <a:extLst>
                  <a:ext uri="{FF2B5EF4-FFF2-40B4-BE49-F238E27FC236}">
                    <a16:creationId xmlns:a16="http://schemas.microsoft.com/office/drawing/2014/main" id="{6C960293-E67E-443B-BEF5-2BE23E16CA54}"/>
                  </a:ext>
                </a:extLst>
              </p:cNvPr>
              <p:cNvSpPr txBox="1"/>
              <p:nvPr/>
            </p:nvSpPr>
            <p:spPr>
              <a:xfrm>
                <a:off x="7641387" y="1606831"/>
                <a:ext cx="2419527" cy="2180905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91440" tIns="91440" rIns="91440" bIns="91440" numCol="1" spcCol="1270" anchor="ctr" anchorCtr="0">
                <a:noAutofit/>
              </a:bodyPr>
              <a:lstStyle/>
              <a:p>
                <a:pPr marL="0" lvl="0" indent="0" algn="ctr" defTabSz="16002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zh-CN" altLang="en-US" sz="3600" kern="1200"/>
                  <a:t>班级</a:t>
                </a:r>
              </a:p>
            </p:txBody>
          </p:sp>
        </p:grpSp>
        <p:sp>
          <p:nvSpPr>
            <p:cNvPr id="3" name="流程图: 决策 2">
              <a:extLst>
                <a:ext uri="{FF2B5EF4-FFF2-40B4-BE49-F238E27FC236}">
                  <a16:creationId xmlns:a16="http://schemas.microsoft.com/office/drawing/2014/main" id="{040D30C4-410D-4544-88D6-B3ADA7FAA8A6}"/>
                </a:ext>
              </a:extLst>
            </p:cNvPr>
            <p:cNvSpPr/>
            <p:nvPr/>
          </p:nvSpPr>
          <p:spPr>
            <a:xfrm>
              <a:off x="5231904" y="2899265"/>
              <a:ext cx="1728192" cy="1080120"/>
            </a:xfrm>
            <a:prstGeom prst="flowChartDecision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/>
                <a:t>属于</a:t>
              </a:r>
            </a:p>
          </p:txBody>
        </p:sp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91929864-0FD6-4738-986F-293B6C07A959}"/>
                </a:ext>
              </a:extLst>
            </p:cNvPr>
            <p:cNvSpPr txBox="1"/>
            <p:nvPr/>
          </p:nvSpPr>
          <p:spPr>
            <a:xfrm>
              <a:off x="4439816" y="2952375"/>
              <a:ext cx="108278" cy="3681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/>
                <a:t>n</a:t>
              </a:r>
              <a:endParaRPr lang="zh-CN" altLang="en-US"/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992333B2-13C4-46CB-A760-18D06468E159}"/>
                </a:ext>
              </a:extLst>
            </p:cNvPr>
            <p:cNvSpPr txBox="1"/>
            <p:nvPr/>
          </p:nvSpPr>
          <p:spPr>
            <a:xfrm>
              <a:off x="7377174" y="2899265"/>
              <a:ext cx="266732" cy="36976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/>
                <a:t>1</a:t>
              </a:r>
              <a:endParaRPr lang="zh-CN" altLang="en-US"/>
            </a:p>
          </p:txBody>
        </p:sp>
        <p:grpSp>
          <p:nvGrpSpPr>
            <p:cNvPr id="17" name="组合 16">
              <a:extLst>
                <a:ext uri="{FF2B5EF4-FFF2-40B4-BE49-F238E27FC236}">
                  <a16:creationId xmlns:a16="http://schemas.microsoft.com/office/drawing/2014/main" id="{D6A586DD-0A03-4954-9DDD-7314905DAEDE}"/>
                </a:ext>
              </a:extLst>
            </p:cNvPr>
            <p:cNvGrpSpPr/>
            <p:nvPr/>
          </p:nvGrpSpPr>
          <p:grpSpPr>
            <a:xfrm>
              <a:off x="276804" y="1844824"/>
              <a:ext cx="1858756" cy="907587"/>
              <a:chOff x="276804" y="1844824"/>
              <a:chExt cx="1858756" cy="907587"/>
            </a:xfrm>
          </p:grpSpPr>
          <p:sp>
            <p:nvSpPr>
              <p:cNvPr id="5" name="椭圆 4">
                <a:extLst>
                  <a:ext uri="{FF2B5EF4-FFF2-40B4-BE49-F238E27FC236}">
                    <a16:creationId xmlns:a16="http://schemas.microsoft.com/office/drawing/2014/main" id="{915DDD4B-2033-4BF9-AAB4-39A1528E5E73}"/>
                  </a:ext>
                </a:extLst>
              </p:cNvPr>
              <p:cNvSpPr/>
              <p:nvPr/>
            </p:nvSpPr>
            <p:spPr>
              <a:xfrm>
                <a:off x="276804" y="1844824"/>
                <a:ext cx="1080120" cy="65061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/>
                  <a:t>姓名</a:t>
                </a:r>
              </a:p>
            </p:txBody>
          </p:sp>
          <p:cxnSp>
            <p:nvCxnSpPr>
              <p:cNvPr id="16" name="直接连接符 15">
                <a:extLst>
                  <a:ext uri="{FF2B5EF4-FFF2-40B4-BE49-F238E27FC236}">
                    <a16:creationId xmlns:a16="http://schemas.microsoft.com/office/drawing/2014/main" id="{C7C3AEBB-C59E-400B-9058-C8B8D038B346}"/>
                  </a:ext>
                </a:extLst>
              </p:cNvPr>
              <p:cNvCxnSpPr>
                <a:stCxn id="5" idx="6"/>
              </p:cNvCxnSpPr>
              <p:nvPr/>
            </p:nvCxnSpPr>
            <p:spPr>
              <a:xfrm>
                <a:off x="1356924" y="2170129"/>
                <a:ext cx="778636" cy="582282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8" name="组合 17">
              <a:extLst>
                <a:ext uri="{FF2B5EF4-FFF2-40B4-BE49-F238E27FC236}">
                  <a16:creationId xmlns:a16="http://schemas.microsoft.com/office/drawing/2014/main" id="{4C5CD646-8BD4-48F0-8FC6-05485B61B9F8}"/>
                </a:ext>
              </a:extLst>
            </p:cNvPr>
            <p:cNvGrpSpPr/>
            <p:nvPr/>
          </p:nvGrpSpPr>
          <p:grpSpPr>
            <a:xfrm>
              <a:off x="218012" y="3269027"/>
              <a:ext cx="1831746" cy="650610"/>
              <a:chOff x="276804" y="1844824"/>
              <a:chExt cx="1831746" cy="650610"/>
            </a:xfrm>
          </p:grpSpPr>
          <p:sp>
            <p:nvSpPr>
              <p:cNvPr id="19" name="椭圆 18">
                <a:extLst>
                  <a:ext uri="{FF2B5EF4-FFF2-40B4-BE49-F238E27FC236}">
                    <a16:creationId xmlns:a16="http://schemas.microsoft.com/office/drawing/2014/main" id="{90E3BA1A-B0FD-48B9-9717-EA162544E5D2}"/>
                  </a:ext>
                </a:extLst>
              </p:cNvPr>
              <p:cNvSpPr/>
              <p:nvPr/>
            </p:nvSpPr>
            <p:spPr>
              <a:xfrm>
                <a:off x="276804" y="1844824"/>
                <a:ext cx="1080120" cy="65061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/>
                  <a:t>学号</a:t>
                </a:r>
              </a:p>
            </p:txBody>
          </p:sp>
          <p:cxnSp>
            <p:nvCxnSpPr>
              <p:cNvPr id="20" name="直接连接符 19">
                <a:extLst>
                  <a:ext uri="{FF2B5EF4-FFF2-40B4-BE49-F238E27FC236}">
                    <a16:creationId xmlns:a16="http://schemas.microsoft.com/office/drawing/2014/main" id="{4BFE89F7-2A3F-4E56-8AB6-5C8C37C7FAEF}"/>
                  </a:ext>
                </a:extLst>
              </p:cNvPr>
              <p:cNvCxnSpPr>
                <a:cxnSpLocks/>
                <a:stCxn id="19" idx="6"/>
                <a:endCxn id="13" idx="1"/>
              </p:cNvCxnSpPr>
              <p:nvPr/>
            </p:nvCxnSpPr>
            <p:spPr>
              <a:xfrm flipV="1">
                <a:off x="1356924" y="1928269"/>
                <a:ext cx="751626" cy="24186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2" name="组合 21">
              <a:extLst>
                <a:ext uri="{FF2B5EF4-FFF2-40B4-BE49-F238E27FC236}">
                  <a16:creationId xmlns:a16="http://schemas.microsoft.com/office/drawing/2014/main" id="{7B0D20AF-B4FD-4CCF-A70A-6D0A2F63BABF}"/>
                </a:ext>
              </a:extLst>
            </p:cNvPr>
            <p:cNvGrpSpPr/>
            <p:nvPr/>
          </p:nvGrpSpPr>
          <p:grpSpPr>
            <a:xfrm>
              <a:off x="276804" y="3952533"/>
              <a:ext cx="1772954" cy="1159190"/>
              <a:chOff x="276804" y="1336244"/>
              <a:chExt cx="1772954" cy="1159190"/>
            </a:xfrm>
          </p:grpSpPr>
          <p:sp>
            <p:nvSpPr>
              <p:cNvPr id="23" name="椭圆 22">
                <a:extLst>
                  <a:ext uri="{FF2B5EF4-FFF2-40B4-BE49-F238E27FC236}">
                    <a16:creationId xmlns:a16="http://schemas.microsoft.com/office/drawing/2014/main" id="{9B553622-6418-4669-9033-B46AF639074E}"/>
                  </a:ext>
                </a:extLst>
              </p:cNvPr>
              <p:cNvSpPr/>
              <p:nvPr/>
            </p:nvSpPr>
            <p:spPr>
              <a:xfrm>
                <a:off x="276804" y="1844824"/>
                <a:ext cx="1080120" cy="65061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/>
                  <a:t>密码</a:t>
                </a:r>
              </a:p>
            </p:txBody>
          </p:sp>
          <p:cxnSp>
            <p:nvCxnSpPr>
              <p:cNvPr id="24" name="直接连接符 23">
                <a:extLst>
                  <a:ext uri="{FF2B5EF4-FFF2-40B4-BE49-F238E27FC236}">
                    <a16:creationId xmlns:a16="http://schemas.microsoft.com/office/drawing/2014/main" id="{21F3DA7B-39AC-49C6-A8E9-C4E99B5041A6}"/>
                  </a:ext>
                </a:extLst>
              </p:cNvPr>
              <p:cNvCxnSpPr>
                <a:cxnSpLocks/>
                <a:stCxn id="23" idx="6"/>
              </p:cNvCxnSpPr>
              <p:nvPr/>
            </p:nvCxnSpPr>
            <p:spPr>
              <a:xfrm flipV="1">
                <a:off x="1356924" y="1336244"/>
                <a:ext cx="692834" cy="833885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8" name="组合 27">
              <a:extLst>
                <a:ext uri="{FF2B5EF4-FFF2-40B4-BE49-F238E27FC236}">
                  <a16:creationId xmlns:a16="http://schemas.microsoft.com/office/drawing/2014/main" id="{ACBBBBF6-8466-431B-B8B2-EDC09537E562}"/>
                </a:ext>
              </a:extLst>
            </p:cNvPr>
            <p:cNvGrpSpPr/>
            <p:nvPr/>
          </p:nvGrpSpPr>
          <p:grpSpPr>
            <a:xfrm>
              <a:off x="10141568" y="1839265"/>
              <a:ext cx="1571056" cy="1060000"/>
              <a:chOff x="-214132" y="1844824"/>
              <a:chExt cx="1571056" cy="1060000"/>
            </a:xfrm>
          </p:grpSpPr>
          <p:sp>
            <p:nvSpPr>
              <p:cNvPr id="29" name="椭圆 28">
                <a:extLst>
                  <a:ext uri="{FF2B5EF4-FFF2-40B4-BE49-F238E27FC236}">
                    <a16:creationId xmlns:a16="http://schemas.microsoft.com/office/drawing/2014/main" id="{BDD8A46C-66AC-43FE-8BF3-CDF7F7AC5E58}"/>
                  </a:ext>
                </a:extLst>
              </p:cNvPr>
              <p:cNvSpPr/>
              <p:nvPr/>
            </p:nvSpPr>
            <p:spPr>
              <a:xfrm>
                <a:off x="276804" y="1844824"/>
                <a:ext cx="1080120" cy="65061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/>
                  <a:t>班级名称</a:t>
                </a:r>
              </a:p>
            </p:txBody>
          </p:sp>
          <p:cxnSp>
            <p:nvCxnSpPr>
              <p:cNvPr id="30" name="直接连接符 29">
                <a:extLst>
                  <a:ext uri="{FF2B5EF4-FFF2-40B4-BE49-F238E27FC236}">
                    <a16:creationId xmlns:a16="http://schemas.microsoft.com/office/drawing/2014/main" id="{E4C202A7-B4E7-4096-874B-3FD4249AACC4}"/>
                  </a:ext>
                </a:extLst>
              </p:cNvPr>
              <p:cNvCxnSpPr>
                <a:cxnSpLocks/>
                <a:stCxn id="29" idx="3"/>
              </p:cNvCxnSpPr>
              <p:nvPr/>
            </p:nvCxnSpPr>
            <p:spPr>
              <a:xfrm flipH="1">
                <a:off x="-214132" y="2400154"/>
                <a:ext cx="649116" cy="50467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1" name="组合 30">
              <a:extLst>
                <a:ext uri="{FF2B5EF4-FFF2-40B4-BE49-F238E27FC236}">
                  <a16:creationId xmlns:a16="http://schemas.microsoft.com/office/drawing/2014/main" id="{69A30BED-3769-400B-87CA-9709123C0E77}"/>
                </a:ext>
              </a:extLst>
            </p:cNvPr>
            <p:cNvGrpSpPr/>
            <p:nvPr/>
          </p:nvGrpSpPr>
          <p:grpSpPr>
            <a:xfrm>
              <a:off x="10237785" y="3109940"/>
              <a:ext cx="1677969" cy="650610"/>
              <a:chOff x="-321045" y="1844824"/>
              <a:chExt cx="1677969" cy="650610"/>
            </a:xfrm>
          </p:grpSpPr>
          <p:sp>
            <p:nvSpPr>
              <p:cNvPr id="32" name="椭圆 31">
                <a:extLst>
                  <a:ext uri="{FF2B5EF4-FFF2-40B4-BE49-F238E27FC236}">
                    <a16:creationId xmlns:a16="http://schemas.microsoft.com/office/drawing/2014/main" id="{4449FF48-BBF8-46A7-8E20-92449B816278}"/>
                  </a:ext>
                </a:extLst>
              </p:cNvPr>
              <p:cNvSpPr/>
              <p:nvPr/>
            </p:nvSpPr>
            <p:spPr>
              <a:xfrm>
                <a:off x="276804" y="1844824"/>
                <a:ext cx="1080120" cy="65061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/>
                  <a:t>入学年份</a:t>
                </a:r>
              </a:p>
            </p:txBody>
          </p:sp>
          <p:cxnSp>
            <p:nvCxnSpPr>
              <p:cNvPr id="33" name="直接连接符 32">
                <a:extLst>
                  <a:ext uri="{FF2B5EF4-FFF2-40B4-BE49-F238E27FC236}">
                    <a16:creationId xmlns:a16="http://schemas.microsoft.com/office/drawing/2014/main" id="{DAF87712-8631-4B41-822A-8424660C62FA}"/>
                  </a:ext>
                </a:extLst>
              </p:cNvPr>
              <p:cNvCxnSpPr>
                <a:cxnSpLocks/>
                <a:stCxn id="32" idx="2"/>
                <a:endCxn id="10" idx="3"/>
              </p:cNvCxnSpPr>
              <p:nvPr/>
            </p:nvCxnSpPr>
            <p:spPr>
              <a:xfrm flipH="1">
                <a:off x="-321045" y="2170129"/>
                <a:ext cx="597849" cy="64081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aphicFrame>
        <p:nvGraphicFramePr>
          <p:cNvPr id="14" name="表格 20">
            <a:extLst>
              <a:ext uri="{FF2B5EF4-FFF2-40B4-BE49-F238E27FC236}">
                <a16:creationId xmlns:a16="http://schemas.microsoft.com/office/drawing/2014/main" id="{85BA8187-A654-493A-BF0C-CBD40D25A8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6672179"/>
              </p:ext>
            </p:extLst>
          </p:nvPr>
        </p:nvGraphicFramePr>
        <p:xfrm>
          <a:off x="197207" y="5471839"/>
          <a:ext cx="6258834" cy="11125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086278">
                  <a:extLst>
                    <a:ext uri="{9D8B030D-6E8A-4147-A177-3AD203B41FA5}">
                      <a16:colId xmlns:a16="http://schemas.microsoft.com/office/drawing/2014/main" val="827067264"/>
                    </a:ext>
                  </a:extLst>
                </a:gridCol>
                <a:gridCol w="2086278">
                  <a:extLst>
                    <a:ext uri="{9D8B030D-6E8A-4147-A177-3AD203B41FA5}">
                      <a16:colId xmlns:a16="http://schemas.microsoft.com/office/drawing/2014/main" val="3403446345"/>
                    </a:ext>
                  </a:extLst>
                </a:gridCol>
                <a:gridCol w="2086278">
                  <a:extLst>
                    <a:ext uri="{9D8B030D-6E8A-4147-A177-3AD203B41FA5}">
                      <a16:colId xmlns:a16="http://schemas.microsoft.com/office/drawing/2014/main" val="56616565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/>
                        <a:t>学生姓名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/>
                        <a:t>学号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/>
                        <a:t>密码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962347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/>
                        <a:t>张三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1903010251</a:t>
                      </a:r>
                      <a:endParaRPr lang="zh-CN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123456</a:t>
                      </a:r>
                      <a:endParaRPr lang="zh-CN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941524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/>
                        <a:t>李四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1903010352</a:t>
                      </a:r>
                      <a:endParaRPr lang="zh-CN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456789</a:t>
                      </a:r>
                      <a:endParaRPr lang="zh-CN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7122726"/>
                  </a:ext>
                </a:extLst>
              </a:tr>
            </a:tbl>
          </a:graphicData>
        </a:graphic>
      </p:graphicFrame>
      <p:graphicFrame>
        <p:nvGraphicFramePr>
          <p:cNvPr id="34" name="表格 20">
            <a:extLst>
              <a:ext uri="{FF2B5EF4-FFF2-40B4-BE49-F238E27FC236}">
                <a16:creationId xmlns:a16="http://schemas.microsoft.com/office/drawing/2014/main" id="{88CD4F0C-E794-42DF-B4F0-F2BC56FBF4A3}"/>
              </a:ext>
            </a:extLst>
          </p:cNvPr>
          <p:cNvGraphicFramePr>
            <a:graphicFrameLocks noGrp="1"/>
          </p:cNvGraphicFramePr>
          <p:nvPr/>
        </p:nvGraphicFramePr>
        <p:xfrm>
          <a:off x="7239392" y="5471839"/>
          <a:ext cx="4727968" cy="11125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363984">
                  <a:extLst>
                    <a:ext uri="{9D8B030D-6E8A-4147-A177-3AD203B41FA5}">
                      <a16:colId xmlns:a16="http://schemas.microsoft.com/office/drawing/2014/main" val="827067264"/>
                    </a:ext>
                  </a:extLst>
                </a:gridCol>
                <a:gridCol w="2363984">
                  <a:extLst>
                    <a:ext uri="{9D8B030D-6E8A-4147-A177-3AD203B41FA5}">
                      <a16:colId xmlns:a16="http://schemas.microsoft.com/office/drawing/2014/main" val="340344634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/>
                        <a:t>班级名称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/>
                        <a:t>入学年份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962347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19</a:t>
                      </a:r>
                      <a:r>
                        <a:rPr lang="zh-CN" altLang="en-US"/>
                        <a:t>计算机应用</a:t>
                      </a:r>
                      <a:r>
                        <a:rPr lang="en-US" altLang="zh-CN"/>
                        <a:t>3-2</a:t>
                      </a:r>
                      <a:r>
                        <a:rPr lang="zh-CN" altLang="en-US"/>
                        <a:t>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2019</a:t>
                      </a:r>
                      <a:endParaRPr lang="zh-CN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941524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/>
                        <a:t>19</a:t>
                      </a:r>
                      <a:r>
                        <a:rPr lang="zh-CN" altLang="en-US"/>
                        <a:t>计算机应用</a:t>
                      </a:r>
                      <a:r>
                        <a:rPr lang="en-US" altLang="zh-CN"/>
                        <a:t>3-3</a:t>
                      </a:r>
                      <a:r>
                        <a:rPr lang="zh-CN" altLang="en-US"/>
                        <a:t>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2019</a:t>
                      </a:r>
                      <a:endParaRPr lang="zh-CN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7122726"/>
                  </a:ext>
                </a:extLst>
              </a:tr>
            </a:tbl>
          </a:graphicData>
        </a:graphic>
      </p:graphicFrame>
      <p:sp>
        <p:nvSpPr>
          <p:cNvPr id="21" name="思想气泡: 云 20">
            <a:extLst>
              <a:ext uri="{FF2B5EF4-FFF2-40B4-BE49-F238E27FC236}">
                <a16:creationId xmlns:a16="http://schemas.microsoft.com/office/drawing/2014/main" id="{F7229A55-D76C-49EA-ABC7-6397E4FCE80D}"/>
              </a:ext>
            </a:extLst>
          </p:cNvPr>
          <p:cNvSpPr/>
          <p:nvPr/>
        </p:nvSpPr>
        <p:spPr>
          <a:xfrm>
            <a:off x="1631504" y="4447170"/>
            <a:ext cx="1792029" cy="943735"/>
          </a:xfrm>
          <a:prstGeom prst="cloudCallout">
            <a:avLst/>
          </a:prstGeom>
          <a:solidFill>
            <a:srgbClr val="FF0000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/>
              <a:t>我属于哪个班？</a:t>
            </a:r>
          </a:p>
        </p:txBody>
      </p:sp>
      <p:sp>
        <p:nvSpPr>
          <p:cNvPr id="35" name="思想气泡: 云 34">
            <a:extLst>
              <a:ext uri="{FF2B5EF4-FFF2-40B4-BE49-F238E27FC236}">
                <a16:creationId xmlns:a16="http://schemas.microsoft.com/office/drawing/2014/main" id="{A70D34C0-D89F-467F-8208-7D41A6DF0A18}"/>
              </a:ext>
            </a:extLst>
          </p:cNvPr>
          <p:cNvSpPr/>
          <p:nvPr/>
        </p:nvSpPr>
        <p:spPr>
          <a:xfrm>
            <a:off x="8674097" y="4444696"/>
            <a:ext cx="1792029" cy="943735"/>
          </a:xfrm>
          <a:prstGeom prst="cloudCallout">
            <a:avLst/>
          </a:prstGeom>
          <a:solidFill>
            <a:srgbClr val="FF0000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/>
              <a:t>这个班有哪些学生？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78637CC3-D81C-3277-EC18-5ED5A55CC6ED}"/>
              </a:ext>
            </a:extLst>
          </p:cNvPr>
          <p:cNvSpPr txBox="1"/>
          <p:nvPr/>
        </p:nvSpPr>
        <p:spPr>
          <a:xfrm flipH="1">
            <a:off x="1991545" y="3989705"/>
            <a:ext cx="41044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学生</a:t>
            </a:r>
            <a:r>
              <a:rPr lang="zh-CN" altLang="en-US" sz="2400" dirty="0">
                <a:sym typeface="Wingdings" panose="05000000000000000000" pitchFamily="2" charset="2"/>
              </a:rPr>
              <a:t>（姓名、学号、密码）</a:t>
            </a:r>
            <a:endParaRPr lang="zh-CN" altLang="en-US" sz="2400" dirty="0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E42085CF-7FEA-EB2F-AD12-04741C092208}"/>
              </a:ext>
            </a:extLst>
          </p:cNvPr>
          <p:cNvSpPr txBox="1"/>
          <p:nvPr/>
        </p:nvSpPr>
        <p:spPr>
          <a:xfrm flipH="1">
            <a:off x="7384230" y="4089083"/>
            <a:ext cx="40047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ym typeface="Wingdings" panose="05000000000000000000" pitchFamily="2" charset="2"/>
              </a:rPr>
              <a:t>班级（班级名称、入学年份）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5773379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"/>
                            </p:stCondLst>
                            <p:childTnLst>
                              <p:par>
                                <p:cTn id="3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35" grpId="0" animBg="1"/>
      <p:bldP spid="25" grpId="0"/>
      <p:bldP spid="26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3AD7B0F-6658-43C0-A766-0F41C4EB0B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解决：转换实体间的联系</a:t>
            </a: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EF339E9C-F00C-4F07-999F-49A0936BEE40}"/>
              </a:ext>
            </a:extLst>
          </p:cNvPr>
          <p:cNvGrpSpPr/>
          <p:nvPr/>
        </p:nvGrpSpPr>
        <p:grpSpPr>
          <a:xfrm>
            <a:off x="218012" y="1839265"/>
            <a:ext cx="11697742" cy="3272458"/>
            <a:chOff x="218012" y="1839265"/>
            <a:chExt cx="11697742" cy="3272458"/>
          </a:xfrm>
        </p:grpSpPr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3B339443-B9D0-4D60-AC96-78765EED8AD8}"/>
                </a:ext>
              </a:extLst>
            </p:cNvPr>
            <p:cNvGrpSpPr/>
            <p:nvPr/>
          </p:nvGrpSpPr>
          <p:grpSpPr>
            <a:xfrm>
              <a:off x="1954216" y="2752411"/>
              <a:ext cx="1957189" cy="1200122"/>
              <a:chOff x="915598" y="1460357"/>
              <a:chExt cx="2448112" cy="2448112"/>
            </a:xfrm>
          </p:grpSpPr>
          <p:sp>
            <p:nvSpPr>
              <p:cNvPr id="12" name="矩形: 圆角 11">
                <a:extLst>
                  <a:ext uri="{FF2B5EF4-FFF2-40B4-BE49-F238E27FC236}">
                    <a16:creationId xmlns:a16="http://schemas.microsoft.com/office/drawing/2014/main" id="{393D3B32-16D1-4A5F-B40D-ED6C65D79AED}"/>
                  </a:ext>
                </a:extLst>
              </p:cNvPr>
              <p:cNvSpPr/>
              <p:nvPr/>
            </p:nvSpPr>
            <p:spPr>
              <a:xfrm>
                <a:off x="915598" y="1460357"/>
                <a:ext cx="2448112" cy="2448112"/>
              </a:xfrm>
              <a:prstGeom prst="roundRect">
                <a:avLst/>
              </a:prstGeom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</p:sp>
          <p:sp>
            <p:nvSpPr>
              <p:cNvPr id="13" name="矩形: 圆角 4">
                <a:extLst>
                  <a:ext uri="{FF2B5EF4-FFF2-40B4-BE49-F238E27FC236}">
                    <a16:creationId xmlns:a16="http://schemas.microsoft.com/office/drawing/2014/main" id="{26C5415D-986F-48A4-B073-C9659936D772}"/>
                  </a:ext>
                </a:extLst>
              </p:cNvPr>
              <p:cNvSpPr txBox="1"/>
              <p:nvPr/>
            </p:nvSpPr>
            <p:spPr>
              <a:xfrm>
                <a:off x="1035105" y="1579864"/>
                <a:ext cx="2209098" cy="2209098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91440" tIns="91440" rIns="91440" bIns="91440" numCol="1" spcCol="1270" anchor="ctr" anchorCtr="0">
                <a:noAutofit/>
              </a:bodyPr>
              <a:lstStyle/>
              <a:p>
                <a:pPr marL="0" lvl="0" indent="0" algn="ctr" defTabSz="16002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zh-CN" altLang="en-US" sz="3600" kern="1200"/>
                  <a:t>学生</a:t>
                </a:r>
              </a:p>
            </p:txBody>
          </p:sp>
        </p:grpSp>
        <p:sp>
          <p:nvSpPr>
            <p:cNvPr id="8" name="直接连接符 5">
              <a:extLst>
                <a:ext uri="{FF2B5EF4-FFF2-40B4-BE49-F238E27FC236}">
                  <a16:creationId xmlns:a16="http://schemas.microsoft.com/office/drawing/2014/main" id="{816430A6-7B4B-43C5-BF30-5B54A30183C3}"/>
                </a:ext>
              </a:extLst>
            </p:cNvPr>
            <p:cNvSpPr/>
            <p:nvPr/>
          </p:nvSpPr>
          <p:spPr>
            <a:xfrm rot="6593">
              <a:off x="3912460" y="3435336"/>
              <a:ext cx="4159702" cy="0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0" y="0"/>
                  </a:moveTo>
                  <a:lnTo>
                    <a:pt x="4159702" y="0"/>
                  </a:lnTo>
                </a:path>
              </a:pathLst>
            </a:custGeom>
            <a:noFill/>
          </p:spPr>
          <p:style>
            <a:lnRef idx="2">
              <a:schemeClr val="accent1">
                <a:shade val="60000"/>
                <a:hueOff val="0"/>
                <a:satOff val="0"/>
                <a:lumOff val="0"/>
                <a:alphaOff val="0"/>
              </a:schemeClr>
            </a:lnRef>
            <a:fillRef idx="0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  <p:grpSp>
          <p:nvGrpSpPr>
            <p:cNvPr id="9" name="组合 8">
              <a:extLst>
                <a:ext uri="{FF2B5EF4-FFF2-40B4-BE49-F238E27FC236}">
                  <a16:creationId xmlns:a16="http://schemas.microsoft.com/office/drawing/2014/main" id="{9AAB8E38-BBE2-41E9-B34D-107C34E16CC9}"/>
                </a:ext>
              </a:extLst>
            </p:cNvPr>
            <p:cNvGrpSpPr/>
            <p:nvPr/>
          </p:nvGrpSpPr>
          <p:grpSpPr>
            <a:xfrm>
              <a:off x="8072159" y="2899265"/>
              <a:ext cx="2165626" cy="1200122"/>
              <a:chOff x="7523405" y="1488849"/>
              <a:chExt cx="2655491" cy="2416869"/>
            </a:xfrm>
          </p:grpSpPr>
          <p:sp>
            <p:nvSpPr>
              <p:cNvPr id="10" name="矩形: 圆角 9">
                <a:extLst>
                  <a:ext uri="{FF2B5EF4-FFF2-40B4-BE49-F238E27FC236}">
                    <a16:creationId xmlns:a16="http://schemas.microsoft.com/office/drawing/2014/main" id="{92B01E62-8C0C-4EB8-A38C-CC2894B4B30B}"/>
                  </a:ext>
                </a:extLst>
              </p:cNvPr>
              <p:cNvSpPr/>
              <p:nvPr/>
            </p:nvSpPr>
            <p:spPr>
              <a:xfrm>
                <a:off x="7523405" y="1488849"/>
                <a:ext cx="2655491" cy="2416869"/>
              </a:xfrm>
              <a:prstGeom prst="roundRect">
                <a:avLst/>
              </a:prstGeom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</p:sp>
          <p:sp>
            <p:nvSpPr>
              <p:cNvPr id="11" name="矩形: 圆角 7">
                <a:extLst>
                  <a:ext uri="{FF2B5EF4-FFF2-40B4-BE49-F238E27FC236}">
                    <a16:creationId xmlns:a16="http://schemas.microsoft.com/office/drawing/2014/main" id="{6C960293-E67E-443B-BEF5-2BE23E16CA54}"/>
                  </a:ext>
                </a:extLst>
              </p:cNvPr>
              <p:cNvSpPr txBox="1"/>
              <p:nvPr/>
            </p:nvSpPr>
            <p:spPr>
              <a:xfrm>
                <a:off x="7641387" y="1606831"/>
                <a:ext cx="2419527" cy="2180905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91440" tIns="91440" rIns="91440" bIns="91440" numCol="1" spcCol="1270" anchor="ctr" anchorCtr="0">
                <a:noAutofit/>
              </a:bodyPr>
              <a:lstStyle/>
              <a:p>
                <a:pPr marL="0" lvl="0" indent="0" algn="ctr" defTabSz="16002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zh-CN" altLang="en-US" sz="3600" kern="1200"/>
                  <a:t>班级</a:t>
                </a:r>
              </a:p>
            </p:txBody>
          </p:sp>
        </p:grpSp>
        <p:sp>
          <p:nvSpPr>
            <p:cNvPr id="3" name="流程图: 决策 2">
              <a:extLst>
                <a:ext uri="{FF2B5EF4-FFF2-40B4-BE49-F238E27FC236}">
                  <a16:creationId xmlns:a16="http://schemas.microsoft.com/office/drawing/2014/main" id="{040D30C4-410D-4544-88D6-B3ADA7FAA8A6}"/>
                </a:ext>
              </a:extLst>
            </p:cNvPr>
            <p:cNvSpPr/>
            <p:nvPr/>
          </p:nvSpPr>
          <p:spPr>
            <a:xfrm>
              <a:off x="5231904" y="2899265"/>
              <a:ext cx="1728192" cy="1080120"/>
            </a:xfrm>
            <a:prstGeom prst="flowChartDecision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/>
                <a:t>属于</a:t>
              </a:r>
            </a:p>
          </p:txBody>
        </p:sp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91929864-0FD6-4738-986F-293B6C07A959}"/>
                </a:ext>
              </a:extLst>
            </p:cNvPr>
            <p:cNvSpPr txBox="1"/>
            <p:nvPr/>
          </p:nvSpPr>
          <p:spPr>
            <a:xfrm>
              <a:off x="4439816" y="2952375"/>
              <a:ext cx="108278" cy="3681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/>
                <a:t>n</a:t>
              </a:r>
              <a:endParaRPr lang="zh-CN" altLang="en-US"/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992333B2-13C4-46CB-A760-18D06468E159}"/>
                </a:ext>
              </a:extLst>
            </p:cNvPr>
            <p:cNvSpPr txBox="1"/>
            <p:nvPr/>
          </p:nvSpPr>
          <p:spPr>
            <a:xfrm>
              <a:off x="7377174" y="2899265"/>
              <a:ext cx="266732" cy="36976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/>
                <a:t>1</a:t>
              </a:r>
              <a:endParaRPr lang="zh-CN" altLang="en-US"/>
            </a:p>
          </p:txBody>
        </p:sp>
        <p:grpSp>
          <p:nvGrpSpPr>
            <p:cNvPr id="17" name="组合 16">
              <a:extLst>
                <a:ext uri="{FF2B5EF4-FFF2-40B4-BE49-F238E27FC236}">
                  <a16:creationId xmlns:a16="http://schemas.microsoft.com/office/drawing/2014/main" id="{D6A586DD-0A03-4954-9DDD-7314905DAEDE}"/>
                </a:ext>
              </a:extLst>
            </p:cNvPr>
            <p:cNvGrpSpPr/>
            <p:nvPr/>
          </p:nvGrpSpPr>
          <p:grpSpPr>
            <a:xfrm>
              <a:off x="276804" y="1844824"/>
              <a:ext cx="1858756" cy="907587"/>
              <a:chOff x="276804" y="1844824"/>
              <a:chExt cx="1858756" cy="907587"/>
            </a:xfrm>
          </p:grpSpPr>
          <p:sp>
            <p:nvSpPr>
              <p:cNvPr id="5" name="椭圆 4">
                <a:extLst>
                  <a:ext uri="{FF2B5EF4-FFF2-40B4-BE49-F238E27FC236}">
                    <a16:creationId xmlns:a16="http://schemas.microsoft.com/office/drawing/2014/main" id="{915DDD4B-2033-4BF9-AAB4-39A1528E5E73}"/>
                  </a:ext>
                </a:extLst>
              </p:cNvPr>
              <p:cNvSpPr/>
              <p:nvPr/>
            </p:nvSpPr>
            <p:spPr>
              <a:xfrm>
                <a:off x="276804" y="1844824"/>
                <a:ext cx="1080120" cy="65061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/>
                  <a:t>姓名</a:t>
                </a:r>
              </a:p>
            </p:txBody>
          </p:sp>
          <p:cxnSp>
            <p:nvCxnSpPr>
              <p:cNvPr id="16" name="直接连接符 15">
                <a:extLst>
                  <a:ext uri="{FF2B5EF4-FFF2-40B4-BE49-F238E27FC236}">
                    <a16:creationId xmlns:a16="http://schemas.microsoft.com/office/drawing/2014/main" id="{C7C3AEBB-C59E-400B-9058-C8B8D038B346}"/>
                  </a:ext>
                </a:extLst>
              </p:cNvPr>
              <p:cNvCxnSpPr>
                <a:stCxn id="5" idx="6"/>
              </p:cNvCxnSpPr>
              <p:nvPr/>
            </p:nvCxnSpPr>
            <p:spPr>
              <a:xfrm>
                <a:off x="1356924" y="2170129"/>
                <a:ext cx="778636" cy="582282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8" name="组合 17">
              <a:extLst>
                <a:ext uri="{FF2B5EF4-FFF2-40B4-BE49-F238E27FC236}">
                  <a16:creationId xmlns:a16="http://schemas.microsoft.com/office/drawing/2014/main" id="{4C5CD646-8BD4-48F0-8FC6-05485B61B9F8}"/>
                </a:ext>
              </a:extLst>
            </p:cNvPr>
            <p:cNvGrpSpPr/>
            <p:nvPr/>
          </p:nvGrpSpPr>
          <p:grpSpPr>
            <a:xfrm>
              <a:off x="218012" y="3269027"/>
              <a:ext cx="1831746" cy="650610"/>
              <a:chOff x="276804" y="1844824"/>
              <a:chExt cx="1831746" cy="650610"/>
            </a:xfrm>
          </p:grpSpPr>
          <p:sp>
            <p:nvSpPr>
              <p:cNvPr id="19" name="椭圆 18">
                <a:extLst>
                  <a:ext uri="{FF2B5EF4-FFF2-40B4-BE49-F238E27FC236}">
                    <a16:creationId xmlns:a16="http://schemas.microsoft.com/office/drawing/2014/main" id="{90E3BA1A-B0FD-48B9-9717-EA162544E5D2}"/>
                  </a:ext>
                </a:extLst>
              </p:cNvPr>
              <p:cNvSpPr/>
              <p:nvPr/>
            </p:nvSpPr>
            <p:spPr>
              <a:xfrm>
                <a:off x="276804" y="1844824"/>
                <a:ext cx="1080120" cy="65061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/>
                  <a:t>学号</a:t>
                </a:r>
              </a:p>
            </p:txBody>
          </p:sp>
          <p:cxnSp>
            <p:nvCxnSpPr>
              <p:cNvPr id="20" name="直接连接符 19">
                <a:extLst>
                  <a:ext uri="{FF2B5EF4-FFF2-40B4-BE49-F238E27FC236}">
                    <a16:creationId xmlns:a16="http://schemas.microsoft.com/office/drawing/2014/main" id="{4BFE89F7-2A3F-4E56-8AB6-5C8C37C7FAEF}"/>
                  </a:ext>
                </a:extLst>
              </p:cNvPr>
              <p:cNvCxnSpPr>
                <a:cxnSpLocks/>
                <a:stCxn id="19" idx="6"/>
                <a:endCxn id="13" idx="1"/>
              </p:cNvCxnSpPr>
              <p:nvPr/>
            </p:nvCxnSpPr>
            <p:spPr>
              <a:xfrm flipV="1">
                <a:off x="1356924" y="1928269"/>
                <a:ext cx="751626" cy="24186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2" name="组合 21">
              <a:extLst>
                <a:ext uri="{FF2B5EF4-FFF2-40B4-BE49-F238E27FC236}">
                  <a16:creationId xmlns:a16="http://schemas.microsoft.com/office/drawing/2014/main" id="{7B0D20AF-B4FD-4CCF-A70A-6D0A2F63BABF}"/>
                </a:ext>
              </a:extLst>
            </p:cNvPr>
            <p:cNvGrpSpPr/>
            <p:nvPr/>
          </p:nvGrpSpPr>
          <p:grpSpPr>
            <a:xfrm>
              <a:off x="276804" y="3952533"/>
              <a:ext cx="1772954" cy="1159190"/>
              <a:chOff x="276804" y="1336244"/>
              <a:chExt cx="1772954" cy="1159190"/>
            </a:xfrm>
          </p:grpSpPr>
          <p:sp>
            <p:nvSpPr>
              <p:cNvPr id="23" name="椭圆 22">
                <a:extLst>
                  <a:ext uri="{FF2B5EF4-FFF2-40B4-BE49-F238E27FC236}">
                    <a16:creationId xmlns:a16="http://schemas.microsoft.com/office/drawing/2014/main" id="{9B553622-6418-4669-9033-B46AF639074E}"/>
                  </a:ext>
                </a:extLst>
              </p:cNvPr>
              <p:cNvSpPr/>
              <p:nvPr/>
            </p:nvSpPr>
            <p:spPr>
              <a:xfrm>
                <a:off x="276804" y="1844824"/>
                <a:ext cx="1080120" cy="65061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/>
                  <a:t>密码</a:t>
                </a:r>
              </a:p>
            </p:txBody>
          </p:sp>
          <p:cxnSp>
            <p:nvCxnSpPr>
              <p:cNvPr id="24" name="直接连接符 23">
                <a:extLst>
                  <a:ext uri="{FF2B5EF4-FFF2-40B4-BE49-F238E27FC236}">
                    <a16:creationId xmlns:a16="http://schemas.microsoft.com/office/drawing/2014/main" id="{21F3DA7B-39AC-49C6-A8E9-C4E99B5041A6}"/>
                  </a:ext>
                </a:extLst>
              </p:cNvPr>
              <p:cNvCxnSpPr>
                <a:cxnSpLocks/>
                <a:stCxn id="23" idx="6"/>
              </p:cNvCxnSpPr>
              <p:nvPr/>
            </p:nvCxnSpPr>
            <p:spPr>
              <a:xfrm flipV="1">
                <a:off x="1356924" y="1336244"/>
                <a:ext cx="692834" cy="833885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8" name="组合 27">
              <a:extLst>
                <a:ext uri="{FF2B5EF4-FFF2-40B4-BE49-F238E27FC236}">
                  <a16:creationId xmlns:a16="http://schemas.microsoft.com/office/drawing/2014/main" id="{ACBBBBF6-8466-431B-B8B2-EDC09537E562}"/>
                </a:ext>
              </a:extLst>
            </p:cNvPr>
            <p:cNvGrpSpPr/>
            <p:nvPr/>
          </p:nvGrpSpPr>
          <p:grpSpPr>
            <a:xfrm>
              <a:off x="10141568" y="1839265"/>
              <a:ext cx="1571056" cy="1060000"/>
              <a:chOff x="-214132" y="1844824"/>
              <a:chExt cx="1571056" cy="1060000"/>
            </a:xfrm>
          </p:grpSpPr>
          <p:sp>
            <p:nvSpPr>
              <p:cNvPr id="29" name="椭圆 28">
                <a:extLst>
                  <a:ext uri="{FF2B5EF4-FFF2-40B4-BE49-F238E27FC236}">
                    <a16:creationId xmlns:a16="http://schemas.microsoft.com/office/drawing/2014/main" id="{BDD8A46C-66AC-43FE-8BF3-CDF7F7AC5E58}"/>
                  </a:ext>
                </a:extLst>
              </p:cNvPr>
              <p:cNvSpPr/>
              <p:nvPr/>
            </p:nvSpPr>
            <p:spPr>
              <a:xfrm>
                <a:off x="276804" y="1844824"/>
                <a:ext cx="1080120" cy="65061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/>
                  <a:t>班级名称</a:t>
                </a:r>
              </a:p>
            </p:txBody>
          </p:sp>
          <p:cxnSp>
            <p:nvCxnSpPr>
              <p:cNvPr id="30" name="直接连接符 29">
                <a:extLst>
                  <a:ext uri="{FF2B5EF4-FFF2-40B4-BE49-F238E27FC236}">
                    <a16:creationId xmlns:a16="http://schemas.microsoft.com/office/drawing/2014/main" id="{E4C202A7-B4E7-4096-874B-3FD4249AACC4}"/>
                  </a:ext>
                </a:extLst>
              </p:cNvPr>
              <p:cNvCxnSpPr>
                <a:cxnSpLocks/>
                <a:stCxn id="29" idx="3"/>
              </p:cNvCxnSpPr>
              <p:nvPr/>
            </p:nvCxnSpPr>
            <p:spPr>
              <a:xfrm flipH="1">
                <a:off x="-214132" y="2400154"/>
                <a:ext cx="649116" cy="50467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1" name="组合 30">
              <a:extLst>
                <a:ext uri="{FF2B5EF4-FFF2-40B4-BE49-F238E27FC236}">
                  <a16:creationId xmlns:a16="http://schemas.microsoft.com/office/drawing/2014/main" id="{69A30BED-3769-400B-87CA-9709123C0E77}"/>
                </a:ext>
              </a:extLst>
            </p:cNvPr>
            <p:cNvGrpSpPr/>
            <p:nvPr/>
          </p:nvGrpSpPr>
          <p:grpSpPr>
            <a:xfrm>
              <a:off x="10237785" y="3109940"/>
              <a:ext cx="1677969" cy="650610"/>
              <a:chOff x="-321045" y="1844824"/>
              <a:chExt cx="1677969" cy="650610"/>
            </a:xfrm>
          </p:grpSpPr>
          <p:sp>
            <p:nvSpPr>
              <p:cNvPr id="32" name="椭圆 31">
                <a:extLst>
                  <a:ext uri="{FF2B5EF4-FFF2-40B4-BE49-F238E27FC236}">
                    <a16:creationId xmlns:a16="http://schemas.microsoft.com/office/drawing/2014/main" id="{4449FF48-BBF8-46A7-8E20-92449B816278}"/>
                  </a:ext>
                </a:extLst>
              </p:cNvPr>
              <p:cNvSpPr/>
              <p:nvPr/>
            </p:nvSpPr>
            <p:spPr>
              <a:xfrm>
                <a:off x="276804" y="1844824"/>
                <a:ext cx="1080120" cy="65061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/>
                  <a:t>入学年份</a:t>
                </a:r>
              </a:p>
            </p:txBody>
          </p:sp>
          <p:cxnSp>
            <p:nvCxnSpPr>
              <p:cNvPr id="33" name="直接连接符 32">
                <a:extLst>
                  <a:ext uri="{FF2B5EF4-FFF2-40B4-BE49-F238E27FC236}">
                    <a16:creationId xmlns:a16="http://schemas.microsoft.com/office/drawing/2014/main" id="{DAF87712-8631-4B41-822A-8424660C62FA}"/>
                  </a:ext>
                </a:extLst>
              </p:cNvPr>
              <p:cNvCxnSpPr>
                <a:cxnSpLocks/>
                <a:stCxn id="32" idx="2"/>
                <a:endCxn id="10" idx="3"/>
              </p:cNvCxnSpPr>
              <p:nvPr/>
            </p:nvCxnSpPr>
            <p:spPr>
              <a:xfrm flipH="1">
                <a:off x="-321045" y="2170129"/>
                <a:ext cx="597849" cy="64081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aphicFrame>
        <p:nvGraphicFramePr>
          <p:cNvPr id="14" name="表格 20">
            <a:extLst>
              <a:ext uri="{FF2B5EF4-FFF2-40B4-BE49-F238E27FC236}">
                <a16:creationId xmlns:a16="http://schemas.microsoft.com/office/drawing/2014/main" id="{85BA8187-A654-493A-BF0C-CBD40D25A8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4258260"/>
              </p:ext>
            </p:extLst>
          </p:nvPr>
        </p:nvGraphicFramePr>
        <p:xfrm>
          <a:off x="337298" y="4491889"/>
          <a:ext cx="6690880" cy="22250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672720">
                  <a:extLst>
                    <a:ext uri="{9D8B030D-6E8A-4147-A177-3AD203B41FA5}">
                      <a16:colId xmlns:a16="http://schemas.microsoft.com/office/drawing/2014/main" val="827067264"/>
                    </a:ext>
                  </a:extLst>
                </a:gridCol>
                <a:gridCol w="1672720">
                  <a:extLst>
                    <a:ext uri="{9D8B030D-6E8A-4147-A177-3AD203B41FA5}">
                      <a16:colId xmlns:a16="http://schemas.microsoft.com/office/drawing/2014/main" val="3403446345"/>
                    </a:ext>
                  </a:extLst>
                </a:gridCol>
                <a:gridCol w="1041186">
                  <a:extLst>
                    <a:ext uri="{9D8B030D-6E8A-4147-A177-3AD203B41FA5}">
                      <a16:colId xmlns:a16="http://schemas.microsoft.com/office/drawing/2014/main" val="566165653"/>
                    </a:ext>
                  </a:extLst>
                </a:gridCol>
                <a:gridCol w="2304254">
                  <a:extLst>
                    <a:ext uri="{9D8B030D-6E8A-4147-A177-3AD203B41FA5}">
                      <a16:colId xmlns:a16="http://schemas.microsoft.com/office/drawing/2014/main" val="184563924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/>
                        <a:t>学生姓名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/>
                        <a:t>学号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/>
                        <a:t>密码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/>
                        <a:t>班级名称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962347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/>
                        <a:t>张三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1903010251</a:t>
                      </a:r>
                      <a:endParaRPr lang="zh-CN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123456</a:t>
                      </a:r>
                      <a:endParaRPr lang="zh-CN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19</a:t>
                      </a:r>
                      <a:r>
                        <a:rPr lang="zh-CN" altLang="en-US"/>
                        <a:t>计算机应用</a:t>
                      </a:r>
                      <a:r>
                        <a:rPr lang="en-US" altLang="zh-CN"/>
                        <a:t>3-2</a:t>
                      </a:r>
                      <a:r>
                        <a:rPr lang="zh-CN" altLang="en-US"/>
                        <a:t>班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941524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/>
                        <a:t>王梦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1903010252</a:t>
                      </a:r>
                      <a:endParaRPr lang="zh-CN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123456</a:t>
                      </a:r>
                      <a:endParaRPr lang="zh-CN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19</a:t>
                      </a:r>
                      <a:r>
                        <a:rPr lang="zh-CN" altLang="en-US"/>
                        <a:t>计算机应用</a:t>
                      </a:r>
                      <a:r>
                        <a:rPr lang="en-US" altLang="zh-CN"/>
                        <a:t>3-2</a:t>
                      </a:r>
                      <a:r>
                        <a:rPr lang="zh-CN" altLang="en-US"/>
                        <a:t>班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24390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/>
                        <a:t>刘畅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1903010253</a:t>
                      </a:r>
                      <a:endParaRPr lang="zh-CN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123456</a:t>
                      </a:r>
                      <a:endParaRPr lang="zh-CN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19</a:t>
                      </a:r>
                      <a:r>
                        <a:rPr lang="zh-CN" altLang="en-US"/>
                        <a:t>计算机应用</a:t>
                      </a:r>
                      <a:r>
                        <a:rPr lang="en-US" altLang="zh-CN"/>
                        <a:t>3-2</a:t>
                      </a:r>
                      <a:r>
                        <a:rPr lang="zh-CN" altLang="en-US"/>
                        <a:t>班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405491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/>
                        <a:t>吴月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1903010254</a:t>
                      </a:r>
                      <a:endParaRPr lang="zh-CN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123456</a:t>
                      </a:r>
                      <a:endParaRPr lang="zh-CN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19</a:t>
                      </a:r>
                      <a:r>
                        <a:rPr lang="zh-CN" altLang="en-US"/>
                        <a:t>计算机应用</a:t>
                      </a:r>
                      <a:r>
                        <a:rPr lang="en-US" altLang="zh-CN"/>
                        <a:t>3-2</a:t>
                      </a:r>
                      <a:r>
                        <a:rPr lang="zh-CN" altLang="en-US"/>
                        <a:t>班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176853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/>
                        <a:t>李四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1903010352</a:t>
                      </a:r>
                      <a:endParaRPr lang="zh-CN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456789</a:t>
                      </a:r>
                      <a:endParaRPr lang="zh-CN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/>
                        <a:t>19</a:t>
                      </a:r>
                      <a:r>
                        <a:rPr lang="zh-CN" altLang="en-US"/>
                        <a:t>计算机应用</a:t>
                      </a:r>
                      <a:r>
                        <a:rPr lang="en-US" altLang="zh-CN"/>
                        <a:t>3-3</a:t>
                      </a:r>
                      <a:r>
                        <a:rPr lang="zh-CN" altLang="en-US"/>
                        <a:t>班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7122726"/>
                  </a:ext>
                </a:extLst>
              </a:tr>
            </a:tbl>
          </a:graphicData>
        </a:graphic>
      </p:graphicFrame>
      <p:graphicFrame>
        <p:nvGraphicFramePr>
          <p:cNvPr id="34" name="表格 20">
            <a:extLst>
              <a:ext uri="{FF2B5EF4-FFF2-40B4-BE49-F238E27FC236}">
                <a16:creationId xmlns:a16="http://schemas.microsoft.com/office/drawing/2014/main" id="{88CD4F0C-E794-42DF-B4F0-F2BC56FBF4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7068303"/>
              </p:ext>
            </p:extLst>
          </p:nvPr>
        </p:nvGraphicFramePr>
        <p:xfrm>
          <a:off x="7239392" y="5471839"/>
          <a:ext cx="4727968" cy="11125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363984">
                  <a:extLst>
                    <a:ext uri="{9D8B030D-6E8A-4147-A177-3AD203B41FA5}">
                      <a16:colId xmlns:a16="http://schemas.microsoft.com/office/drawing/2014/main" val="827067264"/>
                    </a:ext>
                  </a:extLst>
                </a:gridCol>
                <a:gridCol w="2363984">
                  <a:extLst>
                    <a:ext uri="{9D8B030D-6E8A-4147-A177-3AD203B41FA5}">
                      <a16:colId xmlns:a16="http://schemas.microsoft.com/office/drawing/2014/main" val="340344634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/>
                        <a:t>班级名称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/>
                        <a:t>入学年份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962347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19</a:t>
                      </a:r>
                      <a:r>
                        <a:rPr lang="zh-CN" altLang="en-US"/>
                        <a:t>计算机应用</a:t>
                      </a:r>
                      <a:r>
                        <a:rPr lang="en-US" altLang="zh-CN"/>
                        <a:t>3-2</a:t>
                      </a:r>
                      <a:r>
                        <a:rPr lang="zh-CN" altLang="en-US"/>
                        <a:t>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2019</a:t>
                      </a:r>
                      <a:endParaRPr lang="zh-CN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941524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/>
                        <a:t>19</a:t>
                      </a:r>
                      <a:r>
                        <a:rPr lang="zh-CN" altLang="en-US"/>
                        <a:t>计算机应用</a:t>
                      </a:r>
                      <a:r>
                        <a:rPr lang="en-US" altLang="zh-CN"/>
                        <a:t>3-3</a:t>
                      </a:r>
                      <a:r>
                        <a:rPr lang="zh-CN" altLang="en-US"/>
                        <a:t>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2019</a:t>
                      </a:r>
                      <a:endParaRPr lang="zh-CN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7122726"/>
                  </a:ext>
                </a:extLst>
              </a:tr>
            </a:tbl>
          </a:graphicData>
        </a:graphic>
      </p:graphicFrame>
      <p:sp>
        <p:nvSpPr>
          <p:cNvPr id="21" name="思想气泡: 云 20">
            <a:extLst>
              <a:ext uri="{FF2B5EF4-FFF2-40B4-BE49-F238E27FC236}">
                <a16:creationId xmlns:a16="http://schemas.microsoft.com/office/drawing/2014/main" id="{F7229A55-D76C-49EA-ABC7-6397E4FCE80D}"/>
              </a:ext>
            </a:extLst>
          </p:cNvPr>
          <p:cNvSpPr/>
          <p:nvPr/>
        </p:nvSpPr>
        <p:spPr>
          <a:xfrm>
            <a:off x="6064081" y="3550108"/>
            <a:ext cx="1792029" cy="943735"/>
          </a:xfrm>
          <a:prstGeom prst="cloudCallout">
            <a:avLst/>
          </a:prstGeom>
          <a:solidFill>
            <a:srgbClr val="0070C0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/>
              <a:t>我属于这个班！</a:t>
            </a:r>
          </a:p>
        </p:txBody>
      </p:sp>
      <p:sp>
        <p:nvSpPr>
          <p:cNvPr id="36" name="思想气泡: 云 35">
            <a:extLst>
              <a:ext uri="{FF2B5EF4-FFF2-40B4-BE49-F238E27FC236}">
                <a16:creationId xmlns:a16="http://schemas.microsoft.com/office/drawing/2014/main" id="{FFE2BF97-AB56-499D-8833-8DF7E5D4E0AB}"/>
              </a:ext>
            </a:extLst>
          </p:cNvPr>
          <p:cNvSpPr/>
          <p:nvPr/>
        </p:nvSpPr>
        <p:spPr>
          <a:xfrm>
            <a:off x="8445756" y="4515351"/>
            <a:ext cx="1792029" cy="943735"/>
          </a:xfrm>
          <a:prstGeom prst="cloudCallout">
            <a:avLst/>
          </a:prstGeom>
          <a:solidFill>
            <a:srgbClr val="0070C0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/>
              <a:t>这个班有这些学生：</a:t>
            </a:r>
          </a:p>
        </p:txBody>
      </p:sp>
      <p:cxnSp>
        <p:nvCxnSpPr>
          <p:cNvPr id="37" name="直接箭头连接符 36">
            <a:extLst>
              <a:ext uri="{FF2B5EF4-FFF2-40B4-BE49-F238E27FC236}">
                <a16:creationId xmlns:a16="http://schemas.microsoft.com/office/drawing/2014/main" id="{411ADF4F-9CA4-49E7-8312-BEED49CA7FE4}"/>
              </a:ext>
            </a:extLst>
          </p:cNvPr>
          <p:cNvCxnSpPr/>
          <p:nvPr/>
        </p:nvCxnSpPr>
        <p:spPr>
          <a:xfrm flipH="1" flipV="1">
            <a:off x="6888088" y="5077383"/>
            <a:ext cx="489086" cy="935932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箭头连接符 37">
            <a:extLst>
              <a:ext uri="{FF2B5EF4-FFF2-40B4-BE49-F238E27FC236}">
                <a16:creationId xmlns:a16="http://schemas.microsoft.com/office/drawing/2014/main" id="{F49BBB9E-96D0-4FD3-A446-281E7B5CBBD7}"/>
              </a:ext>
            </a:extLst>
          </p:cNvPr>
          <p:cNvCxnSpPr>
            <a:cxnSpLocks/>
          </p:cNvCxnSpPr>
          <p:nvPr/>
        </p:nvCxnSpPr>
        <p:spPr>
          <a:xfrm flipH="1" flipV="1">
            <a:off x="6888088" y="5459087"/>
            <a:ext cx="489086" cy="552721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箭头连接符 38">
            <a:extLst>
              <a:ext uri="{FF2B5EF4-FFF2-40B4-BE49-F238E27FC236}">
                <a16:creationId xmlns:a16="http://schemas.microsoft.com/office/drawing/2014/main" id="{5B7CED1F-6BA9-4B68-A3C3-D12C4CCB7009}"/>
              </a:ext>
            </a:extLst>
          </p:cNvPr>
          <p:cNvCxnSpPr>
            <a:cxnSpLocks/>
          </p:cNvCxnSpPr>
          <p:nvPr/>
        </p:nvCxnSpPr>
        <p:spPr>
          <a:xfrm flipH="1" flipV="1">
            <a:off x="6888088" y="5830871"/>
            <a:ext cx="489086" cy="180937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箭头连接符 39">
            <a:extLst>
              <a:ext uri="{FF2B5EF4-FFF2-40B4-BE49-F238E27FC236}">
                <a16:creationId xmlns:a16="http://schemas.microsoft.com/office/drawing/2014/main" id="{0D520A58-1E55-4D0B-AF3C-F977290919AF}"/>
              </a:ext>
            </a:extLst>
          </p:cNvPr>
          <p:cNvCxnSpPr>
            <a:cxnSpLocks/>
          </p:cNvCxnSpPr>
          <p:nvPr/>
        </p:nvCxnSpPr>
        <p:spPr>
          <a:xfrm flipH="1">
            <a:off x="6888089" y="6042584"/>
            <a:ext cx="489085" cy="123131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460640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500"/>
                            </p:stCondLst>
                            <p:childTnLst>
                              <p:par>
                                <p:cTn id="2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3000"/>
                            </p:stCondLst>
                            <p:childTnLst>
                              <p:par>
                                <p:cTn id="3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36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3BF9CD6-024B-48A0-9D3C-55A42CD43F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思考：可否把联系转换为班级的其他属性？</a:t>
            </a:r>
          </a:p>
        </p:txBody>
      </p:sp>
      <p:graphicFrame>
        <p:nvGraphicFramePr>
          <p:cNvPr id="4" name="表格 20">
            <a:extLst>
              <a:ext uri="{FF2B5EF4-FFF2-40B4-BE49-F238E27FC236}">
                <a16:creationId xmlns:a16="http://schemas.microsoft.com/office/drawing/2014/main" id="{BABE2FB8-D197-4C64-BC23-3FCE4DF366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7003918"/>
              </p:ext>
            </p:extLst>
          </p:nvPr>
        </p:nvGraphicFramePr>
        <p:xfrm>
          <a:off x="127267" y="2003540"/>
          <a:ext cx="6690880" cy="221996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672720">
                  <a:extLst>
                    <a:ext uri="{9D8B030D-6E8A-4147-A177-3AD203B41FA5}">
                      <a16:colId xmlns:a16="http://schemas.microsoft.com/office/drawing/2014/main" val="827067264"/>
                    </a:ext>
                  </a:extLst>
                </a:gridCol>
                <a:gridCol w="1672720">
                  <a:extLst>
                    <a:ext uri="{9D8B030D-6E8A-4147-A177-3AD203B41FA5}">
                      <a16:colId xmlns:a16="http://schemas.microsoft.com/office/drawing/2014/main" val="3403446345"/>
                    </a:ext>
                  </a:extLst>
                </a:gridCol>
                <a:gridCol w="1041186">
                  <a:extLst>
                    <a:ext uri="{9D8B030D-6E8A-4147-A177-3AD203B41FA5}">
                      <a16:colId xmlns:a16="http://schemas.microsoft.com/office/drawing/2014/main" val="566165653"/>
                    </a:ext>
                  </a:extLst>
                </a:gridCol>
                <a:gridCol w="2304254">
                  <a:extLst>
                    <a:ext uri="{9D8B030D-6E8A-4147-A177-3AD203B41FA5}">
                      <a16:colId xmlns:a16="http://schemas.microsoft.com/office/drawing/2014/main" val="1845639240"/>
                    </a:ext>
                  </a:extLst>
                </a:gridCol>
              </a:tblGrid>
              <a:tr h="348380">
                <a:tc>
                  <a:txBody>
                    <a:bodyPr/>
                    <a:lstStyle/>
                    <a:p>
                      <a:pPr algn="ctr"/>
                      <a:r>
                        <a:rPr lang="zh-CN" altLang="en-US"/>
                        <a:t>学生姓名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/>
                        <a:t>学号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/>
                        <a:t>密码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/>
                        <a:t>入学年份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962347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/>
                        <a:t>张三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1903010251</a:t>
                      </a:r>
                      <a:endParaRPr lang="zh-CN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123456</a:t>
                      </a:r>
                      <a:endParaRPr lang="zh-CN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2019</a:t>
                      </a:r>
                      <a:endParaRPr lang="zh-CN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941524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/>
                        <a:t>王梦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1903010252</a:t>
                      </a:r>
                      <a:endParaRPr lang="zh-CN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123456</a:t>
                      </a:r>
                      <a:endParaRPr lang="zh-CN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2019</a:t>
                      </a:r>
                      <a:endParaRPr lang="zh-CN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24390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/>
                        <a:t>刘畅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1903010253</a:t>
                      </a:r>
                      <a:endParaRPr lang="zh-CN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123456</a:t>
                      </a:r>
                      <a:endParaRPr lang="zh-CN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2019</a:t>
                      </a:r>
                      <a:endParaRPr lang="zh-CN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405491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/>
                        <a:t>吴月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1903010254</a:t>
                      </a:r>
                      <a:endParaRPr lang="zh-CN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123456</a:t>
                      </a:r>
                      <a:endParaRPr lang="zh-CN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2019</a:t>
                      </a:r>
                      <a:endParaRPr lang="zh-CN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176853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/>
                        <a:t>李四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1903010352</a:t>
                      </a:r>
                      <a:endParaRPr lang="zh-CN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456789</a:t>
                      </a:r>
                      <a:endParaRPr lang="zh-CN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/>
                        <a:t>2019</a:t>
                      </a:r>
                      <a:endParaRPr lang="zh-CN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7122726"/>
                  </a:ext>
                </a:extLst>
              </a:tr>
            </a:tbl>
          </a:graphicData>
        </a:graphic>
      </p:graphicFrame>
      <p:graphicFrame>
        <p:nvGraphicFramePr>
          <p:cNvPr id="5" name="表格 20">
            <a:extLst>
              <a:ext uri="{FF2B5EF4-FFF2-40B4-BE49-F238E27FC236}">
                <a16:creationId xmlns:a16="http://schemas.microsoft.com/office/drawing/2014/main" id="{06631B43-0FC2-4278-94D5-9B5B788D7B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2034640"/>
              </p:ext>
            </p:extLst>
          </p:nvPr>
        </p:nvGraphicFramePr>
        <p:xfrm>
          <a:off x="6960096" y="1582878"/>
          <a:ext cx="4727968" cy="11125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363984">
                  <a:extLst>
                    <a:ext uri="{9D8B030D-6E8A-4147-A177-3AD203B41FA5}">
                      <a16:colId xmlns:a16="http://schemas.microsoft.com/office/drawing/2014/main" val="827067264"/>
                    </a:ext>
                  </a:extLst>
                </a:gridCol>
                <a:gridCol w="2363984">
                  <a:extLst>
                    <a:ext uri="{9D8B030D-6E8A-4147-A177-3AD203B41FA5}">
                      <a16:colId xmlns:a16="http://schemas.microsoft.com/office/drawing/2014/main" val="340344634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/>
                        <a:t>班级名称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/>
                        <a:t>入学年份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962347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19</a:t>
                      </a:r>
                      <a:r>
                        <a:rPr lang="zh-CN" altLang="en-US"/>
                        <a:t>计算机应用</a:t>
                      </a:r>
                      <a:r>
                        <a:rPr lang="en-US" altLang="zh-CN"/>
                        <a:t>3-2</a:t>
                      </a:r>
                      <a:r>
                        <a:rPr lang="zh-CN" altLang="en-US"/>
                        <a:t>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2019</a:t>
                      </a:r>
                      <a:endParaRPr lang="zh-CN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941524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/>
                        <a:t>19</a:t>
                      </a:r>
                      <a:r>
                        <a:rPr lang="zh-CN" altLang="en-US"/>
                        <a:t>计算机应用</a:t>
                      </a:r>
                      <a:r>
                        <a:rPr lang="en-US" altLang="zh-CN"/>
                        <a:t>3-3</a:t>
                      </a:r>
                      <a:r>
                        <a:rPr lang="zh-CN" altLang="en-US"/>
                        <a:t>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2019</a:t>
                      </a:r>
                      <a:endParaRPr lang="zh-CN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7122726"/>
                  </a:ext>
                </a:extLst>
              </a:tr>
            </a:tbl>
          </a:graphicData>
        </a:graphic>
      </p:graphicFrame>
      <p:pic>
        <p:nvPicPr>
          <p:cNvPr id="7" name="图片 6">
            <a:extLst>
              <a:ext uri="{FF2B5EF4-FFF2-40B4-BE49-F238E27FC236}">
                <a16:creationId xmlns:a16="http://schemas.microsoft.com/office/drawing/2014/main" id="{20218BF8-DD6A-4031-91B6-417455A1070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03208" y="2752098"/>
            <a:ext cx="1713776" cy="1713776"/>
          </a:xfrm>
          <a:prstGeom prst="rect">
            <a:avLst/>
          </a:prstGeom>
        </p:spPr>
      </p:pic>
      <p:sp>
        <p:nvSpPr>
          <p:cNvPr id="8" name="矩形: 剪去单角 7">
            <a:extLst>
              <a:ext uri="{FF2B5EF4-FFF2-40B4-BE49-F238E27FC236}">
                <a16:creationId xmlns:a16="http://schemas.microsoft.com/office/drawing/2014/main" id="{97977BD0-C2AD-4AB4-9706-CFCD7167A725}"/>
              </a:ext>
            </a:extLst>
          </p:cNvPr>
          <p:cNvSpPr/>
          <p:nvPr/>
        </p:nvSpPr>
        <p:spPr>
          <a:xfrm>
            <a:off x="1314778" y="5085184"/>
            <a:ext cx="10373286" cy="1008112"/>
          </a:xfrm>
          <a:prstGeom prst="snip1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dirty="0"/>
              <a:t>结论：转换后的属性，必须是可唯一辨识对方的属性，</a:t>
            </a:r>
            <a:endParaRPr lang="en-US" altLang="zh-CN" sz="2800" dirty="0"/>
          </a:p>
          <a:p>
            <a:pPr algn="ctr"/>
            <a:r>
              <a:rPr lang="zh-CN" altLang="en-US" sz="2800" dirty="0"/>
              <a:t>即一般选择对方的</a:t>
            </a:r>
            <a:r>
              <a:rPr lang="zh-CN" altLang="en-US" sz="2800" dirty="0">
                <a:solidFill>
                  <a:srgbClr val="FF0000"/>
                </a:solidFill>
                <a:highlight>
                  <a:srgbClr val="FFFF00"/>
                </a:highlight>
              </a:rPr>
              <a:t>主键</a:t>
            </a:r>
            <a:r>
              <a:rPr lang="zh-CN" altLang="en-US" sz="2800" dirty="0"/>
              <a:t>！</a:t>
            </a:r>
          </a:p>
        </p:txBody>
      </p:sp>
    </p:spTree>
    <p:extLst>
      <p:ext uri="{BB962C8B-B14F-4D97-AF65-F5344CB8AC3E}">
        <p14:creationId xmlns:p14="http://schemas.microsoft.com/office/powerpoint/2010/main" val="29623273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3BF9CD6-024B-48A0-9D3C-55A42CD43F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思考：可否把学生的主键加入班级一端？</a:t>
            </a:r>
          </a:p>
        </p:txBody>
      </p:sp>
      <p:graphicFrame>
        <p:nvGraphicFramePr>
          <p:cNvPr id="4" name="表格 20">
            <a:extLst>
              <a:ext uri="{FF2B5EF4-FFF2-40B4-BE49-F238E27FC236}">
                <a16:creationId xmlns:a16="http://schemas.microsoft.com/office/drawing/2014/main" id="{BABE2FB8-D197-4C64-BC23-3FCE4DF366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5266962"/>
              </p:ext>
            </p:extLst>
          </p:nvPr>
        </p:nvGraphicFramePr>
        <p:xfrm>
          <a:off x="911424" y="1956440"/>
          <a:ext cx="4386626" cy="221996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672720">
                  <a:extLst>
                    <a:ext uri="{9D8B030D-6E8A-4147-A177-3AD203B41FA5}">
                      <a16:colId xmlns:a16="http://schemas.microsoft.com/office/drawing/2014/main" val="827067264"/>
                    </a:ext>
                  </a:extLst>
                </a:gridCol>
                <a:gridCol w="1672720">
                  <a:extLst>
                    <a:ext uri="{9D8B030D-6E8A-4147-A177-3AD203B41FA5}">
                      <a16:colId xmlns:a16="http://schemas.microsoft.com/office/drawing/2014/main" val="3403446345"/>
                    </a:ext>
                  </a:extLst>
                </a:gridCol>
                <a:gridCol w="1041186">
                  <a:extLst>
                    <a:ext uri="{9D8B030D-6E8A-4147-A177-3AD203B41FA5}">
                      <a16:colId xmlns:a16="http://schemas.microsoft.com/office/drawing/2014/main" val="566165653"/>
                    </a:ext>
                  </a:extLst>
                </a:gridCol>
              </a:tblGrid>
              <a:tr h="348380">
                <a:tc>
                  <a:txBody>
                    <a:bodyPr/>
                    <a:lstStyle/>
                    <a:p>
                      <a:pPr algn="ctr"/>
                      <a:r>
                        <a:rPr lang="zh-CN" altLang="en-US"/>
                        <a:t>学生姓名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/>
                        <a:t>学号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/>
                        <a:t>密码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962347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/>
                        <a:t>张三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1903010251</a:t>
                      </a:r>
                      <a:endParaRPr lang="zh-CN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123456</a:t>
                      </a:r>
                      <a:endParaRPr lang="zh-CN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941524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/>
                        <a:t>王梦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1903010252</a:t>
                      </a:r>
                      <a:endParaRPr lang="zh-CN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123456</a:t>
                      </a:r>
                      <a:endParaRPr lang="zh-CN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24390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/>
                        <a:t>刘畅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1903010253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123456</a:t>
                      </a:r>
                      <a:endParaRPr lang="zh-CN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405491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/>
                        <a:t>吴月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1903010254</a:t>
                      </a:r>
                      <a:endParaRPr lang="zh-CN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123456</a:t>
                      </a:r>
                      <a:endParaRPr lang="zh-CN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176853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/>
                        <a:t>李四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1903010352</a:t>
                      </a:r>
                      <a:endParaRPr lang="zh-CN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456789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7122726"/>
                  </a:ext>
                </a:extLst>
              </a:tr>
            </a:tbl>
          </a:graphicData>
        </a:graphic>
      </p:graphicFrame>
      <p:graphicFrame>
        <p:nvGraphicFramePr>
          <p:cNvPr id="5" name="表格 20">
            <a:extLst>
              <a:ext uri="{FF2B5EF4-FFF2-40B4-BE49-F238E27FC236}">
                <a16:creationId xmlns:a16="http://schemas.microsoft.com/office/drawing/2014/main" id="{06631B43-0FC2-4278-94D5-9B5B788D7B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7038703"/>
              </p:ext>
            </p:extLst>
          </p:nvPr>
        </p:nvGraphicFramePr>
        <p:xfrm>
          <a:off x="5750558" y="1956440"/>
          <a:ext cx="5688633" cy="19304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304256">
                  <a:extLst>
                    <a:ext uri="{9D8B030D-6E8A-4147-A177-3AD203B41FA5}">
                      <a16:colId xmlns:a16="http://schemas.microsoft.com/office/drawing/2014/main" val="827067264"/>
                    </a:ext>
                  </a:extLst>
                </a:gridCol>
                <a:gridCol w="1488166">
                  <a:extLst>
                    <a:ext uri="{9D8B030D-6E8A-4147-A177-3AD203B41FA5}">
                      <a16:colId xmlns:a16="http://schemas.microsoft.com/office/drawing/2014/main" val="3403446345"/>
                    </a:ext>
                  </a:extLst>
                </a:gridCol>
                <a:gridCol w="1896211">
                  <a:extLst>
                    <a:ext uri="{9D8B030D-6E8A-4147-A177-3AD203B41FA5}">
                      <a16:colId xmlns:a16="http://schemas.microsoft.com/office/drawing/2014/main" val="407370377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/>
                        <a:t>班级名称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/>
                        <a:t>入学年份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/>
                        <a:t>学生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962347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19</a:t>
                      </a:r>
                      <a:r>
                        <a:rPr lang="zh-CN" altLang="en-US"/>
                        <a:t>计算机应用</a:t>
                      </a:r>
                      <a:r>
                        <a:rPr lang="en-US" altLang="zh-CN"/>
                        <a:t>3-2</a:t>
                      </a:r>
                      <a:r>
                        <a:rPr lang="zh-CN" altLang="en-US"/>
                        <a:t>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2019</a:t>
                      </a:r>
                      <a:endParaRPr lang="zh-CN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1903010251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1903010252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1903010253</a:t>
                      </a:r>
                      <a:endParaRPr lang="zh-CN" altLang="en-US" dirty="0"/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1903010254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941524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/>
                        <a:t>19</a:t>
                      </a:r>
                      <a:r>
                        <a:rPr lang="zh-CN" altLang="en-US"/>
                        <a:t>计算机应用</a:t>
                      </a:r>
                      <a:r>
                        <a:rPr lang="en-US" altLang="zh-CN"/>
                        <a:t>3-3</a:t>
                      </a:r>
                      <a:r>
                        <a:rPr lang="zh-CN" altLang="en-US"/>
                        <a:t>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2019</a:t>
                      </a:r>
                      <a:endParaRPr lang="zh-CN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1903010352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7122726"/>
                  </a:ext>
                </a:extLst>
              </a:tr>
            </a:tbl>
          </a:graphicData>
        </a:graphic>
      </p:graphicFrame>
      <p:pic>
        <p:nvPicPr>
          <p:cNvPr id="7" name="图片 6">
            <a:extLst>
              <a:ext uri="{FF2B5EF4-FFF2-40B4-BE49-F238E27FC236}">
                <a16:creationId xmlns:a16="http://schemas.microsoft.com/office/drawing/2014/main" id="{20218BF8-DD6A-4031-91B6-417455A1070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44472" y="2905190"/>
            <a:ext cx="1713776" cy="1713776"/>
          </a:xfrm>
          <a:prstGeom prst="rect">
            <a:avLst/>
          </a:prstGeom>
        </p:spPr>
      </p:pic>
      <p:sp>
        <p:nvSpPr>
          <p:cNvPr id="8" name="矩形: 剪去单角 7">
            <a:extLst>
              <a:ext uri="{FF2B5EF4-FFF2-40B4-BE49-F238E27FC236}">
                <a16:creationId xmlns:a16="http://schemas.microsoft.com/office/drawing/2014/main" id="{97977BD0-C2AD-4AB4-9706-CFCD7167A725}"/>
              </a:ext>
            </a:extLst>
          </p:cNvPr>
          <p:cNvSpPr/>
          <p:nvPr/>
        </p:nvSpPr>
        <p:spPr>
          <a:xfrm>
            <a:off x="1415480" y="4914885"/>
            <a:ext cx="10373286" cy="1008112"/>
          </a:xfrm>
          <a:prstGeom prst="snip1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dirty="0"/>
              <a:t>结论：</a:t>
            </a:r>
            <a:r>
              <a:rPr lang="en-US" altLang="zh-CN" sz="2800" dirty="0"/>
              <a:t>1</a:t>
            </a:r>
            <a:r>
              <a:rPr lang="zh-CN" altLang="en-US" sz="2800" dirty="0"/>
              <a:t>：</a:t>
            </a:r>
            <a:r>
              <a:rPr lang="en-US" altLang="zh-CN" sz="2800" dirty="0"/>
              <a:t>n</a:t>
            </a:r>
            <a:r>
              <a:rPr lang="zh-CN" altLang="en-US" sz="2800" dirty="0"/>
              <a:t>的关系中，应在</a:t>
            </a:r>
            <a:r>
              <a:rPr lang="en-US" altLang="zh-CN" sz="2800" dirty="0"/>
              <a:t>n</a:t>
            </a:r>
            <a:r>
              <a:rPr lang="zh-CN" altLang="en-US" sz="2800" dirty="0"/>
              <a:t>这一端加入对方的</a:t>
            </a:r>
            <a:r>
              <a:rPr lang="zh-CN" altLang="en-US" sz="2800" dirty="0">
                <a:solidFill>
                  <a:srgbClr val="FF0000"/>
                </a:solidFill>
                <a:highlight>
                  <a:srgbClr val="FFFF00"/>
                </a:highlight>
              </a:rPr>
              <a:t>关键</a:t>
            </a:r>
            <a:r>
              <a:rPr lang="zh-CN" altLang="en-US" sz="2800" dirty="0"/>
              <a:t>属性！</a:t>
            </a:r>
          </a:p>
        </p:txBody>
      </p:sp>
    </p:spTree>
    <p:extLst>
      <p:ext uri="{BB962C8B-B14F-4D97-AF65-F5344CB8AC3E}">
        <p14:creationId xmlns:p14="http://schemas.microsoft.com/office/powerpoint/2010/main" val="23518526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3AD7B0F-6658-43C0-A766-0F41C4EB0B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转换结果</a:t>
            </a: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EF339E9C-F00C-4F07-999F-49A0936BEE40}"/>
              </a:ext>
            </a:extLst>
          </p:cNvPr>
          <p:cNvGrpSpPr/>
          <p:nvPr/>
        </p:nvGrpSpPr>
        <p:grpSpPr>
          <a:xfrm>
            <a:off x="218012" y="1839265"/>
            <a:ext cx="11697742" cy="3272458"/>
            <a:chOff x="218012" y="1839265"/>
            <a:chExt cx="11697742" cy="3272458"/>
          </a:xfrm>
        </p:grpSpPr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3B339443-B9D0-4D60-AC96-78765EED8AD8}"/>
                </a:ext>
              </a:extLst>
            </p:cNvPr>
            <p:cNvGrpSpPr/>
            <p:nvPr/>
          </p:nvGrpSpPr>
          <p:grpSpPr>
            <a:xfrm>
              <a:off x="1954216" y="2752411"/>
              <a:ext cx="1957189" cy="1200122"/>
              <a:chOff x="915598" y="1460357"/>
              <a:chExt cx="2448112" cy="2448112"/>
            </a:xfrm>
          </p:grpSpPr>
          <p:sp>
            <p:nvSpPr>
              <p:cNvPr id="12" name="矩形: 圆角 11">
                <a:extLst>
                  <a:ext uri="{FF2B5EF4-FFF2-40B4-BE49-F238E27FC236}">
                    <a16:creationId xmlns:a16="http://schemas.microsoft.com/office/drawing/2014/main" id="{393D3B32-16D1-4A5F-B40D-ED6C65D79AED}"/>
                  </a:ext>
                </a:extLst>
              </p:cNvPr>
              <p:cNvSpPr/>
              <p:nvPr/>
            </p:nvSpPr>
            <p:spPr>
              <a:xfrm>
                <a:off x="915598" y="1460357"/>
                <a:ext cx="2448112" cy="2448112"/>
              </a:xfrm>
              <a:prstGeom prst="roundRect">
                <a:avLst/>
              </a:prstGeom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</p:sp>
          <p:sp>
            <p:nvSpPr>
              <p:cNvPr id="13" name="矩形: 圆角 4">
                <a:extLst>
                  <a:ext uri="{FF2B5EF4-FFF2-40B4-BE49-F238E27FC236}">
                    <a16:creationId xmlns:a16="http://schemas.microsoft.com/office/drawing/2014/main" id="{26C5415D-986F-48A4-B073-C9659936D772}"/>
                  </a:ext>
                </a:extLst>
              </p:cNvPr>
              <p:cNvSpPr txBox="1"/>
              <p:nvPr/>
            </p:nvSpPr>
            <p:spPr>
              <a:xfrm>
                <a:off x="1035105" y="1579864"/>
                <a:ext cx="2209098" cy="2209098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91440" tIns="91440" rIns="91440" bIns="91440" numCol="1" spcCol="1270" anchor="ctr" anchorCtr="0">
                <a:noAutofit/>
              </a:bodyPr>
              <a:lstStyle/>
              <a:p>
                <a:pPr marL="0" lvl="0" indent="0" algn="ctr" defTabSz="16002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zh-CN" altLang="en-US" sz="3600" kern="1200"/>
                  <a:t>学生</a:t>
                </a:r>
              </a:p>
            </p:txBody>
          </p:sp>
        </p:grpSp>
        <p:sp>
          <p:nvSpPr>
            <p:cNvPr id="8" name="直接连接符 5">
              <a:extLst>
                <a:ext uri="{FF2B5EF4-FFF2-40B4-BE49-F238E27FC236}">
                  <a16:creationId xmlns:a16="http://schemas.microsoft.com/office/drawing/2014/main" id="{816430A6-7B4B-43C5-BF30-5B54A30183C3}"/>
                </a:ext>
              </a:extLst>
            </p:cNvPr>
            <p:cNvSpPr/>
            <p:nvPr/>
          </p:nvSpPr>
          <p:spPr>
            <a:xfrm rot="6593">
              <a:off x="3912460" y="3435336"/>
              <a:ext cx="4159702" cy="0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0" y="0"/>
                  </a:moveTo>
                  <a:lnTo>
                    <a:pt x="4159702" y="0"/>
                  </a:lnTo>
                </a:path>
              </a:pathLst>
            </a:custGeom>
            <a:noFill/>
          </p:spPr>
          <p:style>
            <a:lnRef idx="2">
              <a:schemeClr val="accent1">
                <a:shade val="60000"/>
                <a:hueOff val="0"/>
                <a:satOff val="0"/>
                <a:lumOff val="0"/>
                <a:alphaOff val="0"/>
              </a:schemeClr>
            </a:lnRef>
            <a:fillRef idx="0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  <p:grpSp>
          <p:nvGrpSpPr>
            <p:cNvPr id="9" name="组合 8">
              <a:extLst>
                <a:ext uri="{FF2B5EF4-FFF2-40B4-BE49-F238E27FC236}">
                  <a16:creationId xmlns:a16="http://schemas.microsoft.com/office/drawing/2014/main" id="{9AAB8E38-BBE2-41E9-B34D-107C34E16CC9}"/>
                </a:ext>
              </a:extLst>
            </p:cNvPr>
            <p:cNvGrpSpPr/>
            <p:nvPr/>
          </p:nvGrpSpPr>
          <p:grpSpPr>
            <a:xfrm>
              <a:off x="8072159" y="2899265"/>
              <a:ext cx="2165626" cy="1200122"/>
              <a:chOff x="7523405" y="1488849"/>
              <a:chExt cx="2655491" cy="2416869"/>
            </a:xfrm>
          </p:grpSpPr>
          <p:sp>
            <p:nvSpPr>
              <p:cNvPr id="10" name="矩形: 圆角 9">
                <a:extLst>
                  <a:ext uri="{FF2B5EF4-FFF2-40B4-BE49-F238E27FC236}">
                    <a16:creationId xmlns:a16="http://schemas.microsoft.com/office/drawing/2014/main" id="{92B01E62-8C0C-4EB8-A38C-CC2894B4B30B}"/>
                  </a:ext>
                </a:extLst>
              </p:cNvPr>
              <p:cNvSpPr/>
              <p:nvPr/>
            </p:nvSpPr>
            <p:spPr>
              <a:xfrm>
                <a:off x="7523405" y="1488849"/>
                <a:ext cx="2655491" cy="2416869"/>
              </a:xfrm>
              <a:prstGeom prst="roundRect">
                <a:avLst/>
              </a:prstGeom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</p:sp>
          <p:sp>
            <p:nvSpPr>
              <p:cNvPr id="11" name="矩形: 圆角 7">
                <a:extLst>
                  <a:ext uri="{FF2B5EF4-FFF2-40B4-BE49-F238E27FC236}">
                    <a16:creationId xmlns:a16="http://schemas.microsoft.com/office/drawing/2014/main" id="{6C960293-E67E-443B-BEF5-2BE23E16CA54}"/>
                  </a:ext>
                </a:extLst>
              </p:cNvPr>
              <p:cNvSpPr txBox="1"/>
              <p:nvPr/>
            </p:nvSpPr>
            <p:spPr>
              <a:xfrm>
                <a:off x="7641387" y="1606831"/>
                <a:ext cx="2419527" cy="2180905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91440" tIns="91440" rIns="91440" bIns="91440" numCol="1" spcCol="1270" anchor="ctr" anchorCtr="0">
                <a:noAutofit/>
              </a:bodyPr>
              <a:lstStyle/>
              <a:p>
                <a:pPr marL="0" lvl="0" indent="0" algn="ctr" defTabSz="16002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zh-CN" altLang="en-US" sz="3600" kern="1200"/>
                  <a:t>班级</a:t>
                </a:r>
              </a:p>
            </p:txBody>
          </p:sp>
        </p:grpSp>
        <p:sp>
          <p:nvSpPr>
            <p:cNvPr id="3" name="流程图: 决策 2">
              <a:extLst>
                <a:ext uri="{FF2B5EF4-FFF2-40B4-BE49-F238E27FC236}">
                  <a16:creationId xmlns:a16="http://schemas.microsoft.com/office/drawing/2014/main" id="{040D30C4-410D-4544-88D6-B3ADA7FAA8A6}"/>
                </a:ext>
              </a:extLst>
            </p:cNvPr>
            <p:cNvSpPr/>
            <p:nvPr/>
          </p:nvSpPr>
          <p:spPr>
            <a:xfrm>
              <a:off x="5231904" y="2899265"/>
              <a:ext cx="1728192" cy="1080120"/>
            </a:xfrm>
            <a:prstGeom prst="flowChartDecision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/>
                <a:t>属于</a:t>
              </a:r>
            </a:p>
          </p:txBody>
        </p:sp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91929864-0FD6-4738-986F-293B6C07A959}"/>
                </a:ext>
              </a:extLst>
            </p:cNvPr>
            <p:cNvSpPr txBox="1"/>
            <p:nvPr/>
          </p:nvSpPr>
          <p:spPr>
            <a:xfrm>
              <a:off x="4439816" y="2952375"/>
              <a:ext cx="108278" cy="3681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/>
                <a:t>n</a:t>
              </a:r>
              <a:endParaRPr lang="zh-CN" altLang="en-US"/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992333B2-13C4-46CB-A760-18D06468E159}"/>
                </a:ext>
              </a:extLst>
            </p:cNvPr>
            <p:cNvSpPr txBox="1"/>
            <p:nvPr/>
          </p:nvSpPr>
          <p:spPr>
            <a:xfrm>
              <a:off x="7377174" y="2899265"/>
              <a:ext cx="266732" cy="36976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/>
                <a:t>1</a:t>
              </a:r>
              <a:endParaRPr lang="zh-CN" altLang="en-US"/>
            </a:p>
          </p:txBody>
        </p:sp>
        <p:grpSp>
          <p:nvGrpSpPr>
            <p:cNvPr id="17" name="组合 16">
              <a:extLst>
                <a:ext uri="{FF2B5EF4-FFF2-40B4-BE49-F238E27FC236}">
                  <a16:creationId xmlns:a16="http://schemas.microsoft.com/office/drawing/2014/main" id="{D6A586DD-0A03-4954-9DDD-7314905DAEDE}"/>
                </a:ext>
              </a:extLst>
            </p:cNvPr>
            <p:cNvGrpSpPr/>
            <p:nvPr/>
          </p:nvGrpSpPr>
          <p:grpSpPr>
            <a:xfrm>
              <a:off x="276804" y="1844824"/>
              <a:ext cx="1858756" cy="907587"/>
              <a:chOff x="276804" y="1844824"/>
              <a:chExt cx="1858756" cy="907587"/>
            </a:xfrm>
          </p:grpSpPr>
          <p:sp>
            <p:nvSpPr>
              <p:cNvPr id="5" name="椭圆 4">
                <a:extLst>
                  <a:ext uri="{FF2B5EF4-FFF2-40B4-BE49-F238E27FC236}">
                    <a16:creationId xmlns:a16="http://schemas.microsoft.com/office/drawing/2014/main" id="{915DDD4B-2033-4BF9-AAB4-39A1528E5E73}"/>
                  </a:ext>
                </a:extLst>
              </p:cNvPr>
              <p:cNvSpPr/>
              <p:nvPr/>
            </p:nvSpPr>
            <p:spPr>
              <a:xfrm>
                <a:off x="276804" y="1844824"/>
                <a:ext cx="1080120" cy="65061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/>
                  <a:t>姓名</a:t>
                </a:r>
              </a:p>
            </p:txBody>
          </p:sp>
          <p:cxnSp>
            <p:nvCxnSpPr>
              <p:cNvPr id="16" name="直接连接符 15">
                <a:extLst>
                  <a:ext uri="{FF2B5EF4-FFF2-40B4-BE49-F238E27FC236}">
                    <a16:creationId xmlns:a16="http://schemas.microsoft.com/office/drawing/2014/main" id="{C7C3AEBB-C59E-400B-9058-C8B8D038B346}"/>
                  </a:ext>
                </a:extLst>
              </p:cNvPr>
              <p:cNvCxnSpPr>
                <a:stCxn id="5" idx="6"/>
              </p:cNvCxnSpPr>
              <p:nvPr/>
            </p:nvCxnSpPr>
            <p:spPr>
              <a:xfrm>
                <a:off x="1356924" y="2170129"/>
                <a:ext cx="778636" cy="582282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8" name="组合 17">
              <a:extLst>
                <a:ext uri="{FF2B5EF4-FFF2-40B4-BE49-F238E27FC236}">
                  <a16:creationId xmlns:a16="http://schemas.microsoft.com/office/drawing/2014/main" id="{4C5CD646-8BD4-48F0-8FC6-05485B61B9F8}"/>
                </a:ext>
              </a:extLst>
            </p:cNvPr>
            <p:cNvGrpSpPr/>
            <p:nvPr/>
          </p:nvGrpSpPr>
          <p:grpSpPr>
            <a:xfrm>
              <a:off x="218012" y="3269027"/>
              <a:ext cx="1831746" cy="650610"/>
              <a:chOff x="276804" y="1844824"/>
              <a:chExt cx="1831746" cy="650610"/>
            </a:xfrm>
          </p:grpSpPr>
          <p:sp>
            <p:nvSpPr>
              <p:cNvPr id="19" name="椭圆 18">
                <a:extLst>
                  <a:ext uri="{FF2B5EF4-FFF2-40B4-BE49-F238E27FC236}">
                    <a16:creationId xmlns:a16="http://schemas.microsoft.com/office/drawing/2014/main" id="{90E3BA1A-B0FD-48B9-9717-EA162544E5D2}"/>
                  </a:ext>
                </a:extLst>
              </p:cNvPr>
              <p:cNvSpPr/>
              <p:nvPr/>
            </p:nvSpPr>
            <p:spPr>
              <a:xfrm>
                <a:off x="276804" y="1844824"/>
                <a:ext cx="1080120" cy="65061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/>
                  <a:t>学号</a:t>
                </a:r>
              </a:p>
            </p:txBody>
          </p:sp>
          <p:cxnSp>
            <p:nvCxnSpPr>
              <p:cNvPr id="20" name="直接连接符 19">
                <a:extLst>
                  <a:ext uri="{FF2B5EF4-FFF2-40B4-BE49-F238E27FC236}">
                    <a16:creationId xmlns:a16="http://schemas.microsoft.com/office/drawing/2014/main" id="{4BFE89F7-2A3F-4E56-8AB6-5C8C37C7FAEF}"/>
                  </a:ext>
                </a:extLst>
              </p:cNvPr>
              <p:cNvCxnSpPr>
                <a:cxnSpLocks/>
                <a:stCxn id="19" idx="6"/>
                <a:endCxn id="13" idx="1"/>
              </p:cNvCxnSpPr>
              <p:nvPr/>
            </p:nvCxnSpPr>
            <p:spPr>
              <a:xfrm flipV="1">
                <a:off x="1356924" y="1928269"/>
                <a:ext cx="751626" cy="24186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2" name="组合 21">
              <a:extLst>
                <a:ext uri="{FF2B5EF4-FFF2-40B4-BE49-F238E27FC236}">
                  <a16:creationId xmlns:a16="http://schemas.microsoft.com/office/drawing/2014/main" id="{7B0D20AF-B4FD-4CCF-A70A-6D0A2F63BABF}"/>
                </a:ext>
              </a:extLst>
            </p:cNvPr>
            <p:cNvGrpSpPr/>
            <p:nvPr/>
          </p:nvGrpSpPr>
          <p:grpSpPr>
            <a:xfrm>
              <a:off x="276804" y="3952533"/>
              <a:ext cx="1772954" cy="1159190"/>
              <a:chOff x="276804" y="1336244"/>
              <a:chExt cx="1772954" cy="1159190"/>
            </a:xfrm>
          </p:grpSpPr>
          <p:sp>
            <p:nvSpPr>
              <p:cNvPr id="23" name="椭圆 22">
                <a:extLst>
                  <a:ext uri="{FF2B5EF4-FFF2-40B4-BE49-F238E27FC236}">
                    <a16:creationId xmlns:a16="http://schemas.microsoft.com/office/drawing/2014/main" id="{9B553622-6418-4669-9033-B46AF639074E}"/>
                  </a:ext>
                </a:extLst>
              </p:cNvPr>
              <p:cNvSpPr/>
              <p:nvPr/>
            </p:nvSpPr>
            <p:spPr>
              <a:xfrm>
                <a:off x="276804" y="1844824"/>
                <a:ext cx="1080120" cy="65061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/>
                  <a:t>密码</a:t>
                </a:r>
              </a:p>
            </p:txBody>
          </p:sp>
          <p:cxnSp>
            <p:nvCxnSpPr>
              <p:cNvPr id="24" name="直接连接符 23">
                <a:extLst>
                  <a:ext uri="{FF2B5EF4-FFF2-40B4-BE49-F238E27FC236}">
                    <a16:creationId xmlns:a16="http://schemas.microsoft.com/office/drawing/2014/main" id="{21F3DA7B-39AC-49C6-A8E9-C4E99B5041A6}"/>
                  </a:ext>
                </a:extLst>
              </p:cNvPr>
              <p:cNvCxnSpPr>
                <a:cxnSpLocks/>
                <a:stCxn id="23" idx="6"/>
              </p:cNvCxnSpPr>
              <p:nvPr/>
            </p:nvCxnSpPr>
            <p:spPr>
              <a:xfrm flipV="1">
                <a:off x="1356924" y="1336244"/>
                <a:ext cx="692834" cy="833885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8" name="组合 27">
              <a:extLst>
                <a:ext uri="{FF2B5EF4-FFF2-40B4-BE49-F238E27FC236}">
                  <a16:creationId xmlns:a16="http://schemas.microsoft.com/office/drawing/2014/main" id="{ACBBBBF6-8466-431B-B8B2-EDC09537E562}"/>
                </a:ext>
              </a:extLst>
            </p:cNvPr>
            <p:cNvGrpSpPr/>
            <p:nvPr/>
          </p:nvGrpSpPr>
          <p:grpSpPr>
            <a:xfrm>
              <a:off x="10141568" y="1839265"/>
              <a:ext cx="1571056" cy="1060000"/>
              <a:chOff x="-214132" y="1844824"/>
              <a:chExt cx="1571056" cy="1060000"/>
            </a:xfrm>
          </p:grpSpPr>
          <p:sp>
            <p:nvSpPr>
              <p:cNvPr id="29" name="椭圆 28">
                <a:extLst>
                  <a:ext uri="{FF2B5EF4-FFF2-40B4-BE49-F238E27FC236}">
                    <a16:creationId xmlns:a16="http://schemas.microsoft.com/office/drawing/2014/main" id="{BDD8A46C-66AC-43FE-8BF3-CDF7F7AC5E58}"/>
                  </a:ext>
                </a:extLst>
              </p:cNvPr>
              <p:cNvSpPr/>
              <p:nvPr/>
            </p:nvSpPr>
            <p:spPr>
              <a:xfrm>
                <a:off x="276804" y="1844824"/>
                <a:ext cx="1080120" cy="65061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/>
                  <a:t>班级名称</a:t>
                </a:r>
              </a:p>
            </p:txBody>
          </p:sp>
          <p:cxnSp>
            <p:nvCxnSpPr>
              <p:cNvPr id="30" name="直接连接符 29">
                <a:extLst>
                  <a:ext uri="{FF2B5EF4-FFF2-40B4-BE49-F238E27FC236}">
                    <a16:creationId xmlns:a16="http://schemas.microsoft.com/office/drawing/2014/main" id="{E4C202A7-B4E7-4096-874B-3FD4249AACC4}"/>
                  </a:ext>
                </a:extLst>
              </p:cNvPr>
              <p:cNvCxnSpPr>
                <a:cxnSpLocks/>
                <a:stCxn id="29" idx="3"/>
              </p:cNvCxnSpPr>
              <p:nvPr/>
            </p:nvCxnSpPr>
            <p:spPr>
              <a:xfrm flipH="1">
                <a:off x="-214132" y="2400154"/>
                <a:ext cx="649116" cy="50467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1" name="组合 30">
              <a:extLst>
                <a:ext uri="{FF2B5EF4-FFF2-40B4-BE49-F238E27FC236}">
                  <a16:creationId xmlns:a16="http://schemas.microsoft.com/office/drawing/2014/main" id="{69A30BED-3769-400B-87CA-9709123C0E77}"/>
                </a:ext>
              </a:extLst>
            </p:cNvPr>
            <p:cNvGrpSpPr/>
            <p:nvPr/>
          </p:nvGrpSpPr>
          <p:grpSpPr>
            <a:xfrm>
              <a:off x="10237785" y="3109940"/>
              <a:ext cx="1677969" cy="650610"/>
              <a:chOff x="-321045" y="1844824"/>
              <a:chExt cx="1677969" cy="650610"/>
            </a:xfrm>
          </p:grpSpPr>
          <p:sp>
            <p:nvSpPr>
              <p:cNvPr id="32" name="椭圆 31">
                <a:extLst>
                  <a:ext uri="{FF2B5EF4-FFF2-40B4-BE49-F238E27FC236}">
                    <a16:creationId xmlns:a16="http://schemas.microsoft.com/office/drawing/2014/main" id="{4449FF48-BBF8-46A7-8E20-92449B816278}"/>
                  </a:ext>
                </a:extLst>
              </p:cNvPr>
              <p:cNvSpPr/>
              <p:nvPr/>
            </p:nvSpPr>
            <p:spPr>
              <a:xfrm>
                <a:off x="276804" y="1844824"/>
                <a:ext cx="1080120" cy="65061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/>
                  <a:t>入学年份</a:t>
                </a:r>
              </a:p>
            </p:txBody>
          </p:sp>
          <p:cxnSp>
            <p:nvCxnSpPr>
              <p:cNvPr id="33" name="直接连接符 32">
                <a:extLst>
                  <a:ext uri="{FF2B5EF4-FFF2-40B4-BE49-F238E27FC236}">
                    <a16:creationId xmlns:a16="http://schemas.microsoft.com/office/drawing/2014/main" id="{DAF87712-8631-4B41-822A-8424660C62FA}"/>
                  </a:ext>
                </a:extLst>
              </p:cNvPr>
              <p:cNvCxnSpPr>
                <a:cxnSpLocks/>
                <a:stCxn id="32" idx="2"/>
                <a:endCxn id="10" idx="3"/>
              </p:cNvCxnSpPr>
              <p:nvPr/>
            </p:nvCxnSpPr>
            <p:spPr>
              <a:xfrm flipH="1">
                <a:off x="-321045" y="2170129"/>
                <a:ext cx="597849" cy="64081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5" name="椭圆 24">
            <a:extLst>
              <a:ext uri="{FF2B5EF4-FFF2-40B4-BE49-F238E27FC236}">
                <a16:creationId xmlns:a16="http://schemas.microsoft.com/office/drawing/2014/main" id="{6C315176-7923-42DD-AD98-7DB0839CF57C}"/>
              </a:ext>
            </a:extLst>
          </p:cNvPr>
          <p:cNvSpPr/>
          <p:nvPr/>
        </p:nvSpPr>
        <p:spPr>
          <a:xfrm>
            <a:off x="4367808" y="2996952"/>
            <a:ext cx="360040" cy="323612"/>
          </a:xfrm>
          <a:prstGeom prst="ellipse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椭圆 41">
            <a:extLst>
              <a:ext uri="{FF2B5EF4-FFF2-40B4-BE49-F238E27FC236}">
                <a16:creationId xmlns:a16="http://schemas.microsoft.com/office/drawing/2014/main" id="{FBAEAFF6-1C32-4A34-A20E-18B2A34CA866}"/>
              </a:ext>
            </a:extLst>
          </p:cNvPr>
          <p:cNvSpPr/>
          <p:nvPr/>
        </p:nvSpPr>
        <p:spPr>
          <a:xfrm>
            <a:off x="7339240" y="2924944"/>
            <a:ext cx="360040" cy="323612"/>
          </a:xfrm>
          <a:prstGeom prst="ellipse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5B3D87DE-6526-4FE6-AE49-049E9C024EF4}"/>
              </a:ext>
            </a:extLst>
          </p:cNvPr>
          <p:cNvSpPr txBox="1"/>
          <p:nvPr/>
        </p:nvSpPr>
        <p:spPr>
          <a:xfrm flipH="1">
            <a:off x="1343472" y="5017880"/>
            <a:ext cx="5616624" cy="70941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noAutofit/>
          </a:bodyPr>
          <a:lstStyle/>
          <a:p>
            <a:r>
              <a:rPr lang="zh-CN" altLang="en-US" sz="2400"/>
              <a:t>学生</a:t>
            </a:r>
            <a:r>
              <a:rPr lang="zh-CN" altLang="en-US" sz="2400">
                <a:sym typeface="Wingdings" panose="05000000000000000000" pitchFamily="2" charset="2"/>
              </a:rPr>
              <a:t>（姓名、学号、密码、</a:t>
            </a:r>
            <a:r>
              <a:rPr lang="zh-CN" altLang="en-US" sz="3200" b="1">
                <a:solidFill>
                  <a:srgbClr val="FF0000"/>
                </a:solidFill>
                <a:sym typeface="Wingdings" panose="05000000000000000000" pitchFamily="2" charset="2"/>
              </a:rPr>
              <a:t>班级名称</a:t>
            </a:r>
            <a:r>
              <a:rPr lang="zh-CN" altLang="en-US" sz="2400">
                <a:sym typeface="Wingdings" panose="05000000000000000000" pitchFamily="2" charset="2"/>
              </a:rPr>
              <a:t>）</a:t>
            </a:r>
            <a:endParaRPr lang="zh-CN" altLang="en-US" sz="2400"/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76714BDC-F78D-4656-8102-5659A7600895}"/>
              </a:ext>
            </a:extLst>
          </p:cNvPr>
          <p:cNvSpPr txBox="1"/>
          <p:nvPr/>
        </p:nvSpPr>
        <p:spPr>
          <a:xfrm flipH="1">
            <a:off x="6983206" y="5003883"/>
            <a:ext cx="4392488" cy="729373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r>
              <a:rPr lang="zh-CN" altLang="en-US" sz="2400">
                <a:sym typeface="Wingdings" panose="05000000000000000000" pitchFamily="2" charset="2"/>
              </a:rPr>
              <a:t>班级（班级名称、入学年份）</a:t>
            </a:r>
            <a:endParaRPr lang="zh-CN" altLang="en-US" sz="2400"/>
          </a:p>
        </p:txBody>
      </p:sp>
      <p:sp>
        <p:nvSpPr>
          <p:cNvPr id="21" name="上箭头标注 20"/>
          <p:cNvSpPr/>
          <p:nvPr/>
        </p:nvSpPr>
        <p:spPr>
          <a:xfrm>
            <a:off x="5266569" y="5751110"/>
            <a:ext cx="3433274" cy="864096"/>
          </a:xfrm>
          <a:prstGeom prst="upArrowCallou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/>
              <a:t>关系模型</a:t>
            </a:r>
          </a:p>
        </p:txBody>
      </p:sp>
    </p:spTree>
    <p:extLst>
      <p:ext uri="{BB962C8B-B14F-4D97-AF65-F5344CB8AC3E}">
        <p14:creationId xmlns:p14="http://schemas.microsoft.com/office/powerpoint/2010/main" val="15974524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42" grpId="0" animBg="1"/>
      <p:bldP spid="44" grpId="0" animBg="1"/>
      <p:bldP spid="45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3AD7B0F-6658-43C0-A766-0F41C4EB0B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/>
              <a:t>ER</a:t>
            </a:r>
            <a:r>
              <a:rPr lang="zh-CN" altLang="en-US"/>
              <a:t>图</a:t>
            </a:r>
            <a:r>
              <a:rPr lang="en-US" altLang="zh-CN"/>
              <a:t>-</a:t>
            </a:r>
            <a:r>
              <a:rPr lang="zh-CN" altLang="en-US"/>
              <a:t>关系模型：转换联系总结</a:t>
            </a:r>
            <a:r>
              <a:rPr lang="en-US" altLang="zh-CN"/>
              <a:t>1</a:t>
            </a:r>
            <a:endParaRPr lang="zh-CN" altLang="en-US"/>
          </a:p>
        </p:txBody>
      </p:sp>
      <p:sp>
        <p:nvSpPr>
          <p:cNvPr id="63" name="直接连接符 5">
            <a:extLst>
              <a:ext uri="{FF2B5EF4-FFF2-40B4-BE49-F238E27FC236}">
                <a16:creationId xmlns:a16="http://schemas.microsoft.com/office/drawing/2014/main" id="{1A20C457-7785-4EDE-9022-608729C129CB}"/>
              </a:ext>
            </a:extLst>
          </p:cNvPr>
          <p:cNvSpPr/>
          <p:nvPr/>
        </p:nvSpPr>
        <p:spPr>
          <a:xfrm rot="6593">
            <a:off x="4400721" y="2539783"/>
            <a:ext cx="4183661" cy="0"/>
          </a:xfrm>
          <a:custGeom>
            <a:avLst/>
            <a:gdLst/>
            <a:ahLst/>
            <a:cxnLst/>
            <a:rect l="0" t="0" r="0" b="0"/>
            <a:pathLst>
              <a:path>
                <a:moveTo>
                  <a:pt x="0" y="0"/>
                </a:moveTo>
                <a:lnTo>
                  <a:pt x="4183661" y="0"/>
                </a:lnTo>
              </a:path>
            </a:pathLst>
          </a:custGeom>
          <a:noFill/>
        </p:spPr>
        <p:style>
          <a:lnRef idx="2">
            <a:schemeClr val="accent1">
              <a:shade val="60000"/>
              <a:hueOff val="0"/>
              <a:satOff val="0"/>
              <a:lumOff val="0"/>
              <a:alphaOff val="0"/>
            </a:schemeClr>
          </a:lnRef>
          <a:fillRef idx="0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</p:sp>
      <p:grpSp>
        <p:nvGrpSpPr>
          <p:cNvPr id="64" name="组合 63">
            <a:extLst>
              <a:ext uri="{FF2B5EF4-FFF2-40B4-BE49-F238E27FC236}">
                <a16:creationId xmlns:a16="http://schemas.microsoft.com/office/drawing/2014/main" id="{FA71BF03-4FA2-43C0-8860-5D778A70C6AD}"/>
              </a:ext>
            </a:extLst>
          </p:cNvPr>
          <p:cNvGrpSpPr/>
          <p:nvPr/>
        </p:nvGrpSpPr>
        <p:grpSpPr>
          <a:xfrm>
            <a:off x="2351584" y="1859303"/>
            <a:ext cx="2092307" cy="1299627"/>
            <a:chOff x="885949" y="1468769"/>
            <a:chExt cx="2462212" cy="2462212"/>
          </a:xfrm>
        </p:grpSpPr>
        <p:sp>
          <p:nvSpPr>
            <p:cNvPr id="65" name="矩形: 圆角 64">
              <a:extLst>
                <a:ext uri="{FF2B5EF4-FFF2-40B4-BE49-F238E27FC236}">
                  <a16:creationId xmlns:a16="http://schemas.microsoft.com/office/drawing/2014/main" id="{91F90AB0-E26E-4D14-AF22-3A333731FA6B}"/>
                </a:ext>
              </a:extLst>
            </p:cNvPr>
            <p:cNvSpPr/>
            <p:nvPr/>
          </p:nvSpPr>
          <p:spPr>
            <a:xfrm>
              <a:off x="885949" y="1468769"/>
              <a:ext cx="2462212" cy="2462212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66" name="矩形: 圆角 4">
              <a:extLst>
                <a:ext uri="{FF2B5EF4-FFF2-40B4-BE49-F238E27FC236}">
                  <a16:creationId xmlns:a16="http://schemas.microsoft.com/office/drawing/2014/main" id="{491AABE2-EAD9-43D8-B150-084E28C6573B}"/>
                </a:ext>
              </a:extLst>
            </p:cNvPr>
            <p:cNvSpPr txBox="1"/>
            <p:nvPr/>
          </p:nvSpPr>
          <p:spPr>
            <a:xfrm>
              <a:off x="1006144" y="1588964"/>
              <a:ext cx="2221822" cy="222182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1440" tIns="91440" rIns="91440" bIns="91440" numCol="1" spcCol="1270" anchor="ctr" anchorCtr="0">
              <a:noAutofit/>
            </a:bodyPr>
            <a:lstStyle/>
            <a:p>
              <a:pPr marL="0" lvl="0" indent="0" algn="ctr" defTabSz="1600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zh-CN" altLang="en-US" sz="3600"/>
                <a:t>实体</a:t>
              </a:r>
              <a:r>
                <a:rPr lang="en-US" altLang="zh-CN" sz="3600"/>
                <a:t>1</a:t>
              </a:r>
              <a:endParaRPr lang="zh-CN" altLang="en-US" sz="3600" kern="1200"/>
            </a:p>
          </p:txBody>
        </p:sp>
      </p:grpSp>
      <p:grpSp>
        <p:nvGrpSpPr>
          <p:cNvPr id="67" name="组合 66">
            <a:extLst>
              <a:ext uri="{FF2B5EF4-FFF2-40B4-BE49-F238E27FC236}">
                <a16:creationId xmlns:a16="http://schemas.microsoft.com/office/drawing/2014/main" id="{3D84CF4D-0370-494B-9719-A127076AD253}"/>
              </a:ext>
            </a:extLst>
          </p:cNvPr>
          <p:cNvGrpSpPr/>
          <p:nvPr/>
        </p:nvGrpSpPr>
        <p:grpSpPr>
          <a:xfrm>
            <a:off x="7958256" y="1871056"/>
            <a:ext cx="2269546" cy="1283042"/>
            <a:chOff x="7531815" y="1497424"/>
            <a:chExt cx="2670786" cy="2430790"/>
          </a:xfrm>
        </p:grpSpPr>
        <p:sp>
          <p:nvSpPr>
            <p:cNvPr id="68" name="矩形: 圆角 67">
              <a:extLst>
                <a:ext uri="{FF2B5EF4-FFF2-40B4-BE49-F238E27FC236}">
                  <a16:creationId xmlns:a16="http://schemas.microsoft.com/office/drawing/2014/main" id="{49F2E0AF-5600-4392-836F-8559154C1A51}"/>
                </a:ext>
              </a:extLst>
            </p:cNvPr>
            <p:cNvSpPr/>
            <p:nvPr/>
          </p:nvSpPr>
          <p:spPr>
            <a:xfrm>
              <a:off x="7531815" y="1497424"/>
              <a:ext cx="2670786" cy="2430790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69" name="矩形: 圆角 7">
              <a:extLst>
                <a:ext uri="{FF2B5EF4-FFF2-40B4-BE49-F238E27FC236}">
                  <a16:creationId xmlns:a16="http://schemas.microsoft.com/office/drawing/2014/main" id="{64EE9F86-4C9A-4CE3-9C47-2B9F3B2287D7}"/>
                </a:ext>
              </a:extLst>
            </p:cNvPr>
            <p:cNvSpPr txBox="1"/>
            <p:nvPr/>
          </p:nvSpPr>
          <p:spPr>
            <a:xfrm>
              <a:off x="7650476" y="1616085"/>
              <a:ext cx="2433464" cy="219346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1440" tIns="91440" rIns="91440" bIns="91440" numCol="1" spcCol="1270" anchor="ctr" anchorCtr="0">
              <a:noAutofit/>
            </a:bodyPr>
            <a:lstStyle/>
            <a:p>
              <a:pPr marL="0" lvl="0" indent="0" algn="ctr" defTabSz="1600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zh-CN" altLang="en-US" sz="3600"/>
                <a:t>实体</a:t>
              </a:r>
              <a:r>
                <a:rPr lang="en-US" altLang="zh-CN" sz="3600"/>
                <a:t>2</a:t>
              </a:r>
              <a:endParaRPr lang="zh-CN" altLang="en-US" sz="3600" kern="1200"/>
            </a:p>
          </p:txBody>
        </p:sp>
      </p:grpSp>
      <p:sp>
        <p:nvSpPr>
          <p:cNvPr id="70" name="流程图: 决策 69">
            <a:extLst>
              <a:ext uri="{FF2B5EF4-FFF2-40B4-BE49-F238E27FC236}">
                <a16:creationId xmlns:a16="http://schemas.microsoft.com/office/drawing/2014/main" id="{8734E52A-9C13-4D7D-BB2A-30CE7D62382E}"/>
              </a:ext>
            </a:extLst>
          </p:cNvPr>
          <p:cNvSpPr/>
          <p:nvPr/>
        </p:nvSpPr>
        <p:spPr>
          <a:xfrm>
            <a:off x="5397698" y="1995711"/>
            <a:ext cx="1728192" cy="1080120"/>
          </a:xfrm>
          <a:prstGeom prst="flowChartDecis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/>
              <a:t>关系</a:t>
            </a:r>
            <a:r>
              <a:rPr lang="en-US" altLang="zh-CN"/>
              <a:t>1</a:t>
            </a:r>
            <a:endParaRPr lang="zh-CN" altLang="en-US"/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EEB7A6DF-F5EA-47F3-AC22-E1D0FF6D2CD5}"/>
              </a:ext>
            </a:extLst>
          </p:cNvPr>
          <p:cNvSpPr txBox="1"/>
          <p:nvPr/>
        </p:nvSpPr>
        <p:spPr>
          <a:xfrm>
            <a:off x="4765845" y="2053651"/>
            <a:ext cx="266732" cy="3697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n</a:t>
            </a:r>
            <a:endParaRPr lang="zh-CN" altLang="en-US"/>
          </a:p>
        </p:txBody>
      </p:sp>
      <p:sp>
        <p:nvSpPr>
          <p:cNvPr id="72" name="文本框 71">
            <a:extLst>
              <a:ext uri="{FF2B5EF4-FFF2-40B4-BE49-F238E27FC236}">
                <a16:creationId xmlns:a16="http://schemas.microsoft.com/office/drawing/2014/main" id="{D28B736C-B48D-412F-B086-1BC0A618954C}"/>
              </a:ext>
            </a:extLst>
          </p:cNvPr>
          <p:cNvSpPr txBox="1"/>
          <p:nvPr/>
        </p:nvSpPr>
        <p:spPr>
          <a:xfrm>
            <a:off x="7408707" y="2054856"/>
            <a:ext cx="266732" cy="3697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1</a:t>
            </a:r>
            <a:endParaRPr lang="zh-CN" altLang="en-US"/>
          </a:p>
        </p:txBody>
      </p:sp>
      <p:sp>
        <p:nvSpPr>
          <p:cNvPr id="94" name="文本框 93">
            <a:extLst>
              <a:ext uri="{FF2B5EF4-FFF2-40B4-BE49-F238E27FC236}">
                <a16:creationId xmlns:a16="http://schemas.microsoft.com/office/drawing/2014/main" id="{EB38BC84-D96E-4AB0-97D8-943A0CA9DCA9}"/>
              </a:ext>
            </a:extLst>
          </p:cNvPr>
          <p:cNvSpPr txBox="1"/>
          <p:nvPr/>
        </p:nvSpPr>
        <p:spPr>
          <a:xfrm flipH="1">
            <a:off x="2403418" y="4083373"/>
            <a:ext cx="85000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>
                <a:sym typeface="Wingdings" panose="05000000000000000000" pitchFamily="2" charset="2"/>
              </a:rPr>
              <a:t>实体</a:t>
            </a:r>
            <a:r>
              <a:rPr lang="en-US" altLang="zh-CN" sz="2400">
                <a:sym typeface="Wingdings" panose="05000000000000000000" pitchFamily="2" charset="2"/>
              </a:rPr>
              <a:t>1</a:t>
            </a:r>
            <a:r>
              <a:rPr lang="zh-CN" altLang="en-US" sz="2400">
                <a:sym typeface="Wingdings" panose="05000000000000000000" pitchFamily="2" charset="2"/>
              </a:rPr>
              <a:t>（实体</a:t>
            </a:r>
            <a:r>
              <a:rPr lang="en-US" altLang="zh-CN" sz="2400">
                <a:sym typeface="Wingdings" panose="05000000000000000000" pitchFamily="2" charset="2"/>
              </a:rPr>
              <a:t>1</a:t>
            </a:r>
            <a:r>
              <a:rPr lang="zh-CN" altLang="en-US" sz="2400">
                <a:sym typeface="Wingdings" panose="05000000000000000000" pitchFamily="2" charset="2"/>
              </a:rPr>
              <a:t>属性</a:t>
            </a:r>
            <a:r>
              <a:rPr lang="en-US" altLang="zh-CN" sz="2400">
                <a:sym typeface="Wingdings" panose="05000000000000000000" pitchFamily="2" charset="2"/>
              </a:rPr>
              <a:t>1</a:t>
            </a:r>
            <a:r>
              <a:rPr lang="zh-CN" altLang="en-US" sz="2400">
                <a:sym typeface="Wingdings" panose="05000000000000000000" pitchFamily="2" charset="2"/>
              </a:rPr>
              <a:t>、实体</a:t>
            </a:r>
            <a:r>
              <a:rPr lang="en-US" altLang="zh-CN" sz="2400">
                <a:sym typeface="Wingdings" panose="05000000000000000000" pitchFamily="2" charset="2"/>
              </a:rPr>
              <a:t>1</a:t>
            </a:r>
            <a:r>
              <a:rPr lang="zh-CN" altLang="en-US" sz="2400">
                <a:sym typeface="Wingdings" panose="05000000000000000000" pitchFamily="2" charset="2"/>
              </a:rPr>
              <a:t>属性</a:t>
            </a:r>
            <a:r>
              <a:rPr lang="en-US" altLang="zh-CN" sz="2400">
                <a:sym typeface="Wingdings" panose="05000000000000000000" pitchFamily="2" charset="2"/>
              </a:rPr>
              <a:t>2</a:t>
            </a:r>
            <a:r>
              <a:rPr lang="zh-CN" altLang="en-US" sz="2400">
                <a:sym typeface="Wingdings" panose="05000000000000000000" pitchFamily="2" charset="2"/>
              </a:rPr>
              <a:t>、</a:t>
            </a:r>
            <a:r>
              <a:rPr lang="en-US" altLang="zh-CN" sz="2400">
                <a:sym typeface="Wingdings" panose="05000000000000000000" pitchFamily="2" charset="2"/>
              </a:rPr>
              <a:t>……</a:t>
            </a:r>
            <a:r>
              <a:rPr lang="zh-CN" altLang="en-US" sz="2400">
                <a:sym typeface="Wingdings" panose="05000000000000000000" pitchFamily="2" charset="2"/>
              </a:rPr>
              <a:t>、</a:t>
            </a:r>
            <a:r>
              <a:rPr lang="zh-CN" altLang="en-US" sz="2400">
                <a:solidFill>
                  <a:srgbClr val="FF0000"/>
                </a:solidFill>
                <a:sym typeface="Wingdings" panose="05000000000000000000" pitchFamily="2" charset="2"/>
              </a:rPr>
              <a:t>实体</a:t>
            </a:r>
            <a:r>
              <a:rPr lang="en-US" altLang="zh-CN" sz="2400">
                <a:solidFill>
                  <a:srgbClr val="FF0000"/>
                </a:solidFill>
                <a:sym typeface="Wingdings" panose="05000000000000000000" pitchFamily="2" charset="2"/>
              </a:rPr>
              <a:t>2</a:t>
            </a:r>
            <a:r>
              <a:rPr lang="zh-CN" altLang="en-US" sz="2400">
                <a:solidFill>
                  <a:srgbClr val="FF0000"/>
                </a:solidFill>
                <a:sym typeface="Wingdings" panose="05000000000000000000" pitchFamily="2" charset="2"/>
              </a:rPr>
              <a:t>主键</a:t>
            </a:r>
            <a:r>
              <a:rPr lang="zh-CN" altLang="en-US" sz="2400">
                <a:sym typeface="Wingdings" panose="05000000000000000000" pitchFamily="2" charset="2"/>
              </a:rPr>
              <a:t>）</a:t>
            </a:r>
            <a:endParaRPr lang="zh-CN" altLang="en-US" sz="2400"/>
          </a:p>
        </p:txBody>
      </p:sp>
      <p:sp>
        <p:nvSpPr>
          <p:cNvPr id="95" name="文本框 94">
            <a:extLst>
              <a:ext uri="{FF2B5EF4-FFF2-40B4-BE49-F238E27FC236}">
                <a16:creationId xmlns:a16="http://schemas.microsoft.com/office/drawing/2014/main" id="{9AA0C26E-CC1B-4E26-86E4-4BA7BBD32DA6}"/>
              </a:ext>
            </a:extLst>
          </p:cNvPr>
          <p:cNvSpPr txBox="1"/>
          <p:nvPr/>
        </p:nvSpPr>
        <p:spPr>
          <a:xfrm flipH="1">
            <a:off x="2352177" y="5177135"/>
            <a:ext cx="62322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>
                <a:sym typeface="Wingdings" panose="05000000000000000000" pitchFamily="2" charset="2"/>
              </a:rPr>
              <a:t>实体</a:t>
            </a:r>
            <a:r>
              <a:rPr lang="en-US" altLang="zh-CN" sz="2400">
                <a:sym typeface="Wingdings" panose="05000000000000000000" pitchFamily="2" charset="2"/>
              </a:rPr>
              <a:t>2</a:t>
            </a:r>
            <a:r>
              <a:rPr lang="zh-CN" altLang="en-US" sz="2400">
                <a:sym typeface="Wingdings" panose="05000000000000000000" pitchFamily="2" charset="2"/>
              </a:rPr>
              <a:t>（实体</a:t>
            </a:r>
            <a:r>
              <a:rPr lang="en-US" altLang="zh-CN" sz="2400">
                <a:sym typeface="Wingdings" panose="05000000000000000000" pitchFamily="2" charset="2"/>
              </a:rPr>
              <a:t>2</a:t>
            </a:r>
            <a:r>
              <a:rPr lang="zh-CN" altLang="en-US" sz="2400">
                <a:sym typeface="Wingdings" panose="05000000000000000000" pitchFamily="2" charset="2"/>
              </a:rPr>
              <a:t>属性</a:t>
            </a:r>
            <a:r>
              <a:rPr lang="en-US" altLang="zh-CN" sz="2400">
                <a:sym typeface="Wingdings" panose="05000000000000000000" pitchFamily="2" charset="2"/>
              </a:rPr>
              <a:t>1</a:t>
            </a:r>
            <a:r>
              <a:rPr lang="zh-CN" altLang="en-US" sz="2400">
                <a:sym typeface="Wingdings" panose="05000000000000000000" pitchFamily="2" charset="2"/>
              </a:rPr>
              <a:t>、实体</a:t>
            </a:r>
            <a:r>
              <a:rPr lang="en-US" altLang="zh-CN" sz="2400">
                <a:sym typeface="Wingdings" panose="05000000000000000000" pitchFamily="2" charset="2"/>
              </a:rPr>
              <a:t>2</a:t>
            </a:r>
            <a:r>
              <a:rPr lang="zh-CN" altLang="en-US" sz="2400">
                <a:sym typeface="Wingdings" panose="05000000000000000000" pitchFamily="2" charset="2"/>
              </a:rPr>
              <a:t>属性</a:t>
            </a:r>
            <a:r>
              <a:rPr lang="en-US" altLang="zh-CN" sz="2400">
                <a:sym typeface="Wingdings" panose="05000000000000000000" pitchFamily="2" charset="2"/>
              </a:rPr>
              <a:t>2</a:t>
            </a:r>
            <a:r>
              <a:rPr lang="zh-CN" altLang="en-US" sz="2400">
                <a:sym typeface="Wingdings" panose="05000000000000000000" pitchFamily="2" charset="2"/>
              </a:rPr>
              <a:t>、</a:t>
            </a:r>
            <a:r>
              <a:rPr lang="en-US" altLang="zh-CN" sz="2400">
                <a:sym typeface="Wingdings" panose="05000000000000000000" pitchFamily="2" charset="2"/>
              </a:rPr>
              <a:t>……</a:t>
            </a:r>
            <a:r>
              <a:rPr lang="zh-CN" altLang="en-US" sz="2400">
                <a:sym typeface="Wingdings" panose="05000000000000000000" pitchFamily="2" charset="2"/>
              </a:rPr>
              <a:t>）</a:t>
            </a:r>
            <a:endParaRPr lang="zh-CN" altLang="en-US" sz="2400"/>
          </a:p>
        </p:txBody>
      </p:sp>
    </p:spTree>
    <p:extLst>
      <p:ext uri="{BB962C8B-B14F-4D97-AF65-F5344CB8AC3E}">
        <p14:creationId xmlns:p14="http://schemas.microsoft.com/office/powerpoint/2010/main" val="40312227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4" grpId="0"/>
      <p:bldP spid="95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直接连接符 5">
            <a:extLst>
              <a:ext uri="{FF2B5EF4-FFF2-40B4-BE49-F238E27FC236}">
                <a16:creationId xmlns:a16="http://schemas.microsoft.com/office/drawing/2014/main" id="{6B8CB685-B27F-41C8-8F00-3DFA57132806}"/>
              </a:ext>
            </a:extLst>
          </p:cNvPr>
          <p:cNvSpPr/>
          <p:nvPr/>
        </p:nvSpPr>
        <p:spPr>
          <a:xfrm rot="6593">
            <a:off x="4223788" y="2496908"/>
            <a:ext cx="4183661" cy="0"/>
          </a:xfrm>
          <a:custGeom>
            <a:avLst/>
            <a:gdLst/>
            <a:ahLst/>
            <a:cxnLst/>
            <a:rect l="0" t="0" r="0" b="0"/>
            <a:pathLst>
              <a:path>
                <a:moveTo>
                  <a:pt x="0" y="0"/>
                </a:moveTo>
                <a:lnTo>
                  <a:pt x="4183661" y="0"/>
                </a:lnTo>
              </a:path>
            </a:pathLst>
          </a:custGeom>
          <a:noFill/>
        </p:spPr>
        <p:style>
          <a:lnRef idx="2">
            <a:schemeClr val="accent1">
              <a:shade val="60000"/>
              <a:hueOff val="0"/>
              <a:satOff val="0"/>
              <a:lumOff val="0"/>
              <a:alphaOff val="0"/>
            </a:schemeClr>
          </a:lnRef>
          <a:fillRef idx="0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63AD7B0F-6658-43C0-A766-0F41C4EB0B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/>
              <a:t>ER</a:t>
            </a:r>
            <a:r>
              <a:rPr lang="zh-CN" altLang="en-US"/>
              <a:t>图</a:t>
            </a:r>
            <a:r>
              <a:rPr lang="en-US" altLang="zh-CN"/>
              <a:t>-</a:t>
            </a:r>
            <a:r>
              <a:rPr lang="zh-CN" altLang="en-US"/>
              <a:t>关系模型：转换联系总结</a:t>
            </a:r>
          </a:p>
        </p:txBody>
      </p:sp>
      <p:grpSp>
        <p:nvGrpSpPr>
          <p:cNvPr id="38" name="组合 37">
            <a:extLst>
              <a:ext uri="{FF2B5EF4-FFF2-40B4-BE49-F238E27FC236}">
                <a16:creationId xmlns:a16="http://schemas.microsoft.com/office/drawing/2014/main" id="{AE3D3D5F-C7C9-43D9-A3E9-D750BCF952E0}"/>
              </a:ext>
            </a:extLst>
          </p:cNvPr>
          <p:cNvGrpSpPr/>
          <p:nvPr/>
        </p:nvGrpSpPr>
        <p:grpSpPr>
          <a:xfrm>
            <a:off x="2174651" y="1816428"/>
            <a:ext cx="2092307" cy="1299627"/>
            <a:chOff x="885949" y="1468769"/>
            <a:chExt cx="2462212" cy="2462212"/>
          </a:xfrm>
        </p:grpSpPr>
        <p:sp>
          <p:nvSpPr>
            <p:cNvPr id="46" name="矩形: 圆角 45">
              <a:extLst>
                <a:ext uri="{FF2B5EF4-FFF2-40B4-BE49-F238E27FC236}">
                  <a16:creationId xmlns:a16="http://schemas.microsoft.com/office/drawing/2014/main" id="{45EC4AF2-25FD-4AC0-8AE7-82391DE25AB7}"/>
                </a:ext>
              </a:extLst>
            </p:cNvPr>
            <p:cNvSpPr/>
            <p:nvPr/>
          </p:nvSpPr>
          <p:spPr>
            <a:xfrm>
              <a:off x="885949" y="1468769"/>
              <a:ext cx="2462212" cy="2462212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47" name="矩形: 圆角 4">
              <a:extLst>
                <a:ext uri="{FF2B5EF4-FFF2-40B4-BE49-F238E27FC236}">
                  <a16:creationId xmlns:a16="http://schemas.microsoft.com/office/drawing/2014/main" id="{E834C9EE-E0B6-4277-9548-F8BCAD1376F6}"/>
                </a:ext>
              </a:extLst>
            </p:cNvPr>
            <p:cNvSpPr txBox="1"/>
            <p:nvPr/>
          </p:nvSpPr>
          <p:spPr>
            <a:xfrm>
              <a:off x="1006144" y="1588964"/>
              <a:ext cx="2221822" cy="222182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1440" tIns="91440" rIns="91440" bIns="91440" numCol="1" spcCol="1270" anchor="ctr" anchorCtr="0">
              <a:noAutofit/>
            </a:bodyPr>
            <a:lstStyle/>
            <a:p>
              <a:pPr marL="0" lvl="0" indent="0" algn="ctr" defTabSz="1600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zh-CN" altLang="en-US" sz="3600"/>
                <a:t>实体</a:t>
              </a:r>
              <a:r>
                <a:rPr lang="en-US" altLang="zh-CN" sz="3600"/>
                <a:t>3</a:t>
              </a:r>
              <a:endParaRPr lang="zh-CN" altLang="en-US" sz="3600" kern="1200"/>
            </a:p>
          </p:txBody>
        </p:sp>
      </p:grpSp>
      <p:grpSp>
        <p:nvGrpSpPr>
          <p:cNvPr id="43" name="组合 42">
            <a:extLst>
              <a:ext uri="{FF2B5EF4-FFF2-40B4-BE49-F238E27FC236}">
                <a16:creationId xmlns:a16="http://schemas.microsoft.com/office/drawing/2014/main" id="{122A2694-7465-418F-8B19-BA5E2DCE3125}"/>
              </a:ext>
            </a:extLst>
          </p:cNvPr>
          <p:cNvGrpSpPr/>
          <p:nvPr/>
        </p:nvGrpSpPr>
        <p:grpSpPr>
          <a:xfrm>
            <a:off x="7781323" y="1828181"/>
            <a:ext cx="2269546" cy="1283042"/>
            <a:chOff x="7531815" y="1497424"/>
            <a:chExt cx="2670786" cy="2430790"/>
          </a:xfrm>
        </p:grpSpPr>
        <p:sp>
          <p:nvSpPr>
            <p:cNvPr id="44" name="矩形: 圆角 43">
              <a:extLst>
                <a:ext uri="{FF2B5EF4-FFF2-40B4-BE49-F238E27FC236}">
                  <a16:creationId xmlns:a16="http://schemas.microsoft.com/office/drawing/2014/main" id="{F44BCA45-D94F-41E4-A26F-4A6DA474D737}"/>
                </a:ext>
              </a:extLst>
            </p:cNvPr>
            <p:cNvSpPr/>
            <p:nvPr/>
          </p:nvSpPr>
          <p:spPr>
            <a:xfrm>
              <a:off x="7531815" y="1497424"/>
              <a:ext cx="2670786" cy="2430790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45" name="矩形: 圆角 7">
              <a:extLst>
                <a:ext uri="{FF2B5EF4-FFF2-40B4-BE49-F238E27FC236}">
                  <a16:creationId xmlns:a16="http://schemas.microsoft.com/office/drawing/2014/main" id="{89E5CC76-86ED-4422-AEE1-F1AA9AA17AF0}"/>
                </a:ext>
              </a:extLst>
            </p:cNvPr>
            <p:cNvSpPr txBox="1"/>
            <p:nvPr/>
          </p:nvSpPr>
          <p:spPr>
            <a:xfrm>
              <a:off x="7650476" y="1616085"/>
              <a:ext cx="2433464" cy="219346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1440" tIns="91440" rIns="91440" bIns="91440" numCol="1" spcCol="1270" anchor="ctr" anchorCtr="0">
              <a:noAutofit/>
            </a:bodyPr>
            <a:lstStyle/>
            <a:p>
              <a:pPr marL="0" lvl="0" indent="0" algn="ctr" defTabSz="1600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zh-CN" altLang="en-US" sz="3600"/>
                <a:t>实体</a:t>
              </a:r>
              <a:r>
                <a:rPr lang="en-US" altLang="zh-CN" sz="3600"/>
                <a:t>4</a:t>
              </a:r>
              <a:endParaRPr lang="zh-CN" altLang="en-US" sz="3600" kern="1200"/>
            </a:p>
          </p:txBody>
        </p:sp>
      </p:grpSp>
      <p:sp>
        <p:nvSpPr>
          <p:cNvPr id="48" name="流程图: 决策 47">
            <a:extLst>
              <a:ext uri="{FF2B5EF4-FFF2-40B4-BE49-F238E27FC236}">
                <a16:creationId xmlns:a16="http://schemas.microsoft.com/office/drawing/2014/main" id="{F79DD00C-4859-4703-BCD6-201F5ED580AF}"/>
              </a:ext>
            </a:extLst>
          </p:cNvPr>
          <p:cNvSpPr/>
          <p:nvPr/>
        </p:nvSpPr>
        <p:spPr>
          <a:xfrm>
            <a:off x="5220765" y="1952836"/>
            <a:ext cx="1728192" cy="1080120"/>
          </a:xfrm>
          <a:prstGeom prst="flowChartDecis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/>
              <a:t>关系</a:t>
            </a:r>
            <a:r>
              <a:rPr lang="en-US" altLang="zh-CN"/>
              <a:t>2</a:t>
            </a:r>
            <a:endParaRPr lang="zh-CN" altLang="en-US"/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F79A1527-B523-4363-8BFF-65DDCB534F4B}"/>
              </a:ext>
            </a:extLst>
          </p:cNvPr>
          <p:cNvSpPr txBox="1"/>
          <p:nvPr/>
        </p:nvSpPr>
        <p:spPr>
          <a:xfrm>
            <a:off x="4588912" y="2010776"/>
            <a:ext cx="266732" cy="3697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1</a:t>
            </a:r>
            <a:endParaRPr lang="zh-CN" altLang="en-US"/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0E1270F1-A730-4B6D-85B7-18881FF0546E}"/>
              </a:ext>
            </a:extLst>
          </p:cNvPr>
          <p:cNvSpPr txBox="1"/>
          <p:nvPr/>
        </p:nvSpPr>
        <p:spPr>
          <a:xfrm>
            <a:off x="7180712" y="2016967"/>
            <a:ext cx="266732" cy="3697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1</a:t>
            </a:r>
            <a:endParaRPr lang="zh-CN" altLang="en-US"/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0C2446CD-D290-45FC-B9CA-6902113F07F5}"/>
              </a:ext>
            </a:extLst>
          </p:cNvPr>
          <p:cNvSpPr txBox="1"/>
          <p:nvPr/>
        </p:nvSpPr>
        <p:spPr>
          <a:xfrm flipH="1">
            <a:off x="1919536" y="3766592"/>
            <a:ext cx="850000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>
                <a:sym typeface="Wingdings" panose="05000000000000000000" pitchFamily="2" charset="2"/>
              </a:rPr>
              <a:t>实体</a:t>
            </a:r>
            <a:r>
              <a:rPr lang="en-US" altLang="zh-CN" sz="2400">
                <a:sym typeface="Wingdings" panose="05000000000000000000" pitchFamily="2" charset="2"/>
              </a:rPr>
              <a:t>3</a:t>
            </a:r>
            <a:r>
              <a:rPr lang="zh-CN" altLang="en-US" sz="2400">
                <a:sym typeface="Wingdings" panose="05000000000000000000" pitchFamily="2" charset="2"/>
              </a:rPr>
              <a:t>（实体</a:t>
            </a:r>
            <a:r>
              <a:rPr lang="en-US" altLang="zh-CN" sz="2400">
                <a:sym typeface="Wingdings" panose="05000000000000000000" pitchFamily="2" charset="2"/>
              </a:rPr>
              <a:t>3</a:t>
            </a:r>
            <a:r>
              <a:rPr lang="zh-CN" altLang="en-US" sz="2400">
                <a:sym typeface="Wingdings" panose="05000000000000000000" pitchFamily="2" charset="2"/>
              </a:rPr>
              <a:t>属性</a:t>
            </a:r>
            <a:r>
              <a:rPr lang="en-US" altLang="zh-CN" sz="2400">
                <a:sym typeface="Wingdings" panose="05000000000000000000" pitchFamily="2" charset="2"/>
              </a:rPr>
              <a:t>1</a:t>
            </a:r>
            <a:r>
              <a:rPr lang="zh-CN" altLang="en-US" sz="2400">
                <a:sym typeface="Wingdings" panose="05000000000000000000" pitchFamily="2" charset="2"/>
              </a:rPr>
              <a:t>、实体</a:t>
            </a:r>
            <a:r>
              <a:rPr lang="en-US" altLang="zh-CN" sz="2400">
                <a:sym typeface="Wingdings" panose="05000000000000000000" pitchFamily="2" charset="2"/>
              </a:rPr>
              <a:t>3</a:t>
            </a:r>
            <a:r>
              <a:rPr lang="zh-CN" altLang="en-US" sz="2400">
                <a:sym typeface="Wingdings" panose="05000000000000000000" pitchFamily="2" charset="2"/>
              </a:rPr>
              <a:t>属性</a:t>
            </a:r>
            <a:r>
              <a:rPr lang="en-US" altLang="zh-CN" sz="2400">
                <a:sym typeface="Wingdings" panose="05000000000000000000" pitchFamily="2" charset="2"/>
              </a:rPr>
              <a:t>2</a:t>
            </a:r>
            <a:r>
              <a:rPr lang="zh-CN" altLang="en-US" sz="2400">
                <a:sym typeface="Wingdings" panose="05000000000000000000" pitchFamily="2" charset="2"/>
              </a:rPr>
              <a:t>、</a:t>
            </a:r>
            <a:r>
              <a:rPr lang="en-US" altLang="zh-CN" sz="2400">
                <a:sym typeface="Wingdings" panose="05000000000000000000" pitchFamily="2" charset="2"/>
              </a:rPr>
              <a:t>……</a:t>
            </a:r>
            <a:r>
              <a:rPr lang="zh-CN" altLang="en-US" sz="2400">
                <a:sym typeface="Wingdings" panose="05000000000000000000" pitchFamily="2" charset="2"/>
              </a:rPr>
              <a:t>、</a:t>
            </a:r>
            <a:r>
              <a:rPr lang="zh-CN" altLang="en-US" sz="2400">
                <a:solidFill>
                  <a:srgbClr val="FF0000"/>
                </a:solidFill>
                <a:sym typeface="Wingdings" panose="05000000000000000000" pitchFamily="2" charset="2"/>
              </a:rPr>
              <a:t>实体</a:t>
            </a:r>
            <a:r>
              <a:rPr lang="en-US" altLang="zh-CN" sz="2400">
                <a:solidFill>
                  <a:srgbClr val="FF0000"/>
                </a:solidFill>
                <a:sym typeface="Wingdings" panose="05000000000000000000" pitchFamily="2" charset="2"/>
              </a:rPr>
              <a:t>4</a:t>
            </a:r>
            <a:r>
              <a:rPr lang="zh-CN" altLang="en-US" sz="2400">
                <a:solidFill>
                  <a:srgbClr val="FF0000"/>
                </a:solidFill>
                <a:sym typeface="Wingdings" panose="05000000000000000000" pitchFamily="2" charset="2"/>
              </a:rPr>
              <a:t>主键</a:t>
            </a:r>
            <a:r>
              <a:rPr lang="zh-CN" altLang="en-US" sz="2400">
                <a:sym typeface="Wingdings" panose="05000000000000000000" pitchFamily="2" charset="2"/>
              </a:rPr>
              <a:t>）</a:t>
            </a:r>
            <a:endParaRPr lang="en-US" altLang="zh-CN" sz="2400">
              <a:sym typeface="Wingdings" panose="05000000000000000000" pitchFamily="2" charset="2"/>
            </a:endParaRPr>
          </a:p>
          <a:p>
            <a:r>
              <a:rPr lang="zh-CN" altLang="en-US" sz="2400">
                <a:sym typeface="Wingdings" panose="05000000000000000000" pitchFamily="2" charset="2"/>
              </a:rPr>
              <a:t>实体</a:t>
            </a:r>
            <a:r>
              <a:rPr lang="en-US" altLang="zh-CN" sz="2400">
                <a:sym typeface="Wingdings" panose="05000000000000000000" pitchFamily="2" charset="2"/>
              </a:rPr>
              <a:t>4</a:t>
            </a:r>
            <a:r>
              <a:rPr lang="zh-CN" altLang="en-US" sz="2400">
                <a:sym typeface="Wingdings" panose="05000000000000000000" pitchFamily="2" charset="2"/>
              </a:rPr>
              <a:t>（实体</a:t>
            </a:r>
            <a:r>
              <a:rPr lang="en-US" altLang="zh-CN" sz="2400">
                <a:sym typeface="Wingdings" panose="05000000000000000000" pitchFamily="2" charset="2"/>
              </a:rPr>
              <a:t>4</a:t>
            </a:r>
            <a:r>
              <a:rPr lang="zh-CN" altLang="en-US" sz="2400">
                <a:sym typeface="Wingdings" panose="05000000000000000000" pitchFamily="2" charset="2"/>
              </a:rPr>
              <a:t>属性</a:t>
            </a:r>
            <a:r>
              <a:rPr lang="en-US" altLang="zh-CN" sz="2400">
                <a:sym typeface="Wingdings" panose="05000000000000000000" pitchFamily="2" charset="2"/>
              </a:rPr>
              <a:t>1</a:t>
            </a:r>
            <a:r>
              <a:rPr lang="zh-CN" altLang="en-US" sz="2400">
                <a:sym typeface="Wingdings" panose="05000000000000000000" pitchFamily="2" charset="2"/>
              </a:rPr>
              <a:t>、实体</a:t>
            </a:r>
            <a:r>
              <a:rPr lang="en-US" altLang="zh-CN" sz="2400">
                <a:sym typeface="Wingdings" panose="05000000000000000000" pitchFamily="2" charset="2"/>
              </a:rPr>
              <a:t>4</a:t>
            </a:r>
            <a:r>
              <a:rPr lang="zh-CN" altLang="en-US" sz="2400">
                <a:sym typeface="Wingdings" panose="05000000000000000000" pitchFamily="2" charset="2"/>
              </a:rPr>
              <a:t>属性</a:t>
            </a:r>
            <a:r>
              <a:rPr lang="en-US" altLang="zh-CN" sz="2400">
                <a:sym typeface="Wingdings" panose="05000000000000000000" pitchFamily="2" charset="2"/>
              </a:rPr>
              <a:t>2</a:t>
            </a:r>
            <a:r>
              <a:rPr lang="zh-CN" altLang="en-US" sz="2400">
                <a:sym typeface="Wingdings" panose="05000000000000000000" pitchFamily="2" charset="2"/>
              </a:rPr>
              <a:t>、</a:t>
            </a:r>
            <a:r>
              <a:rPr lang="en-US" altLang="zh-CN" sz="2400">
                <a:sym typeface="Wingdings" panose="05000000000000000000" pitchFamily="2" charset="2"/>
              </a:rPr>
              <a:t>……</a:t>
            </a:r>
            <a:r>
              <a:rPr lang="zh-CN" altLang="en-US" sz="2400">
                <a:sym typeface="Wingdings" panose="05000000000000000000" pitchFamily="2" charset="2"/>
              </a:rPr>
              <a:t>）</a:t>
            </a:r>
            <a:endParaRPr lang="zh-CN" altLang="en-US" sz="2400"/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6B76A118-6FD0-4003-978D-40EFDAA26DA8}"/>
              </a:ext>
            </a:extLst>
          </p:cNvPr>
          <p:cNvSpPr txBox="1"/>
          <p:nvPr/>
        </p:nvSpPr>
        <p:spPr>
          <a:xfrm flipH="1">
            <a:off x="1919536" y="5384358"/>
            <a:ext cx="850000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>
                <a:sym typeface="Wingdings" panose="05000000000000000000" pitchFamily="2" charset="2"/>
              </a:rPr>
              <a:t>实体</a:t>
            </a:r>
            <a:r>
              <a:rPr lang="en-US" altLang="zh-CN" sz="2400">
                <a:sym typeface="Wingdings" panose="05000000000000000000" pitchFamily="2" charset="2"/>
              </a:rPr>
              <a:t>3</a:t>
            </a:r>
            <a:r>
              <a:rPr lang="zh-CN" altLang="en-US" sz="2400">
                <a:sym typeface="Wingdings" panose="05000000000000000000" pitchFamily="2" charset="2"/>
              </a:rPr>
              <a:t>（实体</a:t>
            </a:r>
            <a:r>
              <a:rPr lang="en-US" altLang="zh-CN" sz="2400">
                <a:sym typeface="Wingdings" panose="05000000000000000000" pitchFamily="2" charset="2"/>
              </a:rPr>
              <a:t>3</a:t>
            </a:r>
            <a:r>
              <a:rPr lang="zh-CN" altLang="en-US" sz="2400">
                <a:sym typeface="Wingdings" panose="05000000000000000000" pitchFamily="2" charset="2"/>
              </a:rPr>
              <a:t>属性</a:t>
            </a:r>
            <a:r>
              <a:rPr lang="en-US" altLang="zh-CN" sz="2400">
                <a:sym typeface="Wingdings" panose="05000000000000000000" pitchFamily="2" charset="2"/>
              </a:rPr>
              <a:t>1</a:t>
            </a:r>
            <a:r>
              <a:rPr lang="zh-CN" altLang="en-US" sz="2400">
                <a:sym typeface="Wingdings" panose="05000000000000000000" pitchFamily="2" charset="2"/>
              </a:rPr>
              <a:t>、实体</a:t>
            </a:r>
            <a:r>
              <a:rPr lang="en-US" altLang="zh-CN" sz="2400">
                <a:sym typeface="Wingdings" panose="05000000000000000000" pitchFamily="2" charset="2"/>
              </a:rPr>
              <a:t>3</a:t>
            </a:r>
            <a:r>
              <a:rPr lang="zh-CN" altLang="en-US" sz="2400">
                <a:sym typeface="Wingdings" panose="05000000000000000000" pitchFamily="2" charset="2"/>
              </a:rPr>
              <a:t>属性</a:t>
            </a:r>
            <a:r>
              <a:rPr lang="en-US" altLang="zh-CN" sz="2400">
                <a:sym typeface="Wingdings" panose="05000000000000000000" pitchFamily="2" charset="2"/>
              </a:rPr>
              <a:t>2</a:t>
            </a:r>
            <a:r>
              <a:rPr lang="zh-CN" altLang="en-US" sz="2400">
                <a:sym typeface="Wingdings" panose="05000000000000000000" pitchFamily="2" charset="2"/>
              </a:rPr>
              <a:t>、</a:t>
            </a:r>
            <a:r>
              <a:rPr lang="en-US" altLang="zh-CN" sz="2400">
                <a:sym typeface="Wingdings" panose="05000000000000000000" pitchFamily="2" charset="2"/>
              </a:rPr>
              <a:t>……</a:t>
            </a:r>
            <a:r>
              <a:rPr lang="zh-CN" altLang="en-US" sz="2400">
                <a:sym typeface="Wingdings" panose="05000000000000000000" pitchFamily="2" charset="2"/>
              </a:rPr>
              <a:t>）</a:t>
            </a:r>
            <a:endParaRPr lang="en-US" altLang="zh-CN" sz="2400">
              <a:sym typeface="Wingdings" panose="05000000000000000000" pitchFamily="2" charset="2"/>
            </a:endParaRPr>
          </a:p>
          <a:p>
            <a:r>
              <a:rPr lang="zh-CN" altLang="en-US" sz="2400">
                <a:sym typeface="Wingdings" panose="05000000000000000000" pitchFamily="2" charset="2"/>
              </a:rPr>
              <a:t>实体</a:t>
            </a:r>
            <a:r>
              <a:rPr lang="en-US" altLang="zh-CN" sz="2400">
                <a:sym typeface="Wingdings" panose="05000000000000000000" pitchFamily="2" charset="2"/>
              </a:rPr>
              <a:t>4</a:t>
            </a:r>
            <a:r>
              <a:rPr lang="zh-CN" altLang="en-US" sz="2400">
                <a:sym typeface="Wingdings" panose="05000000000000000000" pitchFamily="2" charset="2"/>
              </a:rPr>
              <a:t>（实体</a:t>
            </a:r>
            <a:r>
              <a:rPr lang="en-US" altLang="zh-CN" sz="2400">
                <a:sym typeface="Wingdings" panose="05000000000000000000" pitchFamily="2" charset="2"/>
              </a:rPr>
              <a:t>4</a:t>
            </a:r>
            <a:r>
              <a:rPr lang="zh-CN" altLang="en-US" sz="2400">
                <a:sym typeface="Wingdings" panose="05000000000000000000" pitchFamily="2" charset="2"/>
              </a:rPr>
              <a:t>属性</a:t>
            </a:r>
            <a:r>
              <a:rPr lang="en-US" altLang="zh-CN" sz="2400">
                <a:sym typeface="Wingdings" panose="05000000000000000000" pitchFamily="2" charset="2"/>
              </a:rPr>
              <a:t>1</a:t>
            </a:r>
            <a:r>
              <a:rPr lang="zh-CN" altLang="en-US" sz="2400">
                <a:sym typeface="Wingdings" panose="05000000000000000000" pitchFamily="2" charset="2"/>
              </a:rPr>
              <a:t>、实体</a:t>
            </a:r>
            <a:r>
              <a:rPr lang="en-US" altLang="zh-CN" sz="2400">
                <a:sym typeface="Wingdings" panose="05000000000000000000" pitchFamily="2" charset="2"/>
              </a:rPr>
              <a:t>4</a:t>
            </a:r>
            <a:r>
              <a:rPr lang="zh-CN" altLang="en-US" sz="2400">
                <a:sym typeface="Wingdings" panose="05000000000000000000" pitchFamily="2" charset="2"/>
              </a:rPr>
              <a:t>属性</a:t>
            </a:r>
            <a:r>
              <a:rPr lang="en-US" altLang="zh-CN" sz="2400">
                <a:sym typeface="Wingdings" panose="05000000000000000000" pitchFamily="2" charset="2"/>
              </a:rPr>
              <a:t>2</a:t>
            </a:r>
            <a:r>
              <a:rPr lang="zh-CN" altLang="en-US" sz="2400">
                <a:sym typeface="Wingdings" panose="05000000000000000000" pitchFamily="2" charset="2"/>
              </a:rPr>
              <a:t>、</a:t>
            </a:r>
            <a:r>
              <a:rPr lang="en-US" altLang="zh-CN" sz="2400">
                <a:sym typeface="Wingdings" panose="05000000000000000000" pitchFamily="2" charset="2"/>
              </a:rPr>
              <a:t>……</a:t>
            </a:r>
            <a:r>
              <a:rPr lang="zh-CN" altLang="en-US" sz="2400">
                <a:sym typeface="Wingdings" panose="05000000000000000000" pitchFamily="2" charset="2"/>
              </a:rPr>
              <a:t> 、</a:t>
            </a:r>
            <a:r>
              <a:rPr lang="zh-CN" altLang="en-US" sz="2400">
                <a:solidFill>
                  <a:srgbClr val="FF0000"/>
                </a:solidFill>
                <a:sym typeface="Wingdings" panose="05000000000000000000" pitchFamily="2" charset="2"/>
              </a:rPr>
              <a:t>实体</a:t>
            </a:r>
            <a:r>
              <a:rPr lang="en-US" altLang="zh-CN" sz="2400">
                <a:solidFill>
                  <a:srgbClr val="FF0000"/>
                </a:solidFill>
                <a:sym typeface="Wingdings" panose="05000000000000000000" pitchFamily="2" charset="2"/>
              </a:rPr>
              <a:t>3</a:t>
            </a:r>
            <a:r>
              <a:rPr lang="zh-CN" altLang="en-US" sz="2400">
                <a:solidFill>
                  <a:srgbClr val="FF0000"/>
                </a:solidFill>
                <a:sym typeface="Wingdings" panose="05000000000000000000" pitchFamily="2" charset="2"/>
              </a:rPr>
              <a:t>主键</a:t>
            </a:r>
            <a:r>
              <a:rPr lang="zh-CN" altLang="en-US" sz="2400">
                <a:sym typeface="Wingdings" panose="05000000000000000000" pitchFamily="2" charset="2"/>
              </a:rPr>
              <a:t>）</a:t>
            </a:r>
            <a:endParaRPr lang="zh-CN" altLang="en-US" sz="240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9D01A81-A92B-47FD-9B80-0F32AC6F1C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77326" y="4597589"/>
            <a:ext cx="685896" cy="685896"/>
          </a:xfrm>
          <a:prstGeom prst="rect">
            <a:avLst/>
          </a:prstGeom>
        </p:spPr>
      </p:pic>
      <p:sp>
        <p:nvSpPr>
          <p:cNvPr id="5" name="右大括号 4">
            <a:extLst>
              <a:ext uri="{FF2B5EF4-FFF2-40B4-BE49-F238E27FC236}">
                <a16:creationId xmlns:a16="http://schemas.microsoft.com/office/drawing/2014/main" id="{79E81965-488F-44C6-88BF-1E95DFF69AD8}"/>
              </a:ext>
            </a:extLst>
          </p:cNvPr>
          <p:cNvSpPr/>
          <p:nvPr/>
        </p:nvSpPr>
        <p:spPr>
          <a:xfrm>
            <a:off x="10191735" y="3866976"/>
            <a:ext cx="792088" cy="2348379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zh-CN" altLang="en-US"/>
              <a:t>可任选一个实体</a:t>
            </a:r>
          </a:p>
        </p:txBody>
      </p:sp>
    </p:spTree>
    <p:extLst>
      <p:ext uri="{BB962C8B-B14F-4D97-AF65-F5344CB8AC3E}">
        <p14:creationId xmlns:p14="http://schemas.microsoft.com/office/powerpoint/2010/main" val="34368152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/>
      <p:bldP spid="54" grpId="0"/>
      <p:bldP spid="5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3AD7B0F-6658-43C0-A766-0F41C4EB0B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/>
              <a:t>ER</a:t>
            </a:r>
            <a:r>
              <a:rPr lang="zh-CN" altLang="en-US"/>
              <a:t>图</a:t>
            </a:r>
            <a:r>
              <a:rPr lang="en-US" altLang="zh-CN"/>
              <a:t>-</a:t>
            </a:r>
            <a:r>
              <a:rPr lang="zh-CN" altLang="en-US"/>
              <a:t>关系模型：转换联系总结</a:t>
            </a:r>
          </a:p>
        </p:txBody>
      </p:sp>
      <p:sp>
        <p:nvSpPr>
          <p:cNvPr id="77" name="直接连接符 5">
            <a:extLst>
              <a:ext uri="{FF2B5EF4-FFF2-40B4-BE49-F238E27FC236}">
                <a16:creationId xmlns:a16="http://schemas.microsoft.com/office/drawing/2014/main" id="{49D18C2F-F96B-4083-AA92-FE92734C3DA5}"/>
              </a:ext>
            </a:extLst>
          </p:cNvPr>
          <p:cNvSpPr/>
          <p:nvPr/>
        </p:nvSpPr>
        <p:spPr>
          <a:xfrm rot="6593">
            <a:off x="4442069" y="2388896"/>
            <a:ext cx="4183661" cy="0"/>
          </a:xfrm>
          <a:custGeom>
            <a:avLst/>
            <a:gdLst/>
            <a:ahLst/>
            <a:cxnLst/>
            <a:rect l="0" t="0" r="0" b="0"/>
            <a:pathLst>
              <a:path>
                <a:moveTo>
                  <a:pt x="0" y="0"/>
                </a:moveTo>
                <a:lnTo>
                  <a:pt x="4183661" y="0"/>
                </a:lnTo>
              </a:path>
            </a:pathLst>
          </a:custGeom>
          <a:noFill/>
        </p:spPr>
        <p:style>
          <a:lnRef idx="2">
            <a:schemeClr val="accent1">
              <a:shade val="60000"/>
              <a:hueOff val="0"/>
              <a:satOff val="0"/>
              <a:lumOff val="0"/>
              <a:alphaOff val="0"/>
            </a:schemeClr>
          </a:lnRef>
          <a:fillRef idx="0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</p:sp>
      <p:grpSp>
        <p:nvGrpSpPr>
          <p:cNvPr id="78" name="组合 77">
            <a:extLst>
              <a:ext uri="{FF2B5EF4-FFF2-40B4-BE49-F238E27FC236}">
                <a16:creationId xmlns:a16="http://schemas.microsoft.com/office/drawing/2014/main" id="{570A48EA-D9BB-4F95-A7B7-15B08AEFDB71}"/>
              </a:ext>
            </a:extLst>
          </p:cNvPr>
          <p:cNvGrpSpPr/>
          <p:nvPr/>
        </p:nvGrpSpPr>
        <p:grpSpPr>
          <a:xfrm>
            <a:off x="2392932" y="1708416"/>
            <a:ext cx="2092307" cy="1299627"/>
            <a:chOff x="885949" y="1468769"/>
            <a:chExt cx="2462212" cy="2462212"/>
          </a:xfrm>
        </p:grpSpPr>
        <p:sp>
          <p:nvSpPr>
            <p:cNvPr id="79" name="矩形: 圆角 78">
              <a:extLst>
                <a:ext uri="{FF2B5EF4-FFF2-40B4-BE49-F238E27FC236}">
                  <a16:creationId xmlns:a16="http://schemas.microsoft.com/office/drawing/2014/main" id="{C0B0F765-1D08-4EF5-AA29-AA6A60257E06}"/>
                </a:ext>
              </a:extLst>
            </p:cNvPr>
            <p:cNvSpPr/>
            <p:nvPr/>
          </p:nvSpPr>
          <p:spPr>
            <a:xfrm>
              <a:off x="885949" y="1468769"/>
              <a:ext cx="2462212" cy="2462212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80" name="矩形: 圆角 4">
              <a:extLst>
                <a:ext uri="{FF2B5EF4-FFF2-40B4-BE49-F238E27FC236}">
                  <a16:creationId xmlns:a16="http://schemas.microsoft.com/office/drawing/2014/main" id="{BF3183A6-1954-465E-94D6-F1C16E02A8A7}"/>
                </a:ext>
              </a:extLst>
            </p:cNvPr>
            <p:cNvSpPr txBox="1"/>
            <p:nvPr/>
          </p:nvSpPr>
          <p:spPr>
            <a:xfrm>
              <a:off x="1006144" y="1588964"/>
              <a:ext cx="2221822" cy="222182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1440" tIns="91440" rIns="91440" bIns="91440" numCol="1" spcCol="1270" anchor="ctr" anchorCtr="0">
              <a:noAutofit/>
            </a:bodyPr>
            <a:lstStyle/>
            <a:p>
              <a:pPr marL="0" lvl="0" indent="0" algn="ctr" defTabSz="1600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zh-CN" altLang="en-US" sz="3600"/>
                <a:t>实体</a:t>
              </a:r>
              <a:r>
                <a:rPr lang="en-US" altLang="zh-CN" sz="3600"/>
                <a:t>5</a:t>
              </a:r>
              <a:endParaRPr lang="zh-CN" altLang="en-US" sz="3600" kern="1200"/>
            </a:p>
          </p:txBody>
        </p:sp>
      </p:grpSp>
      <p:grpSp>
        <p:nvGrpSpPr>
          <p:cNvPr id="81" name="组合 80">
            <a:extLst>
              <a:ext uri="{FF2B5EF4-FFF2-40B4-BE49-F238E27FC236}">
                <a16:creationId xmlns:a16="http://schemas.microsoft.com/office/drawing/2014/main" id="{F3ADF65A-A26E-47E7-BDD4-211947D9C47D}"/>
              </a:ext>
            </a:extLst>
          </p:cNvPr>
          <p:cNvGrpSpPr/>
          <p:nvPr/>
        </p:nvGrpSpPr>
        <p:grpSpPr>
          <a:xfrm>
            <a:off x="7999604" y="1720169"/>
            <a:ext cx="2269546" cy="1283042"/>
            <a:chOff x="7531815" y="1497424"/>
            <a:chExt cx="2670786" cy="2430790"/>
          </a:xfrm>
        </p:grpSpPr>
        <p:sp>
          <p:nvSpPr>
            <p:cNvPr id="82" name="矩形: 圆角 81">
              <a:extLst>
                <a:ext uri="{FF2B5EF4-FFF2-40B4-BE49-F238E27FC236}">
                  <a16:creationId xmlns:a16="http://schemas.microsoft.com/office/drawing/2014/main" id="{8CCB26E9-4222-4BFB-B07E-B1DC72414A1D}"/>
                </a:ext>
              </a:extLst>
            </p:cNvPr>
            <p:cNvSpPr/>
            <p:nvPr/>
          </p:nvSpPr>
          <p:spPr>
            <a:xfrm>
              <a:off x="7531815" y="1497424"/>
              <a:ext cx="2670786" cy="2430790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83" name="矩形: 圆角 7">
              <a:extLst>
                <a:ext uri="{FF2B5EF4-FFF2-40B4-BE49-F238E27FC236}">
                  <a16:creationId xmlns:a16="http://schemas.microsoft.com/office/drawing/2014/main" id="{824E30F3-1942-4B32-A46D-336F52CE8798}"/>
                </a:ext>
              </a:extLst>
            </p:cNvPr>
            <p:cNvSpPr txBox="1"/>
            <p:nvPr/>
          </p:nvSpPr>
          <p:spPr>
            <a:xfrm>
              <a:off x="7650476" y="1616085"/>
              <a:ext cx="2433464" cy="219346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1440" tIns="91440" rIns="91440" bIns="91440" numCol="1" spcCol="1270" anchor="ctr" anchorCtr="0">
              <a:noAutofit/>
            </a:bodyPr>
            <a:lstStyle/>
            <a:p>
              <a:pPr marL="0" lvl="0" indent="0" algn="ctr" defTabSz="1600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zh-CN" altLang="en-US" sz="3600"/>
                <a:t>实体</a:t>
              </a:r>
              <a:r>
                <a:rPr lang="en-US" altLang="zh-CN" sz="3600"/>
                <a:t>6</a:t>
              </a:r>
              <a:endParaRPr lang="zh-CN" altLang="en-US" sz="3600" kern="1200"/>
            </a:p>
          </p:txBody>
        </p:sp>
      </p:grpSp>
      <p:sp>
        <p:nvSpPr>
          <p:cNvPr id="84" name="流程图: 决策 83">
            <a:extLst>
              <a:ext uri="{FF2B5EF4-FFF2-40B4-BE49-F238E27FC236}">
                <a16:creationId xmlns:a16="http://schemas.microsoft.com/office/drawing/2014/main" id="{73FCDD24-B3D9-4D4E-BED9-6400D36F63E4}"/>
              </a:ext>
            </a:extLst>
          </p:cNvPr>
          <p:cNvSpPr/>
          <p:nvPr/>
        </p:nvSpPr>
        <p:spPr>
          <a:xfrm>
            <a:off x="5439046" y="1844824"/>
            <a:ext cx="1728192" cy="1080120"/>
          </a:xfrm>
          <a:prstGeom prst="flowChartDecis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/>
              <a:t>关系</a:t>
            </a:r>
            <a:r>
              <a:rPr lang="en-US" altLang="zh-CN"/>
              <a:t>3</a:t>
            </a:r>
            <a:endParaRPr lang="zh-CN" altLang="en-US"/>
          </a:p>
        </p:txBody>
      </p:sp>
      <p:sp>
        <p:nvSpPr>
          <p:cNvPr id="85" name="文本框 84">
            <a:extLst>
              <a:ext uri="{FF2B5EF4-FFF2-40B4-BE49-F238E27FC236}">
                <a16:creationId xmlns:a16="http://schemas.microsoft.com/office/drawing/2014/main" id="{B07FAC2E-CC4A-455D-A715-E6AA8208D9C8}"/>
              </a:ext>
            </a:extLst>
          </p:cNvPr>
          <p:cNvSpPr txBox="1"/>
          <p:nvPr/>
        </p:nvSpPr>
        <p:spPr>
          <a:xfrm>
            <a:off x="4807193" y="1902764"/>
            <a:ext cx="266732" cy="3697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m</a:t>
            </a:r>
            <a:endParaRPr lang="zh-CN" altLang="en-US"/>
          </a:p>
        </p:txBody>
      </p:sp>
      <p:sp>
        <p:nvSpPr>
          <p:cNvPr id="86" name="文本框 85">
            <a:extLst>
              <a:ext uri="{FF2B5EF4-FFF2-40B4-BE49-F238E27FC236}">
                <a16:creationId xmlns:a16="http://schemas.microsoft.com/office/drawing/2014/main" id="{E6F982B7-0D52-4E07-B6B7-4BD0A677252F}"/>
              </a:ext>
            </a:extLst>
          </p:cNvPr>
          <p:cNvSpPr txBox="1"/>
          <p:nvPr/>
        </p:nvSpPr>
        <p:spPr>
          <a:xfrm>
            <a:off x="7357328" y="1900931"/>
            <a:ext cx="266732" cy="3697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n</a:t>
            </a:r>
            <a:endParaRPr lang="zh-CN" altLang="en-US"/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595EE690-7AB1-4D59-ADD2-B2BB2ACEB4EA}"/>
              </a:ext>
            </a:extLst>
          </p:cNvPr>
          <p:cNvSpPr txBox="1"/>
          <p:nvPr/>
        </p:nvSpPr>
        <p:spPr>
          <a:xfrm flipH="1">
            <a:off x="2038992" y="3864928"/>
            <a:ext cx="964907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>
                <a:sym typeface="Wingdings" panose="05000000000000000000" pitchFamily="2" charset="2"/>
              </a:rPr>
              <a:t>实体</a:t>
            </a:r>
            <a:r>
              <a:rPr lang="en-US" altLang="zh-CN" sz="2400">
                <a:sym typeface="Wingdings" panose="05000000000000000000" pitchFamily="2" charset="2"/>
              </a:rPr>
              <a:t>5</a:t>
            </a:r>
            <a:r>
              <a:rPr lang="zh-CN" altLang="en-US" sz="2400">
                <a:sym typeface="Wingdings" panose="05000000000000000000" pitchFamily="2" charset="2"/>
              </a:rPr>
              <a:t>（实体</a:t>
            </a:r>
            <a:r>
              <a:rPr lang="en-US" altLang="zh-CN" sz="2400">
                <a:sym typeface="Wingdings" panose="05000000000000000000" pitchFamily="2" charset="2"/>
              </a:rPr>
              <a:t>5</a:t>
            </a:r>
            <a:r>
              <a:rPr lang="zh-CN" altLang="en-US" sz="2400">
                <a:sym typeface="Wingdings" panose="05000000000000000000" pitchFamily="2" charset="2"/>
              </a:rPr>
              <a:t>属性</a:t>
            </a:r>
            <a:r>
              <a:rPr lang="en-US" altLang="zh-CN" sz="2400">
                <a:sym typeface="Wingdings" panose="05000000000000000000" pitchFamily="2" charset="2"/>
              </a:rPr>
              <a:t>1</a:t>
            </a:r>
            <a:r>
              <a:rPr lang="zh-CN" altLang="en-US" sz="2400">
                <a:sym typeface="Wingdings" panose="05000000000000000000" pitchFamily="2" charset="2"/>
              </a:rPr>
              <a:t>、实体</a:t>
            </a:r>
            <a:r>
              <a:rPr lang="en-US" altLang="zh-CN" sz="2400">
                <a:sym typeface="Wingdings" panose="05000000000000000000" pitchFamily="2" charset="2"/>
              </a:rPr>
              <a:t>5</a:t>
            </a:r>
            <a:r>
              <a:rPr lang="zh-CN" altLang="en-US" sz="2400">
                <a:sym typeface="Wingdings" panose="05000000000000000000" pitchFamily="2" charset="2"/>
              </a:rPr>
              <a:t>属性</a:t>
            </a:r>
            <a:r>
              <a:rPr lang="en-US" altLang="zh-CN" sz="2400">
                <a:sym typeface="Wingdings" panose="05000000000000000000" pitchFamily="2" charset="2"/>
              </a:rPr>
              <a:t>2</a:t>
            </a:r>
            <a:r>
              <a:rPr lang="zh-CN" altLang="en-US" sz="2400">
                <a:sym typeface="Wingdings" panose="05000000000000000000" pitchFamily="2" charset="2"/>
              </a:rPr>
              <a:t>、</a:t>
            </a:r>
            <a:r>
              <a:rPr lang="en-US" altLang="zh-CN" sz="2400">
                <a:sym typeface="Wingdings" panose="05000000000000000000" pitchFamily="2" charset="2"/>
              </a:rPr>
              <a:t>……</a:t>
            </a:r>
            <a:r>
              <a:rPr lang="zh-CN" altLang="en-US" sz="2400">
                <a:sym typeface="Wingdings" panose="05000000000000000000" pitchFamily="2" charset="2"/>
              </a:rPr>
              <a:t>）</a:t>
            </a:r>
            <a:endParaRPr lang="en-US" altLang="zh-CN" sz="2400">
              <a:sym typeface="Wingdings" panose="05000000000000000000" pitchFamily="2" charset="2"/>
            </a:endParaRPr>
          </a:p>
          <a:p>
            <a:r>
              <a:rPr lang="zh-CN" altLang="en-US" sz="2400">
                <a:sym typeface="Wingdings" panose="05000000000000000000" pitchFamily="2" charset="2"/>
              </a:rPr>
              <a:t>实体</a:t>
            </a:r>
            <a:r>
              <a:rPr lang="en-US" altLang="zh-CN" sz="2400">
                <a:sym typeface="Wingdings" panose="05000000000000000000" pitchFamily="2" charset="2"/>
              </a:rPr>
              <a:t>6</a:t>
            </a:r>
            <a:r>
              <a:rPr lang="zh-CN" altLang="en-US" sz="2400">
                <a:sym typeface="Wingdings" panose="05000000000000000000" pitchFamily="2" charset="2"/>
              </a:rPr>
              <a:t>（实体</a:t>
            </a:r>
            <a:r>
              <a:rPr lang="en-US" altLang="zh-CN" sz="2400">
                <a:sym typeface="Wingdings" panose="05000000000000000000" pitchFamily="2" charset="2"/>
              </a:rPr>
              <a:t>6</a:t>
            </a:r>
            <a:r>
              <a:rPr lang="zh-CN" altLang="en-US" sz="2400">
                <a:sym typeface="Wingdings" panose="05000000000000000000" pitchFamily="2" charset="2"/>
              </a:rPr>
              <a:t>属性</a:t>
            </a:r>
            <a:r>
              <a:rPr lang="en-US" altLang="zh-CN" sz="2400">
                <a:sym typeface="Wingdings" panose="05000000000000000000" pitchFamily="2" charset="2"/>
              </a:rPr>
              <a:t>1</a:t>
            </a:r>
            <a:r>
              <a:rPr lang="zh-CN" altLang="en-US" sz="2400">
                <a:sym typeface="Wingdings" panose="05000000000000000000" pitchFamily="2" charset="2"/>
              </a:rPr>
              <a:t>、实体</a:t>
            </a:r>
            <a:r>
              <a:rPr lang="en-US" altLang="zh-CN" sz="2400">
                <a:sym typeface="Wingdings" panose="05000000000000000000" pitchFamily="2" charset="2"/>
              </a:rPr>
              <a:t>6</a:t>
            </a:r>
            <a:r>
              <a:rPr lang="zh-CN" altLang="en-US" sz="2400">
                <a:sym typeface="Wingdings" panose="05000000000000000000" pitchFamily="2" charset="2"/>
              </a:rPr>
              <a:t>属性</a:t>
            </a:r>
            <a:r>
              <a:rPr lang="en-US" altLang="zh-CN" sz="2400">
                <a:sym typeface="Wingdings" panose="05000000000000000000" pitchFamily="2" charset="2"/>
              </a:rPr>
              <a:t>2</a:t>
            </a:r>
            <a:r>
              <a:rPr lang="zh-CN" altLang="en-US" sz="2400">
                <a:sym typeface="Wingdings" panose="05000000000000000000" pitchFamily="2" charset="2"/>
              </a:rPr>
              <a:t>、</a:t>
            </a:r>
            <a:r>
              <a:rPr lang="en-US" altLang="zh-CN" sz="2400">
                <a:sym typeface="Wingdings" panose="05000000000000000000" pitchFamily="2" charset="2"/>
              </a:rPr>
              <a:t>……</a:t>
            </a:r>
            <a:r>
              <a:rPr lang="zh-CN" altLang="en-US" sz="2400">
                <a:sym typeface="Wingdings" panose="05000000000000000000" pitchFamily="2" charset="2"/>
              </a:rPr>
              <a:t>）</a:t>
            </a:r>
            <a:endParaRPr lang="en-US" altLang="zh-CN" sz="2400">
              <a:sym typeface="Wingdings" panose="05000000000000000000" pitchFamily="2" charset="2"/>
            </a:endParaRPr>
          </a:p>
          <a:p>
            <a:r>
              <a:rPr lang="zh-CN" altLang="en-US" sz="2400">
                <a:highlight>
                  <a:srgbClr val="FFFF00"/>
                </a:highlight>
                <a:sym typeface="Wingdings" panose="05000000000000000000" pitchFamily="2" charset="2"/>
              </a:rPr>
              <a:t>关系</a:t>
            </a:r>
            <a:r>
              <a:rPr lang="en-US" altLang="zh-CN" sz="2400">
                <a:highlight>
                  <a:srgbClr val="FFFF00"/>
                </a:highlight>
                <a:sym typeface="Wingdings" panose="05000000000000000000" pitchFamily="2" charset="2"/>
              </a:rPr>
              <a:t>3</a:t>
            </a:r>
            <a:r>
              <a:rPr lang="zh-CN" altLang="en-US" sz="2400">
                <a:highlight>
                  <a:srgbClr val="FFFF00"/>
                </a:highlight>
                <a:sym typeface="Wingdings" panose="05000000000000000000" pitchFamily="2" charset="2"/>
              </a:rPr>
              <a:t>（ 关系</a:t>
            </a:r>
            <a:r>
              <a:rPr lang="en-US" altLang="zh-CN" sz="2400">
                <a:highlight>
                  <a:srgbClr val="FFFF00"/>
                </a:highlight>
                <a:sym typeface="Wingdings" panose="05000000000000000000" pitchFamily="2" charset="2"/>
              </a:rPr>
              <a:t>3</a:t>
            </a:r>
            <a:r>
              <a:rPr lang="zh-CN" altLang="en-US" sz="2400">
                <a:highlight>
                  <a:srgbClr val="FFFF00"/>
                </a:highlight>
                <a:sym typeface="Wingdings" panose="05000000000000000000" pitchFamily="2" charset="2"/>
              </a:rPr>
              <a:t>属性</a:t>
            </a:r>
            <a:r>
              <a:rPr lang="en-US" altLang="zh-CN" sz="2400">
                <a:highlight>
                  <a:srgbClr val="FFFF00"/>
                </a:highlight>
                <a:sym typeface="Wingdings" panose="05000000000000000000" pitchFamily="2" charset="2"/>
              </a:rPr>
              <a:t>1</a:t>
            </a:r>
            <a:r>
              <a:rPr lang="zh-CN" altLang="en-US" sz="2400">
                <a:highlight>
                  <a:srgbClr val="FFFF00"/>
                </a:highlight>
                <a:sym typeface="Wingdings" panose="05000000000000000000" pitchFamily="2" charset="2"/>
              </a:rPr>
              <a:t>、关系</a:t>
            </a:r>
            <a:r>
              <a:rPr lang="en-US" altLang="zh-CN" sz="2400">
                <a:highlight>
                  <a:srgbClr val="FFFF00"/>
                </a:highlight>
                <a:sym typeface="Wingdings" panose="05000000000000000000" pitchFamily="2" charset="2"/>
              </a:rPr>
              <a:t>3</a:t>
            </a:r>
            <a:r>
              <a:rPr lang="zh-CN" altLang="en-US" sz="2400">
                <a:highlight>
                  <a:srgbClr val="FFFF00"/>
                </a:highlight>
                <a:sym typeface="Wingdings" panose="05000000000000000000" pitchFamily="2" charset="2"/>
              </a:rPr>
              <a:t>属性</a:t>
            </a:r>
            <a:r>
              <a:rPr lang="en-US" altLang="zh-CN" sz="2400">
                <a:highlight>
                  <a:srgbClr val="FFFF00"/>
                </a:highlight>
                <a:sym typeface="Wingdings" panose="05000000000000000000" pitchFamily="2" charset="2"/>
              </a:rPr>
              <a:t>2</a:t>
            </a:r>
            <a:r>
              <a:rPr lang="zh-CN" altLang="en-US" sz="2400">
                <a:highlight>
                  <a:srgbClr val="FFFF00"/>
                </a:highlight>
                <a:sym typeface="Wingdings" panose="05000000000000000000" pitchFamily="2" charset="2"/>
              </a:rPr>
              <a:t>、</a:t>
            </a:r>
            <a:r>
              <a:rPr lang="en-US" altLang="zh-CN" sz="2400">
                <a:highlight>
                  <a:srgbClr val="FFFF00"/>
                </a:highlight>
                <a:sym typeface="Wingdings" panose="05000000000000000000" pitchFamily="2" charset="2"/>
              </a:rPr>
              <a:t>……</a:t>
            </a:r>
            <a:r>
              <a:rPr lang="zh-CN" altLang="en-US" sz="2400">
                <a:highlight>
                  <a:srgbClr val="FFFF00"/>
                </a:highlight>
                <a:sym typeface="Wingdings" panose="05000000000000000000" pitchFamily="2" charset="2"/>
              </a:rPr>
              <a:t>、</a:t>
            </a:r>
            <a:r>
              <a:rPr lang="zh-CN" altLang="en-US" sz="2400">
                <a:solidFill>
                  <a:srgbClr val="FF0000"/>
                </a:solidFill>
                <a:highlight>
                  <a:srgbClr val="FFFF00"/>
                </a:highlight>
                <a:sym typeface="Wingdings" panose="05000000000000000000" pitchFamily="2" charset="2"/>
              </a:rPr>
              <a:t>实体</a:t>
            </a:r>
            <a:r>
              <a:rPr lang="en-US" altLang="zh-CN" sz="2400">
                <a:solidFill>
                  <a:srgbClr val="FF0000"/>
                </a:solidFill>
                <a:highlight>
                  <a:srgbClr val="FFFF00"/>
                </a:highlight>
                <a:sym typeface="Wingdings" panose="05000000000000000000" pitchFamily="2" charset="2"/>
              </a:rPr>
              <a:t>5</a:t>
            </a:r>
            <a:r>
              <a:rPr lang="zh-CN" altLang="en-US" sz="2400">
                <a:solidFill>
                  <a:srgbClr val="FF0000"/>
                </a:solidFill>
                <a:highlight>
                  <a:srgbClr val="FFFF00"/>
                </a:highlight>
                <a:sym typeface="Wingdings" panose="05000000000000000000" pitchFamily="2" charset="2"/>
              </a:rPr>
              <a:t>主键、实体</a:t>
            </a:r>
            <a:r>
              <a:rPr lang="en-US" altLang="zh-CN" sz="2400">
                <a:solidFill>
                  <a:srgbClr val="FF0000"/>
                </a:solidFill>
                <a:highlight>
                  <a:srgbClr val="FFFF00"/>
                </a:highlight>
                <a:sym typeface="Wingdings" panose="05000000000000000000" pitchFamily="2" charset="2"/>
              </a:rPr>
              <a:t>6</a:t>
            </a:r>
            <a:r>
              <a:rPr lang="zh-CN" altLang="en-US" sz="2400">
                <a:solidFill>
                  <a:srgbClr val="FF0000"/>
                </a:solidFill>
                <a:highlight>
                  <a:srgbClr val="FFFF00"/>
                </a:highlight>
                <a:sym typeface="Wingdings" panose="05000000000000000000" pitchFamily="2" charset="2"/>
              </a:rPr>
              <a:t>主键</a:t>
            </a:r>
            <a:r>
              <a:rPr lang="zh-CN" altLang="en-US" sz="2400">
                <a:highlight>
                  <a:srgbClr val="FFFF00"/>
                </a:highlight>
                <a:sym typeface="Wingdings" panose="05000000000000000000" pitchFamily="2" charset="2"/>
              </a:rPr>
              <a:t>）</a:t>
            </a:r>
            <a:endParaRPr lang="zh-CN" altLang="en-US" sz="240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42034709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5C96923-59E1-464B-B562-1C9636F2B3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m:n</a:t>
            </a:r>
            <a:r>
              <a:rPr lang="zh-CN" altLang="en-US"/>
              <a:t>关系转换为关系模型的示范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E1BCB8DE-9A84-477F-BB1A-560B9D9B24CA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839416" y="1556792"/>
            <a:ext cx="3467125" cy="3481413"/>
          </a:xfr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9" name="墨迹 8">
                <a:extLst>
                  <a:ext uri="{FF2B5EF4-FFF2-40B4-BE49-F238E27FC236}">
                    <a16:creationId xmlns:a16="http://schemas.microsoft.com/office/drawing/2014/main" id="{4C8641AA-01E7-4A91-873E-FD675454D2CF}"/>
                  </a:ext>
                </a:extLst>
              </p14:cNvPr>
              <p14:cNvContentPartPr/>
              <p14:nvPr/>
            </p14:nvContentPartPr>
            <p14:xfrm>
              <a:off x="620280" y="3334638"/>
              <a:ext cx="3818160" cy="1824480"/>
            </p14:xfrm>
          </p:contentPart>
        </mc:Choice>
        <mc:Fallback xmlns="">
          <p:pic>
            <p:nvPicPr>
              <p:cNvPr id="9" name="墨迹 8">
                <a:extLst>
                  <a:ext uri="{FF2B5EF4-FFF2-40B4-BE49-F238E27FC236}">
                    <a16:creationId xmlns:a16="http://schemas.microsoft.com/office/drawing/2014/main" id="{4C8641AA-01E7-4A91-873E-FD675454D2C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11280" y="3325998"/>
                <a:ext cx="3835800" cy="1842120"/>
              </a:xfrm>
              <a:prstGeom prst="rect">
                <a:avLst/>
              </a:prstGeom>
            </p:spPr>
          </p:pic>
        </mc:Fallback>
      </mc:AlternateContent>
      <p:sp>
        <p:nvSpPr>
          <p:cNvPr id="10" name="文本框 9">
            <a:extLst>
              <a:ext uri="{FF2B5EF4-FFF2-40B4-BE49-F238E27FC236}">
                <a16:creationId xmlns:a16="http://schemas.microsoft.com/office/drawing/2014/main" id="{3D510123-3530-45F0-9B27-E3C35BD01F82}"/>
              </a:ext>
            </a:extLst>
          </p:cNvPr>
          <p:cNvSpPr txBox="1"/>
          <p:nvPr/>
        </p:nvSpPr>
        <p:spPr>
          <a:xfrm flipH="1">
            <a:off x="4871864" y="1815254"/>
            <a:ext cx="689891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sym typeface="Wingdings" panose="05000000000000000000" pitchFamily="2" charset="2"/>
              </a:rPr>
              <a:t>实体</a:t>
            </a:r>
            <a:r>
              <a:rPr lang="en-US" altLang="zh-CN">
                <a:sym typeface="Wingdings" panose="05000000000000000000" pitchFamily="2" charset="2"/>
              </a:rPr>
              <a:t>5</a:t>
            </a:r>
            <a:r>
              <a:rPr lang="zh-CN" altLang="en-US">
                <a:sym typeface="Wingdings" panose="05000000000000000000" pitchFamily="2" charset="2"/>
              </a:rPr>
              <a:t>（实体</a:t>
            </a:r>
            <a:r>
              <a:rPr lang="en-US" altLang="zh-CN">
                <a:sym typeface="Wingdings" panose="05000000000000000000" pitchFamily="2" charset="2"/>
              </a:rPr>
              <a:t>5</a:t>
            </a:r>
            <a:r>
              <a:rPr lang="zh-CN" altLang="en-US">
                <a:sym typeface="Wingdings" panose="05000000000000000000" pitchFamily="2" charset="2"/>
              </a:rPr>
              <a:t>属性</a:t>
            </a:r>
            <a:r>
              <a:rPr lang="en-US" altLang="zh-CN">
                <a:sym typeface="Wingdings" panose="05000000000000000000" pitchFamily="2" charset="2"/>
              </a:rPr>
              <a:t>1</a:t>
            </a:r>
            <a:r>
              <a:rPr lang="zh-CN" altLang="en-US">
                <a:sym typeface="Wingdings" panose="05000000000000000000" pitchFamily="2" charset="2"/>
              </a:rPr>
              <a:t>、实体</a:t>
            </a:r>
            <a:r>
              <a:rPr lang="en-US" altLang="zh-CN">
                <a:sym typeface="Wingdings" panose="05000000000000000000" pitchFamily="2" charset="2"/>
              </a:rPr>
              <a:t>5</a:t>
            </a:r>
            <a:r>
              <a:rPr lang="zh-CN" altLang="en-US">
                <a:sym typeface="Wingdings" panose="05000000000000000000" pitchFamily="2" charset="2"/>
              </a:rPr>
              <a:t>属性</a:t>
            </a:r>
            <a:r>
              <a:rPr lang="en-US" altLang="zh-CN">
                <a:sym typeface="Wingdings" panose="05000000000000000000" pitchFamily="2" charset="2"/>
              </a:rPr>
              <a:t>2</a:t>
            </a:r>
            <a:r>
              <a:rPr lang="zh-CN" altLang="en-US">
                <a:sym typeface="Wingdings" panose="05000000000000000000" pitchFamily="2" charset="2"/>
              </a:rPr>
              <a:t>、</a:t>
            </a:r>
            <a:r>
              <a:rPr lang="en-US" altLang="zh-CN">
                <a:sym typeface="Wingdings" panose="05000000000000000000" pitchFamily="2" charset="2"/>
              </a:rPr>
              <a:t>……</a:t>
            </a:r>
            <a:r>
              <a:rPr lang="zh-CN" altLang="en-US">
                <a:sym typeface="Wingdings" panose="05000000000000000000" pitchFamily="2" charset="2"/>
              </a:rPr>
              <a:t>）</a:t>
            </a:r>
            <a:endParaRPr lang="en-US" altLang="zh-CN">
              <a:sym typeface="Wingdings" panose="05000000000000000000" pitchFamily="2" charset="2"/>
            </a:endParaRPr>
          </a:p>
          <a:p>
            <a:r>
              <a:rPr lang="zh-CN" altLang="en-US">
                <a:sym typeface="Wingdings" panose="05000000000000000000" pitchFamily="2" charset="2"/>
              </a:rPr>
              <a:t>实体</a:t>
            </a:r>
            <a:r>
              <a:rPr lang="en-US" altLang="zh-CN">
                <a:sym typeface="Wingdings" panose="05000000000000000000" pitchFamily="2" charset="2"/>
              </a:rPr>
              <a:t>6</a:t>
            </a:r>
            <a:r>
              <a:rPr lang="zh-CN" altLang="en-US">
                <a:sym typeface="Wingdings" panose="05000000000000000000" pitchFamily="2" charset="2"/>
              </a:rPr>
              <a:t>（实体</a:t>
            </a:r>
            <a:r>
              <a:rPr lang="en-US" altLang="zh-CN">
                <a:sym typeface="Wingdings" panose="05000000000000000000" pitchFamily="2" charset="2"/>
              </a:rPr>
              <a:t>6</a:t>
            </a:r>
            <a:r>
              <a:rPr lang="zh-CN" altLang="en-US">
                <a:sym typeface="Wingdings" panose="05000000000000000000" pitchFamily="2" charset="2"/>
              </a:rPr>
              <a:t>属性</a:t>
            </a:r>
            <a:r>
              <a:rPr lang="en-US" altLang="zh-CN">
                <a:sym typeface="Wingdings" panose="05000000000000000000" pitchFamily="2" charset="2"/>
              </a:rPr>
              <a:t>1</a:t>
            </a:r>
            <a:r>
              <a:rPr lang="zh-CN" altLang="en-US">
                <a:sym typeface="Wingdings" panose="05000000000000000000" pitchFamily="2" charset="2"/>
              </a:rPr>
              <a:t>、实体</a:t>
            </a:r>
            <a:r>
              <a:rPr lang="en-US" altLang="zh-CN">
                <a:sym typeface="Wingdings" panose="05000000000000000000" pitchFamily="2" charset="2"/>
              </a:rPr>
              <a:t>6</a:t>
            </a:r>
            <a:r>
              <a:rPr lang="zh-CN" altLang="en-US">
                <a:sym typeface="Wingdings" panose="05000000000000000000" pitchFamily="2" charset="2"/>
              </a:rPr>
              <a:t>属性</a:t>
            </a:r>
            <a:r>
              <a:rPr lang="en-US" altLang="zh-CN">
                <a:sym typeface="Wingdings" panose="05000000000000000000" pitchFamily="2" charset="2"/>
              </a:rPr>
              <a:t>2</a:t>
            </a:r>
            <a:r>
              <a:rPr lang="zh-CN" altLang="en-US">
                <a:sym typeface="Wingdings" panose="05000000000000000000" pitchFamily="2" charset="2"/>
              </a:rPr>
              <a:t>、</a:t>
            </a:r>
            <a:r>
              <a:rPr lang="en-US" altLang="zh-CN">
                <a:sym typeface="Wingdings" panose="05000000000000000000" pitchFamily="2" charset="2"/>
              </a:rPr>
              <a:t>……</a:t>
            </a:r>
            <a:r>
              <a:rPr lang="zh-CN" altLang="en-US">
                <a:sym typeface="Wingdings" panose="05000000000000000000" pitchFamily="2" charset="2"/>
              </a:rPr>
              <a:t>）</a:t>
            </a:r>
            <a:endParaRPr lang="en-US" altLang="zh-CN">
              <a:sym typeface="Wingdings" panose="05000000000000000000" pitchFamily="2" charset="2"/>
            </a:endParaRPr>
          </a:p>
          <a:p>
            <a:r>
              <a:rPr lang="zh-CN" altLang="en-US">
                <a:sym typeface="Wingdings" panose="05000000000000000000" pitchFamily="2" charset="2"/>
              </a:rPr>
              <a:t>关系</a:t>
            </a:r>
            <a:r>
              <a:rPr lang="en-US" altLang="zh-CN">
                <a:sym typeface="Wingdings" panose="05000000000000000000" pitchFamily="2" charset="2"/>
              </a:rPr>
              <a:t>3</a:t>
            </a:r>
            <a:r>
              <a:rPr lang="zh-CN" altLang="en-US">
                <a:sym typeface="Wingdings" panose="05000000000000000000" pitchFamily="2" charset="2"/>
              </a:rPr>
              <a:t>（ 关系</a:t>
            </a:r>
            <a:r>
              <a:rPr lang="en-US" altLang="zh-CN">
                <a:sym typeface="Wingdings" panose="05000000000000000000" pitchFamily="2" charset="2"/>
              </a:rPr>
              <a:t>3</a:t>
            </a:r>
            <a:r>
              <a:rPr lang="zh-CN" altLang="en-US">
                <a:sym typeface="Wingdings" panose="05000000000000000000" pitchFamily="2" charset="2"/>
              </a:rPr>
              <a:t>属性</a:t>
            </a:r>
            <a:r>
              <a:rPr lang="en-US" altLang="zh-CN">
                <a:sym typeface="Wingdings" panose="05000000000000000000" pitchFamily="2" charset="2"/>
              </a:rPr>
              <a:t>1</a:t>
            </a:r>
            <a:r>
              <a:rPr lang="zh-CN" altLang="en-US">
                <a:sym typeface="Wingdings" panose="05000000000000000000" pitchFamily="2" charset="2"/>
              </a:rPr>
              <a:t>、关系</a:t>
            </a:r>
            <a:r>
              <a:rPr lang="en-US" altLang="zh-CN">
                <a:sym typeface="Wingdings" panose="05000000000000000000" pitchFamily="2" charset="2"/>
              </a:rPr>
              <a:t>3</a:t>
            </a:r>
            <a:r>
              <a:rPr lang="zh-CN" altLang="en-US">
                <a:sym typeface="Wingdings" panose="05000000000000000000" pitchFamily="2" charset="2"/>
              </a:rPr>
              <a:t>属性</a:t>
            </a:r>
            <a:r>
              <a:rPr lang="en-US" altLang="zh-CN">
                <a:sym typeface="Wingdings" panose="05000000000000000000" pitchFamily="2" charset="2"/>
              </a:rPr>
              <a:t>2</a:t>
            </a:r>
            <a:r>
              <a:rPr lang="zh-CN" altLang="en-US">
                <a:sym typeface="Wingdings" panose="05000000000000000000" pitchFamily="2" charset="2"/>
              </a:rPr>
              <a:t>、</a:t>
            </a:r>
            <a:r>
              <a:rPr lang="en-US" altLang="zh-CN">
                <a:sym typeface="Wingdings" panose="05000000000000000000" pitchFamily="2" charset="2"/>
              </a:rPr>
              <a:t>……</a:t>
            </a:r>
            <a:r>
              <a:rPr lang="zh-CN" altLang="en-US">
                <a:sym typeface="Wingdings" panose="05000000000000000000" pitchFamily="2" charset="2"/>
              </a:rPr>
              <a:t>、实体</a:t>
            </a:r>
            <a:r>
              <a:rPr lang="en-US" altLang="zh-CN">
                <a:sym typeface="Wingdings" panose="05000000000000000000" pitchFamily="2" charset="2"/>
              </a:rPr>
              <a:t>5</a:t>
            </a:r>
            <a:r>
              <a:rPr lang="zh-CN" altLang="en-US">
                <a:sym typeface="Wingdings" panose="05000000000000000000" pitchFamily="2" charset="2"/>
              </a:rPr>
              <a:t>主键、实体</a:t>
            </a:r>
            <a:r>
              <a:rPr lang="en-US" altLang="zh-CN">
                <a:sym typeface="Wingdings" panose="05000000000000000000" pitchFamily="2" charset="2"/>
              </a:rPr>
              <a:t>6</a:t>
            </a:r>
            <a:r>
              <a:rPr lang="zh-CN" altLang="en-US">
                <a:sym typeface="Wingdings" panose="05000000000000000000" pitchFamily="2" charset="2"/>
              </a:rPr>
              <a:t>主键）</a:t>
            </a:r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949D0974-2A6A-43B1-9B38-96A77F2557BF}"/>
              </a:ext>
            </a:extLst>
          </p:cNvPr>
          <p:cNvSpPr txBox="1"/>
          <p:nvPr/>
        </p:nvSpPr>
        <p:spPr>
          <a:xfrm flipH="1">
            <a:off x="4884073" y="3573016"/>
            <a:ext cx="173363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sym typeface="Wingdings" panose="05000000000000000000" pitchFamily="2" charset="2"/>
              </a:rPr>
              <a:t>实体</a:t>
            </a:r>
            <a:r>
              <a:rPr lang="en-US" altLang="zh-CN">
                <a:sym typeface="Wingdings" panose="05000000000000000000" pitchFamily="2" charset="2"/>
              </a:rPr>
              <a:t>5</a:t>
            </a:r>
            <a:r>
              <a:rPr lang="zh-CN" altLang="en-US">
                <a:sym typeface="Wingdings" panose="05000000000000000000" pitchFamily="2" charset="2"/>
              </a:rPr>
              <a:t>：员工</a:t>
            </a:r>
            <a:endParaRPr lang="en-US" altLang="zh-CN">
              <a:sym typeface="Wingdings" panose="05000000000000000000" pitchFamily="2" charset="2"/>
            </a:endParaRPr>
          </a:p>
          <a:p>
            <a:r>
              <a:rPr lang="zh-CN" altLang="en-US">
                <a:sym typeface="Wingdings" panose="05000000000000000000" pitchFamily="2" charset="2"/>
              </a:rPr>
              <a:t>实体</a:t>
            </a:r>
            <a:r>
              <a:rPr lang="en-US" altLang="zh-CN">
                <a:sym typeface="Wingdings" panose="05000000000000000000" pitchFamily="2" charset="2"/>
              </a:rPr>
              <a:t>6</a:t>
            </a:r>
            <a:r>
              <a:rPr lang="zh-CN" altLang="en-US">
                <a:sym typeface="Wingdings" panose="05000000000000000000" pitchFamily="2" charset="2"/>
              </a:rPr>
              <a:t>：商品</a:t>
            </a:r>
            <a:endParaRPr lang="en-US" altLang="zh-CN">
              <a:sym typeface="Wingdings" panose="05000000000000000000" pitchFamily="2" charset="2"/>
            </a:endParaRPr>
          </a:p>
          <a:p>
            <a:r>
              <a:rPr lang="zh-CN" altLang="en-US">
                <a:sym typeface="Wingdings" panose="05000000000000000000" pitchFamily="2" charset="2"/>
              </a:rPr>
              <a:t>关系</a:t>
            </a:r>
            <a:r>
              <a:rPr lang="en-US" altLang="zh-CN">
                <a:sym typeface="Wingdings" panose="05000000000000000000" pitchFamily="2" charset="2"/>
              </a:rPr>
              <a:t>3</a:t>
            </a:r>
            <a:r>
              <a:rPr lang="zh-CN" altLang="en-US">
                <a:sym typeface="Wingdings" panose="05000000000000000000" pitchFamily="2" charset="2"/>
              </a:rPr>
              <a:t>：销售</a:t>
            </a:r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E78216B5-D242-40B1-9FDC-891CE36EE6BD}"/>
              </a:ext>
            </a:extLst>
          </p:cNvPr>
          <p:cNvSpPr txBox="1"/>
          <p:nvPr/>
        </p:nvSpPr>
        <p:spPr>
          <a:xfrm flipH="1">
            <a:off x="6753557" y="3573016"/>
            <a:ext cx="482453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sym typeface="Wingdings" panose="05000000000000000000" pitchFamily="2" charset="2"/>
              </a:rPr>
              <a:t>员工（</a:t>
            </a:r>
            <a:r>
              <a:rPr lang="zh-CN" altLang="en-US">
                <a:solidFill>
                  <a:srgbClr val="FF0000"/>
                </a:solidFill>
                <a:sym typeface="Wingdings" panose="05000000000000000000" pitchFamily="2" charset="2"/>
              </a:rPr>
              <a:t>员工代码</a:t>
            </a:r>
            <a:r>
              <a:rPr lang="zh-CN" altLang="en-US">
                <a:sym typeface="Wingdings" panose="05000000000000000000" pitchFamily="2" charset="2"/>
              </a:rPr>
              <a:t>、姓名、性别、年龄、职务）</a:t>
            </a:r>
            <a:endParaRPr lang="en-US" altLang="zh-CN">
              <a:sym typeface="Wingdings" panose="05000000000000000000" pitchFamily="2" charset="2"/>
            </a:endParaRPr>
          </a:p>
          <a:p>
            <a:r>
              <a:rPr lang="zh-CN" altLang="en-US">
                <a:sym typeface="Wingdings" panose="05000000000000000000" pitchFamily="2" charset="2"/>
              </a:rPr>
              <a:t>商品（</a:t>
            </a:r>
            <a:r>
              <a:rPr lang="zh-CN" altLang="en-US">
                <a:solidFill>
                  <a:srgbClr val="FF0000"/>
                </a:solidFill>
                <a:sym typeface="Wingdings" panose="05000000000000000000" pitchFamily="2" charset="2"/>
              </a:rPr>
              <a:t>商品代码</a:t>
            </a:r>
            <a:r>
              <a:rPr lang="zh-CN" altLang="en-US">
                <a:sym typeface="Wingdings" panose="05000000000000000000" pitchFamily="2" charset="2"/>
              </a:rPr>
              <a:t>、商品名称、单价、数量）</a:t>
            </a:r>
            <a:endParaRPr lang="en-US" altLang="zh-CN">
              <a:sym typeface="Wingdings" panose="05000000000000000000" pitchFamily="2" charset="2"/>
            </a:endParaRPr>
          </a:p>
          <a:p>
            <a:r>
              <a:rPr lang="zh-CN" altLang="en-US">
                <a:sym typeface="Wingdings" panose="05000000000000000000" pitchFamily="2" charset="2"/>
              </a:rPr>
              <a:t>销售（销售量、</a:t>
            </a:r>
            <a:r>
              <a:rPr lang="zh-CN" altLang="en-US">
                <a:solidFill>
                  <a:srgbClr val="FF0000"/>
                </a:solidFill>
                <a:highlight>
                  <a:srgbClr val="FFFF00"/>
                </a:highlight>
                <a:sym typeface="Wingdings" panose="05000000000000000000" pitchFamily="2" charset="2"/>
              </a:rPr>
              <a:t>员工代码</a:t>
            </a:r>
            <a:r>
              <a:rPr lang="zh-CN" altLang="en-US">
                <a:sym typeface="Wingdings" panose="05000000000000000000" pitchFamily="2" charset="2"/>
              </a:rPr>
              <a:t>、</a:t>
            </a:r>
            <a:r>
              <a:rPr lang="zh-CN" altLang="en-US">
                <a:solidFill>
                  <a:srgbClr val="FF0000"/>
                </a:solidFill>
                <a:highlight>
                  <a:srgbClr val="FFFF00"/>
                </a:highlight>
                <a:sym typeface="Wingdings" panose="05000000000000000000" pitchFamily="2" charset="2"/>
              </a:rPr>
              <a:t>商品代码</a:t>
            </a:r>
            <a:r>
              <a:rPr lang="zh-CN" altLang="en-US">
                <a:sym typeface="Wingdings" panose="05000000000000000000" pitchFamily="2" charset="2"/>
              </a:rPr>
              <a:t>）</a:t>
            </a:r>
            <a:endParaRPr lang="zh-CN" altLang="en-US"/>
          </a:p>
        </p:txBody>
      </p:sp>
      <p:sp>
        <p:nvSpPr>
          <p:cNvPr id="3" name="标注: 上箭头 2">
            <a:extLst>
              <a:ext uri="{FF2B5EF4-FFF2-40B4-BE49-F238E27FC236}">
                <a16:creationId xmlns:a16="http://schemas.microsoft.com/office/drawing/2014/main" id="{E9A04738-B438-A038-31E7-C10943704EE6}"/>
              </a:ext>
            </a:extLst>
          </p:cNvPr>
          <p:cNvSpPr/>
          <p:nvPr/>
        </p:nvSpPr>
        <p:spPr>
          <a:xfrm>
            <a:off x="8184232" y="4513822"/>
            <a:ext cx="2520280" cy="1507466"/>
          </a:xfrm>
          <a:prstGeom prst="upArrow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/>
              <a:t>联合主键</a:t>
            </a:r>
            <a:endParaRPr lang="en-US" altLang="zh-CN"/>
          </a:p>
          <a:p>
            <a:pPr algn="ctr"/>
            <a:r>
              <a:rPr lang="zh-CN" altLang="en-US"/>
              <a:t>（员工代码、商品代码）</a:t>
            </a:r>
          </a:p>
        </p:txBody>
      </p:sp>
    </p:spTree>
    <p:extLst>
      <p:ext uri="{BB962C8B-B14F-4D97-AF65-F5344CB8AC3E}">
        <p14:creationId xmlns:p14="http://schemas.microsoft.com/office/powerpoint/2010/main" val="13685071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000"/>
                            </p:stCondLst>
                            <p:childTnLst>
                              <p:par>
                                <p:cTn id="38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3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/>
              <a:t>拓展：从</a:t>
            </a:r>
            <a:r>
              <a:rPr lang="en-US" altLang="zh-CN"/>
              <a:t>ER</a:t>
            </a:r>
            <a:r>
              <a:rPr lang="zh-CN" altLang="en-US"/>
              <a:t>图</a:t>
            </a:r>
            <a:r>
              <a:rPr lang="en-US" altLang="zh-CN"/>
              <a:t>—</a:t>
            </a:r>
            <a:r>
              <a:rPr lang="zh-CN" altLang="en-US"/>
              <a:t>关系模型</a:t>
            </a:r>
            <a:r>
              <a:rPr lang="en-US" altLang="zh-CN"/>
              <a:t>—MySQL</a:t>
            </a:r>
            <a:r>
              <a:rPr lang="zh-CN" altLang="en-US" sz="3600"/>
              <a:t>（从概念模型</a:t>
            </a:r>
            <a:r>
              <a:rPr lang="en-US" altLang="zh-CN" sz="3600"/>
              <a:t>-</a:t>
            </a:r>
            <a:r>
              <a:rPr lang="zh-CN" altLang="en-US" sz="3600"/>
              <a:t>逻辑模型</a:t>
            </a:r>
            <a:r>
              <a:rPr lang="en-US" altLang="zh-CN" sz="3600"/>
              <a:t>-</a:t>
            </a:r>
            <a:r>
              <a:rPr lang="zh-CN" altLang="en-US" sz="3600"/>
              <a:t>物理模型）</a:t>
            </a:r>
            <a:endParaRPr lang="zh-CN" altLang="en-US" dirty="0"/>
          </a:p>
        </p:txBody>
      </p:sp>
      <p:graphicFrame>
        <p:nvGraphicFramePr>
          <p:cNvPr id="4" name="内容占位符 3"/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1318659432"/>
              </p:ext>
            </p:extLst>
          </p:nvPr>
        </p:nvGraphicFramePr>
        <p:xfrm>
          <a:off x="2136774" y="1600201"/>
          <a:ext cx="9215809" cy="49244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719568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B5AEDDC9-0B6E-46DC-BAEB-ACB046116F9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graphicEl>
                                              <a:dgm id="{B5AEDDC9-0B6E-46DC-BAEB-ACB046116F9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graphicEl>
                                              <a:dgm id="{B5AEDDC9-0B6E-46DC-BAEB-ACB046116F9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17D6A7FD-4B9A-463A-B9D8-1CDE3904DF1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graphicEl>
                                              <a:dgm id="{17D6A7FD-4B9A-463A-B9D8-1CDE3904DF1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graphicEl>
                                              <a:dgm id="{17D6A7FD-4B9A-463A-B9D8-1CDE3904DF1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ECC3A7DF-A19F-4CC9-B1CB-FFBAC7F1BAC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graphicEl>
                                              <a:dgm id="{ECC3A7DF-A19F-4CC9-B1CB-FFBAC7F1BAC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graphicEl>
                                              <a:dgm id="{ECC3A7DF-A19F-4CC9-B1CB-FFBAC7F1BAC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32E70605-C896-4BD8-97BB-E263DBA8B79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>
                                            <p:graphicEl>
                                              <a:dgm id="{32E70605-C896-4BD8-97BB-E263DBA8B79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>
                                            <p:graphicEl>
                                              <a:dgm id="{32E70605-C896-4BD8-97BB-E263DBA8B79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59755B19-7669-4FA7-91F7-E9798304439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>
                                            <p:graphicEl>
                                              <a:dgm id="{59755B19-7669-4FA7-91F7-E9798304439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>
                                            <p:graphicEl>
                                              <a:dgm id="{59755B19-7669-4FA7-91F7-E9798304439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CC9BECB2-0D13-4DB1-A868-0BF864A2A7B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">
                                            <p:graphicEl>
                                              <a:dgm id="{CC9BECB2-0D13-4DB1-A868-0BF864A2A7B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">
                                            <p:graphicEl>
                                              <a:dgm id="{CC9BECB2-0D13-4DB1-A868-0BF864A2A7B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A78042E6-B901-45F8-AB51-404A68B58E9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">
                                            <p:graphicEl>
                                              <a:dgm id="{A78042E6-B901-45F8-AB51-404A68B58E9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">
                                            <p:graphicEl>
                                              <a:dgm id="{A78042E6-B901-45F8-AB51-404A68B58E9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50D538FF-0201-4541-B7A6-DC95E04B4A4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4">
                                            <p:graphicEl>
                                              <a:dgm id="{50D538FF-0201-4541-B7A6-DC95E04B4A4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4">
                                            <p:graphicEl>
                                              <a:dgm id="{50D538FF-0201-4541-B7A6-DC95E04B4A4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 uiExpand="1">
        <p:bldSub>
          <a:bldDgm bld="one"/>
        </p:bldSub>
      </p:bldGraphic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思考：几</a:t>
            </a:r>
            <a:r>
              <a:rPr lang="zh-CN" altLang="en-US" dirty="0"/>
              <a:t>张表？每个表几个字段？</a:t>
            </a:r>
          </a:p>
        </p:txBody>
      </p:sp>
      <p:pic>
        <p:nvPicPr>
          <p:cNvPr id="4" name="内容占位符 3"/>
          <p:cNvPicPr>
            <a:picLocks noGrp="1" noChangeAspect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6775" y="2692566"/>
            <a:ext cx="8153400" cy="2739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15779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050DCBD-8DC8-4767-936B-FA81A93C96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练习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56C95EC-E5B2-40DD-AB26-79888AE4784E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zh-CN" altLang="en-US"/>
              <a:t>要求：请分析教务管理系统中</a:t>
            </a:r>
            <a:r>
              <a:rPr lang="zh-CN" altLang="en-US">
                <a:solidFill>
                  <a:srgbClr val="FF0000"/>
                </a:solidFill>
              </a:rPr>
              <a:t>班级</a:t>
            </a:r>
            <a:r>
              <a:rPr lang="zh-CN" altLang="en-US"/>
              <a:t>和</a:t>
            </a:r>
            <a:r>
              <a:rPr lang="zh-CN" altLang="en-US">
                <a:solidFill>
                  <a:srgbClr val="FF0000"/>
                </a:solidFill>
              </a:rPr>
              <a:t>专业</a:t>
            </a:r>
            <a:r>
              <a:rPr lang="zh-CN" altLang="en-US"/>
              <a:t>的关系，绘制出班级实体和专业实体的</a:t>
            </a:r>
            <a:r>
              <a:rPr lang="en-US" altLang="zh-CN"/>
              <a:t>E-R</a:t>
            </a:r>
            <a:r>
              <a:rPr lang="zh-CN" altLang="en-US"/>
              <a:t>图；再把</a:t>
            </a:r>
            <a:r>
              <a:rPr lang="en-US" altLang="zh-CN"/>
              <a:t>E-R</a:t>
            </a:r>
            <a:r>
              <a:rPr lang="zh-CN" altLang="en-US"/>
              <a:t>图转换为关系模型</a:t>
            </a:r>
            <a:endParaRPr lang="en-US" altLang="zh-CN"/>
          </a:p>
          <a:p>
            <a:r>
              <a:rPr lang="zh-CN" altLang="en-US">
                <a:solidFill>
                  <a:srgbClr val="FF0000"/>
                </a:solidFill>
              </a:rPr>
              <a:t>注意</a:t>
            </a:r>
            <a:r>
              <a:rPr lang="zh-CN" altLang="en-US"/>
              <a:t>：把</a:t>
            </a:r>
            <a:r>
              <a:rPr lang="en-US" altLang="zh-CN"/>
              <a:t>E-R</a:t>
            </a:r>
            <a:r>
              <a:rPr lang="zh-CN" altLang="en-US"/>
              <a:t>图和关系模型的转换结果写在教材的</a:t>
            </a:r>
            <a:r>
              <a:rPr lang="zh-CN" altLang="en-US">
                <a:solidFill>
                  <a:srgbClr val="FF0000"/>
                </a:solidFill>
              </a:rPr>
              <a:t>背面</a:t>
            </a:r>
          </a:p>
        </p:txBody>
      </p:sp>
    </p:spTree>
    <p:extLst>
      <p:ext uri="{BB962C8B-B14F-4D97-AF65-F5344CB8AC3E}">
        <p14:creationId xmlns:p14="http://schemas.microsoft.com/office/powerpoint/2010/main" val="85687458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848071D-3C26-4972-5763-B566BC4F32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数据表的物理优化原则</a:t>
            </a:r>
          </a:p>
        </p:txBody>
      </p:sp>
      <p:graphicFrame>
        <p:nvGraphicFramePr>
          <p:cNvPr id="4" name="内容占位符 3">
            <a:extLst>
              <a:ext uri="{FF2B5EF4-FFF2-40B4-BE49-F238E27FC236}">
                <a16:creationId xmlns:a16="http://schemas.microsoft.com/office/drawing/2014/main" id="{7D98BFC3-3188-B18E-5907-B4236FC15C31}"/>
              </a:ext>
            </a:extLst>
          </p:cNvPr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2993413826"/>
              </p:ext>
            </p:extLst>
          </p:nvPr>
        </p:nvGraphicFramePr>
        <p:xfrm>
          <a:off x="817563" y="1600200"/>
          <a:ext cx="10871200" cy="49244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3391088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393FC78C-3805-48DB-B5ED-5DD7C000AFA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graphicEl>
                                              <a:dgm id="{393FC78C-3805-48DB-B5ED-5DD7C000AFA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graphicEl>
                                              <a:dgm id="{393FC78C-3805-48DB-B5ED-5DD7C000AFA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0FBFB211-AC5A-4990-9B2A-3443A229E26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>
                                            <p:graphicEl>
                                              <a:dgm id="{0FBFB211-AC5A-4990-9B2A-3443A229E26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graphicEl>
                                              <a:dgm id="{0FBFB211-AC5A-4990-9B2A-3443A229E26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308C32BB-82B9-454A-8486-81ED9347E74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>
                                            <p:graphicEl>
                                              <a:dgm id="{308C32BB-82B9-454A-8486-81ED9347E74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graphicEl>
                                              <a:dgm id="{308C32BB-82B9-454A-8486-81ED9347E74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BF8E18F2-D40F-438C-BBD9-1D514C4B9DA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">
                                            <p:graphicEl>
                                              <a:dgm id="{BF8E18F2-D40F-438C-BBD9-1D514C4B9DA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">
                                            <p:graphicEl>
                                              <a:dgm id="{BF8E18F2-D40F-438C-BBD9-1D514C4B9DA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28C7AC68-FBB9-423F-AFF6-19FDFBD4245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4">
                                            <p:graphicEl>
                                              <a:dgm id="{28C7AC68-FBB9-423F-AFF6-19FDFBD4245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">
                                            <p:graphicEl>
                                              <a:dgm id="{28C7AC68-FBB9-423F-AFF6-19FDFBD4245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BBF21DC8-59CB-490C-8C99-3B0AFD64DAC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4">
                                            <p:graphicEl>
                                              <a:dgm id="{BBF21DC8-59CB-490C-8C99-3B0AFD64DAC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4">
                                            <p:graphicEl>
                                              <a:dgm id="{BBF21DC8-59CB-490C-8C99-3B0AFD64DAC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 uiExpand="1">
        <p:bldSub>
          <a:bldDgm bld="one"/>
        </p:bldSub>
      </p:bldGraphic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zh-CN" altLang="en-US"/>
              <a:t>绘制</a:t>
            </a:r>
            <a:r>
              <a:rPr lang="en-US" altLang="zh-CN"/>
              <a:t>ER</a:t>
            </a:r>
            <a:r>
              <a:rPr lang="zh-CN" altLang="en-US"/>
              <a:t>图的要点</a:t>
            </a:r>
          </a:p>
          <a:p>
            <a:pPr lvl="0"/>
            <a:r>
              <a:rPr lang="zh-CN" altLang="en-US"/>
              <a:t>从</a:t>
            </a:r>
            <a:r>
              <a:rPr lang="en-US" altLang="zh-CN"/>
              <a:t>ER</a:t>
            </a:r>
            <a:r>
              <a:rPr lang="zh-CN" altLang="en-US"/>
              <a:t>图到关系模型的转换</a:t>
            </a:r>
            <a:endParaRPr lang="en-US" altLang="zh-CN"/>
          </a:p>
          <a:p>
            <a:r>
              <a:rPr lang="zh-CN" altLang="en-US" sz="3600" b="1">
                <a:solidFill>
                  <a:srgbClr val="FFC000"/>
                </a:solidFill>
              </a:rPr>
              <a:t>为教务管理系统数据库绘制</a:t>
            </a:r>
            <a:r>
              <a:rPr lang="en-US" altLang="zh-CN" sz="3600" b="1">
                <a:solidFill>
                  <a:srgbClr val="FFC000"/>
                </a:solidFill>
              </a:rPr>
              <a:t>ER</a:t>
            </a:r>
            <a:r>
              <a:rPr lang="zh-CN" altLang="en-US" sz="3600" b="1">
                <a:solidFill>
                  <a:srgbClr val="FFC000"/>
                </a:solidFill>
              </a:rPr>
              <a:t>图</a:t>
            </a: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altLang="en-US"/>
              <a:t>MySQL</a:t>
            </a:r>
            <a:r>
              <a:rPr lang="zh-CN" altLang="en-US"/>
              <a:t>数据库的设计</a:t>
            </a:r>
          </a:p>
        </p:txBody>
      </p:sp>
    </p:spTree>
    <p:extLst>
      <p:ext uri="{BB962C8B-B14F-4D97-AF65-F5344CB8AC3E}">
        <p14:creationId xmlns:p14="http://schemas.microsoft.com/office/powerpoint/2010/main" val="303660993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分析功能：</a:t>
            </a:r>
            <a:r>
              <a:rPr lang="zh-CN" altLang="zh-CN" dirty="0"/>
              <a:t>登录</a:t>
            </a:r>
            <a:endParaRPr lang="zh-CN" altLang="en-US" dirty="0"/>
          </a:p>
        </p:txBody>
      </p:sp>
      <p:pic>
        <p:nvPicPr>
          <p:cNvPr id="7" name="内容占位符 6">
            <a:extLst>
              <a:ext uri="{FF2B5EF4-FFF2-40B4-BE49-F238E27FC236}">
                <a16:creationId xmlns:a16="http://schemas.microsoft.com/office/drawing/2014/main" id="{F98520E1-6EFB-7A26-BD89-9E1F7CE20A58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1564733" y="1600200"/>
            <a:ext cx="9376860" cy="4924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30448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分析功能：</a:t>
            </a:r>
            <a:r>
              <a:rPr lang="zh-CN" altLang="en-US"/>
              <a:t>门户页</a:t>
            </a:r>
            <a:endParaRPr lang="zh-CN" altLang="en-US" dirty="0"/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D5F2E1C2-55C8-2C32-F204-D86FE12447BF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2079921" y="1600200"/>
            <a:ext cx="8346483" cy="4924425"/>
          </a:xfrm>
          <a:prstGeom prst="rect">
            <a:avLst/>
          </a:prstGeom>
          <a:ln>
            <a:solidFill>
              <a:srgbClr val="F07F09"/>
            </a:solidFill>
          </a:ln>
        </p:spPr>
      </p:pic>
    </p:spTree>
    <p:extLst>
      <p:ext uri="{BB962C8B-B14F-4D97-AF65-F5344CB8AC3E}">
        <p14:creationId xmlns:p14="http://schemas.microsoft.com/office/powerpoint/2010/main" val="1345786639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A5D2400-3433-4533-B619-A75FC85F27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教学任务查询</a:t>
            </a:r>
          </a:p>
        </p:txBody>
      </p:sp>
      <p:pic>
        <p:nvPicPr>
          <p:cNvPr id="8" name="内容占位符 7">
            <a:extLst>
              <a:ext uri="{FF2B5EF4-FFF2-40B4-BE49-F238E27FC236}">
                <a16:creationId xmlns:a16="http://schemas.microsoft.com/office/drawing/2014/main" id="{6A9FDF75-37A5-BF81-4A8A-CCB45BCD78FB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1325170" y="1600200"/>
            <a:ext cx="9855986" cy="4924425"/>
          </a:xfrm>
          <a:prstGeom prst="rect">
            <a:avLst/>
          </a:prstGeom>
          <a:ln>
            <a:solidFill>
              <a:srgbClr val="F07F09"/>
            </a:solidFill>
          </a:ln>
        </p:spPr>
      </p:pic>
    </p:spTree>
    <p:extLst>
      <p:ext uri="{BB962C8B-B14F-4D97-AF65-F5344CB8AC3E}">
        <p14:creationId xmlns:p14="http://schemas.microsoft.com/office/powerpoint/2010/main" val="2033391338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9B0C1E2-C86F-854D-864F-911093B1CB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成绩录入</a:t>
            </a:r>
          </a:p>
        </p:txBody>
      </p:sp>
      <p:pic>
        <p:nvPicPr>
          <p:cNvPr id="7" name="内容占位符 6">
            <a:extLst>
              <a:ext uri="{FF2B5EF4-FFF2-40B4-BE49-F238E27FC236}">
                <a16:creationId xmlns:a16="http://schemas.microsoft.com/office/drawing/2014/main" id="{7789D75B-23B0-93A0-5E16-E86D9094C845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812800" y="2630243"/>
            <a:ext cx="5181600" cy="2853226"/>
          </a:xfrm>
          <a:prstGeom prst="rect">
            <a:avLst/>
          </a:prstGeom>
          <a:ln>
            <a:solidFill>
              <a:srgbClr val="F07F09"/>
            </a:solidFill>
          </a:ln>
        </p:spPr>
      </p:pic>
      <p:pic>
        <p:nvPicPr>
          <p:cNvPr id="9" name="内容占位符 8">
            <a:extLst>
              <a:ext uri="{FF2B5EF4-FFF2-40B4-BE49-F238E27FC236}">
                <a16:creationId xmlns:a16="http://schemas.microsoft.com/office/drawing/2014/main" id="{2D7D783A-D97E-6AE6-174F-80CC07D1A483}"/>
              </a:ext>
            </a:extLst>
          </p:cNvPr>
          <p:cNvPicPr>
            <a:picLocks noGrp="1" noChangeAspect="1"/>
          </p:cNvPicPr>
          <p:nvPr>
            <p:ph sz="quarter" idx="2"/>
          </p:nvPr>
        </p:nvPicPr>
        <p:blipFill>
          <a:blip r:embed="rId3"/>
          <a:stretch>
            <a:fillRect/>
          </a:stretch>
        </p:blipFill>
        <p:spPr>
          <a:xfrm>
            <a:off x="6459538" y="2620803"/>
            <a:ext cx="5181600" cy="2872106"/>
          </a:xfrm>
          <a:prstGeom prst="rect">
            <a:avLst/>
          </a:prstGeom>
          <a:ln>
            <a:solidFill>
              <a:srgbClr val="F07F09"/>
            </a:solidFill>
          </a:ln>
        </p:spPr>
      </p:pic>
    </p:spTree>
    <p:extLst>
      <p:ext uri="{BB962C8B-B14F-4D97-AF65-F5344CB8AC3E}">
        <p14:creationId xmlns:p14="http://schemas.microsoft.com/office/powerpoint/2010/main" val="2185855855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分析功能</a:t>
            </a:r>
            <a:r>
              <a:rPr lang="en-US" altLang="zh-CN" dirty="0">
                <a:sym typeface="Wingdings" panose="05000000000000000000" pitchFamily="2" charset="2"/>
              </a:rPr>
              <a:t></a:t>
            </a:r>
            <a:r>
              <a:rPr lang="zh-CN" altLang="en-US" dirty="0">
                <a:sym typeface="Wingdings" panose="05000000000000000000" pitchFamily="2" charset="2"/>
              </a:rPr>
              <a:t>抓住实体</a:t>
            </a:r>
            <a:endParaRPr lang="zh-CN" altLang="en-US" dirty="0"/>
          </a:p>
        </p:txBody>
      </p:sp>
      <p:graphicFrame>
        <p:nvGraphicFramePr>
          <p:cNvPr id="5" name="内容占位符 4"/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4095976405"/>
              </p:ext>
            </p:extLst>
          </p:nvPr>
        </p:nvGraphicFramePr>
        <p:xfrm>
          <a:off x="263352" y="2348880"/>
          <a:ext cx="8153400" cy="23042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剪去单角的矩形 2"/>
          <p:cNvSpPr/>
          <p:nvPr/>
        </p:nvSpPr>
        <p:spPr>
          <a:xfrm>
            <a:off x="8688288" y="1772816"/>
            <a:ext cx="3312368" cy="4608512"/>
          </a:xfrm>
          <a:prstGeom prst="snip1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问题：</a:t>
            </a:r>
            <a:endParaRPr lang="en-US" altLang="zh-CN" dirty="0"/>
          </a:p>
          <a:p>
            <a:pPr algn="ctr"/>
            <a:endParaRPr lang="en-US" altLang="zh-CN" dirty="0"/>
          </a:p>
          <a:p>
            <a:r>
              <a:rPr lang="zh-CN" altLang="en-US" dirty="0"/>
              <a:t>了解了教务管理系统的业务功能后，你认为下面哪个不需要设计为实体？</a:t>
            </a:r>
            <a:endParaRPr lang="en-US" altLang="zh-CN" dirty="0"/>
          </a:p>
          <a:p>
            <a:endParaRPr lang="en-US" altLang="zh-CN" dirty="0"/>
          </a:p>
          <a:p>
            <a:pPr marL="342900" indent="-342900">
              <a:buFont typeface="+mj-lt"/>
              <a:buAutoNum type="alphaUcPeriod"/>
            </a:pPr>
            <a:r>
              <a:rPr lang="zh-CN" altLang="en-US" dirty="0"/>
              <a:t>学生</a:t>
            </a:r>
            <a:endParaRPr lang="en-US" altLang="zh-CN" dirty="0"/>
          </a:p>
          <a:p>
            <a:pPr marL="342900" indent="-342900">
              <a:buFont typeface="+mj-lt"/>
              <a:buAutoNum type="alphaUcPeriod"/>
            </a:pPr>
            <a:r>
              <a:rPr lang="zh-CN" altLang="en-US" dirty="0"/>
              <a:t>密码</a:t>
            </a:r>
            <a:endParaRPr lang="en-US" altLang="zh-CN" dirty="0"/>
          </a:p>
          <a:p>
            <a:pPr marL="342900" indent="-342900">
              <a:buFont typeface="+mj-lt"/>
              <a:buAutoNum type="alphaUcPeriod"/>
            </a:pPr>
            <a:r>
              <a:rPr lang="zh-CN" altLang="en-US" dirty="0"/>
              <a:t>课程</a:t>
            </a:r>
            <a:endParaRPr lang="en-US" altLang="zh-CN" dirty="0"/>
          </a:p>
          <a:p>
            <a:pPr marL="342900" indent="-342900">
              <a:buFont typeface="+mj-lt"/>
              <a:buAutoNum type="alphaUcPeriod"/>
            </a:pPr>
            <a:r>
              <a:rPr lang="zh-CN" altLang="en-US" dirty="0"/>
              <a:t>教师</a:t>
            </a:r>
            <a:endParaRPr lang="en-US" altLang="zh-CN" dirty="0"/>
          </a:p>
          <a:p>
            <a:pPr marL="342900" indent="-342900">
              <a:buFont typeface="+mj-lt"/>
              <a:buAutoNum type="alphaUcPeriod"/>
            </a:pPr>
            <a:r>
              <a:rPr lang="zh-CN" altLang="en-US" dirty="0"/>
              <a:t>授课时间</a:t>
            </a:r>
            <a:endParaRPr lang="en-US" altLang="zh-CN" dirty="0"/>
          </a:p>
          <a:p>
            <a:pPr marL="342900" indent="-342900">
              <a:buFont typeface="+mj-lt"/>
              <a:buAutoNum type="alphaUcPeriod"/>
            </a:pPr>
            <a:r>
              <a:rPr lang="zh-CN" altLang="en-US" dirty="0"/>
              <a:t>学期</a:t>
            </a:r>
            <a:endParaRPr lang="en-US" altLang="zh-CN" dirty="0"/>
          </a:p>
          <a:p>
            <a:pPr marL="342900" indent="-342900">
              <a:buFont typeface="+mj-lt"/>
              <a:buAutoNum type="alphaUcPeriod"/>
            </a:pPr>
            <a:r>
              <a:rPr lang="zh-CN" altLang="en-US" dirty="0"/>
              <a:t>学校</a:t>
            </a:r>
            <a:endParaRPr lang="en-US" altLang="zh-CN" dirty="0"/>
          </a:p>
          <a:p>
            <a:pPr marL="342900" indent="-342900">
              <a:buFont typeface="+mj-lt"/>
              <a:buAutoNum type="alphaUcPeriod"/>
            </a:pPr>
            <a:r>
              <a:rPr lang="zh-CN" altLang="en-US" dirty="0"/>
              <a:t>成绩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0993090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147B4034-3421-483C-9233-7D44DBEB1F6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>
                                            <p:graphicEl>
                                              <a:dgm id="{147B4034-3421-483C-9233-7D44DBEB1F6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224D0614-017F-4EF3-8417-02D20C0A840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">
                                            <p:graphicEl>
                                              <a:dgm id="{224D0614-017F-4EF3-8417-02D20C0A840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97EF61F5-6DF3-4662-BE5F-31EC06E5B20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">
                                            <p:graphicEl>
                                              <a:dgm id="{97EF61F5-6DF3-4662-BE5F-31EC06E5B20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0D5D0DB2-6ADD-43AA-8445-D907ADDC9A4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5">
                                            <p:graphicEl>
                                              <a:dgm id="{0D5D0DB2-6ADD-43AA-8445-D907ADDC9A4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C52E75FD-C1A4-4A31-914B-E6F623B7914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5">
                                            <p:graphicEl>
                                              <a:dgm id="{C52E75FD-C1A4-4A31-914B-E6F623B7914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6E8643E0-8BCF-4379-91E1-B5868ADE1B7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5">
                                            <p:graphicEl>
                                              <a:dgm id="{6E8643E0-8BCF-4379-91E1-B5868ADE1B7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686EF531-998D-480E-B029-DD2D15E4AE6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5">
                                            <p:graphicEl>
                                              <a:dgm id="{686EF531-998D-480E-B029-DD2D15E4AE6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C11F7017-45DE-4E93-B1ED-78789F75BDD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5">
                                            <p:graphicEl>
                                              <a:dgm id="{C11F7017-45DE-4E93-B1ED-78789F75BDD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000"/>
                            </p:stCondLst>
                            <p:childTnLst>
                              <p:par>
                                <p:cTn id="3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12385320-EDEA-4BCA-802C-38AD4829BEB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5">
                                            <p:graphicEl>
                                              <a:dgm id="{12385320-EDEA-4BCA-802C-38AD4829BEB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69FD1B17-298B-4FF5-9874-3A9B8C1EBA6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5">
                                            <p:graphicEl>
                                              <a:dgm id="{69FD1B17-298B-4FF5-9874-3A9B8C1EBA6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E35035F8-D944-4631-8634-1AA786F4AF8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5">
                                            <p:graphicEl>
                                              <a:dgm id="{E35035F8-D944-4631-8634-1AA786F4AF8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1000"/>
                            </p:stCondLst>
                            <p:childTnLst>
                              <p:par>
                                <p:cTn id="5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E5DD4614-2ED8-4800-A548-C8BC84F6511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5">
                                            <p:graphicEl>
                                              <a:dgm id="{E5DD4614-2ED8-4800-A548-C8BC84F6511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 uiExpand="1">
        <p:bldSub>
          <a:bldDgm bld="one"/>
        </p:bldSub>
      </p:bldGraphic>
      <p:bldP spid="3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如何分辨属性和实体</a:t>
            </a:r>
            <a:endParaRPr lang="zh-CN" altLang="en-US" dirty="0"/>
          </a:p>
        </p:txBody>
      </p:sp>
      <p:graphicFrame>
        <p:nvGraphicFramePr>
          <p:cNvPr id="4" name="内容占位符 3"/>
          <p:cNvGraphicFramePr>
            <a:graphicFrameLocks noGrp="1"/>
          </p:cNvGraphicFramePr>
          <p:nvPr>
            <p:ph sz="quarter" idx="1"/>
          </p:nvPr>
        </p:nvGraphicFramePr>
        <p:xfrm>
          <a:off x="479376" y="1700809"/>
          <a:ext cx="6120680" cy="49244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3" name="图示 2">
            <a:extLst>
              <a:ext uri="{FF2B5EF4-FFF2-40B4-BE49-F238E27FC236}">
                <a16:creationId xmlns:a16="http://schemas.microsoft.com/office/drawing/2014/main" id="{AF1DFF79-F821-4336-AF15-C4000D5C750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58274212"/>
              </p:ext>
            </p:extLst>
          </p:nvPr>
        </p:nvGraphicFramePr>
        <p:xfrm>
          <a:off x="5951984" y="1412776"/>
          <a:ext cx="5760640" cy="352839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sp>
        <p:nvSpPr>
          <p:cNvPr id="6" name="左大括号 5">
            <a:extLst>
              <a:ext uri="{FF2B5EF4-FFF2-40B4-BE49-F238E27FC236}">
                <a16:creationId xmlns:a16="http://schemas.microsoft.com/office/drawing/2014/main" id="{5C8B7632-D97E-4148-88F5-3DFAEBCA6301}"/>
              </a:ext>
            </a:extLst>
          </p:cNvPr>
          <p:cNvSpPr/>
          <p:nvPr/>
        </p:nvSpPr>
        <p:spPr>
          <a:xfrm>
            <a:off x="5231904" y="1772816"/>
            <a:ext cx="576064" cy="2592288"/>
          </a:xfrm>
          <a:prstGeom prst="lef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11979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3" grpId="0">
        <p:bldAsOne/>
      </p:bldGraphic>
      <p:bldP spid="6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70EFC54-458A-1137-08B7-8CBF4D31D1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学生 → 设计为实体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109E1A8-4661-85FA-22F4-F653A001B885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zh-CN" altLang="en-US" b="1"/>
              <a:t>为什么</a:t>
            </a:r>
            <a:r>
              <a:rPr lang="zh-CN" altLang="en-US"/>
              <a:t>：学生是教务系统的</a:t>
            </a:r>
            <a:r>
              <a:rPr lang="zh-CN" altLang="en-US" b="1"/>
              <a:t>核心业务主体</a:t>
            </a:r>
            <a:r>
              <a:rPr lang="zh-CN" altLang="en-US"/>
              <a:t>。</a:t>
            </a:r>
          </a:p>
          <a:p>
            <a:r>
              <a:rPr lang="zh-CN" altLang="en-US" b="1"/>
              <a:t>有自己的属性</a:t>
            </a:r>
            <a:r>
              <a:rPr lang="zh-CN" altLang="en-US"/>
              <a:t>：学号、姓名、性别、出生日期、入学年份、班级</a:t>
            </a:r>
            <a:r>
              <a:rPr lang="en-US" altLang="zh-CN"/>
              <a:t>ID</a:t>
            </a:r>
            <a:r>
              <a:rPr lang="zh-CN" altLang="en-US"/>
              <a:t>等。</a:t>
            </a:r>
          </a:p>
          <a:p>
            <a:r>
              <a:rPr lang="zh-CN" altLang="en-US" b="1"/>
              <a:t>被多方引用</a:t>
            </a:r>
            <a:r>
              <a:rPr lang="zh-CN" altLang="en-US"/>
              <a:t>：成绩表引用学生</a:t>
            </a:r>
            <a:r>
              <a:rPr lang="en-US" altLang="zh-CN"/>
              <a:t>ID</a:t>
            </a:r>
            <a:r>
              <a:rPr lang="zh-CN" altLang="en-US"/>
              <a:t>。</a:t>
            </a:r>
          </a:p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2682792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4ED2CA3-1287-4FF2-6E02-F44858D6C6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学生 → 不设计为实体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5D5873A-803B-B383-6CBC-A76E52283B85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zh-CN" altLang="en-US" b="1"/>
              <a:t>实施：</a:t>
            </a:r>
            <a:r>
              <a:rPr lang="zh-CN" altLang="en-US"/>
              <a:t>学生数据保存在引用学生信息的成绩表中</a:t>
            </a:r>
            <a:endParaRPr lang="en-US" altLang="zh-CN"/>
          </a:p>
          <a:p>
            <a:r>
              <a:rPr lang="zh-CN" altLang="en-US" b="1"/>
              <a:t>冗余数据：</a:t>
            </a:r>
            <a:r>
              <a:rPr lang="zh-CN" altLang="en-US"/>
              <a:t>每个学生会有很多门课程的成绩，每一个成绩是一条记录，那么多个成绩导致学生的数据在一个表中重复出现</a:t>
            </a:r>
            <a:endParaRPr lang="en-US" altLang="zh-CN"/>
          </a:p>
          <a:p>
            <a:r>
              <a:rPr lang="zh-CN" altLang="en-US" b="1"/>
              <a:t>弊端：</a:t>
            </a:r>
            <a:r>
              <a:rPr lang="zh-CN" altLang="en-US"/>
              <a:t>添加，修改非常困难；学生要跟班级建立联系，那么同样班级的</a:t>
            </a:r>
            <a:r>
              <a:rPr lang="en-US" altLang="zh-CN"/>
              <a:t>id</a:t>
            </a:r>
            <a:r>
              <a:rPr lang="zh-CN" altLang="en-US"/>
              <a:t>也要在成绩表中出现多次</a:t>
            </a:r>
          </a:p>
        </p:txBody>
      </p:sp>
    </p:spTree>
    <p:extLst>
      <p:ext uri="{BB962C8B-B14F-4D97-AF65-F5344CB8AC3E}">
        <p14:creationId xmlns:p14="http://schemas.microsoft.com/office/powerpoint/2010/main" val="2224658171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76E658A-06F1-48C5-9973-E9355FA181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分析：实体？属性？</a:t>
            </a:r>
          </a:p>
        </p:txBody>
      </p:sp>
      <p:graphicFrame>
        <p:nvGraphicFramePr>
          <p:cNvPr id="8" name="内容占位符 7">
            <a:extLst>
              <a:ext uri="{FF2B5EF4-FFF2-40B4-BE49-F238E27FC236}">
                <a16:creationId xmlns:a16="http://schemas.microsoft.com/office/drawing/2014/main" id="{ED1478DD-9D8D-4086-8150-3021D37C4FF3}"/>
              </a:ext>
            </a:extLst>
          </p:cNvPr>
          <p:cNvGraphicFramePr>
            <a:graphicFrameLocks noGrp="1"/>
          </p:cNvGraphicFramePr>
          <p:nvPr>
            <p:ph sz="quarter" idx="2"/>
            <p:extLst>
              <p:ext uri="{D42A27DB-BD31-4B8C-83A1-F6EECF244321}">
                <p14:modId xmlns:p14="http://schemas.microsoft.com/office/powerpoint/2010/main" val="526773905"/>
              </p:ext>
            </p:extLst>
          </p:nvPr>
        </p:nvGraphicFramePr>
        <p:xfrm>
          <a:off x="812800" y="2438400"/>
          <a:ext cx="5142727" cy="4159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4223302-A50B-4597-BCE4-2684DEC6135E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/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/>
          <a:lstStyle/>
          <a:p>
            <a:r>
              <a:rPr lang="zh-CN" altLang="en-US"/>
              <a:t>学生</a:t>
            </a:r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F3B1360F-05FA-4BF2-9FDD-B85C85F4A87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/>
          <a:lstStyle/>
          <a:p>
            <a:r>
              <a:rPr lang="zh-CN" altLang="en-US"/>
              <a:t>学号</a:t>
            </a:r>
          </a:p>
        </p:txBody>
      </p:sp>
      <p:graphicFrame>
        <p:nvGraphicFramePr>
          <p:cNvPr id="9" name="内容占位符 7">
            <a:extLst>
              <a:ext uri="{FF2B5EF4-FFF2-40B4-BE49-F238E27FC236}">
                <a16:creationId xmlns:a16="http://schemas.microsoft.com/office/drawing/2014/main" id="{0B7F6EB5-75AC-4646-A97F-8B7DC88EC871}"/>
              </a:ext>
            </a:extLst>
          </p:cNvPr>
          <p:cNvGraphicFramePr>
            <a:graphicFrameLocks noGrp="1"/>
          </p:cNvGraphicFramePr>
          <p:nvPr>
            <p:ph sz="quarter" idx="4"/>
            <p:extLst>
              <p:ext uri="{D42A27DB-BD31-4B8C-83A1-F6EECF244321}">
                <p14:modId xmlns:p14="http://schemas.microsoft.com/office/powerpoint/2010/main" val="2103449107"/>
              </p:ext>
            </p:extLst>
          </p:nvPr>
        </p:nvGraphicFramePr>
        <p:xfrm>
          <a:off x="6400800" y="2438400"/>
          <a:ext cx="5181600" cy="4159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sp>
        <p:nvSpPr>
          <p:cNvPr id="7" name="矩形 6"/>
          <p:cNvSpPr/>
          <p:nvPr/>
        </p:nvSpPr>
        <p:spPr>
          <a:xfrm>
            <a:off x="9120336" y="1657141"/>
            <a:ext cx="1422184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4800" b="1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属性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33423AE-DF50-91B2-1C4A-EFDAB85DAF49}"/>
              </a:ext>
            </a:extLst>
          </p:cNvPr>
          <p:cNvSpPr/>
          <p:nvPr/>
        </p:nvSpPr>
        <p:spPr>
          <a:xfrm>
            <a:off x="4126740" y="1657140"/>
            <a:ext cx="1422184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4800" b="1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实体</a:t>
            </a:r>
          </a:p>
        </p:txBody>
      </p:sp>
    </p:spTree>
    <p:extLst>
      <p:ext uri="{BB962C8B-B14F-4D97-AF65-F5344CB8AC3E}">
        <p14:creationId xmlns:p14="http://schemas.microsoft.com/office/powerpoint/2010/main" val="2815595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3C7908A9-3AEB-42CD-9EBA-1B59CC7D666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>
                                            <p:graphicEl>
                                              <a:dgm id="{3C7908A9-3AEB-42CD-9EBA-1B59CC7D666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>
                                            <p:graphicEl>
                                              <a:dgm id="{3C7908A9-3AEB-42CD-9EBA-1B59CC7D666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61A03DCE-6719-4EE9-B1B6-C8ED8EC4128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>
                                            <p:graphicEl>
                                              <a:dgm id="{61A03DCE-6719-4EE9-B1B6-C8ED8EC4128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>
                                            <p:graphicEl>
                                              <a:dgm id="{61A03DCE-6719-4EE9-B1B6-C8ED8EC4128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9B3DBCAC-D9B5-4AAC-8CFF-1AFF3DCA270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">
                                            <p:graphicEl>
                                              <a:dgm id="{9B3DBCAC-D9B5-4AAC-8CFF-1AFF3DCA270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>
                                            <p:graphicEl>
                                              <a:dgm id="{9B3DBCAC-D9B5-4AAC-8CFF-1AFF3DCA270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A58BF287-BDE9-4930-B953-FAD9E9ADD5F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>
                                            <p:graphicEl>
                                              <a:dgm id="{A58BF287-BDE9-4930-B953-FAD9E9ADD5F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>
                                            <p:graphicEl>
                                              <a:dgm id="{A58BF287-BDE9-4930-B953-FAD9E9ADD5F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F52DFDE3-09CF-4721-8BB0-DFDC394D529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8">
                                            <p:graphicEl>
                                              <a:dgm id="{F52DFDE3-09CF-4721-8BB0-DFDC394D529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8">
                                            <p:graphicEl>
                                              <a:dgm id="{F52DFDE3-09CF-4721-8BB0-DFDC394D529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25E24745-3A82-4AFD-A6E6-0151A3F4D51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8">
                                            <p:graphicEl>
                                              <a:dgm id="{25E24745-3A82-4AFD-A6E6-0151A3F4D51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8">
                                            <p:graphicEl>
                                              <a:dgm id="{25E24745-3A82-4AFD-A6E6-0151A3F4D51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8" grpId="0">
        <p:bldSub>
          <a:bldDgm/>
        </p:bldSub>
      </p:bldGraphic>
      <p:bldGraphic spid="9" grpId="0">
        <p:bldAsOne/>
      </p:bldGraphic>
      <p:bldP spid="7" grpId="0"/>
      <p:bldP spid="5" grpId="0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>
                <a:sym typeface="Wingdings" panose="05000000000000000000" pitchFamily="2" charset="2"/>
              </a:rPr>
              <a:t>结果：抓住</a:t>
            </a:r>
            <a:r>
              <a:rPr lang="zh-CN" altLang="en-US" dirty="0">
                <a:sym typeface="Wingdings" panose="05000000000000000000" pitchFamily="2" charset="2"/>
              </a:rPr>
              <a:t>实体</a:t>
            </a:r>
            <a:endParaRPr lang="zh-CN" altLang="en-US" dirty="0"/>
          </a:p>
        </p:txBody>
      </p:sp>
      <p:sp>
        <p:nvSpPr>
          <p:cNvPr id="3" name="剪去单角的矩形 2"/>
          <p:cNvSpPr/>
          <p:nvPr/>
        </p:nvSpPr>
        <p:spPr>
          <a:xfrm>
            <a:off x="7774978" y="1628800"/>
            <a:ext cx="3960440" cy="4856584"/>
          </a:xfrm>
          <a:prstGeom prst="snip1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/>
              <a:t>问题：</a:t>
            </a:r>
            <a:endParaRPr lang="en-US" altLang="zh-CN" sz="2000"/>
          </a:p>
          <a:p>
            <a:pPr algn="ctr"/>
            <a:endParaRPr lang="en-US" altLang="zh-CN" sz="2000"/>
          </a:p>
          <a:p>
            <a:r>
              <a:rPr lang="zh-CN" altLang="en-US" sz="2000"/>
              <a:t>了解了教务管理系统的业务功能后，你认为下面哪个不需要设计为实体？</a:t>
            </a:r>
            <a:endParaRPr lang="en-US" altLang="zh-CN" sz="2000"/>
          </a:p>
          <a:p>
            <a:endParaRPr lang="en-US" altLang="zh-CN" sz="2000">
              <a:solidFill>
                <a:schemeClr val="bg1"/>
              </a:solidFill>
            </a:endParaRPr>
          </a:p>
          <a:p>
            <a:pPr marL="342900" indent="-342900">
              <a:buFont typeface="+mj-lt"/>
              <a:buAutoNum type="alphaUcPeriod"/>
            </a:pPr>
            <a:r>
              <a:rPr lang="zh-CN" altLang="en-US" sz="2000" b="1">
                <a:solidFill>
                  <a:schemeClr val="bg1"/>
                </a:solidFill>
              </a:rPr>
              <a:t>学生</a:t>
            </a:r>
            <a:endParaRPr lang="en-US" altLang="zh-CN" sz="2000" b="1">
              <a:solidFill>
                <a:schemeClr val="bg1"/>
              </a:solidFill>
            </a:endParaRPr>
          </a:p>
          <a:p>
            <a:pPr marL="342900" indent="-342900">
              <a:buFont typeface="+mj-lt"/>
              <a:buAutoNum type="alphaUcPeriod"/>
            </a:pPr>
            <a:r>
              <a:rPr lang="zh-CN" altLang="en-US" sz="2000">
                <a:solidFill>
                  <a:schemeClr val="bg1"/>
                </a:solidFill>
              </a:rPr>
              <a:t>密码</a:t>
            </a:r>
            <a:endParaRPr lang="en-US" altLang="zh-CN" sz="2000">
              <a:solidFill>
                <a:schemeClr val="bg1"/>
              </a:solidFill>
            </a:endParaRPr>
          </a:p>
          <a:p>
            <a:pPr marL="342900" indent="-342900">
              <a:buFont typeface="+mj-lt"/>
              <a:buAutoNum type="alphaUcPeriod"/>
            </a:pPr>
            <a:r>
              <a:rPr lang="zh-CN" altLang="en-US" sz="2000" b="1">
                <a:solidFill>
                  <a:schemeClr val="bg1"/>
                </a:solidFill>
              </a:rPr>
              <a:t>课程</a:t>
            </a:r>
            <a:endParaRPr lang="en-US" altLang="zh-CN" sz="2000" b="1">
              <a:solidFill>
                <a:schemeClr val="bg1"/>
              </a:solidFill>
            </a:endParaRPr>
          </a:p>
          <a:p>
            <a:pPr marL="342900" indent="-342900">
              <a:buFont typeface="+mj-lt"/>
              <a:buAutoNum type="alphaUcPeriod"/>
            </a:pPr>
            <a:r>
              <a:rPr lang="zh-CN" altLang="en-US" sz="2000" b="1">
                <a:solidFill>
                  <a:schemeClr val="bg1"/>
                </a:solidFill>
              </a:rPr>
              <a:t>教师</a:t>
            </a:r>
            <a:endParaRPr lang="en-US" altLang="zh-CN" sz="2000" b="1">
              <a:solidFill>
                <a:schemeClr val="bg1"/>
              </a:solidFill>
            </a:endParaRPr>
          </a:p>
          <a:p>
            <a:pPr marL="342900" indent="-342900">
              <a:buFont typeface="+mj-lt"/>
              <a:buAutoNum type="alphaUcPeriod"/>
            </a:pPr>
            <a:r>
              <a:rPr lang="zh-CN" altLang="en-US" sz="2000">
                <a:solidFill>
                  <a:schemeClr val="bg1"/>
                </a:solidFill>
              </a:rPr>
              <a:t>授课时间</a:t>
            </a:r>
            <a:endParaRPr lang="en-US" altLang="zh-CN" sz="2000">
              <a:solidFill>
                <a:schemeClr val="bg1"/>
              </a:solidFill>
            </a:endParaRPr>
          </a:p>
          <a:p>
            <a:pPr marL="342900" indent="-342900">
              <a:buFont typeface="+mj-lt"/>
              <a:buAutoNum type="alphaUcPeriod"/>
            </a:pPr>
            <a:r>
              <a:rPr lang="zh-CN" altLang="en-US" sz="2000">
                <a:solidFill>
                  <a:schemeClr val="bg1"/>
                </a:solidFill>
              </a:rPr>
              <a:t>学期</a:t>
            </a:r>
            <a:endParaRPr lang="en-US" altLang="zh-CN" sz="2000">
              <a:solidFill>
                <a:schemeClr val="bg1"/>
              </a:solidFill>
            </a:endParaRPr>
          </a:p>
          <a:p>
            <a:pPr marL="342900" indent="-342900">
              <a:buFont typeface="+mj-lt"/>
              <a:buAutoNum type="alphaUcPeriod"/>
            </a:pPr>
            <a:r>
              <a:rPr lang="zh-CN" altLang="en-US" sz="2000">
                <a:solidFill>
                  <a:schemeClr val="bg1"/>
                </a:solidFill>
              </a:rPr>
              <a:t>学校</a:t>
            </a:r>
            <a:endParaRPr lang="en-US" altLang="zh-CN" sz="2000">
              <a:solidFill>
                <a:schemeClr val="bg1"/>
              </a:solidFill>
            </a:endParaRPr>
          </a:p>
          <a:p>
            <a:pPr marL="342900" indent="-342900">
              <a:buFont typeface="+mj-lt"/>
              <a:buAutoNum type="alphaUcPeriod"/>
            </a:pPr>
            <a:r>
              <a:rPr lang="zh-CN" altLang="en-US" sz="2000" b="1">
                <a:solidFill>
                  <a:schemeClr val="bg1"/>
                </a:solidFill>
              </a:rPr>
              <a:t>成绩</a:t>
            </a:r>
            <a:endParaRPr lang="en-US" altLang="zh-CN" sz="2000" b="1">
              <a:solidFill>
                <a:schemeClr val="bg1"/>
              </a:solidFill>
            </a:endParaRPr>
          </a:p>
        </p:txBody>
      </p:sp>
      <p:graphicFrame>
        <p:nvGraphicFramePr>
          <p:cNvPr id="4" name="图示 3">
            <a:extLst>
              <a:ext uri="{FF2B5EF4-FFF2-40B4-BE49-F238E27FC236}">
                <a16:creationId xmlns:a16="http://schemas.microsoft.com/office/drawing/2014/main" id="{9C9C65FB-8D95-B7F2-8760-3181CD1159D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05295758"/>
              </p:ext>
            </p:extLst>
          </p:nvPr>
        </p:nvGraphicFramePr>
        <p:xfrm>
          <a:off x="1199456" y="2204864"/>
          <a:ext cx="5760640" cy="352839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" name="矩形 5">
            <a:extLst>
              <a:ext uri="{FF2B5EF4-FFF2-40B4-BE49-F238E27FC236}">
                <a16:creationId xmlns:a16="http://schemas.microsoft.com/office/drawing/2014/main" id="{0CE05465-80BE-019A-8E17-132E2EAED1FA}"/>
              </a:ext>
            </a:extLst>
          </p:cNvPr>
          <p:cNvSpPr/>
          <p:nvPr/>
        </p:nvSpPr>
        <p:spPr>
          <a:xfrm>
            <a:off x="8904312" y="3861048"/>
            <a:ext cx="352982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zh-CN" altLang="en-US" sz="2400" b="1" cap="none" spc="0">
                <a:ln/>
                <a:solidFill>
                  <a:schemeClr val="accent4"/>
                </a:solidFill>
                <a:effectLst/>
              </a:rPr>
              <a:t>√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1FE36A7-8978-383F-F1EE-9EA74163ED94}"/>
              </a:ext>
            </a:extLst>
          </p:cNvPr>
          <p:cNvSpPr/>
          <p:nvPr/>
        </p:nvSpPr>
        <p:spPr>
          <a:xfrm>
            <a:off x="8904312" y="4437112"/>
            <a:ext cx="352982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zh-CN" altLang="en-US" sz="2400" b="1" cap="none" spc="0">
                <a:ln/>
                <a:solidFill>
                  <a:schemeClr val="accent4"/>
                </a:solidFill>
                <a:effectLst/>
              </a:rPr>
              <a:t>√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171241E-037C-65A7-564F-DD0FA5DCF4F2}"/>
              </a:ext>
            </a:extLst>
          </p:cNvPr>
          <p:cNvSpPr/>
          <p:nvPr/>
        </p:nvSpPr>
        <p:spPr>
          <a:xfrm>
            <a:off x="8905118" y="4735721"/>
            <a:ext cx="352982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zh-CN" altLang="en-US" sz="2400" b="1" cap="none" spc="0">
                <a:ln/>
                <a:solidFill>
                  <a:schemeClr val="accent4"/>
                </a:solidFill>
                <a:effectLst/>
              </a:rPr>
              <a:t>√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7385907-C8AB-DE98-AA02-624747C76A95}"/>
              </a:ext>
            </a:extLst>
          </p:cNvPr>
          <p:cNvSpPr/>
          <p:nvPr/>
        </p:nvSpPr>
        <p:spPr>
          <a:xfrm>
            <a:off x="8910496" y="6009481"/>
            <a:ext cx="352982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zh-CN" altLang="en-US" sz="2400" b="1" cap="none" spc="0">
                <a:ln/>
                <a:solidFill>
                  <a:schemeClr val="accent4"/>
                </a:solidFill>
                <a:effectLst/>
              </a:rPr>
              <a:t>√</a:t>
            </a:r>
          </a:p>
        </p:txBody>
      </p:sp>
    </p:spTree>
    <p:extLst>
      <p:ext uri="{BB962C8B-B14F-4D97-AF65-F5344CB8AC3E}">
        <p14:creationId xmlns:p14="http://schemas.microsoft.com/office/powerpoint/2010/main" val="2392415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9" grpId="0"/>
      <p:bldP spid="10" grpId="0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>
                <a:sym typeface="Wingdings" panose="05000000000000000000" pitchFamily="2" charset="2"/>
              </a:rPr>
              <a:t>实体列表</a:t>
            </a:r>
            <a:endParaRPr lang="zh-CN" altLang="en-US" dirty="0"/>
          </a:p>
        </p:txBody>
      </p:sp>
      <p:graphicFrame>
        <p:nvGraphicFramePr>
          <p:cNvPr id="5" name="内容占位符 4"/>
          <p:cNvGraphicFramePr>
            <a:graphicFrameLocks noGrp="1"/>
          </p:cNvGraphicFramePr>
          <p:nvPr>
            <p:ph sz="quarter" idx="1"/>
          </p:nvPr>
        </p:nvGraphicFramePr>
        <p:xfrm>
          <a:off x="1919536" y="1700808"/>
          <a:ext cx="8153400" cy="23042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4" name="图示 3"/>
          <p:cNvGraphicFramePr/>
          <p:nvPr>
            <p:extLst>
              <p:ext uri="{D42A27DB-BD31-4B8C-83A1-F6EECF244321}">
                <p14:modId xmlns:p14="http://schemas.microsoft.com/office/powerpoint/2010/main" val="331051411"/>
              </p:ext>
            </p:extLst>
          </p:nvPr>
        </p:nvGraphicFramePr>
        <p:xfrm>
          <a:off x="2927647" y="4797151"/>
          <a:ext cx="9001001" cy="118222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sp>
        <p:nvSpPr>
          <p:cNvPr id="6" name="右箭头 5"/>
          <p:cNvSpPr/>
          <p:nvPr/>
        </p:nvSpPr>
        <p:spPr>
          <a:xfrm>
            <a:off x="1487488" y="4869160"/>
            <a:ext cx="1458301" cy="1008112"/>
          </a:xfrm>
          <a:prstGeom prst="rightArrow">
            <a:avLst>
              <a:gd name="adj1" fmla="val 70000"/>
              <a:gd name="adj2" fmla="val 50000"/>
            </a:avLst>
          </a:prstGeom>
        </p:spPr>
        <p:style>
          <a:lnRef idx="2">
            <a:schemeClr val="dk1">
              <a:alpha val="90000"/>
              <a:hueOff val="0"/>
              <a:satOff val="0"/>
              <a:lumOff val="0"/>
              <a:alphaOff val="0"/>
            </a:schemeClr>
          </a:lnRef>
          <a:fillRef idx="1">
            <a:schemeClr val="lt1">
              <a:alpha val="90000"/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90000"/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grpSp>
        <p:nvGrpSpPr>
          <p:cNvPr id="7" name="组合 6"/>
          <p:cNvGrpSpPr/>
          <p:nvPr/>
        </p:nvGrpSpPr>
        <p:grpSpPr>
          <a:xfrm>
            <a:off x="968739" y="4878953"/>
            <a:ext cx="988525" cy="988525"/>
            <a:chOff x="864092" y="369833"/>
            <a:chExt cx="988525" cy="988525"/>
          </a:xfrm>
        </p:grpSpPr>
        <p:sp>
          <p:nvSpPr>
            <p:cNvPr id="8" name="椭圆 7"/>
            <p:cNvSpPr/>
            <p:nvPr/>
          </p:nvSpPr>
          <p:spPr>
            <a:xfrm>
              <a:off x="864092" y="369833"/>
              <a:ext cx="988525" cy="988525"/>
            </a:xfrm>
            <a:prstGeom prst="ellipse">
              <a:avLst/>
            </a:prstGeom>
          </p:spPr>
          <p:style>
            <a:lnRef idx="2">
              <a:schemeClr val="dk1">
                <a:shade val="80000"/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9" name="椭圆 5"/>
            <p:cNvSpPr/>
            <p:nvPr/>
          </p:nvSpPr>
          <p:spPr>
            <a:xfrm>
              <a:off x="1008858" y="514599"/>
              <a:ext cx="698993" cy="698993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6510" tIns="16510" rIns="16510" bIns="16510" numCol="1" spcCol="1270" anchor="ctr" anchorCtr="0">
              <a:noAutofit/>
            </a:bodyPr>
            <a:lstStyle/>
            <a:p>
              <a:pPr lvl="0" algn="ctr" defTabSz="1155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CN" altLang="en-US" sz="2600" kern="1200"/>
                <a:t>实体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11306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AA01074E-4CA1-46E1-8664-79ED1E636BE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graphicEl>
                                              <a:dgm id="{AA01074E-4CA1-46E1-8664-79ED1E636BE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graphicEl>
                                              <a:dgm id="{AA01074E-4CA1-46E1-8664-79ED1E636BE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A47A6802-A165-416B-8284-6B0B261E88E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graphicEl>
                                              <a:dgm id="{A47A6802-A165-416B-8284-6B0B261E88E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graphicEl>
                                              <a:dgm id="{A47A6802-A165-416B-8284-6B0B261E88E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26839EFD-8CBB-4F0F-8282-BEBC7B369B6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graphicEl>
                                              <a:dgm id="{26839EFD-8CBB-4F0F-8282-BEBC7B369B6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graphicEl>
                                              <a:dgm id="{26839EFD-8CBB-4F0F-8282-BEBC7B369B6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DADA1FB8-C3DA-4583-BCCA-1AAA5F49160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>
                                            <p:graphicEl>
                                              <a:dgm id="{DADA1FB8-C3DA-4583-BCCA-1AAA5F49160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>
                                            <p:graphicEl>
                                              <a:dgm id="{DADA1FB8-C3DA-4583-BCCA-1AAA5F49160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7E70DEA7-A7BA-4D5B-9C98-C4FE92695C7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>
                                            <p:graphicEl>
                                              <a:dgm id="{7E70DEA7-A7BA-4D5B-9C98-C4FE92695C7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>
                                            <p:graphicEl>
                                              <a:dgm id="{7E70DEA7-A7BA-4D5B-9C98-C4FE92695C7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1E56C6A3-9D39-4546-8F58-D182C9E0525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">
                                            <p:graphicEl>
                                              <a:dgm id="{1E56C6A3-9D39-4546-8F58-D182C9E0525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">
                                            <p:graphicEl>
                                              <a:dgm id="{1E56C6A3-9D39-4546-8F58-D182C9E0525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1E4A9677-3117-46F9-933E-0D18B86443E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">
                                            <p:graphicEl>
                                              <a:dgm id="{1E4A9677-3117-46F9-933E-0D18B86443E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">
                                            <p:graphicEl>
                                              <a:dgm id="{1E4A9677-3117-46F9-933E-0D18B86443E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1EACC1AA-85F8-442B-8B1D-91764E0FDA5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4">
                                            <p:graphicEl>
                                              <a:dgm id="{1EACC1AA-85F8-442B-8B1D-91764E0FDA5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4">
                                            <p:graphicEl>
                                              <a:dgm id="{1EACC1AA-85F8-442B-8B1D-91764E0FDA5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Sub>
          <a:bldDgm bld="one"/>
        </p:bldSub>
      </p:bldGraphic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简约版的教务管理系统的实体列表</a:t>
            </a:r>
          </a:p>
        </p:txBody>
      </p:sp>
      <p:graphicFrame>
        <p:nvGraphicFramePr>
          <p:cNvPr id="4" name="图示 3"/>
          <p:cNvGraphicFramePr/>
          <p:nvPr>
            <p:extLst>
              <p:ext uri="{D42A27DB-BD31-4B8C-83A1-F6EECF244321}">
                <p14:modId xmlns:p14="http://schemas.microsoft.com/office/powerpoint/2010/main" val="1564167613"/>
              </p:ext>
            </p:extLst>
          </p:nvPr>
        </p:nvGraphicFramePr>
        <p:xfrm>
          <a:off x="2271100" y="3420639"/>
          <a:ext cx="9153491" cy="111167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右箭头 4"/>
          <p:cNvSpPr/>
          <p:nvPr/>
        </p:nvSpPr>
        <p:spPr>
          <a:xfrm>
            <a:off x="812800" y="3501008"/>
            <a:ext cx="1458301" cy="1008112"/>
          </a:xfrm>
          <a:prstGeom prst="rightArrow">
            <a:avLst>
              <a:gd name="adj1" fmla="val 70000"/>
              <a:gd name="adj2" fmla="val 50000"/>
            </a:avLst>
          </a:prstGeom>
        </p:spPr>
        <p:style>
          <a:lnRef idx="2">
            <a:schemeClr val="dk1">
              <a:alpha val="90000"/>
              <a:hueOff val="0"/>
              <a:satOff val="0"/>
              <a:lumOff val="0"/>
              <a:alphaOff val="0"/>
            </a:schemeClr>
          </a:lnRef>
          <a:fillRef idx="1">
            <a:schemeClr val="lt1">
              <a:alpha val="90000"/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90000"/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grpSp>
        <p:nvGrpSpPr>
          <p:cNvPr id="6" name="组合 5"/>
          <p:cNvGrpSpPr/>
          <p:nvPr/>
        </p:nvGrpSpPr>
        <p:grpSpPr>
          <a:xfrm>
            <a:off x="294051" y="3510801"/>
            <a:ext cx="988525" cy="988525"/>
            <a:chOff x="864092" y="369833"/>
            <a:chExt cx="988525" cy="988525"/>
          </a:xfrm>
        </p:grpSpPr>
        <p:sp>
          <p:nvSpPr>
            <p:cNvPr id="7" name="椭圆 6"/>
            <p:cNvSpPr/>
            <p:nvPr/>
          </p:nvSpPr>
          <p:spPr>
            <a:xfrm>
              <a:off x="864092" y="369833"/>
              <a:ext cx="988525" cy="988525"/>
            </a:xfrm>
            <a:prstGeom prst="ellipse">
              <a:avLst/>
            </a:prstGeom>
          </p:spPr>
          <p:style>
            <a:lnRef idx="2">
              <a:schemeClr val="dk1">
                <a:shade val="80000"/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8" name="椭圆 5"/>
            <p:cNvSpPr/>
            <p:nvPr/>
          </p:nvSpPr>
          <p:spPr>
            <a:xfrm>
              <a:off x="1008858" y="514599"/>
              <a:ext cx="698993" cy="698993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6510" tIns="16510" rIns="16510" bIns="16510" numCol="1" spcCol="1270" anchor="ctr" anchorCtr="0">
              <a:noAutofit/>
            </a:bodyPr>
            <a:lstStyle/>
            <a:p>
              <a:pPr lvl="0" algn="ctr" defTabSz="1155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CN" altLang="en-US" sz="2600" kern="1200"/>
                <a:t>实体</a:t>
              </a:r>
            </a:p>
          </p:txBody>
        </p:sp>
      </p:grpSp>
      <p:sp>
        <p:nvSpPr>
          <p:cNvPr id="9" name="椭圆形标注 8"/>
          <p:cNvSpPr/>
          <p:nvPr/>
        </p:nvSpPr>
        <p:spPr>
          <a:xfrm>
            <a:off x="1144641" y="1558516"/>
            <a:ext cx="2384739" cy="1512168"/>
          </a:xfrm>
          <a:prstGeom prst="wedgeEllipseCallout">
            <a:avLst>
              <a:gd name="adj1" fmla="val 62523"/>
              <a:gd name="adj2" fmla="val 85669"/>
            </a:avLst>
          </a:prstGeom>
          <a:solidFill>
            <a:srgbClr val="36A56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/>
              <a:t>分配教学任务</a:t>
            </a:r>
            <a:endParaRPr lang="en-US" altLang="zh-CN"/>
          </a:p>
          <a:p>
            <a:pPr algn="ctr"/>
            <a:r>
              <a:rPr lang="zh-CN" altLang="en-US"/>
              <a:t>录入成绩</a:t>
            </a:r>
          </a:p>
        </p:txBody>
      </p:sp>
      <p:sp>
        <p:nvSpPr>
          <p:cNvPr id="10" name="椭圆形标注 9"/>
          <p:cNvSpPr/>
          <p:nvPr/>
        </p:nvSpPr>
        <p:spPr>
          <a:xfrm>
            <a:off x="4007768" y="4954150"/>
            <a:ext cx="2384739" cy="1512168"/>
          </a:xfrm>
          <a:prstGeom prst="wedgeEllipseCallout">
            <a:avLst>
              <a:gd name="adj1" fmla="val 47519"/>
              <a:gd name="adj2" fmla="val -91358"/>
            </a:avLst>
          </a:prstGeom>
          <a:solidFill>
            <a:srgbClr val="4EB1C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/>
              <a:t>开设班级</a:t>
            </a:r>
            <a:endParaRPr lang="en-US" altLang="zh-CN"/>
          </a:p>
          <a:p>
            <a:pPr algn="ctr"/>
            <a:r>
              <a:rPr lang="zh-CN" altLang="en-US"/>
              <a:t>课程设计</a:t>
            </a:r>
            <a:endParaRPr lang="en-US" altLang="zh-CN"/>
          </a:p>
        </p:txBody>
      </p:sp>
      <p:sp>
        <p:nvSpPr>
          <p:cNvPr id="11" name="椭圆形标注 10"/>
          <p:cNvSpPr/>
          <p:nvPr/>
        </p:nvSpPr>
        <p:spPr>
          <a:xfrm>
            <a:off x="5404766" y="1558516"/>
            <a:ext cx="2384739" cy="1512168"/>
          </a:xfrm>
          <a:prstGeom prst="wedgeEllipseCallout">
            <a:avLst>
              <a:gd name="adj1" fmla="val 28070"/>
              <a:gd name="adj2" fmla="val 88298"/>
            </a:avLst>
          </a:prstGeom>
          <a:solidFill>
            <a:srgbClr val="50C2F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/>
              <a:t>开设专业</a:t>
            </a:r>
            <a:endParaRPr lang="en-US" altLang="zh-CN"/>
          </a:p>
          <a:p>
            <a:pPr algn="ctr"/>
            <a:r>
              <a:rPr lang="zh-CN" altLang="en-US"/>
              <a:t>管理教师</a:t>
            </a:r>
            <a:endParaRPr lang="en-US" altLang="zh-CN"/>
          </a:p>
        </p:txBody>
      </p:sp>
      <p:sp>
        <p:nvSpPr>
          <p:cNvPr id="12" name="椭圆形标注 11"/>
          <p:cNvSpPr/>
          <p:nvPr/>
        </p:nvSpPr>
        <p:spPr>
          <a:xfrm>
            <a:off x="6618704" y="4954150"/>
            <a:ext cx="2384739" cy="1512168"/>
          </a:xfrm>
          <a:prstGeom prst="wedgeEllipseCallout">
            <a:avLst>
              <a:gd name="adj1" fmla="val 33627"/>
              <a:gd name="adj2" fmla="val -92234"/>
            </a:avLst>
          </a:prstGeom>
          <a:solidFill>
            <a:srgbClr val="62A33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/>
              <a:t>课程管理</a:t>
            </a:r>
            <a:endParaRPr lang="en-US" altLang="zh-CN"/>
          </a:p>
          <a:p>
            <a:pPr algn="ctr"/>
            <a:r>
              <a:rPr lang="zh-CN" altLang="en-US"/>
              <a:t>筛选教学任务</a:t>
            </a:r>
            <a:endParaRPr lang="en-US" altLang="zh-CN"/>
          </a:p>
        </p:txBody>
      </p:sp>
      <p:sp>
        <p:nvSpPr>
          <p:cNvPr id="13" name="椭圆形标注 12"/>
          <p:cNvSpPr/>
          <p:nvPr/>
        </p:nvSpPr>
        <p:spPr>
          <a:xfrm>
            <a:off x="7840959" y="1558516"/>
            <a:ext cx="2384739" cy="1512168"/>
          </a:xfrm>
          <a:prstGeom prst="wedgeEllipseCallout">
            <a:avLst>
              <a:gd name="adj1" fmla="val 37517"/>
              <a:gd name="adj2" fmla="val 87422"/>
            </a:avLst>
          </a:prstGeom>
          <a:solidFill>
            <a:srgbClr val="36A56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/>
              <a:t>教学任务管理</a:t>
            </a:r>
            <a:endParaRPr lang="en-US" altLang="zh-CN"/>
          </a:p>
        </p:txBody>
      </p:sp>
      <p:sp>
        <p:nvSpPr>
          <p:cNvPr id="14" name="椭圆形标注 13"/>
          <p:cNvSpPr/>
          <p:nvPr/>
        </p:nvSpPr>
        <p:spPr>
          <a:xfrm>
            <a:off x="9107861" y="4954150"/>
            <a:ext cx="2384739" cy="1512168"/>
          </a:xfrm>
          <a:prstGeom prst="wedgeEllipseCallout">
            <a:avLst>
              <a:gd name="adj1" fmla="val 17512"/>
              <a:gd name="adj2" fmla="val -91357"/>
            </a:avLst>
          </a:prstGeom>
          <a:solidFill>
            <a:srgbClr val="4BC6A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/>
              <a:t>成绩管理</a:t>
            </a:r>
            <a:endParaRPr lang="en-US" altLang="zh-CN"/>
          </a:p>
        </p:txBody>
      </p:sp>
      <p:sp>
        <p:nvSpPr>
          <p:cNvPr id="15" name="椭圆形标注 14"/>
          <p:cNvSpPr/>
          <p:nvPr/>
        </p:nvSpPr>
        <p:spPr>
          <a:xfrm>
            <a:off x="3563467" y="1599490"/>
            <a:ext cx="1789845" cy="1512168"/>
          </a:xfrm>
          <a:prstGeom prst="wedgeEllipseCallout">
            <a:avLst>
              <a:gd name="adj1" fmla="val 28070"/>
              <a:gd name="adj2" fmla="val 88298"/>
            </a:avLst>
          </a:prstGeom>
          <a:solidFill>
            <a:srgbClr val="45C0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/>
              <a:t>分配教学任务</a:t>
            </a:r>
            <a:endParaRPr lang="en-US" altLang="zh-CN"/>
          </a:p>
          <a:p>
            <a:pPr algn="ctr"/>
            <a:r>
              <a:rPr lang="zh-CN" altLang="en-US"/>
              <a:t>录入成绩</a:t>
            </a:r>
            <a:endParaRPr lang="en-US" altLang="zh-CN"/>
          </a:p>
        </p:txBody>
      </p:sp>
      <p:sp>
        <p:nvSpPr>
          <p:cNvPr id="16" name="椭圆形标注 15"/>
          <p:cNvSpPr/>
          <p:nvPr/>
        </p:nvSpPr>
        <p:spPr>
          <a:xfrm>
            <a:off x="394610" y="4939444"/>
            <a:ext cx="2384739" cy="1512168"/>
          </a:xfrm>
          <a:prstGeom prst="wedgeEllipseCallout">
            <a:avLst>
              <a:gd name="adj1" fmla="val 51409"/>
              <a:gd name="adj2" fmla="val -89605"/>
            </a:avLst>
          </a:prstGeom>
          <a:solidFill>
            <a:srgbClr val="62A33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/>
              <a:t>录入成绩</a:t>
            </a:r>
          </a:p>
        </p:txBody>
      </p:sp>
    </p:spTree>
    <p:extLst>
      <p:ext uri="{BB962C8B-B14F-4D97-AF65-F5344CB8AC3E}">
        <p14:creationId xmlns:p14="http://schemas.microsoft.com/office/powerpoint/2010/main" val="2092466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4383B27-A12A-42B4-8B54-29C43D80F5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完整的</a:t>
            </a:r>
            <a:r>
              <a:rPr lang="en-US" altLang="zh-CN"/>
              <a:t>E-R</a:t>
            </a:r>
            <a:r>
              <a:rPr lang="zh-CN" altLang="en-US"/>
              <a:t>图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C4DF6A28-2AC7-4266-A0F8-9C51A3D2EA8A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7348" y="1628800"/>
            <a:ext cx="7241381" cy="5000600"/>
          </a:xfrm>
          <a:prstGeom prst="rect">
            <a:avLst/>
          </a:prstGeom>
        </p:spPr>
      </p:pic>
      <p:sp>
        <p:nvSpPr>
          <p:cNvPr id="4" name="标注: 线形 3">
            <a:extLst>
              <a:ext uri="{FF2B5EF4-FFF2-40B4-BE49-F238E27FC236}">
                <a16:creationId xmlns:a16="http://schemas.microsoft.com/office/drawing/2014/main" id="{83BC7072-2C69-4D06-AAE6-601C3C5FD2F5}"/>
              </a:ext>
            </a:extLst>
          </p:cNvPr>
          <p:cNvSpPr/>
          <p:nvPr/>
        </p:nvSpPr>
        <p:spPr>
          <a:xfrm>
            <a:off x="9632239" y="3356992"/>
            <a:ext cx="2088232" cy="1368152"/>
          </a:xfrm>
          <a:prstGeom prst="borderCallout1">
            <a:avLst>
              <a:gd name="adj1" fmla="val 18750"/>
              <a:gd name="adj2" fmla="val -8333"/>
              <a:gd name="adj3" fmla="val -56621"/>
              <a:gd name="adj4" fmla="val -30718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/>
              <a:t>外部属性</a:t>
            </a:r>
            <a:endParaRPr lang="en-US" altLang="zh-CN"/>
          </a:p>
          <a:p>
            <a:pPr algn="ctr"/>
            <a:r>
              <a:rPr lang="zh-CN" altLang="en-US"/>
              <a:t>部分主键需要调整</a:t>
            </a:r>
            <a:endParaRPr lang="en-US" altLang="zh-CN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9D358770-E54B-4583-B531-C2A92931096A}"/>
              </a:ext>
            </a:extLst>
          </p:cNvPr>
          <p:cNvSpPr/>
          <p:nvPr/>
        </p:nvSpPr>
        <p:spPr>
          <a:xfrm>
            <a:off x="8163141" y="1844824"/>
            <a:ext cx="1440160" cy="720080"/>
          </a:xfrm>
          <a:prstGeom prst="ellipse">
            <a:avLst/>
          </a:prstGeom>
          <a:noFill/>
          <a:ln w="381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DED53708-7604-4C19-BE02-F3314D9CDCDD}"/>
              </a:ext>
            </a:extLst>
          </p:cNvPr>
          <p:cNvSpPr/>
          <p:nvPr/>
        </p:nvSpPr>
        <p:spPr>
          <a:xfrm>
            <a:off x="1991544" y="1591558"/>
            <a:ext cx="936104" cy="506531"/>
          </a:xfrm>
          <a:prstGeom prst="ellipse">
            <a:avLst/>
          </a:prstGeom>
          <a:solidFill>
            <a:srgbClr val="7030A0">
              <a:alpha val="34118"/>
            </a:srgbClr>
          </a:solidFill>
          <a:ln w="381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9D7E5E24-90C4-453C-B7AF-20E47BF18D3B}"/>
              </a:ext>
            </a:extLst>
          </p:cNvPr>
          <p:cNvSpPr/>
          <p:nvPr/>
        </p:nvSpPr>
        <p:spPr>
          <a:xfrm>
            <a:off x="4583832" y="2581821"/>
            <a:ext cx="936104" cy="506531"/>
          </a:xfrm>
          <a:prstGeom prst="ellipse">
            <a:avLst/>
          </a:prstGeom>
          <a:solidFill>
            <a:srgbClr val="7030A0">
              <a:alpha val="34118"/>
            </a:srgbClr>
          </a:solidFill>
          <a:ln w="381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1BD4B2D6-E6BB-4536-87E6-0D29D918A2B8}"/>
              </a:ext>
            </a:extLst>
          </p:cNvPr>
          <p:cNvSpPr/>
          <p:nvPr/>
        </p:nvSpPr>
        <p:spPr>
          <a:xfrm>
            <a:off x="2852370" y="2978324"/>
            <a:ext cx="936104" cy="506531"/>
          </a:xfrm>
          <a:prstGeom prst="ellipse">
            <a:avLst/>
          </a:prstGeom>
          <a:solidFill>
            <a:srgbClr val="7030A0">
              <a:alpha val="34118"/>
            </a:srgbClr>
          </a:solidFill>
          <a:ln w="381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B1DDB387-0097-4351-BD76-A7665B092C80}"/>
              </a:ext>
            </a:extLst>
          </p:cNvPr>
          <p:cNvSpPr/>
          <p:nvPr/>
        </p:nvSpPr>
        <p:spPr>
          <a:xfrm>
            <a:off x="4007768" y="3356992"/>
            <a:ext cx="936104" cy="506531"/>
          </a:xfrm>
          <a:prstGeom prst="ellipse">
            <a:avLst/>
          </a:prstGeom>
          <a:solidFill>
            <a:srgbClr val="7030A0">
              <a:alpha val="34118"/>
            </a:srgbClr>
          </a:solidFill>
          <a:ln w="381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5AFC183F-CEC6-4870-BED7-08128E32B995}"/>
              </a:ext>
            </a:extLst>
          </p:cNvPr>
          <p:cNvSpPr/>
          <p:nvPr/>
        </p:nvSpPr>
        <p:spPr>
          <a:xfrm>
            <a:off x="4733016" y="2991421"/>
            <a:ext cx="936104" cy="506531"/>
          </a:xfrm>
          <a:prstGeom prst="ellipse">
            <a:avLst/>
          </a:prstGeom>
          <a:solidFill>
            <a:srgbClr val="7030A0">
              <a:alpha val="34118"/>
            </a:srgbClr>
          </a:solidFill>
          <a:ln w="381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2371F462-A1E8-4664-9F74-4F357DCCA843}"/>
              </a:ext>
            </a:extLst>
          </p:cNvPr>
          <p:cNvSpPr/>
          <p:nvPr/>
        </p:nvSpPr>
        <p:spPr>
          <a:xfrm>
            <a:off x="3788474" y="6122869"/>
            <a:ext cx="936104" cy="506531"/>
          </a:xfrm>
          <a:prstGeom prst="ellipse">
            <a:avLst/>
          </a:prstGeom>
          <a:solidFill>
            <a:srgbClr val="7030A0">
              <a:alpha val="34118"/>
            </a:srgbClr>
          </a:solidFill>
          <a:ln w="381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86303EEE-7A04-4342-AB14-D161AE4F586B}"/>
              </a:ext>
            </a:extLst>
          </p:cNvPr>
          <p:cNvSpPr/>
          <p:nvPr/>
        </p:nvSpPr>
        <p:spPr>
          <a:xfrm>
            <a:off x="6816080" y="1781564"/>
            <a:ext cx="936104" cy="506531"/>
          </a:xfrm>
          <a:prstGeom prst="ellipse">
            <a:avLst/>
          </a:prstGeom>
          <a:solidFill>
            <a:srgbClr val="7030A0">
              <a:alpha val="34118"/>
            </a:srgbClr>
          </a:solidFill>
          <a:ln w="381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F38AE7F2-73EF-4856-B3B6-D7E97D0DDF98}"/>
              </a:ext>
            </a:extLst>
          </p:cNvPr>
          <p:cNvSpPr/>
          <p:nvPr/>
        </p:nvSpPr>
        <p:spPr>
          <a:xfrm>
            <a:off x="7422625" y="2602146"/>
            <a:ext cx="936104" cy="506531"/>
          </a:xfrm>
          <a:prstGeom prst="ellipse">
            <a:avLst/>
          </a:prstGeom>
          <a:solidFill>
            <a:srgbClr val="7030A0">
              <a:alpha val="34118"/>
            </a:srgbClr>
          </a:solidFill>
          <a:ln w="381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1CCEC439-4934-470C-9ABE-F5C9C723361A}"/>
              </a:ext>
            </a:extLst>
          </p:cNvPr>
          <p:cNvSpPr/>
          <p:nvPr/>
        </p:nvSpPr>
        <p:spPr>
          <a:xfrm>
            <a:off x="4288336" y="4809355"/>
            <a:ext cx="936104" cy="506531"/>
          </a:xfrm>
          <a:prstGeom prst="ellipse">
            <a:avLst/>
          </a:prstGeom>
          <a:solidFill>
            <a:srgbClr val="7030A0">
              <a:alpha val="34118"/>
            </a:srgbClr>
          </a:solidFill>
          <a:ln w="381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881664FD-A5F1-4A99-B144-F65D69209A5B}"/>
              </a:ext>
            </a:extLst>
          </p:cNvPr>
          <p:cNvSpPr/>
          <p:nvPr/>
        </p:nvSpPr>
        <p:spPr>
          <a:xfrm>
            <a:off x="2500623" y="2453172"/>
            <a:ext cx="936104" cy="506531"/>
          </a:xfrm>
          <a:prstGeom prst="ellipse">
            <a:avLst/>
          </a:prstGeom>
          <a:solidFill>
            <a:srgbClr val="7030A0">
              <a:alpha val="34118"/>
            </a:srgbClr>
          </a:solidFill>
          <a:ln w="381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3524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35CBEE2-7E81-6256-9284-F24C368A7C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实体的属性</a:t>
            </a:r>
          </a:p>
        </p:txBody>
      </p:sp>
      <p:pic>
        <p:nvPicPr>
          <p:cNvPr id="4" name="内容占位符 3">
            <a:extLst>
              <a:ext uri="{FF2B5EF4-FFF2-40B4-BE49-F238E27FC236}">
                <a16:creationId xmlns:a16="http://schemas.microsoft.com/office/drawing/2014/main" id="{DF9DE4B8-2140-BB7B-42C7-23DBE8C6B222}"/>
              </a:ext>
            </a:extLst>
          </p:cNvPr>
          <p:cNvPicPr>
            <a:picLocks noGrp="1"/>
          </p:cNvPicPr>
          <p:nvPr>
            <p:ph sz="quarter"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6864" y="1700808"/>
            <a:ext cx="6984776" cy="5040560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8BEBAB18-FA5A-A7AD-A960-17B45A86ED35}"/>
              </a:ext>
            </a:extLst>
          </p:cNvPr>
          <p:cNvSpPr/>
          <p:nvPr/>
        </p:nvSpPr>
        <p:spPr>
          <a:xfrm>
            <a:off x="1703512" y="1700808"/>
            <a:ext cx="864096" cy="432048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标注: 线形(带边框和强调线) 5">
            <a:extLst>
              <a:ext uri="{FF2B5EF4-FFF2-40B4-BE49-F238E27FC236}">
                <a16:creationId xmlns:a16="http://schemas.microsoft.com/office/drawing/2014/main" id="{91E92FF2-8AB5-18BA-8E02-172671263619}"/>
              </a:ext>
            </a:extLst>
          </p:cNvPr>
          <p:cNvSpPr/>
          <p:nvPr/>
        </p:nvSpPr>
        <p:spPr>
          <a:xfrm>
            <a:off x="8692237" y="2852936"/>
            <a:ext cx="3312368" cy="2664296"/>
          </a:xfrm>
          <a:prstGeom prst="accentBorderCallout1">
            <a:avLst>
              <a:gd name="adj1" fmla="val 18750"/>
              <a:gd name="adj2" fmla="val -8333"/>
              <a:gd name="adj3" fmla="val -34271"/>
              <a:gd name="adj4" fmla="val -183831"/>
            </a:avLst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/>
              <a:t>属性说明：结合了关系模型的外键属性</a:t>
            </a:r>
            <a:endParaRPr lang="en-US" altLang="zh-CN"/>
          </a:p>
          <a:p>
            <a:pPr algn="ctr"/>
            <a:endParaRPr lang="en-US" altLang="zh-CN"/>
          </a:p>
          <a:p>
            <a:pPr algn="ctr"/>
            <a:r>
              <a:rPr lang="zh-CN" altLang="en-US"/>
              <a:t>调整：班级的主键最好设置为自动编号，此处的外键也应该是班级</a:t>
            </a:r>
            <a:r>
              <a:rPr lang="en-US" altLang="zh-CN"/>
              <a:t>id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41471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作业一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zh-CN" altLang="en-US"/>
              <a:t>在图</a:t>
            </a:r>
            <a:r>
              <a:rPr lang="en-US" altLang="zh-CN"/>
              <a:t>2-3</a:t>
            </a:r>
            <a:r>
              <a:rPr lang="zh-CN" altLang="en-US"/>
              <a:t>所示</a:t>
            </a:r>
            <a:r>
              <a:rPr lang="en-US" altLang="zh-CN"/>
              <a:t>ER</a:t>
            </a:r>
            <a:r>
              <a:rPr lang="zh-CN" altLang="en-US"/>
              <a:t>图的基础上，根据物理建模优化原则，实施优化，并把最终优化后的</a:t>
            </a:r>
            <a:r>
              <a:rPr lang="en-US" altLang="zh-CN"/>
              <a:t>ER</a:t>
            </a:r>
            <a:r>
              <a:rPr lang="zh-CN" altLang="en-US"/>
              <a:t>图手动绘制一遍。并把优化细节填入表</a:t>
            </a:r>
            <a:r>
              <a:rPr lang="en-US" altLang="zh-CN"/>
              <a:t>2-3</a:t>
            </a:r>
            <a:r>
              <a:rPr lang="zh-CN" altLang="en-US"/>
              <a:t>中。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C108206E-AA59-C79F-F32E-E4B76374C9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0151141"/>
              </p:ext>
            </p:extLst>
          </p:nvPr>
        </p:nvGraphicFramePr>
        <p:xfrm>
          <a:off x="1247908" y="3140968"/>
          <a:ext cx="10009112" cy="2243455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1411082">
                  <a:extLst>
                    <a:ext uri="{9D8B030D-6E8A-4147-A177-3AD203B41FA5}">
                      <a16:colId xmlns:a16="http://schemas.microsoft.com/office/drawing/2014/main" val="1520424758"/>
                    </a:ext>
                  </a:extLst>
                </a:gridCol>
                <a:gridCol w="4694184">
                  <a:extLst>
                    <a:ext uri="{9D8B030D-6E8A-4147-A177-3AD203B41FA5}">
                      <a16:colId xmlns:a16="http://schemas.microsoft.com/office/drawing/2014/main" val="1950937247"/>
                    </a:ext>
                  </a:extLst>
                </a:gridCol>
                <a:gridCol w="3903846">
                  <a:extLst>
                    <a:ext uri="{9D8B030D-6E8A-4147-A177-3AD203B41FA5}">
                      <a16:colId xmlns:a16="http://schemas.microsoft.com/office/drawing/2014/main" val="4134771514"/>
                    </a:ext>
                  </a:extLst>
                </a:gridCol>
              </a:tblGrid>
              <a:tr h="439420"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buNone/>
                      </a:pPr>
                      <a:r>
                        <a:rPr lang="zh-CN" sz="1600" kern="100">
                          <a:effectLst/>
                        </a:rPr>
                        <a:t>数据表名</a:t>
                      </a:r>
                      <a:endParaRPr lang="zh-CN" sz="16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buNone/>
                      </a:pPr>
                      <a:r>
                        <a:rPr lang="zh-CN" sz="1600" kern="100">
                          <a:effectLst/>
                        </a:rPr>
                        <a:t>优化原则</a:t>
                      </a:r>
                      <a:endParaRPr lang="zh-CN" sz="16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buNone/>
                      </a:pPr>
                      <a:r>
                        <a:rPr lang="zh-CN" sz="1600" kern="100">
                          <a:effectLst/>
                        </a:rPr>
                        <a:t>优化结果</a:t>
                      </a:r>
                      <a:endParaRPr lang="zh-CN" sz="16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54335016"/>
                  </a:ext>
                </a:extLst>
              </a:tr>
              <a:tr h="559435"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600" kern="100">
                          <a:effectLst/>
                        </a:rPr>
                        <a:t> </a:t>
                      </a:r>
                      <a:endParaRPr lang="zh-CN" sz="16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600" kern="100">
                          <a:effectLst/>
                        </a:rPr>
                        <a:t> </a:t>
                      </a:r>
                      <a:endParaRPr lang="zh-CN" sz="16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600" kern="100">
                          <a:effectLst/>
                        </a:rPr>
                        <a:t> </a:t>
                      </a:r>
                      <a:endParaRPr lang="zh-CN" sz="16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350798562"/>
                  </a:ext>
                </a:extLst>
              </a:tr>
              <a:tr h="622300"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600" kern="100">
                          <a:effectLst/>
                        </a:rPr>
                        <a:t> </a:t>
                      </a:r>
                      <a:endParaRPr lang="zh-CN" sz="16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600" kern="100">
                          <a:effectLst/>
                        </a:rPr>
                        <a:t> </a:t>
                      </a:r>
                      <a:endParaRPr lang="zh-CN" sz="16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600" kern="100">
                          <a:effectLst/>
                        </a:rPr>
                        <a:t> </a:t>
                      </a:r>
                      <a:endParaRPr lang="zh-CN" sz="16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537178958"/>
                  </a:ext>
                </a:extLst>
              </a:tr>
              <a:tr h="622300"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600" kern="100">
                          <a:effectLst/>
                        </a:rPr>
                        <a:t> </a:t>
                      </a:r>
                      <a:endParaRPr lang="zh-CN" sz="16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600" kern="100">
                          <a:effectLst/>
                        </a:rPr>
                        <a:t> </a:t>
                      </a:r>
                      <a:endParaRPr lang="zh-CN" sz="16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600" kern="100">
                          <a:effectLst/>
                        </a:rPr>
                        <a:t> </a:t>
                      </a:r>
                      <a:endParaRPr lang="zh-CN" sz="16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6836834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20181482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52E8A50-A0C3-4EEF-B532-C4E980DB93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补充</a:t>
            </a:r>
          </a:p>
        </p:txBody>
      </p:sp>
      <p:graphicFrame>
        <p:nvGraphicFramePr>
          <p:cNvPr id="3" name="图示 2">
            <a:extLst>
              <a:ext uri="{FF2B5EF4-FFF2-40B4-BE49-F238E27FC236}">
                <a16:creationId xmlns:a16="http://schemas.microsoft.com/office/drawing/2014/main" id="{F02AF461-C4B8-480C-BCD1-380230DC765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99493790"/>
              </p:ext>
            </p:extLst>
          </p:nvPr>
        </p:nvGraphicFramePr>
        <p:xfrm>
          <a:off x="1351856" y="1444875"/>
          <a:ext cx="9793088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168283192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第二次作业提交</a:t>
            </a:r>
            <a:r>
              <a:rPr lang="zh-CN" altLang="en-US" dirty="0"/>
              <a:t>规范</a:t>
            </a:r>
          </a:p>
        </p:txBody>
      </p:sp>
      <p:graphicFrame>
        <p:nvGraphicFramePr>
          <p:cNvPr id="7" name="内容占位符 6"/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966308970"/>
              </p:ext>
            </p:extLst>
          </p:nvPr>
        </p:nvGraphicFramePr>
        <p:xfrm>
          <a:off x="817563" y="1600200"/>
          <a:ext cx="10871200" cy="49244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7898605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禁止抄袭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zh-CN" altLang="en-US"/>
              <a:t>作业中如果发现与自己信息</a:t>
            </a:r>
            <a:r>
              <a:rPr lang="zh-CN" altLang="en-US">
                <a:solidFill>
                  <a:srgbClr val="FF0000"/>
                </a:solidFill>
              </a:rPr>
              <a:t>不一致</a:t>
            </a:r>
            <a:r>
              <a:rPr lang="zh-CN" altLang="en-US"/>
              <a:t>的情况，一律被认定为</a:t>
            </a:r>
            <a:r>
              <a:rPr lang="zh-CN" altLang="en-US" sz="4800">
                <a:solidFill>
                  <a:srgbClr val="FF0000"/>
                </a:solidFill>
              </a:rPr>
              <a:t>抄袭</a:t>
            </a:r>
            <a:r>
              <a:rPr lang="zh-CN" altLang="en-US"/>
              <a:t>！！！</a:t>
            </a:r>
          </a:p>
        </p:txBody>
      </p:sp>
    </p:spTree>
    <p:extLst>
      <p:ext uri="{BB962C8B-B14F-4D97-AF65-F5344CB8AC3E}">
        <p14:creationId xmlns:p14="http://schemas.microsoft.com/office/powerpoint/2010/main" val="1323393815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END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024919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9|36.4|23.1"/>
</p:tagLst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中性">
  <a:themeElements>
    <a:clrScheme name="视点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中性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Median</Template>
  <TotalTime>3886</TotalTime>
  <Words>5109</Words>
  <Application>Microsoft Office PowerPoint</Application>
  <PresentationFormat>宽屏</PresentationFormat>
  <Paragraphs>885</Paragraphs>
  <Slides>79</Slides>
  <Notes>18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79</vt:i4>
      </vt:variant>
    </vt:vector>
  </HeadingPairs>
  <TitlesOfParts>
    <vt:vector size="88" baseType="lpstr">
      <vt:lpstr>ITC Avant Garde Std Md</vt:lpstr>
      <vt:lpstr>quote-cjk-patch</vt:lpstr>
      <vt:lpstr>等线</vt:lpstr>
      <vt:lpstr>微软雅黑</vt:lpstr>
      <vt:lpstr>Arial</vt:lpstr>
      <vt:lpstr>Calibri</vt:lpstr>
      <vt:lpstr>Wingdings</vt:lpstr>
      <vt:lpstr>Wingdings 2</vt:lpstr>
      <vt:lpstr>中性</vt:lpstr>
      <vt:lpstr>PowerPoint 演示文稿</vt:lpstr>
      <vt:lpstr>4节课内容</vt:lpstr>
      <vt:lpstr>数据库概述</vt:lpstr>
      <vt:lpstr>数据库的基本概念</vt:lpstr>
      <vt:lpstr>目前流行的数据库</vt:lpstr>
      <vt:lpstr>什么是ACID?</vt:lpstr>
      <vt:lpstr>ACID的使用场景</vt:lpstr>
      <vt:lpstr>课程案例：高校教务管理系统</vt:lpstr>
      <vt:lpstr>学生账号的导入场景分析：不支持ACID</vt:lpstr>
      <vt:lpstr>学生账号的导入场景分析：支持ACID</vt:lpstr>
      <vt:lpstr>高校教务管理系统的数据库选择依据</vt:lpstr>
      <vt:lpstr>结论</vt:lpstr>
      <vt:lpstr>SQL四种语言</vt:lpstr>
      <vt:lpstr>MySQL的目录结构</vt:lpstr>
      <vt:lpstr>mysqld命令运行代表MySQL服务器运作正常</vt:lpstr>
      <vt:lpstr>利用mysql命令连接MySQL服务器</vt:lpstr>
      <vt:lpstr>MySQL的访问流程：软件访问的结构</vt:lpstr>
      <vt:lpstr>MySQL的访问方式</vt:lpstr>
      <vt:lpstr>利用mysql命令连接服务器</vt:lpstr>
      <vt:lpstr>四种常见的存储引擎</vt:lpstr>
      <vt:lpstr>MySQL四种常见数据库引擎比较</vt:lpstr>
      <vt:lpstr>与引擎相关的命令和配置</vt:lpstr>
      <vt:lpstr>InnoDB存储引擎案例</vt:lpstr>
      <vt:lpstr>判断下面的数据库使用了什么存储引擎？</vt:lpstr>
      <vt:lpstr>判断下面的数据库使用了什么存储引擎？</vt:lpstr>
      <vt:lpstr>MySQL数据库的设计</vt:lpstr>
      <vt:lpstr>数据模型</vt:lpstr>
      <vt:lpstr>各个阶段的对比</vt:lpstr>
      <vt:lpstr>关于E-R图</vt:lpstr>
      <vt:lpstr>构建数据库模型：ER图</vt:lpstr>
      <vt:lpstr>难点：实体间的联系（常见1:1   1:n   m:n）</vt:lpstr>
      <vt:lpstr>实体的三种联系：1:1   1:n   m:n</vt:lpstr>
      <vt:lpstr>ER图绘制分析：学生实体和班级实体</vt:lpstr>
      <vt:lpstr>ER图绘制分析：实体间关系？</vt:lpstr>
      <vt:lpstr>ER图绘制分析：实体间关系？</vt:lpstr>
      <vt:lpstr>ER图绘制分析：实体属性</vt:lpstr>
      <vt:lpstr>ER图绘制分析：实体属性</vt:lpstr>
      <vt:lpstr>总结：ER图绘制建议</vt:lpstr>
      <vt:lpstr>总结：ER图绘制建议</vt:lpstr>
      <vt:lpstr>总结：ER图绘制建议</vt:lpstr>
      <vt:lpstr>总结：ER图绘制建议</vt:lpstr>
      <vt:lpstr>总结：ER图绘制建议</vt:lpstr>
      <vt:lpstr>总结：ER图绘制建议</vt:lpstr>
      <vt:lpstr>MySQL数据库的设计</vt:lpstr>
      <vt:lpstr>数据模型</vt:lpstr>
      <vt:lpstr>ER图转换为关系模型（从概念模型-逻辑模型）</vt:lpstr>
      <vt:lpstr>发现问题</vt:lpstr>
      <vt:lpstr>解决：转换实体间的联系</vt:lpstr>
      <vt:lpstr>思考：可否把联系转换为班级的其他属性？</vt:lpstr>
      <vt:lpstr>思考：可否把学生的主键加入班级一端？</vt:lpstr>
      <vt:lpstr>转换结果</vt:lpstr>
      <vt:lpstr>ER图-关系模型：转换联系总结1</vt:lpstr>
      <vt:lpstr>ER图-关系模型：转换联系总结</vt:lpstr>
      <vt:lpstr>ER图-关系模型：转换联系总结</vt:lpstr>
      <vt:lpstr>m:n关系转换为关系模型的示范</vt:lpstr>
      <vt:lpstr>拓展：从ER图—关系模型—MySQL（从概念模型-逻辑模型-物理模型）</vt:lpstr>
      <vt:lpstr>思考：几张表？每个表几个字段？</vt:lpstr>
      <vt:lpstr>练习</vt:lpstr>
      <vt:lpstr>数据表的物理优化原则</vt:lpstr>
      <vt:lpstr>MySQL数据库的设计</vt:lpstr>
      <vt:lpstr>分析功能：登录</vt:lpstr>
      <vt:lpstr>分析功能：门户页</vt:lpstr>
      <vt:lpstr>教学任务查询</vt:lpstr>
      <vt:lpstr>成绩录入</vt:lpstr>
      <vt:lpstr>分析功能抓住实体</vt:lpstr>
      <vt:lpstr>如何分辨属性和实体</vt:lpstr>
      <vt:lpstr>学生 → 设计为实体</vt:lpstr>
      <vt:lpstr>学生 → 不设计为实体</vt:lpstr>
      <vt:lpstr>分析：实体？属性？</vt:lpstr>
      <vt:lpstr>结果：抓住实体</vt:lpstr>
      <vt:lpstr>实体列表</vt:lpstr>
      <vt:lpstr>简约版的教务管理系统的实体列表</vt:lpstr>
      <vt:lpstr>完整的E-R图</vt:lpstr>
      <vt:lpstr>实体的属性</vt:lpstr>
      <vt:lpstr>作业一</vt:lpstr>
      <vt:lpstr>补充</vt:lpstr>
      <vt:lpstr>第二次作业提交规范</vt:lpstr>
      <vt:lpstr>禁止抄袭</vt:lpstr>
      <vt:lpstr>END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企业级网站开发与部署</dc:title>
  <dc:creator>guicathy</dc:creator>
  <cp:lastModifiedBy>荣枝 桂</cp:lastModifiedBy>
  <cp:revision>1256</cp:revision>
  <dcterms:created xsi:type="dcterms:W3CDTF">2017-09-04T14:55:54Z</dcterms:created>
  <dcterms:modified xsi:type="dcterms:W3CDTF">2026-03-08T10:23:31Z</dcterms:modified>
</cp:coreProperties>
</file>