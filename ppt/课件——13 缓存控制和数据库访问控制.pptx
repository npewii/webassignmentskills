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4.xml" ContentType="application/vnd.openxmlformats-officedocument.them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 id="2147483689" r:id="rId3"/>
    <p:sldMasterId id="2147483701" r:id="rId4"/>
    <p:sldMasterId id="2147483720" r:id="rId5"/>
    <p:sldMasterId id="2147483732" r:id="rId6"/>
    <p:sldMasterId id="2147483746" r:id="rId7"/>
  </p:sldMasterIdLst>
  <p:notesMasterIdLst>
    <p:notesMasterId r:id="rId40"/>
  </p:notesMasterIdLst>
  <p:sldIdLst>
    <p:sldId id="1235" r:id="rId8"/>
    <p:sldId id="1299" r:id="rId9"/>
    <p:sldId id="1467" r:id="rId10"/>
    <p:sldId id="1468" r:id="rId11"/>
    <p:sldId id="1487" r:id="rId12"/>
    <p:sldId id="1460" r:id="rId13"/>
    <p:sldId id="1498" r:id="rId14"/>
    <p:sldId id="1455" r:id="rId15"/>
    <p:sldId id="1479" r:id="rId16"/>
    <p:sldId id="1480" r:id="rId17"/>
    <p:sldId id="1474" r:id="rId18"/>
    <p:sldId id="1497" r:id="rId19"/>
    <p:sldId id="1499" r:id="rId20"/>
    <p:sldId id="1488" r:id="rId21"/>
    <p:sldId id="1489" r:id="rId22"/>
    <p:sldId id="1481" r:id="rId23"/>
    <p:sldId id="1461" r:id="rId24"/>
    <p:sldId id="1451" r:id="rId25"/>
    <p:sldId id="1443" r:id="rId26"/>
    <p:sldId id="1464" r:id="rId27"/>
    <p:sldId id="1442" r:id="rId28"/>
    <p:sldId id="1465" r:id="rId29"/>
    <p:sldId id="1463" r:id="rId30"/>
    <p:sldId id="1490" r:id="rId31"/>
    <p:sldId id="1491" r:id="rId32"/>
    <p:sldId id="1492" r:id="rId33"/>
    <p:sldId id="1493" r:id="rId34"/>
    <p:sldId id="1494" r:id="rId35"/>
    <p:sldId id="1495" r:id="rId36"/>
    <p:sldId id="1496" r:id="rId37"/>
    <p:sldId id="463" r:id="rId38"/>
    <p:sldId id="1338"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01B75B"/>
    <a:srgbClr val="455F51"/>
    <a:srgbClr val="0BB863"/>
    <a:srgbClr val="FFC300"/>
    <a:srgbClr val="91D300"/>
    <a:srgbClr val="10AE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浅色样式 3 - 强调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91" autoAdjust="0"/>
    <p:restoredTop sz="94660"/>
  </p:normalViewPr>
  <p:slideViewPr>
    <p:cSldViewPr snapToGrid="0">
      <p:cViewPr varScale="1">
        <p:scale>
          <a:sx n="91" d="100"/>
          <a:sy n="91" d="100"/>
        </p:scale>
        <p:origin x="15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slide" Target="slides/slide22.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theme" Target="theme/theme1.xml"/><Relationship Id="rId8" Type="http://schemas.openxmlformats.org/officeDocument/2006/relationships/slide" Target="slides/slide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1"/>
              </a:solidFill>
              <a:ln w="19050">
                <a:solidFill>
                  <a:schemeClr val="lt1"/>
                </a:solidFill>
              </a:ln>
              <a:effectLst/>
            </c:spPr>
            <c:extLst>
              <c:ext xmlns:c16="http://schemas.microsoft.com/office/drawing/2014/chart" uri="{C3380CC4-5D6E-409C-BE32-E72D297353CC}">
                <c16:uniqueId val="{00000001-881E-4203-BBCE-22F32F12D100}"/>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881E-4203-BBCE-22F32F12D100}"/>
              </c:ext>
            </c:extLst>
          </c:dPt>
          <c:cat>
            <c:strRef>
              <c:f>Sheet1!$A$2:$A$3</c:f>
              <c:strCache>
                <c:ptCount val="2"/>
                <c:pt idx="0">
                  <c:v>第一季度</c:v>
                </c:pt>
                <c:pt idx="1">
                  <c:v>第二季度</c:v>
                </c:pt>
              </c:strCache>
            </c:strRef>
          </c:cat>
          <c:val>
            <c:numRef>
              <c:f>Sheet1!$B$2:$B$3</c:f>
              <c:numCache>
                <c:formatCode>General</c:formatCode>
                <c:ptCount val="2"/>
                <c:pt idx="0">
                  <c:v>45</c:v>
                </c:pt>
                <c:pt idx="1">
                  <c:v>55</c:v>
                </c:pt>
              </c:numCache>
            </c:numRef>
          </c:val>
          <c:extLst>
            <c:ext xmlns:c16="http://schemas.microsoft.com/office/drawing/2014/chart" uri="{C3380CC4-5D6E-409C-BE32-E72D297353CC}">
              <c16:uniqueId val="{00000004-881E-4203-BBCE-22F32F12D100}"/>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2"/>
              </a:solidFill>
              <a:ln w="19050">
                <a:solidFill>
                  <a:schemeClr val="lt1"/>
                </a:solidFill>
              </a:ln>
              <a:effectLst/>
            </c:spPr>
            <c:extLst>
              <c:ext xmlns:c16="http://schemas.microsoft.com/office/drawing/2014/chart" uri="{C3380CC4-5D6E-409C-BE32-E72D297353CC}">
                <c16:uniqueId val="{00000001-DB27-491C-8870-D8FC7CB7CAAD}"/>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DB27-491C-8870-D8FC7CB7CAAD}"/>
              </c:ext>
            </c:extLst>
          </c:dPt>
          <c:cat>
            <c:strRef>
              <c:f>Sheet1!$A$2:$A$3</c:f>
              <c:strCache>
                <c:ptCount val="2"/>
                <c:pt idx="0">
                  <c:v>第一季度</c:v>
                </c:pt>
                <c:pt idx="1">
                  <c:v>第二季度</c:v>
                </c:pt>
              </c:strCache>
            </c:strRef>
          </c:cat>
          <c:val>
            <c:numRef>
              <c:f>Sheet1!$B$2:$B$3</c:f>
              <c:numCache>
                <c:formatCode>General</c:formatCode>
                <c:ptCount val="2"/>
                <c:pt idx="0">
                  <c:v>88</c:v>
                </c:pt>
                <c:pt idx="1">
                  <c:v>12</c:v>
                </c:pt>
              </c:numCache>
            </c:numRef>
          </c:val>
          <c:extLst>
            <c:ext xmlns:c16="http://schemas.microsoft.com/office/drawing/2014/chart" uri="{C3380CC4-5D6E-409C-BE32-E72D297353CC}">
              <c16:uniqueId val="{00000004-DB27-491C-8870-D8FC7CB7CAAD}"/>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effectLst/>
          </c:spPr>
          <c:dPt>
            <c:idx val="0"/>
            <c:bubble3D val="0"/>
            <c:spPr>
              <a:solidFill>
                <a:schemeClr val="accent5"/>
              </a:solidFill>
              <a:ln w="19050">
                <a:solidFill>
                  <a:schemeClr val="lt1"/>
                </a:solidFill>
              </a:ln>
              <a:effectLst/>
            </c:spPr>
            <c:extLst>
              <c:ext xmlns:c16="http://schemas.microsoft.com/office/drawing/2014/chart" uri="{C3380CC4-5D6E-409C-BE32-E72D297353CC}">
                <c16:uniqueId val="{00000001-3FE7-4867-B05F-60761AF660D6}"/>
              </c:ext>
            </c:extLst>
          </c:dPt>
          <c:dPt>
            <c:idx val="1"/>
            <c:bubble3D val="0"/>
            <c:spPr>
              <a:solidFill>
                <a:schemeClr val="bg1">
                  <a:lumMod val="85000"/>
                </a:schemeClr>
              </a:solidFill>
              <a:ln w="19050">
                <a:solidFill>
                  <a:schemeClr val="lt1"/>
                </a:solidFill>
              </a:ln>
              <a:effectLst/>
            </c:spPr>
            <c:extLst>
              <c:ext xmlns:c16="http://schemas.microsoft.com/office/drawing/2014/chart" uri="{C3380CC4-5D6E-409C-BE32-E72D297353CC}">
                <c16:uniqueId val="{00000003-3FE7-4867-B05F-60761AF660D6}"/>
              </c:ext>
            </c:extLst>
          </c:dPt>
          <c:cat>
            <c:strRef>
              <c:f>Sheet1!$A$2:$A$3</c:f>
              <c:strCache>
                <c:ptCount val="2"/>
                <c:pt idx="0">
                  <c:v>第一季度</c:v>
                </c:pt>
                <c:pt idx="1">
                  <c:v>第二季度</c:v>
                </c:pt>
              </c:strCache>
            </c:strRef>
          </c:cat>
          <c:val>
            <c:numRef>
              <c:f>Sheet1!$B$2:$B$3</c:f>
              <c:numCache>
                <c:formatCode>General</c:formatCode>
                <c:ptCount val="2"/>
                <c:pt idx="0">
                  <c:v>36</c:v>
                </c:pt>
                <c:pt idx="1">
                  <c:v>64</c:v>
                </c:pt>
              </c:numCache>
            </c:numRef>
          </c:val>
          <c:extLst>
            <c:ext xmlns:c16="http://schemas.microsoft.com/office/drawing/2014/chart" uri="{C3380CC4-5D6E-409C-BE32-E72D297353CC}">
              <c16:uniqueId val="{00000004-3FE7-4867-B05F-60761AF660D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horzOverflow="overflow" vert="horz" wrap="square" anchor="ctr" anchorCtr="1"/>
        <a:lstStyle/>
        <a:p>
          <a:pPr>
            <a:defRPr lang="zh-CN" sz="2200" b="1" i="0" u="none" strike="noStrike" kern="1200" cap="all" spc="50" baseline="0">
              <a:solidFill>
                <a:schemeClr val="tx1">
                  <a:lumMod val="65000"/>
                  <a:lumOff val="35000"/>
                </a:schemeClr>
              </a:solidFill>
              <a:latin typeface="+mn-lt"/>
              <a:ea typeface="+mn-ea"/>
              <a:cs typeface="+mn-cs"/>
            </a:defRPr>
          </a:pPr>
          <a:endParaRPr lang="zh-CN"/>
        </a:p>
      </c:txPr>
    </c:title>
    <c:autoTitleDeleted val="0"/>
    <c:plotArea>
      <c:layout/>
      <c:barChart>
        <c:barDir val="col"/>
        <c:grouping val="clustered"/>
        <c:varyColors val="0"/>
        <c:ser>
          <c:idx val="0"/>
          <c:order val="0"/>
          <c:tx>
            <c:strRef>
              <c:f>Sheet1!$B$1</c:f>
              <c:strCache>
                <c:ptCount val="1"/>
                <c:pt idx="0">
                  <c:v>系列 1</c:v>
                </c:pt>
              </c:strCache>
            </c:strRef>
          </c:tx>
          <c:spPr>
            <a:gradFill flip="none" rotWithShape="1">
              <a:gsLst>
                <a:gs pos="0">
                  <a:schemeClr val="accent1"/>
                </a:gs>
                <a:gs pos="75000">
                  <a:schemeClr val="accent1">
                    <a:lumMod val="60000"/>
                    <a:lumOff val="40000"/>
                  </a:schemeClr>
                </a:gs>
                <a:gs pos="51000">
                  <a:schemeClr val="accent1">
                    <a:alpha val="75000"/>
                  </a:schemeClr>
                </a:gs>
                <a:gs pos="100000">
                  <a:schemeClr val="accent1">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BCC-4B15-AE2E-6D927312DC1E}"/>
            </c:ext>
          </c:extLst>
        </c:ser>
        <c:ser>
          <c:idx val="1"/>
          <c:order val="1"/>
          <c:tx>
            <c:strRef>
              <c:f>Sheet1!$C$1</c:f>
              <c:strCache>
                <c:ptCount val="1"/>
                <c:pt idx="0">
                  <c:v>系列 2</c:v>
                </c:pt>
              </c:strCache>
            </c:strRef>
          </c:tx>
          <c:spPr>
            <a:gradFill flip="none" rotWithShape="1">
              <a:gsLst>
                <a:gs pos="0">
                  <a:schemeClr val="accent2"/>
                </a:gs>
                <a:gs pos="75000">
                  <a:schemeClr val="accent2">
                    <a:lumMod val="60000"/>
                    <a:lumOff val="40000"/>
                  </a:schemeClr>
                </a:gs>
                <a:gs pos="51000">
                  <a:schemeClr val="accent2">
                    <a:alpha val="75000"/>
                  </a:schemeClr>
                </a:gs>
                <a:gs pos="100000">
                  <a:schemeClr val="accent2">
                    <a:lumMod val="20000"/>
                    <a:lumOff val="80000"/>
                    <a:alpha val="15000"/>
                  </a:schemeClr>
                </a:gs>
              </a:gsLst>
              <a:lin ang="5400000" scaled="0"/>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BCC-4B15-AE2E-6D927312DC1E}"/>
            </c:ext>
          </c:extLst>
        </c:ser>
        <c:ser>
          <c:idx val="2"/>
          <c:order val="2"/>
          <c:tx>
            <c:strRef>
              <c:f>Sheet1!$D$1</c:f>
              <c:strCache>
                <c:ptCount val="1"/>
                <c:pt idx="0">
                  <c:v>系列 3</c:v>
                </c:pt>
              </c:strCache>
            </c:strRef>
          </c:tx>
          <c:spPr>
            <a:gradFill flip="none" rotWithShape="1">
              <a:gsLst>
                <a:gs pos="0">
                  <a:schemeClr val="accent5"/>
                </a:gs>
                <a:gs pos="100000">
                  <a:schemeClr val="accent5">
                    <a:alpha val="0"/>
                  </a:schemeClr>
                </a:gs>
              </a:gsLst>
              <a:lin ang="5400000" scaled="1"/>
            </a:gradFill>
            <a:ln>
              <a:noFill/>
            </a:ln>
            <a:effectLst/>
          </c:spPr>
          <c:invertIfNegative val="0"/>
          <c:dLbls>
            <c:spPr>
              <a:noFill/>
              <a:ln>
                <a:noFill/>
              </a:ln>
              <a:effectLst/>
            </c:spPr>
            <c:txPr>
              <a:bodyPr rot="0" spcFirstLastPara="1" vertOverflow="ellipsis" horzOverflow="overflow" vert="horz" wrap="square" lIns="38100" tIns="19050" rIns="38100" bIns="19050" anchor="ctr" anchorCtr="1">
                <a:spAutoFit/>
              </a:bodyPr>
              <a:lstStyle/>
              <a:p>
                <a:pPr>
                  <a:defRPr lang="zh-CN" sz="1195" b="0" i="0" u="none" strike="noStrike" kern="1200" baseline="0">
                    <a:solidFill>
                      <a:schemeClr val="tx1">
                        <a:lumMod val="75000"/>
                        <a:lumOff val="25000"/>
                      </a:schemeClr>
                    </a:solidFill>
                    <a:latin typeface="+mn-lt"/>
                    <a:ea typeface="+mn-ea"/>
                    <a:cs typeface="+mn-cs"/>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7BCC-4B15-AE2E-6D927312DC1E}"/>
            </c:ext>
          </c:extLst>
        </c:ser>
        <c:dLbls>
          <c:dLblPos val="outEnd"/>
          <c:showLegendKey val="0"/>
          <c:showVal val="1"/>
          <c:showCatName val="0"/>
          <c:showSerName val="0"/>
          <c:showPercent val="0"/>
          <c:showBubbleSize val="0"/>
        </c:dLbls>
        <c:gapWidth val="355"/>
        <c:overlap val="-70"/>
        <c:axId val="41633792"/>
        <c:axId val="35447936"/>
      </c:barChart>
      <c:catAx>
        <c:axId val="4163379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35447936"/>
        <c:crosses val="autoZero"/>
        <c:auto val="1"/>
        <c:lblAlgn val="ctr"/>
        <c:lblOffset val="100"/>
        <c:tickMarkSkip val="1"/>
        <c:noMultiLvlLbl val="0"/>
      </c:catAx>
      <c:valAx>
        <c:axId val="35447936"/>
        <c:scaling>
          <c:orientation val="minMax"/>
          <c:max val="5"/>
        </c:scaling>
        <c:delete val="0"/>
        <c:axPos val="l"/>
        <c:majorGridlines>
          <c:spPr>
            <a:ln w="9525" cap="flat" cmpd="sng" algn="ctr">
              <a:gradFill>
                <a:gsLst>
                  <a:gs pos="100000">
                    <a:schemeClr val="tx1">
                      <a:lumMod val="5000"/>
                      <a:lumOff val="95000"/>
                    </a:schemeClr>
                  </a:gs>
                  <a:gs pos="0">
                    <a:schemeClr val="tx1">
                      <a:lumMod val="25000"/>
                      <a:lumOff val="7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horzOverflow="overflow"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endParaRPr lang="zh-CN"/>
          </a:p>
        </c:txPr>
        <c:crossAx val="41633792"/>
        <c:crosses val="autoZero"/>
        <c:crossBetween val="between"/>
      </c:valAx>
      <c:spPr>
        <a:noFill/>
        <a:ln>
          <a:noFill/>
        </a:ln>
        <a:effectLst/>
      </c:spPr>
    </c:plotArea>
    <c:plotVisOnly val="1"/>
    <c:dispBlanksAs val="gap"/>
    <c:showDLblsOverMax val="0"/>
  </c:chart>
  <c:spPr>
    <a:noFill/>
    <a:ln>
      <a:noFill/>
    </a:ln>
    <a:effectLst/>
  </c:spPr>
  <c:txPr>
    <a:bodyPr rot="0" spcFirstLastPara="0" vertOverflow="ellipsis" horzOverflow="overflow" vert="horz" wrap="square" anchor="ctr" anchorCtr="1"/>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10">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bg1"/>
    </cs:fontRef>
    <cs:spPr>
      <a:solidFill>
        <a:schemeClr val="tx1">
          <a:lumMod val="50000"/>
          <a:lumOff val="50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
  <cs:dataPoint3D>
    <cs:lnRef idx="0"/>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styleClr val="auto"/>
    </cs:lnRef>
    <cs:fillRef idx="0">
      <cs:styleClr val="auto"/>
    </cs:fillRef>
    <cs:effectRef idx="0"/>
    <cs:fontRef idx="minor">
      <a:schemeClr val="dk1"/>
    </cs:fontRef>
    <cs:spPr>
      <a:gradFill flip="none" rotWithShape="1">
        <a:gsLst>
          <a:gs pos="0">
            <a:schemeClr val="phClr"/>
          </a:gs>
          <a:gs pos="75000">
            <a:schemeClr val="phClr">
              <a:lumMod val="60000"/>
              <a:lumOff val="40000"/>
            </a:schemeClr>
          </a:gs>
          <a:gs pos="51000">
            <a:schemeClr val="phClr">
              <a:alpha val="75000"/>
            </a:schemeClr>
          </a:gs>
          <a:gs pos="100000">
            <a:schemeClr val="phClr">
              <a:lumMod val="20000"/>
              <a:lumOff val="80000"/>
              <a:alpha val="15000"/>
            </a:schemeClr>
          </a:gs>
        </a:gsLst>
        <a:lin ang="5400000" scaled="0"/>
      </a:gradFill>
      <a:ln w="9525" cap="flat" cmpd="sng" algn="ctr">
        <a:solidFill>
          <a:schemeClr val="phClr">
            <a:shade val="95000"/>
          </a:schemeClr>
        </a:solidFill>
        <a:round/>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65000"/>
            <a:lumOff val="3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cap="flat" cmpd="sng" algn="ctr">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tx1">
                <a:lumMod val="5000"/>
                <a:lumOff val="95000"/>
              </a:schemeClr>
            </a:gs>
            <a:gs pos="0">
              <a:schemeClr val="tx1">
                <a:lumMod val="25000"/>
                <a:lumOff val="75000"/>
              </a:schemeClr>
            </a:gs>
          </a:gsLst>
          <a:lin ang="5400000" scaled="0"/>
        </a:gradFill>
        <a:round/>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headEnd type="none" w="sm" len="sm"/>
        <a:tailEnd type="none" w="sm" len="sm"/>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1800" b="1" kern="1200" cap="all" spc="5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D8971-ACB2-4236-B6E6-139E5A972C1D}" type="doc">
      <dgm:prSet loTypeId="urn:microsoft.com/office/officeart/2005/8/layout/list1" loCatId="list" qsTypeId="urn:microsoft.com/office/officeart/2005/8/quickstyle/simple1" qsCatId="simple" csTypeId="urn:microsoft.com/office/officeart/2005/8/colors/colorful4" csCatId="colorful" phldr="1"/>
      <dgm:spPr/>
      <dgm:t>
        <a:bodyPr/>
        <a:lstStyle/>
        <a:p>
          <a:endParaRPr lang="zh-CN" altLang="en-US"/>
        </a:p>
      </dgm:t>
    </dgm:pt>
    <dgm:pt modelId="{7674CBEB-5B51-421A-A698-0580799C1105}">
      <dgm:prSet phldrT="[文本]" phldr="0"/>
      <dgm:spPr/>
      <dgm:t>
        <a:bodyPr/>
        <a:lstStyle/>
        <a:p>
          <a:r>
            <a:rPr lang="zh-CN" altLang="en-US"/>
            <a:t>缓存控制</a:t>
          </a:r>
        </a:p>
      </dgm:t>
    </dgm:pt>
    <dgm:pt modelId="{2203DF9D-B7D0-48FC-A9B3-E2DBD56812E4}" type="parTrans" cxnId="{1CF578AF-A056-4E37-B426-F1A941FB64F2}">
      <dgm:prSet/>
      <dgm:spPr/>
      <dgm:t>
        <a:bodyPr/>
        <a:lstStyle/>
        <a:p>
          <a:endParaRPr lang="zh-CN" altLang="en-US"/>
        </a:p>
      </dgm:t>
    </dgm:pt>
    <dgm:pt modelId="{053D8B9C-C289-4F50-B3F4-220634EF10BD}" type="sibTrans" cxnId="{1CF578AF-A056-4E37-B426-F1A941FB64F2}">
      <dgm:prSet/>
      <dgm:spPr/>
      <dgm:t>
        <a:bodyPr/>
        <a:lstStyle/>
        <a:p>
          <a:endParaRPr lang="zh-CN" altLang="en-US"/>
        </a:p>
      </dgm:t>
    </dgm:pt>
    <dgm:pt modelId="{AE757E10-BDA5-409E-A09A-F074C50AC08D}">
      <dgm:prSet phldrT="[文本]"/>
      <dgm:spPr/>
      <dgm:t>
        <a:bodyPr/>
        <a:lstStyle/>
        <a:p>
          <a:r>
            <a:rPr lang="zh-CN" altLang="en-US"/>
            <a:t>强缓存</a:t>
          </a:r>
        </a:p>
      </dgm:t>
    </dgm:pt>
    <dgm:pt modelId="{0B7CAAE0-38BB-42E8-9D35-CD0C2480894F}" type="parTrans" cxnId="{5FC2E3E4-FCA4-491A-99FA-F50C1E127EC7}">
      <dgm:prSet/>
      <dgm:spPr/>
      <dgm:t>
        <a:bodyPr/>
        <a:lstStyle/>
        <a:p>
          <a:endParaRPr lang="zh-CN" altLang="en-US"/>
        </a:p>
      </dgm:t>
    </dgm:pt>
    <dgm:pt modelId="{DBB1BB4E-3905-4462-BC1C-B84F861F812C}" type="sibTrans" cxnId="{5FC2E3E4-FCA4-491A-99FA-F50C1E127EC7}">
      <dgm:prSet/>
      <dgm:spPr/>
      <dgm:t>
        <a:bodyPr/>
        <a:lstStyle/>
        <a:p>
          <a:endParaRPr lang="zh-CN" altLang="en-US"/>
        </a:p>
      </dgm:t>
    </dgm:pt>
    <dgm:pt modelId="{BA418328-968E-4597-A7D6-84F74D5BF8E2}">
      <dgm:prSet phldrT="[文本]"/>
      <dgm:spPr/>
      <dgm:t>
        <a:bodyPr/>
        <a:lstStyle/>
        <a:p>
          <a:r>
            <a:rPr lang="zh-CN" altLang="en-US"/>
            <a:t>缓存验证</a:t>
          </a:r>
        </a:p>
      </dgm:t>
    </dgm:pt>
    <dgm:pt modelId="{7F9F8305-D09F-4D54-9CB0-69CAA9EAD813}" type="parTrans" cxnId="{3FA43AE4-941B-41FA-BC65-6C4C3C6861E2}">
      <dgm:prSet/>
      <dgm:spPr/>
      <dgm:t>
        <a:bodyPr/>
        <a:lstStyle/>
        <a:p>
          <a:endParaRPr lang="zh-CN" altLang="en-US"/>
        </a:p>
      </dgm:t>
    </dgm:pt>
    <dgm:pt modelId="{C5844FA9-0DDE-43E9-8338-B8BCA5303275}" type="sibTrans" cxnId="{3FA43AE4-941B-41FA-BC65-6C4C3C6861E2}">
      <dgm:prSet/>
      <dgm:spPr/>
      <dgm:t>
        <a:bodyPr/>
        <a:lstStyle/>
        <a:p>
          <a:endParaRPr lang="zh-CN" altLang="en-US"/>
        </a:p>
      </dgm:t>
    </dgm:pt>
    <dgm:pt modelId="{331E06CF-3F22-4B7E-9373-2AB9F3AF5E81}">
      <dgm:prSet phldrT="[文本]"/>
      <dgm:spPr/>
      <dgm:t>
        <a:bodyPr/>
        <a:lstStyle/>
        <a:p>
          <a:r>
            <a:rPr lang="zh-CN" altLang="en-US"/>
            <a:t>作业二</a:t>
          </a:r>
        </a:p>
      </dgm:t>
    </dgm:pt>
    <dgm:pt modelId="{14DD3AB4-EBB5-4B23-BCFC-60DDB7868A90}" type="parTrans" cxnId="{D4D86847-C2BC-4E6B-8DAF-3792ED2F7C01}">
      <dgm:prSet/>
      <dgm:spPr/>
      <dgm:t>
        <a:bodyPr/>
        <a:lstStyle/>
        <a:p>
          <a:endParaRPr lang="zh-CN" altLang="en-US"/>
        </a:p>
      </dgm:t>
    </dgm:pt>
    <dgm:pt modelId="{1A5B4EAA-642B-41C0-B997-37E367F1E8C4}" type="sibTrans" cxnId="{D4D86847-C2BC-4E6B-8DAF-3792ED2F7C01}">
      <dgm:prSet/>
      <dgm:spPr/>
      <dgm:t>
        <a:bodyPr/>
        <a:lstStyle/>
        <a:p>
          <a:endParaRPr lang="zh-CN" altLang="en-US"/>
        </a:p>
      </dgm:t>
    </dgm:pt>
    <dgm:pt modelId="{4D83F3D3-29CE-47F7-A068-47142DCE3CD3}">
      <dgm:prSet phldrT="[文本]"/>
      <dgm:spPr/>
      <dgm:t>
        <a:bodyPr/>
        <a:lstStyle/>
        <a:p>
          <a:r>
            <a:rPr lang="zh-CN" altLang="en-US"/>
            <a:t>时间工具类</a:t>
          </a:r>
        </a:p>
      </dgm:t>
    </dgm:pt>
    <dgm:pt modelId="{E372B497-BB56-4001-B132-4DE1240B7618}" type="parTrans" cxnId="{381B6DE7-9B3B-4D1C-8214-6B8A3198B50C}">
      <dgm:prSet/>
      <dgm:spPr/>
    </dgm:pt>
    <dgm:pt modelId="{37B45E32-5E47-46C3-8822-796EDA2609A4}" type="sibTrans" cxnId="{381B6DE7-9B3B-4D1C-8214-6B8A3198B50C}">
      <dgm:prSet/>
      <dgm:spPr/>
    </dgm:pt>
    <dgm:pt modelId="{CF34C1C3-00FE-4D4F-9652-9558D62FDE2A}">
      <dgm:prSet phldrT="[文本]"/>
      <dgm:spPr/>
      <dgm:t>
        <a:bodyPr/>
        <a:lstStyle/>
        <a:p>
          <a:r>
            <a:rPr lang="zh-CN" altLang="en-US"/>
            <a:t>数据库访问控制</a:t>
          </a:r>
        </a:p>
      </dgm:t>
    </dgm:pt>
    <dgm:pt modelId="{F0478AF4-C9AF-4B48-B72F-182C28E8768A}" type="parTrans" cxnId="{23EED170-CBFF-447A-B8E3-DBAAB65A10AD}">
      <dgm:prSet/>
      <dgm:spPr/>
    </dgm:pt>
    <dgm:pt modelId="{EE87033B-CAB4-49CA-A4F0-B6F129143618}" type="sibTrans" cxnId="{23EED170-CBFF-447A-B8E3-DBAAB65A10AD}">
      <dgm:prSet/>
      <dgm:spPr/>
    </dgm:pt>
    <dgm:pt modelId="{6F9BA12F-AF0E-482C-8643-1619A2CBFB60}">
      <dgm:prSet phldrT="[文本]"/>
      <dgm:spPr/>
      <dgm:t>
        <a:bodyPr/>
        <a:lstStyle/>
        <a:p>
          <a:r>
            <a:rPr lang="zh-CN" altLang="en-US"/>
            <a:t>数据库访问控制的方案对比</a:t>
          </a:r>
        </a:p>
      </dgm:t>
    </dgm:pt>
    <dgm:pt modelId="{DB6422C6-EF48-4558-8F73-EB2797C8361D}" type="parTrans" cxnId="{C001C475-4A66-4775-AFFB-26D999299313}">
      <dgm:prSet/>
      <dgm:spPr/>
    </dgm:pt>
    <dgm:pt modelId="{DCE356F7-9795-4427-9317-09CB8AE8443A}" type="sibTrans" cxnId="{C001C475-4A66-4775-AFFB-26D999299313}">
      <dgm:prSet/>
      <dgm:spPr/>
    </dgm:pt>
    <dgm:pt modelId="{EA2D340A-8635-401B-A40F-AEA99D58B352}">
      <dgm:prSet phldrT="[文本]"/>
      <dgm:spPr/>
      <dgm:t>
        <a:bodyPr/>
        <a:lstStyle/>
        <a:p>
          <a:r>
            <a:rPr lang="zh-CN" altLang="en-US"/>
            <a:t>数据库访问控制实施</a:t>
          </a:r>
        </a:p>
      </dgm:t>
    </dgm:pt>
    <dgm:pt modelId="{148AB446-BCD8-4277-A443-4D46D4EC1107}" type="parTrans" cxnId="{D3C38523-86FF-407B-9B60-12610FD33187}">
      <dgm:prSet/>
      <dgm:spPr/>
    </dgm:pt>
    <dgm:pt modelId="{A1EC1B51-292D-4B17-8324-63CC66416A40}" type="sibTrans" cxnId="{D3C38523-86FF-407B-9B60-12610FD33187}">
      <dgm:prSet/>
      <dgm:spPr/>
    </dgm:pt>
    <dgm:pt modelId="{71D98856-FACA-4B7E-AD0D-7BD19BBAD269}">
      <dgm:prSet phldrT="[文本]"/>
      <dgm:spPr/>
      <dgm:t>
        <a:bodyPr/>
        <a:lstStyle/>
        <a:p>
          <a:r>
            <a:rPr lang="zh-CN" altLang="en-US"/>
            <a:t>作业三</a:t>
          </a:r>
        </a:p>
      </dgm:t>
    </dgm:pt>
    <dgm:pt modelId="{44ED70BD-D688-4E86-AD69-0CB0502977BF}" type="parTrans" cxnId="{95202541-A573-40F6-B0BB-E84095F3E2C3}">
      <dgm:prSet/>
      <dgm:spPr/>
    </dgm:pt>
    <dgm:pt modelId="{DE60F578-0BD4-436A-A57D-DB6F746495DD}" type="sibTrans" cxnId="{95202541-A573-40F6-B0BB-E84095F3E2C3}">
      <dgm:prSet/>
      <dgm:spPr/>
    </dgm:pt>
    <dgm:pt modelId="{A72232D4-1CD0-49EC-82B9-99E0C49EC541}" type="pres">
      <dgm:prSet presAssocID="{D55D8971-ACB2-4236-B6E6-139E5A972C1D}" presName="linear" presStyleCnt="0">
        <dgm:presLayoutVars>
          <dgm:dir/>
          <dgm:animLvl val="lvl"/>
          <dgm:resizeHandles val="exact"/>
        </dgm:presLayoutVars>
      </dgm:prSet>
      <dgm:spPr/>
    </dgm:pt>
    <dgm:pt modelId="{ED74AB36-051E-4ADA-8785-479AEDEF9096}" type="pres">
      <dgm:prSet presAssocID="{7674CBEB-5B51-421A-A698-0580799C1105}" presName="parentLin" presStyleCnt="0"/>
      <dgm:spPr/>
    </dgm:pt>
    <dgm:pt modelId="{5E2B493D-B152-4637-B37F-BDFF5AF361BA}" type="pres">
      <dgm:prSet presAssocID="{7674CBEB-5B51-421A-A698-0580799C1105}" presName="parentLeftMargin" presStyleLbl="node1" presStyleIdx="0" presStyleCnt="2"/>
      <dgm:spPr/>
    </dgm:pt>
    <dgm:pt modelId="{7AED97A5-34F7-4EB5-AB5C-89D886E5248D}" type="pres">
      <dgm:prSet presAssocID="{7674CBEB-5B51-421A-A698-0580799C1105}" presName="parentText" presStyleLbl="node1" presStyleIdx="0" presStyleCnt="2">
        <dgm:presLayoutVars>
          <dgm:chMax val="0"/>
          <dgm:bulletEnabled val="1"/>
        </dgm:presLayoutVars>
      </dgm:prSet>
      <dgm:spPr/>
    </dgm:pt>
    <dgm:pt modelId="{6EED2FB1-CE5E-4C39-B429-DFEBF8335D13}" type="pres">
      <dgm:prSet presAssocID="{7674CBEB-5B51-421A-A698-0580799C1105}" presName="negativeSpace" presStyleCnt="0"/>
      <dgm:spPr/>
    </dgm:pt>
    <dgm:pt modelId="{DCE72A8E-A6BC-45F1-B82E-450A8F65E0B6}" type="pres">
      <dgm:prSet presAssocID="{7674CBEB-5B51-421A-A698-0580799C1105}" presName="childText" presStyleLbl="conFgAcc1" presStyleIdx="0" presStyleCnt="2" custLinFactNeighborX="-18540">
        <dgm:presLayoutVars>
          <dgm:bulletEnabled val="1"/>
        </dgm:presLayoutVars>
      </dgm:prSet>
      <dgm:spPr/>
    </dgm:pt>
    <dgm:pt modelId="{6CFC352B-3643-4A7C-9BF2-B20FF2F73781}" type="pres">
      <dgm:prSet presAssocID="{053D8B9C-C289-4F50-B3F4-220634EF10BD}" presName="spaceBetweenRectangles" presStyleCnt="0"/>
      <dgm:spPr/>
    </dgm:pt>
    <dgm:pt modelId="{31746B0F-AA58-4BB5-BA98-D3883DE53B02}" type="pres">
      <dgm:prSet presAssocID="{CF34C1C3-00FE-4D4F-9652-9558D62FDE2A}" presName="parentLin" presStyleCnt="0"/>
      <dgm:spPr/>
    </dgm:pt>
    <dgm:pt modelId="{C1532F67-6D34-4630-A069-6202FCA15325}" type="pres">
      <dgm:prSet presAssocID="{CF34C1C3-00FE-4D4F-9652-9558D62FDE2A}" presName="parentLeftMargin" presStyleLbl="node1" presStyleIdx="0" presStyleCnt="2"/>
      <dgm:spPr/>
    </dgm:pt>
    <dgm:pt modelId="{FB14DBCB-A365-4597-8B6A-7E6D34A5791C}" type="pres">
      <dgm:prSet presAssocID="{CF34C1C3-00FE-4D4F-9652-9558D62FDE2A}" presName="parentText" presStyleLbl="node1" presStyleIdx="1" presStyleCnt="2">
        <dgm:presLayoutVars>
          <dgm:chMax val="0"/>
          <dgm:bulletEnabled val="1"/>
        </dgm:presLayoutVars>
      </dgm:prSet>
      <dgm:spPr/>
    </dgm:pt>
    <dgm:pt modelId="{9F40D218-5A0B-4AA2-B351-7F71E59CE805}" type="pres">
      <dgm:prSet presAssocID="{CF34C1C3-00FE-4D4F-9652-9558D62FDE2A}" presName="negativeSpace" presStyleCnt="0"/>
      <dgm:spPr/>
    </dgm:pt>
    <dgm:pt modelId="{F75176AD-E9FF-4A23-809C-3A4F75E135A4}" type="pres">
      <dgm:prSet presAssocID="{CF34C1C3-00FE-4D4F-9652-9558D62FDE2A}" presName="childText" presStyleLbl="conFgAcc1" presStyleIdx="1" presStyleCnt="2">
        <dgm:presLayoutVars>
          <dgm:bulletEnabled val="1"/>
        </dgm:presLayoutVars>
      </dgm:prSet>
      <dgm:spPr/>
    </dgm:pt>
  </dgm:ptLst>
  <dgm:cxnLst>
    <dgm:cxn modelId="{38E27307-3D3A-4FB7-BBAA-AB9C8E3BB763}" type="presOf" srcId="{D55D8971-ACB2-4236-B6E6-139E5A972C1D}" destId="{A72232D4-1CD0-49EC-82B9-99E0C49EC541}" srcOrd="0" destOrd="0" presId="urn:microsoft.com/office/officeart/2005/8/layout/list1"/>
    <dgm:cxn modelId="{2CAE0C0D-1E7F-4D04-8E97-A327DB04748F}" type="presOf" srcId="{EA2D340A-8635-401B-A40F-AEA99D58B352}" destId="{F75176AD-E9FF-4A23-809C-3A4F75E135A4}" srcOrd="0" destOrd="1" presId="urn:microsoft.com/office/officeart/2005/8/layout/list1"/>
    <dgm:cxn modelId="{D3C38523-86FF-407B-9B60-12610FD33187}" srcId="{CF34C1C3-00FE-4D4F-9652-9558D62FDE2A}" destId="{EA2D340A-8635-401B-A40F-AEA99D58B352}" srcOrd="1" destOrd="0" parTransId="{148AB446-BCD8-4277-A443-4D46D4EC1107}" sibTransId="{A1EC1B51-292D-4B17-8324-63CC66416A40}"/>
    <dgm:cxn modelId="{84C1552F-0306-4DB6-9529-D4CD62786EEE}" type="presOf" srcId="{4D83F3D3-29CE-47F7-A068-47142DCE3CD3}" destId="{DCE72A8E-A6BC-45F1-B82E-450A8F65E0B6}" srcOrd="0" destOrd="2" presId="urn:microsoft.com/office/officeart/2005/8/layout/list1"/>
    <dgm:cxn modelId="{893A4A35-9255-46A3-B1F5-75C4478D040C}" type="presOf" srcId="{AE757E10-BDA5-409E-A09A-F074C50AC08D}" destId="{DCE72A8E-A6BC-45F1-B82E-450A8F65E0B6}" srcOrd="0" destOrd="0" presId="urn:microsoft.com/office/officeart/2005/8/layout/list1"/>
    <dgm:cxn modelId="{D31D9135-4BFE-4580-A402-A131A391A25E}" type="presOf" srcId="{CF34C1C3-00FE-4D4F-9652-9558D62FDE2A}" destId="{FB14DBCB-A365-4597-8B6A-7E6D34A5791C}" srcOrd="1" destOrd="0" presId="urn:microsoft.com/office/officeart/2005/8/layout/list1"/>
    <dgm:cxn modelId="{DA43C93B-8CD6-4A9A-81FD-690B850966FC}" type="presOf" srcId="{CF34C1C3-00FE-4D4F-9652-9558D62FDE2A}" destId="{C1532F67-6D34-4630-A069-6202FCA15325}" srcOrd="0" destOrd="0" presId="urn:microsoft.com/office/officeart/2005/8/layout/list1"/>
    <dgm:cxn modelId="{95202541-A573-40F6-B0BB-E84095F3E2C3}" srcId="{CF34C1C3-00FE-4D4F-9652-9558D62FDE2A}" destId="{71D98856-FACA-4B7E-AD0D-7BD19BBAD269}" srcOrd="2" destOrd="0" parTransId="{44ED70BD-D688-4E86-AD69-0CB0502977BF}" sibTransId="{DE60F578-0BD4-436A-A57D-DB6F746495DD}"/>
    <dgm:cxn modelId="{D4D86847-C2BC-4E6B-8DAF-3792ED2F7C01}" srcId="{7674CBEB-5B51-421A-A698-0580799C1105}" destId="{331E06CF-3F22-4B7E-9373-2AB9F3AF5E81}" srcOrd="3" destOrd="0" parTransId="{14DD3AB4-EBB5-4B23-BCFC-60DDB7868A90}" sibTransId="{1A5B4EAA-642B-41C0-B997-37E367F1E8C4}"/>
    <dgm:cxn modelId="{0EB01468-2390-4F2A-87B5-C3AA1E52807F}" type="presOf" srcId="{BA418328-968E-4597-A7D6-84F74D5BF8E2}" destId="{DCE72A8E-A6BC-45F1-B82E-450A8F65E0B6}" srcOrd="0" destOrd="1" presId="urn:microsoft.com/office/officeart/2005/8/layout/list1"/>
    <dgm:cxn modelId="{E5E1C968-780C-464B-BCB9-D3FA2667EA9D}" type="presOf" srcId="{6F9BA12F-AF0E-482C-8643-1619A2CBFB60}" destId="{F75176AD-E9FF-4A23-809C-3A4F75E135A4}" srcOrd="0" destOrd="0" presId="urn:microsoft.com/office/officeart/2005/8/layout/list1"/>
    <dgm:cxn modelId="{2AAACB69-D3C8-44A4-B995-D859D0D6C23D}" type="presOf" srcId="{7674CBEB-5B51-421A-A698-0580799C1105}" destId="{5E2B493D-B152-4637-B37F-BDFF5AF361BA}" srcOrd="0" destOrd="0" presId="urn:microsoft.com/office/officeart/2005/8/layout/list1"/>
    <dgm:cxn modelId="{23EED170-CBFF-447A-B8E3-DBAAB65A10AD}" srcId="{D55D8971-ACB2-4236-B6E6-139E5A972C1D}" destId="{CF34C1C3-00FE-4D4F-9652-9558D62FDE2A}" srcOrd="1" destOrd="0" parTransId="{F0478AF4-C9AF-4B48-B72F-182C28E8768A}" sibTransId="{EE87033B-CAB4-49CA-A4F0-B6F129143618}"/>
    <dgm:cxn modelId="{9F4A3651-DCD9-40D1-8F02-89D948387440}" type="presOf" srcId="{7674CBEB-5B51-421A-A698-0580799C1105}" destId="{7AED97A5-34F7-4EB5-AB5C-89D886E5248D}" srcOrd="1" destOrd="0" presId="urn:microsoft.com/office/officeart/2005/8/layout/list1"/>
    <dgm:cxn modelId="{C001C475-4A66-4775-AFFB-26D999299313}" srcId="{CF34C1C3-00FE-4D4F-9652-9558D62FDE2A}" destId="{6F9BA12F-AF0E-482C-8643-1619A2CBFB60}" srcOrd="0" destOrd="0" parTransId="{DB6422C6-EF48-4558-8F73-EB2797C8361D}" sibTransId="{DCE356F7-9795-4427-9317-09CB8AE8443A}"/>
    <dgm:cxn modelId="{3A8E9A9F-D62F-4FB8-8556-827E29FE736A}" type="presOf" srcId="{71D98856-FACA-4B7E-AD0D-7BD19BBAD269}" destId="{F75176AD-E9FF-4A23-809C-3A4F75E135A4}" srcOrd="0" destOrd="2" presId="urn:microsoft.com/office/officeart/2005/8/layout/list1"/>
    <dgm:cxn modelId="{1CF578AF-A056-4E37-B426-F1A941FB64F2}" srcId="{D55D8971-ACB2-4236-B6E6-139E5A972C1D}" destId="{7674CBEB-5B51-421A-A698-0580799C1105}" srcOrd="0" destOrd="0" parTransId="{2203DF9D-B7D0-48FC-A9B3-E2DBD56812E4}" sibTransId="{053D8B9C-C289-4F50-B3F4-220634EF10BD}"/>
    <dgm:cxn modelId="{EE7436DD-98BA-419C-8DD4-8382B8227B72}" type="presOf" srcId="{331E06CF-3F22-4B7E-9373-2AB9F3AF5E81}" destId="{DCE72A8E-A6BC-45F1-B82E-450A8F65E0B6}" srcOrd="0" destOrd="3" presId="urn:microsoft.com/office/officeart/2005/8/layout/list1"/>
    <dgm:cxn modelId="{3FA43AE4-941B-41FA-BC65-6C4C3C6861E2}" srcId="{7674CBEB-5B51-421A-A698-0580799C1105}" destId="{BA418328-968E-4597-A7D6-84F74D5BF8E2}" srcOrd="1" destOrd="0" parTransId="{7F9F8305-D09F-4D54-9CB0-69CAA9EAD813}" sibTransId="{C5844FA9-0DDE-43E9-8338-B8BCA5303275}"/>
    <dgm:cxn modelId="{5FC2E3E4-FCA4-491A-99FA-F50C1E127EC7}" srcId="{7674CBEB-5B51-421A-A698-0580799C1105}" destId="{AE757E10-BDA5-409E-A09A-F074C50AC08D}" srcOrd="0" destOrd="0" parTransId="{0B7CAAE0-38BB-42E8-9D35-CD0C2480894F}" sibTransId="{DBB1BB4E-3905-4462-BC1C-B84F861F812C}"/>
    <dgm:cxn modelId="{381B6DE7-9B3B-4D1C-8214-6B8A3198B50C}" srcId="{7674CBEB-5B51-421A-A698-0580799C1105}" destId="{4D83F3D3-29CE-47F7-A068-47142DCE3CD3}" srcOrd="2" destOrd="0" parTransId="{E372B497-BB56-4001-B132-4DE1240B7618}" sibTransId="{37B45E32-5E47-46C3-8822-796EDA2609A4}"/>
    <dgm:cxn modelId="{2A67488D-446E-45C8-B86B-1A150927073E}" type="presParOf" srcId="{A72232D4-1CD0-49EC-82B9-99E0C49EC541}" destId="{ED74AB36-051E-4ADA-8785-479AEDEF9096}" srcOrd="0" destOrd="0" presId="urn:microsoft.com/office/officeart/2005/8/layout/list1"/>
    <dgm:cxn modelId="{F3C357A3-01E0-4446-BB28-0FA686EB852D}" type="presParOf" srcId="{ED74AB36-051E-4ADA-8785-479AEDEF9096}" destId="{5E2B493D-B152-4637-B37F-BDFF5AF361BA}" srcOrd="0" destOrd="0" presId="urn:microsoft.com/office/officeart/2005/8/layout/list1"/>
    <dgm:cxn modelId="{820E48AB-65FA-48D0-AC7A-013CB44FC7B8}" type="presParOf" srcId="{ED74AB36-051E-4ADA-8785-479AEDEF9096}" destId="{7AED97A5-34F7-4EB5-AB5C-89D886E5248D}" srcOrd="1" destOrd="0" presId="urn:microsoft.com/office/officeart/2005/8/layout/list1"/>
    <dgm:cxn modelId="{4A475958-3D68-4F37-B224-434A27F02B8F}" type="presParOf" srcId="{A72232D4-1CD0-49EC-82B9-99E0C49EC541}" destId="{6EED2FB1-CE5E-4C39-B429-DFEBF8335D13}" srcOrd="1" destOrd="0" presId="urn:microsoft.com/office/officeart/2005/8/layout/list1"/>
    <dgm:cxn modelId="{DA2FCFCA-82F6-481E-B41C-31A319CE757C}" type="presParOf" srcId="{A72232D4-1CD0-49EC-82B9-99E0C49EC541}" destId="{DCE72A8E-A6BC-45F1-B82E-450A8F65E0B6}" srcOrd="2" destOrd="0" presId="urn:microsoft.com/office/officeart/2005/8/layout/list1"/>
    <dgm:cxn modelId="{2BD62E62-1923-4D2D-85EA-60A6126F9484}" type="presParOf" srcId="{A72232D4-1CD0-49EC-82B9-99E0C49EC541}" destId="{6CFC352B-3643-4A7C-9BF2-B20FF2F73781}" srcOrd="3" destOrd="0" presId="urn:microsoft.com/office/officeart/2005/8/layout/list1"/>
    <dgm:cxn modelId="{164BEB47-186B-4771-9762-80E6C18DE704}" type="presParOf" srcId="{A72232D4-1CD0-49EC-82B9-99E0C49EC541}" destId="{31746B0F-AA58-4BB5-BA98-D3883DE53B02}" srcOrd="4" destOrd="0" presId="urn:microsoft.com/office/officeart/2005/8/layout/list1"/>
    <dgm:cxn modelId="{0A42EF08-919B-4B39-930F-AEF2E9B54F74}" type="presParOf" srcId="{31746B0F-AA58-4BB5-BA98-D3883DE53B02}" destId="{C1532F67-6D34-4630-A069-6202FCA15325}" srcOrd="0" destOrd="0" presId="urn:microsoft.com/office/officeart/2005/8/layout/list1"/>
    <dgm:cxn modelId="{A1636160-60A9-49B0-A353-7217D69432CF}" type="presParOf" srcId="{31746B0F-AA58-4BB5-BA98-D3883DE53B02}" destId="{FB14DBCB-A365-4597-8B6A-7E6D34A5791C}" srcOrd="1" destOrd="0" presId="urn:microsoft.com/office/officeart/2005/8/layout/list1"/>
    <dgm:cxn modelId="{2C27576A-3990-40E6-A16A-C4082E5A60AA}" type="presParOf" srcId="{A72232D4-1CD0-49EC-82B9-99E0C49EC541}" destId="{9F40D218-5A0B-4AA2-B351-7F71E59CE805}" srcOrd="5" destOrd="0" presId="urn:microsoft.com/office/officeart/2005/8/layout/list1"/>
    <dgm:cxn modelId="{D8662CBD-D739-412F-8A97-F2CA02466094}" type="presParOf" srcId="{A72232D4-1CD0-49EC-82B9-99E0C49EC541}" destId="{F75176AD-E9FF-4A23-809C-3A4F75E135A4}"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0_3" csCatId="mainScheme" phldr="1"/>
      <dgm:spPr/>
      <dgm:t>
        <a:bodyPr/>
        <a:lstStyle/>
        <a:p>
          <a:endParaRPr lang="zh-CN" altLang="en-US"/>
        </a:p>
      </dgm:t>
    </dgm:pt>
    <dgm:pt modelId="{3EED417B-6D7D-4F1A-9EB9-635E7E74F081}">
      <dgm:prSet phldrT="[文本]"/>
      <dgm:spPr/>
      <dgm:t>
        <a:bodyPr/>
        <a:lstStyle/>
        <a:p>
          <a:r>
            <a:rPr lang="zh-CN" altLang="en-US"/>
            <a:t>获取资源的最后修改时间（数据表字段）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生成</a:t>
          </a:r>
          <a:r>
            <a:rPr lang="en-US" altLang="zh-CN"/>
            <a:t>Cache-Control</a:t>
          </a:r>
          <a:r>
            <a:rPr lang="zh-CN" altLang="en-US"/>
            <a:t>响应头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返回</a:t>
          </a:r>
          <a:r>
            <a:rPr lang="en-US" altLang="zh-CN"/>
            <a:t>200 +</a:t>
          </a:r>
          <a:r>
            <a:rPr lang="zh-CN" altLang="en-US"/>
            <a:t>数据</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3">
        <dgm:presLayoutVars>
          <dgm:bulletEnabled val="1"/>
        </dgm:presLayoutVars>
      </dgm:prSet>
      <dgm:spPr/>
    </dgm:pt>
    <dgm:pt modelId="{80279DDB-ACC1-407B-91A9-D6A28AB03E03}" type="pres">
      <dgm:prSet presAssocID="{CE078DD4-3C29-4003-AFEE-6475C805EA04}" presName="sibTrans" presStyleLbl="sibTrans2D1" presStyleIdx="0" presStyleCnt="2"/>
      <dgm:spPr/>
    </dgm:pt>
    <dgm:pt modelId="{DE1613F7-0ADE-4BC8-93D6-BE0B57FED7F0}" type="pres">
      <dgm:prSet presAssocID="{CE078DD4-3C29-4003-AFEE-6475C805EA04}" presName="connectorText" presStyleLbl="sibTrans2D1" presStyleIdx="0" presStyleCnt="2"/>
      <dgm:spPr/>
    </dgm:pt>
    <dgm:pt modelId="{73CBEC61-DBB2-4316-8C75-5E32956CA555}" type="pres">
      <dgm:prSet presAssocID="{E8B1090F-C9E8-4A8D-9D5F-7999DAB25204}" presName="node" presStyleLbl="node1" presStyleIdx="1" presStyleCnt="3">
        <dgm:presLayoutVars>
          <dgm:bulletEnabled val="1"/>
        </dgm:presLayoutVars>
      </dgm:prSet>
      <dgm:spPr/>
    </dgm:pt>
    <dgm:pt modelId="{D745E8D3-C440-4552-A5D9-3ED06B80D482}" type="pres">
      <dgm:prSet presAssocID="{9834CB82-352F-43FF-A2BC-F4DB0D9AC831}" presName="sibTrans" presStyleLbl="sibTrans2D1" presStyleIdx="1" presStyleCnt="2"/>
      <dgm:spPr/>
    </dgm:pt>
    <dgm:pt modelId="{33BC0C85-CD37-4A67-86F1-3AD3CE6976BE}" type="pres">
      <dgm:prSet presAssocID="{9834CB82-352F-43FF-A2BC-F4DB0D9AC831}" presName="connectorText" presStyleLbl="sibTrans2D1" presStyleIdx="1" presStyleCnt="2"/>
      <dgm:spPr/>
    </dgm:pt>
    <dgm:pt modelId="{D0CB38BC-4D4B-432A-BA99-AB64C872E229}" type="pres">
      <dgm:prSet presAssocID="{624ACEC6-8FA0-4B7A-9F08-E2FEE4D52DD7}" presName="node" presStyleLbl="node1" presStyleIdx="2" presStyleCnt="3">
        <dgm:presLayoutVars>
          <dgm:bulletEnabled val="1"/>
        </dgm:presLayoutVars>
      </dgm:prSet>
      <dgm:spPr/>
    </dgm:pt>
  </dgm:ptLst>
  <dgm:cxnLst>
    <dgm:cxn modelId="{55ED3210-FE52-43F8-A5D7-E3D1D4768B1B}" type="presOf" srcId="{CE078DD4-3C29-4003-AFEE-6475C805EA04}" destId="{80279DDB-ACC1-407B-91A9-D6A28AB03E03}" srcOrd="0" destOrd="0" presId="urn:microsoft.com/office/officeart/2005/8/layout/process5"/>
    <dgm:cxn modelId="{346CCA21-BA1E-497B-B5A7-687D7CBC33CD}" type="presOf" srcId="{9834CB82-352F-43FF-A2BC-F4DB0D9AC831}" destId="{D745E8D3-C440-4552-A5D9-3ED06B80D482}" srcOrd="0" destOrd="0" presId="urn:microsoft.com/office/officeart/2005/8/layout/process5"/>
    <dgm:cxn modelId="{B54E832F-1223-4A25-8663-355DAE95DC60}" type="presOf" srcId="{3EED417B-6D7D-4F1A-9EB9-635E7E74F081}" destId="{246C5806-BE1E-4D40-9292-D849C8D65944}" srcOrd="0" destOrd="0" presId="urn:microsoft.com/office/officeart/2005/8/layout/process5"/>
    <dgm:cxn modelId="{3E578E31-6767-4BD3-860F-8266BB49CFB6}" srcId="{1EFD9A47-735D-4B60-BB2B-FCF5687DBA8A}" destId="{E8B1090F-C9E8-4A8D-9D5F-7999DAB25204}" srcOrd="1" destOrd="0" parTransId="{AB32BD02-DBE1-42F3-8DCA-6E804E669E8D}" sibTransId="{9834CB82-352F-43FF-A2BC-F4DB0D9AC831}"/>
    <dgm:cxn modelId="{D496ED3A-E403-41AF-A932-EC6A1BE67BCA}" type="presOf" srcId="{624ACEC6-8FA0-4B7A-9F08-E2FEE4D52DD7}" destId="{D0CB38BC-4D4B-432A-BA99-AB64C872E229}" srcOrd="0" destOrd="0" presId="urn:microsoft.com/office/officeart/2005/8/layout/process5"/>
    <dgm:cxn modelId="{BC35974E-BC71-417A-B53E-2DA971074FA4}" type="presOf" srcId="{E8B1090F-C9E8-4A8D-9D5F-7999DAB25204}" destId="{73CBEC61-DBB2-4316-8C75-5E32956CA555}" srcOrd="0" destOrd="0" presId="urn:microsoft.com/office/officeart/2005/8/layout/process5"/>
    <dgm:cxn modelId="{09C68A70-1199-43DB-AD8F-4D30938FA768}" srcId="{1EFD9A47-735D-4B60-BB2B-FCF5687DBA8A}" destId="{3EED417B-6D7D-4F1A-9EB9-635E7E74F081}" srcOrd="0" destOrd="0" parTransId="{1235F9E2-A60B-428B-A1E1-9AC03E9D8547}" sibTransId="{CE078DD4-3C29-4003-AFEE-6475C805EA04}"/>
    <dgm:cxn modelId="{BF2C85BC-F886-4244-989E-EA1B5784B3D9}" type="presOf" srcId="{CE078DD4-3C29-4003-AFEE-6475C805EA04}" destId="{DE1613F7-0ADE-4BC8-93D6-BE0B57FED7F0}" srcOrd="1"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8A0F5BDB-7AE5-42B2-A338-69F291B8A465}" type="presOf" srcId="{1EFD9A47-735D-4B60-BB2B-FCF5687DBA8A}" destId="{AAE1ABA3-CE26-4980-B896-A681B9975B9C}" srcOrd="0" destOrd="0" presId="urn:microsoft.com/office/officeart/2005/8/layout/process5"/>
    <dgm:cxn modelId="{134C25E5-A23D-4977-A8AF-77B0385E3E87}" type="presOf" srcId="{9834CB82-352F-43FF-A2BC-F4DB0D9AC831}" destId="{33BC0C85-CD37-4A67-86F1-3AD3CE6976BE}" srcOrd="1" destOrd="0" presId="urn:microsoft.com/office/officeart/2005/8/layout/process5"/>
    <dgm:cxn modelId="{247461C3-BBED-425A-9AED-3BF953F3C208}" type="presParOf" srcId="{AAE1ABA3-CE26-4980-B896-A681B9975B9C}" destId="{246C5806-BE1E-4D40-9292-D849C8D65944}" srcOrd="0" destOrd="0" presId="urn:microsoft.com/office/officeart/2005/8/layout/process5"/>
    <dgm:cxn modelId="{1788D9AB-A2AA-45CC-9C7D-25E9CF9D0EAB}" type="presParOf" srcId="{AAE1ABA3-CE26-4980-B896-A681B9975B9C}" destId="{80279DDB-ACC1-407B-91A9-D6A28AB03E03}" srcOrd="1" destOrd="0" presId="urn:microsoft.com/office/officeart/2005/8/layout/process5"/>
    <dgm:cxn modelId="{F6311FEA-CC81-4998-9484-8019447F2B6A}" type="presParOf" srcId="{80279DDB-ACC1-407B-91A9-D6A28AB03E03}" destId="{DE1613F7-0ADE-4BC8-93D6-BE0B57FED7F0}" srcOrd="0" destOrd="0" presId="urn:microsoft.com/office/officeart/2005/8/layout/process5"/>
    <dgm:cxn modelId="{8D706BB0-2CB7-485A-B52E-CF1929DF1FED}" type="presParOf" srcId="{AAE1ABA3-CE26-4980-B896-A681B9975B9C}" destId="{73CBEC61-DBB2-4316-8C75-5E32956CA555}" srcOrd="2" destOrd="0" presId="urn:microsoft.com/office/officeart/2005/8/layout/process5"/>
    <dgm:cxn modelId="{09B163AC-B8F0-45ED-BCD3-9F18FC2C58A9}" type="presParOf" srcId="{AAE1ABA3-CE26-4980-B896-A681B9975B9C}" destId="{D745E8D3-C440-4552-A5D9-3ED06B80D482}" srcOrd="3" destOrd="0" presId="urn:microsoft.com/office/officeart/2005/8/layout/process5"/>
    <dgm:cxn modelId="{3F1B707F-FA92-40D5-9FEF-58525BC4ED68}" type="presParOf" srcId="{D745E8D3-C440-4552-A5D9-3ED06B80D482}" destId="{33BC0C85-CD37-4A67-86F1-3AD3CE6976BE}" srcOrd="0" destOrd="0" presId="urn:microsoft.com/office/officeart/2005/8/layout/process5"/>
    <dgm:cxn modelId="{E49BC07F-54BC-4255-99EE-846722D5DA3D}" type="presParOf" srcId="{AAE1ABA3-CE26-4980-B896-A681B9975B9C}" destId="{D0CB38BC-4D4B-432A-BA99-AB64C872E229}"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0_3" csCatId="mainScheme" phldr="1"/>
      <dgm:spPr/>
      <dgm:t>
        <a:bodyPr/>
        <a:lstStyle/>
        <a:p>
          <a:endParaRPr lang="zh-CN" altLang="en-US"/>
        </a:p>
      </dgm:t>
    </dgm:pt>
    <dgm:pt modelId="{3EED417B-6D7D-4F1A-9EB9-635E7E74F081}">
      <dgm:prSet phldrT="[文本]"/>
      <dgm:spPr/>
      <dgm:t>
        <a:bodyPr/>
        <a:lstStyle/>
        <a:p>
          <a:r>
            <a:rPr lang="zh-CN" altLang="en-US"/>
            <a:t>获取资源的最后修改时间（数据表字段）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生成</a:t>
          </a:r>
          <a:r>
            <a:rPr lang="en-US" altLang="zh-CN"/>
            <a:t>Last-Modified</a:t>
          </a:r>
          <a:r>
            <a:rPr lang="zh-CN" altLang="en-US"/>
            <a:t>响应头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返回</a:t>
          </a:r>
          <a:r>
            <a:rPr lang="en-US" altLang="zh-CN"/>
            <a:t>200 +</a:t>
          </a:r>
          <a:r>
            <a:rPr lang="zh-CN" altLang="en-US"/>
            <a:t>数据</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3">
        <dgm:presLayoutVars>
          <dgm:bulletEnabled val="1"/>
        </dgm:presLayoutVars>
      </dgm:prSet>
      <dgm:spPr/>
    </dgm:pt>
    <dgm:pt modelId="{80279DDB-ACC1-407B-91A9-D6A28AB03E03}" type="pres">
      <dgm:prSet presAssocID="{CE078DD4-3C29-4003-AFEE-6475C805EA04}" presName="sibTrans" presStyleLbl="sibTrans2D1" presStyleIdx="0" presStyleCnt="2"/>
      <dgm:spPr/>
    </dgm:pt>
    <dgm:pt modelId="{DE1613F7-0ADE-4BC8-93D6-BE0B57FED7F0}" type="pres">
      <dgm:prSet presAssocID="{CE078DD4-3C29-4003-AFEE-6475C805EA04}" presName="connectorText" presStyleLbl="sibTrans2D1" presStyleIdx="0" presStyleCnt="2"/>
      <dgm:spPr/>
    </dgm:pt>
    <dgm:pt modelId="{73CBEC61-DBB2-4316-8C75-5E32956CA555}" type="pres">
      <dgm:prSet presAssocID="{E8B1090F-C9E8-4A8D-9D5F-7999DAB25204}" presName="node" presStyleLbl="node1" presStyleIdx="1" presStyleCnt="3">
        <dgm:presLayoutVars>
          <dgm:bulletEnabled val="1"/>
        </dgm:presLayoutVars>
      </dgm:prSet>
      <dgm:spPr/>
    </dgm:pt>
    <dgm:pt modelId="{D745E8D3-C440-4552-A5D9-3ED06B80D482}" type="pres">
      <dgm:prSet presAssocID="{9834CB82-352F-43FF-A2BC-F4DB0D9AC831}" presName="sibTrans" presStyleLbl="sibTrans2D1" presStyleIdx="1" presStyleCnt="2"/>
      <dgm:spPr/>
    </dgm:pt>
    <dgm:pt modelId="{33BC0C85-CD37-4A67-86F1-3AD3CE6976BE}" type="pres">
      <dgm:prSet presAssocID="{9834CB82-352F-43FF-A2BC-F4DB0D9AC831}" presName="connectorText" presStyleLbl="sibTrans2D1" presStyleIdx="1" presStyleCnt="2"/>
      <dgm:spPr/>
    </dgm:pt>
    <dgm:pt modelId="{D0CB38BC-4D4B-432A-BA99-AB64C872E229}" type="pres">
      <dgm:prSet presAssocID="{624ACEC6-8FA0-4B7A-9F08-E2FEE4D52DD7}" presName="node" presStyleLbl="node1" presStyleIdx="2" presStyleCnt="3">
        <dgm:presLayoutVars>
          <dgm:bulletEnabled val="1"/>
        </dgm:presLayoutVars>
      </dgm:prSet>
      <dgm:spPr/>
    </dgm:pt>
  </dgm:ptLst>
  <dgm:cxnLst>
    <dgm:cxn modelId="{55ED3210-FE52-43F8-A5D7-E3D1D4768B1B}" type="presOf" srcId="{CE078DD4-3C29-4003-AFEE-6475C805EA04}" destId="{80279DDB-ACC1-407B-91A9-D6A28AB03E03}" srcOrd="0" destOrd="0" presId="urn:microsoft.com/office/officeart/2005/8/layout/process5"/>
    <dgm:cxn modelId="{346CCA21-BA1E-497B-B5A7-687D7CBC33CD}" type="presOf" srcId="{9834CB82-352F-43FF-A2BC-F4DB0D9AC831}" destId="{D745E8D3-C440-4552-A5D9-3ED06B80D482}" srcOrd="0" destOrd="0" presId="urn:microsoft.com/office/officeart/2005/8/layout/process5"/>
    <dgm:cxn modelId="{B54E832F-1223-4A25-8663-355DAE95DC60}" type="presOf" srcId="{3EED417B-6D7D-4F1A-9EB9-635E7E74F081}" destId="{246C5806-BE1E-4D40-9292-D849C8D65944}" srcOrd="0" destOrd="0" presId="urn:microsoft.com/office/officeart/2005/8/layout/process5"/>
    <dgm:cxn modelId="{3E578E31-6767-4BD3-860F-8266BB49CFB6}" srcId="{1EFD9A47-735D-4B60-BB2B-FCF5687DBA8A}" destId="{E8B1090F-C9E8-4A8D-9D5F-7999DAB25204}" srcOrd="1" destOrd="0" parTransId="{AB32BD02-DBE1-42F3-8DCA-6E804E669E8D}" sibTransId="{9834CB82-352F-43FF-A2BC-F4DB0D9AC831}"/>
    <dgm:cxn modelId="{D496ED3A-E403-41AF-A932-EC6A1BE67BCA}" type="presOf" srcId="{624ACEC6-8FA0-4B7A-9F08-E2FEE4D52DD7}" destId="{D0CB38BC-4D4B-432A-BA99-AB64C872E229}" srcOrd="0" destOrd="0" presId="urn:microsoft.com/office/officeart/2005/8/layout/process5"/>
    <dgm:cxn modelId="{BC35974E-BC71-417A-B53E-2DA971074FA4}" type="presOf" srcId="{E8B1090F-C9E8-4A8D-9D5F-7999DAB25204}" destId="{73CBEC61-DBB2-4316-8C75-5E32956CA555}" srcOrd="0" destOrd="0" presId="urn:microsoft.com/office/officeart/2005/8/layout/process5"/>
    <dgm:cxn modelId="{09C68A70-1199-43DB-AD8F-4D30938FA768}" srcId="{1EFD9A47-735D-4B60-BB2B-FCF5687DBA8A}" destId="{3EED417B-6D7D-4F1A-9EB9-635E7E74F081}" srcOrd="0" destOrd="0" parTransId="{1235F9E2-A60B-428B-A1E1-9AC03E9D8547}" sibTransId="{CE078DD4-3C29-4003-AFEE-6475C805EA04}"/>
    <dgm:cxn modelId="{BF2C85BC-F886-4244-989E-EA1B5784B3D9}" type="presOf" srcId="{CE078DD4-3C29-4003-AFEE-6475C805EA04}" destId="{DE1613F7-0ADE-4BC8-93D6-BE0B57FED7F0}" srcOrd="1"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8A0F5BDB-7AE5-42B2-A338-69F291B8A465}" type="presOf" srcId="{1EFD9A47-735D-4B60-BB2B-FCF5687DBA8A}" destId="{AAE1ABA3-CE26-4980-B896-A681B9975B9C}" srcOrd="0" destOrd="0" presId="urn:microsoft.com/office/officeart/2005/8/layout/process5"/>
    <dgm:cxn modelId="{134C25E5-A23D-4977-A8AF-77B0385E3E87}" type="presOf" srcId="{9834CB82-352F-43FF-A2BC-F4DB0D9AC831}" destId="{33BC0C85-CD37-4A67-86F1-3AD3CE6976BE}" srcOrd="1" destOrd="0" presId="urn:microsoft.com/office/officeart/2005/8/layout/process5"/>
    <dgm:cxn modelId="{247461C3-BBED-425A-9AED-3BF953F3C208}" type="presParOf" srcId="{AAE1ABA3-CE26-4980-B896-A681B9975B9C}" destId="{246C5806-BE1E-4D40-9292-D849C8D65944}" srcOrd="0" destOrd="0" presId="urn:microsoft.com/office/officeart/2005/8/layout/process5"/>
    <dgm:cxn modelId="{1788D9AB-A2AA-45CC-9C7D-25E9CF9D0EAB}" type="presParOf" srcId="{AAE1ABA3-CE26-4980-B896-A681B9975B9C}" destId="{80279DDB-ACC1-407B-91A9-D6A28AB03E03}" srcOrd="1" destOrd="0" presId="urn:microsoft.com/office/officeart/2005/8/layout/process5"/>
    <dgm:cxn modelId="{F6311FEA-CC81-4998-9484-8019447F2B6A}" type="presParOf" srcId="{80279DDB-ACC1-407B-91A9-D6A28AB03E03}" destId="{DE1613F7-0ADE-4BC8-93D6-BE0B57FED7F0}" srcOrd="0" destOrd="0" presId="urn:microsoft.com/office/officeart/2005/8/layout/process5"/>
    <dgm:cxn modelId="{8D706BB0-2CB7-485A-B52E-CF1929DF1FED}" type="presParOf" srcId="{AAE1ABA3-CE26-4980-B896-A681B9975B9C}" destId="{73CBEC61-DBB2-4316-8C75-5E32956CA555}" srcOrd="2" destOrd="0" presId="urn:microsoft.com/office/officeart/2005/8/layout/process5"/>
    <dgm:cxn modelId="{09B163AC-B8F0-45ED-BCD3-9F18FC2C58A9}" type="presParOf" srcId="{AAE1ABA3-CE26-4980-B896-A681B9975B9C}" destId="{D745E8D3-C440-4552-A5D9-3ED06B80D482}" srcOrd="3" destOrd="0" presId="urn:microsoft.com/office/officeart/2005/8/layout/process5"/>
    <dgm:cxn modelId="{3F1B707F-FA92-40D5-9FEF-58525BC4ED68}" type="presParOf" srcId="{D745E8D3-C440-4552-A5D9-3ED06B80D482}" destId="{33BC0C85-CD37-4A67-86F1-3AD3CE6976BE}" srcOrd="0" destOrd="0" presId="urn:microsoft.com/office/officeart/2005/8/layout/process5"/>
    <dgm:cxn modelId="{E49BC07F-54BC-4255-99EE-846722D5DA3D}" type="presParOf" srcId="{AAE1ABA3-CE26-4980-B896-A681B9975B9C}" destId="{D0CB38BC-4D4B-432A-BA99-AB64C872E229}" srcOrd="4"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EFD9A47-735D-4B60-BB2B-FCF5687DBA8A}" type="doc">
      <dgm:prSet loTypeId="urn:microsoft.com/office/officeart/2005/8/layout/process5" loCatId="process" qsTypeId="urn:microsoft.com/office/officeart/2005/8/quickstyle/3d1" qsCatId="3D" csTypeId="urn:microsoft.com/office/officeart/2005/8/colors/accent1_2" csCatId="accent1" phldr="1"/>
      <dgm:spPr/>
      <dgm:t>
        <a:bodyPr/>
        <a:lstStyle/>
        <a:p>
          <a:endParaRPr lang="zh-CN" altLang="en-US"/>
        </a:p>
      </dgm:t>
    </dgm:pt>
    <dgm:pt modelId="{3EED417B-6D7D-4F1A-9EB9-635E7E74F081}">
      <dgm:prSet phldrT="[文本]"/>
      <dgm:spPr/>
      <dgm:t>
        <a:bodyPr/>
        <a:lstStyle/>
        <a:p>
          <a:r>
            <a:rPr lang="zh-CN" altLang="en-US"/>
            <a:t>解析请求头的</a:t>
          </a:r>
          <a:r>
            <a:rPr lang="en-US" altLang="zh-CN"/>
            <a:t>If-Modified-Since</a:t>
          </a:r>
          <a:r>
            <a:rPr lang="zh-CN" altLang="en-US"/>
            <a:t>字段</a:t>
          </a:r>
        </a:p>
      </dgm:t>
    </dgm:pt>
    <dgm:pt modelId="{1235F9E2-A60B-428B-A1E1-9AC03E9D8547}" type="parTrans" cxnId="{09C68A70-1199-43DB-AD8F-4D30938FA768}">
      <dgm:prSet/>
      <dgm:spPr/>
      <dgm:t>
        <a:bodyPr/>
        <a:lstStyle/>
        <a:p>
          <a:endParaRPr lang="zh-CN" altLang="en-US"/>
        </a:p>
      </dgm:t>
    </dgm:pt>
    <dgm:pt modelId="{CE078DD4-3C29-4003-AFEE-6475C805EA04}" type="sibTrans" cxnId="{09C68A70-1199-43DB-AD8F-4D30938FA768}">
      <dgm:prSet/>
      <dgm:spPr/>
      <dgm:t>
        <a:bodyPr/>
        <a:lstStyle/>
        <a:p>
          <a:endParaRPr lang="zh-CN" altLang="en-US"/>
        </a:p>
      </dgm:t>
    </dgm:pt>
    <dgm:pt modelId="{E8B1090F-C9E8-4A8D-9D5F-7999DAB25204}">
      <dgm:prSet phldrT="[文本]"/>
      <dgm:spPr/>
      <dgm:t>
        <a:bodyPr/>
        <a:lstStyle/>
        <a:p>
          <a:r>
            <a:rPr lang="zh-CN" altLang="en-US"/>
            <a:t>获取资源最后修改的时间</a:t>
          </a:r>
        </a:p>
      </dgm:t>
    </dgm:pt>
    <dgm:pt modelId="{AB32BD02-DBE1-42F3-8DCA-6E804E669E8D}" type="parTrans" cxnId="{3E578E31-6767-4BD3-860F-8266BB49CFB6}">
      <dgm:prSet/>
      <dgm:spPr/>
      <dgm:t>
        <a:bodyPr/>
        <a:lstStyle/>
        <a:p>
          <a:endParaRPr lang="zh-CN" altLang="en-US"/>
        </a:p>
      </dgm:t>
    </dgm:pt>
    <dgm:pt modelId="{9834CB82-352F-43FF-A2BC-F4DB0D9AC831}" type="sibTrans" cxnId="{3E578E31-6767-4BD3-860F-8266BB49CFB6}">
      <dgm:prSet/>
      <dgm:spPr/>
      <dgm:t>
        <a:bodyPr/>
        <a:lstStyle/>
        <a:p>
          <a:endParaRPr lang="zh-CN" altLang="en-US"/>
        </a:p>
      </dgm:t>
    </dgm:pt>
    <dgm:pt modelId="{624ACEC6-8FA0-4B7A-9F08-E2FEE4D52DD7}">
      <dgm:prSet phldrT="[文本]"/>
      <dgm:spPr/>
      <dgm:t>
        <a:bodyPr/>
        <a:lstStyle/>
        <a:p>
          <a:r>
            <a:rPr lang="zh-CN" altLang="en-US"/>
            <a:t>比较两个时间</a:t>
          </a:r>
        </a:p>
      </dgm:t>
    </dgm:pt>
    <dgm:pt modelId="{4EB35929-7D14-49CD-B0F4-E63507D4EF72}" type="parTrans" cxnId="{29B5A0BD-EF90-45C4-AF55-597BDDF103F0}">
      <dgm:prSet/>
      <dgm:spPr/>
      <dgm:t>
        <a:bodyPr/>
        <a:lstStyle/>
        <a:p>
          <a:endParaRPr lang="zh-CN" altLang="en-US"/>
        </a:p>
      </dgm:t>
    </dgm:pt>
    <dgm:pt modelId="{ABEA9199-78CF-4188-92E8-A33876DDB34D}" type="sibTrans" cxnId="{29B5A0BD-EF90-45C4-AF55-597BDDF103F0}">
      <dgm:prSet/>
      <dgm:spPr/>
      <dgm:t>
        <a:bodyPr/>
        <a:lstStyle/>
        <a:p>
          <a:endParaRPr lang="zh-CN" altLang="en-US"/>
        </a:p>
      </dgm:t>
    </dgm:pt>
    <dgm:pt modelId="{79043F63-ABA9-4EC3-AD52-D771D9E80BE4}">
      <dgm:prSet phldrT="[文本]"/>
      <dgm:spPr/>
      <dgm:t>
        <a:bodyPr/>
        <a:lstStyle/>
        <a:p>
          <a:r>
            <a:rPr lang="zh-CN" altLang="en-US"/>
            <a:t>相同</a:t>
          </a:r>
          <a:r>
            <a:rPr lang="en-US" altLang="zh-CN">
              <a:sym typeface="Wingdings" panose="05000000000000000000" pitchFamily="2" charset="2"/>
            </a:rPr>
            <a:t></a:t>
          </a:r>
          <a:r>
            <a:rPr lang="zh-CN" altLang="en-US">
              <a:sym typeface="Wingdings" panose="05000000000000000000" pitchFamily="2" charset="2"/>
            </a:rPr>
            <a:t>返回</a:t>
          </a:r>
          <a:r>
            <a:rPr lang="en-US" altLang="zh-CN">
              <a:sym typeface="Wingdings" panose="05000000000000000000" pitchFamily="2" charset="2"/>
            </a:rPr>
            <a:t>304</a:t>
          </a:r>
          <a:r>
            <a:rPr lang="zh-CN" altLang="en-US">
              <a:sym typeface="Wingdings" panose="05000000000000000000" pitchFamily="2" charset="2"/>
            </a:rPr>
            <a:t>（无数据）</a:t>
          </a:r>
          <a:endParaRPr lang="zh-CN" altLang="en-US"/>
        </a:p>
      </dgm:t>
    </dgm:pt>
    <dgm:pt modelId="{DED7D02C-1DE2-4426-9498-AF9A3585BB98}" type="parTrans" cxnId="{A8845524-CD4F-4480-A1D2-750C3B3F9128}">
      <dgm:prSet/>
      <dgm:spPr/>
      <dgm:t>
        <a:bodyPr/>
        <a:lstStyle/>
        <a:p>
          <a:endParaRPr lang="zh-CN" altLang="en-US"/>
        </a:p>
      </dgm:t>
    </dgm:pt>
    <dgm:pt modelId="{89BF3990-4723-4C44-878E-ECF4B30DD026}" type="sibTrans" cxnId="{A8845524-CD4F-4480-A1D2-750C3B3F9128}">
      <dgm:prSet/>
      <dgm:spPr/>
      <dgm:t>
        <a:bodyPr/>
        <a:lstStyle/>
        <a:p>
          <a:endParaRPr lang="zh-CN" altLang="en-US"/>
        </a:p>
      </dgm:t>
    </dgm:pt>
    <dgm:pt modelId="{9757F677-18D8-470F-9280-078BB4773117}">
      <dgm:prSet phldrT="[文本]"/>
      <dgm:spPr/>
      <dgm:t>
        <a:bodyPr/>
        <a:lstStyle/>
        <a:p>
          <a:r>
            <a:rPr lang="zh-CN" altLang="en-US"/>
            <a:t>不同</a:t>
          </a:r>
          <a:r>
            <a:rPr lang="en-US" altLang="zh-CN">
              <a:sym typeface="Wingdings" panose="05000000000000000000" pitchFamily="2" charset="2"/>
            </a:rPr>
            <a:t></a:t>
          </a:r>
          <a:r>
            <a:rPr lang="zh-CN" altLang="en-US">
              <a:sym typeface="Wingdings" panose="05000000000000000000" pitchFamily="2" charset="2"/>
            </a:rPr>
            <a:t>查询并返回结果</a:t>
          </a:r>
          <a:endParaRPr lang="zh-CN" altLang="en-US"/>
        </a:p>
      </dgm:t>
    </dgm:pt>
    <dgm:pt modelId="{AD268083-3CBC-47A9-B4A3-4B348418F99F}" type="parTrans" cxnId="{8F00A86C-6136-4861-ABFF-E0F56D783D15}">
      <dgm:prSet/>
      <dgm:spPr/>
      <dgm:t>
        <a:bodyPr/>
        <a:lstStyle/>
        <a:p>
          <a:endParaRPr lang="zh-CN" altLang="en-US"/>
        </a:p>
      </dgm:t>
    </dgm:pt>
    <dgm:pt modelId="{11DB46B0-969B-43BE-967F-E7816DF05B8A}" type="sibTrans" cxnId="{8F00A86C-6136-4861-ABFF-E0F56D783D15}">
      <dgm:prSet/>
      <dgm:spPr/>
      <dgm:t>
        <a:bodyPr/>
        <a:lstStyle/>
        <a:p>
          <a:endParaRPr lang="zh-CN" altLang="en-US"/>
        </a:p>
      </dgm:t>
    </dgm:pt>
    <dgm:pt modelId="{AAE1ABA3-CE26-4980-B896-A681B9975B9C}" type="pres">
      <dgm:prSet presAssocID="{1EFD9A47-735D-4B60-BB2B-FCF5687DBA8A}" presName="diagram" presStyleCnt="0">
        <dgm:presLayoutVars>
          <dgm:dir/>
          <dgm:resizeHandles val="exact"/>
        </dgm:presLayoutVars>
      </dgm:prSet>
      <dgm:spPr/>
    </dgm:pt>
    <dgm:pt modelId="{246C5806-BE1E-4D40-9292-D849C8D65944}" type="pres">
      <dgm:prSet presAssocID="{3EED417B-6D7D-4F1A-9EB9-635E7E74F081}" presName="node" presStyleLbl="node1" presStyleIdx="0" presStyleCnt="5">
        <dgm:presLayoutVars>
          <dgm:bulletEnabled val="1"/>
        </dgm:presLayoutVars>
      </dgm:prSet>
      <dgm:spPr/>
    </dgm:pt>
    <dgm:pt modelId="{80279DDB-ACC1-407B-91A9-D6A28AB03E03}" type="pres">
      <dgm:prSet presAssocID="{CE078DD4-3C29-4003-AFEE-6475C805EA04}" presName="sibTrans" presStyleLbl="sibTrans2D1" presStyleIdx="0" presStyleCnt="4"/>
      <dgm:spPr/>
    </dgm:pt>
    <dgm:pt modelId="{DE1613F7-0ADE-4BC8-93D6-BE0B57FED7F0}" type="pres">
      <dgm:prSet presAssocID="{CE078DD4-3C29-4003-AFEE-6475C805EA04}" presName="connectorText" presStyleLbl="sibTrans2D1" presStyleIdx="0" presStyleCnt="4"/>
      <dgm:spPr/>
    </dgm:pt>
    <dgm:pt modelId="{73CBEC61-DBB2-4316-8C75-5E32956CA555}" type="pres">
      <dgm:prSet presAssocID="{E8B1090F-C9E8-4A8D-9D5F-7999DAB25204}" presName="node" presStyleLbl="node1" presStyleIdx="1" presStyleCnt="5">
        <dgm:presLayoutVars>
          <dgm:bulletEnabled val="1"/>
        </dgm:presLayoutVars>
      </dgm:prSet>
      <dgm:spPr/>
    </dgm:pt>
    <dgm:pt modelId="{D745E8D3-C440-4552-A5D9-3ED06B80D482}" type="pres">
      <dgm:prSet presAssocID="{9834CB82-352F-43FF-A2BC-F4DB0D9AC831}" presName="sibTrans" presStyleLbl="sibTrans2D1" presStyleIdx="1" presStyleCnt="4"/>
      <dgm:spPr/>
    </dgm:pt>
    <dgm:pt modelId="{33BC0C85-CD37-4A67-86F1-3AD3CE6976BE}" type="pres">
      <dgm:prSet presAssocID="{9834CB82-352F-43FF-A2BC-F4DB0D9AC831}" presName="connectorText" presStyleLbl="sibTrans2D1" presStyleIdx="1" presStyleCnt="4"/>
      <dgm:spPr/>
    </dgm:pt>
    <dgm:pt modelId="{D0CB38BC-4D4B-432A-BA99-AB64C872E229}" type="pres">
      <dgm:prSet presAssocID="{624ACEC6-8FA0-4B7A-9F08-E2FEE4D52DD7}" presName="node" presStyleLbl="node1" presStyleIdx="2" presStyleCnt="5">
        <dgm:presLayoutVars>
          <dgm:bulletEnabled val="1"/>
        </dgm:presLayoutVars>
      </dgm:prSet>
      <dgm:spPr/>
    </dgm:pt>
    <dgm:pt modelId="{344E676D-F30F-4041-A1F1-A88EC83930BB}" type="pres">
      <dgm:prSet presAssocID="{ABEA9199-78CF-4188-92E8-A33876DDB34D}" presName="sibTrans" presStyleLbl="sibTrans2D1" presStyleIdx="2" presStyleCnt="4" custScaleX="209134" custLinFactNeighborX="-2329" custLinFactNeighborY="29742"/>
      <dgm:spPr/>
    </dgm:pt>
    <dgm:pt modelId="{1597FC70-7658-47EE-99BE-AFDF666FEB9A}" type="pres">
      <dgm:prSet presAssocID="{ABEA9199-78CF-4188-92E8-A33876DDB34D}" presName="connectorText" presStyleLbl="sibTrans2D1" presStyleIdx="2" presStyleCnt="4"/>
      <dgm:spPr/>
    </dgm:pt>
    <dgm:pt modelId="{3E506D36-53C4-4825-9B17-CB3B8ABFF7F7}" type="pres">
      <dgm:prSet presAssocID="{79043F63-ABA9-4EC3-AD52-D771D9E80BE4}" presName="node" presStyleLbl="node1" presStyleIdx="3" presStyleCnt="5">
        <dgm:presLayoutVars>
          <dgm:bulletEnabled val="1"/>
        </dgm:presLayoutVars>
      </dgm:prSet>
      <dgm:spPr/>
    </dgm:pt>
    <dgm:pt modelId="{3D359B19-2F73-4801-874A-671F3748D917}" type="pres">
      <dgm:prSet presAssocID="{89BF3990-4723-4C44-878E-ECF4B30DD026}" presName="sibTrans" presStyleLbl="sibTrans2D1" presStyleIdx="3" presStyleCnt="4" custAng="18955980" custScaleX="258208" custLinFactY="-97587" custLinFactNeighborX="-6987" custLinFactNeighborY="-100000"/>
      <dgm:spPr/>
    </dgm:pt>
    <dgm:pt modelId="{3E75450B-FA45-4B2E-9C93-CF8B3FDD0EEE}" type="pres">
      <dgm:prSet presAssocID="{89BF3990-4723-4C44-878E-ECF4B30DD026}" presName="connectorText" presStyleLbl="sibTrans2D1" presStyleIdx="3" presStyleCnt="4"/>
      <dgm:spPr/>
    </dgm:pt>
    <dgm:pt modelId="{7EACF0ED-553C-4E12-8D6F-D77B28A2795B}" type="pres">
      <dgm:prSet presAssocID="{9757F677-18D8-470F-9280-078BB4773117}" presName="node" presStyleLbl="node1" presStyleIdx="4" presStyleCnt="5">
        <dgm:presLayoutVars>
          <dgm:bulletEnabled val="1"/>
        </dgm:presLayoutVars>
      </dgm:prSet>
      <dgm:spPr/>
    </dgm:pt>
  </dgm:ptLst>
  <dgm:cxnLst>
    <dgm:cxn modelId="{554BC004-4789-48FF-A6F3-98AB484175A5}" type="presOf" srcId="{79043F63-ABA9-4EC3-AD52-D771D9E80BE4}" destId="{3E506D36-53C4-4825-9B17-CB3B8ABFF7F7}" srcOrd="0" destOrd="0" presId="urn:microsoft.com/office/officeart/2005/8/layout/process5"/>
    <dgm:cxn modelId="{7337AA22-8C73-4708-8C25-F38AEB03616B}" type="presOf" srcId="{3EED417B-6D7D-4F1A-9EB9-635E7E74F081}" destId="{246C5806-BE1E-4D40-9292-D849C8D65944}" srcOrd="0" destOrd="0" presId="urn:microsoft.com/office/officeart/2005/8/layout/process5"/>
    <dgm:cxn modelId="{A8845524-CD4F-4480-A1D2-750C3B3F9128}" srcId="{1EFD9A47-735D-4B60-BB2B-FCF5687DBA8A}" destId="{79043F63-ABA9-4EC3-AD52-D771D9E80BE4}" srcOrd="3" destOrd="0" parTransId="{DED7D02C-1DE2-4426-9498-AF9A3585BB98}" sibTransId="{89BF3990-4723-4C44-878E-ECF4B30DD026}"/>
    <dgm:cxn modelId="{3E578E31-6767-4BD3-860F-8266BB49CFB6}" srcId="{1EFD9A47-735D-4B60-BB2B-FCF5687DBA8A}" destId="{E8B1090F-C9E8-4A8D-9D5F-7999DAB25204}" srcOrd="1" destOrd="0" parTransId="{AB32BD02-DBE1-42F3-8DCA-6E804E669E8D}" sibTransId="{9834CB82-352F-43FF-A2BC-F4DB0D9AC831}"/>
    <dgm:cxn modelId="{4C71453F-5D2C-42EB-AA79-47369E95A733}" type="presOf" srcId="{89BF3990-4723-4C44-878E-ECF4B30DD026}" destId="{3E75450B-FA45-4B2E-9C93-CF8B3FDD0EEE}" srcOrd="1" destOrd="0" presId="urn:microsoft.com/office/officeart/2005/8/layout/process5"/>
    <dgm:cxn modelId="{8F00A86C-6136-4861-ABFF-E0F56D783D15}" srcId="{1EFD9A47-735D-4B60-BB2B-FCF5687DBA8A}" destId="{9757F677-18D8-470F-9280-078BB4773117}" srcOrd="4" destOrd="0" parTransId="{AD268083-3CBC-47A9-B4A3-4B348418F99F}" sibTransId="{11DB46B0-969B-43BE-967F-E7816DF05B8A}"/>
    <dgm:cxn modelId="{09C68A70-1199-43DB-AD8F-4D30938FA768}" srcId="{1EFD9A47-735D-4B60-BB2B-FCF5687DBA8A}" destId="{3EED417B-6D7D-4F1A-9EB9-635E7E74F081}" srcOrd="0" destOrd="0" parTransId="{1235F9E2-A60B-428B-A1E1-9AC03E9D8547}" sibTransId="{CE078DD4-3C29-4003-AFEE-6475C805EA04}"/>
    <dgm:cxn modelId="{3DEEA251-30B0-4F31-90E7-E8999B5B4820}" type="presOf" srcId="{89BF3990-4723-4C44-878E-ECF4B30DD026}" destId="{3D359B19-2F73-4801-874A-671F3748D917}" srcOrd="0" destOrd="0" presId="urn:microsoft.com/office/officeart/2005/8/layout/process5"/>
    <dgm:cxn modelId="{78FAA475-E34F-4411-86FC-4FE0825FB034}" type="presOf" srcId="{ABEA9199-78CF-4188-92E8-A33876DDB34D}" destId="{344E676D-F30F-4041-A1F1-A88EC83930BB}" srcOrd="0" destOrd="0" presId="urn:microsoft.com/office/officeart/2005/8/layout/process5"/>
    <dgm:cxn modelId="{502C0C82-83D8-43BC-AD7D-5F7F6602337B}" type="presOf" srcId="{E8B1090F-C9E8-4A8D-9D5F-7999DAB25204}" destId="{73CBEC61-DBB2-4316-8C75-5E32956CA555}" srcOrd="0" destOrd="0" presId="urn:microsoft.com/office/officeart/2005/8/layout/process5"/>
    <dgm:cxn modelId="{BA9DD785-F8EE-4432-B01F-5D9751137302}" type="presOf" srcId="{ABEA9199-78CF-4188-92E8-A33876DDB34D}" destId="{1597FC70-7658-47EE-99BE-AFDF666FEB9A}" srcOrd="1" destOrd="0" presId="urn:microsoft.com/office/officeart/2005/8/layout/process5"/>
    <dgm:cxn modelId="{34391E9F-7C78-4EB0-A931-3FFC6CEAD986}" type="presOf" srcId="{624ACEC6-8FA0-4B7A-9F08-E2FEE4D52DD7}" destId="{D0CB38BC-4D4B-432A-BA99-AB64C872E229}" srcOrd="0" destOrd="0" presId="urn:microsoft.com/office/officeart/2005/8/layout/process5"/>
    <dgm:cxn modelId="{29B5A0BD-EF90-45C4-AF55-597BDDF103F0}" srcId="{1EFD9A47-735D-4B60-BB2B-FCF5687DBA8A}" destId="{624ACEC6-8FA0-4B7A-9F08-E2FEE4D52DD7}" srcOrd="2" destOrd="0" parTransId="{4EB35929-7D14-49CD-B0F4-E63507D4EF72}" sibTransId="{ABEA9199-78CF-4188-92E8-A33876DDB34D}"/>
    <dgm:cxn modelId="{928E30BF-4F3B-4EE1-B08D-253FFD6360DE}" type="presOf" srcId="{9834CB82-352F-43FF-A2BC-F4DB0D9AC831}" destId="{D745E8D3-C440-4552-A5D9-3ED06B80D482}" srcOrd="0" destOrd="0" presId="urn:microsoft.com/office/officeart/2005/8/layout/process5"/>
    <dgm:cxn modelId="{8A0F5BDB-7AE5-42B2-A338-69F291B8A465}" type="presOf" srcId="{1EFD9A47-735D-4B60-BB2B-FCF5687DBA8A}" destId="{AAE1ABA3-CE26-4980-B896-A681B9975B9C}" srcOrd="0" destOrd="0" presId="urn:microsoft.com/office/officeart/2005/8/layout/process5"/>
    <dgm:cxn modelId="{40218EE0-717A-49E1-9443-08E20A19BABA}" type="presOf" srcId="{9757F677-18D8-470F-9280-078BB4773117}" destId="{7EACF0ED-553C-4E12-8D6F-D77B28A2795B}" srcOrd="0" destOrd="0" presId="urn:microsoft.com/office/officeart/2005/8/layout/process5"/>
    <dgm:cxn modelId="{EDF37EE6-041A-4ECA-8484-09B7D74A944F}" type="presOf" srcId="{CE078DD4-3C29-4003-AFEE-6475C805EA04}" destId="{DE1613F7-0ADE-4BC8-93D6-BE0B57FED7F0}" srcOrd="1" destOrd="0" presId="urn:microsoft.com/office/officeart/2005/8/layout/process5"/>
    <dgm:cxn modelId="{041556F9-A227-4E44-9169-419203BBD027}" type="presOf" srcId="{CE078DD4-3C29-4003-AFEE-6475C805EA04}" destId="{80279DDB-ACC1-407B-91A9-D6A28AB03E03}" srcOrd="0" destOrd="0" presId="urn:microsoft.com/office/officeart/2005/8/layout/process5"/>
    <dgm:cxn modelId="{765DCBF9-CD7A-4E92-A714-8C39A4851B36}" type="presOf" srcId="{9834CB82-352F-43FF-A2BC-F4DB0D9AC831}" destId="{33BC0C85-CD37-4A67-86F1-3AD3CE6976BE}" srcOrd="1" destOrd="0" presId="urn:microsoft.com/office/officeart/2005/8/layout/process5"/>
    <dgm:cxn modelId="{46CDF03E-6AEB-4F02-850D-12C03DC23214}" type="presParOf" srcId="{AAE1ABA3-CE26-4980-B896-A681B9975B9C}" destId="{246C5806-BE1E-4D40-9292-D849C8D65944}" srcOrd="0" destOrd="0" presId="urn:microsoft.com/office/officeart/2005/8/layout/process5"/>
    <dgm:cxn modelId="{ECF5A9C7-9B90-406C-B036-4172EC9B76E1}" type="presParOf" srcId="{AAE1ABA3-CE26-4980-B896-A681B9975B9C}" destId="{80279DDB-ACC1-407B-91A9-D6A28AB03E03}" srcOrd="1" destOrd="0" presId="urn:microsoft.com/office/officeart/2005/8/layout/process5"/>
    <dgm:cxn modelId="{7E2043F2-E754-4695-8B4D-ACFB36026598}" type="presParOf" srcId="{80279DDB-ACC1-407B-91A9-D6A28AB03E03}" destId="{DE1613F7-0ADE-4BC8-93D6-BE0B57FED7F0}" srcOrd="0" destOrd="0" presId="urn:microsoft.com/office/officeart/2005/8/layout/process5"/>
    <dgm:cxn modelId="{4805CCA5-9FD3-4AFF-B2F4-6B05407197AB}" type="presParOf" srcId="{AAE1ABA3-CE26-4980-B896-A681B9975B9C}" destId="{73CBEC61-DBB2-4316-8C75-5E32956CA555}" srcOrd="2" destOrd="0" presId="urn:microsoft.com/office/officeart/2005/8/layout/process5"/>
    <dgm:cxn modelId="{5F8B3CB4-874A-42E7-84DB-337BFD209D21}" type="presParOf" srcId="{AAE1ABA3-CE26-4980-B896-A681B9975B9C}" destId="{D745E8D3-C440-4552-A5D9-3ED06B80D482}" srcOrd="3" destOrd="0" presId="urn:microsoft.com/office/officeart/2005/8/layout/process5"/>
    <dgm:cxn modelId="{4624D138-1022-4479-B213-F2850A03942C}" type="presParOf" srcId="{D745E8D3-C440-4552-A5D9-3ED06B80D482}" destId="{33BC0C85-CD37-4A67-86F1-3AD3CE6976BE}" srcOrd="0" destOrd="0" presId="urn:microsoft.com/office/officeart/2005/8/layout/process5"/>
    <dgm:cxn modelId="{B2E1AF82-B27C-450A-B70D-158D3731B516}" type="presParOf" srcId="{AAE1ABA3-CE26-4980-B896-A681B9975B9C}" destId="{D0CB38BC-4D4B-432A-BA99-AB64C872E229}" srcOrd="4" destOrd="0" presId="urn:microsoft.com/office/officeart/2005/8/layout/process5"/>
    <dgm:cxn modelId="{107E1668-9BEE-4A3A-972D-C9A9C81C78F8}" type="presParOf" srcId="{AAE1ABA3-CE26-4980-B896-A681B9975B9C}" destId="{344E676D-F30F-4041-A1F1-A88EC83930BB}" srcOrd="5" destOrd="0" presId="urn:microsoft.com/office/officeart/2005/8/layout/process5"/>
    <dgm:cxn modelId="{4BA77A59-A0F5-4D1D-AF6E-1FD07EB27C10}" type="presParOf" srcId="{344E676D-F30F-4041-A1F1-A88EC83930BB}" destId="{1597FC70-7658-47EE-99BE-AFDF666FEB9A}" srcOrd="0" destOrd="0" presId="urn:microsoft.com/office/officeart/2005/8/layout/process5"/>
    <dgm:cxn modelId="{98A0259C-4917-43F8-BF5E-6866F856CED9}" type="presParOf" srcId="{AAE1ABA3-CE26-4980-B896-A681B9975B9C}" destId="{3E506D36-53C4-4825-9B17-CB3B8ABFF7F7}" srcOrd="6" destOrd="0" presId="urn:microsoft.com/office/officeart/2005/8/layout/process5"/>
    <dgm:cxn modelId="{726CB5D4-9F48-45F9-9660-4A7A779392AC}" type="presParOf" srcId="{AAE1ABA3-CE26-4980-B896-A681B9975B9C}" destId="{3D359B19-2F73-4801-874A-671F3748D917}" srcOrd="7" destOrd="0" presId="urn:microsoft.com/office/officeart/2005/8/layout/process5"/>
    <dgm:cxn modelId="{8C2D8F5B-6229-4FED-8932-582FDE94B611}" type="presParOf" srcId="{3D359B19-2F73-4801-874A-671F3748D917}" destId="{3E75450B-FA45-4B2E-9C93-CF8B3FDD0EEE}" srcOrd="0" destOrd="0" presId="urn:microsoft.com/office/officeart/2005/8/layout/process5"/>
    <dgm:cxn modelId="{1B7F888C-1095-4C62-BB8A-9E758761455D}" type="presParOf" srcId="{AAE1ABA3-CE26-4980-B896-A681B9975B9C}" destId="{7EACF0ED-553C-4E12-8D6F-D77B28A2795B}" srcOrd="8" destOrd="0" presId="urn:microsoft.com/office/officeart/2005/8/layout/process5"/>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3363A6D-3F2A-41D3-AB44-B712A1AF6A27}"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zh-CN" altLang="en-US"/>
        </a:p>
      </dgm:t>
    </dgm:pt>
    <dgm:pt modelId="{4DE4E5E5-3454-4921-BAB7-38F2DEF084A7}">
      <dgm:prSet phldrT="[文本]"/>
      <dgm:spPr/>
      <dgm:t>
        <a:bodyPr/>
        <a:lstStyle/>
        <a:p>
          <a:r>
            <a:rPr lang="zh-CN" altLang="en-US"/>
            <a:t>需调整表的范围</a:t>
          </a:r>
        </a:p>
      </dgm:t>
    </dgm:pt>
    <dgm:pt modelId="{945ABA78-9BD2-432C-8044-AC95D59196E9}" type="parTrans" cxnId="{84909BD5-FE48-455D-ABC4-3072E11347CB}">
      <dgm:prSet/>
      <dgm:spPr/>
      <dgm:t>
        <a:bodyPr/>
        <a:lstStyle/>
        <a:p>
          <a:endParaRPr lang="zh-CN" altLang="en-US"/>
        </a:p>
      </dgm:t>
    </dgm:pt>
    <dgm:pt modelId="{30DF3550-27A4-48D1-8307-F6C290D5ACA6}" type="sibTrans" cxnId="{84909BD5-FE48-455D-ABC4-3072E11347CB}">
      <dgm:prSet/>
      <dgm:spPr/>
      <dgm:t>
        <a:bodyPr/>
        <a:lstStyle/>
        <a:p>
          <a:endParaRPr lang="zh-CN" altLang="en-US"/>
        </a:p>
      </dgm:t>
    </dgm:pt>
    <dgm:pt modelId="{8A42846A-0069-40E4-8B80-CC5F33CCE8D2}">
      <dgm:prSet phldrT="[文本]" phldr="0"/>
      <dgm:spPr/>
      <dgm:t>
        <a:bodyPr/>
        <a:lstStyle/>
        <a:p>
          <a:r>
            <a:rPr lang="zh-CN" altLang="en-US"/>
            <a:t>需要进行缓存查询的表</a:t>
          </a:r>
        </a:p>
      </dgm:t>
    </dgm:pt>
    <dgm:pt modelId="{E503BB66-2B52-4D3A-83D7-CCF8A1A84353}" type="parTrans" cxnId="{658DAC84-2403-4482-A6B6-F18351260C29}">
      <dgm:prSet/>
      <dgm:spPr/>
      <dgm:t>
        <a:bodyPr/>
        <a:lstStyle/>
        <a:p>
          <a:endParaRPr lang="zh-CN" altLang="en-US"/>
        </a:p>
      </dgm:t>
    </dgm:pt>
    <dgm:pt modelId="{7B9D6C27-7E0C-4960-AF86-24FFAC5F5906}" type="sibTrans" cxnId="{658DAC84-2403-4482-A6B6-F18351260C29}">
      <dgm:prSet/>
      <dgm:spPr/>
      <dgm:t>
        <a:bodyPr/>
        <a:lstStyle/>
        <a:p>
          <a:endParaRPr lang="zh-CN" altLang="en-US"/>
        </a:p>
      </dgm:t>
    </dgm:pt>
    <dgm:pt modelId="{D9F497B3-CEFA-4C6F-A2B6-389C19DBBA7F}">
      <dgm:prSet phldrT="[文本]"/>
      <dgm:spPr/>
      <dgm:t>
        <a:bodyPr/>
        <a:lstStyle/>
        <a:p>
          <a:r>
            <a:rPr lang="zh-CN" altLang="en-US"/>
            <a:t>调整命令</a:t>
          </a:r>
        </a:p>
      </dgm:t>
    </dgm:pt>
    <dgm:pt modelId="{D9D78503-7D1C-4173-A00A-DA762A492C29}" type="parTrans" cxnId="{5C730A43-151B-4BE6-8774-81AA7E5D88CC}">
      <dgm:prSet/>
      <dgm:spPr/>
      <dgm:t>
        <a:bodyPr/>
        <a:lstStyle/>
        <a:p>
          <a:endParaRPr lang="zh-CN" altLang="en-US"/>
        </a:p>
      </dgm:t>
    </dgm:pt>
    <dgm:pt modelId="{BB41BBD2-FB5E-4A28-8170-C3C732141B06}" type="sibTrans" cxnId="{5C730A43-151B-4BE6-8774-81AA7E5D88CC}">
      <dgm:prSet/>
      <dgm:spPr/>
      <dgm:t>
        <a:bodyPr/>
        <a:lstStyle/>
        <a:p>
          <a:endParaRPr lang="zh-CN" altLang="en-US"/>
        </a:p>
      </dgm:t>
    </dgm:pt>
    <dgm:pt modelId="{C9F38117-66B1-4804-9A61-7679D2B1239D}">
      <dgm:prSet phldrT="[文本]" phldr="0"/>
      <dgm:spPr/>
      <dgm:t>
        <a:bodyPr/>
        <a:lstStyle/>
        <a:p>
          <a:r>
            <a:rPr lang="en-US" altLang="zh-CN"/>
            <a:t>task</a:t>
          </a:r>
          <a:r>
            <a:rPr lang="zh-CN" altLang="en-US"/>
            <a:t>、</a:t>
          </a:r>
          <a:r>
            <a:rPr lang="en-US" altLang="zh-CN"/>
            <a:t>score</a:t>
          </a:r>
          <a:endParaRPr lang="zh-CN" altLang="en-US"/>
        </a:p>
      </dgm:t>
    </dgm:pt>
    <dgm:pt modelId="{61C847CE-D020-4692-815D-01F9CBB0904C}" type="parTrans" cxnId="{3CB37B72-2407-4C72-954B-AE77A13124A9}">
      <dgm:prSet/>
      <dgm:spPr/>
      <dgm:t>
        <a:bodyPr/>
        <a:lstStyle/>
        <a:p>
          <a:endParaRPr lang="zh-CN" altLang="en-US"/>
        </a:p>
      </dgm:t>
    </dgm:pt>
    <dgm:pt modelId="{4801FD44-DEFE-4A51-B607-1F63F12AAF07}" type="sibTrans" cxnId="{3CB37B72-2407-4C72-954B-AE77A13124A9}">
      <dgm:prSet/>
      <dgm:spPr/>
      <dgm:t>
        <a:bodyPr/>
        <a:lstStyle/>
        <a:p>
          <a:endParaRPr lang="zh-CN" altLang="en-US"/>
        </a:p>
      </dgm:t>
    </dgm:pt>
    <dgm:pt modelId="{5F09A753-EE58-48CB-B2AC-896433EAE98C}">
      <dgm:prSet phldrT="[文本]"/>
      <dgm:spPr/>
      <dgm:t>
        <a:bodyPr/>
        <a:lstStyle/>
        <a:p>
          <a:r>
            <a:rPr lang="en-US" altLang="zh-CN"/>
            <a:t>alert</a:t>
          </a:r>
          <a:endParaRPr lang="zh-CN" altLang="en-US"/>
        </a:p>
      </dgm:t>
    </dgm:pt>
    <dgm:pt modelId="{A939B2A1-D51E-43B8-A1E8-850A430EC3A7}" type="parTrans" cxnId="{9EBAD5FE-161A-4D3F-B7FB-C28840321DAC}">
      <dgm:prSet/>
      <dgm:spPr/>
      <dgm:t>
        <a:bodyPr/>
        <a:lstStyle/>
        <a:p>
          <a:endParaRPr lang="zh-CN" altLang="en-US"/>
        </a:p>
      </dgm:t>
    </dgm:pt>
    <dgm:pt modelId="{A1E8FB76-5C8B-418B-8B27-AAA37A72E99D}" type="sibTrans" cxnId="{9EBAD5FE-161A-4D3F-B7FB-C28840321DAC}">
      <dgm:prSet/>
      <dgm:spPr/>
      <dgm:t>
        <a:bodyPr/>
        <a:lstStyle/>
        <a:p>
          <a:endParaRPr lang="zh-CN" altLang="en-US"/>
        </a:p>
      </dgm:t>
    </dgm:pt>
    <dgm:pt modelId="{348E4BCB-4BEE-47D6-9D00-4C53F961DEC5}">
      <dgm:prSet phldrT="[文本]"/>
      <dgm:spPr/>
      <dgm:t>
        <a:bodyPr/>
        <a:lstStyle/>
        <a:p>
          <a:r>
            <a:rPr lang="zh-CN" altLang="en-US"/>
            <a:t>示范：</a:t>
          </a:r>
          <a:r>
            <a:rPr lang="en-US" altLang="zh-CN">
              <a:highlight>
                <a:srgbClr val="FFFF00"/>
              </a:highlight>
            </a:rPr>
            <a:t>ALTER TABLE task ADD ta_lastmodified TIMESTAMP DEFAULT CURRENT_TIMESTRMP COMMENT '</a:t>
          </a:r>
          <a:r>
            <a:rPr lang="zh-CN" altLang="en-US">
              <a:highlight>
                <a:srgbClr val="FFFF00"/>
              </a:highlight>
            </a:rPr>
            <a:t>更新时间</a:t>
          </a:r>
          <a:r>
            <a:rPr lang="en-US" altLang="zh-CN">
              <a:highlight>
                <a:srgbClr val="FFFF00"/>
              </a:highlight>
            </a:rPr>
            <a:t>’;</a:t>
          </a:r>
          <a:endParaRPr lang="zh-CN" altLang="en-US">
            <a:highlight>
              <a:srgbClr val="FFFF00"/>
            </a:highlight>
          </a:endParaRPr>
        </a:p>
      </dgm:t>
    </dgm:pt>
    <dgm:pt modelId="{3ECB5881-4B5F-4618-93E6-B7A35F34B240}" type="parTrans" cxnId="{E8BA4FCE-7F34-4631-BBD4-383787D0F229}">
      <dgm:prSet/>
      <dgm:spPr/>
      <dgm:t>
        <a:bodyPr/>
        <a:lstStyle/>
        <a:p>
          <a:endParaRPr lang="zh-CN" altLang="en-US"/>
        </a:p>
      </dgm:t>
    </dgm:pt>
    <dgm:pt modelId="{FFBC83D2-D1B2-4EF6-99AE-C8A67F002F0C}" type="sibTrans" cxnId="{E8BA4FCE-7F34-4631-BBD4-383787D0F229}">
      <dgm:prSet/>
      <dgm:spPr/>
      <dgm:t>
        <a:bodyPr/>
        <a:lstStyle/>
        <a:p>
          <a:endParaRPr lang="zh-CN" altLang="en-US"/>
        </a:p>
      </dgm:t>
    </dgm:pt>
    <dgm:pt modelId="{E490F379-22EE-41D6-80DB-E420A12D7E35}" type="pres">
      <dgm:prSet presAssocID="{13363A6D-3F2A-41D3-AB44-B712A1AF6A27}" presName="linear" presStyleCnt="0">
        <dgm:presLayoutVars>
          <dgm:dir/>
          <dgm:animLvl val="lvl"/>
          <dgm:resizeHandles val="exact"/>
        </dgm:presLayoutVars>
      </dgm:prSet>
      <dgm:spPr/>
    </dgm:pt>
    <dgm:pt modelId="{3CA87811-D048-470E-A284-36ECB9591B00}" type="pres">
      <dgm:prSet presAssocID="{4DE4E5E5-3454-4921-BAB7-38F2DEF084A7}" presName="parentLin" presStyleCnt="0"/>
      <dgm:spPr/>
    </dgm:pt>
    <dgm:pt modelId="{9101FD57-E5AE-4180-AE74-C99AB4C33B15}" type="pres">
      <dgm:prSet presAssocID="{4DE4E5E5-3454-4921-BAB7-38F2DEF084A7}" presName="parentLeftMargin" presStyleLbl="node1" presStyleIdx="0" presStyleCnt="2"/>
      <dgm:spPr/>
    </dgm:pt>
    <dgm:pt modelId="{3D511CB6-A827-4EF0-9E86-2CFA46F1D2EB}" type="pres">
      <dgm:prSet presAssocID="{4DE4E5E5-3454-4921-BAB7-38F2DEF084A7}" presName="parentText" presStyleLbl="node1" presStyleIdx="0" presStyleCnt="2">
        <dgm:presLayoutVars>
          <dgm:chMax val="0"/>
          <dgm:bulletEnabled val="1"/>
        </dgm:presLayoutVars>
      </dgm:prSet>
      <dgm:spPr/>
    </dgm:pt>
    <dgm:pt modelId="{C5C102CE-C7E9-44D4-87C8-9E521C69E9CF}" type="pres">
      <dgm:prSet presAssocID="{4DE4E5E5-3454-4921-BAB7-38F2DEF084A7}" presName="negativeSpace" presStyleCnt="0"/>
      <dgm:spPr/>
    </dgm:pt>
    <dgm:pt modelId="{A3582400-3ABE-4593-A4D2-AFF08DDE9AE7}" type="pres">
      <dgm:prSet presAssocID="{4DE4E5E5-3454-4921-BAB7-38F2DEF084A7}" presName="childText" presStyleLbl="conFgAcc1" presStyleIdx="0" presStyleCnt="2">
        <dgm:presLayoutVars>
          <dgm:bulletEnabled val="1"/>
        </dgm:presLayoutVars>
      </dgm:prSet>
      <dgm:spPr/>
    </dgm:pt>
    <dgm:pt modelId="{999624FF-103D-42C2-B394-4D8B347A5375}" type="pres">
      <dgm:prSet presAssocID="{30DF3550-27A4-48D1-8307-F6C290D5ACA6}" presName="spaceBetweenRectangles" presStyleCnt="0"/>
      <dgm:spPr/>
    </dgm:pt>
    <dgm:pt modelId="{58C859C6-CFB4-4CB5-99B0-985051935432}" type="pres">
      <dgm:prSet presAssocID="{D9F497B3-CEFA-4C6F-A2B6-389C19DBBA7F}" presName="parentLin" presStyleCnt="0"/>
      <dgm:spPr/>
    </dgm:pt>
    <dgm:pt modelId="{55E8A926-C3E6-46A0-993C-8C42699437F7}" type="pres">
      <dgm:prSet presAssocID="{D9F497B3-CEFA-4C6F-A2B6-389C19DBBA7F}" presName="parentLeftMargin" presStyleLbl="node1" presStyleIdx="0" presStyleCnt="2"/>
      <dgm:spPr/>
    </dgm:pt>
    <dgm:pt modelId="{740FD955-2199-4C0B-B390-4728A572B4BC}" type="pres">
      <dgm:prSet presAssocID="{D9F497B3-CEFA-4C6F-A2B6-389C19DBBA7F}" presName="parentText" presStyleLbl="node1" presStyleIdx="1" presStyleCnt="2">
        <dgm:presLayoutVars>
          <dgm:chMax val="0"/>
          <dgm:bulletEnabled val="1"/>
        </dgm:presLayoutVars>
      </dgm:prSet>
      <dgm:spPr/>
    </dgm:pt>
    <dgm:pt modelId="{F7A22B88-84C2-46CD-9EE7-2D851EC31E50}" type="pres">
      <dgm:prSet presAssocID="{D9F497B3-CEFA-4C6F-A2B6-389C19DBBA7F}" presName="negativeSpace" presStyleCnt="0"/>
      <dgm:spPr/>
    </dgm:pt>
    <dgm:pt modelId="{582A8A58-ED29-4F20-B712-4F685A8F967C}" type="pres">
      <dgm:prSet presAssocID="{D9F497B3-CEFA-4C6F-A2B6-389C19DBBA7F}" presName="childText" presStyleLbl="conFgAcc1" presStyleIdx="1" presStyleCnt="2">
        <dgm:presLayoutVars>
          <dgm:bulletEnabled val="1"/>
        </dgm:presLayoutVars>
      </dgm:prSet>
      <dgm:spPr/>
    </dgm:pt>
  </dgm:ptLst>
  <dgm:cxnLst>
    <dgm:cxn modelId="{0A9BA12D-2B68-4433-910F-4C55F60BB89D}" type="presOf" srcId="{D9F497B3-CEFA-4C6F-A2B6-389C19DBBA7F}" destId="{740FD955-2199-4C0B-B390-4728A572B4BC}" srcOrd="1" destOrd="0" presId="urn:microsoft.com/office/officeart/2005/8/layout/list1"/>
    <dgm:cxn modelId="{D4E84932-F089-42B5-B243-1F2A9E59DFC5}" type="presOf" srcId="{5F09A753-EE58-48CB-B2AC-896433EAE98C}" destId="{582A8A58-ED29-4F20-B712-4F685A8F967C}" srcOrd="0" destOrd="0" presId="urn:microsoft.com/office/officeart/2005/8/layout/list1"/>
    <dgm:cxn modelId="{5C730A43-151B-4BE6-8774-81AA7E5D88CC}" srcId="{13363A6D-3F2A-41D3-AB44-B712A1AF6A27}" destId="{D9F497B3-CEFA-4C6F-A2B6-389C19DBBA7F}" srcOrd="1" destOrd="0" parTransId="{D9D78503-7D1C-4173-A00A-DA762A492C29}" sibTransId="{BB41BBD2-FB5E-4A28-8170-C3C732141B06}"/>
    <dgm:cxn modelId="{F5A68345-662C-432F-BE78-E724AB840F22}" type="presOf" srcId="{4DE4E5E5-3454-4921-BAB7-38F2DEF084A7}" destId="{9101FD57-E5AE-4180-AE74-C99AB4C33B15}" srcOrd="0" destOrd="0" presId="urn:microsoft.com/office/officeart/2005/8/layout/list1"/>
    <dgm:cxn modelId="{23855F48-12EE-4E94-9B92-63F5628A5E06}" type="presOf" srcId="{C9F38117-66B1-4804-9A61-7679D2B1239D}" destId="{A3582400-3ABE-4593-A4D2-AFF08DDE9AE7}" srcOrd="0" destOrd="1" presId="urn:microsoft.com/office/officeart/2005/8/layout/list1"/>
    <dgm:cxn modelId="{4332B04C-262C-4596-A540-FFEB49E03B75}" type="presOf" srcId="{13363A6D-3F2A-41D3-AB44-B712A1AF6A27}" destId="{E490F379-22EE-41D6-80DB-E420A12D7E35}" srcOrd="0" destOrd="0" presId="urn:microsoft.com/office/officeart/2005/8/layout/list1"/>
    <dgm:cxn modelId="{3CB37B72-2407-4C72-954B-AE77A13124A9}" srcId="{4DE4E5E5-3454-4921-BAB7-38F2DEF084A7}" destId="{C9F38117-66B1-4804-9A61-7679D2B1239D}" srcOrd="1" destOrd="0" parTransId="{61C847CE-D020-4692-815D-01F9CBB0904C}" sibTransId="{4801FD44-DEFE-4A51-B607-1F63F12AAF07}"/>
    <dgm:cxn modelId="{658DAC84-2403-4482-A6B6-F18351260C29}" srcId="{4DE4E5E5-3454-4921-BAB7-38F2DEF084A7}" destId="{8A42846A-0069-40E4-8B80-CC5F33CCE8D2}" srcOrd="0" destOrd="0" parTransId="{E503BB66-2B52-4D3A-83D7-CCF8A1A84353}" sibTransId="{7B9D6C27-7E0C-4960-AF86-24FFAC5F5906}"/>
    <dgm:cxn modelId="{14A3A69D-D675-4499-ACA1-7A43DBDA378C}" type="presOf" srcId="{4DE4E5E5-3454-4921-BAB7-38F2DEF084A7}" destId="{3D511CB6-A827-4EF0-9E86-2CFA46F1D2EB}" srcOrd="1" destOrd="0" presId="urn:microsoft.com/office/officeart/2005/8/layout/list1"/>
    <dgm:cxn modelId="{5020A2C8-A7A4-450B-9E7D-BEAF57D0E76A}" type="presOf" srcId="{D9F497B3-CEFA-4C6F-A2B6-389C19DBBA7F}" destId="{55E8A926-C3E6-46A0-993C-8C42699437F7}" srcOrd="0" destOrd="0" presId="urn:microsoft.com/office/officeart/2005/8/layout/list1"/>
    <dgm:cxn modelId="{E8BA4FCE-7F34-4631-BBD4-383787D0F229}" srcId="{D9F497B3-CEFA-4C6F-A2B6-389C19DBBA7F}" destId="{348E4BCB-4BEE-47D6-9D00-4C53F961DEC5}" srcOrd="1" destOrd="0" parTransId="{3ECB5881-4B5F-4618-93E6-B7A35F34B240}" sibTransId="{FFBC83D2-D1B2-4EF6-99AE-C8A67F002F0C}"/>
    <dgm:cxn modelId="{83860BD3-2EDE-4243-B97F-64965ADCEB1C}" type="presOf" srcId="{8A42846A-0069-40E4-8B80-CC5F33CCE8D2}" destId="{A3582400-3ABE-4593-A4D2-AFF08DDE9AE7}" srcOrd="0" destOrd="0" presId="urn:microsoft.com/office/officeart/2005/8/layout/list1"/>
    <dgm:cxn modelId="{84909BD5-FE48-455D-ABC4-3072E11347CB}" srcId="{13363A6D-3F2A-41D3-AB44-B712A1AF6A27}" destId="{4DE4E5E5-3454-4921-BAB7-38F2DEF084A7}" srcOrd="0" destOrd="0" parTransId="{945ABA78-9BD2-432C-8044-AC95D59196E9}" sibTransId="{30DF3550-27A4-48D1-8307-F6C290D5ACA6}"/>
    <dgm:cxn modelId="{EF696BFB-6E06-46EE-B0C6-498FFA67C23B}" type="presOf" srcId="{348E4BCB-4BEE-47D6-9D00-4C53F961DEC5}" destId="{582A8A58-ED29-4F20-B712-4F685A8F967C}" srcOrd="0" destOrd="1" presId="urn:microsoft.com/office/officeart/2005/8/layout/list1"/>
    <dgm:cxn modelId="{9EBAD5FE-161A-4D3F-B7FB-C28840321DAC}" srcId="{D9F497B3-CEFA-4C6F-A2B6-389C19DBBA7F}" destId="{5F09A753-EE58-48CB-B2AC-896433EAE98C}" srcOrd="0" destOrd="0" parTransId="{A939B2A1-D51E-43B8-A1E8-850A430EC3A7}" sibTransId="{A1E8FB76-5C8B-418B-8B27-AAA37A72E99D}"/>
    <dgm:cxn modelId="{C329FE61-8529-40E5-A7AB-96FC5F32D2F5}" type="presParOf" srcId="{E490F379-22EE-41D6-80DB-E420A12D7E35}" destId="{3CA87811-D048-470E-A284-36ECB9591B00}" srcOrd="0" destOrd="0" presId="urn:microsoft.com/office/officeart/2005/8/layout/list1"/>
    <dgm:cxn modelId="{7D21F5E8-0C76-4A1C-B25C-3054566F1E58}" type="presParOf" srcId="{3CA87811-D048-470E-A284-36ECB9591B00}" destId="{9101FD57-E5AE-4180-AE74-C99AB4C33B15}" srcOrd="0" destOrd="0" presId="urn:microsoft.com/office/officeart/2005/8/layout/list1"/>
    <dgm:cxn modelId="{1569584E-6900-425D-81AB-961B28D29F6F}" type="presParOf" srcId="{3CA87811-D048-470E-A284-36ECB9591B00}" destId="{3D511CB6-A827-4EF0-9E86-2CFA46F1D2EB}" srcOrd="1" destOrd="0" presId="urn:microsoft.com/office/officeart/2005/8/layout/list1"/>
    <dgm:cxn modelId="{2687DE34-C29C-4FC4-9438-211A6DC90AB6}" type="presParOf" srcId="{E490F379-22EE-41D6-80DB-E420A12D7E35}" destId="{C5C102CE-C7E9-44D4-87C8-9E521C69E9CF}" srcOrd="1" destOrd="0" presId="urn:microsoft.com/office/officeart/2005/8/layout/list1"/>
    <dgm:cxn modelId="{A033FCFC-E71E-4FAD-829B-648A1C23D285}" type="presParOf" srcId="{E490F379-22EE-41D6-80DB-E420A12D7E35}" destId="{A3582400-3ABE-4593-A4D2-AFF08DDE9AE7}" srcOrd="2" destOrd="0" presId="urn:microsoft.com/office/officeart/2005/8/layout/list1"/>
    <dgm:cxn modelId="{A201FEFD-96DE-4E89-916D-BAB822677B3B}" type="presParOf" srcId="{E490F379-22EE-41D6-80DB-E420A12D7E35}" destId="{999624FF-103D-42C2-B394-4D8B347A5375}" srcOrd="3" destOrd="0" presId="urn:microsoft.com/office/officeart/2005/8/layout/list1"/>
    <dgm:cxn modelId="{345D3BFB-9252-45EF-853B-5707A17D20AE}" type="presParOf" srcId="{E490F379-22EE-41D6-80DB-E420A12D7E35}" destId="{58C859C6-CFB4-4CB5-99B0-985051935432}" srcOrd="4" destOrd="0" presId="urn:microsoft.com/office/officeart/2005/8/layout/list1"/>
    <dgm:cxn modelId="{B4909BA2-3336-4006-968A-74FF9CB76D1F}" type="presParOf" srcId="{58C859C6-CFB4-4CB5-99B0-985051935432}" destId="{55E8A926-C3E6-46A0-993C-8C42699437F7}" srcOrd="0" destOrd="0" presId="urn:microsoft.com/office/officeart/2005/8/layout/list1"/>
    <dgm:cxn modelId="{C97C2AC7-A5B4-4937-ACEC-DA5502F51098}" type="presParOf" srcId="{58C859C6-CFB4-4CB5-99B0-985051935432}" destId="{740FD955-2199-4C0B-B390-4728A572B4BC}" srcOrd="1" destOrd="0" presId="urn:microsoft.com/office/officeart/2005/8/layout/list1"/>
    <dgm:cxn modelId="{810E4FC8-0622-4A48-B5AB-0F70CD7173FF}" type="presParOf" srcId="{E490F379-22EE-41D6-80DB-E420A12D7E35}" destId="{F7A22B88-84C2-46CD-9EE7-2D851EC31E50}" srcOrd="5" destOrd="0" presId="urn:microsoft.com/office/officeart/2005/8/layout/list1"/>
    <dgm:cxn modelId="{960320DB-545B-44A4-A370-1A97BB8B49E4}" type="presParOf" srcId="{E490F379-22EE-41D6-80DB-E420A12D7E35}" destId="{582A8A58-ED29-4F20-B712-4F685A8F967C}"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80F4BA9-F173-4407-A113-53295747AD4A}" type="doc">
      <dgm:prSet loTypeId="urn:microsoft.com/office/officeart/2005/8/layout/vProcess5" loCatId="process" qsTypeId="urn:microsoft.com/office/officeart/2005/8/quickstyle/simple3" qsCatId="simple" csTypeId="urn:microsoft.com/office/officeart/2005/8/colors/colorful4" csCatId="colorful" phldr="1"/>
      <dgm:spPr/>
      <dgm:t>
        <a:bodyPr/>
        <a:lstStyle/>
        <a:p>
          <a:endParaRPr lang="zh-CN" altLang="en-US"/>
        </a:p>
      </dgm:t>
    </dgm:pt>
    <dgm:pt modelId="{BAAA4A9C-577C-43E6-A443-E68AAAC2670D}">
      <dgm:prSet phldrT="[文本]"/>
      <dgm:spPr/>
      <dgm:t>
        <a:bodyPr/>
        <a:lstStyle/>
        <a:p>
          <a:r>
            <a:rPr lang="zh-CN" altLang="en-US"/>
            <a:t>创建数据库用户，授予适当的权限</a:t>
          </a:r>
        </a:p>
      </dgm:t>
    </dgm:pt>
    <dgm:pt modelId="{F5EF58FC-57D4-40AC-82FB-2FCF4A825494}" type="parTrans" cxnId="{5933D104-1B4B-4DA6-BEFD-086D3A4DB32E}">
      <dgm:prSet/>
      <dgm:spPr/>
      <dgm:t>
        <a:bodyPr/>
        <a:lstStyle/>
        <a:p>
          <a:endParaRPr lang="zh-CN" altLang="en-US"/>
        </a:p>
      </dgm:t>
    </dgm:pt>
    <dgm:pt modelId="{F16413AF-18AA-4666-AA97-7BD2CD8BB4C8}" type="sibTrans" cxnId="{5933D104-1B4B-4DA6-BEFD-086D3A4DB32E}">
      <dgm:prSet/>
      <dgm:spPr/>
      <dgm:t>
        <a:bodyPr/>
        <a:lstStyle/>
        <a:p>
          <a:endParaRPr lang="zh-CN" altLang="en-US"/>
        </a:p>
      </dgm:t>
    </dgm:pt>
    <dgm:pt modelId="{A3689B4E-D506-48C2-A5C1-8FA43CED88D5}">
      <dgm:prSet phldrT="[文本]"/>
      <dgm:spPr/>
      <dgm:t>
        <a:bodyPr/>
        <a:lstStyle/>
        <a:p>
          <a:r>
            <a:rPr lang="zh-CN" altLang="en-US"/>
            <a:t>修改配置文件，添加多权限场景</a:t>
          </a:r>
        </a:p>
      </dgm:t>
    </dgm:pt>
    <dgm:pt modelId="{D5B5B6D0-6CF9-4B1B-9B37-305094BF784A}" type="parTrans" cxnId="{4BCDDA66-B602-4D81-B89B-18FBB258958E}">
      <dgm:prSet/>
      <dgm:spPr/>
      <dgm:t>
        <a:bodyPr/>
        <a:lstStyle/>
        <a:p>
          <a:endParaRPr lang="zh-CN" altLang="en-US"/>
        </a:p>
      </dgm:t>
    </dgm:pt>
    <dgm:pt modelId="{1885C0B7-B011-4499-B231-C31987A51527}" type="sibTrans" cxnId="{4BCDDA66-B602-4D81-B89B-18FBB258958E}">
      <dgm:prSet/>
      <dgm:spPr/>
      <dgm:t>
        <a:bodyPr/>
        <a:lstStyle/>
        <a:p>
          <a:endParaRPr lang="zh-CN" altLang="en-US"/>
        </a:p>
      </dgm:t>
    </dgm:pt>
    <dgm:pt modelId="{EADB174F-3FB0-4958-AFC3-F3C39DC16D1D}">
      <dgm:prSet phldrT="[文本]"/>
      <dgm:spPr/>
      <dgm:t>
        <a:bodyPr/>
        <a:lstStyle/>
        <a:p>
          <a:r>
            <a:rPr lang="zh-CN" altLang="en-US"/>
            <a:t>场景调用</a:t>
          </a:r>
        </a:p>
      </dgm:t>
    </dgm:pt>
    <dgm:pt modelId="{C42F1601-7389-40CA-9EF3-93454F5F317C}" type="parTrans" cxnId="{DD1193FC-9083-4812-A518-77D42BB1D850}">
      <dgm:prSet/>
      <dgm:spPr/>
      <dgm:t>
        <a:bodyPr/>
        <a:lstStyle/>
        <a:p>
          <a:endParaRPr lang="zh-CN" altLang="en-US"/>
        </a:p>
      </dgm:t>
    </dgm:pt>
    <dgm:pt modelId="{4036F582-8F39-4DB7-B22E-69B5A5356A43}" type="sibTrans" cxnId="{DD1193FC-9083-4812-A518-77D42BB1D850}">
      <dgm:prSet/>
      <dgm:spPr/>
      <dgm:t>
        <a:bodyPr/>
        <a:lstStyle/>
        <a:p>
          <a:endParaRPr lang="zh-CN" altLang="en-US"/>
        </a:p>
      </dgm:t>
    </dgm:pt>
    <dgm:pt modelId="{CE723F4A-2416-4AFB-B3D6-DA969AF7499A}" type="pres">
      <dgm:prSet presAssocID="{780F4BA9-F173-4407-A113-53295747AD4A}" presName="outerComposite" presStyleCnt="0">
        <dgm:presLayoutVars>
          <dgm:chMax val="5"/>
          <dgm:dir/>
          <dgm:resizeHandles val="exact"/>
        </dgm:presLayoutVars>
      </dgm:prSet>
      <dgm:spPr/>
    </dgm:pt>
    <dgm:pt modelId="{F3EDFEC6-B74A-4EE1-B061-9604F64EF1DB}" type="pres">
      <dgm:prSet presAssocID="{780F4BA9-F173-4407-A113-53295747AD4A}" presName="dummyMaxCanvas" presStyleCnt="0">
        <dgm:presLayoutVars/>
      </dgm:prSet>
      <dgm:spPr/>
    </dgm:pt>
    <dgm:pt modelId="{8FE4DDF3-CA89-4836-BDF3-17E57D14785D}" type="pres">
      <dgm:prSet presAssocID="{780F4BA9-F173-4407-A113-53295747AD4A}" presName="ThreeNodes_1" presStyleLbl="node1" presStyleIdx="0" presStyleCnt="3">
        <dgm:presLayoutVars>
          <dgm:bulletEnabled val="1"/>
        </dgm:presLayoutVars>
      </dgm:prSet>
      <dgm:spPr/>
    </dgm:pt>
    <dgm:pt modelId="{517D3DEC-7DB8-4A10-93D9-1798C298B679}" type="pres">
      <dgm:prSet presAssocID="{780F4BA9-F173-4407-A113-53295747AD4A}" presName="ThreeNodes_2" presStyleLbl="node1" presStyleIdx="1" presStyleCnt="3">
        <dgm:presLayoutVars>
          <dgm:bulletEnabled val="1"/>
        </dgm:presLayoutVars>
      </dgm:prSet>
      <dgm:spPr/>
    </dgm:pt>
    <dgm:pt modelId="{262BCC84-C22D-43DE-8454-FCC2552D4E0A}" type="pres">
      <dgm:prSet presAssocID="{780F4BA9-F173-4407-A113-53295747AD4A}" presName="ThreeNodes_3" presStyleLbl="node1" presStyleIdx="2" presStyleCnt="3">
        <dgm:presLayoutVars>
          <dgm:bulletEnabled val="1"/>
        </dgm:presLayoutVars>
      </dgm:prSet>
      <dgm:spPr/>
    </dgm:pt>
    <dgm:pt modelId="{88D7E257-F63C-4B49-9128-8478750021BD}" type="pres">
      <dgm:prSet presAssocID="{780F4BA9-F173-4407-A113-53295747AD4A}" presName="ThreeConn_1-2" presStyleLbl="fgAccFollowNode1" presStyleIdx="0" presStyleCnt="2">
        <dgm:presLayoutVars>
          <dgm:bulletEnabled val="1"/>
        </dgm:presLayoutVars>
      </dgm:prSet>
      <dgm:spPr/>
    </dgm:pt>
    <dgm:pt modelId="{E7B68E75-013E-4039-B68D-301698B66076}" type="pres">
      <dgm:prSet presAssocID="{780F4BA9-F173-4407-A113-53295747AD4A}" presName="ThreeConn_2-3" presStyleLbl="fgAccFollowNode1" presStyleIdx="1" presStyleCnt="2">
        <dgm:presLayoutVars>
          <dgm:bulletEnabled val="1"/>
        </dgm:presLayoutVars>
      </dgm:prSet>
      <dgm:spPr/>
    </dgm:pt>
    <dgm:pt modelId="{45CD54E3-F997-4990-873A-63FC55E93E4C}" type="pres">
      <dgm:prSet presAssocID="{780F4BA9-F173-4407-A113-53295747AD4A}" presName="ThreeNodes_1_text" presStyleLbl="node1" presStyleIdx="2" presStyleCnt="3">
        <dgm:presLayoutVars>
          <dgm:bulletEnabled val="1"/>
        </dgm:presLayoutVars>
      </dgm:prSet>
      <dgm:spPr/>
    </dgm:pt>
    <dgm:pt modelId="{BF231076-A921-459D-978B-C650326A86A7}" type="pres">
      <dgm:prSet presAssocID="{780F4BA9-F173-4407-A113-53295747AD4A}" presName="ThreeNodes_2_text" presStyleLbl="node1" presStyleIdx="2" presStyleCnt="3">
        <dgm:presLayoutVars>
          <dgm:bulletEnabled val="1"/>
        </dgm:presLayoutVars>
      </dgm:prSet>
      <dgm:spPr/>
    </dgm:pt>
    <dgm:pt modelId="{BD0544D5-F113-408F-8A82-D986FAC6D3F5}" type="pres">
      <dgm:prSet presAssocID="{780F4BA9-F173-4407-A113-53295747AD4A}" presName="ThreeNodes_3_text" presStyleLbl="node1" presStyleIdx="2" presStyleCnt="3">
        <dgm:presLayoutVars>
          <dgm:bulletEnabled val="1"/>
        </dgm:presLayoutVars>
      </dgm:prSet>
      <dgm:spPr/>
    </dgm:pt>
  </dgm:ptLst>
  <dgm:cxnLst>
    <dgm:cxn modelId="{5933D104-1B4B-4DA6-BEFD-086D3A4DB32E}" srcId="{780F4BA9-F173-4407-A113-53295747AD4A}" destId="{BAAA4A9C-577C-43E6-A443-E68AAAC2670D}" srcOrd="0" destOrd="0" parTransId="{F5EF58FC-57D4-40AC-82FB-2FCF4A825494}" sibTransId="{F16413AF-18AA-4666-AA97-7BD2CD8BB4C8}"/>
    <dgm:cxn modelId="{3646700E-C114-4A86-96CB-4A081425213D}" type="presOf" srcId="{780F4BA9-F173-4407-A113-53295747AD4A}" destId="{CE723F4A-2416-4AFB-B3D6-DA969AF7499A}" srcOrd="0" destOrd="0" presId="urn:microsoft.com/office/officeart/2005/8/layout/vProcess5"/>
    <dgm:cxn modelId="{90525A1D-9F6B-4637-AA63-61DB85F94D04}" type="presOf" srcId="{F16413AF-18AA-4666-AA97-7BD2CD8BB4C8}" destId="{88D7E257-F63C-4B49-9128-8478750021BD}" srcOrd="0" destOrd="0" presId="urn:microsoft.com/office/officeart/2005/8/layout/vProcess5"/>
    <dgm:cxn modelId="{B992AF3C-5FA9-40C5-BD93-AB5F185C2B17}" type="presOf" srcId="{A3689B4E-D506-48C2-A5C1-8FA43CED88D5}" destId="{BF231076-A921-459D-978B-C650326A86A7}" srcOrd="1" destOrd="0" presId="urn:microsoft.com/office/officeart/2005/8/layout/vProcess5"/>
    <dgm:cxn modelId="{BDB69062-CAD9-4A38-81D5-2B1399470A9B}" type="presOf" srcId="{EADB174F-3FB0-4958-AFC3-F3C39DC16D1D}" destId="{262BCC84-C22D-43DE-8454-FCC2552D4E0A}" srcOrd="0" destOrd="0" presId="urn:microsoft.com/office/officeart/2005/8/layout/vProcess5"/>
    <dgm:cxn modelId="{4BCDDA66-B602-4D81-B89B-18FBB258958E}" srcId="{780F4BA9-F173-4407-A113-53295747AD4A}" destId="{A3689B4E-D506-48C2-A5C1-8FA43CED88D5}" srcOrd="1" destOrd="0" parTransId="{D5B5B6D0-6CF9-4B1B-9B37-305094BF784A}" sibTransId="{1885C0B7-B011-4499-B231-C31987A51527}"/>
    <dgm:cxn modelId="{00FDDF4D-FD29-4D71-B05C-66936298AA24}" type="presOf" srcId="{EADB174F-3FB0-4958-AFC3-F3C39DC16D1D}" destId="{BD0544D5-F113-408F-8A82-D986FAC6D3F5}" srcOrd="1" destOrd="0" presId="urn:microsoft.com/office/officeart/2005/8/layout/vProcess5"/>
    <dgm:cxn modelId="{94D68876-93D6-4186-9082-F78A95F81412}" type="presOf" srcId="{A3689B4E-D506-48C2-A5C1-8FA43CED88D5}" destId="{517D3DEC-7DB8-4A10-93D9-1798C298B679}" srcOrd="0" destOrd="0" presId="urn:microsoft.com/office/officeart/2005/8/layout/vProcess5"/>
    <dgm:cxn modelId="{581ECEB1-B0E3-4352-8DBB-8547EFFBC5F1}" type="presOf" srcId="{BAAA4A9C-577C-43E6-A443-E68AAAC2670D}" destId="{8FE4DDF3-CA89-4836-BDF3-17E57D14785D}" srcOrd="0" destOrd="0" presId="urn:microsoft.com/office/officeart/2005/8/layout/vProcess5"/>
    <dgm:cxn modelId="{2E7EB6CE-32A5-44FA-AFF5-0DD760A1A2DB}" type="presOf" srcId="{BAAA4A9C-577C-43E6-A443-E68AAAC2670D}" destId="{45CD54E3-F997-4990-873A-63FC55E93E4C}" srcOrd="1" destOrd="0" presId="urn:microsoft.com/office/officeart/2005/8/layout/vProcess5"/>
    <dgm:cxn modelId="{3C8538FA-6E5B-40EE-92FB-A4FEBC94C287}" type="presOf" srcId="{1885C0B7-B011-4499-B231-C31987A51527}" destId="{E7B68E75-013E-4039-B68D-301698B66076}" srcOrd="0" destOrd="0" presId="urn:microsoft.com/office/officeart/2005/8/layout/vProcess5"/>
    <dgm:cxn modelId="{DD1193FC-9083-4812-A518-77D42BB1D850}" srcId="{780F4BA9-F173-4407-A113-53295747AD4A}" destId="{EADB174F-3FB0-4958-AFC3-F3C39DC16D1D}" srcOrd="2" destOrd="0" parTransId="{C42F1601-7389-40CA-9EF3-93454F5F317C}" sibTransId="{4036F582-8F39-4DB7-B22E-69B5A5356A43}"/>
    <dgm:cxn modelId="{20508989-78F7-404E-9225-99DAA6360234}" type="presParOf" srcId="{CE723F4A-2416-4AFB-B3D6-DA969AF7499A}" destId="{F3EDFEC6-B74A-4EE1-B061-9604F64EF1DB}" srcOrd="0" destOrd="0" presId="urn:microsoft.com/office/officeart/2005/8/layout/vProcess5"/>
    <dgm:cxn modelId="{7021B61C-1EDB-4031-BC52-EA70045FB8C7}" type="presParOf" srcId="{CE723F4A-2416-4AFB-B3D6-DA969AF7499A}" destId="{8FE4DDF3-CA89-4836-BDF3-17E57D14785D}" srcOrd="1" destOrd="0" presId="urn:microsoft.com/office/officeart/2005/8/layout/vProcess5"/>
    <dgm:cxn modelId="{CA7E9AE1-4D61-44A9-BC3E-20DEC4719949}" type="presParOf" srcId="{CE723F4A-2416-4AFB-B3D6-DA969AF7499A}" destId="{517D3DEC-7DB8-4A10-93D9-1798C298B679}" srcOrd="2" destOrd="0" presId="urn:microsoft.com/office/officeart/2005/8/layout/vProcess5"/>
    <dgm:cxn modelId="{8696CA81-F124-4FD8-9AB0-A1CDB9D55E11}" type="presParOf" srcId="{CE723F4A-2416-4AFB-B3D6-DA969AF7499A}" destId="{262BCC84-C22D-43DE-8454-FCC2552D4E0A}" srcOrd="3" destOrd="0" presId="urn:microsoft.com/office/officeart/2005/8/layout/vProcess5"/>
    <dgm:cxn modelId="{EC70E207-BE0C-426C-893F-FF04F78E46AE}" type="presParOf" srcId="{CE723F4A-2416-4AFB-B3D6-DA969AF7499A}" destId="{88D7E257-F63C-4B49-9128-8478750021BD}" srcOrd="4" destOrd="0" presId="urn:microsoft.com/office/officeart/2005/8/layout/vProcess5"/>
    <dgm:cxn modelId="{6B1EB475-DB55-4574-9483-80CF0BC6D6F2}" type="presParOf" srcId="{CE723F4A-2416-4AFB-B3D6-DA969AF7499A}" destId="{E7B68E75-013E-4039-B68D-301698B66076}" srcOrd="5" destOrd="0" presId="urn:microsoft.com/office/officeart/2005/8/layout/vProcess5"/>
    <dgm:cxn modelId="{8EF70B6E-BB91-4A17-858E-BF3269AB442A}" type="presParOf" srcId="{CE723F4A-2416-4AFB-B3D6-DA969AF7499A}" destId="{45CD54E3-F997-4990-873A-63FC55E93E4C}" srcOrd="6" destOrd="0" presId="urn:microsoft.com/office/officeart/2005/8/layout/vProcess5"/>
    <dgm:cxn modelId="{0485A57C-3A17-4F05-B492-B3D8692D9241}" type="presParOf" srcId="{CE723F4A-2416-4AFB-B3D6-DA969AF7499A}" destId="{BF231076-A921-459D-978B-C650326A86A7}" srcOrd="7" destOrd="0" presId="urn:microsoft.com/office/officeart/2005/8/layout/vProcess5"/>
    <dgm:cxn modelId="{883CFB43-E763-4BFD-AA0F-518941769DB4}" type="presParOf" srcId="{CE723F4A-2416-4AFB-B3D6-DA969AF7499A}" destId="{BD0544D5-F113-408F-8A82-D986FAC6D3F5}"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72A8E-A6BC-45F1-B82E-450A8F65E0B6}">
      <dsp:nvSpPr>
        <dsp:cNvPr id="0" name=""/>
        <dsp:cNvSpPr/>
      </dsp:nvSpPr>
      <dsp:spPr>
        <a:xfrm>
          <a:off x="0" y="355118"/>
          <a:ext cx="11176000" cy="2753100"/>
        </a:xfrm>
        <a:prstGeom prst="rect">
          <a:avLst/>
        </a:prstGeom>
        <a:solidFill>
          <a:schemeClr val="lt1">
            <a:alpha val="90000"/>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Char char="•"/>
          </a:pPr>
          <a:r>
            <a:rPr lang="zh-CN" altLang="en-US" sz="2300" kern="1200"/>
            <a:t>强缓存</a:t>
          </a:r>
        </a:p>
        <a:p>
          <a:pPr marL="228600" lvl="1" indent="-228600" algn="l" defTabSz="1022350">
            <a:lnSpc>
              <a:spcPct val="90000"/>
            </a:lnSpc>
            <a:spcBef>
              <a:spcPct val="0"/>
            </a:spcBef>
            <a:spcAft>
              <a:spcPct val="15000"/>
            </a:spcAft>
            <a:buChar char="•"/>
          </a:pPr>
          <a:r>
            <a:rPr lang="zh-CN" altLang="en-US" sz="2300" kern="1200"/>
            <a:t>缓存验证</a:t>
          </a:r>
        </a:p>
        <a:p>
          <a:pPr marL="228600" lvl="1" indent="-228600" algn="l" defTabSz="1022350">
            <a:lnSpc>
              <a:spcPct val="90000"/>
            </a:lnSpc>
            <a:spcBef>
              <a:spcPct val="0"/>
            </a:spcBef>
            <a:spcAft>
              <a:spcPct val="15000"/>
            </a:spcAft>
            <a:buChar char="•"/>
          </a:pPr>
          <a:r>
            <a:rPr lang="zh-CN" altLang="en-US" sz="2300" kern="1200"/>
            <a:t>时间工具类</a:t>
          </a:r>
        </a:p>
        <a:p>
          <a:pPr marL="228600" lvl="1" indent="-228600" algn="l" defTabSz="1022350">
            <a:lnSpc>
              <a:spcPct val="90000"/>
            </a:lnSpc>
            <a:spcBef>
              <a:spcPct val="0"/>
            </a:spcBef>
            <a:spcAft>
              <a:spcPct val="15000"/>
            </a:spcAft>
            <a:buChar char="•"/>
          </a:pPr>
          <a:r>
            <a:rPr lang="zh-CN" altLang="en-US" sz="2300" kern="1200"/>
            <a:t>作业二</a:t>
          </a:r>
        </a:p>
      </dsp:txBody>
      <dsp:txXfrm>
        <a:off x="0" y="355118"/>
        <a:ext cx="11176000" cy="2753100"/>
      </dsp:txXfrm>
    </dsp:sp>
    <dsp:sp modelId="{7AED97A5-34F7-4EB5-AB5C-89D886E5248D}">
      <dsp:nvSpPr>
        <dsp:cNvPr id="0" name=""/>
        <dsp:cNvSpPr/>
      </dsp:nvSpPr>
      <dsp:spPr>
        <a:xfrm>
          <a:off x="558800" y="15638"/>
          <a:ext cx="7823200" cy="67896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None/>
          </a:pPr>
          <a:r>
            <a:rPr lang="zh-CN" altLang="en-US" sz="2300" kern="1200"/>
            <a:t>缓存控制</a:t>
          </a:r>
        </a:p>
      </dsp:txBody>
      <dsp:txXfrm>
        <a:off x="591944" y="48782"/>
        <a:ext cx="7756912" cy="612672"/>
      </dsp:txXfrm>
    </dsp:sp>
    <dsp:sp modelId="{F75176AD-E9FF-4A23-809C-3A4F75E135A4}">
      <dsp:nvSpPr>
        <dsp:cNvPr id="0" name=""/>
        <dsp:cNvSpPr/>
      </dsp:nvSpPr>
      <dsp:spPr>
        <a:xfrm>
          <a:off x="0" y="3571898"/>
          <a:ext cx="11176000" cy="2173500"/>
        </a:xfrm>
        <a:prstGeom prst="rect">
          <a:avLst/>
        </a:prstGeom>
        <a:solidFill>
          <a:schemeClr val="lt1">
            <a:alpha val="90000"/>
            <a:hueOff val="0"/>
            <a:satOff val="0"/>
            <a:lumOff val="0"/>
            <a:alphaOff val="0"/>
          </a:schemeClr>
        </a:solidFill>
        <a:ln w="12700" cap="flat" cmpd="sng" algn="ctr">
          <a:solidFill>
            <a:schemeClr val="accent4">
              <a:hueOff val="-6288576"/>
              <a:satOff val="38596"/>
              <a:lumOff val="-58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479044" rIns="867382" bIns="163576" numCol="1" spcCol="1270" anchor="t" anchorCtr="0">
          <a:noAutofit/>
        </a:bodyPr>
        <a:lstStyle/>
        <a:p>
          <a:pPr marL="228600" lvl="1" indent="-228600" algn="l" defTabSz="1022350">
            <a:lnSpc>
              <a:spcPct val="90000"/>
            </a:lnSpc>
            <a:spcBef>
              <a:spcPct val="0"/>
            </a:spcBef>
            <a:spcAft>
              <a:spcPct val="15000"/>
            </a:spcAft>
            <a:buChar char="•"/>
          </a:pPr>
          <a:r>
            <a:rPr lang="zh-CN" altLang="en-US" sz="2300" kern="1200"/>
            <a:t>数据库访问控制的方案对比</a:t>
          </a:r>
        </a:p>
        <a:p>
          <a:pPr marL="228600" lvl="1" indent="-228600" algn="l" defTabSz="1022350">
            <a:lnSpc>
              <a:spcPct val="90000"/>
            </a:lnSpc>
            <a:spcBef>
              <a:spcPct val="0"/>
            </a:spcBef>
            <a:spcAft>
              <a:spcPct val="15000"/>
            </a:spcAft>
            <a:buChar char="•"/>
          </a:pPr>
          <a:r>
            <a:rPr lang="zh-CN" altLang="en-US" sz="2300" kern="1200"/>
            <a:t>数据库访问控制实施</a:t>
          </a:r>
        </a:p>
        <a:p>
          <a:pPr marL="228600" lvl="1" indent="-228600" algn="l" defTabSz="1022350">
            <a:lnSpc>
              <a:spcPct val="90000"/>
            </a:lnSpc>
            <a:spcBef>
              <a:spcPct val="0"/>
            </a:spcBef>
            <a:spcAft>
              <a:spcPct val="15000"/>
            </a:spcAft>
            <a:buChar char="•"/>
          </a:pPr>
          <a:r>
            <a:rPr lang="zh-CN" altLang="en-US" sz="2300" kern="1200"/>
            <a:t>作业三</a:t>
          </a:r>
        </a:p>
      </dsp:txBody>
      <dsp:txXfrm>
        <a:off x="0" y="3571898"/>
        <a:ext cx="11176000" cy="2173500"/>
      </dsp:txXfrm>
    </dsp:sp>
    <dsp:sp modelId="{FB14DBCB-A365-4597-8B6A-7E6D34A5791C}">
      <dsp:nvSpPr>
        <dsp:cNvPr id="0" name=""/>
        <dsp:cNvSpPr/>
      </dsp:nvSpPr>
      <dsp:spPr>
        <a:xfrm>
          <a:off x="558800" y="3232418"/>
          <a:ext cx="7823200" cy="678960"/>
        </a:xfrm>
        <a:prstGeom prst="roundRect">
          <a:avLst/>
        </a:prstGeom>
        <a:solidFill>
          <a:schemeClr val="accent4">
            <a:hueOff val="-6288576"/>
            <a:satOff val="38596"/>
            <a:lumOff val="-588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022350">
            <a:lnSpc>
              <a:spcPct val="90000"/>
            </a:lnSpc>
            <a:spcBef>
              <a:spcPct val="0"/>
            </a:spcBef>
            <a:spcAft>
              <a:spcPct val="35000"/>
            </a:spcAft>
            <a:buNone/>
          </a:pPr>
          <a:r>
            <a:rPr lang="zh-CN" altLang="en-US" sz="2300" kern="1200"/>
            <a:t>数据库访问控制</a:t>
          </a:r>
        </a:p>
      </dsp:txBody>
      <dsp:txXfrm>
        <a:off x="591944" y="3265562"/>
        <a:ext cx="7756912" cy="6126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439367"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获取资源的最后修改时间（数据表字段）</a:t>
          </a:r>
        </a:p>
      </dsp:txBody>
      <dsp:txXfrm>
        <a:off x="466173" y="27273"/>
        <a:ext cx="1471787" cy="861627"/>
      </dsp:txXfrm>
    </dsp:sp>
    <dsp:sp modelId="{80279DDB-ACC1-407B-91A9-D6A28AB03E03}">
      <dsp:nvSpPr>
        <dsp:cNvPr id="0" name=""/>
        <dsp:cNvSpPr/>
      </dsp:nvSpPr>
      <dsp:spPr>
        <a:xfrm>
          <a:off x="2099001"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2099001" y="344597"/>
        <a:ext cx="226369" cy="226979"/>
      </dsp:txXfrm>
    </dsp:sp>
    <dsp:sp modelId="{73CBEC61-DBB2-4316-8C75-5E32956CA555}">
      <dsp:nvSpPr>
        <dsp:cNvPr id="0" name=""/>
        <dsp:cNvSpPr/>
      </dsp:nvSpPr>
      <dsp:spPr>
        <a:xfrm>
          <a:off x="2574926"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生成</a:t>
          </a:r>
          <a:r>
            <a:rPr lang="en-US" altLang="zh-CN" sz="1200" kern="1200"/>
            <a:t>Cache-Control</a:t>
          </a:r>
          <a:r>
            <a:rPr lang="zh-CN" altLang="en-US" sz="1200" kern="1200"/>
            <a:t>响应头</a:t>
          </a:r>
        </a:p>
      </dsp:txBody>
      <dsp:txXfrm>
        <a:off x="2601732" y="27273"/>
        <a:ext cx="1471787" cy="861627"/>
      </dsp:txXfrm>
    </dsp:sp>
    <dsp:sp modelId="{D745E8D3-C440-4552-A5D9-3ED06B80D482}">
      <dsp:nvSpPr>
        <dsp:cNvPr id="0" name=""/>
        <dsp:cNvSpPr/>
      </dsp:nvSpPr>
      <dsp:spPr>
        <a:xfrm>
          <a:off x="4234560"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4234560" y="344597"/>
        <a:ext cx="226369" cy="226979"/>
      </dsp:txXfrm>
    </dsp:sp>
    <dsp:sp modelId="{D0CB38BC-4D4B-432A-BA99-AB64C872E229}">
      <dsp:nvSpPr>
        <dsp:cNvPr id="0" name=""/>
        <dsp:cNvSpPr/>
      </dsp:nvSpPr>
      <dsp:spPr>
        <a:xfrm>
          <a:off x="4710485"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返回</a:t>
          </a:r>
          <a:r>
            <a:rPr lang="en-US" altLang="zh-CN" sz="1200" kern="1200"/>
            <a:t>200 +</a:t>
          </a:r>
          <a:r>
            <a:rPr lang="zh-CN" altLang="en-US" sz="1200" kern="1200"/>
            <a:t>数据</a:t>
          </a:r>
        </a:p>
      </dsp:txBody>
      <dsp:txXfrm>
        <a:off x="4737291" y="27273"/>
        <a:ext cx="1471787" cy="86162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439367"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获取资源的最后修改时间（数据表字段）</a:t>
          </a:r>
        </a:p>
      </dsp:txBody>
      <dsp:txXfrm>
        <a:off x="466173" y="27273"/>
        <a:ext cx="1471787" cy="861627"/>
      </dsp:txXfrm>
    </dsp:sp>
    <dsp:sp modelId="{80279DDB-ACC1-407B-91A9-D6A28AB03E03}">
      <dsp:nvSpPr>
        <dsp:cNvPr id="0" name=""/>
        <dsp:cNvSpPr/>
      </dsp:nvSpPr>
      <dsp:spPr>
        <a:xfrm>
          <a:off x="2099001"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2099001" y="344597"/>
        <a:ext cx="226369" cy="226979"/>
      </dsp:txXfrm>
    </dsp:sp>
    <dsp:sp modelId="{73CBEC61-DBB2-4316-8C75-5E32956CA555}">
      <dsp:nvSpPr>
        <dsp:cNvPr id="0" name=""/>
        <dsp:cNvSpPr/>
      </dsp:nvSpPr>
      <dsp:spPr>
        <a:xfrm>
          <a:off x="2574926"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生成</a:t>
          </a:r>
          <a:r>
            <a:rPr lang="en-US" altLang="zh-CN" sz="1200" kern="1200"/>
            <a:t>Last-Modified</a:t>
          </a:r>
          <a:r>
            <a:rPr lang="zh-CN" altLang="en-US" sz="1200" kern="1200"/>
            <a:t>响应头</a:t>
          </a:r>
        </a:p>
      </dsp:txBody>
      <dsp:txXfrm>
        <a:off x="2601732" y="27273"/>
        <a:ext cx="1471787" cy="861627"/>
      </dsp:txXfrm>
    </dsp:sp>
    <dsp:sp modelId="{D745E8D3-C440-4552-A5D9-3ED06B80D482}">
      <dsp:nvSpPr>
        <dsp:cNvPr id="0" name=""/>
        <dsp:cNvSpPr/>
      </dsp:nvSpPr>
      <dsp:spPr>
        <a:xfrm>
          <a:off x="4234560" y="268937"/>
          <a:ext cx="323384" cy="378299"/>
        </a:xfrm>
        <a:prstGeom prst="rightArrow">
          <a:avLst>
            <a:gd name="adj1" fmla="val 60000"/>
            <a:gd name="adj2" fmla="val 50000"/>
          </a:avLst>
        </a:prstGeom>
        <a:gradFill rotWithShape="0">
          <a:gsLst>
            <a:gs pos="0">
              <a:schemeClr val="dk2">
                <a:tint val="60000"/>
                <a:hueOff val="0"/>
                <a:satOff val="0"/>
                <a:lumOff val="0"/>
                <a:alphaOff val="0"/>
                <a:satMod val="103000"/>
                <a:lumMod val="102000"/>
                <a:tint val="94000"/>
              </a:schemeClr>
            </a:gs>
            <a:gs pos="50000">
              <a:schemeClr val="dk2">
                <a:tint val="60000"/>
                <a:hueOff val="0"/>
                <a:satOff val="0"/>
                <a:lumOff val="0"/>
                <a:alphaOff val="0"/>
                <a:satMod val="110000"/>
                <a:lumMod val="100000"/>
                <a:shade val="100000"/>
              </a:schemeClr>
            </a:gs>
            <a:gs pos="100000">
              <a:schemeClr val="dk2">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zh-CN" altLang="en-US" sz="1000" kern="1200"/>
        </a:p>
      </dsp:txBody>
      <dsp:txXfrm>
        <a:off x="4234560" y="344597"/>
        <a:ext cx="226369" cy="226979"/>
      </dsp:txXfrm>
    </dsp:sp>
    <dsp:sp modelId="{D0CB38BC-4D4B-432A-BA99-AB64C872E229}">
      <dsp:nvSpPr>
        <dsp:cNvPr id="0" name=""/>
        <dsp:cNvSpPr/>
      </dsp:nvSpPr>
      <dsp:spPr>
        <a:xfrm>
          <a:off x="4710485" y="467"/>
          <a:ext cx="1525399" cy="915239"/>
        </a:xfrm>
        <a:prstGeom prst="roundRect">
          <a:avLst>
            <a:gd name="adj" fmla="val 10000"/>
          </a:avLst>
        </a:prstGeom>
        <a:gradFill rotWithShape="0">
          <a:gsLst>
            <a:gs pos="0">
              <a:schemeClr val="dk2">
                <a:hueOff val="0"/>
                <a:satOff val="0"/>
                <a:lumOff val="0"/>
                <a:alphaOff val="0"/>
                <a:satMod val="103000"/>
                <a:lumMod val="102000"/>
                <a:tint val="94000"/>
              </a:schemeClr>
            </a:gs>
            <a:gs pos="50000">
              <a:schemeClr val="dk2">
                <a:hueOff val="0"/>
                <a:satOff val="0"/>
                <a:lumOff val="0"/>
                <a:alphaOff val="0"/>
                <a:satMod val="110000"/>
                <a:lumMod val="100000"/>
                <a:shade val="100000"/>
              </a:schemeClr>
            </a:gs>
            <a:gs pos="100000">
              <a:schemeClr val="dk2">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zh-CN" altLang="en-US" sz="1200" kern="1200"/>
            <a:t>返回</a:t>
          </a:r>
          <a:r>
            <a:rPr lang="en-US" altLang="zh-CN" sz="1200" kern="1200"/>
            <a:t>200 +</a:t>
          </a:r>
          <a:r>
            <a:rPr lang="zh-CN" altLang="en-US" sz="1200" kern="1200"/>
            <a:t>数据</a:t>
          </a:r>
        </a:p>
      </dsp:txBody>
      <dsp:txXfrm>
        <a:off x="4737291" y="27273"/>
        <a:ext cx="1471787" cy="86162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6C5806-BE1E-4D40-9292-D849C8D65944}">
      <dsp:nvSpPr>
        <dsp:cNvPr id="0" name=""/>
        <dsp:cNvSpPr/>
      </dsp:nvSpPr>
      <dsp:spPr>
        <a:xfrm>
          <a:off x="5206"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解析请求头的</a:t>
          </a:r>
          <a:r>
            <a:rPr lang="en-US" altLang="zh-CN" sz="1300" kern="1200"/>
            <a:t>If-Modified-Since</a:t>
          </a:r>
          <a:r>
            <a:rPr lang="zh-CN" altLang="en-US" sz="1300" kern="1200"/>
            <a:t>字段</a:t>
          </a:r>
        </a:p>
      </dsp:txBody>
      <dsp:txXfrm>
        <a:off x="32554" y="156943"/>
        <a:ext cx="1501534" cy="879042"/>
      </dsp:txXfrm>
    </dsp:sp>
    <dsp:sp modelId="{80279DDB-ACC1-407B-91A9-D6A28AB03E03}">
      <dsp:nvSpPr>
        <dsp:cNvPr id="0" name=""/>
        <dsp:cNvSpPr/>
      </dsp:nvSpPr>
      <dsp:spPr>
        <a:xfrm>
          <a:off x="1698385" y="403492"/>
          <a:ext cx="329920"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1698385" y="480681"/>
        <a:ext cx="230944" cy="231567"/>
      </dsp:txXfrm>
    </dsp:sp>
    <dsp:sp modelId="{73CBEC61-DBB2-4316-8C75-5E32956CA555}">
      <dsp:nvSpPr>
        <dsp:cNvPr id="0" name=""/>
        <dsp:cNvSpPr/>
      </dsp:nvSpPr>
      <dsp:spPr>
        <a:xfrm>
          <a:off x="2183930"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获取资源最后修改的时间</a:t>
          </a:r>
        </a:p>
      </dsp:txBody>
      <dsp:txXfrm>
        <a:off x="2211278" y="156943"/>
        <a:ext cx="1501534" cy="879042"/>
      </dsp:txXfrm>
    </dsp:sp>
    <dsp:sp modelId="{D745E8D3-C440-4552-A5D9-3ED06B80D482}">
      <dsp:nvSpPr>
        <dsp:cNvPr id="0" name=""/>
        <dsp:cNvSpPr/>
      </dsp:nvSpPr>
      <dsp:spPr>
        <a:xfrm>
          <a:off x="3877109" y="403492"/>
          <a:ext cx="329920"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a:off x="3877109" y="480681"/>
        <a:ext cx="230944" cy="231567"/>
      </dsp:txXfrm>
    </dsp:sp>
    <dsp:sp modelId="{D0CB38BC-4D4B-432A-BA99-AB64C872E229}">
      <dsp:nvSpPr>
        <dsp:cNvPr id="0" name=""/>
        <dsp:cNvSpPr/>
      </dsp:nvSpPr>
      <dsp:spPr>
        <a:xfrm>
          <a:off x="4362653" y="129595"/>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比较两个时间</a:t>
          </a:r>
        </a:p>
      </dsp:txBody>
      <dsp:txXfrm>
        <a:off x="4390001" y="156943"/>
        <a:ext cx="1501534" cy="879042"/>
      </dsp:txXfrm>
    </dsp:sp>
    <dsp:sp modelId="{344E676D-F30F-4041-A1F1-A88EC83930BB}">
      <dsp:nvSpPr>
        <dsp:cNvPr id="0" name=""/>
        <dsp:cNvSpPr/>
      </dsp:nvSpPr>
      <dsp:spPr>
        <a:xfrm rot="5400000">
          <a:off x="4788096" y="1287058"/>
          <a:ext cx="689976"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5400000">
        <a:off x="5017301" y="1135043"/>
        <a:ext cx="231567" cy="574193"/>
      </dsp:txXfrm>
    </dsp:sp>
    <dsp:sp modelId="{3E506D36-53C4-4825-9B17-CB3B8ABFF7F7}">
      <dsp:nvSpPr>
        <dsp:cNvPr id="0" name=""/>
        <dsp:cNvSpPr/>
      </dsp:nvSpPr>
      <dsp:spPr>
        <a:xfrm>
          <a:off x="4362653" y="1685826"/>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相同</a:t>
          </a:r>
          <a:r>
            <a:rPr lang="en-US" altLang="zh-CN" sz="1300" kern="1200">
              <a:sym typeface="Wingdings" panose="05000000000000000000" pitchFamily="2" charset="2"/>
            </a:rPr>
            <a:t></a:t>
          </a:r>
          <a:r>
            <a:rPr lang="zh-CN" altLang="en-US" sz="1300" kern="1200">
              <a:sym typeface="Wingdings" panose="05000000000000000000" pitchFamily="2" charset="2"/>
            </a:rPr>
            <a:t>返回</a:t>
          </a:r>
          <a:r>
            <a:rPr lang="en-US" altLang="zh-CN" sz="1300" kern="1200">
              <a:sym typeface="Wingdings" panose="05000000000000000000" pitchFamily="2" charset="2"/>
            </a:rPr>
            <a:t>304</a:t>
          </a:r>
          <a:r>
            <a:rPr lang="zh-CN" altLang="en-US" sz="1300" kern="1200">
              <a:sym typeface="Wingdings" panose="05000000000000000000" pitchFamily="2" charset="2"/>
            </a:rPr>
            <a:t>（无数据）</a:t>
          </a:r>
          <a:endParaRPr lang="zh-CN" altLang="en-US" sz="1300" kern="1200"/>
        </a:p>
      </dsp:txBody>
      <dsp:txXfrm>
        <a:off x="4390001" y="1713174"/>
        <a:ext cx="1501534" cy="879042"/>
      </dsp:txXfrm>
    </dsp:sp>
    <dsp:sp modelId="{3D359B19-2F73-4801-874A-671F3748D917}">
      <dsp:nvSpPr>
        <dsp:cNvPr id="0" name=""/>
        <dsp:cNvSpPr/>
      </dsp:nvSpPr>
      <dsp:spPr>
        <a:xfrm rot="8155980">
          <a:off x="3611751" y="1197145"/>
          <a:ext cx="851882" cy="385945"/>
        </a:xfrm>
        <a:prstGeom prst="rightArrow">
          <a:avLst>
            <a:gd name="adj1" fmla="val 60000"/>
            <a:gd name="adj2" fmla="val 50000"/>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zh-CN" altLang="en-US" sz="1100" kern="1200"/>
        </a:p>
      </dsp:txBody>
      <dsp:txXfrm rot="10800000">
        <a:off x="3711239" y="1234071"/>
        <a:ext cx="736099" cy="231567"/>
      </dsp:txXfrm>
    </dsp:sp>
    <dsp:sp modelId="{7EACF0ED-553C-4E12-8D6F-D77B28A2795B}">
      <dsp:nvSpPr>
        <dsp:cNvPr id="0" name=""/>
        <dsp:cNvSpPr/>
      </dsp:nvSpPr>
      <dsp:spPr>
        <a:xfrm>
          <a:off x="2183930" y="1685826"/>
          <a:ext cx="1556230" cy="933738"/>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zh-CN" altLang="en-US" sz="1300" kern="1200"/>
            <a:t>不同</a:t>
          </a:r>
          <a:r>
            <a:rPr lang="en-US" altLang="zh-CN" sz="1300" kern="1200">
              <a:sym typeface="Wingdings" panose="05000000000000000000" pitchFamily="2" charset="2"/>
            </a:rPr>
            <a:t></a:t>
          </a:r>
          <a:r>
            <a:rPr lang="zh-CN" altLang="en-US" sz="1300" kern="1200">
              <a:sym typeface="Wingdings" panose="05000000000000000000" pitchFamily="2" charset="2"/>
            </a:rPr>
            <a:t>查询并返回结果</a:t>
          </a:r>
          <a:endParaRPr lang="zh-CN" altLang="en-US" sz="1300" kern="1200"/>
        </a:p>
      </dsp:txBody>
      <dsp:txXfrm>
        <a:off x="2211278" y="1713174"/>
        <a:ext cx="1501534" cy="87904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582400-3ABE-4593-A4D2-AFF08DDE9AE7}">
      <dsp:nvSpPr>
        <dsp:cNvPr id="0" name=""/>
        <dsp:cNvSpPr/>
      </dsp:nvSpPr>
      <dsp:spPr>
        <a:xfrm>
          <a:off x="0" y="423518"/>
          <a:ext cx="11176000" cy="2028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99136" numCol="1" spcCol="1270" anchor="t" anchorCtr="0">
          <a:noAutofit/>
        </a:bodyPr>
        <a:lstStyle/>
        <a:p>
          <a:pPr marL="285750" lvl="1" indent="-285750" algn="l" defTabSz="1244600">
            <a:lnSpc>
              <a:spcPct val="90000"/>
            </a:lnSpc>
            <a:spcBef>
              <a:spcPct val="0"/>
            </a:spcBef>
            <a:spcAft>
              <a:spcPct val="15000"/>
            </a:spcAft>
            <a:buChar char="•"/>
          </a:pPr>
          <a:r>
            <a:rPr lang="zh-CN" altLang="en-US" sz="2800" kern="1200"/>
            <a:t>需要进行缓存查询的表</a:t>
          </a:r>
        </a:p>
        <a:p>
          <a:pPr marL="285750" lvl="1" indent="-285750" algn="l" defTabSz="1244600">
            <a:lnSpc>
              <a:spcPct val="90000"/>
            </a:lnSpc>
            <a:spcBef>
              <a:spcPct val="0"/>
            </a:spcBef>
            <a:spcAft>
              <a:spcPct val="15000"/>
            </a:spcAft>
            <a:buChar char="•"/>
          </a:pPr>
          <a:r>
            <a:rPr lang="en-US" altLang="zh-CN" sz="2800" kern="1200"/>
            <a:t>task</a:t>
          </a:r>
          <a:r>
            <a:rPr lang="zh-CN" altLang="en-US" sz="2800" kern="1200"/>
            <a:t>、</a:t>
          </a:r>
          <a:r>
            <a:rPr lang="en-US" altLang="zh-CN" sz="2800" kern="1200"/>
            <a:t>score</a:t>
          </a:r>
          <a:endParaRPr lang="zh-CN" altLang="en-US" sz="2800" kern="1200"/>
        </a:p>
      </dsp:txBody>
      <dsp:txXfrm>
        <a:off x="0" y="423518"/>
        <a:ext cx="11176000" cy="2028600"/>
      </dsp:txXfrm>
    </dsp:sp>
    <dsp:sp modelId="{3D511CB6-A827-4EF0-9E86-2CFA46F1D2EB}">
      <dsp:nvSpPr>
        <dsp:cNvPr id="0" name=""/>
        <dsp:cNvSpPr/>
      </dsp:nvSpPr>
      <dsp:spPr>
        <a:xfrm>
          <a:off x="558800" y="10238"/>
          <a:ext cx="7823200"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44600">
            <a:lnSpc>
              <a:spcPct val="90000"/>
            </a:lnSpc>
            <a:spcBef>
              <a:spcPct val="0"/>
            </a:spcBef>
            <a:spcAft>
              <a:spcPct val="35000"/>
            </a:spcAft>
            <a:buNone/>
          </a:pPr>
          <a:r>
            <a:rPr lang="zh-CN" altLang="en-US" sz="2800" kern="1200"/>
            <a:t>需调整表的范围</a:t>
          </a:r>
        </a:p>
      </dsp:txBody>
      <dsp:txXfrm>
        <a:off x="599149" y="50587"/>
        <a:ext cx="7742502" cy="745862"/>
      </dsp:txXfrm>
    </dsp:sp>
    <dsp:sp modelId="{582A8A58-ED29-4F20-B712-4F685A8F967C}">
      <dsp:nvSpPr>
        <dsp:cNvPr id="0" name=""/>
        <dsp:cNvSpPr/>
      </dsp:nvSpPr>
      <dsp:spPr>
        <a:xfrm>
          <a:off x="0" y="3016598"/>
          <a:ext cx="11176000" cy="27342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67382" tIns="583184" rIns="867382" bIns="199136" numCol="1" spcCol="1270" anchor="t" anchorCtr="0">
          <a:noAutofit/>
        </a:bodyPr>
        <a:lstStyle/>
        <a:p>
          <a:pPr marL="285750" lvl="1" indent="-285750" algn="l" defTabSz="1244600">
            <a:lnSpc>
              <a:spcPct val="90000"/>
            </a:lnSpc>
            <a:spcBef>
              <a:spcPct val="0"/>
            </a:spcBef>
            <a:spcAft>
              <a:spcPct val="15000"/>
            </a:spcAft>
            <a:buChar char="•"/>
          </a:pPr>
          <a:r>
            <a:rPr lang="en-US" altLang="zh-CN" sz="2800" kern="1200"/>
            <a:t>alert</a:t>
          </a:r>
          <a:endParaRPr lang="zh-CN" altLang="en-US" sz="2800" kern="1200"/>
        </a:p>
        <a:p>
          <a:pPr marL="285750" lvl="1" indent="-285750" algn="l" defTabSz="1244600">
            <a:lnSpc>
              <a:spcPct val="90000"/>
            </a:lnSpc>
            <a:spcBef>
              <a:spcPct val="0"/>
            </a:spcBef>
            <a:spcAft>
              <a:spcPct val="15000"/>
            </a:spcAft>
            <a:buChar char="•"/>
          </a:pPr>
          <a:r>
            <a:rPr lang="zh-CN" altLang="en-US" sz="2800" kern="1200"/>
            <a:t>示范：</a:t>
          </a:r>
          <a:r>
            <a:rPr lang="en-US" altLang="zh-CN" sz="2800" kern="1200">
              <a:highlight>
                <a:srgbClr val="FFFF00"/>
              </a:highlight>
            </a:rPr>
            <a:t>ALTER TABLE task ADD ta_lastmodified TIMESTAMP DEFAULT CURRENT_TIMESTRMP COMMENT '</a:t>
          </a:r>
          <a:r>
            <a:rPr lang="zh-CN" altLang="en-US" sz="2800" kern="1200">
              <a:highlight>
                <a:srgbClr val="FFFF00"/>
              </a:highlight>
            </a:rPr>
            <a:t>更新时间</a:t>
          </a:r>
          <a:r>
            <a:rPr lang="en-US" altLang="zh-CN" sz="2800" kern="1200">
              <a:highlight>
                <a:srgbClr val="FFFF00"/>
              </a:highlight>
            </a:rPr>
            <a:t>’;</a:t>
          </a:r>
          <a:endParaRPr lang="zh-CN" altLang="en-US" sz="2800" kern="1200">
            <a:highlight>
              <a:srgbClr val="FFFF00"/>
            </a:highlight>
          </a:endParaRPr>
        </a:p>
      </dsp:txBody>
      <dsp:txXfrm>
        <a:off x="0" y="3016598"/>
        <a:ext cx="11176000" cy="2734200"/>
      </dsp:txXfrm>
    </dsp:sp>
    <dsp:sp modelId="{740FD955-2199-4C0B-B390-4728A572B4BC}">
      <dsp:nvSpPr>
        <dsp:cNvPr id="0" name=""/>
        <dsp:cNvSpPr/>
      </dsp:nvSpPr>
      <dsp:spPr>
        <a:xfrm>
          <a:off x="558800" y="2603318"/>
          <a:ext cx="7823200" cy="8265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5698" tIns="0" rIns="295698" bIns="0" numCol="1" spcCol="1270" anchor="ctr" anchorCtr="0">
          <a:noAutofit/>
        </a:bodyPr>
        <a:lstStyle/>
        <a:p>
          <a:pPr marL="0" lvl="0" indent="0" algn="l" defTabSz="1244600">
            <a:lnSpc>
              <a:spcPct val="90000"/>
            </a:lnSpc>
            <a:spcBef>
              <a:spcPct val="0"/>
            </a:spcBef>
            <a:spcAft>
              <a:spcPct val="35000"/>
            </a:spcAft>
            <a:buNone/>
          </a:pPr>
          <a:r>
            <a:rPr lang="zh-CN" altLang="en-US" sz="2800" kern="1200"/>
            <a:t>调整命令</a:t>
          </a:r>
        </a:p>
      </dsp:txBody>
      <dsp:txXfrm>
        <a:off x="599149" y="2643667"/>
        <a:ext cx="7742502" cy="7458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E4DDF3-CA89-4836-BDF3-17E57D14785D}">
      <dsp:nvSpPr>
        <dsp:cNvPr id="0" name=""/>
        <dsp:cNvSpPr/>
      </dsp:nvSpPr>
      <dsp:spPr>
        <a:xfrm>
          <a:off x="0" y="0"/>
          <a:ext cx="9499600" cy="1728311"/>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zh-CN" altLang="en-US" sz="3800" kern="1200"/>
            <a:t>创建数据库用户，授予适当的权限</a:t>
          </a:r>
        </a:p>
      </dsp:txBody>
      <dsp:txXfrm>
        <a:off x="50621" y="50621"/>
        <a:ext cx="7634616" cy="1627069"/>
      </dsp:txXfrm>
    </dsp:sp>
    <dsp:sp modelId="{517D3DEC-7DB8-4A10-93D9-1798C298B679}">
      <dsp:nvSpPr>
        <dsp:cNvPr id="0" name=""/>
        <dsp:cNvSpPr/>
      </dsp:nvSpPr>
      <dsp:spPr>
        <a:xfrm>
          <a:off x="838199" y="2016362"/>
          <a:ext cx="9499600" cy="1728311"/>
        </a:xfrm>
        <a:prstGeom prst="roundRect">
          <a:avLst>
            <a:gd name="adj" fmla="val 10000"/>
          </a:avLst>
        </a:prstGeom>
        <a:gradFill rotWithShape="0">
          <a:gsLst>
            <a:gs pos="0">
              <a:schemeClr val="accent4">
                <a:hueOff val="-3144288"/>
                <a:satOff val="19298"/>
                <a:lumOff val="-2941"/>
                <a:alphaOff val="0"/>
                <a:lumMod val="110000"/>
                <a:satMod val="105000"/>
                <a:tint val="67000"/>
              </a:schemeClr>
            </a:gs>
            <a:gs pos="50000">
              <a:schemeClr val="accent4">
                <a:hueOff val="-3144288"/>
                <a:satOff val="19298"/>
                <a:lumOff val="-2941"/>
                <a:alphaOff val="0"/>
                <a:lumMod val="105000"/>
                <a:satMod val="103000"/>
                <a:tint val="73000"/>
              </a:schemeClr>
            </a:gs>
            <a:gs pos="100000">
              <a:schemeClr val="accent4">
                <a:hueOff val="-3144288"/>
                <a:satOff val="19298"/>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zh-CN" altLang="en-US" sz="3800" kern="1200"/>
            <a:t>修改配置文件，添加多权限场景</a:t>
          </a:r>
        </a:p>
      </dsp:txBody>
      <dsp:txXfrm>
        <a:off x="888820" y="2066983"/>
        <a:ext cx="7436755" cy="1627069"/>
      </dsp:txXfrm>
    </dsp:sp>
    <dsp:sp modelId="{262BCC84-C22D-43DE-8454-FCC2552D4E0A}">
      <dsp:nvSpPr>
        <dsp:cNvPr id="0" name=""/>
        <dsp:cNvSpPr/>
      </dsp:nvSpPr>
      <dsp:spPr>
        <a:xfrm>
          <a:off x="1676399" y="4032725"/>
          <a:ext cx="9499600" cy="1728311"/>
        </a:xfrm>
        <a:prstGeom prst="roundRect">
          <a:avLst>
            <a:gd name="adj" fmla="val 10000"/>
          </a:avLst>
        </a:prstGeom>
        <a:gradFill rotWithShape="0">
          <a:gsLst>
            <a:gs pos="0">
              <a:schemeClr val="accent4">
                <a:hueOff val="-6288576"/>
                <a:satOff val="38596"/>
                <a:lumOff val="-5882"/>
                <a:alphaOff val="0"/>
                <a:lumMod val="110000"/>
                <a:satMod val="105000"/>
                <a:tint val="67000"/>
              </a:schemeClr>
            </a:gs>
            <a:gs pos="50000">
              <a:schemeClr val="accent4">
                <a:hueOff val="-6288576"/>
                <a:satOff val="38596"/>
                <a:lumOff val="-5882"/>
                <a:alphaOff val="0"/>
                <a:lumMod val="105000"/>
                <a:satMod val="103000"/>
                <a:tint val="73000"/>
              </a:schemeClr>
            </a:gs>
            <a:gs pos="100000">
              <a:schemeClr val="accent4">
                <a:hueOff val="-6288576"/>
                <a:satOff val="38596"/>
                <a:lumOff val="-5882"/>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4780" tIns="144780" rIns="144780" bIns="144780" numCol="1" spcCol="1270" anchor="ctr" anchorCtr="0">
          <a:noAutofit/>
        </a:bodyPr>
        <a:lstStyle/>
        <a:p>
          <a:pPr marL="0" lvl="0" indent="0" algn="l" defTabSz="1689100">
            <a:lnSpc>
              <a:spcPct val="90000"/>
            </a:lnSpc>
            <a:spcBef>
              <a:spcPct val="0"/>
            </a:spcBef>
            <a:spcAft>
              <a:spcPct val="35000"/>
            </a:spcAft>
            <a:buNone/>
          </a:pPr>
          <a:r>
            <a:rPr lang="zh-CN" altLang="en-US" sz="3800" kern="1200"/>
            <a:t>场景调用</a:t>
          </a:r>
        </a:p>
      </dsp:txBody>
      <dsp:txXfrm>
        <a:off x="1727020" y="4083346"/>
        <a:ext cx="7436755" cy="1627069"/>
      </dsp:txXfrm>
    </dsp:sp>
    <dsp:sp modelId="{88D7E257-F63C-4B49-9128-8478750021BD}">
      <dsp:nvSpPr>
        <dsp:cNvPr id="0" name=""/>
        <dsp:cNvSpPr/>
      </dsp:nvSpPr>
      <dsp:spPr>
        <a:xfrm>
          <a:off x="8376197" y="1310635"/>
          <a:ext cx="1123402" cy="1123402"/>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a:off x="8628962" y="1310635"/>
        <a:ext cx="617872" cy="845360"/>
      </dsp:txXfrm>
    </dsp:sp>
    <dsp:sp modelId="{E7B68E75-013E-4039-B68D-301698B66076}">
      <dsp:nvSpPr>
        <dsp:cNvPr id="0" name=""/>
        <dsp:cNvSpPr/>
      </dsp:nvSpPr>
      <dsp:spPr>
        <a:xfrm>
          <a:off x="9214397" y="3315476"/>
          <a:ext cx="1123402" cy="1123402"/>
        </a:xfrm>
        <a:prstGeom prst="downArrow">
          <a:avLst>
            <a:gd name="adj1" fmla="val 55000"/>
            <a:gd name="adj2" fmla="val 45000"/>
          </a:avLst>
        </a:prstGeom>
        <a:solidFill>
          <a:schemeClr val="accent4">
            <a:tint val="40000"/>
            <a:alpha val="90000"/>
            <a:hueOff val="-6363550"/>
            <a:satOff val="46359"/>
            <a:lumOff val="2228"/>
            <a:alphaOff val="0"/>
          </a:schemeClr>
        </a:solidFill>
        <a:ln w="6350" cap="flat" cmpd="sng" algn="ctr">
          <a:solidFill>
            <a:schemeClr val="accent4">
              <a:tint val="40000"/>
              <a:alpha val="90000"/>
              <a:hueOff val="-6363550"/>
              <a:satOff val="46359"/>
              <a:lumOff val="22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zh-CN" altLang="en-US" sz="3600" kern="1200"/>
        </a:p>
      </dsp:txBody>
      <dsp:txXfrm>
        <a:off x="9467162" y="3315476"/>
        <a:ext cx="617872" cy="84536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14DA58-2075-4C0B-AE41-BE472E552E64}" type="datetimeFigureOut">
              <a:rPr lang="zh-CN" altLang="en-US" smtClean="0"/>
              <a:t>2026/5/26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BDA1F5-332C-4D08-887E-4E1EB79E66C3}" type="slidenum">
              <a:rPr lang="zh-CN" altLang="en-US" smtClean="0"/>
              <a:t>‹#›</a:t>
            </a:fld>
            <a:endParaRPr lang="zh-CN" altLang="en-US"/>
          </a:p>
        </p:txBody>
      </p:sp>
    </p:spTree>
    <p:extLst>
      <p:ext uri="{BB962C8B-B14F-4D97-AF65-F5344CB8AC3E}">
        <p14:creationId xmlns:p14="http://schemas.microsoft.com/office/powerpoint/2010/main" val="5119519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8</a:t>
            </a:fld>
            <a:endParaRPr lang="zh-CN" altLang="en-US"/>
          </a:p>
        </p:txBody>
      </p:sp>
    </p:spTree>
    <p:extLst>
      <p:ext uri="{BB962C8B-B14F-4D97-AF65-F5344CB8AC3E}">
        <p14:creationId xmlns:p14="http://schemas.microsoft.com/office/powerpoint/2010/main" val="2742337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14</a:t>
            </a:fld>
            <a:endParaRPr lang="zh-CN" altLang="en-US"/>
          </a:p>
        </p:txBody>
      </p:sp>
    </p:spTree>
    <p:extLst>
      <p:ext uri="{BB962C8B-B14F-4D97-AF65-F5344CB8AC3E}">
        <p14:creationId xmlns:p14="http://schemas.microsoft.com/office/powerpoint/2010/main" val="32406487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15</a:t>
            </a:fld>
            <a:endParaRPr lang="zh-CN" altLang="en-US"/>
          </a:p>
        </p:txBody>
      </p:sp>
    </p:spTree>
    <p:extLst>
      <p:ext uri="{BB962C8B-B14F-4D97-AF65-F5344CB8AC3E}">
        <p14:creationId xmlns:p14="http://schemas.microsoft.com/office/powerpoint/2010/main" val="3430417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18</a:t>
            </a:fld>
            <a:endParaRPr lang="zh-CN" altLang="en-US"/>
          </a:p>
        </p:txBody>
      </p:sp>
    </p:spTree>
    <p:extLst>
      <p:ext uri="{BB962C8B-B14F-4D97-AF65-F5344CB8AC3E}">
        <p14:creationId xmlns:p14="http://schemas.microsoft.com/office/powerpoint/2010/main" val="129391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E8BDA1F5-332C-4D08-887E-4E1EB79E66C3}" type="slidenum">
              <a:rPr lang="zh-CN" altLang="en-US" smtClean="0"/>
              <a:t>19</a:t>
            </a:fld>
            <a:endParaRPr lang="zh-CN" altLang="en-US"/>
          </a:p>
        </p:txBody>
      </p:sp>
    </p:spTree>
    <p:extLst>
      <p:ext uri="{BB962C8B-B14F-4D97-AF65-F5344CB8AC3E}">
        <p14:creationId xmlns:p14="http://schemas.microsoft.com/office/powerpoint/2010/main" val="1388198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1C97A32B-B1EA-4C6B-AAB6-0303326BB354}" type="slidenum">
              <a:rPr lang="zh-CN" altLang="en-US" smtClean="0"/>
              <a:t>31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1.xml"/><Relationship Id="rId4" Type="http://schemas.openxmlformats.org/officeDocument/2006/relationships/chart" Target="../charts/chart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Master" Target="../slideMasters/slideMaster4.xml"/><Relationship Id="rId4" Type="http://schemas.openxmlformats.org/officeDocument/2006/relationships/chart" Target="../charts/chart7.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emf"/><Relationship Id="rId1" Type="http://schemas.openxmlformats.org/officeDocument/2006/relationships/slideMaster" Target="../slideMasters/slideMaster4.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8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672645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1811494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892605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1F766BBA-1D1A-C1B3-98D9-E8E9961E878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B869EC8E-6602-D61C-B014-FE333D9FFF34}"/>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90578A3A-B35F-8F96-1861-4D698F836B75}"/>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D9A1E6DF-17BA-84C8-BA7A-3DB038AC249F}"/>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05A5ABE-FDAB-4F24-0946-7196A3D9B929}"/>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9A021F4B-DEDB-5516-A6FC-4245D8DA87E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1" name="文本占位符 33">
            <a:extLst>
              <a:ext uri="{FF2B5EF4-FFF2-40B4-BE49-F238E27FC236}">
                <a16:creationId xmlns:a16="http://schemas.microsoft.com/office/drawing/2014/main" id="{4F1343F8-57AD-8399-4C4C-B6C541BE6531}"/>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Tree>
    <p:extLst>
      <p:ext uri="{BB962C8B-B14F-4D97-AF65-F5344CB8AC3E}">
        <p14:creationId xmlns:p14="http://schemas.microsoft.com/office/powerpoint/2010/main" val="2169247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 name="文本占位符 33">
            <a:extLst>
              <a:ext uri="{FF2B5EF4-FFF2-40B4-BE49-F238E27FC236}">
                <a16:creationId xmlns:a16="http://schemas.microsoft.com/office/drawing/2014/main" id="{A9AFE747-13C4-BFE7-E463-EEE69BCA790B}"/>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916499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hasCustomPrompt="1"/>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dirty="0"/>
              <a:t>要点</a:t>
            </a:r>
          </a:p>
        </p:txBody>
      </p:sp>
    </p:spTree>
    <p:extLst>
      <p:ext uri="{BB962C8B-B14F-4D97-AF65-F5344CB8AC3E}">
        <p14:creationId xmlns:p14="http://schemas.microsoft.com/office/powerpoint/2010/main" val="1740090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65339013-D057-B4A0-EF6F-6A8666057B05}"/>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E374D57A-345A-0E03-F785-A3E632CF075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66126D29-B171-914F-2BC6-5AA9359F821B}"/>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0DFD4CA3-397F-5789-6AEA-8AB217FF83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A0F90D9C-03BF-5CBF-D609-AF7394418B3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1B9B7C45-195D-9A4C-29DA-F89EB30CAB05}"/>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4" name="文本占位符 33">
            <a:extLst>
              <a:ext uri="{FF2B5EF4-FFF2-40B4-BE49-F238E27FC236}">
                <a16:creationId xmlns:a16="http://schemas.microsoft.com/office/drawing/2014/main" id="{AC93CC88-DF53-ED60-04D4-923BCD5916EF}"/>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Tree>
    <p:extLst>
      <p:ext uri="{BB962C8B-B14F-4D97-AF65-F5344CB8AC3E}">
        <p14:creationId xmlns:p14="http://schemas.microsoft.com/office/powerpoint/2010/main" val="216544042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5757528A-E74B-B984-AE26-8A0AABFFAD59}"/>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任意多边形 18">
            <a:extLst>
              <a:ext uri="{FF2B5EF4-FFF2-40B4-BE49-F238E27FC236}">
                <a16:creationId xmlns:a16="http://schemas.microsoft.com/office/drawing/2014/main" id="{8A354E97-B216-6A28-0173-328B037444EF}"/>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3F5DE21F-54FC-3CB2-1F31-0633BFBDACA1}"/>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CC2B7A51-7274-78A0-3814-D3702E4481EC}"/>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58E5124B-2B3B-2266-EE32-E28C55802CE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4A2DCFCA-1B9C-B9FB-C9F2-DC6414D0923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8" name="文本占位符 33">
            <a:extLst>
              <a:ext uri="{FF2B5EF4-FFF2-40B4-BE49-F238E27FC236}">
                <a16:creationId xmlns:a16="http://schemas.microsoft.com/office/drawing/2014/main" id="{BF67191C-584B-C03E-EFA6-C93920721C88}"/>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4851748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7407DA8B-1D45-2159-6DE0-FE153046B61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B6575145-25FF-EF71-7344-4B185786E52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1" name="组合 10">
            <a:extLst>
              <a:ext uri="{FF2B5EF4-FFF2-40B4-BE49-F238E27FC236}">
                <a16:creationId xmlns:a16="http://schemas.microsoft.com/office/drawing/2014/main" id="{DBDEE3AF-2DB8-3D8B-987F-310D11F6C202}"/>
              </a:ext>
            </a:extLst>
          </p:cNvPr>
          <p:cNvGrpSpPr/>
          <p:nvPr/>
        </p:nvGrpSpPr>
        <p:grpSpPr>
          <a:xfrm>
            <a:off x="123826" y="59558"/>
            <a:ext cx="593817" cy="593817"/>
            <a:chOff x="1131485" y="2234042"/>
            <a:chExt cx="1607262" cy="1607262"/>
          </a:xfrm>
        </p:grpSpPr>
        <p:sp>
          <p:nvSpPr>
            <p:cNvPr id="12" name="椭圆 11">
              <a:extLst>
                <a:ext uri="{FF2B5EF4-FFF2-40B4-BE49-F238E27FC236}">
                  <a16:creationId xmlns:a16="http://schemas.microsoft.com/office/drawing/2014/main" id="{FF9522AD-9AD1-1E1A-A03B-3F21D3C579A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椭圆 12">
              <a:extLst>
                <a:ext uri="{FF2B5EF4-FFF2-40B4-BE49-F238E27FC236}">
                  <a16:creationId xmlns:a16="http://schemas.microsoft.com/office/drawing/2014/main" id="{3DA89778-4C63-9F82-6FA6-25DC75F71A0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1EF6CB7D-1C43-57E2-AA84-CFAFEB8E652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41" name="文本占位符 33">
            <a:extLst>
              <a:ext uri="{FF2B5EF4-FFF2-40B4-BE49-F238E27FC236}">
                <a16:creationId xmlns:a16="http://schemas.microsoft.com/office/drawing/2014/main" id="{A95EA908-A745-185B-055B-78584A4CFABC}"/>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260080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0" name="任意多边形 19">
            <a:extLst>
              <a:ext uri="{FF2B5EF4-FFF2-40B4-BE49-F238E27FC236}">
                <a16:creationId xmlns:a16="http://schemas.microsoft.com/office/drawing/2014/main" id="{93575A42-ED96-07D0-5F00-797106732D94}"/>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DB32254D-9F3E-9CE5-1306-8BC38D55EB48}"/>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3" name="组合 12">
            <a:extLst>
              <a:ext uri="{FF2B5EF4-FFF2-40B4-BE49-F238E27FC236}">
                <a16:creationId xmlns:a16="http://schemas.microsoft.com/office/drawing/2014/main" id="{35E30FD8-077D-B5A3-CE5C-EA3FD0E2BAD1}"/>
              </a:ext>
            </a:extLst>
          </p:cNvPr>
          <p:cNvGrpSpPr/>
          <p:nvPr/>
        </p:nvGrpSpPr>
        <p:grpSpPr>
          <a:xfrm>
            <a:off x="123826" y="59558"/>
            <a:ext cx="593817" cy="593817"/>
            <a:chOff x="1131485" y="2234042"/>
            <a:chExt cx="1607262" cy="1607262"/>
          </a:xfrm>
        </p:grpSpPr>
        <p:sp>
          <p:nvSpPr>
            <p:cNvPr id="14" name="椭圆 13">
              <a:extLst>
                <a:ext uri="{FF2B5EF4-FFF2-40B4-BE49-F238E27FC236}">
                  <a16:creationId xmlns:a16="http://schemas.microsoft.com/office/drawing/2014/main" id="{5701137A-7095-2FB8-325A-2535E5FA5FCD}"/>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椭圆 14">
              <a:extLst>
                <a:ext uri="{FF2B5EF4-FFF2-40B4-BE49-F238E27FC236}">
                  <a16:creationId xmlns:a16="http://schemas.microsoft.com/office/drawing/2014/main" id="{B131BFD9-0F54-637D-5F78-F0077443D51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6" name="KSO_Shape">
              <a:extLst>
                <a:ext uri="{FF2B5EF4-FFF2-40B4-BE49-F238E27FC236}">
                  <a16:creationId xmlns:a16="http://schemas.microsoft.com/office/drawing/2014/main" id="{1D64EA1D-6C96-F4F6-6ADC-C3254FE161A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8" name="文本占位符 33">
            <a:extLst>
              <a:ext uri="{FF2B5EF4-FFF2-40B4-BE49-F238E27FC236}">
                <a16:creationId xmlns:a16="http://schemas.microsoft.com/office/drawing/2014/main" id="{B40F74BD-2A6F-508F-5FB4-8D1A56C87800}"/>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800931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sp>
        <p:nvSpPr>
          <p:cNvPr id="6" name="任意多边形 19">
            <a:extLst>
              <a:ext uri="{FF2B5EF4-FFF2-40B4-BE49-F238E27FC236}">
                <a16:creationId xmlns:a16="http://schemas.microsoft.com/office/drawing/2014/main" id="{FDD4FE82-7D6F-720C-4871-714AEBA3A7C7}"/>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7" name="任意多边形 18">
            <a:extLst>
              <a:ext uri="{FF2B5EF4-FFF2-40B4-BE49-F238E27FC236}">
                <a16:creationId xmlns:a16="http://schemas.microsoft.com/office/drawing/2014/main" id="{3E45CAA6-13E6-B6A3-2555-54BD2D3532BB}"/>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B5091FD3-1609-36DC-D01C-A73EF31511F4}"/>
              </a:ext>
            </a:extLst>
          </p:cNvPr>
          <p:cNvGrpSpPr/>
          <p:nvPr/>
        </p:nvGrpSpPr>
        <p:grpSpPr>
          <a:xfrm>
            <a:off x="123826" y="59558"/>
            <a:ext cx="593817" cy="593817"/>
            <a:chOff x="1131485" y="2234042"/>
            <a:chExt cx="1607262" cy="1607262"/>
          </a:xfrm>
        </p:grpSpPr>
        <p:sp>
          <p:nvSpPr>
            <p:cNvPr id="10" name="椭圆 9">
              <a:extLst>
                <a:ext uri="{FF2B5EF4-FFF2-40B4-BE49-F238E27FC236}">
                  <a16:creationId xmlns:a16="http://schemas.microsoft.com/office/drawing/2014/main" id="{A60A328F-B093-068A-A243-557DCBBCB8C0}"/>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75D484E8-7212-326B-14C8-E61E0FFBB3B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271CD6B8-CE1A-EDDB-0E8D-31587A0F46B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aphicFrame>
        <p:nvGraphicFramePr>
          <p:cNvPr id="13" name="图表 12">
            <a:extLst>
              <a:ext uri="{FF2B5EF4-FFF2-40B4-BE49-F238E27FC236}">
                <a16:creationId xmlns:a16="http://schemas.microsoft.com/office/drawing/2014/main" id="{EA96DBCB-5C90-8781-C6BF-55324A1A022C}"/>
              </a:ext>
            </a:extLst>
          </p:cNvPr>
          <p:cNvGraphicFramePr/>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3" name="文本占位符 33">
            <a:extLst>
              <a:ext uri="{FF2B5EF4-FFF2-40B4-BE49-F238E27FC236}">
                <a16:creationId xmlns:a16="http://schemas.microsoft.com/office/drawing/2014/main" id="{70867633-A165-60B0-4D4B-A722D615AB92}"/>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653642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475556" y="805042"/>
            <a:ext cx="48593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184775"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 name="任意多边形 19">
            <a:extLst>
              <a:ext uri="{FF2B5EF4-FFF2-40B4-BE49-F238E27FC236}">
                <a16:creationId xmlns:a16="http://schemas.microsoft.com/office/drawing/2014/main" id="{194BB307-7CD2-0519-F987-EE1B3B952F06}"/>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1" name="任意多边形 18">
            <a:extLst>
              <a:ext uri="{FF2B5EF4-FFF2-40B4-BE49-F238E27FC236}">
                <a16:creationId xmlns:a16="http://schemas.microsoft.com/office/drawing/2014/main" id="{68ADC1FD-0F37-4839-9AB3-038B698024CC}"/>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2" name="组合 11">
            <a:extLst>
              <a:ext uri="{FF2B5EF4-FFF2-40B4-BE49-F238E27FC236}">
                <a16:creationId xmlns:a16="http://schemas.microsoft.com/office/drawing/2014/main" id="{9F91ADBE-8918-2609-78D9-55A6BE6320CC}"/>
              </a:ext>
            </a:extLst>
          </p:cNvPr>
          <p:cNvGrpSpPr/>
          <p:nvPr/>
        </p:nvGrpSpPr>
        <p:grpSpPr>
          <a:xfrm>
            <a:off x="123826" y="59558"/>
            <a:ext cx="593817" cy="593817"/>
            <a:chOff x="1131485" y="2234042"/>
            <a:chExt cx="1607262" cy="1607262"/>
          </a:xfrm>
        </p:grpSpPr>
        <p:sp>
          <p:nvSpPr>
            <p:cNvPr id="13" name="椭圆 12">
              <a:extLst>
                <a:ext uri="{FF2B5EF4-FFF2-40B4-BE49-F238E27FC236}">
                  <a16:creationId xmlns:a16="http://schemas.microsoft.com/office/drawing/2014/main" id="{F7238A78-91CC-3469-8ACD-6FB3980786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椭圆 13">
              <a:extLst>
                <a:ext uri="{FF2B5EF4-FFF2-40B4-BE49-F238E27FC236}">
                  <a16:creationId xmlns:a16="http://schemas.microsoft.com/office/drawing/2014/main" id="{0CB65898-6F95-A19E-C383-8D85C381FA61}"/>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5" name="KSO_Shape">
              <a:extLst>
                <a:ext uri="{FF2B5EF4-FFF2-40B4-BE49-F238E27FC236}">
                  <a16:creationId xmlns:a16="http://schemas.microsoft.com/office/drawing/2014/main" id="{11EF4BB9-E978-B4F6-BBBE-F67FDD7A6C8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6" name="文本占位符 33">
            <a:extLst>
              <a:ext uri="{FF2B5EF4-FFF2-40B4-BE49-F238E27FC236}">
                <a16:creationId xmlns:a16="http://schemas.microsoft.com/office/drawing/2014/main" id="{45330A77-8349-E793-AD39-6A80D7C2A9E6}"/>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40451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8" name="任意多边形 19">
            <a:extLst>
              <a:ext uri="{FF2B5EF4-FFF2-40B4-BE49-F238E27FC236}">
                <a16:creationId xmlns:a16="http://schemas.microsoft.com/office/drawing/2014/main" id="{EE0614DB-9D87-BA32-305F-D8C6D877FACF}"/>
              </a:ext>
            </a:extLst>
          </p:cNvPr>
          <p:cNvSpPr/>
          <p:nvPr/>
        </p:nvSpPr>
        <p:spPr>
          <a:xfrm>
            <a:off x="164294"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任意多边形 18">
            <a:extLst>
              <a:ext uri="{FF2B5EF4-FFF2-40B4-BE49-F238E27FC236}">
                <a16:creationId xmlns:a16="http://schemas.microsoft.com/office/drawing/2014/main" id="{0AF01672-87F1-53FC-32DB-980A43595565}"/>
              </a:ext>
            </a:extLst>
          </p:cNvPr>
          <p:cNvSpPr/>
          <p:nvPr/>
        </p:nvSpPr>
        <p:spPr>
          <a:xfrm>
            <a:off x="1" y="1"/>
            <a:ext cx="6473815"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10" name="组合 9">
            <a:extLst>
              <a:ext uri="{FF2B5EF4-FFF2-40B4-BE49-F238E27FC236}">
                <a16:creationId xmlns:a16="http://schemas.microsoft.com/office/drawing/2014/main" id="{C36251E7-C68A-8CC4-D7FC-DAE79C14289E}"/>
              </a:ext>
            </a:extLst>
          </p:cNvPr>
          <p:cNvGrpSpPr/>
          <p:nvPr/>
        </p:nvGrpSpPr>
        <p:grpSpPr>
          <a:xfrm>
            <a:off x="123826" y="59558"/>
            <a:ext cx="593817" cy="593817"/>
            <a:chOff x="1131485" y="2234042"/>
            <a:chExt cx="1607262" cy="1607262"/>
          </a:xfrm>
        </p:grpSpPr>
        <p:sp>
          <p:nvSpPr>
            <p:cNvPr id="11" name="椭圆 10">
              <a:extLst>
                <a:ext uri="{FF2B5EF4-FFF2-40B4-BE49-F238E27FC236}">
                  <a16:creationId xmlns:a16="http://schemas.microsoft.com/office/drawing/2014/main" id="{222E1E72-88E6-9EB4-8F00-F11EC9617B3E}"/>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椭圆 11">
              <a:extLst>
                <a:ext uri="{FF2B5EF4-FFF2-40B4-BE49-F238E27FC236}">
                  <a16:creationId xmlns:a16="http://schemas.microsoft.com/office/drawing/2014/main" id="{BB8A1FC4-F4C1-6538-2F58-F8E69B23D3F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3" name="KSO_Shape">
              <a:extLst>
                <a:ext uri="{FF2B5EF4-FFF2-40B4-BE49-F238E27FC236}">
                  <a16:creationId xmlns:a16="http://schemas.microsoft.com/office/drawing/2014/main" id="{E6E512C7-2AA9-7999-05F9-A0A5915CB5F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4" name="文本占位符 33">
            <a:extLst>
              <a:ext uri="{FF2B5EF4-FFF2-40B4-BE49-F238E27FC236}">
                <a16:creationId xmlns:a16="http://schemas.microsoft.com/office/drawing/2014/main" id="{88587556-2378-6E30-C450-EBCB9B97ABC5}"/>
              </a:ext>
            </a:extLst>
          </p:cNvPr>
          <p:cNvSpPr>
            <a:spLocks noGrp="1"/>
          </p:cNvSpPr>
          <p:nvPr>
            <p:ph type="body" sz="quarter" idx="18" hasCustomPrompt="1"/>
          </p:nvPr>
        </p:nvSpPr>
        <p:spPr>
          <a:xfrm>
            <a:off x="850256" y="100867"/>
            <a:ext cx="5101728"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882478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13537237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14C33A-652D-D6EA-75FB-20BA539CE8B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0699AC1-44D2-9D01-84C7-349CCFFA5B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097AF1F-BCB2-78D6-2AF6-1D5A95483653}"/>
              </a:ext>
            </a:extLst>
          </p:cNvPr>
          <p:cNvSpPr>
            <a:spLocks noGrp="1"/>
          </p:cNvSpPr>
          <p:nvPr>
            <p:ph type="dt" sz="half" idx="10"/>
          </p:nvPr>
        </p:nvSpPr>
        <p:spPr/>
        <p:txBody>
          <a:bodyPr/>
          <a:lstStyle/>
          <a:p>
            <a:fld id="{6C27C682-2477-42DE-A568-6C9C284CCCD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B6302435-53E9-5255-4F17-7A6DBEF3EFD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364607-AD4D-3521-31C6-EB568CA73FB8}"/>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4353179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cSld name="1_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973006-97F2-F8C5-770C-3400BD0C60B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4FC612F-652A-0B13-2A5C-25C862F317D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46D280F-2183-0311-7947-EA9A4932F66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1E69852-6210-F435-B3AE-1D3938493BF8}"/>
              </a:ext>
            </a:extLst>
          </p:cNvPr>
          <p:cNvSpPr>
            <a:spLocks noGrp="1"/>
          </p:cNvSpPr>
          <p:nvPr>
            <p:ph type="dt" sz="half" idx="10"/>
          </p:nvPr>
        </p:nvSpPr>
        <p:spPr/>
        <p:txBody>
          <a:bodyPr/>
          <a:lstStyle/>
          <a:p>
            <a:fld id="{6C27C682-2477-42DE-A568-6C9C284CCCDD}"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83F5811F-BBB0-4EC6-37EC-6451F65F3B7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CA0D28D-8BC9-83CF-33DA-46762576BC54}"/>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3517039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cSld name="2_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B5F548-B019-0CF8-B07E-74D7DBF720D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5C0C63E-08E3-305A-F65B-BE1E36B1C2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F8D13BA-6FAA-7177-EBCD-905204B596E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6E0D660-FAE0-4101-D757-78ACD45D55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78630DB-2532-AEAF-ADD3-FFCE047B14C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2AF69AD-9EED-D02D-9F46-B9AEEB1D8C8E}"/>
              </a:ext>
            </a:extLst>
          </p:cNvPr>
          <p:cNvSpPr>
            <a:spLocks noGrp="1"/>
          </p:cNvSpPr>
          <p:nvPr>
            <p:ph type="dt" sz="half" idx="10"/>
          </p:nvPr>
        </p:nvSpPr>
        <p:spPr/>
        <p:txBody>
          <a:bodyPr/>
          <a:lstStyle/>
          <a:p>
            <a:fld id="{6C27C682-2477-42DE-A568-6C9C284CCCDD}" type="datetimeFigureOut">
              <a:rPr lang="zh-CN" altLang="en-US" smtClean="0"/>
              <a:t>2026/5/26</a:t>
            </a:fld>
            <a:endParaRPr lang="zh-CN" altLang="en-US"/>
          </a:p>
        </p:txBody>
      </p:sp>
      <p:sp>
        <p:nvSpPr>
          <p:cNvPr id="8" name="页脚占位符 7">
            <a:extLst>
              <a:ext uri="{FF2B5EF4-FFF2-40B4-BE49-F238E27FC236}">
                <a16:creationId xmlns:a16="http://schemas.microsoft.com/office/drawing/2014/main" id="{79D4CEE3-E290-1663-AC83-D4DC2889CD5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0D036DF-F04F-98E6-B807-25630E15E90B}"/>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82880828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5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CD5B79-226A-318A-8F98-62BFBBDB52C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6A6E471-6660-2901-C5C8-EE47B0D51F8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A7F414-8C27-E0BC-BD6B-A9101F4D57A6}"/>
              </a:ext>
            </a:extLst>
          </p:cNvPr>
          <p:cNvSpPr>
            <a:spLocks noGrp="1"/>
          </p:cNvSpPr>
          <p:nvPr>
            <p:ph type="dt" sz="half" idx="10"/>
          </p:nvPr>
        </p:nvSpPr>
        <p:spPr/>
        <p:txBody>
          <a:bodyPr/>
          <a:lstStyle/>
          <a:p>
            <a:fld id="{6C27C682-2477-42DE-A568-6C9C284CCCD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A10C9F21-D4F9-7E09-EEB4-9357F8F076D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5D3D51-0921-131E-4CB0-EC2643518E0E}"/>
              </a:ext>
            </a:extLst>
          </p:cNvPr>
          <p:cNvSpPr>
            <a:spLocks noGrp="1"/>
          </p:cNvSpPr>
          <p:nvPr>
            <p:ph type="sldNum" sz="quarter" idx="12"/>
          </p:nvPr>
        </p:nvSpPr>
        <p:spPr/>
        <p:txBody>
          <a:bodyPr/>
          <a:lstStyle/>
          <a:p>
            <a:fld id="{1436A2CA-1E55-4B45-9320-79926EEEAEB3}" type="slidenum">
              <a:rPr lang="zh-CN" altLang="en-US" smtClean="0"/>
              <a:t>‹#›</a:t>
            </a:fld>
            <a:endParaRPr lang="zh-CN" altLang="en-US"/>
          </a:p>
        </p:txBody>
      </p:sp>
    </p:spTree>
    <p:extLst>
      <p:ext uri="{BB962C8B-B14F-4D97-AF65-F5344CB8AC3E}">
        <p14:creationId xmlns:p14="http://schemas.microsoft.com/office/powerpoint/2010/main" val="2510638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545581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2635227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030957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573299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9199487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4237062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532403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618311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1408223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168552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89013446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4399275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679102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9692267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13703830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633767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639497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5786815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774112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8539305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2A1FFBD5-31DB-D732-1BF6-22E66C03FDFA}"/>
              </a:ext>
            </a:extLst>
          </p:cNvPr>
          <p:cNvSpPr/>
          <p:nvPr/>
        </p:nvSpPr>
        <p:spPr>
          <a:xfrm>
            <a:off x="0" y="0"/>
            <a:ext cx="12192000" cy="6858000"/>
          </a:xfrm>
          <a:prstGeom prst="rect">
            <a:avLst/>
          </a:prstGeom>
          <a:solidFill>
            <a:schemeClr val="accent4">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平行四边形 7">
            <a:extLst>
              <a:ext uri="{FF2B5EF4-FFF2-40B4-BE49-F238E27FC236}">
                <a16:creationId xmlns:a16="http://schemas.microsoft.com/office/drawing/2014/main" id="{17604635-725D-6DF3-9DB0-AB5E07D2EFA2}"/>
              </a:ext>
            </a:extLst>
          </p:cNvPr>
          <p:cNvSpPr/>
          <p:nvPr/>
        </p:nvSpPr>
        <p:spPr>
          <a:xfrm>
            <a:off x="1176337" y="0"/>
            <a:ext cx="10196513" cy="6858000"/>
          </a:xfrm>
          <a:prstGeom prst="parallelogram">
            <a:avLst>
              <a:gd name="adj" fmla="val 52222"/>
            </a:avLst>
          </a:prstGeom>
          <a:solidFill>
            <a:schemeClr val="accent5">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AE7157AE-7B05-430A-27B0-FB38E85098FD}"/>
              </a:ext>
            </a:extLst>
          </p:cNvPr>
          <p:cNvSpPr/>
          <p:nvPr/>
        </p:nvSpPr>
        <p:spPr>
          <a:xfrm>
            <a:off x="4406900" y="2481952"/>
            <a:ext cx="7785100" cy="2131959"/>
          </a:xfrm>
          <a:prstGeom prst="rect">
            <a:avLst/>
          </a:prstGeom>
          <a:solidFill>
            <a:schemeClr val="accent1">
              <a:alpha val="53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副标题 2"/>
          <p:cNvSpPr>
            <a:spLocks noGrp="1"/>
          </p:cNvSpPr>
          <p:nvPr>
            <p:ph type="subTitle" idx="1"/>
          </p:nvPr>
        </p:nvSpPr>
        <p:spPr>
          <a:xfrm>
            <a:off x="5724680" y="3555891"/>
            <a:ext cx="6467320" cy="1058020"/>
          </a:xfrm>
          <a:prstGeom prst="rect">
            <a:avLst/>
          </a:prstGeom>
        </p:spPr>
        <p:txBody>
          <a:bodyPr anchor="ctr"/>
          <a:lstStyle>
            <a:lvl1pPr marL="0" indent="0" algn="ctr">
              <a:buNone/>
              <a:defRPr sz="32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2" name="标题 1"/>
          <p:cNvSpPr>
            <a:spLocks noGrp="1"/>
          </p:cNvSpPr>
          <p:nvPr>
            <p:ph type="ctrTitle"/>
          </p:nvPr>
        </p:nvSpPr>
        <p:spPr>
          <a:xfrm>
            <a:off x="5724679" y="2492896"/>
            <a:ext cx="6441931" cy="945806"/>
          </a:xfrm>
          <a:prstGeom prst="rect">
            <a:avLst/>
          </a:prstGeom>
        </p:spPr>
        <p:txBody>
          <a:bodyPr anchor="b">
            <a:noAutofit/>
          </a:bodyPr>
          <a:lstStyle>
            <a:lvl1pPr algn="ctr">
              <a:defRPr sz="4000" b="1">
                <a:solidFill>
                  <a:schemeClr val="bg1"/>
                </a:solidFill>
              </a:defRPr>
            </a:lvl1pPr>
          </a:lstStyle>
          <a:p>
            <a:r>
              <a:rPr lang="zh-CN" altLang="en-US"/>
              <a:t>单击此处编辑母版标题样式</a:t>
            </a:r>
          </a:p>
        </p:txBody>
      </p:sp>
      <p:grpSp>
        <p:nvGrpSpPr>
          <p:cNvPr id="15" name="组合 14">
            <a:extLst>
              <a:ext uri="{FF2B5EF4-FFF2-40B4-BE49-F238E27FC236}">
                <a16:creationId xmlns:a16="http://schemas.microsoft.com/office/drawing/2014/main" id="{4715C4BF-6DBD-6C9D-1F85-F156AA1C6D74}"/>
              </a:ext>
            </a:extLst>
          </p:cNvPr>
          <p:cNvGrpSpPr/>
          <p:nvPr/>
        </p:nvGrpSpPr>
        <p:grpSpPr>
          <a:xfrm flipH="1">
            <a:off x="1991544" y="762962"/>
            <a:ext cx="3998325" cy="5332075"/>
            <a:chOff x="3948601" y="-3615780"/>
            <a:chExt cx="3998325" cy="5332075"/>
          </a:xfrm>
          <a:effectLst>
            <a:glow rad="63500">
              <a:schemeClr val="accent3">
                <a:satMod val="175000"/>
                <a:alpha val="40000"/>
              </a:schemeClr>
            </a:glow>
          </a:effectLst>
        </p:grpSpPr>
        <p:grpSp>
          <p:nvGrpSpPr>
            <p:cNvPr id="411" name="组合 410"/>
            <p:cNvGrpSpPr/>
            <p:nvPr/>
          </p:nvGrpSpPr>
          <p:grpSpPr>
            <a:xfrm>
              <a:off x="4282833" y="-1961685"/>
              <a:ext cx="2204670" cy="2215011"/>
              <a:chOff x="6128821" y="1388791"/>
              <a:chExt cx="4182529" cy="4202150"/>
            </a:xfrm>
          </p:grpSpPr>
          <p:sp>
            <p:nvSpPr>
              <p:cNvPr id="419" name="Freeform 5"/>
              <p:cNvSpPr/>
              <p:nvPr/>
            </p:nvSpPr>
            <p:spPr bwMode="auto">
              <a:xfrm rot="10800000">
                <a:off x="6128821" y="2486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7" name="Freeform 5"/>
              <p:cNvSpPr/>
              <p:nvPr/>
            </p:nvSpPr>
            <p:spPr bwMode="auto">
              <a:xfrm rot="10800000">
                <a:off x="8047812" y="1388791"/>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sp>
            <p:nvSpPr>
              <p:cNvPr id="415" name="Freeform 5"/>
              <p:cNvSpPr/>
              <p:nvPr/>
            </p:nvSpPr>
            <p:spPr bwMode="auto">
              <a:xfrm rot="10800000">
                <a:off x="8047812" y="3584786"/>
                <a:ext cx="2263538" cy="2006155"/>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gradFill flip="none" rotWithShape="1">
                <a:gsLst>
                  <a:gs pos="0">
                    <a:schemeClr val="bg1">
                      <a:lumMod val="85000"/>
                    </a:schemeClr>
                  </a:gs>
                  <a:gs pos="100000">
                    <a:schemeClr val="bg1"/>
                  </a:gs>
                </a:gsLst>
                <a:lin ang="2700000" scaled="1"/>
                <a:tileRect/>
              </a:gradFill>
              <a:ln w="38100">
                <a:gradFill flip="none" rotWithShape="1">
                  <a:gsLst>
                    <a:gs pos="0">
                      <a:schemeClr val="bg1"/>
                    </a:gs>
                    <a:gs pos="100000">
                      <a:schemeClr val="bg1">
                        <a:lumMod val="85000"/>
                      </a:schemeClr>
                    </a:gs>
                  </a:gsLst>
                  <a:lin ang="2700000" scaled="1"/>
                  <a:tileRect/>
                </a:gradFill>
              </a:ln>
              <a:effectLst>
                <a:outerShdw blurRad="88900" dist="1016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b="1">
                  <a:sym typeface="Arial" panose="020B0604020202020204" pitchFamily="34" charset="0"/>
                </a:endParaRPr>
              </a:p>
            </p:txBody>
          </p:sp>
        </p:grpSp>
        <p:grpSp>
          <p:nvGrpSpPr>
            <p:cNvPr id="14" name="组合 13"/>
            <p:cNvGrpSpPr/>
            <p:nvPr/>
          </p:nvGrpSpPr>
          <p:grpSpPr>
            <a:xfrm>
              <a:off x="3948601" y="-3615780"/>
              <a:ext cx="3939158" cy="5332075"/>
              <a:chOff x="6798609" y="-251869"/>
              <a:chExt cx="5253578" cy="7111285"/>
            </a:xfrm>
          </p:grpSpPr>
          <p:sp>
            <p:nvSpPr>
              <p:cNvPr id="421" name="Freeform 5"/>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2" name="Freeform 5"/>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423" name="Freeform 5"/>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424" name="直接连接符 423"/>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425" name="直接连接符 424"/>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26" name="直接连接符 425"/>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34" name="组合 433"/>
              <p:cNvGrpSpPr/>
              <p:nvPr/>
            </p:nvGrpSpPr>
            <p:grpSpPr>
              <a:xfrm>
                <a:off x="8059703" y="2042916"/>
                <a:ext cx="303617" cy="258274"/>
                <a:chOff x="6339462" y="3747511"/>
                <a:chExt cx="907547" cy="772010"/>
              </a:xfrm>
              <a:solidFill>
                <a:schemeClr val="accent1"/>
              </a:solidFill>
            </p:grpSpPr>
            <p:sp>
              <p:nvSpPr>
                <p:cNvPr id="435" name="Rectangle 130"/>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6" name="Freeform 131"/>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7" name="Freeform 132"/>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8" name="Freeform 133"/>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39" name="Freeform 134"/>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0" name="Freeform 135"/>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1" name="Freeform 136"/>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2" name="Freeform 137"/>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3" name="组合 442"/>
              <p:cNvGrpSpPr/>
              <p:nvPr/>
            </p:nvGrpSpPr>
            <p:grpSpPr>
              <a:xfrm>
                <a:off x="8062201" y="4560896"/>
                <a:ext cx="300352" cy="258999"/>
                <a:chOff x="3548515" y="964154"/>
                <a:chExt cx="897787" cy="774179"/>
              </a:xfrm>
              <a:solidFill>
                <a:schemeClr val="accent2"/>
              </a:solidFill>
            </p:grpSpPr>
            <p:sp>
              <p:nvSpPr>
                <p:cNvPr id="444" name="Freeform 222"/>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5" name="Freeform 223"/>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6" name="Freeform 224"/>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7" name="Freeform 225"/>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48" name="Freeform 226"/>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49" name="组合 448"/>
              <p:cNvGrpSpPr/>
              <p:nvPr/>
            </p:nvGrpSpPr>
            <p:grpSpPr>
              <a:xfrm>
                <a:off x="10240844" y="3302449"/>
                <a:ext cx="300352" cy="257548"/>
                <a:chOff x="3546346" y="2339026"/>
                <a:chExt cx="897787" cy="769842"/>
              </a:xfrm>
              <a:solidFill>
                <a:schemeClr val="accent3"/>
              </a:solidFill>
            </p:grpSpPr>
            <p:sp>
              <p:nvSpPr>
                <p:cNvPr id="450" name="Rectangle 227"/>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1" name="Freeform 228"/>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2" name="Freeform 229"/>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3" name="Freeform 230"/>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4" name="Freeform 231"/>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5" name="Freeform 232"/>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6" name="Freeform 233"/>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nvGrpSpPr>
            <p:cNvPr id="457" name="组合 456"/>
            <p:cNvGrpSpPr/>
            <p:nvPr/>
          </p:nvGrpSpPr>
          <p:grpSpPr>
            <a:xfrm>
              <a:off x="5781112" y="-1560044"/>
              <a:ext cx="231462" cy="229714"/>
              <a:chOff x="7078908" y="5461438"/>
              <a:chExt cx="430461" cy="427208"/>
            </a:xfrm>
            <a:solidFill>
              <a:schemeClr val="bg1">
                <a:lumMod val="50000"/>
              </a:schemeClr>
            </a:solidFill>
          </p:grpSpPr>
          <p:sp>
            <p:nvSpPr>
              <p:cNvPr id="458" name="Freeform 236"/>
              <p:cNvSpPr/>
              <p:nvPr/>
            </p:nvSpPr>
            <p:spPr bwMode="auto">
              <a:xfrm>
                <a:off x="7078908" y="5461438"/>
                <a:ext cx="418534" cy="417450"/>
              </a:xfrm>
              <a:custGeom>
                <a:avLst/>
                <a:gdLst>
                  <a:gd name="T0" fmla="*/ 84 w 163"/>
                  <a:gd name="T1" fmla="*/ 129 h 163"/>
                  <a:gd name="T2" fmla="*/ 46 w 163"/>
                  <a:gd name="T3" fmla="*/ 50 h 163"/>
                  <a:gd name="T4" fmla="*/ 81 w 163"/>
                  <a:gd name="T5" fmla="*/ 34 h 163"/>
                  <a:gd name="T6" fmla="*/ 127 w 163"/>
                  <a:gd name="T7" fmla="*/ 89 h 163"/>
                  <a:gd name="T8" fmla="*/ 147 w 163"/>
                  <a:gd name="T9" fmla="*/ 94 h 163"/>
                  <a:gd name="T10" fmla="*/ 162 w 163"/>
                  <a:gd name="T11" fmla="*/ 86 h 163"/>
                  <a:gd name="T12" fmla="*/ 162 w 163"/>
                  <a:gd name="T13" fmla="*/ 70 h 163"/>
                  <a:gd name="T14" fmla="*/ 144 w 163"/>
                  <a:gd name="T15" fmla="*/ 59 h 163"/>
                  <a:gd name="T16" fmla="*/ 154 w 163"/>
                  <a:gd name="T17" fmla="*/ 45 h 163"/>
                  <a:gd name="T18" fmla="*/ 145 w 163"/>
                  <a:gd name="T19" fmla="*/ 32 h 163"/>
                  <a:gd name="T20" fmla="*/ 125 w 163"/>
                  <a:gd name="T21" fmla="*/ 30 h 163"/>
                  <a:gd name="T22" fmla="*/ 126 w 163"/>
                  <a:gd name="T23" fmla="*/ 13 h 163"/>
                  <a:gd name="T24" fmla="*/ 112 w 163"/>
                  <a:gd name="T25" fmla="*/ 6 h 163"/>
                  <a:gd name="T26" fmla="*/ 93 w 163"/>
                  <a:gd name="T27" fmla="*/ 15 h 163"/>
                  <a:gd name="T28" fmla="*/ 86 w 163"/>
                  <a:gd name="T29" fmla="*/ 0 h 163"/>
                  <a:gd name="T30" fmla="*/ 70 w 163"/>
                  <a:gd name="T31" fmla="*/ 1 h 163"/>
                  <a:gd name="T32" fmla="*/ 58 w 163"/>
                  <a:gd name="T33" fmla="*/ 18 h 163"/>
                  <a:gd name="T34" fmla="*/ 44 w 163"/>
                  <a:gd name="T35" fmla="*/ 9 h 163"/>
                  <a:gd name="T36" fmla="*/ 31 w 163"/>
                  <a:gd name="T37" fmla="*/ 17 h 163"/>
                  <a:gd name="T38" fmla="*/ 31 w 163"/>
                  <a:gd name="T39" fmla="*/ 36 h 163"/>
                  <a:gd name="T40" fmla="*/ 15 w 163"/>
                  <a:gd name="T41" fmla="*/ 33 h 163"/>
                  <a:gd name="T42" fmla="*/ 8 w 163"/>
                  <a:gd name="T43" fmla="*/ 47 h 163"/>
                  <a:gd name="T44" fmla="*/ 18 w 163"/>
                  <a:gd name="T45" fmla="*/ 59 h 163"/>
                  <a:gd name="T46" fmla="*/ 0 w 163"/>
                  <a:gd name="T47" fmla="*/ 73 h 163"/>
                  <a:gd name="T48" fmla="*/ 0 w 163"/>
                  <a:gd name="T49" fmla="*/ 88 h 163"/>
                  <a:gd name="T50" fmla="*/ 15 w 163"/>
                  <a:gd name="T51" fmla="*/ 94 h 163"/>
                  <a:gd name="T52" fmla="*/ 6 w 163"/>
                  <a:gd name="T53" fmla="*/ 114 h 163"/>
                  <a:gd name="T54" fmla="*/ 15 w 163"/>
                  <a:gd name="T55" fmla="*/ 128 h 163"/>
                  <a:gd name="T56" fmla="*/ 30 w 163"/>
                  <a:gd name="T57" fmla="*/ 125 h 163"/>
                  <a:gd name="T58" fmla="*/ 33 w 163"/>
                  <a:gd name="T59" fmla="*/ 148 h 163"/>
                  <a:gd name="T60" fmla="*/ 47 w 163"/>
                  <a:gd name="T61" fmla="*/ 155 h 163"/>
                  <a:gd name="T62" fmla="*/ 59 w 163"/>
                  <a:gd name="T63" fmla="*/ 145 h 163"/>
                  <a:gd name="T64" fmla="*/ 72 w 163"/>
                  <a:gd name="T65" fmla="*/ 163 h 163"/>
                  <a:gd name="T66" fmla="*/ 88 w 163"/>
                  <a:gd name="T67" fmla="*/ 162 h 163"/>
                  <a:gd name="T68" fmla="*/ 94 w 163"/>
                  <a:gd name="T69" fmla="*/ 148 h 163"/>
                  <a:gd name="T70" fmla="*/ 89 w 163"/>
                  <a:gd name="T71" fmla="*/ 128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63" h="163">
                    <a:moveTo>
                      <a:pt x="89" y="128"/>
                    </a:moveTo>
                    <a:cubicBezTo>
                      <a:pt x="88" y="128"/>
                      <a:pt x="86" y="129"/>
                      <a:pt x="84" y="129"/>
                    </a:cubicBezTo>
                    <a:cubicBezTo>
                      <a:pt x="58" y="130"/>
                      <a:pt x="36" y="110"/>
                      <a:pt x="35" y="84"/>
                    </a:cubicBezTo>
                    <a:cubicBezTo>
                      <a:pt x="34" y="71"/>
                      <a:pt x="38" y="59"/>
                      <a:pt x="46" y="50"/>
                    </a:cubicBezTo>
                    <a:cubicBezTo>
                      <a:pt x="55" y="40"/>
                      <a:pt x="66" y="35"/>
                      <a:pt x="79" y="34"/>
                    </a:cubicBezTo>
                    <a:cubicBezTo>
                      <a:pt x="79" y="34"/>
                      <a:pt x="80" y="34"/>
                      <a:pt x="81" y="34"/>
                    </a:cubicBezTo>
                    <a:cubicBezTo>
                      <a:pt x="106" y="34"/>
                      <a:pt x="127" y="54"/>
                      <a:pt x="128" y="79"/>
                    </a:cubicBezTo>
                    <a:cubicBezTo>
                      <a:pt x="128" y="82"/>
                      <a:pt x="128" y="85"/>
                      <a:pt x="127" y="89"/>
                    </a:cubicBezTo>
                    <a:cubicBezTo>
                      <a:pt x="144" y="105"/>
                      <a:pt x="144" y="105"/>
                      <a:pt x="144" y="105"/>
                    </a:cubicBezTo>
                    <a:cubicBezTo>
                      <a:pt x="145" y="101"/>
                      <a:pt x="146" y="97"/>
                      <a:pt x="147" y="94"/>
                    </a:cubicBezTo>
                    <a:cubicBezTo>
                      <a:pt x="163" y="90"/>
                      <a:pt x="163" y="90"/>
                      <a:pt x="163" y="90"/>
                    </a:cubicBezTo>
                    <a:cubicBezTo>
                      <a:pt x="162" y="86"/>
                      <a:pt x="162" y="86"/>
                      <a:pt x="162" y="86"/>
                    </a:cubicBezTo>
                    <a:cubicBezTo>
                      <a:pt x="162" y="75"/>
                      <a:pt x="162" y="75"/>
                      <a:pt x="162" y="75"/>
                    </a:cubicBezTo>
                    <a:cubicBezTo>
                      <a:pt x="162" y="70"/>
                      <a:pt x="162" y="70"/>
                      <a:pt x="162" y="70"/>
                    </a:cubicBezTo>
                    <a:cubicBezTo>
                      <a:pt x="147" y="69"/>
                      <a:pt x="147" y="69"/>
                      <a:pt x="147" y="69"/>
                    </a:cubicBezTo>
                    <a:cubicBezTo>
                      <a:pt x="146" y="66"/>
                      <a:pt x="145" y="62"/>
                      <a:pt x="144" y="59"/>
                    </a:cubicBezTo>
                    <a:cubicBezTo>
                      <a:pt x="156" y="48"/>
                      <a:pt x="156" y="48"/>
                      <a:pt x="156" y="48"/>
                    </a:cubicBezTo>
                    <a:cubicBezTo>
                      <a:pt x="154" y="45"/>
                      <a:pt x="154" y="45"/>
                      <a:pt x="154" y="45"/>
                    </a:cubicBezTo>
                    <a:cubicBezTo>
                      <a:pt x="148" y="35"/>
                      <a:pt x="148" y="35"/>
                      <a:pt x="148" y="35"/>
                    </a:cubicBezTo>
                    <a:cubicBezTo>
                      <a:pt x="145" y="32"/>
                      <a:pt x="145" y="32"/>
                      <a:pt x="145" y="32"/>
                    </a:cubicBezTo>
                    <a:cubicBezTo>
                      <a:pt x="132" y="38"/>
                      <a:pt x="132" y="38"/>
                      <a:pt x="132" y="38"/>
                    </a:cubicBezTo>
                    <a:cubicBezTo>
                      <a:pt x="130" y="35"/>
                      <a:pt x="127" y="32"/>
                      <a:pt x="125" y="30"/>
                    </a:cubicBezTo>
                    <a:cubicBezTo>
                      <a:pt x="130" y="15"/>
                      <a:pt x="130" y="15"/>
                      <a:pt x="130" y="15"/>
                    </a:cubicBezTo>
                    <a:cubicBezTo>
                      <a:pt x="126" y="13"/>
                      <a:pt x="126" y="13"/>
                      <a:pt x="126" y="13"/>
                    </a:cubicBezTo>
                    <a:cubicBezTo>
                      <a:pt x="116" y="8"/>
                      <a:pt x="116" y="8"/>
                      <a:pt x="116" y="8"/>
                    </a:cubicBezTo>
                    <a:cubicBezTo>
                      <a:pt x="112" y="6"/>
                      <a:pt x="112" y="6"/>
                      <a:pt x="112" y="6"/>
                    </a:cubicBezTo>
                    <a:cubicBezTo>
                      <a:pt x="104" y="18"/>
                      <a:pt x="104" y="18"/>
                      <a:pt x="104" y="18"/>
                    </a:cubicBezTo>
                    <a:cubicBezTo>
                      <a:pt x="100" y="17"/>
                      <a:pt x="97" y="16"/>
                      <a:pt x="93" y="15"/>
                    </a:cubicBezTo>
                    <a:cubicBezTo>
                      <a:pt x="90" y="0"/>
                      <a:pt x="90" y="0"/>
                      <a:pt x="90" y="0"/>
                    </a:cubicBezTo>
                    <a:cubicBezTo>
                      <a:pt x="86" y="0"/>
                      <a:pt x="86" y="0"/>
                      <a:pt x="86" y="0"/>
                    </a:cubicBezTo>
                    <a:cubicBezTo>
                      <a:pt x="75" y="1"/>
                      <a:pt x="75" y="1"/>
                      <a:pt x="75" y="1"/>
                    </a:cubicBezTo>
                    <a:cubicBezTo>
                      <a:pt x="70" y="1"/>
                      <a:pt x="70" y="1"/>
                      <a:pt x="70" y="1"/>
                    </a:cubicBezTo>
                    <a:cubicBezTo>
                      <a:pt x="69" y="15"/>
                      <a:pt x="69" y="15"/>
                      <a:pt x="69" y="15"/>
                    </a:cubicBezTo>
                    <a:cubicBezTo>
                      <a:pt x="65" y="16"/>
                      <a:pt x="62" y="17"/>
                      <a:pt x="58" y="18"/>
                    </a:cubicBezTo>
                    <a:cubicBezTo>
                      <a:pt x="48" y="6"/>
                      <a:pt x="48" y="6"/>
                      <a:pt x="48" y="6"/>
                    </a:cubicBezTo>
                    <a:cubicBezTo>
                      <a:pt x="44" y="9"/>
                      <a:pt x="44" y="9"/>
                      <a:pt x="44" y="9"/>
                    </a:cubicBezTo>
                    <a:cubicBezTo>
                      <a:pt x="35" y="15"/>
                      <a:pt x="35" y="15"/>
                      <a:pt x="35" y="15"/>
                    </a:cubicBezTo>
                    <a:cubicBezTo>
                      <a:pt x="31" y="17"/>
                      <a:pt x="31" y="17"/>
                      <a:pt x="31" y="17"/>
                    </a:cubicBezTo>
                    <a:cubicBezTo>
                      <a:pt x="37" y="30"/>
                      <a:pt x="37" y="30"/>
                      <a:pt x="37" y="30"/>
                    </a:cubicBezTo>
                    <a:cubicBezTo>
                      <a:pt x="35" y="32"/>
                      <a:pt x="33" y="34"/>
                      <a:pt x="31" y="36"/>
                    </a:cubicBezTo>
                    <a:cubicBezTo>
                      <a:pt x="31" y="37"/>
                      <a:pt x="30" y="37"/>
                      <a:pt x="30" y="38"/>
                    </a:cubicBezTo>
                    <a:cubicBezTo>
                      <a:pt x="15" y="33"/>
                      <a:pt x="15" y="33"/>
                      <a:pt x="15" y="33"/>
                    </a:cubicBezTo>
                    <a:cubicBezTo>
                      <a:pt x="13" y="37"/>
                      <a:pt x="13" y="37"/>
                      <a:pt x="13" y="37"/>
                    </a:cubicBezTo>
                    <a:cubicBezTo>
                      <a:pt x="8" y="47"/>
                      <a:pt x="8" y="47"/>
                      <a:pt x="8" y="47"/>
                    </a:cubicBezTo>
                    <a:cubicBezTo>
                      <a:pt x="6" y="51"/>
                      <a:pt x="6" y="51"/>
                      <a:pt x="6" y="51"/>
                    </a:cubicBezTo>
                    <a:cubicBezTo>
                      <a:pt x="18" y="59"/>
                      <a:pt x="18" y="59"/>
                      <a:pt x="18" y="59"/>
                    </a:cubicBezTo>
                    <a:cubicBezTo>
                      <a:pt x="17" y="63"/>
                      <a:pt x="16" y="66"/>
                      <a:pt x="15" y="69"/>
                    </a:cubicBezTo>
                    <a:cubicBezTo>
                      <a:pt x="0" y="73"/>
                      <a:pt x="0" y="73"/>
                      <a:pt x="0" y="73"/>
                    </a:cubicBezTo>
                    <a:cubicBezTo>
                      <a:pt x="0" y="77"/>
                      <a:pt x="0" y="77"/>
                      <a:pt x="0" y="77"/>
                    </a:cubicBezTo>
                    <a:cubicBezTo>
                      <a:pt x="0" y="88"/>
                      <a:pt x="0" y="88"/>
                      <a:pt x="0" y="88"/>
                    </a:cubicBezTo>
                    <a:cubicBezTo>
                      <a:pt x="1" y="92"/>
                      <a:pt x="1" y="92"/>
                      <a:pt x="1" y="92"/>
                    </a:cubicBezTo>
                    <a:cubicBezTo>
                      <a:pt x="15" y="94"/>
                      <a:pt x="15" y="94"/>
                      <a:pt x="15" y="94"/>
                    </a:cubicBezTo>
                    <a:cubicBezTo>
                      <a:pt x="16" y="97"/>
                      <a:pt x="17" y="101"/>
                      <a:pt x="18" y="104"/>
                    </a:cubicBezTo>
                    <a:cubicBezTo>
                      <a:pt x="6" y="114"/>
                      <a:pt x="6" y="114"/>
                      <a:pt x="6" y="114"/>
                    </a:cubicBezTo>
                    <a:cubicBezTo>
                      <a:pt x="9" y="118"/>
                      <a:pt x="9" y="118"/>
                      <a:pt x="9" y="118"/>
                    </a:cubicBezTo>
                    <a:cubicBezTo>
                      <a:pt x="15" y="128"/>
                      <a:pt x="15" y="128"/>
                      <a:pt x="15" y="128"/>
                    </a:cubicBezTo>
                    <a:cubicBezTo>
                      <a:pt x="17" y="131"/>
                      <a:pt x="17" y="131"/>
                      <a:pt x="17" y="131"/>
                    </a:cubicBezTo>
                    <a:cubicBezTo>
                      <a:pt x="30" y="125"/>
                      <a:pt x="30" y="125"/>
                      <a:pt x="30" y="125"/>
                    </a:cubicBezTo>
                    <a:cubicBezTo>
                      <a:pt x="33" y="128"/>
                      <a:pt x="35" y="130"/>
                      <a:pt x="38" y="133"/>
                    </a:cubicBezTo>
                    <a:cubicBezTo>
                      <a:pt x="33" y="148"/>
                      <a:pt x="33" y="148"/>
                      <a:pt x="33" y="148"/>
                    </a:cubicBezTo>
                    <a:cubicBezTo>
                      <a:pt x="37" y="150"/>
                      <a:pt x="37" y="150"/>
                      <a:pt x="37" y="150"/>
                    </a:cubicBezTo>
                    <a:cubicBezTo>
                      <a:pt x="47" y="155"/>
                      <a:pt x="47" y="155"/>
                      <a:pt x="47" y="155"/>
                    </a:cubicBezTo>
                    <a:cubicBezTo>
                      <a:pt x="51" y="157"/>
                      <a:pt x="51" y="157"/>
                      <a:pt x="51" y="157"/>
                    </a:cubicBezTo>
                    <a:cubicBezTo>
                      <a:pt x="59" y="145"/>
                      <a:pt x="59" y="145"/>
                      <a:pt x="59" y="145"/>
                    </a:cubicBezTo>
                    <a:cubicBezTo>
                      <a:pt x="62" y="146"/>
                      <a:pt x="66" y="147"/>
                      <a:pt x="69" y="148"/>
                    </a:cubicBezTo>
                    <a:cubicBezTo>
                      <a:pt x="72" y="163"/>
                      <a:pt x="72" y="163"/>
                      <a:pt x="72" y="163"/>
                    </a:cubicBezTo>
                    <a:cubicBezTo>
                      <a:pt x="77" y="163"/>
                      <a:pt x="77" y="163"/>
                      <a:pt x="77" y="163"/>
                    </a:cubicBezTo>
                    <a:cubicBezTo>
                      <a:pt x="88" y="162"/>
                      <a:pt x="88" y="162"/>
                      <a:pt x="88" y="162"/>
                    </a:cubicBezTo>
                    <a:cubicBezTo>
                      <a:pt x="92" y="162"/>
                      <a:pt x="92" y="162"/>
                      <a:pt x="92" y="162"/>
                    </a:cubicBezTo>
                    <a:cubicBezTo>
                      <a:pt x="94" y="148"/>
                      <a:pt x="94" y="148"/>
                      <a:pt x="94" y="148"/>
                    </a:cubicBezTo>
                    <a:cubicBezTo>
                      <a:pt x="98" y="147"/>
                      <a:pt x="102" y="146"/>
                      <a:pt x="105" y="144"/>
                    </a:cubicBezTo>
                    <a:lnTo>
                      <a:pt x="89" y="1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59" name="Freeform 237"/>
              <p:cNvSpPr/>
              <p:nvPr/>
            </p:nvSpPr>
            <p:spPr bwMode="auto">
              <a:xfrm>
                <a:off x="7197095" y="5576372"/>
                <a:ext cx="312274" cy="312274"/>
              </a:xfrm>
              <a:custGeom>
                <a:avLst/>
                <a:gdLst>
                  <a:gd name="T0" fmla="*/ 122 w 122"/>
                  <a:gd name="T1" fmla="*/ 101 h 122"/>
                  <a:gd name="T2" fmla="*/ 119 w 122"/>
                  <a:gd name="T3" fmla="*/ 94 h 122"/>
                  <a:gd name="T4" fmla="*/ 67 w 122"/>
                  <a:gd name="T5" fmla="*/ 43 h 122"/>
                  <a:gd name="T6" fmla="*/ 58 w 122"/>
                  <a:gd name="T7" fmla="*/ 12 h 122"/>
                  <a:gd name="T8" fmla="*/ 23 w 122"/>
                  <a:gd name="T9" fmla="*/ 5 h 122"/>
                  <a:gd name="T10" fmla="*/ 41 w 122"/>
                  <a:gd name="T11" fmla="*/ 23 h 122"/>
                  <a:gd name="T12" fmla="*/ 41 w 122"/>
                  <a:gd name="T13" fmla="*/ 29 h 122"/>
                  <a:gd name="T14" fmla="*/ 29 w 122"/>
                  <a:gd name="T15" fmla="*/ 41 h 122"/>
                  <a:gd name="T16" fmla="*/ 23 w 122"/>
                  <a:gd name="T17" fmla="*/ 41 h 122"/>
                  <a:gd name="T18" fmla="*/ 5 w 122"/>
                  <a:gd name="T19" fmla="*/ 23 h 122"/>
                  <a:gd name="T20" fmla="*/ 12 w 122"/>
                  <a:gd name="T21" fmla="*/ 58 h 122"/>
                  <a:gd name="T22" fmla="*/ 43 w 122"/>
                  <a:gd name="T23" fmla="*/ 67 h 122"/>
                  <a:gd name="T24" fmla="*/ 94 w 122"/>
                  <a:gd name="T25" fmla="*/ 119 h 122"/>
                  <a:gd name="T26" fmla="*/ 101 w 122"/>
                  <a:gd name="T27" fmla="*/ 122 h 122"/>
                  <a:gd name="T28" fmla="*/ 122 w 122"/>
                  <a:gd name="T29" fmla="*/ 101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2" h="122">
                    <a:moveTo>
                      <a:pt x="122" y="101"/>
                    </a:moveTo>
                    <a:cubicBezTo>
                      <a:pt x="122" y="99"/>
                      <a:pt x="121" y="95"/>
                      <a:pt x="119" y="94"/>
                    </a:cubicBezTo>
                    <a:cubicBezTo>
                      <a:pt x="102" y="77"/>
                      <a:pt x="84" y="60"/>
                      <a:pt x="67" y="43"/>
                    </a:cubicBezTo>
                    <a:cubicBezTo>
                      <a:pt x="69" y="32"/>
                      <a:pt x="66" y="21"/>
                      <a:pt x="58" y="12"/>
                    </a:cubicBezTo>
                    <a:cubicBezTo>
                      <a:pt x="49" y="3"/>
                      <a:pt x="35" y="0"/>
                      <a:pt x="23" y="5"/>
                    </a:cubicBezTo>
                    <a:cubicBezTo>
                      <a:pt x="41" y="23"/>
                      <a:pt x="41" y="23"/>
                      <a:pt x="41" y="23"/>
                    </a:cubicBezTo>
                    <a:cubicBezTo>
                      <a:pt x="42" y="25"/>
                      <a:pt x="42" y="27"/>
                      <a:pt x="41" y="29"/>
                    </a:cubicBezTo>
                    <a:cubicBezTo>
                      <a:pt x="29" y="41"/>
                      <a:pt x="29" y="41"/>
                      <a:pt x="29" y="41"/>
                    </a:cubicBezTo>
                    <a:cubicBezTo>
                      <a:pt x="27" y="43"/>
                      <a:pt x="25" y="43"/>
                      <a:pt x="23" y="41"/>
                    </a:cubicBezTo>
                    <a:cubicBezTo>
                      <a:pt x="5" y="23"/>
                      <a:pt x="5" y="23"/>
                      <a:pt x="5" y="23"/>
                    </a:cubicBezTo>
                    <a:cubicBezTo>
                      <a:pt x="0" y="35"/>
                      <a:pt x="3" y="49"/>
                      <a:pt x="12" y="58"/>
                    </a:cubicBezTo>
                    <a:cubicBezTo>
                      <a:pt x="20" y="66"/>
                      <a:pt x="32" y="69"/>
                      <a:pt x="43" y="67"/>
                    </a:cubicBezTo>
                    <a:cubicBezTo>
                      <a:pt x="60" y="84"/>
                      <a:pt x="77" y="102"/>
                      <a:pt x="94" y="119"/>
                    </a:cubicBezTo>
                    <a:cubicBezTo>
                      <a:pt x="95" y="121"/>
                      <a:pt x="98" y="122"/>
                      <a:pt x="101" y="122"/>
                    </a:cubicBezTo>
                    <a:cubicBezTo>
                      <a:pt x="111" y="120"/>
                      <a:pt x="120" y="112"/>
                      <a:pt x="122" y="10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60" name="组合 459"/>
            <p:cNvGrpSpPr/>
            <p:nvPr/>
          </p:nvGrpSpPr>
          <p:grpSpPr>
            <a:xfrm>
              <a:off x="4774057" y="-1006987"/>
              <a:ext cx="260614" cy="299094"/>
              <a:chOff x="2733098" y="4187405"/>
              <a:chExt cx="484675" cy="556238"/>
            </a:xfrm>
            <a:solidFill>
              <a:schemeClr val="bg1">
                <a:lumMod val="50000"/>
              </a:schemeClr>
            </a:solidFill>
          </p:grpSpPr>
          <p:sp>
            <p:nvSpPr>
              <p:cNvPr id="461" name="Oval 302"/>
              <p:cNvSpPr>
                <a:spLocks noChangeArrowheads="1"/>
              </p:cNvSpPr>
              <p:nvPr/>
            </p:nvSpPr>
            <p:spPr bwMode="auto">
              <a:xfrm>
                <a:off x="2849117" y="4187405"/>
                <a:ext cx="84574" cy="107344"/>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2" name="Freeform 303"/>
              <p:cNvSpPr>
                <a:spLocks noEditPoints="1"/>
              </p:cNvSpPr>
              <p:nvPr/>
            </p:nvSpPr>
            <p:spPr bwMode="auto">
              <a:xfrm>
                <a:off x="2733098" y="4304508"/>
                <a:ext cx="310105" cy="439135"/>
              </a:xfrm>
              <a:custGeom>
                <a:avLst/>
                <a:gdLst>
                  <a:gd name="T0" fmla="*/ 121 w 121"/>
                  <a:gd name="T1" fmla="*/ 26 h 171"/>
                  <a:gd name="T2" fmla="*/ 120 w 121"/>
                  <a:gd name="T3" fmla="*/ 26 h 171"/>
                  <a:gd name="T4" fmla="*/ 114 w 121"/>
                  <a:gd name="T5" fmla="*/ 21 h 171"/>
                  <a:gd name="T6" fmla="*/ 90 w 121"/>
                  <a:gd name="T7" fmla="*/ 3 h 171"/>
                  <a:gd name="T8" fmla="*/ 84 w 121"/>
                  <a:gd name="T9" fmla="*/ 1 h 171"/>
                  <a:gd name="T10" fmla="*/ 76 w 121"/>
                  <a:gd name="T11" fmla="*/ 1 h 171"/>
                  <a:gd name="T12" fmla="*/ 74 w 121"/>
                  <a:gd name="T13" fmla="*/ 11 h 171"/>
                  <a:gd name="T14" fmla="*/ 67 w 121"/>
                  <a:gd name="T15" fmla="*/ 42 h 171"/>
                  <a:gd name="T16" fmla="*/ 67 w 121"/>
                  <a:gd name="T17" fmla="*/ 7 h 171"/>
                  <a:gd name="T18" fmla="*/ 58 w 121"/>
                  <a:gd name="T19" fmla="*/ 0 h 171"/>
                  <a:gd name="T20" fmla="*/ 58 w 121"/>
                  <a:gd name="T21" fmla="*/ 9 h 171"/>
                  <a:gd name="T22" fmla="*/ 45 w 121"/>
                  <a:gd name="T23" fmla="*/ 18 h 171"/>
                  <a:gd name="T24" fmla="*/ 40 w 121"/>
                  <a:gd name="T25" fmla="*/ 7 h 171"/>
                  <a:gd name="T26" fmla="*/ 47 w 121"/>
                  <a:gd name="T27" fmla="*/ 0 h 171"/>
                  <a:gd name="T28" fmla="*/ 38 w 121"/>
                  <a:gd name="T29" fmla="*/ 1 h 171"/>
                  <a:gd name="T30" fmla="*/ 3 w 121"/>
                  <a:gd name="T31" fmla="*/ 35 h 171"/>
                  <a:gd name="T32" fmla="*/ 3 w 121"/>
                  <a:gd name="T33" fmla="*/ 36 h 171"/>
                  <a:gd name="T34" fmla="*/ 1 w 121"/>
                  <a:gd name="T35" fmla="*/ 48 h 171"/>
                  <a:gd name="T36" fmla="*/ 2 w 121"/>
                  <a:gd name="T37" fmla="*/ 48 h 171"/>
                  <a:gd name="T38" fmla="*/ 2 w 121"/>
                  <a:gd name="T39" fmla="*/ 50 h 171"/>
                  <a:gd name="T40" fmla="*/ 6 w 121"/>
                  <a:gd name="T41" fmla="*/ 57 h 171"/>
                  <a:gd name="T42" fmla="*/ 20 w 121"/>
                  <a:gd name="T43" fmla="*/ 85 h 171"/>
                  <a:gd name="T44" fmla="*/ 33 w 121"/>
                  <a:gd name="T45" fmla="*/ 90 h 171"/>
                  <a:gd name="T46" fmla="*/ 35 w 121"/>
                  <a:gd name="T47" fmla="*/ 90 h 171"/>
                  <a:gd name="T48" fmla="*/ 60 w 121"/>
                  <a:gd name="T49" fmla="*/ 171 h 171"/>
                  <a:gd name="T50" fmla="*/ 56 w 121"/>
                  <a:gd name="T51" fmla="*/ 110 h 171"/>
                  <a:gd name="T52" fmla="*/ 89 w 121"/>
                  <a:gd name="T53" fmla="*/ 33 h 171"/>
                  <a:gd name="T54" fmla="*/ 93 w 121"/>
                  <a:gd name="T55" fmla="*/ 31 h 171"/>
                  <a:gd name="T56" fmla="*/ 75 w 121"/>
                  <a:gd name="T57" fmla="*/ 45 h 171"/>
                  <a:gd name="T58" fmla="*/ 89 w 121"/>
                  <a:gd name="T59" fmla="*/ 33 h 171"/>
                  <a:gd name="T60" fmla="*/ 30 w 121"/>
                  <a:gd name="T61" fmla="*/ 55 h 171"/>
                  <a:gd name="T62" fmla="*/ 24 w 121"/>
                  <a:gd name="T63" fmla="*/ 44 h 171"/>
                  <a:gd name="T64" fmla="*/ 33 w 121"/>
                  <a:gd name="T65" fmla="*/ 60 h 1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1" h="171">
                    <a:moveTo>
                      <a:pt x="120" y="42"/>
                    </a:moveTo>
                    <a:cubicBezTo>
                      <a:pt x="120" y="35"/>
                      <a:pt x="121" y="24"/>
                      <a:pt x="121" y="26"/>
                    </a:cubicBezTo>
                    <a:cubicBezTo>
                      <a:pt x="121" y="26"/>
                      <a:pt x="121" y="26"/>
                      <a:pt x="121" y="26"/>
                    </a:cubicBezTo>
                    <a:cubicBezTo>
                      <a:pt x="120" y="26"/>
                      <a:pt x="120" y="26"/>
                      <a:pt x="120" y="26"/>
                    </a:cubicBezTo>
                    <a:cubicBezTo>
                      <a:pt x="118" y="24"/>
                      <a:pt x="118" y="24"/>
                      <a:pt x="118" y="24"/>
                    </a:cubicBezTo>
                    <a:cubicBezTo>
                      <a:pt x="114" y="21"/>
                      <a:pt x="114" y="21"/>
                      <a:pt x="114" y="21"/>
                    </a:cubicBezTo>
                    <a:cubicBezTo>
                      <a:pt x="106" y="15"/>
                      <a:pt x="106" y="15"/>
                      <a:pt x="106" y="15"/>
                    </a:cubicBezTo>
                    <a:cubicBezTo>
                      <a:pt x="90" y="3"/>
                      <a:pt x="90" y="3"/>
                      <a:pt x="90" y="3"/>
                    </a:cubicBezTo>
                    <a:cubicBezTo>
                      <a:pt x="88" y="2"/>
                      <a:pt x="86" y="1"/>
                      <a:pt x="84" y="1"/>
                    </a:cubicBezTo>
                    <a:cubicBezTo>
                      <a:pt x="84" y="1"/>
                      <a:pt x="84" y="1"/>
                      <a:pt x="84" y="1"/>
                    </a:cubicBezTo>
                    <a:cubicBezTo>
                      <a:pt x="81" y="1"/>
                      <a:pt x="78" y="1"/>
                      <a:pt x="76" y="0"/>
                    </a:cubicBezTo>
                    <a:cubicBezTo>
                      <a:pt x="76" y="1"/>
                      <a:pt x="76" y="1"/>
                      <a:pt x="76" y="1"/>
                    </a:cubicBezTo>
                    <a:cubicBezTo>
                      <a:pt x="83" y="7"/>
                      <a:pt x="83" y="7"/>
                      <a:pt x="83" y="7"/>
                    </a:cubicBezTo>
                    <a:cubicBezTo>
                      <a:pt x="74" y="11"/>
                      <a:pt x="74" y="11"/>
                      <a:pt x="74" y="11"/>
                    </a:cubicBezTo>
                    <a:cubicBezTo>
                      <a:pt x="78" y="18"/>
                      <a:pt x="78" y="18"/>
                      <a:pt x="78" y="18"/>
                    </a:cubicBezTo>
                    <a:cubicBezTo>
                      <a:pt x="67" y="42"/>
                      <a:pt x="67" y="42"/>
                      <a:pt x="67" y="42"/>
                    </a:cubicBezTo>
                    <a:cubicBezTo>
                      <a:pt x="65" y="9"/>
                      <a:pt x="65" y="9"/>
                      <a:pt x="65" y="9"/>
                    </a:cubicBezTo>
                    <a:cubicBezTo>
                      <a:pt x="67" y="7"/>
                      <a:pt x="67" y="7"/>
                      <a:pt x="67" y="7"/>
                    </a:cubicBezTo>
                    <a:cubicBezTo>
                      <a:pt x="65" y="0"/>
                      <a:pt x="65" y="0"/>
                      <a:pt x="65" y="0"/>
                    </a:cubicBezTo>
                    <a:cubicBezTo>
                      <a:pt x="58" y="0"/>
                      <a:pt x="58" y="0"/>
                      <a:pt x="58" y="0"/>
                    </a:cubicBezTo>
                    <a:cubicBezTo>
                      <a:pt x="56" y="7"/>
                      <a:pt x="56" y="7"/>
                      <a:pt x="56" y="7"/>
                    </a:cubicBezTo>
                    <a:cubicBezTo>
                      <a:pt x="58" y="9"/>
                      <a:pt x="58" y="9"/>
                      <a:pt x="58" y="9"/>
                    </a:cubicBezTo>
                    <a:cubicBezTo>
                      <a:pt x="56" y="42"/>
                      <a:pt x="56" y="42"/>
                      <a:pt x="56" y="42"/>
                    </a:cubicBezTo>
                    <a:cubicBezTo>
                      <a:pt x="45" y="18"/>
                      <a:pt x="45" y="18"/>
                      <a:pt x="45" y="18"/>
                    </a:cubicBezTo>
                    <a:cubicBezTo>
                      <a:pt x="49" y="11"/>
                      <a:pt x="49" y="11"/>
                      <a:pt x="49" y="11"/>
                    </a:cubicBezTo>
                    <a:cubicBezTo>
                      <a:pt x="40" y="7"/>
                      <a:pt x="40" y="7"/>
                      <a:pt x="40" y="7"/>
                    </a:cubicBezTo>
                    <a:cubicBezTo>
                      <a:pt x="47" y="1"/>
                      <a:pt x="47" y="1"/>
                      <a:pt x="47" y="1"/>
                    </a:cubicBezTo>
                    <a:cubicBezTo>
                      <a:pt x="47" y="0"/>
                      <a:pt x="47" y="0"/>
                      <a:pt x="47" y="0"/>
                    </a:cubicBezTo>
                    <a:cubicBezTo>
                      <a:pt x="45" y="1"/>
                      <a:pt x="42" y="1"/>
                      <a:pt x="39" y="1"/>
                    </a:cubicBezTo>
                    <a:cubicBezTo>
                      <a:pt x="39" y="1"/>
                      <a:pt x="39" y="1"/>
                      <a:pt x="38" y="1"/>
                    </a:cubicBezTo>
                    <a:cubicBezTo>
                      <a:pt x="36" y="2"/>
                      <a:pt x="33" y="3"/>
                      <a:pt x="31" y="5"/>
                    </a:cubicBezTo>
                    <a:cubicBezTo>
                      <a:pt x="3" y="35"/>
                      <a:pt x="3" y="35"/>
                      <a:pt x="3" y="35"/>
                    </a:cubicBezTo>
                    <a:cubicBezTo>
                      <a:pt x="3" y="36"/>
                      <a:pt x="3" y="36"/>
                      <a:pt x="3" y="36"/>
                    </a:cubicBezTo>
                    <a:cubicBezTo>
                      <a:pt x="3" y="36"/>
                      <a:pt x="3" y="36"/>
                      <a:pt x="3" y="36"/>
                    </a:cubicBezTo>
                    <a:cubicBezTo>
                      <a:pt x="0" y="60"/>
                      <a:pt x="2" y="42"/>
                      <a:pt x="1" y="48"/>
                    </a:cubicBezTo>
                    <a:cubicBezTo>
                      <a:pt x="1" y="48"/>
                      <a:pt x="1" y="48"/>
                      <a:pt x="1" y="48"/>
                    </a:cubicBezTo>
                    <a:cubicBezTo>
                      <a:pt x="1" y="48"/>
                      <a:pt x="1" y="48"/>
                      <a:pt x="1" y="48"/>
                    </a:cubicBezTo>
                    <a:cubicBezTo>
                      <a:pt x="2" y="48"/>
                      <a:pt x="2" y="48"/>
                      <a:pt x="2" y="48"/>
                    </a:cubicBezTo>
                    <a:cubicBezTo>
                      <a:pt x="2" y="49"/>
                      <a:pt x="2" y="49"/>
                      <a:pt x="2" y="49"/>
                    </a:cubicBezTo>
                    <a:cubicBezTo>
                      <a:pt x="2" y="50"/>
                      <a:pt x="2" y="50"/>
                      <a:pt x="2" y="50"/>
                    </a:cubicBezTo>
                    <a:cubicBezTo>
                      <a:pt x="4" y="52"/>
                      <a:pt x="4" y="52"/>
                      <a:pt x="4" y="52"/>
                    </a:cubicBezTo>
                    <a:cubicBezTo>
                      <a:pt x="6" y="57"/>
                      <a:pt x="6" y="57"/>
                      <a:pt x="6" y="57"/>
                    </a:cubicBezTo>
                    <a:cubicBezTo>
                      <a:pt x="11" y="66"/>
                      <a:pt x="11" y="66"/>
                      <a:pt x="11" y="66"/>
                    </a:cubicBezTo>
                    <a:cubicBezTo>
                      <a:pt x="20" y="85"/>
                      <a:pt x="20" y="85"/>
                      <a:pt x="20" y="85"/>
                    </a:cubicBezTo>
                    <a:cubicBezTo>
                      <a:pt x="24" y="82"/>
                      <a:pt x="29" y="80"/>
                      <a:pt x="33" y="78"/>
                    </a:cubicBezTo>
                    <a:cubicBezTo>
                      <a:pt x="33" y="82"/>
                      <a:pt x="33" y="86"/>
                      <a:pt x="33" y="90"/>
                    </a:cubicBezTo>
                    <a:cubicBezTo>
                      <a:pt x="33" y="90"/>
                      <a:pt x="33" y="90"/>
                      <a:pt x="33" y="90"/>
                    </a:cubicBezTo>
                    <a:cubicBezTo>
                      <a:pt x="33" y="90"/>
                      <a:pt x="34" y="90"/>
                      <a:pt x="35" y="90"/>
                    </a:cubicBezTo>
                    <a:cubicBezTo>
                      <a:pt x="37" y="171"/>
                      <a:pt x="37" y="171"/>
                      <a:pt x="37" y="171"/>
                    </a:cubicBezTo>
                    <a:cubicBezTo>
                      <a:pt x="60" y="171"/>
                      <a:pt x="60" y="171"/>
                      <a:pt x="60" y="171"/>
                    </a:cubicBezTo>
                    <a:cubicBezTo>
                      <a:pt x="61" y="161"/>
                      <a:pt x="61" y="148"/>
                      <a:pt x="61" y="134"/>
                    </a:cubicBezTo>
                    <a:cubicBezTo>
                      <a:pt x="58" y="127"/>
                      <a:pt x="56" y="118"/>
                      <a:pt x="56" y="110"/>
                    </a:cubicBezTo>
                    <a:cubicBezTo>
                      <a:pt x="56" y="74"/>
                      <a:pt x="84" y="44"/>
                      <a:pt x="120" y="42"/>
                    </a:cubicBezTo>
                    <a:close/>
                    <a:moveTo>
                      <a:pt x="89" y="33"/>
                    </a:moveTo>
                    <a:cubicBezTo>
                      <a:pt x="89" y="31"/>
                      <a:pt x="89" y="29"/>
                      <a:pt x="89" y="27"/>
                    </a:cubicBezTo>
                    <a:cubicBezTo>
                      <a:pt x="93" y="31"/>
                      <a:pt x="93" y="31"/>
                      <a:pt x="93" y="31"/>
                    </a:cubicBezTo>
                    <a:cubicBezTo>
                      <a:pt x="96" y="33"/>
                      <a:pt x="96" y="33"/>
                      <a:pt x="96" y="33"/>
                    </a:cubicBezTo>
                    <a:cubicBezTo>
                      <a:pt x="75" y="45"/>
                      <a:pt x="75" y="45"/>
                      <a:pt x="75" y="45"/>
                    </a:cubicBezTo>
                    <a:cubicBezTo>
                      <a:pt x="74" y="42"/>
                      <a:pt x="74" y="42"/>
                      <a:pt x="74" y="42"/>
                    </a:cubicBezTo>
                    <a:lnTo>
                      <a:pt x="89" y="33"/>
                    </a:lnTo>
                    <a:close/>
                    <a:moveTo>
                      <a:pt x="33" y="60"/>
                    </a:moveTo>
                    <a:cubicBezTo>
                      <a:pt x="30" y="55"/>
                      <a:pt x="30" y="55"/>
                      <a:pt x="30" y="55"/>
                    </a:cubicBezTo>
                    <a:cubicBezTo>
                      <a:pt x="25" y="46"/>
                      <a:pt x="25" y="46"/>
                      <a:pt x="25" y="46"/>
                    </a:cubicBezTo>
                    <a:cubicBezTo>
                      <a:pt x="24" y="44"/>
                      <a:pt x="24" y="44"/>
                      <a:pt x="24" y="44"/>
                    </a:cubicBezTo>
                    <a:cubicBezTo>
                      <a:pt x="34" y="31"/>
                      <a:pt x="34" y="31"/>
                      <a:pt x="34" y="31"/>
                    </a:cubicBezTo>
                    <a:cubicBezTo>
                      <a:pt x="34" y="41"/>
                      <a:pt x="33" y="50"/>
                      <a:pt x="33" y="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3" name="Freeform 304"/>
              <p:cNvSpPr/>
              <p:nvPr/>
            </p:nvSpPr>
            <p:spPr bwMode="auto">
              <a:xfrm>
                <a:off x="2897909" y="4668827"/>
                <a:ext cx="60720" cy="74816"/>
              </a:xfrm>
              <a:custGeom>
                <a:avLst/>
                <a:gdLst>
                  <a:gd name="T0" fmla="*/ 0 w 24"/>
                  <a:gd name="T1" fmla="*/ 0 h 29"/>
                  <a:gd name="T2" fmla="*/ 1 w 24"/>
                  <a:gd name="T3" fmla="*/ 29 h 29"/>
                  <a:gd name="T4" fmla="*/ 24 w 24"/>
                  <a:gd name="T5" fmla="*/ 29 h 29"/>
                  <a:gd name="T6" fmla="*/ 24 w 24"/>
                  <a:gd name="T7" fmla="*/ 26 h 29"/>
                  <a:gd name="T8" fmla="*/ 0 w 24"/>
                  <a:gd name="T9" fmla="*/ 0 h 29"/>
                </a:gdLst>
                <a:ahLst/>
                <a:cxnLst>
                  <a:cxn ang="0">
                    <a:pos x="T0" y="T1"/>
                  </a:cxn>
                  <a:cxn ang="0">
                    <a:pos x="T2" y="T3"/>
                  </a:cxn>
                  <a:cxn ang="0">
                    <a:pos x="T4" y="T5"/>
                  </a:cxn>
                  <a:cxn ang="0">
                    <a:pos x="T6" y="T7"/>
                  </a:cxn>
                  <a:cxn ang="0">
                    <a:pos x="T8" y="T9"/>
                  </a:cxn>
                </a:cxnLst>
                <a:rect l="0" t="0" r="r" b="b"/>
                <a:pathLst>
                  <a:path w="24" h="29">
                    <a:moveTo>
                      <a:pt x="0" y="0"/>
                    </a:moveTo>
                    <a:cubicBezTo>
                      <a:pt x="1" y="29"/>
                      <a:pt x="1" y="29"/>
                      <a:pt x="1" y="29"/>
                    </a:cubicBezTo>
                    <a:cubicBezTo>
                      <a:pt x="24" y="29"/>
                      <a:pt x="24" y="29"/>
                      <a:pt x="24" y="29"/>
                    </a:cubicBezTo>
                    <a:cubicBezTo>
                      <a:pt x="24" y="28"/>
                      <a:pt x="24" y="27"/>
                      <a:pt x="24" y="26"/>
                    </a:cubicBezTo>
                    <a:cubicBezTo>
                      <a:pt x="14" y="19"/>
                      <a:pt x="6" y="1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4" name="Freeform 305"/>
              <p:cNvSpPr/>
              <p:nvPr/>
            </p:nvSpPr>
            <p:spPr bwMode="auto">
              <a:xfrm>
                <a:off x="3035614" y="4422694"/>
                <a:ext cx="54214" cy="41203"/>
              </a:xfrm>
              <a:custGeom>
                <a:avLst/>
                <a:gdLst>
                  <a:gd name="T0" fmla="*/ 43 w 50"/>
                  <a:gd name="T1" fmla="*/ 0 h 38"/>
                  <a:gd name="T2" fmla="*/ 36 w 50"/>
                  <a:gd name="T3" fmla="*/ 0 h 38"/>
                  <a:gd name="T4" fmla="*/ 14 w 50"/>
                  <a:gd name="T5" fmla="*/ 0 h 38"/>
                  <a:gd name="T6" fmla="*/ 7 w 50"/>
                  <a:gd name="T7" fmla="*/ 0 h 38"/>
                  <a:gd name="T8" fmla="*/ 0 w 50"/>
                  <a:gd name="T9" fmla="*/ 38 h 38"/>
                  <a:gd name="T10" fmla="*/ 14 w 50"/>
                  <a:gd name="T11" fmla="*/ 38 h 38"/>
                  <a:gd name="T12" fmla="*/ 36 w 50"/>
                  <a:gd name="T13" fmla="*/ 38 h 38"/>
                  <a:gd name="T14" fmla="*/ 50 w 50"/>
                  <a:gd name="T15" fmla="*/ 38 h 38"/>
                  <a:gd name="T16" fmla="*/ 43 w 50"/>
                  <a:gd name="T17"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38">
                    <a:moveTo>
                      <a:pt x="43" y="0"/>
                    </a:moveTo>
                    <a:lnTo>
                      <a:pt x="36" y="0"/>
                    </a:lnTo>
                    <a:lnTo>
                      <a:pt x="14" y="0"/>
                    </a:lnTo>
                    <a:lnTo>
                      <a:pt x="7" y="0"/>
                    </a:lnTo>
                    <a:lnTo>
                      <a:pt x="0" y="38"/>
                    </a:lnTo>
                    <a:lnTo>
                      <a:pt x="14" y="38"/>
                    </a:lnTo>
                    <a:lnTo>
                      <a:pt x="36" y="38"/>
                    </a:lnTo>
                    <a:lnTo>
                      <a:pt x="50" y="38"/>
                    </a:lnTo>
                    <a:lnTo>
                      <a:pt x="4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5" name="Freeform 306"/>
              <p:cNvSpPr/>
              <p:nvPr/>
            </p:nvSpPr>
            <p:spPr bwMode="auto">
              <a:xfrm>
                <a:off x="2964051" y="4430285"/>
                <a:ext cx="61805" cy="59636"/>
              </a:xfrm>
              <a:custGeom>
                <a:avLst/>
                <a:gdLst>
                  <a:gd name="T0" fmla="*/ 33 w 57"/>
                  <a:gd name="T1" fmla="*/ 0 h 55"/>
                  <a:gd name="T2" fmla="*/ 26 w 57"/>
                  <a:gd name="T3" fmla="*/ 5 h 55"/>
                  <a:gd name="T4" fmla="*/ 7 w 57"/>
                  <a:gd name="T5" fmla="*/ 14 h 55"/>
                  <a:gd name="T6" fmla="*/ 0 w 57"/>
                  <a:gd name="T7" fmla="*/ 19 h 55"/>
                  <a:gd name="T8" fmla="*/ 14 w 57"/>
                  <a:gd name="T9" fmla="*/ 55 h 55"/>
                  <a:gd name="T10" fmla="*/ 28 w 57"/>
                  <a:gd name="T11" fmla="*/ 47 h 55"/>
                  <a:gd name="T12" fmla="*/ 45 w 57"/>
                  <a:gd name="T13" fmla="*/ 38 h 55"/>
                  <a:gd name="T14" fmla="*/ 57 w 57"/>
                  <a:gd name="T15" fmla="*/ 31 h 55"/>
                  <a:gd name="T16" fmla="*/ 33 w 57"/>
                  <a:gd name="T17" fmla="*/ 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33" y="0"/>
                    </a:moveTo>
                    <a:lnTo>
                      <a:pt x="26" y="5"/>
                    </a:lnTo>
                    <a:lnTo>
                      <a:pt x="7" y="14"/>
                    </a:lnTo>
                    <a:lnTo>
                      <a:pt x="0" y="19"/>
                    </a:lnTo>
                    <a:lnTo>
                      <a:pt x="14" y="55"/>
                    </a:lnTo>
                    <a:lnTo>
                      <a:pt x="28" y="47"/>
                    </a:lnTo>
                    <a:lnTo>
                      <a:pt x="45" y="38"/>
                    </a:lnTo>
                    <a:lnTo>
                      <a:pt x="57" y="31"/>
                    </a:lnTo>
                    <a:lnTo>
                      <a:pt x="3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6" name="Freeform 307"/>
              <p:cNvSpPr/>
              <p:nvPr/>
            </p:nvSpPr>
            <p:spPr bwMode="auto">
              <a:xfrm>
                <a:off x="2909837" y="4479077"/>
                <a:ext cx="61805" cy="61805"/>
              </a:xfrm>
              <a:custGeom>
                <a:avLst/>
                <a:gdLst>
                  <a:gd name="T0" fmla="*/ 19 w 57"/>
                  <a:gd name="T1" fmla="*/ 0 h 57"/>
                  <a:gd name="T2" fmla="*/ 15 w 57"/>
                  <a:gd name="T3" fmla="*/ 7 h 57"/>
                  <a:gd name="T4" fmla="*/ 5 w 57"/>
                  <a:gd name="T5" fmla="*/ 26 h 57"/>
                  <a:gd name="T6" fmla="*/ 0 w 57"/>
                  <a:gd name="T7" fmla="*/ 33 h 57"/>
                  <a:gd name="T8" fmla="*/ 31 w 57"/>
                  <a:gd name="T9" fmla="*/ 57 h 57"/>
                  <a:gd name="T10" fmla="*/ 38 w 57"/>
                  <a:gd name="T11" fmla="*/ 45 h 57"/>
                  <a:gd name="T12" fmla="*/ 50 w 57"/>
                  <a:gd name="T13" fmla="*/ 26 h 57"/>
                  <a:gd name="T14" fmla="*/ 57 w 57"/>
                  <a:gd name="T15" fmla="*/ 14 h 57"/>
                  <a:gd name="T16" fmla="*/ 19 w 57"/>
                  <a:gd name="T17"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7">
                    <a:moveTo>
                      <a:pt x="19" y="0"/>
                    </a:moveTo>
                    <a:lnTo>
                      <a:pt x="15" y="7"/>
                    </a:lnTo>
                    <a:lnTo>
                      <a:pt x="5" y="26"/>
                    </a:lnTo>
                    <a:lnTo>
                      <a:pt x="0" y="33"/>
                    </a:lnTo>
                    <a:lnTo>
                      <a:pt x="31" y="57"/>
                    </a:lnTo>
                    <a:lnTo>
                      <a:pt x="38" y="45"/>
                    </a:lnTo>
                    <a:lnTo>
                      <a:pt x="50" y="26"/>
                    </a:lnTo>
                    <a:lnTo>
                      <a:pt x="57" y="14"/>
                    </a:lnTo>
                    <a:lnTo>
                      <a:pt x="19"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7" name="Freeform 308"/>
              <p:cNvSpPr/>
              <p:nvPr/>
            </p:nvSpPr>
            <p:spPr bwMode="auto">
              <a:xfrm>
                <a:off x="2897909" y="4550640"/>
                <a:ext cx="40119" cy="52046"/>
              </a:xfrm>
              <a:custGeom>
                <a:avLst/>
                <a:gdLst>
                  <a:gd name="T0" fmla="*/ 0 w 37"/>
                  <a:gd name="T1" fmla="*/ 5 h 48"/>
                  <a:gd name="T2" fmla="*/ 0 w 37"/>
                  <a:gd name="T3" fmla="*/ 14 h 48"/>
                  <a:gd name="T4" fmla="*/ 0 w 37"/>
                  <a:gd name="T5" fmla="*/ 33 h 48"/>
                  <a:gd name="T6" fmla="*/ 0 w 37"/>
                  <a:gd name="T7" fmla="*/ 43 h 48"/>
                  <a:gd name="T8" fmla="*/ 37 w 37"/>
                  <a:gd name="T9" fmla="*/ 48 h 48"/>
                  <a:gd name="T10" fmla="*/ 37 w 37"/>
                  <a:gd name="T11" fmla="*/ 33 h 48"/>
                  <a:gd name="T12" fmla="*/ 37 w 37"/>
                  <a:gd name="T13" fmla="*/ 14 h 48"/>
                  <a:gd name="T14" fmla="*/ 37 w 37"/>
                  <a:gd name="T15" fmla="*/ 0 h 48"/>
                  <a:gd name="T16" fmla="*/ 0 w 37"/>
                  <a:gd name="T17" fmla="*/ 5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8">
                    <a:moveTo>
                      <a:pt x="0" y="5"/>
                    </a:moveTo>
                    <a:lnTo>
                      <a:pt x="0" y="14"/>
                    </a:lnTo>
                    <a:lnTo>
                      <a:pt x="0" y="33"/>
                    </a:lnTo>
                    <a:lnTo>
                      <a:pt x="0" y="43"/>
                    </a:lnTo>
                    <a:lnTo>
                      <a:pt x="37" y="48"/>
                    </a:lnTo>
                    <a:lnTo>
                      <a:pt x="37" y="33"/>
                    </a:lnTo>
                    <a:lnTo>
                      <a:pt x="37" y="14"/>
                    </a:lnTo>
                    <a:lnTo>
                      <a:pt x="37" y="0"/>
                    </a:lnTo>
                    <a:lnTo>
                      <a:pt x="0"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8" name="Freeform 309"/>
              <p:cNvSpPr/>
              <p:nvPr/>
            </p:nvSpPr>
            <p:spPr bwMode="auto">
              <a:xfrm>
                <a:off x="2905500" y="4612444"/>
                <a:ext cx="58551" cy="61805"/>
              </a:xfrm>
              <a:custGeom>
                <a:avLst/>
                <a:gdLst>
                  <a:gd name="T0" fmla="*/ 0 w 54"/>
                  <a:gd name="T1" fmla="*/ 26 h 57"/>
                  <a:gd name="T2" fmla="*/ 4 w 54"/>
                  <a:gd name="T3" fmla="*/ 33 h 57"/>
                  <a:gd name="T4" fmla="*/ 14 w 54"/>
                  <a:gd name="T5" fmla="*/ 50 h 57"/>
                  <a:gd name="T6" fmla="*/ 19 w 54"/>
                  <a:gd name="T7" fmla="*/ 57 h 57"/>
                  <a:gd name="T8" fmla="*/ 54 w 54"/>
                  <a:gd name="T9" fmla="*/ 43 h 57"/>
                  <a:gd name="T10" fmla="*/ 47 w 54"/>
                  <a:gd name="T11" fmla="*/ 31 h 57"/>
                  <a:gd name="T12" fmla="*/ 37 w 54"/>
                  <a:gd name="T13" fmla="*/ 14 h 57"/>
                  <a:gd name="T14" fmla="*/ 30 w 54"/>
                  <a:gd name="T15" fmla="*/ 0 h 57"/>
                  <a:gd name="T16" fmla="*/ 0 w 54"/>
                  <a:gd name="T17" fmla="*/ 2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7">
                    <a:moveTo>
                      <a:pt x="0" y="26"/>
                    </a:moveTo>
                    <a:lnTo>
                      <a:pt x="4" y="33"/>
                    </a:lnTo>
                    <a:lnTo>
                      <a:pt x="14" y="50"/>
                    </a:lnTo>
                    <a:lnTo>
                      <a:pt x="19" y="57"/>
                    </a:lnTo>
                    <a:lnTo>
                      <a:pt x="54" y="43"/>
                    </a:lnTo>
                    <a:lnTo>
                      <a:pt x="47" y="31"/>
                    </a:lnTo>
                    <a:lnTo>
                      <a:pt x="37" y="14"/>
                    </a:lnTo>
                    <a:lnTo>
                      <a:pt x="30" y="0"/>
                    </a:lnTo>
                    <a:lnTo>
                      <a:pt x="0" y="2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69" name="Freeform 310"/>
              <p:cNvSpPr/>
              <p:nvPr/>
            </p:nvSpPr>
            <p:spPr bwMode="auto">
              <a:xfrm>
                <a:off x="2954292" y="4668827"/>
                <a:ext cx="60720" cy="58551"/>
              </a:xfrm>
              <a:custGeom>
                <a:avLst/>
                <a:gdLst>
                  <a:gd name="T0" fmla="*/ 0 w 56"/>
                  <a:gd name="T1" fmla="*/ 35 h 54"/>
                  <a:gd name="T2" fmla="*/ 7 w 56"/>
                  <a:gd name="T3" fmla="*/ 40 h 54"/>
                  <a:gd name="T4" fmla="*/ 26 w 56"/>
                  <a:gd name="T5" fmla="*/ 50 h 54"/>
                  <a:gd name="T6" fmla="*/ 30 w 56"/>
                  <a:gd name="T7" fmla="*/ 54 h 54"/>
                  <a:gd name="T8" fmla="*/ 56 w 56"/>
                  <a:gd name="T9" fmla="*/ 24 h 54"/>
                  <a:gd name="T10" fmla="*/ 45 w 56"/>
                  <a:gd name="T11" fmla="*/ 17 h 54"/>
                  <a:gd name="T12" fmla="*/ 26 w 56"/>
                  <a:gd name="T13" fmla="*/ 7 h 54"/>
                  <a:gd name="T14" fmla="*/ 14 w 56"/>
                  <a:gd name="T15" fmla="*/ 0 h 54"/>
                  <a:gd name="T16" fmla="*/ 0 w 56"/>
                  <a:gd name="T17" fmla="*/ 3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0" y="35"/>
                    </a:moveTo>
                    <a:lnTo>
                      <a:pt x="7" y="40"/>
                    </a:lnTo>
                    <a:lnTo>
                      <a:pt x="26" y="50"/>
                    </a:lnTo>
                    <a:lnTo>
                      <a:pt x="30" y="54"/>
                    </a:lnTo>
                    <a:lnTo>
                      <a:pt x="56" y="24"/>
                    </a:lnTo>
                    <a:lnTo>
                      <a:pt x="45" y="17"/>
                    </a:lnTo>
                    <a:lnTo>
                      <a:pt x="26" y="7"/>
                    </a:lnTo>
                    <a:lnTo>
                      <a:pt x="14" y="0"/>
                    </a:lnTo>
                    <a:lnTo>
                      <a:pt x="0" y="3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0" name="Freeform 311"/>
              <p:cNvSpPr/>
              <p:nvPr/>
            </p:nvSpPr>
            <p:spPr bwMode="auto">
              <a:xfrm>
                <a:off x="3022602" y="4699187"/>
                <a:ext cx="54214" cy="44456"/>
              </a:xfrm>
              <a:custGeom>
                <a:avLst/>
                <a:gdLst>
                  <a:gd name="T0" fmla="*/ 8 w 50"/>
                  <a:gd name="T1" fmla="*/ 41 h 41"/>
                  <a:gd name="T2" fmla="*/ 15 w 50"/>
                  <a:gd name="T3" fmla="*/ 41 h 41"/>
                  <a:gd name="T4" fmla="*/ 36 w 50"/>
                  <a:gd name="T5" fmla="*/ 41 h 41"/>
                  <a:gd name="T6" fmla="*/ 43 w 50"/>
                  <a:gd name="T7" fmla="*/ 41 h 41"/>
                  <a:gd name="T8" fmla="*/ 50 w 50"/>
                  <a:gd name="T9" fmla="*/ 0 h 41"/>
                  <a:gd name="T10" fmla="*/ 36 w 50"/>
                  <a:gd name="T11" fmla="*/ 0 h 41"/>
                  <a:gd name="T12" fmla="*/ 15 w 50"/>
                  <a:gd name="T13" fmla="*/ 0 h 41"/>
                  <a:gd name="T14" fmla="*/ 0 w 50"/>
                  <a:gd name="T15" fmla="*/ 0 h 41"/>
                  <a:gd name="T16" fmla="*/ 8 w 50"/>
                  <a:gd name="T17" fmla="*/ 4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0" h="41">
                    <a:moveTo>
                      <a:pt x="8" y="41"/>
                    </a:moveTo>
                    <a:lnTo>
                      <a:pt x="15" y="41"/>
                    </a:lnTo>
                    <a:lnTo>
                      <a:pt x="36" y="41"/>
                    </a:lnTo>
                    <a:lnTo>
                      <a:pt x="43" y="41"/>
                    </a:lnTo>
                    <a:lnTo>
                      <a:pt x="50" y="0"/>
                    </a:lnTo>
                    <a:lnTo>
                      <a:pt x="36" y="0"/>
                    </a:lnTo>
                    <a:lnTo>
                      <a:pt x="15" y="0"/>
                    </a:lnTo>
                    <a:lnTo>
                      <a:pt x="0" y="0"/>
                    </a:lnTo>
                    <a:lnTo>
                      <a:pt x="8" y="4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1" name="Freeform 312"/>
              <p:cNvSpPr/>
              <p:nvPr/>
            </p:nvSpPr>
            <p:spPr bwMode="auto">
              <a:xfrm>
                <a:off x="3087659" y="4674248"/>
                <a:ext cx="60720" cy="58551"/>
              </a:xfrm>
              <a:custGeom>
                <a:avLst/>
                <a:gdLst>
                  <a:gd name="T0" fmla="*/ 26 w 56"/>
                  <a:gd name="T1" fmla="*/ 54 h 54"/>
                  <a:gd name="T2" fmla="*/ 30 w 56"/>
                  <a:gd name="T3" fmla="*/ 52 h 54"/>
                  <a:gd name="T4" fmla="*/ 49 w 56"/>
                  <a:gd name="T5" fmla="*/ 40 h 54"/>
                  <a:gd name="T6" fmla="*/ 56 w 56"/>
                  <a:gd name="T7" fmla="*/ 38 h 54"/>
                  <a:gd name="T8" fmla="*/ 42 w 56"/>
                  <a:gd name="T9" fmla="*/ 0 h 54"/>
                  <a:gd name="T10" fmla="*/ 30 w 56"/>
                  <a:gd name="T11" fmla="*/ 7 h 54"/>
                  <a:gd name="T12" fmla="*/ 11 w 56"/>
                  <a:gd name="T13" fmla="*/ 19 h 54"/>
                  <a:gd name="T14" fmla="*/ 0 w 56"/>
                  <a:gd name="T15" fmla="*/ 26 h 54"/>
                  <a:gd name="T16" fmla="*/ 26 w 56"/>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4">
                    <a:moveTo>
                      <a:pt x="26" y="54"/>
                    </a:moveTo>
                    <a:lnTo>
                      <a:pt x="30" y="52"/>
                    </a:lnTo>
                    <a:lnTo>
                      <a:pt x="49" y="40"/>
                    </a:lnTo>
                    <a:lnTo>
                      <a:pt x="56" y="38"/>
                    </a:lnTo>
                    <a:lnTo>
                      <a:pt x="42" y="0"/>
                    </a:lnTo>
                    <a:lnTo>
                      <a:pt x="30" y="7"/>
                    </a:lnTo>
                    <a:lnTo>
                      <a:pt x="11" y="19"/>
                    </a:lnTo>
                    <a:lnTo>
                      <a:pt x="0" y="26"/>
                    </a:lnTo>
                    <a:lnTo>
                      <a:pt x="26"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2" name="Freeform 313"/>
              <p:cNvSpPr/>
              <p:nvPr/>
            </p:nvSpPr>
            <p:spPr bwMode="auto">
              <a:xfrm>
                <a:off x="3144042" y="4625456"/>
                <a:ext cx="58551" cy="58551"/>
              </a:xfrm>
              <a:custGeom>
                <a:avLst/>
                <a:gdLst>
                  <a:gd name="T0" fmla="*/ 35 w 54"/>
                  <a:gd name="T1" fmla="*/ 54 h 54"/>
                  <a:gd name="T2" fmla="*/ 40 w 54"/>
                  <a:gd name="T3" fmla="*/ 47 h 54"/>
                  <a:gd name="T4" fmla="*/ 49 w 54"/>
                  <a:gd name="T5" fmla="*/ 31 h 54"/>
                  <a:gd name="T6" fmla="*/ 54 w 54"/>
                  <a:gd name="T7" fmla="*/ 23 h 54"/>
                  <a:gd name="T8" fmla="*/ 23 w 54"/>
                  <a:gd name="T9" fmla="*/ 0 h 54"/>
                  <a:gd name="T10" fmla="*/ 16 w 54"/>
                  <a:gd name="T11" fmla="*/ 12 h 54"/>
                  <a:gd name="T12" fmla="*/ 7 w 54"/>
                  <a:gd name="T13" fmla="*/ 28 h 54"/>
                  <a:gd name="T14" fmla="*/ 0 w 54"/>
                  <a:gd name="T15" fmla="*/ 40 h 54"/>
                  <a:gd name="T16" fmla="*/ 35 w 54"/>
                  <a:gd name="T17"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35" y="54"/>
                    </a:moveTo>
                    <a:lnTo>
                      <a:pt x="40" y="47"/>
                    </a:lnTo>
                    <a:lnTo>
                      <a:pt x="49" y="31"/>
                    </a:lnTo>
                    <a:lnTo>
                      <a:pt x="54" y="23"/>
                    </a:lnTo>
                    <a:lnTo>
                      <a:pt x="23" y="0"/>
                    </a:lnTo>
                    <a:lnTo>
                      <a:pt x="16" y="12"/>
                    </a:lnTo>
                    <a:lnTo>
                      <a:pt x="7" y="28"/>
                    </a:lnTo>
                    <a:lnTo>
                      <a:pt x="0" y="40"/>
                    </a:lnTo>
                    <a:lnTo>
                      <a:pt x="35" y="5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3" name="Freeform 314"/>
              <p:cNvSpPr/>
              <p:nvPr/>
            </p:nvSpPr>
            <p:spPr bwMode="auto">
              <a:xfrm>
                <a:off x="3174402" y="4563651"/>
                <a:ext cx="43371" cy="50962"/>
              </a:xfrm>
              <a:custGeom>
                <a:avLst/>
                <a:gdLst>
                  <a:gd name="T0" fmla="*/ 40 w 40"/>
                  <a:gd name="T1" fmla="*/ 43 h 47"/>
                  <a:gd name="T2" fmla="*/ 40 w 40"/>
                  <a:gd name="T3" fmla="*/ 33 h 47"/>
                  <a:gd name="T4" fmla="*/ 40 w 40"/>
                  <a:gd name="T5" fmla="*/ 14 h 47"/>
                  <a:gd name="T6" fmla="*/ 40 w 40"/>
                  <a:gd name="T7" fmla="*/ 5 h 47"/>
                  <a:gd name="T8" fmla="*/ 0 w 40"/>
                  <a:gd name="T9" fmla="*/ 0 h 47"/>
                  <a:gd name="T10" fmla="*/ 0 w 40"/>
                  <a:gd name="T11" fmla="*/ 14 h 47"/>
                  <a:gd name="T12" fmla="*/ 0 w 40"/>
                  <a:gd name="T13" fmla="*/ 33 h 47"/>
                  <a:gd name="T14" fmla="*/ 0 w 40"/>
                  <a:gd name="T15" fmla="*/ 47 h 47"/>
                  <a:gd name="T16" fmla="*/ 40 w 40"/>
                  <a:gd name="T17"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7">
                    <a:moveTo>
                      <a:pt x="40" y="43"/>
                    </a:moveTo>
                    <a:lnTo>
                      <a:pt x="40" y="33"/>
                    </a:lnTo>
                    <a:lnTo>
                      <a:pt x="40" y="14"/>
                    </a:lnTo>
                    <a:lnTo>
                      <a:pt x="40" y="5"/>
                    </a:lnTo>
                    <a:lnTo>
                      <a:pt x="0" y="0"/>
                    </a:lnTo>
                    <a:lnTo>
                      <a:pt x="0" y="14"/>
                    </a:lnTo>
                    <a:lnTo>
                      <a:pt x="0" y="33"/>
                    </a:lnTo>
                    <a:lnTo>
                      <a:pt x="0" y="47"/>
                    </a:lnTo>
                    <a:lnTo>
                      <a:pt x="40" y="4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4" name="Freeform 315"/>
              <p:cNvSpPr/>
              <p:nvPr/>
            </p:nvSpPr>
            <p:spPr bwMode="auto">
              <a:xfrm>
                <a:off x="3148379" y="4492088"/>
                <a:ext cx="59636" cy="58551"/>
              </a:xfrm>
              <a:custGeom>
                <a:avLst/>
                <a:gdLst>
                  <a:gd name="T0" fmla="*/ 55 w 55"/>
                  <a:gd name="T1" fmla="*/ 31 h 54"/>
                  <a:gd name="T2" fmla="*/ 52 w 55"/>
                  <a:gd name="T3" fmla="*/ 24 h 54"/>
                  <a:gd name="T4" fmla="*/ 40 w 55"/>
                  <a:gd name="T5" fmla="*/ 7 h 54"/>
                  <a:gd name="T6" fmla="*/ 38 w 55"/>
                  <a:gd name="T7" fmla="*/ 0 h 54"/>
                  <a:gd name="T8" fmla="*/ 0 w 55"/>
                  <a:gd name="T9" fmla="*/ 14 h 54"/>
                  <a:gd name="T10" fmla="*/ 7 w 55"/>
                  <a:gd name="T11" fmla="*/ 26 h 54"/>
                  <a:gd name="T12" fmla="*/ 17 w 55"/>
                  <a:gd name="T13" fmla="*/ 42 h 54"/>
                  <a:gd name="T14" fmla="*/ 24 w 55"/>
                  <a:gd name="T15" fmla="*/ 54 h 54"/>
                  <a:gd name="T16" fmla="*/ 55 w 55"/>
                  <a:gd name="T17"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 h="54">
                    <a:moveTo>
                      <a:pt x="55" y="31"/>
                    </a:moveTo>
                    <a:lnTo>
                      <a:pt x="52" y="24"/>
                    </a:lnTo>
                    <a:lnTo>
                      <a:pt x="40" y="7"/>
                    </a:lnTo>
                    <a:lnTo>
                      <a:pt x="38" y="0"/>
                    </a:lnTo>
                    <a:lnTo>
                      <a:pt x="0" y="14"/>
                    </a:lnTo>
                    <a:lnTo>
                      <a:pt x="7" y="26"/>
                    </a:lnTo>
                    <a:lnTo>
                      <a:pt x="17" y="42"/>
                    </a:lnTo>
                    <a:lnTo>
                      <a:pt x="24" y="54"/>
                    </a:lnTo>
                    <a:lnTo>
                      <a:pt x="55" y="3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5" name="Freeform 316"/>
              <p:cNvSpPr/>
              <p:nvPr/>
            </p:nvSpPr>
            <p:spPr bwMode="auto">
              <a:xfrm>
                <a:off x="3097418" y="4437874"/>
                <a:ext cx="61805" cy="59636"/>
              </a:xfrm>
              <a:custGeom>
                <a:avLst/>
                <a:gdLst>
                  <a:gd name="T0" fmla="*/ 57 w 57"/>
                  <a:gd name="T1" fmla="*/ 17 h 55"/>
                  <a:gd name="T2" fmla="*/ 50 w 57"/>
                  <a:gd name="T3" fmla="*/ 14 h 55"/>
                  <a:gd name="T4" fmla="*/ 33 w 57"/>
                  <a:gd name="T5" fmla="*/ 3 h 55"/>
                  <a:gd name="T6" fmla="*/ 26 w 57"/>
                  <a:gd name="T7" fmla="*/ 0 h 55"/>
                  <a:gd name="T8" fmla="*/ 0 w 57"/>
                  <a:gd name="T9" fmla="*/ 31 h 55"/>
                  <a:gd name="T10" fmla="*/ 14 w 57"/>
                  <a:gd name="T11" fmla="*/ 38 h 55"/>
                  <a:gd name="T12" fmla="*/ 31 w 57"/>
                  <a:gd name="T13" fmla="*/ 48 h 55"/>
                  <a:gd name="T14" fmla="*/ 43 w 57"/>
                  <a:gd name="T15" fmla="*/ 55 h 55"/>
                  <a:gd name="T16" fmla="*/ 57 w 57"/>
                  <a:gd name="T17" fmla="*/ 17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55">
                    <a:moveTo>
                      <a:pt x="57" y="17"/>
                    </a:moveTo>
                    <a:lnTo>
                      <a:pt x="50" y="14"/>
                    </a:lnTo>
                    <a:lnTo>
                      <a:pt x="33" y="3"/>
                    </a:lnTo>
                    <a:lnTo>
                      <a:pt x="26" y="0"/>
                    </a:lnTo>
                    <a:lnTo>
                      <a:pt x="0" y="31"/>
                    </a:lnTo>
                    <a:lnTo>
                      <a:pt x="14" y="38"/>
                    </a:lnTo>
                    <a:lnTo>
                      <a:pt x="31" y="48"/>
                    </a:lnTo>
                    <a:lnTo>
                      <a:pt x="43" y="55"/>
                    </a:lnTo>
                    <a:lnTo>
                      <a:pt x="57" y="17"/>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6" name="Freeform 317"/>
              <p:cNvSpPr>
                <a:spLocks noEditPoints="1"/>
              </p:cNvSpPr>
              <p:nvPr/>
            </p:nvSpPr>
            <p:spPr bwMode="auto">
              <a:xfrm>
                <a:off x="2926101" y="4448717"/>
                <a:ext cx="263481" cy="266734"/>
              </a:xfrm>
              <a:custGeom>
                <a:avLst/>
                <a:gdLst>
                  <a:gd name="T0" fmla="*/ 51 w 103"/>
                  <a:gd name="T1" fmla="*/ 104 h 104"/>
                  <a:gd name="T2" fmla="*/ 0 w 103"/>
                  <a:gd name="T3" fmla="*/ 52 h 104"/>
                  <a:gd name="T4" fmla="*/ 51 w 103"/>
                  <a:gd name="T5" fmla="*/ 0 h 104"/>
                  <a:gd name="T6" fmla="*/ 103 w 103"/>
                  <a:gd name="T7" fmla="*/ 52 h 104"/>
                  <a:gd name="T8" fmla="*/ 51 w 103"/>
                  <a:gd name="T9" fmla="*/ 104 h 104"/>
                  <a:gd name="T10" fmla="*/ 51 w 103"/>
                  <a:gd name="T11" fmla="*/ 16 h 104"/>
                  <a:gd name="T12" fmla="*/ 15 w 103"/>
                  <a:gd name="T13" fmla="*/ 52 h 104"/>
                  <a:gd name="T14" fmla="*/ 51 w 103"/>
                  <a:gd name="T15" fmla="*/ 89 h 104"/>
                  <a:gd name="T16" fmla="*/ 87 w 103"/>
                  <a:gd name="T17" fmla="*/ 52 h 104"/>
                  <a:gd name="T18" fmla="*/ 51 w 103"/>
                  <a:gd name="T19" fmla="*/ 1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3" h="104">
                    <a:moveTo>
                      <a:pt x="51" y="104"/>
                    </a:moveTo>
                    <a:cubicBezTo>
                      <a:pt x="23" y="104"/>
                      <a:pt x="0" y="81"/>
                      <a:pt x="0" y="52"/>
                    </a:cubicBezTo>
                    <a:cubicBezTo>
                      <a:pt x="0" y="24"/>
                      <a:pt x="23" y="0"/>
                      <a:pt x="51" y="0"/>
                    </a:cubicBezTo>
                    <a:cubicBezTo>
                      <a:pt x="80" y="0"/>
                      <a:pt x="103" y="24"/>
                      <a:pt x="103" y="52"/>
                    </a:cubicBezTo>
                    <a:cubicBezTo>
                      <a:pt x="103" y="81"/>
                      <a:pt x="80" y="104"/>
                      <a:pt x="51" y="104"/>
                    </a:cubicBezTo>
                    <a:close/>
                    <a:moveTo>
                      <a:pt x="51" y="16"/>
                    </a:moveTo>
                    <a:cubicBezTo>
                      <a:pt x="31" y="16"/>
                      <a:pt x="15" y="32"/>
                      <a:pt x="15" y="52"/>
                    </a:cubicBezTo>
                    <a:cubicBezTo>
                      <a:pt x="15" y="73"/>
                      <a:pt x="31" y="89"/>
                      <a:pt x="51" y="89"/>
                    </a:cubicBezTo>
                    <a:cubicBezTo>
                      <a:pt x="71" y="89"/>
                      <a:pt x="87" y="73"/>
                      <a:pt x="87" y="52"/>
                    </a:cubicBezTo>
                    <a:cubicBezTo>
                      <a:pt x="87" y="32"/>
                      <a:pt x="71" y="16"/>
                      <a:pt x="51" y="1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77" name="Oval 318"/>
              <p:cNvSpPr>
                <a:spLocks noChangeArrowheads="1"/>
              </p:cNvSpPr>
              <p:nvPr/>
            </p:nvSpPr>
            <p:spPr bwMode="auto">
              <a:xfrm>
                <a:off x="2999832" y="4525702"/>
                <a:ext cx="112766" cy="1127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478" name="组合 477"/>
            <p:cNvGrpSpPr/>
            <p:nvPr/>
          </p:nvGrpSpPr>
          <p:grpSpPr>
            <a:xfrm>
              <a:off x="5756305" y="-399250"/>
              <a:ext cx="269253" cy="231621"/>
              <a:chOff x="3787022" y="1797643"/>
              <a:chExt cx="550817" cy="473832"/>
            </a:xfrm>
          </p:grpSpPr>
          <p:sp>
            <p:nvSpPr>
              <p:cNvPr id="479" name="Oval 217"/>
              <p:cNvSpPr>
                <a:spLocks noChangeArrowheads="1"/>
              </p:cNvSpPr>
              <p:nvPr/>
            </p:nvSpPr>
            <p:spPr bwMode="auto">
              <a:xfrm>
                <a:off x="4007132" y="1931010"/>
                <a:ext cx="108428" cy="135536"/>
              </a:xfrm>
              <a:prstGeom prst="ellipse">
                <a:avLst/>
              </a:pr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0" name="Freeform 218"/>
              <p:cNvSpPr/>
              <p:nvPr/>
            </p:nvSpPr>
            <p:spPr bwMode="auto">
              <a:xfrm>
                <a:off x="4079779" y="2081725"/>
                <a:ext cx="96502" cy="133367"/>
              </a:xfrm>
              <a:custGeom>
                <a:avLst/>
                <a:gdLst>
                  <a:gd name="T0" fmla="*/ 36 w 38"/>
                  <a:gd name="T1" fmla="*/ 12 h 52"/>
                  <a:gd name="T2" fmla="*/ 24 w 38"/>
                  <a:gd name="T3" fmla="*/ 1 h 52"/>
                  <a:gd name="T4" fmla="*/ 12 w 38"/>
                  <a:gd name="T5" fmla="*/ 1 h 52"/>
                  <a:gd name="T6" fmla="*/ 20 w 38"/>
                  <a:gd name="T7" fmla="*/ 7 h 52"/>
                  <a:gd name="T8" fmla="*/ 9 w 38"/>
                  <a:gd name="T9" fmla="*/ 13 h 52"/>
                  <a:gd name="T10" fmla="*/ 14 w 38"/>
                  <a:gd name="T11" fmla="*/ 21 h 52"/>
                  <a:gd name="T12" fmla="*/ 0 w 38"/>
                  <a:gd name="T13" fmla="*/ 52 h 52"/>
                  <a:gd name="T14" fmla="*/ 0 w 38"/>
                  <a:gd name="T15" fmla="*/ 52 h 52"/>
                  <a:gd name="T16" fmla="*/ 38 w 38"/>
                  <a:gd name="T17" fmla="*/ 37 h 52"/>
                  <a:gd name="T18" fmla="*/ 36 w 38"/>
                  <a:gd name="T19" fmla="*/ 1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8" h="52">
                    <a:moveTo>
                      <a:pt x="36" y="12"/>
                    </a:moveTo>
                    <a:cubicBezTo>
                      <a:pt x="36" y="5"/>
                      <a:pt x="30" y="0"/>
                      <a:pt x="24" y="1"/>
                    </a:cubicBezTo>
                    <a:cubicBezTo>
                      <a:pt x="24" y="1"/>
                      <a:pt x="19" y="1"/>
                      <a:pt x="12" y="1"/>
                    </a:cubicBezTo>
                    <a:cubicBezTo>
                      <a:pt x="20" y="7"/>
                      <a:pt x="20" y="7"/>
                      <a:pt x="20" y="7"/>
                    </a:cubicBezTo>
                    <a:cubicBezTo>
                      <a:pt x="9" y="13"/>
                      <a:pt x="9" y="13"/>
                      <a:pt x="9" y="13"/>
                    </a:cubicBezTo>
                    <a:cubicBezTo>
                      <a:pt x="14" y="21"/>
                      <a:pt x="14" y="21"/>
                      <a:pt x="14" y="21"/>
                    </a:cubicBezTo>
                    <a:cubicBezTo>
                      <a:pt x="0" y="52"/>
                      <a:pt x="0" y="52"/>
                      <a:pt x="0" y="52"/>
                    </a:cubicBezTo>
                    <a:cubicBezTo>
                      <a:pt x="0" y="52"/>
                      <a:pt x="0" y="52"/>
                      <a:pt x="0" y="52"/>
                    </a:cubicBezTo>
                    <a:cubicBezTo>
                      <a:pt x="15" y="51"/>
                      <a:pt x="28" y="45"/>
                      <a:pt x="38" y="37"/>
                    </a:cubicBezTo>
                    <a:lnTo>
                      <a:pt x="36" y="12"/>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1" name="Freeform 219"/>
              <p:cNvSpPr/>
              <p:nvPr/>
            </p:nvSpPr>
            <p:spPr bwMode="auto">
              <a:xfrm>
                <a:off x="3948581" y="2081725"/>
                <a:ext cx="95417" cy="133367"/>
              </a:xfrm>
              <a:custGeom>
                <a:avLst/>
                <a:gdLst>
                  <a:gd name="T0" fmla="*/ 23 w 37"/>
                  <a:gd name="T1" fmla="*/ 21 h 52"/>
                  <a:gd name="T2" fmla="*/ 28 w 37"/>
                  <a:gd name="T3" fmla="*/ 13 h 52"/>
                  <a:gd name="T4" fmla="*/ 17 w 37"/>
                  <a:gd name="T5" fmla="*/ 7 h 52"/>
                  <a:gd name="T6" fmla="*/ 25 w 37"/>
                  <a:gd name="T7" fmla="*/ 0 h 52"/>
                  <a:gd name="T8" fmla="*/ 15 w 37"/>
                  <a:gd name="T9" fmla="*/ 1 h 52"/>
                  <a:gd name="T10" fmla="*/ 15 w 37"/>
                  <a:gd name="T11" fmla="*/ 1 h 52"/>
                  <a:gd name="T12" fmla="*/ 2 w 37"/>
                  <a:gd name="T13" fmla="*/ 12 h 52"/>
                  <a:gd name="T14" fmla="*/ 0 w 37"/>
                  <a:gd name="T15" fmla="*/ 37 h 52"/>
                  <a:gd name="T16" fmla="*/ 37 w 37"/>
                  <a:gd name="T17" fmla="*/ 52 h 52"/>
                  <a:gd name="T18" fmla="*/ 37 w 37"/>
                  <a:gd name="T19" fmla="*/ 52 h 52"/>
                  <a:gd name="T20" fmla="*/ 23 w 37"/>
                  <a:gd name="T21" fmla="*/ 21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 h="52">
                    <a:moveTo>
                      <a:pt x="23" y="21"/>
                    </a:moveTo>
                    <a:cubicBezTo>
                      <a:pt x="28" y="13"/>
                      <a:pt x="28" y="13"/>
                      <a:pt x="28" y="13"/>
                    </a:cubicBezTo>
                    <a:cubicBezTo>
                      <a:pt x="17" y="7"/>
                      <a:pt x="17" y="7"/>
                      <a:pt x="17" y="7"/>
                    </a:cubicBezTo>
                    <a:cubicBezTo>
                      <a:pt x="25" y="0"/>
                      <a:pt x="25" y="0"/>
                      <a:pt x="25" y="0"/>
                    </a:cubicBezTo>
                    <a:cubicBezTo>
                      <a:pt x="19" y="0"/>
                      <a:pt x="15" y="0"/>
                      <a:pt x="15" y="1"/>
                    </a:cubicBezTo>
                    <a:cubicBezTo>
                      <a:pt x="15" y="1"/>
                      <a:pt x="15" y="1"/>
                      <a:pt x="15" y="1"/>
                    </a:cubicBezTo>
                    <a:cubicBezTo>
                      <a:pt x="8" y="0"/>
                      <a:pt x="3" y="5"/>
                      <a:pt x="2" y="12"/>
                    </a:cubicBezTo>
                    <a:cubicBezTo>
                      <a:pt x="0" y="37"/>
                      <a:pt x="0" y="37"/>
                      <a:pt x="0" y="37"/>
                    </a:cubicBezTo>
                    <a:cubicBezTo>
                      <a:pt x="10" y="46"/>
                      <a:pt x="23" y="51"/>
                      <a:pt x="37" y="52"/>
                    </a:cubicBezTo>
                    <a:cubicBezTo>
                      <a:pt x="37" y="52"/>
                      <a:pt x="37" y="52"/>
                      <a:pt x="37" y="52"/>
                    </a:cubicBezTo>
                    <a:lnTo>
                      <a:pt x="23" y="2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2" name="Freeform 220"/>
              <p:cNvSpPr/>
              <p:nvPr/>
            </p:nvSpPr>
            <p:spPr bwMode="auto">
              <a:xfrm>
                <a:off x="4043998" y="2081725"/>
                <a:ext cx="35782" cy="28191"/>
              </a:xfrm>
              <a:custGeom>
                <a:avLst/>
                <a:gdLst>
                  <a:gd name="T0" fmla="*/ 28 w 33"/>
                  <a:gd name="T1" fmla="*/ 26 h 26"/>
                  <a:gd name="T2" fmla="*/ 28 w 33"/>
                  <a:gd name="T3" fmla="*/ 26 h 26"/>
                  <a:gd name="T4" fmla="*/ 33 w 33"/>
                  <a:gd name="T5" fmla="*/ 24 h 26"/>
                  <a:gd name="T6" fmla="*/ 28 w 33"/>
                  <a:gd name="T7" fmla="*/ 0 h 26"/>
                  <a:gd name="T8" fmla="*/ 7 w 33"/>
                  <a:gd name="T9" fmla="*/ 0 h 26"/>
                  <a:gd name="T10" fmla="*/ 0 w 33"/>
                  <a:gd name="T11" fmla="*/ 24 h 26"/>
                  <a:gd name="T12" fmla="*/ 4 w 33"/>
                  <a:gd name="T13" fmla="*/ 26 h 26"/>
                  <a:gd name="T14" fmla="*/ 4 w 33"/>
                  <a:gd name="T15" fmla="*/ 26 h 26"/>
                  <a:gd name="T16" fmla="*/ 28 w 33"/>
                  <a:gd name="T17"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 h="26">
                    <a:moveTo>
                      <a:pt x="28" y="26"/>
                    </a:moveTo>
                    <a:lnTo>
                      <a:pt x="28" y="26"/>
                    </a:lnTo>
                    <a:lnTo>
                      <a:pt x="33" y="24"/>
                    </a:lnTo>
                    <a:lnTo>
                      <a:pt x="28" y="0"/>
                    </a:lnTo>
                    <a:lnTo>
                      <a:pt x="7" y="0"/>
                    </a:lnTo>
                    <a:lnTo>
                      <a:pt x="0" y="24"/>
                    </a:lnTo>
                    <a:lnTo>
                      <a:pt x="4" y="26"/>
                    </a:lnTo>
                    <a:lnTo>
                      <a:pt x="4" y="26"/>
                    </a:lnTo>
                    <a:lnTo>
                      <a:pt x="28" y="26"/>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3" name="Freeform 221"/>
              <p:cNvSpPr/>
              <p:nvPr/>
            </p:nvSpPr>
            <p:spPr bwMode="auto">
              <a:xfrm>
                <a:off x="4043998" y="2109916"/>
                <a:ext cx="35782" cy="108428"/>
              </a:xfrm>
              <a:custGeom>
                <a:avLst/>
                <a:gdLst>
                  <a:gd name="T0" fmla="*/ 12 w 14"/>
                  <a:gd name="T1" fmla="*/ 0 h 42"/>
                  <a:gd name="T2" fmla="*/ 12 w 14"/>
                  <a:gd name="T3" fmla="*/ 0 h 42"/>
                  <a:gd name="T4" fmla="*/ 2 w 14"/>
                  <a:gd name="T5" fmla="*/ 0 h 42"/>
                  <a:gd name="T6" fmla="*/ 2 w 14"/>
                  <a:gd name="T7" fmla="*/ 0 h 42"/>
                  <a:gd name="T8" fmla="*/ 0 w 14"/>
                  <a:gd name="T9" fmla="*/ 41 h 42"/>
                  <a:gd name="T10" fmla="*/ 0 w 14"/>
                  <a:gd name="T11" fmla="*/ 41 h 42"/>
                  <a:gd name="T12" fmla="*/ 7 w 14"/>
                  <a:gd name="T13" fmla="*/ 42 h 42"/>
                  <a:gd name="T14" fmla="*/ 14 w 14"/>
                  <a:gd name="T15" fmla="*/ 41 h 42"/>
                  <a:gd name="T16" fmla="*/ 14 w 14"/>
                  <a:gd name="T17" fmla="*/ 41 h 42"/>
                  <a:gd name="T18" fmla="*/ 12 w 14"/>
                  <a:gd name="T19" fmla="*/ 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42">
                    <a:moveTo>
                      <a:pt x="12" y="0"/>
                    </a:moveTo>
                    <a:cubicBezTo>
                      <a:pt x="12" y="0"/>
                      <a:pt x="12" y="0"/>
                      <a:pt x="12" y="0"/>
                    </a:cubicBezTo>
                    <a:cubicBezTo>
                      <a:pt x="2" y="0"/>
                      <a:pt x="2" y="0"/>
                      <a:pt x="2" y="0"/>
                    </a:cubicBezTo>
                    <a:cubicBezTo>
                      <a:pt x="2" y="0"/>
                      <a:pt x="2" y="0"/>
                      <a:pt x="2" y="0"/>
                    </a:cubicBezTo>
                    <a:cubicBezTo>
                      <a:pt x="0" y="41"/>
                      <a:pt x="0" y="41"/>
                      <a:pt x="0" y="41"/>
                    </a:cubicBezTo>
                    <a:cubicBezTo>
                      <a:pt x="0" y="41"/>
                      <a:pt x="0" y="41"/>
                      <a:pt x="0" y="41"/>
                    </a:cubicBezTo>
                    <a:cubicBezTo>
                      <a:pt x="3" y="42"/>
                      <a:pt x="5" y="42"/>
                      <a:pt x="7" y="42"/>
                    </a:cubicBezTo>
                    <a:cubicBezTo>
                      <a:pt x="10" y="42"/>
                      <a:pt x="12" y="42"/>
                      <a:pt x="14" y="41"/>
                    </a:cubicBezTo>
                    <a:cubicBezTo>
                      <a:pt x="14" y="41"/>
                      <a:pt x="14" y="41"/>
                      <a:pt x="14" y="41"/>
                    </a:cubicBezTo>
                    <a:lnTo>
                      <a:pt x="12"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4" name="Freeform 222"/>
              <p:cNvSpPr/>
              <p:nvPr/>
            </p:nvSpPr>
            <p:spPr bwMode="auto">
              <a:xfrm>
                <a:off x="3826056" y="2032933"/>
                <a:ext cx="460821" cy="238542"/>
              </a:xfrm>
              <a:custGeom>
                <a:avLst/>
                <a:gdLst>
                  <a:gd name="T0" fmla="*/ 92 w 180"/>
                  <a:gd name="T1" fmla="*/ 93 h 93"/>
                  <a:gd name="T2" fmla="*/ 0 w 180"/>
                  <a:gd name="T3" fmla="*/ 0 h 93"/>
                  <a:gd name="T4" fmla="*/ 23 w 180"/>
                  <a:gd name="T5" fmla="*/ 0 h 93"/>
                  <a:gd name="T6" fmla="*/ 92 w 180"/>
                  <a:gd name="T7" fmla="*/ 70 h 93"/>
                  <a:gd name="T8" fmla="*/ 158 w 180"/>
                  <a:gd name="T9" fmla="*/ 22 h 93"/>
                  <a:gd name="T10" fmla="*/ 180 w 180"/>
                  <a:gd name="T11" fmla="*/ 30 h 93"/>
                  <a:gd name="T12" fmla="*/ 92 w 180"/>
                  <a:gd name="T13" fmla="*/ 93 h 93"/>
                </a:gdLst>
                <a:ahLst/>
                <a:cxnLst>
                  <a:cxn ang="0">
                    <a:pos x="T0" y="T1"/>
                  </a:cxn>
                  <a:cxn ang="0">
                    <a:pos x="T2" y="T3"/>
                  </a:cxn>
                  <a:cxn ang="0">
                    <a:pos x="T4" y="T5"/>
                  </a:cxn>
                  <a:cxn ang="0">
                    <a:pos x="T6" y="T7"/>
                  </a:cxn>
                  <a:cxn ang="0">
                    <a:pos x="T8" y="T9"/>
                  </a:cxn>
                  <a:cxn ang="0">
                    <a:pos x="T10" y="T11"/>
                  </a:cxn>
                  <a:cxn ang="0">
                    <a:pos x="T12" y="T13"/>
                  </a:cxn>
                </a:cxnLst>
                <a:rect l="0" t="0" r="r" b="b"/>
                <a:pathLst>
                  <a:path w="180" h="93">
                    <a:moveTo>
                      <a:pt x="92" y="93"/>
                    </a:moveTo>
                    <a:cubicBezTo>
                      <a:pt x="41" y="93"/>
                      <a:pt x="0" y="51"/>
                      <a:pt x="0" y="0"/>
                    </a:cubicBezTo>
                    <a:cubicBezTo>
                      <a:pt x="23" y="0"/>
                      <a:pt x="23" y="0"/>
                      <a:pt x="23" y="0"/>
                    </a:cubicBezTo>
                    <a:cubicBezTo>
                      <a:pt x="23" y="39"/>
                      <a:pt x="54" y="70"/>
                      <a:pt x="92" y="70"/>
                    </a:cubicBezTo>
                    <a:cubicBezTo>
                      <a:pt x="122" y="70"/>
                      <a:pt x="149" y="51"/>
                      <a:pt x="158" y="22"/>
                    </a:cubicBezTo>
                    <a:cubicBezTo>
                      <a:pt x="180" y="30"/>
                      <a:pt x="180" y="30"/>
                      <a:pt x="180" y="30"/>
                    </a:cubicBezTo>
                    <a:cubicBezTo>
                      <a:pt x="168" y="67"/>
                      <a:pt x="132" y="93"/>
                      <a:pt x="92" y="93"/>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5" name="Freeform 223"/>
              <p:cNvSpPr/>
              <p:nvPr/>
            </p:nvSpPr>
            <p:spPr bwMode="auto">
              <a:xfrm>
                <a:off x="3787022" y="1979802"/>
                <a:ext cx="133367" cy="66142"/>
              </a:xfrm>
              <a:custGeom>
                <a:avLst/>
                <a:gdLst>
                  <a:gd name="T0" fmla="*/ 123 w 123"/>
                  <a:gd name="T1" fmla="*/ 61 h 61"/>
                  <a:gd name="T2" fmla="*/ 62 w 123"/>
                  <a:gd name="T3" fmla="*/ 0 h 61"/>
                  <a:gd name="T4" fmla="*/ 0 w 123"/>
                  <a:gd name="T5" fmla="*/ 61 h 61"/>
                  <a:gd name="T6" fmla="*/ 123 w 123"/>
                  <a:gd name="T7" fmla="*/ 61 h 61"/>
                </a:gdLst>
                <a:ahLst/>
                <a:cxnLst>
                  <a:cxn ang="0">
                    <a:pos x="T0" y="T1"/>
                  </a:cxn>
                  <a:cxn ang="0">
                    <a:pos x="T2" y="T3"/>
                  </a:cxn>
                  <a:cxn ang="0">
                    <a:pos x="T4" y="T5"/>
                  </a:cxn>
                  <a:cxn ang="0">
                    <a:pos x="T6" y="T7"/>
                  </a:cxn>
                </a:cxnLst>
                <a:rect l="0" t="0" r="r" b="b"/>
                <a:pathLst>
                  <a:path w="123" h="61">
                    <a:moveTo>
                      <a:pt x="123" y="61"/>
                    </a:moveTo>
                    <a:lnTo>
                      <a:pt x="62" y="0"/>
                    </a:lnTo>
                    <a:lnTo>
                      <a:pt x="0" y="61"/>
                    </a:lnTo>
                    <a:lnTo>
                      <a:pt x="123" y="61"/>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6" name="Freeform 224"/>
              <p:cNvSpPr/>
              <p:nvPr/>
            </p:nvSpPr>
            <p:spPr bwMode="auto">
              <a:xfrm>
                <a:off x="3837984" y="1797643"/>
                <a:ext cx="461905" cy="235290"/>
              </a:xfrm>
              <a:custGeom>
                <a:avLst/>
                <a:gdLst>
                  <a:gd name="T0" fmla="*/ 180 w 180"/>
                  <a:gd name="T1" fmla="*/ 92 h 92"/>
                  <a:gd name="T2" fmla="*/ 157 w 180"/>
                  <a:gd name="T3" fmla="*/ 92 h 92"/>
                  <a:gd name="T4" fmla="*/ 88 w 180"/>
                  <a:gd name="T5" fmla="*/ 23 h 92"/>
                  <a:gd name="T6" fmla="*/ 21 w 180"/>
                  <a:gd name="T7" fmla="*/ 70 h 92"/>
                  <a:gd name="T8" fmla="*/ 0 w 180"/>
                  <a:gd name="T9" fmla="*/ 63 h 92"/>
                  <a:gd name="T10" fmla="*/ 88 w 180"/>
                  <a:gd name="T11" fmla="*/ 0 h 92"/>
                  <a:gd name="T12" fmla="*/ 180 w 180"/>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180" h="92">
                    <a:moveTo>
                      <a:pt x="180" y="92"/>
                    </a:moveTo>
                    <a:cubicBezTo>
                      <a:pt x="157" y="92"/>
                      <a:pt x="157" y="92"/>
                      <a:pt x="157" y="92"/>
                    </a:cubicBezTo>
                    <a:cubicBezTo>
                      <a:pt x="157" y="54"/>
                      <a:pt x="126" y="23"/>
                      <a:pt x="88" y="23"/>
                    </a:cubicBezTo>
                    <a:cubicBezTo>
                      <a:pt x="57" y="23"/>
                      <a:pt x="31" y="42"/>
                      <a:pt x="21" y="70"/>
                    </a:cubicBezTo>
                    <a:cubicBezTo>
                      <a:pt x="0" y="63"/>
                      <a:pt x="0" y="63"/>
                      <a:pt x="0" y="63"/>
                    </a:cubicBezTo>
                    <a:cubicBezTo>
                      <a:pt x="12" y="25"/>
                      <a:pt x="48" y="0"/>
                      <a:pt x="88" y="0"/>
                    </a:cubicBezTo>
                    <a:cubicBezTo>
                      <a:pt x="139" y="0"/>
                      <a:pt x="180" y="41"/>
                      <a:pt x="180" y="92"/>
                    </a:cubicBez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487" name="Freeform 225"/>
              <p:cNvSpPr/>
              <p:nvPr/>
            </p:nvSpPr>
            <p:spPr bwMode="auto">
              <a:xfrm>
                <a:off x="4202303" y="2021005"/>
                <a:ext cx="135536" cy="68310"/>
              </a:xfrm>
              <a:custGeom>
                <a:avLst/>
                <a:gdLst>
                  <a:gd name="T0" fmla="*/ 0 w 125"/>
                  <a:gd name="T1" fmla="*/ 0 h 63"/>
                  <a:gd name="T2" fmla="*/ 64 w 125"/>
                  <a:gd name="T3" fmla="*/ 63 h 63"/>
                  <a:gd name="T4" fmla="*/ 125 w 125"/>
                  <a:gd name="T5" fmla="*/ 0 h 63"/>
                  <a:gd name="T6" fmla="*/ 0 w 125"/>
                  <a:gd name="T7" fmla="*/ 0 h 63"/>
                </a:gdLst>
                <a:ahLst/>
                <a:cxnLst>
                  <a:cxn ang="0">
                    <a:pos x="T0" y="T1"/>
                  </a:cxn>
                  <a:cxn ang="0">
                    <a:pos x="T2" y="T3"/>
                  </a:cxn>
                  <a:cxn ang="0">
                    <a:pos x="T4" y="T5"/>
                  </a:cxn>
                  <a:cxn ang="0">
                    <a:pos x="T6" y="T7"/>
                  </a:cxn>
                </a:cxnLst>
                <a:rect l="0" t="0" r="r" b="b"/>
                <a:pathLst>
                  <a:path w="125" h="63">
                    <a:moveTo>
                      <a:pt x="0" y="0"/>
                    </a:moveTo>
                    <a:lnTo>
                      <a:pt x="64" y="63"/>
                    </a:lnTo>
                    <a:lnTo>
                      <a:pt x="125" y="0"/>
                    </a:lnTo>
                    <a:lnTo>
                      <a:pt x="0" y="0"/>
                    </a:lnTo>
                    <a:close/>
                  </a:path>
                </a:pathLst>
              </a:custGeom>
              <a:solidFill>
                <a:srgbClr val="424953"/>
              </a:solid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0" name="组合 69">
              <a:extLst>
                <a:ext uri="{FF2B5EF4-FFF2-40B4-BE49-F238E27FC236}">
                  <a16:creationId xmlns:a16="http://schemas.microsoft.com/office/drawing/2014/main" id="{764F48E9-8124-4EC5-AED7-4631C3BC53E1}"/>
                </a:ext>
              </a:extLst>
            </p:cNvPr>
            <p:cNvGrpSpPr/>
            <p:nvPr/>
          </p:nvGrpSpPr>
          <p:grpSpPr>
            <a:xfrm>
              <a:off x="4007768" y="-3615780"/>
              <a:ext cx="3939158" cy="5332075"/>
              <a:chOff x="6798609" y="-251869"/>
              <a:chExt cx="5253578" cy="7111285"/>
            </a:xfrm>
          </p:grpSpPr>
          <p:sp>
            <p:nvSpPr>
              <p:cNvPr id="71" name="Freeform 5">
                <a:extLst>
                  <a:ext uri="{FF2B5EF4-FFF2-40B4-BE49-F238E27FC236}">
                    <a16:creationId xmlns:a16="http://schemas.microsoft.com/office/drawing/2014/main" id="{3D6F0BFB-CAF6-4DEA-8566-72D967064318}"/>
                  </a:ext>
                </a:extLst>
              </p:cNvPr>
              <p:cNvSpPr/>
              <p:nvPr/>
            </p:nvSpPr>
            <p:spPr bwMode="auto">
              <a:xfrm rot="10800000">
                <a:off x="7731152" y="1751506"/>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2" name="Freeform 5">
                <a:extLst>
                  <a:ext uri="{FF2B5EF4-FFF2-40B4-BE49-F238E27FC236}">
                    <a16:creationId xmlns:a16="http://schemas.microsoft.com/office/drawing/2014/main" id="{F2AE030B-5667-435C-8BBF-7E48C439BA87}"/>
                  </a:ext>
                </a:extLst>
              </p:cNvPr>
              <p:cNvSpPr/>
              <p:nvPr/>
            </p:nvSpPr>
            <p:spPr bwMode="auto">
              <a:xfrm rot="10800000">
                <a:off x="7731152" y="4269844"/>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2"/>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sp>
            <p:nvSpPr>
              <p:cNvPr id="73" name="Freeform 5">
                <a:extLst>
                  <a:ext uri="{FF2B5EF4-FFF2-40B4-BE49-F238E27FC236}">
                    <a16:creationId xmlns:a16="http://schemas.microsoft.com/office/drawing/2014/main" id="{828350D6-B416-44D0-8ABA-20F1FCA9168E}"/>
                  </a:ext>
                </a:extLst>
              </p:cNvPr>
              <p:cNvSpPr/>
              <p:nvPr/>
            </p:nvSpPr>
            <p:spPr bwMode="auto">
              <a:xfrm rot="10800000">
                <a:off x="9919526" y="3012713"/>
                <a:ext cx="949002" cy="841094"/>
              </a:xfrm>
              <a:custGeom>
                <a:avLst/>
                <a:gdLst>
                  <a:gd name="T0" fmla="*/ 407 w 1375"/>
                  <a:gd name="T1" fmla="*/ 1218 h 1218"/>
                  <a:gd name="T2" fmla="*/ 299 w 1375"/>
                  <a:gd name="T3" fmla="*/ 1156 h 1218"/>
                  <a:gd name="T4" fmla="*/ 19 w 1375"/>
                  <a:gd name="T5" fmla="*/ 671 h 1218"/>
                  <a:gd name="T6" fmla="*/ 19 w 1375"/>
                  <a:gd name="T7" fmla="*/ 547 h 1218"/>
                  <a:gd name="T8" fmla="*/ 299 w 1375"/>
                  <a:gd name="T9" fmla="*/ 62 h 1218"/>
                  <a:gd name="T10" fmla="*/ 407 w 1375"/>
                  <a:gd name="T11" fmla="*/ 0 h 1218"/>
                  <a:gd name="T12" fmla="*/ 967 w 1375"/>
                  <a:gd name="T13" fmla="*/ 0 h 1218"/>
                  <a:gd name="T14" fmla="*/ 1075 w 1375"/>
                  <a:gd name="T15" fmla="*/ 62 h 1218"/>
                  <a:gd name="T16" fmla="*/ 1355 w 1375"/>
                  <a:gd name="T17" fmla="*/ 547 h 1218"/>
                  <a:gd name="T18" fmla="*/ 1355 w 1375"/>
                  <a:gd name="T19" fmla="*/ 671 h 1218"/>
                  <a:gd name="T20" fmla="*/ 1075 w 1375"/>
                  <a:gd name="T21" fmla="*/ 1156 h 1218"/>
                  <a:gd name="T22" fmla="*/ 967 w 1375"/>
                  <a:gd name="T23" fmla="*/ 1218 h 1218"/>
                  <a:gd name="T24" fmla="*/ 407 w 1375"/>
                  <a:gd name="T25" fmla="*/ 1218 h 12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375" h="1218">
                    <a:moveTo>
                      <a:pt x="407" y="1218"/>
                    </a:moveTo>
                    <a:cubicBezTo>
                      <a:pt x="368" y="1218"/>
                      <a:pt x="319" y="1190"/>
                      <a:pt x="299" y="1156"/>
                    </a:cubicBezTo>
                    <a:cubicBezTo>
                      <a:pt x="19" y="671"/>
                      <a:pt x="19" y="671"/>
                      <a:pt x="19" y="671"/>
                    </a:cubicBezTo>
                    <a:cubicBezTo>
                      <a:pt x="0" y="637"/>
                      <a:pt x="0" y="581"/>
                      <a:pt x="19" y="547"/>
                    </a:cubicBezTo>
                    <a:cubicBezTo>
                      <a:pt x="299" y="62"/>
                      <a:pt x="299" y="62"/>
                      <a:pt x="299" y="62"/>
                    </a:cubicBezTo>
                    <a:cubicBezTo>
                      <a:pt x="319" y="28"/>
                      <a:pt x="368" y="0"/>
                      <a:pt x="407" y="0"/>
                    </a:cubicBezTo>
                    <a:cubicBezTo>
                      <a:pt x="967" y="0"/>
                      <a:pt x="967" y="0"/>
                      <a:pt x="967" y="0"/>
                    </a:cubicBezTo>
                    <a:cubicBezTo>
                      <a:pt x="1007" y="0"/>
                      <a:pt x="1055" y="28"/>
                      <a:pt x="1075" y="62"/>
                    </a:cubicBezTo>
                    <a:cubicBezTo>
                      <a:pt x="1355" y="547"/>
                      <a:pt x="1355" y="547"/>
                      <a:pt x="1355" y="547"/>
                    </a:cubicBezTo>
                    <a:cubicBezTo>
                      <a:pt x="1375" y="581"/>
                      <a:pt x="1375" y="637"/>
                      <a:pt x="1355" y="671"/>
                    </a:cubicBezTo>
                    <a:cubicBezTo>
                      <a:pt x="1075" y="1156"/>
                      <a:pt x="1075" y="1156"/>
                      <a:pt x="1075" y="1156"/>
                    </a:cubicBezTo>
                    <a:cubicBezTo>
                      <a:pt x="1055" y="1190"/>
                      <a:pt x="1007" y="1218"/>
                      <a:pt x="967" y="1218"/>
                    </a:cubicBezTo>
                    <a:lnTo>
                      <a:pt x="407" y="1218"/>
                    </a:lnTo>
                    <a:close/>
                  </a:path>
                </a:pathLst>
              </a:custGeom>
              <a:noFill/>
              <a:ln w="9525">
                <a:solidFill>
                  <a:schemeClr val="accent3"/>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4795" tIns="32398" rIns="64795" bIns="32398" numCol="1" spcCol="0" rtlCol="0" fromWordArt="0" anchor="ctr" anchorCtr="0" forceAA="0" compatLnSpc="1">
                <a:noAutofit/>
              </a:bodyPr>
              <a:lstStyle/>
              <a:p>
                <a:pPr algn="ctr"/>
                <a:endParaRPr lang="zh-CN" altLang="en-US" sz="1346">
                  <a:solidFill>
                    <a:srgbClr val="FFFFFF"/>
                  </a:solidFill>
                  <a:sym typeface="Arial" panose="020B0604020202020204" pitchFamily="34" charset="0"/>
                </a:endParaRPr>
              </a:p>
            </p:txBody>
          </p:sp>
          <p:cxnSp>
            <p:nvCxnSpPr>
              <p:cNvPr id="74" name="直接连接符 73">
                <a:extLst>
                  <a:ext uri="{FF2B5EF4-FFF2-40B4-BE49-F238E27FC236}">
                    <a16:creationId xmlns:a16="http://schemas.microsoft.com/office/drawing/2014/main" id="{26E7FDF5-8D5D-48BC-82CB-6360080D8520}"/>
                  </a:ext>
                </a:extLst>
              </p:cNvPr>
              <p:cNvCxnSpPr/>
              <p:nvPr/>
            </p:nvCxnSpPr>
            <p:spPr>
              <a:xfrm>
                <a:off x="10863943" y="3431223"/>
                <a:ext cx="1188244" cy="0"/>
              </a:xfrm>
              <a:prstGeom prst="line">
                <a:avLst/>
              </a:prstGeom>
              <a:ln w="952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69B30286-D4EF-45D0-B91F-2A470B7805A8}"/>
                  </a:ext>
                </a:extLst>
              </p:cNvPr>
              <p:cNvCxnSpPr/>
              <p:nvPr/>
            </p:nvCxnSpPr>
            <p:spPr>
              <a:xfrm flipV="1">
                <a:off x="6955437" y="5111885"/>
                <a:ext cx="1008937" cy="1747531"/>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6" name="直接连接符 75">
                <a:extLst>
                  <a:ext uri="{FF2B5EF4-FFF2-40B4-BE49-F238E27FC236}">
                    <a16:creationId xmlns:a16="http://schemas.microsoft.com/office/drawing/2014/main" id="{9BD49E39-8CF8-4826-A9F9-C91759763FD2}"/>
                  </a:ext>
                </a:extLst>
              </p:cNvPr>
              <p:cNvCxnSpPr/>
              <p:nvPr/>
            </p:nvCxnSpPr>
            <p:spPr>
              <a:xfrm>
                <a:off x="6798609" y="-251869"/>
                <a:ext cx="1165761" cy="2019159"/>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77" name="组合 76">
                <a:extLst>
                  <a:ext uri="{FF2B5EF4-FFF2-40B4-BE49-F238E27FC236}">
                    <a16:creationId xmlns:a16="http://schemas.microsoft.com/office/drawing/2014/main" id="{FE4C8BE3-E42F-4583-B9DE-98CDC77B2F19}"/>
                  </a:ext>
                </a:extLst>
              </p:cNvPr>
              <p:cNvGrpSpPr/>
              <p:nvPr/>
            </p:nvGrpSpPr>
            <p:grpSpPr>
              <a:xfrm>
                <a:off x="8059703" y="2042916"/>
                <a:ext cx="303617" cy="258274"/>
                <a:chOff x="6339462" y="3747511"/>
                <a:chExt cx="907547" cy="772010"/>
              </a:xfrm>
              <a:solidFill>
                <a:schemeClr val="accent1"/>
              </a:solidFill>
            </p:grpSpPr>
            <p:sp>
              <p:nvSpPr>
                <p:cNvPr id="92" name="Rectangle 130">
                  <a:extLst>
                    <a:ext uri="{FF2B5EF4-FFF2-40B4-BE49-F238E27FC236}">
                      <a16:creationId xmlns:a16="http://schemas.microsoft.com/office/drawing/2014/main" id="{F36D7D66-2920-45A7-9E88-BE4F293C4361}"/>
                    </a:ext>
                  </a:extLst>
                </p:cNvPr>
                <p:cNvSpPr>
                  <a:spLocks noChangeArrowheads="1"/>
                </p:cNvSpPr>
                <p:nvPr/>
              </p:nvSpPr>
              <p:spPr bwMode="auto">
                <a:xfrm>
                  <a:off x="6339462" y="4489161"/>
                  <a:ext cx="881523" cy="3036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3" name="Freeform 131">
                  <a:extLst>
                    <a:ext uri="{FF2B5EF4-FFF2-40B4-BE49-F238E27FC236}">
                      <a16:creationId xmlns:a16="http://schemas.microsoft.com/office/drawing/2014/main" id="{76B146A0-6971-4F3A-8D4F-22024F8375F4}"/>
                    </a:ext>
                  </a:extLst>
                </p:cNvPr>
                <p:cNvSpPr/>
                <p:nvPr/>
              </p:nvSpPr>
              <p:spPr bwMode="auto">
                <a:xfrm>
                  <a:off x="6398014" y="4350373"/>
                  <a:ext cx="123608" cy="114934"/>
                </a:xfrm>
                <a:custGeom>
                  <a:avLst/>
                  <a:gdLst>
                    <a:gd name="T0" fmla="*/ 43 w 48"/>
                    <a:gd name="T1" fmla="*/ 45 h 45"/>
                    <a:gd name="T2" fmla="*/ 48 w 48"/>
                    <a:gd name="T3" fmla="*/ 39 h 45"/>
                    <a:gd name="T4" fmla="*/ 48 w 48"/>
                    <a:gd name="T5" fmla="*/ 0 h 45"/>
                    <a:gd name="T6" fmla="*/ 0 w 48"/>
                    <a:gd name="T7" fmla="*/ 8 h 45"/>
                    <a:gd name="T8" fmla="*/ 0 w 48"/>
                    <a:gd name="T9" fmla="*/ 39 h 45"/>
                    <a:gd name="T10" fmla="*/ 6 w 48"/>
                    <a:gd name="T11" fmla="*/ 45 h 45"/>
                    <a:gd name="T12" fmla="*/ 43 w 4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48" h="45">
                      <a:moveTo>
                        <a:pt x="43" y="45"/>
                      </a:moveTo>
                      <a:cubicBezTo>
                        <a:pt x="46" y="45"/>
                        <a:pt x="48" y="42"/>
                        <a:pt x="48" y="39"/>
                      </a:cubicBezTo>
                      <a:cubicBezTo>
                        <a:pt x="48" y="0"/>
                        <a:pt x="48" y="0"/>
                        <a:pt x="48" y="0"/>
                      </a:cubicBezTo>
                      <a:cubicBezTo>
                        <a:pt x="29" y="5"/>
                        <a:pt x="12" y="7"/>
                        <a:pt x="0" y="8"/>
                      </a:cubicBezTo>
                      <a:cubicBezTo>
                        <a:pt x="0" y="39"/>
                        <a:pt x="0" y="39"/>
                        <a:pt x="0" y="39"/>
                      </a:cubicBezTo>
                      <a:cubicBezTo>
                        <a:pt x="0" y="42"/>
                        <a:pt x="3" y="45"/>
                        <a:pt x="6" y="45"/>
                      </a:cubicBezTo>
                      <a:lnTo>
                        <a:pt x="43" y="4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4" name="Freeform 132">
                  <a:extLst>
                    <a:ext uri="{FF2B5EF4-FFF2-40B4-BE49-F238E27FC236}">
                      <a16:creationId xmlns:a16="http://schemas.microsoft.com/office/drawing/2014/main" id="{4564F2DC-2599-4736-9140-A121B2AF05F0}"/>
                    </a:ext>
                  </a:extLst>
                </p:cNvPr>
                <p:cNvSpPr/>
                <p:nvPr/>
              </p:nvSpPr>
              <p:spPr bwMode="auto">
                <a:xfrm>
                  <a:off x="6557403" y="4299411"/>
                  <a:ext cx="122524" cy="165896"/>
                </a:xfrm>
                <a:custGeom>
                  <a:avLst/>
                  <a:gdLst>
                    <a:gd name="T0" fmla="*/ 43 w 48"/>
                    <a:gd name="T1" fmla="*/ 65 h 65"/>
                    <a:gd name="T2" fmla="*/ 48 w 48"/>
                    <a:gd name="T3" fmla="*/ 59 h 65"/>
                    <a:gd name="T4" fmla="*/ 48 w 48"/>
                    <a:gd name="T5" fmla="*/ 0 h 65"/>
                    <a:gd name="T6" fmla="*/ 44 w 48"/>
                    <a:gd name="T7" fmla="*/ 2 h 65"/>
                    <a:gd name="T8" fmla="*/ 0 w 48"/>
                    <a:gd name="T9" fmla="*/ 16 h 65"/>
                    <a:gd name="T10" fmla="*/ 0 w 48"/>
                    <a:gd name="T11" fmla="*/ 59 h 65"/>
                    <a:gd name="T12" fmla="*/ 6 w 48"/>
                    <a:gd name="T13" fmla="*/ 65 h 65"/>
                    <a:gd name="T14" fmla="*/ 43 w 48"/>
                    <a:gd name="T15" fmla="*/ 65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65">
                      <a:moveTo>
                        <a:pt x="43" y="65"/>
                      </a:moveTo>
                      <a:cubicBezTo>
                        <a:pt x="46" y="65"/>
                        <a:pt x="48" y="62"/>
                        <a:pt x="48" y="59"/>
                      </a:cubicBezTo>
                      <a:cubicBezTo>
                        <a:pt x="48" y="0"/>
                        <a:pt x="48" y="0"/>
                        <a:pt x="48" y="0"/>
                      </a:cubicBezTo>
                      <a:cubicBezTo>
                        <a:pt x="47" y="1"/>
                        <a:pt x="46" y="1"/>
                        <a:pt x="44" y="2"/>
                      </a:cubicBezTo>
                      <a:cubicBezTo>
                        <a:pt x="29" y="8"/>
                        <a:pt x="14" y="13"/>
                        <a:pt x="0" y="16"/>
                      </a:cubicBezTo>
                      <a:cubicBezTo>
                        <a:pt x="0" y="59"/>
                        <a:pt x="0" y="59"/>
                        <a:pt x="0" y="59"/>
                      </a:cubicBezTo>
                      <a:cubicBezTo>
                        <a:pt x="0" y="62"/>
                        <a:pt x="3" y="65"/>
                        <a:pt x="6" y="65"/>
                      </a:cubicBezTo>
                      <a:lnTo>
                        <a:pt x="43" y="6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5" name="Freeform 133">
                  <a:extLst>
                    <a:ext uri="{FF2B5EF4-FFF2-40B4-BE49-F238E27FC236}">
                      <a16:creationId xmlns:a16="http://schemas.microsoft.com/office/drawing/2014/main" id="{A3ACF883-5DA0-43B3-B6E1-E50365E0CE48}"/>
                    </a:ext>
                  </a:extLst>
                </p:cNvPr>
                <p:cNvSpPr/>
                <p:nvPr/>
              </p:nvSpPr>
              <p:spPr bwMode="auto">
                <a:xfrm>
                  <a:off x="6715709" y="4219174"/>
                  <a:ext cx="123608" cy="246133"/>
                </a:xfrm>
                <a:custGeom>
                  <a:avLst/>
                  <a:gdLst>
                    <a:gd name="T0" fmla="*/ 43 w 48"/>
                    <a:gd name="T1" fmla="*/ 96 h 96"/>
                    <a:gd name="T2" fmla="*/ 48 w 48"/>
                    <a:gd name="T3" fmla="*/ 90 h 96"/>
                    <a:gd name="T4" fmla="*/ 48 w 48"/>
                    <a:gd name="T5" fmla="*/ 0 h 96"/>
                    <a:gd name="T6" fmla="*/ 0 w 48"/>
                    <a:gd name="T7" fmla="*/ 25 h 96"/>
                    <a:gd name="T8" fmla="*/ 0 w 48"/>
                    <a:gd name="T9" fmla="*/ 90 h 96"/>
                    <a:gd name="T10" fmla="*/ 6 w 48"/>
                    <a:gd name="T11" fmla="*/ 96 h 96"/>
                    <a:gd name="T12" fmla="*/ 43 w 48"/>
                    <a:gd name="T13" fmla="*/ 96 h 96"/>
                  </a:gdLst>
                  <a:ahLst/>
                  <a:cxnLst>
                    <a:cxn ang="0">
                      <a:pos x="T0" y="T1"/>
                    </a:cxn>
                    <a:cxn ang="0">
                      <a:pos x="T2" y="T3"/>
                    </a:cxn>
                    <a:cxn ang="0">
                      <a:pos x="T4" y="T5"/>
                    </a:cxn>
                    <a:cxn ang="0">
                      <a:pos x="T6" y="T7"/>
                    </a:cxn>
                    <a:cxn ang="0">
                      <a:pos x="T8" y="T9"/>
                    </a:cxn>
                    <a:cxn ang="0">
                      <a:pos x="T10" y="T11"/>
                    </a:cxn>
                    <a:cxn ang="0">
                      <a:pos x="T12" y="T13"/>
                    </a:cxn>
                  </a:cxnLst>
                  <a:rect l="0" t="0" r="r" b="b"/>
                  <a:pathLst>
                    <a:path w="48" h="96">
                      <a:moveTo>
                        <a:pt x="43" y="96"/>
                      </a:moveTo>
                      <a:cubicBezTo>
                        <a:pt x="46" y="96"/>
                        <a:pt x="48" y="93"/>
                        <a:pt x="48" y="90"/>
                      </a:cubicBezTo>
                      <a:cubicBezTo>
                        <a:pt x="48" y="0"/>
                        <a:pt x="48" y="0"/>
                        <a:pt x="48" y="0"/>
                      </a:cubicBezTo>
                      <a:cubicBezTo>
                        <a:pt x="33" y="10"/>
                        <a:pt x="17" y="18"/>
                        <a:pt x="0" y="25"/>
                      </a:cubicBezTo>
                      <a:cubicBezTo>
                        <a:pt x="0" y="90"/>
                        <a:pt x="0" y="90"/>
                        <a:pt x="0" y="90"/>
                      </a:cubicBezTo>
                      <a:cubicBezTo>
                        <a:pt x="0" y="93"/>
                        <a:pt x="3" y="96"/>
                        <a:pt x="6" y="96"/>
                      </a:cubicBezTo>
                      <a:lnTo>
                        <a:pt x="43" y="9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6" name="Freeform 134">
                  <a:extLst>
                    <a:ext uri="{FF2B5EF4-FFF2-40B4-BE49-F238E27FC236}">
                      <a16:creationId xmlns:a16="http://schemas.microsoft.com/office/drawing/2014/main" id="{F8809223-A0CB-4DB2-BD85-3ABC213AD486}"/>
                    </a:ext>
                  </a:extLst>
                </p:cNvPr>
                <p:cNvSpPr/>
                <p:nvPr/>
              </p:nvSpPr>
              <p:spPr bwMode="auto">
                <a:xfrm>
                  <a:off x="6875099" y="4100987"/>
                  <a:ext cx="123608" cy="364319"/>
                </a:xfrm>
                <a:custGeom>
                  <a:avLst/>
                  <a:gdLst>
                    <a:gd name="T0" fmla="*/ 43 w 48"/>
                    <a:gd name="T1" fmla="*/ 142 h 142"/>
                    <a:gd name="T2" fmla="*/ 48 w 48"/>
                    <a:gd name="T3" fmla="*/ 136 h 142"/>
                    <a:gd name="T4" fmla="*/ 48 w 48"/>
                    <a:gd name="T5" fmla="*/ 0 h 142"/>
                    <a:gd name="T6" fmla="*/ 32 w 48"/>
                    <a:gd name="T7" fmla="*/ 14 h 142"/>
                    <a:gd name="T8" fmla="*/ 0 w 48"/>
                    <a:gd name="T9" fmla="*/ 37 h 142"/>
                    <a:gd name="T10" fmla="*/ 0 w 48"/>
                    <a:gd name="T11" fmla="*/ 136 h 142"/>
                    <a:gd name="T12" fmla="*/ 6 w 48"/>
                    <a:gd name="T13" fmla="*/ 142 h 142"/>
                    <a:gd name="T14" fmla="*/ 43 w 48"/>
                    <a:gd name="T15" fmla="*/ 142 h 1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8" h="142">
                      <a:moveTo>
                        <a:pt x="43" y="142"/>
                      </a:moveTo>
                      <a:cubicBezTo>
                        <a:pt x="46" y="142"/>
                        <a:pt x="48" y="139"/>
                        <a:pt x="48" y="136"/>
                      </a:cubicBezTo>
                      <a:cubicBezTo>
                        <a:pt x="48" y="0"/>
                        <a:pt x="48" y="0"/>
                        <a:pt x="48" y="0"/>
                      </a:cubicBezTo>
                      <a:cubicBezTo>
                        <a:pt x="43" y="5"/>
                        <a:pt x="37" y="10"/>
                        <a:pt x="32" y="14"/>
                      </a:cubicBezTo>
                      <a:cubicBezTo>
                        <a:pt x="21" y="23"/>
                        <a:pt x="11" y="30"/>
                        <a:pt x="0" y="37"/>
                      </a:cubicBezTo>
                      <a:cubicBezTo>
                        <a:pt x="0" y="136"/>
                        <a:pt x="0" y="136"/>
                        <a:pt x="0" y="136"/>
                      </a:cubicBezTo>
                      <a:cubicBezTo>
                        <a:pt x="0" y="139"/>
                        <a:pt x="3" y="142"/>
                        <a:pt x="6" y="142"/>
                      </a:cubicBezTo>
                      <a:lnTo>
                        <a:pt x="43" y="14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7" name="Freeform 135">
                  <a:extLst>
                    <a:ext uri="{FF2B5EF4-FFF2-40B4-BE49-F238E27FC236}">
                      <a16:creationId xmlns:a16="http://schemas.microsoft.com/office/drawing/2014/main" id="{51CC99D3-60E9-432A-88A8-7B410FAE9D85}"/>
                    </a:ext>
                  </a:extLst>
                </p:cNvPr>
                <p:cNvSpPr/>
                <p:nvPr/>
              </p:nvSpPr>
              <p:spPr bwMode="auto">
                <a:xfrm>
                  <a:off x="7034488" y="3927502"/>
                  <a:ext cx="122524" cy="537805"/>
                </a:xfrm>
                <a:custGeom>
                  <a:avLst/>
                  <a:gdLst>
                    <a:gd name="T0" fmla="*/ 43 w 48"/>
                    <a:gd name="T1" fmla="*/ 210 h 210"/>
                    <a:gd name="T2" fmla="*/ 48 w 48"/>
                    <a:gd name="T3" fmla="*/ 204 h 210"/>
                    <a:gd name="T4" fmla="*/ 48 w 48"/>
                    <a:gd name="T5" fmla="*/ 0 h 210"/>
                    <a:gd name="T6" fmla="*/ 0 w 48"/>
                    <a:gd name="T7" fmla="*/ 56 h 210"/>
                    <a:gd name="T8" fmla="*/ 0 w 48"/>
                    <a:gd name="T9" fmla="*/ 204 h 210"/>
                    <a:gd name="T10" fmla="*/ 6 w 48"/>
                    <a:gd name="T11" fmla="*/ 210 h 210"/>
                    <a:gd name="T12" fmla="*/ 43 w 48"/>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48" h="210">
                      <a:moveTo>
                        <a:pt x="43" y="210"/>
                      </a:moveTo>
                      <a:cubicBezTo>
                        <a:pt x="46" y="210"/>
                        <a:pt x="48" y="207"/>
                        <a:pt x="48" y="204"/>
                      </a:cubicBezTo>
                      <a:cubicBezTo>
                        <a:pt x="48" y="0"/>
                        <a:pt x="48" y="0"/>
                        <a:pt x="48" y="0"/>
                      </a:cubicBezTo>
                      <a:cubicBezTo>
                        <a:pt x="33" y="20"/>
                        <a:pt x="17" y="39"/>
                        <a:pt x="0" y="56"/>
                      </a:cubicBezTo>
                      <a:cubicBezTo>
                        <a:pt x="0" y="204"/>
                        <a:pt x="0" y="204"/>
                        <a:pt x="0" y="204"/>
                      </a:cubicBezTo>
                      <a:cubicBezTo>
                        <a:pt x="0" y="207"/>
                        <a:pt x="3" y="210"/>
                        <a:pt x="6" y="210"/>
                      </a:cubicBezTo>
                      <a:lnTo>
                        <a:pt x="43" y="21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8" name="Freeform 136">
                  <a:extLst>
                    <a:ext uri="{FF2B5EF4-FFF2-40B4-BE49-F238E27FC236}">
                      <a16:creationId xmlns:a16="http://schemas.microsoft.com/office/drawing/2014/main" id="{37C39D3B-4793-49D6-A99D-396057A4AC35}"/>
                    </a:ext>
                  </a:extLst>
                </p:cNvPr>
                <p:cNvSpPr/>
                <p:nvPr/>
              </p:nvSpPr>
              <p:spPr bwMode="auto">
                <a:xfrm>
                  <a:off x="6343800" y="3747511"/>
                  <a:ext cx="903209" cy="587682"/>
                </a:xfrm>
                <a:custGeom>
                  <a:avLst/>
                  <a:gdLst>
                    <a:gd name="T0" fmla="*/ 350 w 352"/>
                    <a:gd name="T1" fmla="*/ 58 h 229"/>
                    <a:gd name="T2" fmla="*/ 335 w 352"/>
                    <a:gd name="T3" fmla="*/ 8 h 229"/>
                    <a:gd name="T4" fmla="*/ 322 w 352"/>
                    <a:gd name="T5" fmla="*/ 2 h 229"/>
                    <a:gd name="T6" fmla="*/ 273 w 352"/>
                    <a:gd name="T7" fmla="*/ 17 h 229"/>
                    <a:gd name="T8" fmla="*/ 266 w 352"/>
                    <a:gd name="T9" fmla="*/ 30 h 229"/>
                    <a:gd name="T10" fmla="*/ 279 w 352"/>
                    <a:gd name="T11" fmla="*/ 36 h 229"/>
                    <a:gd name="T12" fmla="*/ 304 w 352"/>
                    <a:gd name="T13" fmla="*/ 29 h 229"/>
                    <a:gd name="T14" fmla="*/ 219 w 352"/>
                    <a:gd name="T15" fmla="*/ 121 h 229"/>
                    <a:gd name="T16" fmla="*/ 71 w 352"/>
                    <a:gd name="T17" fmla="*/ 194 h 229"/>
                    <a:gd name="T18" fmla="*/ 0 w 352"/>
                    <a:gd name="T19" fmla="*/ 205 h 229"/>
                    <a:gd name="T20" fmla="*/ 0 w 352"/>
                    <a:gd name="T21" fmla="*/ 205 h 229"/>
                    <a:gd name="T22" fmla="*/ 0 w 352"/>
                    <a:gd name="T23" fmla="*/ 229 h 229"/>
                    <a:gd name="T24" fmla="*/ 0 w 352"/>
                    <a:gd name="T25" fmla="*/ 229 h 229"/>
                    <a:gd name="T26" fmla="*/ 125 w 352"/>
                    <a:gd name="T27" fmla="*/ 202 h 229"/>
                    <a:gd name="T28" fmla="*/ 234 w 352"/>
                    <a:gd name="T29" fmla="*/ 139 h 229"/>
                    <a:gd name="T30" fmla="*/ 324 w 352"/>
                    <a:gd name="T31" fmla="*/ 41 h 229"/>
                    <a:gd name="T32" fmla="*/ 331 w 352"/>
                    <a:gd name="T33" fmla="*/ 64 h 229"/>
                    <a:gd name="T34" fmla="*/ 344 w 352"/>
                    <a:gd name="T35" fmla="*/ 70 h 229"/>
                    <a:gd name="T36" fmla="*/ 350 w 352"/>
                    <a:gd name="T37" fmla="*/ 58 h 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52" h="229">
                      <a:moveTo>
                        <a:pt x="350" y="58"/>
                      </a:moveTo>
                      <a:cubicBezTo>
                        <a:pt x="335" y="8"/>
                        <a:pt x="335" y="8"/>
                        <a:pt x="335" y="8"/>
                      </a:cubicBezTo>
                      <a:cubicBezTo>
                        <a:pt x="333" y="3"/>
                        <a:pt x="327" y="0"/>
                        <a:pt x="322" y="2"/>
                      </a:cubicBezTo>
                      <a:cubicBezTo>
                        <a:pt x="273" y="17"/>
                        <a:pt x="273" y="17"/>
                        <a:pt x="273" y="17"/>
                      </a:cubicBezTo>
                      <a:cubicBezTo>
                        <a:pt x="268" y="19"/>
                        <a:pt x="265" y="25"/>
                        <a:pt x="266" y="30"/>
                      </a:cubicBezTo>
                      <a:cubicBezTo>
                        <a:pt x="268" y="35"/>
                        <a:pt x="274" y="38"/>
                        <a:pt x="279" y="36"/>
                      </a:cubicBezTo>
                      <a:cubicBezTo>
                        <a:pt x="304" y="29"/>
                        <a:pt x="304" y="29"/>
                        <a:pt x="304" y="29"/>
                      </a:cubicBezTo>
                      <a:cubicBezTo>
                        <a:pt x="278" y="67"/>
                        <a:pt x="249" y="97"/>
                        <a:pt x="219" y="121"/>
                      </a:cubicBezTo>
                      <a:cubicBezTo>
                        <a:pt x="166" y="163"/>
                        <a:pt x="112" y="184"/>
                        <a:pt x="71" y="194"/>
                      </a:cubicBezTo>
                      <a:cubicBezTo>
                        <a:pt x="29" y="205"/>
                        <a:pt x="1" y="205"/>
                        <a:pt x="0" y="205"/>
                      </a:cubicBezTo>
                      <a:cubicBezTo>
                        <a:pt x="0" y="205"/>
                        <a:pt x="0" y="205"/>
                        <a:pt x="0" y="205"/>
                      </a:cubicBezTo>
                      <a:cubicBezTo>
                        <a:pt x="0" y="229"/>
                        <a:pt x="0" y="229"/>
                        <a:pt x="0" y="229"/>
                      </a:cubicBezTo>
                      <a:cubicBezTo>
                        <a:pt x="0" y="229"/>
                        <a:pt x="0" y="229"/>
                        <a:pt x="0" y="229"/>
                      </a:cubicBezTo>
                      <a:cubicBezTo>
                        <a:pt x="3" y="229"/>
                        <a:pt x="56" y="229"/>
                        <a:pt x="125" y="202"/>
                      </a:cubicBezTo>
                      <a:cubicBezTo>
                        <a:pt x="159" y="189"/>
                        <a:pt x="197" y="169"/>
                        <a:pt x="234" y="139"/>
                      </a:cubicBezTo>
                      <a:cubicBezTo>
                        <a:pt x="265" y="114"/>
                        <a:pt x="296" y="82"/>
                        <a:pt x="324" y="41"/>
                      </a:cubicBezTo>
                      <a:cubicBezTo>
                        <a:pt x="331" y="64"/>
                        <a:pt x="331" y="64"/>
                        <a:pt x="331" y="64"/>
                      </a:cubicBezTo>
                      <a:cubicBezTo>
                        <a:pt x="333" y="69"/>
                        <a:pt x="339" y="72"/>
                        <a:pt x="344" y="70"/>
                      </a:cubicBezTo>
                      <a:cubicBezTo>
                        <a:pt x="349" y="69"/>
                        <a:pt x="352" y="63"/>
                        <a:pt x="350" y="5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9" name="Freeform 137">
                  <a:extLst>
                    <a:ext uri="{FF2B5EF4-FFF2-40B4-BE49-F238E27FC236}">
                      <a16:creationId xmlns:a16="http://schemas.microsoft.com/office/drawing/2014/main" id="{11249225-1C33-4D93-9662-DE4464179C82}"/>
                    </a:ext>
                  </a:extLst>
                </p:cNvPr>
                <p:cNvSpPr/>
                <p:nvPr/>
              </p:nvSpPr>
              <p:spPr bwMode="auto">
                <a:xfrm>
                  <a:off x="6375243" y="3837506"/>
                  <a:ext cx="217941" cy="353477"/>
                </a:xfrm>
                <a:custGeom>
                  <a:avLst/>
                  <a:gdLst>
                    <a:gd name="T0" fmla="*/ 57 w 85"/>
                    <a:gd name="T1" fmla="*/ 104 h 138"/>
                    <a:gd name="T2" fmla="*/ 45 w 85"/>
                    <a:gd name="T3" fmla="*/ 108 h 138"/>
                    <a:gd name="T4" fmla="*/ 30 w 85"/>
                    <a:gd name="T5" fmla="*/ 105 h 138"/>
                    <a:gd name="T6" fmla="*/ 20 w 85"/>
                    <a:gd name="T7" fmla="*/ 100 h 138"/>
                    <a:gd name="T8" fmla="*/ 19 w 85"/>
                    <a:gd name="T9" fmla="*/ 98 h 138"/>
                    <a:gd name="T10" fmla="*/ 19 w 85"/>
                    <a:gd name="T11" fmla="*/ 98 h 138"/>
                    <a:gd name="T12" fmla="*/ 19 w 85"/>
                    <a:gd name="T13" fmla="*/ 98 h 138"/>
                    <a:gd name="T14" fmla="*/ 19 w 85"/>
                    <a:gd name="T15" fmla="*/ 97 h 138"/>
                    <a:gd name="T16" fmla="*/ 13 w 85"/>
                    <a:gd name="T17" fmla="*/ 94 h 138"/>
                    <a:gd name="T18" fmla="*/ 3 w 85"/>
                    <a:gd name="T19" fmla="*/ 101 h 138"/>
                    <a:gd name="T20" fmla="*/ 3 w 85"/>
                    <a:gd name="T21" fmla="*/ 109 h 138"/>
                    <a:gd name="T22" fmla="*/ 33 w 85"/>
                    <a:gd name="T23" fmla="*/ 125 h 138"/>
                    <a:gd name="T24" fmla="*/ 33 w 85"/>
                    <a:gd name="T25" fmla="*/ 135 h 138"/>
                    <a:gd name="T26" fmla="*/ 36 w 85"/>
                    <a:gd name="T27" fmla="*/ 138 h 138"/>
                    <a:gd name="T28" fmla="*/ 46 w 85"/>
                    <a:gd name="T29" fmla="*/ 138 h 138"/>
                    <a:gd name="T30" fmla="*/ 49 w 85"/>
                    <a:gd name="T31" fmla="*/ 135 h 138"/>
                    <a:gd name="T32" fmla="*/ 49 w 85"/>
                    <a:gd name="T33" fmla="*/ 126 h 138"/>
                    <a:gd name="T34" fmla="*/ 72 w 85"/>
                    <a:gd name="T35" fmla="*/ 118 h 138"/>
                    <a:gd name="T36" fmla="*/ 81 w 85"/>
                    <a:gd name="T37" fmla="*/ 86 h 138"/>
                    <a:gd name="T38" fmla="*/ 49 w 85"/>
                    <a:gd name="T39" fmla="*/ 62 h 138"/>
                    <a:gd name="T40" fmla="*/ 47 w 85"/>
                    <a:gd name="T41" fmla="*/ 61 h 138"/>
                    <a:gd name="T42" fmla="*/ 35 w 85"/>
                    <a:gd name="T43" fmla="*/ 56 h 138"/>
                    <a:gd name="T44" fmla="*/ 34 w 85"/>
                    <a:gd name="T45" fmla="*/ 56 h 138"/>
                    <a:gd name="T46" fmla="*/ 25 w 85"/>
                    <a:gd name="T47" fmla="*/ 49 h 138"/>
                    <a:gd name="T48" fmla="*/ 27 w 85"/>
                    <a:gd name="T49" fmla="*/ 36 h 138"/>
                    <a:gd name="T50" fmla="*/ 41 w 85"/>
                    <a:gd name="T51" fmla="*/ 31 h 138"/>
                    <a:gd name="T52" fmla="*/ 51 w 85"/>
                    <a:gd name="T53" fmla="*/ 32 h 138"/>
                    <a:gd name="T54" fmla="*/ 61 w 85"/>
                    <a:gd name="T55" fmla="*/ 39 h 138"/>
                    <a:gd name="T56" fmla="*/ 62 w 85"/>
                    <a:gd name="T57" fmla="*/ 40 h 138"/>
                    <a:gd name="T58" fmla="*/ 62 w 85"/>
                    <a:gd name="T59" fmla="*/ 40 h 138"/>
                    <a:gd name="T60" fmla="*/ 62 w 85"/>
                    <a:gd name="T61" fmla="*/ 41 h 138"/>
                    <a:gd name="T62" fmla="*/ 68 w 85"/>
                    <a:gd name="T63" fmla="*/ 44 h 138"/>
                    <a:gd name="T64" fmla="*/ 78 w 85"/>
                    <a:gd name="T65" fmla="*/ 38 h 138"/>
                    <a:gd name="T66" fmla="*/ 78 w 85"/>
                    <a:gd name="T67" fmla="*/ 29 h 138"/>
                    <a:gd name="T68" fmla="*/ 56 w 85"/>
                    <a:gd name="T69" fmla="*/ 14 h 138"/>
                    <a:gd name="T70" fmla="*/ 49 w 85"/>
                    <a:gd name="T71" fmla="*/ 13 h 138"/>
                    <a:gd name="T72" fmla="*/ 49 w 85"/>
                    <a:gd name="T73" fmla="*/ 3 h 138"/>
                    <a:gd name="T74" fmla="*/ 46 w 85"/>
                    <a:gd name="T75" fmla="*/ 0 h 138"/>
                    <a:gd name="T76" fmla="*/ 36 w 85"/>
                    <a:gd name="T77" fmla="*/ 0 h 138"/>
                    <a:gd name="T78" fmla="*/ 33 w 85"/>
                    <a:gd name="T79" fmla="*/ 3 h 138"/>
                    <a:gd name="T80" fmla="*/ 33 w 85"/>
                    <a:gd name="T81" fmla="*/ 13 h 138"/>
                    <a:gd name="T82" fmla="*/ 12 w 85"/>
                    <a:gd name="T83" fmla="*/ 24 h 138"/>
                    <a:gd name="T84" fmla="*/ 5 w 85"/>
                    <a:gd name="T85" fmla="*/ 56 h 138"/>
                    <a:gd name="T86" fmla="*/ 17 w 85"/>
                    <a:gd name="T87" fmla="*/ 68 h 138"/>
                    <a:gd name="T88" fmla="*/ 47 w 85"/>
                    <a:gd name="T89" fmla="*/ 83 h 138"/>
                    <a:gd name="T90" fmla="*/ 51 w 85"/>
                    <a:gd name="T91" fmla="*/ 85 h 138"/>
                    <a:gd name="T92" fmla="*/ 59 w 85"/>
                    <a:gd name="T93" fmla="*/ 92 h 138"/>
                    <a:gd name="T94" fmla="*/ 57 w 85"/>
                    <a:gd name="T95" fmla="*/ 104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5" h="138">
                      <a:moveTo>
                        <a:pt x="57" y="104"/>
                      </a:moveTo>
                      <a:cubicBezTo>
                        <a:pt x="54" y="107"/>
                        <a:pt x="50" y="108"/>
                        <a:pt x="45" y="108"/>
                      </a:cubicBezTo>
                      <a:cubicBezTo>
                        <a:pt x="40" y="108"/>
                        <a:pt x="35" y="107"/>
                        <a:pt x="30" y="105"/>
                      </a:cubicBezTo>
                      <a:cubicBezTo>
                        <a:pt x="27" y="104"/>
                        <a:pt x="23" y="102"/>
                        <a:pt x="20" y="100"/>
                      </a:cubicBezTo>
                      <a:cubicBezTo>
                        <a:pt x="20" y="99"/>
                        <a:pt x="20" y="99"/>
                        <a:pt x="19" y="98"/>
                      </a:cubicBezTo>
                      <a:cubicBezTo>
                        <a:pt x="19" y="98"/>
                        <a:pt x="19" y="98"/>
                        <a:pt x="19" y="98"/>
                      </a:cubicBezTo>
                      <a:cubicBezTo>
                        <a:pt x="19" y="98"/>
                        <a:pt x="19" y="98"/>
                        <a:pt x="19" y="98"/>
                      </a:cubicBezTo>
                      <a:cubicBezTo>
                        <a:pt x="19" y="97"/>
                        <a:pt x="19" y="97"/>
                        <a:pt x="19" y="97"/>
                      </a:cubicBezTo>
                      <a:cubicBezTo>
                        <a:pt x="17" y="95"/>
                        <a:pt x="15" y="94"/>
                        <a:pt x="13" y="94"/>
                      </a:cubicBezTo>
                      <a:cubicBezTo>
                        <a:pt x="9" y="94"/>
                        <a:pt x="5" y="97"/>
                        <a:pt x="3" y="101"/>
                      </a:cubicBezTo>
                      <a:cubicBezTo>
                        <a:pt x="1" y="104"/>
                        <a:pt x="1" y="107"/>
                        <a:pt x="3" y="109"/>
                      </a:cubicBezTo>
                      <a:cubicBezTo>
                        <a:pt x="8" y="118"/>
                        <a:pt x="21" y="123"/>
                        <a:pt x="33" y="125"/>
                      </a:cubicBezTo>
                      <a:cubicBezTo>
                        <a:pt x="33" y="135"/>
                        <a:pt x="33" y="135"/>
                        <a:pt x="33" y="135"/>
                      </a:cubicBezTo>
                      <a:cubicBezTo>
                        <a:pt x="33" y="137"/>
                        <a:pt x="35" y="138"/>
                        <a:pt x="36" y="138"/>
                      </a:cubicBezTo>
                      <a:cubicBezTo>
                        <a:pt x="46" y="138"/>
                        <a:pt x="46" y="138"/>
                        <a:pt x="46" y="138"/>
                      </a:cubicBezTo>
                      <a:cubicBezTo>
                        <a:pt x="47" y="138"/>
                        <a:pt x="49" y="137"/>
                        <a:pt x="49" y="135"/>
                      </a:cubicBezTo>
                      <a:cubicBezTo>
                        <a:pt x="49" y="126"/>
                        <a:pt x="49" y="126"/>
                        <a:pt x="49" y="126"/>
                      </a:cubicBezTo>
                      <a:cubicBezTo>
                        <a:pt x="59" y="125"/>
                        <a:pt x="67" y="122"/>
                        <a:pt x="72" y="118"/>
                      </a:cubicBezTo>
                      <a:cubicBezTo>
                        <a:pt x="81" y="109"/>
                        <a:pt x="85" y="97"/>
                        <a:pt x="81" y="86"/>
                      </a:cubicBezTo>
                      <a:cubicBezTo>
                        <a:pt x="77" y="74"/>
                        <a:pt x="61" y="67"/>
                        <a:pt x="49" y="62"/>
                      </a:cubicBezTo>
                      <a:cubicBezTo>
                        <a:pt x="47" y="61"/>
                        <a:pt x="47" y="61"/>
                        <a:pt x="47" y="61"/>
                      </a:cubicBezTo>
                      <a:cubicBezTo>
                        <a:pt x="43" y="59"/>
                        <a:pt x="37" y="57"/>
                        <a:pt x="35" y="56"/>
                      </a:cubicBezTo>
                      <a:cubicBezTo>
                        <a:pt x="34" y="56"/>
                        <a:pt x="34" y="56"/>
                        <a:pt x="34" y="56"/>
                      </a:cubicBezTo>
                      <a:cubicBezTo>
                        <a:pt x="30" y="54"/>
                        <a:pt x="27" y="52"/>
                        <a:pt x="25" y="49"/>
                      </a:cubicBezTo>
                      <a:cubicBezTo>
                        <a:pt x="23" y="45"/>
                        <a:pt x="23" y="39"/>
                        <a:pt x="27" y="36"/>
                      </a:cubicBezTo>
                      <a:cubicBezTo>
                        <a:pt x="32" y="32"/>
                        <a:pt x="37" y="31"/>
                        <a:pt x="41" y="31"/>
                      </a:cubicBezTo>
                      <a:cubicBezTo>
                        <a:pt x="44" y="31"/>
                        <a:pt x="48" y="31"/>
                        <a:pt x="51" y="32"/>
                      </a:cubicBezTo>
                      <a:cubicBezTo>
                        <a:pt x="54" y="33"/>
                        <a:pt x="58" y="36"/>
                        <a:pt x="61" y="39"/>
                      </a:cubicBezTo>
                      <a:cubicBezTo>
                        <a:pt x="61" y="39"/>
                        <a:pt x="61" y="39"/>
                        <a:pt x="62" y="40"/>
                      </a:cubicBezTo>
                      <a:cubicBezTo>
                        <a:pt x="62" y="40"/>
                        <a:pt x="62" y="40"/>
                        <a:pt x="62" y="40"/>
                      </a:cubicBezTo>
                      <a:cubicBezTo>
                        <a:pt x="62" y="41"/>
                        <a:pt x="62" y="41"/>
                        <a:pt x="62" y="41"/>
                      </a:cubicBezTo>
                      <a:cubicBezTo>
                        <a:pt x="64" y="43"/>
                        <a:pt x="66" y="44"/>
                        <a:pt x="68" y="44"/>
                      </a:cubicBezTo>
                      <a:cubicBezTo>
                        <a:pt x="72" y="44"/>
                        <a:pt x="76" y="41"/>
                        <a:pt x="78" y="38"/>
                      </a:cubicBezTo>
                      <a:cubicBezTo>
                        <a:pt x="80" y="35"/>
                        <a:pt x="80" y="32"/>
                        <a:pt x="78" y="29"/>
                      </a:cubicBezTo>
                      <a:cubicBezTo>
                        <a:pt x="74" y="22"/>
                        <a:pt x="64" y="17"/>
                        <a:pt x="56" y="14"/>
                      </a:cubicBezTo>
                      <a:cubicBezTo>
                        <a:pt x="54" y="14"/>
                        <a:pt x="51" y="13"/>
                        <a:pt x="49" y="13"/>
                      </a:cubicBezTo>
                      <a:cubicBezTo>
                        <a:pt x="49" y="3"/>
                        <a:pt x="49" y="3"/>
                        <a:pt x="49" y="3"/>
                      </a:cubicBezTo>
                      <a:cubicBezTo>
                        <a:pt x="49" y="1"/>
                        <a:pt x="47" y="0"/>
                        <a:pt x="46" y="0"/>
                      </a:cubicBezTo>
                      <a:cubicBezTo>
                        <a:pt x="36" y="0"/>
                        <a:pt x="36" y="0"/>
                        <a:pt x="36" y="0"/>
                      </a:cubicBezTo>
                      <a:cubicBezTo>
                        <a:pt x="35" y="0"/>
                        <a:pt x="33" y="1"/>
                        <a:pt x="33" y="3"/>
                      </a:cubicBezTo>
                      <a:cubicBezTo>
                        <a:pt x="33" y="13"/>
                        <a:pt x="33" y="13"/>
                        <a:pt x="33" y="13"/>
                      </a:cubicBezTo>
                      <a:cubicBezTo>
                        <a:pt x="25" y="15"/>
                        <a:pt x="17" y="18"/>
                        <a:pt x="12" y="24"/>
                      </a:cubicBezTo>
                      <a:cubicBezTo>
                        <a:pt x="3" y="32"/>
                        <a:pt x="0" y="45"/>
                        <a:pt x="5" y="56"/>
                      </a:cubicBezTo>
                      <a:cubicBezTo>
                        <a:pt x="8" y="62"/>
                        <a:pt x="12" y="66"/>
                        <a:pt x="17" y="68"/>
                      </a:cubicBezTo>
                      <a:cubicBezTo>
                        <a:pt x="20" y="70"/>
                        <a:pt x="38" y="79"/>
                        <a:pt x="47" y="83"/>
                      </a:cubicBezTo>
                      <a:cubicBezTo>
                        <a:pt x="51" y="85"/>
                        <a:pt x="51" y="85"/>
                        <a:pt x="51" y="85"/>
                      </a:cubicBezTo>
                      <a:cubicBezTo>
                        <a:pt x="55" y="87"/>
                        <a:pt x="58" y="89"/>
                        <a:pt x="59" y="92"/>
                      </a:cubicBezTo>
                      <a:cubicBezTo>
                        <a:pt x="61" y="96"/>
                        <a:pt x="60" y="102"/>
                        <a:pt x="57" y="10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8" name="组合 77">
                <a:extLst>
                  <a:ext uri="{FF2B5EF4-FFF2-40B4-BE49-F238E27FC236}">
                    <a16:creationId xmlns:a16="http://schemas.microsoft.com/office/drawing/2014/main" id="{463E8E8F-F6EB-49B2-BAB4-3A5B3EF9CB55}"/>
                  </a:ext>
                </a:extLst>
              </p:cNvPr>
              <p:cNvGrpSpPr/>
              <p:nvPr/>
            </p:nvGrpSpPr>
            <p:grpSpPr>
              <a:xfrm>
                <a:off x="8062201" y="4560896"/>
                <a:ext cx="300352" cy="258999"/>
                <a:chOff x="3548515" y="964154"/>
                <a:chExt cx="897787" cy="774179"/>
              </a:xfrm>
              <a:solidFill>
                <a:schemeClr val="accent2"/>
              </a:solidFill>
            </p:grpSpPr>
            <p:sp>
              <p:nvSpPr>
                <p:cNvPr id="87" name="Freeform 222">
                  <a:extLst>
                    <a:ext uri="{FF2B5EF4-FFF2-40B4-BE49-F238E27FC236}">
                      <a16:creationId xmlns:a16="http://schemas.microsoft.com/office/drawing/2014/main" id="{FDF2CC09-92E5-41DD-90C6-FCAB80DBA5E9}"/>
                    </a:ext>
                  </a:extLst>
                </p:cNvPr>
                <p:cNvSpPr/>
                <p:nvPr/>
              </p:nvSpPr>
              <p:spPr bwMode="auto">
                <a:xfrm>
                  <a:off x="3548515" y="964154"/>
                  <a:ext cx="897787" cy="774179"/>
                </a:xfrm>
                <a:custGeom>
                  <a:avLst/>
                  <a:gdLst>
                    <a:gd name="T0" fmla="*/ 28 w 828"/>
                    <a:gd name="T1" fmla="*/ 686 h 714"/>
                    <a:gd name="T2" fmla="*/ 28 w 828"/>
                    <a:gd name="T3" fmla="*/ 605 h 714"/>
                    <a:gd name="T4" fmla="*/ 66 w 828"/>
                    <a:gd name="T5" fmla="*/ 605 h 714"/>
                    <a:gd name="T6" fmla="*/ 66 w 828"/>
                    <a:gd name="T7" fmla="*/ 577 h 714"/>
                    <a:gd name="T8" fmla="*/ 28 w 828"/>
                    <a:gd name="T9" fmla="*/ 577 h 714"/>
                    <a:gd name="T10" fmla="*/ 28 w 828"/>
                    <a:gd name="T11" fmla="*/ 435 h 714"/>
                    <a:gd name="T12" fmla="*/ 66 w 828"/>
                    <a:gd name="T13" fmla="*/ 435 h 714"/>
                    <a:gd name="T14" fmla="*/ 66 w 828"/>
                    <a:gd name="T15" fmla="*/ 407 h 714"/>
                    <a:gd name="T16" fmla="*/ 28 w 828"/>
                    <a:gd name="T17" fmla="*/ 407 h 714"/>
                    <a:gd name="T18" fmla="*/ 28 w 828"/>
                    <a:gd name="T19" fmla="*/ 265 h 714"/>
                    <a:gd name="T20" fmla="*/ 66 w 828"/>
                    <a:gd name="T21" fmla="*/ 265 h 714"/>
                    <a:gd name="T22" fmla="*/ 66 w 828"/>
                    <a:gd name="T23" fmla="*/ 236 h 714"/>
                    <a:gd name="T24" fmla="*/ 28 w 828"/>
                    <a:gd name="T25" fmla="*/ 236 h 714"/>
                    <a:gd name="T26" fmla="*/ 28 w 828"/>
                    <a:gd name="T27" fmla="*/ 94 h 714"/>
                    <a:gd name="T28" fmla="*/ 66 w 828"/>
                    <a:gd name="T29" fmla="*/ 94 h 714"/>
                    <a:gd name="T30" fmla="*/ 66 w 828"/>
                    <a:gd name="T31" fmla="*/ 66 h 714"/>
                    <a:gd name="T32" fmla="*/ 28 w 828"/>
                    <a:gd name="T33" fmla="*/ 66 h 714"/>
                    <a:gd name="T34" fmla="*/ 28 w 828"/>
                    <a:gd name="T35" fmla="*/ 0 h 714"/>
                    <a:gd name="T36" fmla="*/ 0 w 828"/>
                    <a:gd name="T37" fmla="*/ 0 h 714"/>
                    <a:gd name="T38" fmla="*/ 0 w 828"/>
                    <a:gd name="T39" fmla="*/ 714 h 714"/>
                    <a:gd name="T40" fmla="*/ 828 w 828"/>
                    <a:gd name="T41" fmla="*/ 714 h 714"/>
                    <a:gd name="T42" fmla="*/ 828 w 828"/>
                    <a:gd name="T43" fmla="*/ 686 h 714"/>
                    <a:gd name="T44" fmla="*/ 28 w 828"/>
                    <a:gd name="T45" fmla="*/ 686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28" h="714">
                      <a:moveTo>
                        <a:pt x="28" y="686"/>
                      </a:moveTo>
                      <a:lnTo>
                        <a:pt x="28" y="605"/>
                      </a:lnTo>
                      <a:lnTo>
                        <a:pt x="66" y="605"/>
                      </a:lnTo>
                      <a:lnTo>
                        <a:pt x="66" y="577"/>
                      </a:lnTo>
                      <a:lnTo>
                        <a:pt x="28" y="577"/>
                      </a:lnTo>
                      <a:lnTo>
                        <a:pt x="28" y="435"/>
                      </a:lnTo>
                      <a:lnTo>
                        <a:pt x="66" y="435"/>
                      </a:lnTo>
                      <a:lnTo>
                        <a:pt x="66" y="407"/>
                      </a:lnTo>
                      <a:lnTo>
                        <a:pt x="28" y="407"/>
                      </a:lnTo>
                      <a:lnTo>
                        <a:pt x="28" y="265"/>
                      </a:lnTo>
                      <a:lnTo>
                        <a:pt x="66" y="265"/>
                      </a:lnTo>
                      <a:lnTo>
                        <a:pt x="66" y="236"/>
                      </a:lnTo>
                      <a:lnTo>
                        <a:pt x="28" y="236"/>
                      </a:lnTo>
                      <a:lnTo>
                        <a:pt x="28" y="94"/>
                      </a:lnTo>
                      <a:lnTo>
                        <a:pt x="66" y="94"/>
                      </a:lnTo>
                      <a:lnTo>
                        <a:pt x="66" y="66"/>
                      </a:lnTo>
                      <a:lnTo>
                        <a:pt x="28" y="66"/>
                      </a:lnTo>
                      <a:lnTo>
                        <a:pt x="28" y="0"/>
                      </a:lnTo>
                      <a:lnTo>
                        <a:pt x="0" y="0"/>
                      </a:lnTo>
                      <a:lnTo>
                        <a:pt x="0" y="714"/>
                      </a:lnTo>
                      <a:lnTo>
                        <a:pt x="828" y="714"/>
                      </a:lnTo>
                      <a:lnTo>
                        <a:pt x="828" y="686"/>
                      </a:lnTo>
                      <a:lnTo>
                        <a:pt x="28" y="686"/>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8" name="Freeform 223">
                  <a:extLst>
                    <a:ext uri="{FF2B5EF4-FFF2-40B4-BE49-F238E27FC236}">
                      <a16:creationId xmlns:a16="http://schemas.microsoft.com/office/drawing/2014/main" id="{BDE85F74-05F8-4A5F-9004-E798E5985E47}"/>
                    </a:ext>
                  </a:extLst>
                </p:cNvPr>
                <p:cNvSpPr/>
                <p:nvPr/>
              </p:nvSpPr>
              <p:spPr bwMode="auto">
                <a:xfrm>
                  <a:off x="3681882" y="1381603"/>
                  <a:ext cx="125777" cy="303599"/>
                </a:xfrm>
                <a:custGeom>
                  <a:avLst/>
                  <a:gdLst>
                    <a:gd name="T0" fmla="*/ 6 w 49"/>
                    <a:gd name="T1" fmla="*/ 118 h 118"/>
                    <a:gd name="T2" fmla="*/ 43 w 49"/>
                    <a:gd name="T3" fmla="*/ 118 h 118"/>
                    <a:gd name="T4" fmla="*/ 49 w 49"/>
                    <a:gd name="T5" fmla="*/ 112 h 118"/>
                    <a:gd name="T6" fmla="*/ 49 w 49"/>
                    <a:gd name="T7" fmla="*/ 6 h 118"/>
                    <a:gd name="T8" fmla="*/ 43 w 49"/>
                    <a:gd name="T9" fmla="*/ 0 h 118"/>
                    <a:gd name="T10" fmla="*/ 6 w 49"/>
                    <a:gd name="T11" fmla="*/ 0 h 118"/>
                    <a:gd name="T12" fmla="*/ 0 w 49"/>
                    <a:gd name="T13" fmla="*/ 6 h 118"/>
                    <a:gd name="T14" fmla="*/ 0 w 49"/>
                    <a:gd name="T15" fmla="*/ 112 h 118"/>
                    <a:gd name="T16" fmla="*/ 6 w 49"/>
                    <a:gd name="T17" fmla="*/ 118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18">
                      <a:moveTo>
                        <a:pt x="6" y="118"/>
                      </a:moveTo>
                      <a:cubicBezTo>
                        <a:pt x="43" y="118"/>
                        <a:pt x="43" y="118"/>
                        <a:pt x="43" y="118"/>
                      </a:cubicBezTo>
                      <a:cubicBezTo>
                        <a:pt x="46" y="118"/>
                        <a:pt x="49" y="115"/>
                        <a:pt x="49" y="112"/>
                      </a:cubicBezTo>
                      <a:cubicBezTo>
                        <a:pt x="49" y="6"/>
                        <a:pt x="49" y="6"/>
                        <a:pt x="49" y="6"/>
                      </a:cubicBezTo>
                      <a:cubicBezTo>
                        <a:pt x="49" y="3"/>
                        <a:pt x="46" y="0"/>
                        <a:pt x="43" y="0"/>
                      </a:cubicBezTo>
                      <a:cubicBezTo>
                        <a:pt x="6" y="0"/>
                        <a:pt x="6" y="0"/>
                        <a:pt x="6" y="0"/>
                      </a:cubicBezTo>
                      <a:cubicBezTo>
                        <a:pt x="3" y="0"/>
                        <a:pt x="0" y="3"/>
                        <a:pt x="0" y="6"/>
                      </a:cubicBezTo>
                      <a:cubicBezTo>
                        <a:pt x="0" y="112"/>
                        <a:pt x="0" y="112"/>
                        <a:pt x="0" y="112"/>
                      </a:cubicBezTo>
                      <a:cubicBezTo>
                        <a:pt x="0" y="115"/>
                        <a:pt x="3" y="118"/>
                        <a:pt x="6"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9" name="Freeform 224">
                  <a:extLst>
                    <a:ext uri="{FF2B5EF4-FFF2-40B4-BE49-F238E27FC236}">
                      <a16:creationId xmlns:a16="http://schemas.microsoft.com/office/drawing/2014/main" id="{BB00FD37-96D4-4F30-9BC4-811433821B3D}"/>
                    </a:ext>
                  </a:extLst>
                </p:cNvPr>
                <p:cNvSpPr/>
                <p:nvPr/>
              </p:nvSpPr>
              <p:spPr bwMode="auto">
                <a:xfrm>
                  <a:off x="3879222" y="1274259"/>
                  <a:ext cx="123608" cy="410944"/>
                </a:xfrm>
                <a:custGeom>
                  <a:avLst/>
                  <a:gdLst>
                    <a:gd name="T0" fmla="*/ 5 w 48"/>
                    <a:gd name="T1" fmla="*/ 160 h 160"/>
                    <a:gd name="T2" fmla="*/ 43 w 48"/>
                    <a:gd name="T3" fmla="*/ 160 h 160"/>
                    <a:gd name="T4" fmla="*/ 48 w 48"/>
                    <a:gd name="T5" fmla="*/ 154 h 160"/>
                    <a:gd name="T6" fmla="*/ 48 w 48"/>
                    <a:gd name="T7" fmla="*/ 6 h 160"/>
                    <a:gd name="T8" fmla="*/ 43 w 48"/>
                    <a:gd name="T9" fmla="*/ 0 h 160"/>
                    <a:gd name="T10" fmla="*/ 5 w 48"/>
                    <a:gd name="T11" fmla="*/ 0 h 160"/>
                    <a:gd name="T12" fmla="*/ 0 w 48"/>
                    <a:gd name="T13" fmla="*/ 6 h 160"/>
                    <a:gd name="T14" fmla="*/ 0 w 48"/>
                    <a:gd name="T15" fmla="*/ 154 h 160"/>
                    <a:gd name="T16" fmla="*/ 5 w 48"/>
                    <a:gd name="T17"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160">
                      <a:moveTo>
                        <a:pt x="5" y="160"/>
                      </a:moveTo>
                      <a:cubicBezTo>
                        <a:pt x="43" y="160"/>
                        <a:pt x="43" y="160"/>
                        <a:pt x="43" y="160"/>
                      </a:cubicBezTo>
                      <a:cubicBezTo>
                        <a:pt x="46" y="160"/>
                        <a:pt x="48" y="157"/>
                        <a:pt x="48" y="154"/>
                      </a:cubicBezTo>
                      <a:cubicBezTo>
                        <a:pt x="48" y="6"/>
                        <a:pt x="48" y="6"/>
                        <a:pt x="48" y="6"/>
                      </a:cubicBezTo>
                      <a:cubicBezTo>
                        <a:pt x="48" y="2"/>
                        <a:pt x="46" y="0"/>
                        <a:pt x="43" y="0"/>
                      </a:cubicBezTo>
                      <a:cubicBezTo>
                        <a:pt x="5" y="0"/>
                        <a:pt x="5" y="0"/>
                        <a:pt x="5" y="0"/>
                      </a:cubicBezTo>
                      <a:cubicBezTo>
                        <a:pt x="2" y="0"/>
                        <a:pt x="0" y="2"/>
                        <a:pt x="0" y="6"/>
                      </a:cubicBezTo>
                      <a:cubicBezTo>
                        <a:pt x="0" y="154"/>
                        <a:pt x="0" y="154"/>
                        <a:pt x="0" y="154"/>
                      </a:cubicBezTo>
                      <a:cubicBezTo>
                        <a:pt x="0" y="157"/>
                        <a:pt x="2" y="160"/>
                        <a:pt x="5" y="16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0" name="Freeform 225">
                  <a:extLst>
                    <a:ext uri="{FF2B5EF4-FFF2-40B4-BE49-F238E27FC236}">
                      <a16:creationId xmlns:a16="http://schemas.microsoft.com/office/drawing/2014/main" id="{4ABF2568-3AC0-4737-A2FF-8A0909F5DD1E}"/>
                    </a:ext>
                  </a:extLst>
                </p:cNvPr>
                <p:cNvSpPr/>
                <p:nvPr/>
              </p:nvSpPr>
              <p:spPr bwMode="auto">
                <a:xfrm>
                  <a:off x="4074393" y="1166915"/>
                  <a:ext cx="125777" cy="518288"/>
                </a:xfrm>
                <a:custGeom>
                  <a:avLst/>
                  <a:gdLst>
                    <a:gd name="T0" fmla="*/ 6 w 49"/>
                    <a:gd name="T1" fmla="*/ 202 h 202"/>
                    <a:gd name="T2" fmla="*/ 43 w 49"/>
                    <a:gd name="T3" fmla="*/ 202 h 202"/>
                    <a:gd name="T4" fmla="*/ 49 w 49"/>
                    <a:gd name="T5" fmla="*/ 196 h 202"/>
                    <a:gd name="T6" fmla="*/ 49 w 49"/>
                    <a:gd name="T7" fmla="*/ 5 h 202"/>
                    <a:gd name="T8" fmla="*/ 43 w 49"/>
                    <a:gd name="T9" fmla="*/ 0 h 202"/>
                    <a:gd name="T10" fmla="*/ 6 w 49"/>
                    <a:gd name="T11" fmla="*/ 0 h 202"/>
                    <a:gd name="T12" fmla="*/ 0 w 49"/>
                    <a:gd name="T13" fmla="*/ 5 h 202"/>
                    <a:gd name="T14" fmla="*/ 0 w 49"/>
                    <a:gd name="T15" fmla="*/ 196 h 202"/>
                    <a:gd name="T16" fmla="*/ 6 w 49"/>
                    <a:gd name="T17" fmla="*/ 202 h 2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02">
                      <a:moveTo>
                        <a:pt x="6" y="202"/>
                      </a:moveTo>
                      <a:cubicBezTo>
                        <a:pt x="43" y="202"/>
                        <a:pt x="43" y="202"/>
                        <a:pt x="43" y="202"/>
                      </a:cubicBezTo>
                      <a:cubicBezTo>
                        <a:pt x="46" y="202"/>
                        <a:pt x="49" y="199"/>
                        <a:pt x="49" y="196"/>
                      </a:cubicBezTo>
                      <a:cubicBezTo>
                        <a:pt x="49" y="5"/>
                        <a:pt x="49" y="5"/>
                        <a:pt x="49" y="5"/>
                      </a:cubicBezTo>
                      <a:cubicBezTo>
                        <a:pt x="49" y="2"/>
                        <a:pt x="46" y="0"/>
                        <a:pt x="43" y="0"/>
                      </a:cubicBezTo>
                      <a:cubicBezTo>
                        <a:pt x="6" y="0"/>
                        <a:pt x="6" y="0"/>
                        <a:pt x="6" y="0"/>
                      </a:cubicBezTo>
                      <a:cubicBezTo>
                        <a:pt x="3" y="0"/>
                        <a:pt x="0" y="2"/>
                        <a:pt x="0" y="5"/>
                      </a:cubicBezTo>
                      <a:cubicBezTo>
                        <a:pt x="0" y="196"/>
                        <a:pt x="0" y="196"/>
                        <a:pt x="0" y="196"/>
                      </a:cubicBezTo>
                      <a:cubicBezTo>
                        <a:pt x="0" y="199"/>
                        <a:pt x="3" y="202"/>
                        <a:pt x="6" y="2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91" name="Freeform 226">
                  <a:extLst>
                    <a:ext uri="{FF2B5EF4-FFF2-40B4-BE49-F238E27FC236}">
                      <a16:creationId xmlns:a16="http://schemas.microsoft.com/office/drawing/2014/main" id="{2BF2CD50-8510-4AE9-A6A1-417ABFE6EF31}"/>
                    </a:ext>
                  </a:extLst>
                </p:cNvPr>
                <p:cNvSpPr/>
                <p:nvPr/>
              </p:nvSpPr>
              <p:spPr bwMode="auto">
                <a:xfrm>
                  <a:off x="4271732" y="1058486"/>
                  <a:ext cx="125777" cy="626716"/>
                </a:xfrm>
                <a:custGeom>
                  <a:avLst/>
                  <a:gdLst>
                    <a:gd name="T0" fmla="*/ 6 w 49"/>
                    <a:gd name="T1" fmla="*/ 244 h 244"/>
                    <a:gd name="T2" fmla="*/ 43 w 49"/>
                    <a:gd name="T3" fmla="*/ 244 h 244"/>
                    <a:gd name="T4" fmla="*/ 49 w 49"/>
                    <a:gd name="T5" fmla="*/ 238 h 244"/>
                    <a:gd name="T6" fmla="*/ 49 w 49"/>
                    <a:gd name="T7" fmla="*/ 5 h 244"/>
                    <a:gd name="T8" fmla="*/ 43 w 49"/>
                    <a:gd name="T9" fmla="*/ 0 h 244"/>
                    <a:gd name="T10" fmla="*/ 6 w 49"/>
                    <a:gd name="T11" fmla="*/ 0 h 244"/>
                    <a:gd name="T12" fmla="*/ 0 w 49"/>
                    <a:gd name="T13" fmla="*/ 5 h 244"/>
                    <a:gd name="T14" fmla="*/ 0 w 49"/>
                    <a:gd name="T15" fmla="*/ 238 h 244"/>
                    <a:gd name="T16" fmla="*/ 6 w 49"/>
                    <a:gd name="T1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244">
                      <a:moveTo>
                        <a:pt x="6" y="244"/>
                      </a:moveTo>
                      <a:cubicBezTo>
                        <a:pt x="43" y="244"/>
                        <a:pt x="43" y="244"/>
                        <a:pt x="43" y="244"/>
                      </a:cubicBezTo>
                      <a:cubicBezTo>
                        <a:pt x="46" y="244"/>
                        <a:pt x="49" y="241"/>
                        <a:pt x="49" y="238"/>
                      </a:cubicBezTo>
                      <a:cubicBezTo>
                        <a:pt x="49" y="5"/>
                        <a:pt x="49" y="5"/>
                        <a:pt x="49" y="5"/>
                      </a:cubicBezTo>
                      <a:cubicBezTo>
                        <a:pt x="49" y="2"/>
                        <a:pt x="46" y="0"/>
                        <a:pt x="43" y="0"/>
                      </a:cubicBezTo>
                      <a:cubicBezTo>
                        <a:pt x="6" y="0"/>
                        <a:pt x="6" y="0"/>
                        <a:pt x="6" y="0"/>
                      </a:cubicBezTo>
                      <a:cubicBezTo>
                        <a:pt x="3" y="0"/>
                        <a:pt x="0" y="2"/>
                        <a:pt x="0" y="5"/>
                      </a:cubicBezTo>
                      <a:cubicBezTo>
                        <a:pt x="0" y="238"/>
                        <a:pt x="0" y="238"/>
                        <a:pt x="0" y="238"/>
                      </a:cubicBezTo>
                      <a:cubicBezTo>
                        <a:pt x="0" y="241"/>
                        <a:pt x="3" y="244"/>
                        <a:pt x="6" y="24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nvGrpSpPr>
              <p:cNvPr id="79" name="组合 78">
                <a:extLst>
                  <a:ext uri="{FF2B5EF4-FFF2-40B4-BE49-F238E27FC236}">
                    <a16:creationId xmlns:a16="http://schemas.microsoft.com/office/drawing/2014/main" id="{096047AD-208F-49B4-A931-EC2B14126379}"/>
                  </a:ext>
                </a:extLst>
              </p:cNvPr>
              <p:cNvGrpSpPr/>
              <p:nvPr/>
            </p:nvGrpSpPr>
            <p:grpSpPr>
              <a:xfrm>
                <a:off x="10240844" y="3302449"/>
                <a:ext cx="300352" cy="257548"/>
                <a:chOff x="3546346" y="2339026"/>
                <a:chExt cx="897787" cy="769842"/>
              </a:xfrm>
              <a:solidFill>
                <a:schemeClr val="accent3"/>
              </a:solidFill>
            </p:grpSpPr>
            <p:sp>
              <p:nvSpPr>
                <p:cNvPr id="80" name="Rectangle 227">
                  <a:extLst>
                    <a:ext uri="{FF2B5EF4-FFF2-40B4-BE49-F238E27FC236}">
                      <a16:creationId xmlns:a16="http://schemas.microsoft.com/office/drawing/2014/main" id="{2C90B86F-3D1F-46CC-A273-74D2A5B8B038}"/>
                    </a:ext>
                  </a:extLst>
                </p:cNvPr>
                <p:cNvSpPr>
                  <a:spLocks noChangeArrowheads="1"/>
                </p:cNvSpPr>
                <p:nvPr/>
              </p:nvSpPr>
              <p:spPr bwMode="auto">
                <a:xfrm>
                  <a:off x="3561526" y="3077423"/>
                  <a:ext cx="882607" cy="3144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1" name="Freeform 228">
                  <a:extLst>
                    <a:ext uri="{FF2B5EF4-FFF2-40B4-BE49-F238E27FC236}">
                      <a16:creationId xmlns:a16="http://schemas.microsoft.com/office/drawing/2014/main" id="{39ADDB32-7C47-4D9E-9C73-864338C1E689}"/>
                    </a:ext>
                  </a:extLst>
                </p:cNvPr>
                <p:cNvSpPr/>
                <p:nvPr/>
              </p:nvSpPr>
              <p:spPr bwMode="auto">
                <a:xfrm>
                  <a:off x="3617909" y="2844302"/>
                  <a:ext cx="125777" cy="210351"/>
                </a:xfrm>
                <a:custGeom>
                  <a:avLst/>
                  <a:gdLst>
                    <a:gd name="T0" fmla="*/ 6 w 49"/>
                    <a:gd name="T1" fmla="*/ 82 h 82"/>
                    <a:gd name="T2" fmla="*/ 43 w 49"/>
                    <a:gd name="T3" fmla="*/ 82 h 82"/>
                    <a:gd name="T4" fmla="*/ 49 w 49"/>
                    <a:gd name="T5" fmla="*/ 76 h 82"/>
                    <a:gd name="T6" fmla="*/ 49 w 49"/>
                    <a:gd name="T7" fmla="*/ 0 h 82"/>
                    <a:gd name="T8" fmla="*/ 0 w 49"/>
                    <a:gd name="T9" fmla="*/ 49 h 82"/>
                    <a:gd name="T10" fmla="*/ 0 w 49"/>
                    <a:gd name="T11" fmla="*/ 76 h 82"/>
                    <a:gd name="T12" fmla="*/ 6 w 49"/>
                    <a:gd name="T13" fmla="*/ 82 h 82"/>
                  </a:gdLst>
                  <a:ahLst/>
                  <a:cxnLst>
                    <a:cxn ang="0">
                      <a:pos x="T0" y="T1"/>
                    </a:cxn>
                    <a:cxn ang="0">
                      <a:pos x="T2" y="T3"/>
                    </a:cxn>
                    <a:cxn ang="0">
                      <a:pos x="T4" y="T5"/>
                    </a:cxn>
                    <a:cxn ang="0">
                      <a:pos x="T6" y="T7"/>
                    </a:cxn>
                    <a:cxn ang="0">
                      <a:pos x="T8" y="T9"/>
                    </a:cxn>
                    <a:cxn ang="0">
                      <a:pos x="T10" y="T11"/>
                    </a:cxn>
                    <a:cxn ang="0">
                      <a:pos x="T12" y="T13"/>
                    </a:cxn>
                  </a:cxnLst>
                  <a:rect l="0" t="0" r="r" b="b"/>
                  <a:pathLst>
                    <a:path w="49" h="82">
                      <a:moveTo>
                        <a:pt x="6" y="82"/>
                      </a:moveTo>
                      <a:cubicBezTo>
                        <a:pt x="43" y="82"/>
                        <a:pt x="43" y="82"/>
                        <a:pt x="43" y="82"/>
                      </a:cubicBezTo>
                      <a:cubicBezTo>
                        <a:pt x="46" y="82"/>
                        <a:pt x="49" y="79"/>
                        <a:pt x="49" y="76"/>
                      </a:cubicBezTo>
                      <a:cubicBezTo>
                        <a:pt x="49" y="0"/>
                        <a:pt x="49" y="0"/>
                        <a:pt x="49" y="0"/>
                      </a:cubicBezTo>
                      <a:cubicBezTo>
                        <a:pt x="0" y="49"/>
                        <a:pt x="0" y="49"/>
                        <a:pt x="0" y="49"/>
                      </a:cubicBezTo>
                      <a:cubicBezTo>
                        <a:pt x="0" y="76"/>
                        <a:pt x="0" y="76"/>
                        <a:pt x="0" y="76"/>
                      </a:cubicBezTo>
                      <a:cubicBezTo>
                        <a:pt x="0" y="79"/>
                        <a:pt x="3" y="82"/>
                        <a:pt x="6" y="8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2" name="Freeform 229">
                  <a:extLst>
                    <a:ext uri="{FF2B5EF4-FFF2-40B4-BE49-F238E27FC236}">
                      <a16:creationId xmlns:a16="http://schemas.microsoft.com/office/drawing/2014/main" id="{9B30A394-0855-4DD0-97C8-B858390B9A04}"/>
                    </a:ext>
                  </a:extLst>
                </p:cNvPr>
                <p:cNvSpPr/>
                <p:nvPr/>
              </p:nvSpPr>
              <p:spPr bwMode="auto">
                <a:xfrm>
                  <a:off x="3779467" y="2682744"/>
                  <a:ext cx="122524" cy="371910"/>
                </a:xfrm>
                <a:custGeom>
                  <a:avLst/>
                  <a:gdLst>
                    <a:gd name="T0" fmla="*/ 5 w 48"/>
                    <a:gd name="T1" fmla="*/ 145 h 145"/>
                    <a:gd name="T2" fmla="*/ 43 w 48"/>
                    <a:gd name="T3" fmla="*/ 145 h 145"/>
                    <a:gd name="T4" fmla="*/ 48 w 48"/>
                    <a:gd name="T5" fmla="*/ 139 h 145"/>
                    <a:gd name="T6" fmla="*/ 48 w 48"/>
                    <a:gd name="T7" fmla="*/ 0 h 145"/>
                    <a:gd name="T8" fmla="*/ 0 w 48"/>
                    <a:gd name="T9" fmla="*/ 49 h 145"/>
                    <a:gd name="T10" fmla="*/ 0 w 48"/>
                    <a:gd name="T11" fmla="*/ 139 h 145"/>
                    <a:gd name="T12" fmla="*/ 5 w 48"/>
                    <a:gd name="T13" fmla="*/ 145 h 145"/>
                  </a:gdLst>
                  <a:ahLst/>
                  <a:cxnLst>
                    <a:cxn ang="0">
                      <a:pos x="T0" y="T1"/>
                    </a:cxn>
                    <a:cxn ang="0">
                      <a:pos x="T2" y="T3"/>
                    </a:cxn>
                    <a:cxn ang="0">
                      <a:pos x="T4" y="T5"/>
                    </a:cxn>
                    <a:cxn ang="0">
                      <a:pos x="T6" y="T7"/>
                    </a:cxn>
                    <a:cxn ang="0">
                      <a:pos x="T8" y="T9"/>
                    </a:cxn>
                    <a:cxn ang="0">
                      <a:pos x="T10" y="T11"/>
                    </a:cxn>
                    <a:cxn ang="0">
                      <a:pos x="T12" y="T13"/>
                    </a:cxn>
                  </a:cxnLst>
                  <a:rect l="0" t="0" r="r" b="b"/>
                  <a:pathLst>
                    <a:path w="48" h="145">
                      <a:moveTo>
                        <a:pt x="5" y="145"/>
                      </a:moveTo>
                      <a:cubicBezTo>
                        <a:pt x="43" y="145"/>
                        <a:pt x="43" y="145"/>
                        <a:pt x="43" y="145"/>
                      </a:cubicBezTo>
                      <a:cubicBezTo>
                        <a:pt x="46" y="145"/>
                        <a:pt x="48" y="142"/>
                        <a:pt x="48" y="139"/>
                      </a:cubicBezTo>
                      <a:cubicBezTo>
                        <a:pt x="48" y="0"/>
                        <a:pt x="48" y="0"/>
                        <a:pt x="48" y="0"/>
                      </a:cubicBezTo>
                      <a:cubicBezTo>
                        <a:pt x="0" y="49"/>
                        <a:pt x="0" y="49"/>
                        <a:pt x="0" y="49"/>
                      </a:cubicBezTo>
                      <a:cubicBezTo>
                        <a:pt x="0" y="139"/>
                        <a:pt x="0" y="139"/>
                        <a:pt x="0" y="139"/>
                      </a:cubicBezTo>
                      <a:cubicBezTo>
                        <a:pt x="0" y="142"/>
                        <a:pt x="2" y="145"/>
                        <a:pt x="5" y="14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3" name="Freeform 230">
                  <a:extLst>
                    <a:ext uri="{FF2B5EF4-FFF2-40B4-BE49-F238E27FC236}">
                      <a16:creationId xmlns:a16="http://schemas.microsoft.com/office/drawing/2014/main" id="{C7341948-7774-416E-AD10-7BD12E82650C}"/>
                    </a:ext>
                  </a:extLst>
                </p:cNvPr>
                <p:cNvSpPr/>
                <p:nvPr/>
              </p:nvSpPr>
              <p:spPr bwMode="auto">
                <a:xfrm>
                  <a:off x="3938857" y="2713104"/>
                  <a:ext cx="124693" cy="341550"/>
                </a:xfrm>
                <a:custGeom>
                  <a:avLst/>
                  <a:gdLst>
                    <a:gd name="T0" fmla="*/ 22 w 49"/>
                    <a:gd name="T1" fmla="*/ 22 h 133"/>
                    <a:gd name="T2" fmla="*/ 0 w 49"/>
                    <a:gd name="T3" fmla="*/ 0 h 133"/>
                    <a:gd name="T4" fmla="*/ 0 w 49"/>
                    <a:gd name="T5" fmla="*/ 127 h 133"/>
                    <a:gd name="T6" fmla="*/ 6 w 49"/>
                    <a:gd name="T7" fmla="*/ 133 h 133"/>
                    <a:gd name="T8" fmla="*/ 43 w 49"/>
                    <a:gd name="T9" fmla="*/ 133 h 133"/>
                    <a:gd name="T10" fmla="*/ 49 w 49"/>
                    <a:gd name="T11" fmla="*/ 127 h 133"/>
                    <a:gd name="T12" fmla="*/ 49 w 49"/>
                    <a:gd name="T13" fmla="*/ 26 h 133"/>
                    <a:gd name="T14" fmla="*/ 38 w 49"/>
                    <a:gd name="T15" fmla="*/ 29 h 133"/>
                    <a:gd name="T16" fmla="*/ 22 w 49"/>
                    <a:gd name="T17" fmla="*/ 22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9" h="133">
                      <a:moveTo>
                        <a:pt x="22" y="22"/>
                      </a:moveTo>
                      <a:cubicBezTo>
                        <a:pt x="0" y="0"/>
                        <a:pt x="0" y="0"/>
                        <a:pt x="0" y="0"/>
                      </a:cubicBezTo>
                      <a:cubicBezTo>
                        <a:pt x="0" y="127"/>
                        <a:pt x="0" y="127"/>
                        <a:pt x="0" y="127"/>
                      </a:cubicBezTo>
                      <a:cubicBezTo>
                        <a:pt x="0" y="130"/>
                        <a:pt x="3" y="133"/>
                        <a:pt x="6" y="133"/>
                      </a:cubicBezTo>
                      <a:cubicBezTo>
                        <a:pt x="43" y="133"/>
                        <a:pt x="43" y="133"/>
                        <a:pt x="43" y="133"/>
                      </a:cubicBezTo>
                      <a:cubicBezTo>
                        <a:pt x="46" y="133"/>
                        <a:pt x="49" y="130"/>
                        <a:pt x="49" y="127"/>
                      </a:cubicBezTo>
                      <a:cubicBezTo>
                        <a:pt x="49" y="26"/>
                        <a:pt x="49" y="26"/>
                        <a:pt x="49" y="26"/>
                      </a:cubicBezTo>
                      <a:cubicBezTo>
                        <a:pt x="46" y="28"/>
                        <a:pt x="42" y="29"/>
                        <a:pt x="38" y="29"/>
                      </a:cubicBezTo>
                      <a:cubicBezTo>
                        <a:pt x="32" y="29"/>
                        <a:pt x="27" y="26"/>
                        <a:pt x="22" y="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4" name="Freeform 231">
                  <a:extLst>
                    <a:ext uri="{FF2B5EF4-FFF2-40B4-BE49-F238E27FC236}">
                      <a16:creationId xmlns:a16="http://schemas.microsoft.com/office/drawing/2014/main" id="{178F46E3-4F1D-4608-B82F-6B88648DF19E}"/>
                    </a:ext>
                  </a:extLst>
                </p:cNvPr>
                <p:cNvSpPr/>
                <p:nvPr/>
              </p:nvSpPr>
              <p:spPr bwMode="auto">
                <a:xfrm>
                  <a:off x="4100415" y="2624193"/>
                  <a:ext cx="122524" cy="430461"/>
                </a:xfrm>
                <a:custGeom>
                  <a:avLst/>
                  <a:gdLst>
                    <a:gd name="T0" fmla="*/ 5 w 48"/>
                    <a:gd name="T1" fmla="*/ 168 h 168"/>
                    <a:gd name="T2" fmla="*/ 43 w 48"/>
                    <a:gd name="T3" fmla="*/ 168 h 168"/>
                    <a:gd name="T4" fmla="*/ 48 w 48"/>
                    <a:gd name="T5" fmla="*/ 162 h 168"/>
                    <a:gd name="T6" fmla="*/ 48 w 48"/>
                    <a:gd name="T7" fmla="*/ 0 h 168"/>
                    <a:gd name="T8" fmla="*/ 0 w 48"/>
                    <a:gd name="T9" fmla="*/ 48 h 168"/>
                    <a:gd name="T10" fmla="*/ 0 w 48"/>
                    <a:gd name="T11" fmla="*/ 162 h 168"/>
                    <a:gd name="T12" fmla="*/ 5 w 48"/>
                    <a:gd name="T13" fmla="*/ 168 h 168"/>
                  </a:gdLst>
                  <a:ahLst/>
                  <a:cxnLst>
                    <a:cxn ang="0">
                      <a:pos x="T0" y="T1"/>
                    </a:cxn>
                    <a:cxn ang="0">
                      <a:pos x="T2" y="T3"/>
                    </a:cxn>
                    <a:cxn ang="0">
                      <a:pos x="T4" y="T5"/>
                    </a:cxn>
                    <a:cxn ang="0">
                      <a:pos x="T6" y="T7"/>
                    </a:cxn>
                    <a:cxn ang="0">
                      <a:pos x="T8" y="T9"/>
                    </a:cxn>
                    <a:cxn ang="0">
                      <a:pos x="T10" y="T11"/>
                    </a:cxn>
                    <a:cxn ang="0">
                      <a:pos x="T12" y="T13"/>
                    </a:cxn>
                  </a:cxnLst>
                  <a:rect l="0" t="0" r="r" b="b"/>
                  <a:pathLst>
                    <a:path w="48" h="168">
                      <a:moveTo>
                        <a:pt x="5" y="168"/>
                      </a:moveTo>
                      <a:cubicBezTo>
                        <a:pt x="43" y="168"/>
                        <a:pt x="43" y="168"/>
                        <a:pt x="43" y="168"/>
                      </a:cubicBezTo>
                      <a:cubicBezTo>
                        <a:pt x="46" y="168"/>
                        <a:pt x="48" y="165"/>
                        <a:pt x="48" y="162"/>
                      </a:cubicBezTo>
                      <a:cubicBezTo>
                        <a:pt x="48" y="0"/>
                        <a:pt x="48" y="0"/>
                        <a:pt x="48" y="0"/>
                      </a:cubicBezTo>
                      <a:cubicBezTo>
                        <a:pt x="0" y="48"/>
                        <a:pt x="0" y="48"/>
                        <a:pt x="0" y="48"/>
                      </a:cubicBezTo>
                      <a:cubicBezTo>
                        <a:pt x="0" y="162"/>
                        <a:pt x="0" y="162"/>
                        <a:pt x="0" y="162"/>
                      </a:cubicBezTo>
                      <a:cubicBezTo>
                        <a:pt x="0" y="165"/>
                        <a:pt x="2" y="168"/>
                        <a:pt x="5" y="16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5" name="Freeform 232">
                  <a:extLst>
                    <a:ext uri="{FF2B5EF4-FFF2-40B4-BE49-F238E27FC236}">
                      <a16:creationId xmlns:a16="http://schemas.microsoft.com/office/drawing/2014/main" id="{23AAC843-4545-4EA0-9CF5-874ACF043084}"/>
                    </a:ext>
                  </a:extLst>
                </p:cNvPr>
                <p:cNvSpPr/>
                <p:nvPr/>
              </p:nvSpPr>
              <p:spPr bwMode="auto">
                <a:xfrm>
                  <a:off x="4258721" y="2513596"/>
                  <a:ext cx="125777" cy="541058"/>
                </a:xfrm>
                <a:custGeom>
                  <a:avLst/>
                  <a:gdLst>
                    <a:gd name="T0" fmla="*/ 29 w 49"/>
                    <a:gd name="T1" fmla="*/ 0 h 211"/>
                    <a:gd name="T2" fmla="*/ 0 w 49"/>
                    <a:gd name="T3" fmla="*/ 29 h 211"/>
                    <a:gd name="T4" fmla="*/ 0 w 49"/>
                    <a:gd name="T5" fmla="*/ 205 h 211"/>
                    <a:gd name="T6" fmla="*/ 6 w 49"/>
                    <a:gd name="T7" fmla="*/ 211 h 211"/>
                    <a:gd name="T8" fmla="*/ 43 w 49"/>
                    <a:gd name="T9" fmla="*/ 211 h 211"/>
                    <a:gd name="T10" fmla="*/ 49 w 49"/>
                    <a:gd name="T11" fmla="*/ 205 h 211"/>
                    <a:gd name="T12" fmla="*/ 49 w 49"/>
                    <a:gd name="T13" fmla="*/ 22 h 211"/>
                    <a:gd name="T14" fmla="*/ 29 w 49"/>
                    <a:gd name="T15" fmla="*/ 0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 h="211">
                      <a:moveTo>
                        <a:pt x="29" y="0"/>
                      </a:moveTo>
                      <a:cubicBezTo>
                        <a:pt x="0" y="29"/>
                        <a:pt x="0" y="29"/>
                        <a:pt x="0" y="29"/>
                      </a:cubicBezTo>
                      <a:cubicBezTo>
                        <a:pt x="0" y="205"/>
                        <a:pt x="0" y="205"/>
                        <a:pt x="0" y="205"/>
                      </a:cubicBezTo>
                      <a:cubicBezTo>
                        <a:pt x="0" y="208"/>
                        <a:pt x="3" y="211"/>
                        <a:pt x="6" y="211"/>
                      </a:cubicBezTo>
                      <a:cubicBezTo>
                        <a:pt x="43" y="211"/>
                        <a:pt x="43" y="211"/>
                        <a:pt x="43" y="211"/>
                      </a:cubicBezTo>
                      <a:cubicBezTo>
                        <a:pt x="46" y="211"/>
                        <a:pt x="49" y="208"/>
                        <a:pt x="49" y="205"/>
                      </a:cubicBezTo>
                      <a:cubicBezTo>
                        <a:pt x="49" y="22"/>
                        <a:pt x="49" y="22"/>
                        <a:pt x="49" y="22"/>
                      </a:cubicBezTo>
                      <a:cubicBezTo>
                        <a:pt x="38" y="21"/>
                        <a:pt x="29" y="12"/>
                        <a:pt x="29"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sp>
              <p:nvSpPr>
                <p:cNvPr id="86" name="Freeform 233">
                  <a:extLst>
                    <a:ext uri="{FF2B5EF4-FFF2-40B4-BE49-F238E27FC236}">
                      <a16:creationId xmlns:a16="http://schemas.microsoft.com/office/drawing/2014/main" id="{D7763F08-C5FD-4348-AA44-A4B29C75B18A}"/>
                    </a:ext>
                  </a:extLst>
                </p:cNvPr>
                <p:cNvSpPr/>
                <p:nvPr/>
              </p:nvSpPr>
              <p:spPr bwMode="auto">
                <a:xfrm>
                  <a:off x="3546346" y="2339026"/>
                  <a:ext cx="871764" cy="610452"/>
                </a:xfrm>
                <a:custGeom>
                  <a:avLst/>
                  <a:gdLst>
                    <a:gd name="T0" fmla="*/ 20 w 340"/>
                    <a:gd name="T1" fmla="*/ 234 h 238"/>
                    <a:gd name="T2" fmla="*/ 140 w 340"/>
                    <a:gd name="T3" fmla="*/ 113 h 238"/>
                    <a:gd name="T4" fmla="*/ 183 w 340"/>
                    <a:gd name="T5" fmla="*/ 156 h 238"/>
                    <a:gd name="T6" fmla="*/ 199 w 340"/>
                    <a:gd name="T7" fmla="*/ 156 h 238"/>
                    <a:gd name="T8" fmla="*/ 318 w 340"/>
                    <a:gd name="T9" fmla="*/ 37 h 238"/>
                    <a:gd name="T10" fmla="*/ 318 w 340"/>
                    <a:gd name="T11" fmla="*/ 64 h 238"/>
                    <a:gd name="T12" fmla="*/ 329 w 340"/>
                    <a:gd name="T13" fmla="*/ 75 h 238"/>
                    <a:gd name="T14" fmla="*/ 340 w 340"/>
                    <a:gd name="T15" fmla="*/ 64 h 238"/>
                    <a:gd name="T16" fmla="*/ 340 w 340"/>
                    <a:gd name="T17" fmla="*/ 11 h 238"/>
                    <a:gd name="T18" fmla="*/ 337 w 340"/>
                    <a:gd name="T19" fmla="*/ 3 h 238"/>
                    <a:gd name="T20" fmla="*/ 329 w 340"/>
                    <a:gd name="T21" fmla="*/ 0 h 238"/>
                    <a:gd name="T22" fmla="*/ 276 w 340"/>
                    <a:gd name="T23" fmla="*/ 0 h 238"/>
                    <a:gd name="T24" fmla="*/ 265 w 340"/>
                    <a:gd name="T25" fmla="*/ 11 h 238"/>
                    <a:gd name="T26" fmla="*/ 276 w 340"/>
                    <a:gd name="T27" fmla="*/ 22 h 238"/>
                    <a:gd name="T28" fmla="*/ 302 w 340"/>
                    <a:gd name="T29" fmla="*/ 22 h 238"/>
                    <a:gd name="T30" fmla="*/ 191 w 340"/>
                    <a:gd name="T31" fmla="*/ 133 h 238"/>
                    <a:gd name="T32" fmla="*/ 148 w 340"/>
                    <a:gd name="T33" fmla="*/ 90 h 238"/>
                    <a:gd name="T34" fmla="*/ 133 w 340"/>
                    <a:gd name="T35" fmla="*/ 90 h 238"/>
                    <a:gd name="T36" fmla="*/ 4 w 340"/>
                    <a:gd name="T37" fmla="*/ 219 h 238"/>
                    <a:gd name="T38" fmla="*/ 4 w 340"/>
                    <a:gd name="T39" fmla="*/ 234 h 238"/>
                    <a:gd name="T40" fmla="*/ 20 w 340"/>
                    <a:gd name="T41" fmla="*/ 234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40" h="238">
                      <a:moveTo>
                        <a:pt x="20" y="234"/>
                      </a:moveTo>
                      <a:cubicBezTo>
                        <a:pt x="140" y="113"/>
                        <a:pt x="140" y="113"/>
                        <a:pt x="140" y="113"/>
                      </a:cubicBezTo>
                      <a:cubicBezTo>
                        <a:pt x="183" y="156"/>
                        <a:pt x="183" y="156"/>
                        <a:pt x="183" y="156"/>
                      </a:cubicBezTo>
                      <a:cubicBezTo>
                        <a:pt x="188" y="160"/>
                        <a:pt x="195" y="160"/>
                        <a:pt x="199" y="156"/>
                      </a:cubicBezTo>
                      <a:cubicBezTo>
                        <a:pt x="318" y="37"/>
                        <a:pt x="318" y="37"/>
                        <a:pt x="318" y="37"/>
                      </a:cubicBezTo>
                      <a:cubicBezTo>
                        <a:pt x="318" y="64"/>
                        <a:pt x="318" y="64"/>
                        <a:pt x="318" y="64"/>
                      </a:cubicBezTo>
                      <a:cubicBezTo>
                        <a:pt x="318" y="70"/>
                        <a:pt x="323" y="75"/>
                        <a:pt x="329" y="75"/>
                      </a:cubicBezTo>
                      <a:cubicBezTo>
                        <a:pt x="335" y="75"/>
                        <a:pt x="340" y="70"/>
                        <a:pt x="340" y="64"/>
                      </a:cubicBezTo>
                      <a:cubicBezTo>
                        <a:pt x="340" y="11"/>
                        <a:pt x="340" y="11"/>
                        <a:pt x="340" y="11"/>
                      </a:cubicBezTo>
                      <a:cubicBezTo>
                        <a:pt x="340" y="8"/>
                        <a:pt x="339" y="5"/>
                        <a:pt x="337" y="3"/>
                      </a:cubicBezTo>
                      <a:cubicBezTo>
                        <a:pt x="335" y="1"/>
                        <a:pt x="332" y="0"/>
                        <a:pt x="329" y="0"/>
                      </a:cubicBezTo>
                      <a:cubicBezTo>
                        <a:pt x="276" y="0"/>
                        <a:pt x="276" y="0"/>
                        <a:pt x="276" y="0"/>
                      </a:cubicBezTo>
                      <a:cubicBezTo>
                        <a:pt x="270" y="0"/>
                        <a:pt x="265" y="4"/>
                        <a:pt x="265" y="11"/>
                      </a:cubicBezTo>
                      <a:cubicBezTo>
                        <a:pt x="265" y="17"/>
                        <a:pt x="270" y="22"/>
                        <a:pt x="276" y="22"/>
                      </a:cubicBezTo>
                      <a:cubicBezTo>
                        <a:pt x="302" y="22"/>
                        <a:pt x="302" y="22"/>
                        <a:pt x="302" y="22"/>
                      </a:cubicBezTo>
                      <a:cubicBezTo>
                        <a:pt x="191" y="133"/>
                        <a:pt x="191" y="133"/>
                        <a:pt x="191" y="133"/>
                      </a:cubicBezTo>
                      <a:cubicBezTo>
                        <a:pt x="148" y="90"/>
                        <a:pt x="148" y="90"/>
                        <a:pt x="148" y="90"/>
                      </a:cubicBezTo>
                      <a:cubicBezTo>
                        <a:pt x="144" y="86"/>
                        <a:pt x="137" y="86"/>
                        <a:pt x="133" y="90"/>
                      </a:cubicBezTo>
                      <a:cubicBezTo>
                        <a:pt x="4" y="219"/>
                        <a:pt x="4" y="219"/>
                        <a:pt x="4" y="219"/>
                      </a:cubicBezTo>
                      <a:cubicBezTo>
                        <a:pt x="0" y="223"/>
                        <a:pt x="0" y="230"/>
                        <a:pt x="4" y="234"/>
                      </a:cubicBezTo>
                      <a:cubicBezTo>
                        <a:pt x="8" y="238"/>
                        <a:pt x="15" y="238"/>
                        <a:pt x="20" y="23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64795" tIns="32398" rIns="64795" bIns="32398" numCol="1" anchor="t" anchorCtr="0" compatLnSpc="1"/>
                <a:lstStyle/>
                <a:p>
                  <a:endParaRPr lang="zh-CN" altLang="en-US" sz="1346">
                    <a:solidFill>
                      <a:srgbClr val="000000"/>
                    </a:solidFill>
                  </a:endParaRPr>
                </a:p>
              </p:txBody>
            </p:sp>
          </p:grpSp>
        </p:grpSp>
      </p:grpSp>
      <p:sp>
        <p:nvSpPr>
          <p:cNvPr id="18" name="文本占位符 17">
            <a:extLst>
              <a:ext uri="{FF2B5EF4-FFF2-40B4-BE49-F238E27FC236}">
                <a16:creationId xmlns:a16="http://schemas.microsoft.com/office/drawing/2014/main" id="{EC5435B3-EB5C-27EC-C1BC-72B5DE1023D0}"/>
              </a:ext>
            </a:extLst>
          </p:cNvPr>
          <p:cNvSpPr>
            <a:spLocks noGrp="1"/>
          </p:cNvSpPr>
          <p:nvPr>
            <p:ph type="body" sz="quarter" idx="10"/>
          </p:nvPr>
        </p:nvSpPr>
        <p:spPr>
          <a:xfrm>
            <a:off x="7175500" y="4724400"/>
            <a:ext cx="4991100" cy="649288"/>
          </a:xfrm>
          <a:prstGeom prst="rect">
            <a:avLst/>
          </a:prstGeom>
        </p:spPr>
        <p:txBody>
          <a:bodyPr anchor="ctr"/>
          <a:lstStyle>
            <a:lvl1pPr algn="r">
              <a:buNone/>
              <a:defRPr sz="2400">
                <a:solidFill>
                  <a:schemeClr val="bg1"/>
                </a:solidFill>
              </a:defRPr>
            </a:lvl1pPr>
          </a:lstStyle>
          <a:p>
            <a:pPr lvl="0"/>
            <a:r>
              <a:rPr lang="zh-CN" altLang="en-US"/>
              <a:t>单击此处编辑母版文本样式</a:t>
            </a:r>
          </a:p>
        </p:txBody>
      </p:sp>
    </p:spTree>
    <p:extLst>
      <p:ext uri="{BB962C8B-B14F-4D97-AF65-F5344CB8AC3E}">
        <p14:creationId xmlns:p14="http://schemas.microsoft.com/office/powerpoint/2010/main" val="867752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4_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0" y="0"/>
            <a:ext cx="1179076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4" name="文本占位符 33">
            <a:extLst>
              <a:ext uri="{FF2B5EF4-FFF2-40B4-BE49-F238E27FC236}">
                <a16:creationId xmlns:a16="http://schemas.microsoft.com/office/drawing/2014/main" id="{48A005F6-C87D-D98A-AECC-DE82D174EB34}"/>
              </a:ext>
            </a:extLst>
          </p:cNvPr>
          <p:cNvSpPr>
            <a:spLocks noGrp="1"/>
          </p:cNvSpPr>
          <p:nvPr>
            <p:ph type="body" sz="quarter" idx="18" hasCustomPrompt="1"/>
          </p:nvPr>
        </p:nvSpPr>
        <p:spPr>
          <a:xfrm>
            <a:off x="850256" y="100867"/>
            <a:ext cx="10358312"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
        <p:nvSpPr>
          <p:cNvPr id="26" name="内容占位符 25">
            <a:extLst>
              <a:ext uri="{FF2B5EF4-FFF2-40B4-BE49-F238E27FC236}">
                <a16:creationId xmlns:a16="http://schemas.microsoft.com/office/drawing/2014/main" id="{583369E4-FD6D-200A-DA5A-18FE52D4B805}"/>
              </a:ext>
            </a:extLst>
          </p:cNvPr>
          <p:cNvSpPr>
            <a:spLocks noGrp="1"/>
          </p:cNvSpPr>
          <p:nvPr>
            <p:ph sz="quarter" idx="19"/>
          </p:nvPr>
        </p:nvSpPr>
        <p:spPr>
          <a:xfrm>
            <a:off x="536575" y="836613"/>
            <a:ext cx="11176000" cy="5761037"/>
          </a:xfrm>
          <a:prstGeom prst="rect">
            <a:avLst/>
          </a:prstGeo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75560680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标题和内容">
    <p:spTree>
      <p:nvGrpSpPr>
        <p:cNvPr id="1" name=""/>
        <p:cNvGrpSpPr/>
        <p:nvPr/>
      </p:nvGrpSpPr>
      <p:grpSpPr>
        <a:xfrm>
          <a:off x="0" y="0"/>
          <a:ext cx="0" cy="0"/>
          <a:chOff x="0" y="0"/>
          <a:chExt cx="0" cy="0"/>
        </a:xfrm>
      </p:grpSpPr>
      <p:sp>
        <p:nvSpPr>
          <p:cNvPr id="7" name="任意多边形 19">
            <a:extLst>
              <a:ext uri="{FF2B5EF4-FFF2-40B4-BE49-F238E27FC236}">
                <a16:creationId xmlns:a16="http://schemas.microsoft.com/office/drawing/2014/main" id="{7D214396-41BD-2598-313E-E366C15F812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3" name="任意多边形 18">
            <a:extLst>
              <a:ext uri="{FF2B5EF4-FFF2-40B4-BE49-F238E27FC236}">
                <a16:creationId xmlns:a16="http://schemas.microsoft.com/office/drawing/2014/main" id="{09E4AC6E-482F-86A2-0D69-6B43FE3DFD2F}"/>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9" name="组合 8">
            <a:extLst>
              <a:ext uri="{FF2B5EF4-FFF2-40B4-BE49-F238E27FC236}">
                <a16:creationId xmlns:a16="http://schemas.microsoft.com/office/drawing/2014/main" id="{556EBDE9-6B8D-6829-D484-6839FD8CFEF4}"/>
              </a:ext>
            </a:extLst>
          </p:cNvPr>
          <p:cNvGrpSpPr/>
          <p:nvPr/>
        </p:nvGrpSpPr>
        <p:grpSpPr>
          <a:xfrm>
            <a:off x="71844" y="60398"/>
            <a:ext cx="593817" cy="593817"/>
            <a:chOff x="1131485" y="2234042"/>
            <a:chExt cx="1607262" cy="1607262"/>
          </a:xfrm>
        </p:grpSpPr>
        <p:sp>
          <p:nvSpPr>
            <p:cNvPr id="10" name="椭圆 9">
              <a:extLst>
                <a:ext uri="{FF2B5EF4-FFF2-40B4-BE49-F238E27FC236}">
                  <a16:creationId xmlns:a16="http://schemas.microsoft.com/office/drawing/2014/main" id="{6C82D658-D6B8-3186-ABBD-2B42C4EE5CC5}"/>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1" name="椭圆 10">
              <a:extLst>
                <a:ext uri="{FF2B5EF4-FFF2-40B4-BE49-F238E27FC236}">
                  <a16:creationId xmlns:a16="http://schemas.microsoft.com/office/drawing/2014/main" id="{F6CC8D87-9602-F56C-FB81-208E6D6CC83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2" name="KSO_Shape">
              <a:extLst>
                <a:ext uri="{FF2B5EF4-FFF2-40B4-BE49-F238E27FC236}">
                  <a16:creationId xmlns:a16="http://schemas.microsoft.com/office/drawing/2014/main" id="{6B1787EF-9C2E-F2F1-782A-25B0D698BAC2}"/>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grpSp>
        <p:nvGrpSpPr>
          <p:cNvPr id="16" name="组合 15">
            <a:extLst>
              <a:ext uri="{FF2B5EF4-FFF2-40B4-BE49-F238E27FC236}">
                <a16:creationId xmlns:a16="http://schemas.microsoft.com/office/drawing/2014/main" id="{60FE3752-5275-5C12-482A-5A67E8B0FA4D}"/>
              </a:ext>
            </a:extLst>
          </p:cNvPr>
          <p:cNvGrpSpPr/>
          <p:nvPr/>
        </p:nvGrpSpPr>
        <p:grpSpPr>
          <a:xfrm>
            <a:off x="3388519" y="1894908"/>
            <a:ext cx="4392613" cy="3910012"/>
            <a:chOff x="0" y="0"/>
            <a:chExt cx="3264319" cy="2905377"/>
          </a:xfrm>
        </p:grpSpPr>
        <p:sp>
          <p:nvSpPr>
            <p:cNvPr id="17" name="Oval 274">
              <a:extLst>
                <a:ext uri="{FF2B5EF4-FFF2-40B4-BE49-F238E27FC236}">
                  <a16:creationId xmlns:a16="http://schemas.microsoft.com/office/drawing/2014/main" id="{DF8E0F90-5AC7-91E3-AF6F-93E0D276E712}"/>
                </a:ext>
              </a:extLst>
            </p:cNvPr>
            <p:cNvSpPr/>
            <p:nvPr/>
          </p:nvSpPr>
          <p:spPr>
            <a:xfrm>
              <a:off x="0" y="95883"/>
              <a:ext cx="1653905" cy="1654300"/>
            </a:xfrm>
            <a:prstGeom prst="ellipse">
              <a:avLst/>
            </a:prstGeom>
            <a:solidFill>
              <a:schemeClr val="accent3"/>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18" name="Oval 276">
              <a:extLst>
                <a:ext uri="{FF2B5EF4-FFF2-40B4-BE49-F238E27FC236}">
                  <a16:creationId xmlns:a16="http://schemas.microsoft.com/office/drawing/2014/main" id="{29E6018D-5446-1513-216E-29FBDB74CCFF}"/>
                </a:ext>
              </a:extLst>
            </p:cNvPr>
            <p:cNvSpPr/>
            <p:nvPr/>
          </p:nvSpPr>
          <p:spPr>
            <a:xfrm>
              <a:off x="1247771" y="0"/>
              <a:ext cx="2016548" cy="2016000"/>
            </a:xfrm>
            <a:prstGeom prst="ellipse">
              <a:avLst/>
            </a:prstGeom>
            <a:solidFill>
              <a:schemeClr val="accent1"/>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solidFill>
                  <a:srgbClr val="F8F8F8"/>
                </a:solidFill>
                <a:cs typeface="+mn-ea"/>
                <a:sym typeface="+mn-lt"/>
              </a:endParaRPr>
            </a:p>
          </p:txBody>
        </p:sp>
        <p:sp>
          <p:nvSpPr>
            <p:cNvPr id="19" name="Oval 277">
              <a:extLst>
                <a:ext uri="{FF2B5EF4-FFF2-40B4-BE49-F238E27FC236}">
                  <a16:creationId xmlns:a16="http://schemas.microsoft.com/office/drawing/2014/main" id="{108AACB0-D719-89D8-500E-A812FE6AC53D}"/>
                </a:ext>
              </a:extLst>
            </p:cNvPr>
            <p:cNvSpPr/>
            <p:nvPr/>
          </p:nvSpPr>
          <p:spPr>
            <a:xfrm>
              <a:off x="550635" y="1211962"/>
              <a:ext cx="1694223" cy="1693415"/>
            </a:xfrm>
            <a:prstGeom prst="ellipse">
              <a:avLst/>
            </a:prstGeom>
            <a:solidFill>
              <a:schemeClr val="accent5"/>
            </a:solidFill>
            <a:ln w="9525">
              <a:noFill/>
            </a:ln>
          </p:spPr>
          <p:txBody>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dirty="0">
                <a:cs typeface="+mn-ea"/>
                <a:sym typeface="+mn-lt"/>
              </a:endParaRPr>
            </a:p>
          </p:txBody>
        </p:sp>
        <p:sp>
          <p:nvSpPr>
            <p:cNvPr id="20" name="矩形 19">
              <a:extLst>
                <a:ext uri="{FF2B5EF4-FFF2-40B4-BE49-F238E27FC236}">
                  <a16:creationId xmlns:a16="http://schemas.microsoft.com/office/drawing/2014/main" id="{3BC1C92F-D9A8-83B6-C285-4D7E93740B79}"/>
                </a:ext>
              </a:extLst>
            </p:cNvPr>
            <p:cNvSpPr/>
            <p:nvPr/>
          </p:nvSpPr>
          <p:spPr>
            <a:xfrm>
              <a:off x="550636" y="1824239"/>
              <a:ext cx="1648800" cy="297345"/>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algn="ctr" eaLnBrk="1" hangingPunct="1"/>
              <a:endParaRPr lang="zh-CN" altLang="en-US" sz="2000" b="1" dirty="0">
                <a:solidFill>
                  <a:srgbClr val="F8F8F8"/>
                </a:solidFill>
                <a:cs typeface="+mn-ea"/>
                <a:sym typeface="+mn-lt"/>
              </a:endParaRPr>
            </a:p>
          </p:txBody>
        </p:sp>
        <p:sp>
          <p:nvSpPr>
            <p:cNvPr id="21" name="矩形 20">
              <a:extLst>
                <a:ext uri="{FF2B5EF4-FFF2-40B4-BE49-F238E27FC236}">
                  <a16:creationId xmlns:a16="http://schemas.microsoft.com/office/drawing/2014/main" id="{9E8FB666-AAA1-D847-AF80-404C44DD215F}"/>
                </a:ext>
              </a:extLst>
            </p:cNvPr>
            <p:cNvSpPr/>
            <p:nvPr/>
          </p:nvSpPr>
          <p:spPr>
            <a:xfrm>
              <a:off x="106421" y="679355"/>
              <a:ext cx="1495887" cy="274473"/>
            </a:xfrm>
            <a:prstGeom prst="rect">
              <a:avLst/>
            </a:prstGeom>
            <a:noFill/>
            <a:ln w="9525">
              <a:noFill/>
              <a:miter/>
            </a:ln>
          </p:spPr>
          <p:txBody>
            <a:bodyPr>
              <a:spAutoFit/>
            </a:bodyPr>
            <a:lstStyle>
              <a:lvl1pPr marL="0" lvl="0" indent="0" algn="l" defTabSz="914400" eaLnBrk="0" fontAlgn="base" latinLnBrk="0" hangingPunct="0">
                <a:spcBef>
                  <a:spcPct val="0"/>
                </a:spcBef>
                <a:spcAft>
                  <a:spcPct val="0"/>
                </a:spcAft>
                <a:buFont typeface="Arial" charset="0"/>
                <a:buNone/>
                <a:defRPr sz="1800" b="0" u="none" kern="1200" baseline="0">
                  <a:solidFill>
                    <a:schemeClr val="tx1"/>
                  </a:solidFill>
                  <a:latin typeface="+mn-lt"/>
                  <a:ea typeface="+mn-ea"/>
                  <a:cs typeface="+mn-cs"/>
                </a:defRPr>
              </a:lvl1pPr>
              <a:lvl2pPr marL="457200" lvl="1"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2pPr>
              <a:lvl3pPr marL="914400" lvl="2"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3pPr>
              <a:lvl4pPr marL="1371600" lvl="3"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4pPr>
              <a:lvl5pPr marL="1828800" lvl="4"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5pPr>
              <a:lvl6pPr marL="2286000" lvl="5"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6pPr>
              <a:lvl7pPr marL="2743200" lvl="6"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7pPr>
              <a:lvl8pPr marL="3200400" lvl="7"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8pPr>
              <a:lvl9pPr marL="3657600" lvl="8" indent="0" algn="l" defTabSz="914400" eaLnBrk="1" fontAlgn="base" latinLnBrk="0" hangingPunct="1">
                <a:spcBef>
                  <a:spcPct val="0"/>
                </a:spcBef>
                <a:spcAft>
                  <a:spcPct val="0"/>
                </a:spcAft>
                <a:buFont typeface="Arial" charset="0"/>
                <a:buNone/>
                <a:defRPr sz="1800" b="0" u="none" kern="1200" baseline="0">
                  <a:solidFill>
                    <a:schemeClr val="tx1"/>
                  </a:solidFill>
                  <a:latin typeface="+mn-lt"/>
                  <a:ea typeface="+mn-ea"/>
                  <a:cs typeface="+mn-cs"/>
                </a:defRPr>
              </a:lvl9pPr>
            </a:lstStyle>
            <a:p>
              <a:pPr lvl="0" eaLnBrk="1" hangingPunct="1"/>
              <a:endParaRPr lang="zh-CN" altLang="en-US" b="1" dirty="0">
                <a:solidFill>
                  <a:srgbClr val="F8F8F8"/>
                </a:solidFill>
                <a:cs typeface="+mn-ea"/>
                <a:sym typeface="+mn-lt"/>
              </a:endParaRPr>
            </a:p>
          </p:txBody>
        </p:sp>
      </p:grpSp>
      <p:sp>
        <p:nvSpPr>
          <p:cNvPr id="26" name="文本占位符 25">
            <a:extLst>
              <a:ext uri="{FF2B5EF4-FFF2-40B4-BE49-F238E27FC236}">
                <a16:creationId xmlns:a16="http://schemas.microsoft.com/office/drawing/2014/main" id="{F4237448-4CAC-521F-A268-2EE40158E43F}"/>
              </a:ext>
            </a:extLst>
          </p:cNvPr>
          <p:cNvSpPr>
            <a:spLocks noGrp="1"/>
          </p:cNvSpPr>
          <p:nvPr>
            <p:ph type="body" sz="quarter" idx="12" hasCustomPrompt="1"/>
          </p:nvPr>
        </p:nvSpPr>
        <p:spPr>
          <a:xfrm>
            <a:off x="5614087" y="2886558"/>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③ 您的标题</a:t>
            </a:r>
            <a:endParaRPr lang="zh-CN" altLang="en-US"/>
          </a:p>
        </p:txBody>
      </p:sp>
      <p:sp>
        <p:nvSpPr>
          <p:cNvPr id="27" name="文本占位符 25">
            <a:extLst>
              <a:ext uri="{FF2B5EF4-FFF2-40B4-BE49-F238E27FC236}">
                <a16:creationId xmlns:a16="http://schemas.microsoft.com/office/drawing/2014/main" id="{D07E998E-7B9D-E738-BEDA-C78B0619B4E9}"/>
              </a:ext>
            </a:extLst>
          </p:cNvPr>
          <p:cNvSpPr>
            <a:spLocks noGrp="1"/>
          </p:cNvSpPr>
          <p:nvPr>
            <p:ph type="body" sz="quarter" idx="13" hasCustomPrompt="1"/>
          </p:nvPr>
        </p:nvSpPr>
        <p:spPr>
          <a:xfrm>
            <a:off x="3415372" y="2974562"/>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① 您的标题</a:t>
            </a:r>
            <a:endParaRPr lang="zh-CN" altLang="en-US"/>
          </a:p>
        </p:txBody>
      </p:sp>
      <p:sp>
        <p:nvSpPr>
          <p:cNvPr id="28" name="文本占位符 25">
            <a:extLst>
              <a:ext uri="{FF2B5EF4-FFF2-40B4-BE49-F238E27FC236}">
                <a16:creationId xmlns:a16="http://schemas.microsoft.com/office/drawing/2014/main" id="{034B57DF-1D1B-D6BC-6DBC-871BD3945D25}"/>
              </a:ext>
            </a:extLst>
          </p:cNvPr>
          <p:cNvSpPr>
            <a:spLocks noGrp="1"/>
          </p:cNvSpPr>
          <p:nvPr>
            <p:ph type="body" sz="quarter" idx="14" hasCustomPrompt="1"/>
          </p:nvPr>
        </p:nvSpPr>
        <p:spPr>
          <a:xfrm>
            <a:off x="4405789" y="4470794"/>
            <a:ext cx="1727200" cy="407988"/>
          </a:xfrm>
          <a:prstGeom prst="rect">
            <a:avLst/>
          </a:prstGeom>
        </p:spPr>
        <p:txBody>
          <a:bodyPr/>
          <a:lstStyle>
            <a:lvl1pPr>
              <a:buNone/>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1" i="0" u="none" strike="noStrike" kern="1200" cap="none" spc="0" normalizeH="0" baseline="0" noProof="0">
                <a:ln>
                  <a:noFill/>
                </a:ln>
                <a:solidFill>
                  <a:srgbClr val="F8F8F8"/>
                </a:solidFill>
                <a:effectLst/>
                <a:uLnTx/>
                <a:uFillTx/>
                <a:latin typeface="Arial"/>
                <a:ea typeface="微软雅黑"/>
                <a:cs typeface="+mn-ea"/>
                <a:sym typeface="+mn-lt"/>
              </a:rPr>
              <a:t>② 您的标题</a:t>
            </a:r>
            <a:endParaRPr lang="zh-CN" altLang="en-US"/>
          </a:p>
        </p:txBody>
      </p:sp>
      <p:sp>
        <p:nvSpPr>
          <p:cNvPr id="30" name="文本占位符 29">
            <a:extLst>
              <a:ext uri="{FF2B5EF4-FFF2-40B4-BE49-F238E27FC236}">
                <a16:creationId xmlns:a16="http://schemas.microsoft.com/office/drawing/2014/main" id="{14CEC64B-E495-1482-A7B2-CD508765BB77}"/>
              </a:ext>
            </a:extLst>
          </p:cNvPr>
          <p:cNvSpPr>
            <a:spLocks noGrp="1"/>
          </p:cNvSpPr>
          <p:nvPr>
            <p:ph type="body" sz="quarter" idx="15" hasCustomPrompt="1"/>
          </p:nvPr>
        </p:nvSpPr>
        <p:spPr>
          <a:xfrm>
            <a:off x="839789" y="2636839"/>
            <a:ext cx="2375792" cy="158425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1" name="文本占位符 29">
            <a:extLst>
              <a:ext uri="{FF2B5EF4-FFF2-40B4-BE49-F238E27FC236}">
                <a16:creationId xmlns:a16="http://schemas.microsoft.com/office/drawing/2014/main" id="{ECAFF70C-AE9D-E423-D41C-5B321990E591}"/>
              </a:ext>
            </a:extLst>
          </p:cNvPr>
          <p:cNvSpPr>
            <a:spLocks noGrp="1"/>
          </p:cNvSpPr>
          <p:nvPr>
            <p:ph type="body" sz="quarter" idx="16" hasCustomPrompt="1"/>
          </p:nvPr>
        </p:nvSpPr>
        <p:spPr>
          <a:xfrm>
            <a:off x="7009964" y="4605442"/>
            <a:ext cx="4414628" cy="1559862"/>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2" name="文本占位符 29">
            <a:extLst>
              <a:ext uri="{FF2B5EF4-FFF2-40B4-BE49-F238E27FC236}">
                <a16:creationId xmlns:a16="http://schemas.microsoft.com/office/drawing/2014/main" id="{8382CFE8-7725-9B80-FC4C-06756C161475}"/>
              </a:ext>
            </a:extLst>
          </p:cNvPr>
          <p:cNvSpPr>
            <a:spLocks noGrp="1"/>
          </p:cNvSpPr>
          <p:nvPr>
            <p:ph type="body" sz="quarter" idx="17" hasCustomPrompt="1"/>
          </p:nvPr>
        </p:nvSpPr>
        <p:spPr>
          <a:xfrm>
            <a:off x="7945150" y="1916833"/>
            <a:ext cx="3623457" cy="1800200"/>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75000"/>
                    <a:lumOff val="25000"/>
                  </a:srgbClr>
                </a:solidFill>
                <a:effectLst/>
                <a:uLnTx/>
                <a:uFillTx/>
                <a:latin typeface="Arial"/>
                <a:ea typeface="微软雅黑"/>
                <a:cs typeface="+mn-ea"/>
                <a:sym typeface="+mn-lt"/>
              </a:rPr>
              <a:t>这里输入文字这里输入文字这里输入文字这里输入文字这里输入文字</a:t>
            </a:r>
          </a:p>
          <a:p>
            <a:pPr lvl="0"/>
            <a:endParaRPr lang="zh-CN" altLang="en-US"/>
          </a:p>
        </p:txBody>
      </p:sp>
      <p:sp>
        <p:nvSpPr>
          <p:cNvPr id="34" name="文本占位符 33">
            <a:extLst>
              <a:ext uri="{FF2B5EF4-FFF2-40B4-BE49-F238E27FC236}">
                <a16:creationId xmlns:a16="http://schemas.microsoft.com/office/drawing/2014/main" id="{34310E94-E74A-031B-CB1C-FDDDF0F6EAED}"/>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64267810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标题和竖排文字">
    <p:spTree>
      <p:nvGrpSpPr>
        <p:cNvPr id="1" name=""/>
        <p:cNvGrpSpPr/>
        <p:nvPr/>
      </p:nvGrpSpPr>
      <p:grpSpPr>
        <a:xfrm>
          <a:off x="0" y="0"/>
          <a:ext cx="0" cy="0"/>
          <a:chOff x="0" y="0"/>
          <a:chExt cx="0" cy="0"/>
        </a:xfrm>
      </p:grpSpPr>
      <p:sp>
        <p:nvSpPr>
          <p:cNvPr id="14" name="Freeform 2">
            <a:extLst>
              <a:ext uri="{FF2B5EF4-FFF2-40B4-BE49-F238E27FC236}">
                <a16:creationId xmlns:a16="http://schemas.microsoft.com/office/drawing/2014/main" id="{E5BE2212-B4E2-E20D-A88E-750A322ECD30}"/>
              </a:ext>
            </a:extLst>
          </p:cNvPr>
          <p:cNvSpPr/>
          <p:nvPr/>
        </p:nvSpPr>
        <p:spPr bwMode="gray">
          <a:xfrm rot="3046289" flipH="1">
            <a:off x="4219574" y="93023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2"/>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dirty="0">
              <a:ln>
                <a:noFill/>
              </a:ln>
              <a:solidFill>
                <a:sysClr val="window" lastClr="FFFFFF"/>
              </a:solidFill>
              <a:effectLst/>
              <a:uLnTx/>
              <a:uFillTx/>
              <a:latin typeface="Calibri"/>
              <a:ea typeface="微软雅黑" pitchFamily="34" charset="-122"/>
              <a:cs typeface="+mn-cs"/>
            </a:endParaRPr>
          </a:p>
        </p:txBody>
      </p:sp>
      <p:sp>
        <p:nvSpPr>
          <p:cNvPr id="15" name="Freeform 3">
            <a:extLst>
              <a:ext uri="{FF2B5EF4-FFF2-40B4-BE49-F238E27FC236}">
                <a16:creationId xmlns:a16="http://schemas.microsoft.com/office/drawing/2014/main" id="{759227D0-73FF-E900-4649-45E8C6549FFA}"/>
              </a:ext>
            </a:extLst>
          </p:cNvPr>
          <p:cNvSpPr/>
          <p:nvPr/>
        </p:nvSpPr>
        <p:spPr bwMode="ltGray">
          <a:xfrm rot="3171804" flipH="1">
            <a:off x="1681161" y="3141623"/>
            <a:ext cx="1952625" cy="3117850"/>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4"/>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6" name="Freeform 4">
            <a:extLst>
              <a:ext uri="{FF2B5EF4-FFF2-40B4-BE49-F238E27FC236}">
                <a16:creationId xmlns:a16="http://schemas.microsoft.com/office/drawing/2014/main" id="{4338A1C4-E78F-383C-6B6A-AB06CDE936C8}"/>
              </a:ext>
            </a:extLst>
          </p:cNvPr>
          <p:cNvSpPr/>
          <p:nvPr/>
        </p:nvSpPr>
        <p:spPr bwMode="gray">
          <a:xfrm rot="-46326947">
            <a:off x="4219574" y="3146385"/>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5"/>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7" name="Freeform 5">
            <a:extLst>
              <a:ext uri="{FF2B5EF4-FFF2-40B4-BE49-F238E27FC236}">
                <a16:creationId xmlns:a16="http://schemas.microsoft.com/office/drawing/2014/main" id="{F16ECBC8-1AB6-33EB-AA2E-F3742F5D3029}"/>
              </a:ext>
            </a:extLst>
          </p:cNvPr>
          <p:cNvSpPr/>
          <p:nvPr/>
        </p:nvSpPr>
        <p:spPr bwMode="ltGray">
          <a:xfrm rot="-46246289">
            <a:off x="1685924" y="928648"/>
            <a:ext cx="1978025" cy="3159125"/>
          </a:xfrm>
          <a:custGeom>
            <a:avLst/>
            <a:gdLst/>
            <a:ahLst/>
            <a:cxnLst>
              <a:cxn ang="0">
                <a:pos x="1467" y="1246"/>
              </a:cxn>
              <a:cxn ang="0">
                <a:pos x="1444" y="1390"/>
              </a:cxn>
              <a:cxn ang="0">
                <a:pos x="1400" y="1529"/>
              </a:cxn>
              <a:cxn ang="0">
                <a:pos x="1339" y="1662"/>
              </a:cxn>
              <a:cxn ang="0">
                <a:pos x="1267" y="1784"/>
              </a:cxn>
              <a:cxn ang="0">
                <a:pos x="1187" y="1898"/>
              </a:cxn>
              <a:cxn ang="0">
                <a:pos x="1102" y="2002"/>
              </a:cxn>
              <a:cxn ang="0">
                <a:pos x="1019" y="2094"/>
              </a:cxn>
              <a:cxn ang="0">
                <a:pos x="939" y="2174"/>
              </a:cxn>
              <a:cxn ang="0">
                <a:pos x="866" y="2239"/>
              </a:cxn>
              <a:cxn ang="0">
                <a:pos x="806" y="2290"/>
              </a:cxn>
              <a:cxn ang="0">
                <a:pos x="763" y="2325"/>
              </a:cxn>
              <a:cxn ang="0">
                <a:pos x="739" y="2343"/>
              </a:cxn>
              <a:cxn ang="0">
                <a:pos x="732" y="2343"/>
              </a:cxn>
              <a:cxn ang="0">
                <a:pos x="709" y="2325"/>
              </a:cxn>
              <a:cxn ang="0">
                <a:pos x="665" y="2290"/>
              </a:cxn>
              <a:cxn ang="0">
                <a:pos x="604" y="2239"/>
              </a:cxn>
              <a:cxn ang="0">
                <a:pos x="532" y="2174"/>
              </a:cxn>
              <a:cxn ang="0">
                <a:pos x="452" y="2094"/>
              </a:cxn>
              <a:cxn ang="0">
                <a:pos x="367" y="2002"/>
              </a:cxn>
              <a:cxn ang="0">
                <a:pos x="284" y="1898"/>
              </a:cxn>
              <a:cxn ang="0">
                <a:pos x="204" y="1784"/>
              </a:cxn>
              <a:cxn ang="0">
                <a:pos x="131" y="1662"/>
              </a:cxn>
              <a:cxn ang="0">
                <a:pos x="71" y="1529"/>
              </a:cxn>
              <a:cxn ang="0">
                <a:pos x="27" y="1390"/>
              </a:cxn>
              <a:cxn ang="0">
                <a:pos x="4" y="1246"/>
              </a:cxn>
              <a:cxn ang="0">
                <a:pos x="4" y="1098"/>
              </a:cxn>
              <a:cxn ang="0">
                <a:pos x="27" y="954"/>
              </a:cxn>
              <a:cxn ang="0">
                <a:pos x="71" y="815"/>
              </a:cxn>
              <a:cxn ang="0">
                <a:pos x="131" y="684"/>
              </a:cxn>
              <a:cxn ang="0">
                <a:pos x="204" y="560"/>
              </a:cxn>
              <a:cxn ang="0">
                <a:pos x="284" y="446"/>
              </a:cxn>
              <a:cxn ang="0">
                <a:pos x="367" y="343"/>
              </a:cxn>
              <a:cxn ang="0">
                <a:pos x="452" y="251"/>
              </a:cxn>
              <a:cxn ang="0">
                <a:pos x="532" y="170"/>
              </a:cxn>
              <a:cxn ang="0">
                <a:pos x="604" y="105"/>
              </a:cxn>
              <a:cxn ang="0">
                <a:pos x="665" y="55"/>
              </a:cxn>
              <a:cxn ang="0">
                <a:pos x="709" y="19"/>
              </a:cxn>
              <a:cxn ang="0">
                <a:pos x="732" y="1"/>
              </a:cxn>
              <a:cxn ang="0">
                <a:pos x="739" y="1"/>
              </a:cxn>
              <a:cxn ang="0">
                <a:pos x="763" y="19"/>
              </a:cxn>
              <a:cxn ang="0">
                <a:pos x="806" y="55"/>
              </a:cxn>
              <a:cxn ang="0">
                <a:pos x="866" y="105"/>
              </a:cxn>
              <a:cxn ang="0">
                <a:pos x="939" y="170"/>
              </a:cxn>
              <a:cxn ang="0">
                <a:pos x="1019" y="251"/>
              </a:cxn>
              <a:cxn ang="0">
                <a:pos x="1102" y="343"/>
              </a:cxn>
              <a:cxn ang="0">
                <a:pos x="1187" y="446"/>
              </a:cxn>
              <a:cxn ang="0">
                <a:pos x="1267" y="560"/>
              </a:cxn>
              <a:cxn ang="0">
                <a:pos x="1339" y="684"/>
              </a:cxn>
              <a:cxn ang="0">
                <a:pos x="1400" y="815"/>
              </a:cxn>
              <a:cxn ang="0">
                <a:pos x="1444" y="954"/>
              </a:cxn>
              <a:cxn ang="0">
                <a:pos x="1467" y="1098"/>
              </a:cxn>
            </a:cxnLst>
            <a:rect l="0" t="0" r="r" b="b"/>
            <a:pathLst>
              <a:path w="1470" h="2346">
                <a:moveTo>
                  <a:pt x="1470" y="1173"/>
                </a:moveTo>
                <a:lnTo>
                  <a:pt x="1467" y="1246"/>
                </a:lnTo>
                <a:lnTo>
                  <a:pt x="1458" y="1319"/>
                </a:lnTo>
                <a:lnTo>
                  <a:pt x="1444" y="1390"/>
                </a:lnTo>
                <a:lnTo>
                  <a:pt x="1423" y="1462"/>
                </a:lnTo>
                <a:lnTo>
                  <a:pt x="1400" y="1529"/>
                </a:lnTo>
                <a:lnTo>
                  <a:pt x="1371" y="1596"/>
                </a:lnTo>
                <a:lnTo>
                  <a:pt x="1339" y="1662"/>
                </a:lnTo>
                <a:lnTo>
                  <a:pt x="1305" y="1724"/>
                </a:lnTo>
                <a:lnTo>
                  <a:pt x="1267" y="1784"/>
                </a:lnTo>
                <a:lnTo>
                  <a:pt x="1228" y="1843"/>
                </a:lnTo>
                <a:lnTo>
                  <a:pt x="1187" y="1898"/>
                </a:lnTo>
                <a:lnTo>
                  <a:pt x="1145" y="1952"/>
                </a:lnTo>
                <a:lnTo>
                  <a:pt x="1102" y="2002"/>
                </a:lnTo>
                <a:lnTo>
                  <a:pt x="1060" y="2050"/>
                </a:lnTo>
                <a:lnTo>
                  <a:pt x="1019" y="2094"/>
                </a:lnTo>
                <a:lnTo>
                  <a:pt x="978" y="2134"/>
                </a:lnTo>
                <a:lnTo>
                  <a:pt x="939" y="2174"/>
                </a:lnTo>
                <a:lnTo>
                  <a:pt x="901" y="2207"/>
                </a:lnTo>
                <a:lnTo>
                  <a:pt x="866" y="2239"/>
                </a:lnTo>
                <a:lnTo>
                  <a:pt x="835" y="2266"/>
                </a:lnTo>
                <a:lnTo>
                  <a:pt x="806" y="2290"/>
                </a:lnTo>
                <a:lnTo>
                  <a:pt x="783" y="2309"/>
                </a:lnTo>
                <a:lnTo>
                  <a:pt x="763" y="2325"/>
                </a:lnTo>
                <a:lnTo>
                  <a:pt x="748" y="2336"/>
                </a:lnTo>
                <a:lnTo>
                  <a:pt x="739" y="2343"/>
                </a:lnTo>
                <a:lnTo>
                  <a:pt x="735" y="2346"/>
                </a:lnTo>
                <a:lnTo>
                  <a:pt x="732" y="2343"/>
                </a:lnTo>
                <a:lnTo>
                  <a:pt x="723" y="2336"/>
                </a:lnTo>
                <a:lnTo>
                  <a:pt x="709" y="2325"/>
                </a:lnTo>
                <a:lnTo>
                  <a:pt x="688" y="2309"/>
                </a:lnTo>
                <a:lnTo>
                  <a:pt x="665" y="2290"/>
                </a:lnTo>
                <a:lnTo>
                  <a:pt x="636" y="2266"/>
                </a:lnTo>
                <a:lnTo>
                  <a:pt x="604" y="2239"/>
                </a:lnTo>
                <a:lnTo>
                  <a:pt x="570" y="2207"/>
                </a:lnTo>
                <a:lnTo>
                  <a:pt x="532" y="2174"/>
                </a:lnTo>
                <a:lnTo>
                  <a:pt x="493" y="2134"/>
                </a:lnTo>
                <a:lnTo>
                  <a:pt x="452" y="2094"/>
                </a:lnTo>
                <a:lnTo>
                  <a:pt x="410" y="2050"/>
                </a:lnTo>
                <a:lnTo>
                  <a:pt x="367" y="2002"/>
                </a:lnTo>
                <a:lnTo>
                  <a:pt x="325" y="1952"/>
                </a:lnTo>
                <a:lnTo>
                  <a:pt x="284" y="1898"/>
                </a:lnTo>
                <a:lnTo>
                  <a:pt x="243" y="1843"/>
                </a:lnTo>
                <a:lnTo>
                  <a:pt x="204" y="1784"/>
                </a:lnTo>
                <a:lnTo>
                  <a:pt x="166" y="1724"/>
                </a:lnTo>
                <a:lnTo>
                  <a:pt x="131" y="1662"/>
                </a:lnTo>
                <a:lnTo>
                  <a:pt x="100" y="1596"/>
                </a:lnTo>
                <a:lnTo>
                  <a:pt x="71" y="1529"/>
                </a:lnTo>
                <a:lnTo>
                  <a:pt x="48" y="1462"/>
                </a:lnTo>
                <a:lnTo>
                  <a:pt x="27" y="1390"/>
                </a:lnTo>
                <a:lnTo>
                  <a:pt x="13" y="1319"/>
                </a:lnTo>
                <a:lnTo>
                  <a:pt x="4" y="1246"/>
                </a:lnTo>
                <a:lnTo>
                  <a:pt x="0" y="1173"/>
                </a:lnTo>
                <a:lnTo>
                  <a:pt x="4" y="1098"/>
                </a:lnTo>
                <a:lnTo>
                  <a:pt x="13" y="1025"/>
                </a:lnTo>
                <a:lnTo>
                  <a:pt x="27" y="954"/>
                </a:lnTo>
                <a:lnTo>
                  <a:pt x="48" y="884"/>
                </a:lnTo>
                <a:lnTo>
                  <a:pt x="71" y="815"/>
                </a:lnTo>
                <a:lnTo>
                  <a:pt x="100" y="748"/>
                </a:lnTo>
                <a:lnTo>
                  <a:pt x="131" y="684"/>
                </a:lnTo>
                <a:lnTo>
                  <a:pt x="166" y="621"/>
                </a:lnTo>
                <a:lnTo>
                  <a:pt x="204" y="560"/>
                </a:lnTo>
                <a:lnTo>
                  <a:pt x="243" y="502"/>
                </a:lnTo>
                <a:lnTo>
                  <a:pt x="284" y="446"/>
                </a:lnTo>
                <a:lnTo>
                  <a:pt x="325" y="394"/>
                </a:lnTo>
                <a:lnTo>
                  <a:pt x="367" y="343"/>
                </a:lnTo>
                <a:lnTo>
                  <a:pt x="410" y="294"/>
                </a:lnTo>
                <a:lnTo>
                  <a:pt x="452" y="251"/>
                </a:lnTo>
                <a:lnTo>
                  <a:pt x="493" y="210"/>
                </a:lnTo>
                <a:lnTo>
                  <a:pt x="532" y="170"/>
                </a:lnTo>
                <a:lnTo>
                  <a:pt x="570" y="137"/>
                </a:lnTo>
                <a:lnTo>
                  <a:pt x="604" y="105"/>
                </a:lnTo>
                <a:lnTo>
                  <a:pt x="636" y="79"/>
                </a:lnTo>
                <a:lnTo>
                  <a:pt x="665" y="55"/>
                </a:lnTo>
                <a:lnTo>
                  <a:pt x="688" y="35"/>
                </a:lnTo>
                <a:lnTo>
                  <a:pt x="709" y="19"/>
                </a:lnTo>
                <a:lnTo>
                  <a:pt x="723" y="9"/>
                </a:lnTo>
                <a:lnTo>
                  <a:pt x="732" y="1"/>
                </a:lnTo>
                <a:lnTo>
                  <a:pt x="735" y="0"/>
                </a:lnTo>
                <a:lnTo>
                  <a:pt x="739" y="1"/>
                </a:lnTo>
                <a:lnTo>
                  <a:pt x="748" y="9"/>
                </a:lnTo>
                <a:lnTo>
                  <a:pt x="763" y="19"/>
                </a:lnTo>
                <a:lnTo>
                  <a:pt x="783" y="35"/>
                </a:lnTo>
                <a:lnTo>
                  <a:pt x="806" y="55"/>
                </a:lnTo>
                <a:lnTo>
                  <a:pt x="835" y="79"/>
                </a:lnTo>
                <a:lnTo>
                  <a:pt x="866" y="105"/>
                </a:lnTo>
                <a:lnTo>
                  <a:pt x="901" y="137"/>
                </a:lnTo>
                <a:lnTo>
                  <a:pt x="939" y="170"/>
                </a:lnTo>
                <a:lnTo>
                  <a:pt x="978" y="210"/>
                </a:lnTo>
                <a:lnTo>
                  <a:pt x="1019" y="251"/>
                </a:lnTo>
                <a:lnTo>
                  <a:pt x="1060" y="294"/>
                </a:lnTo>
                <a:lnTo>
                  <a:pt x="1102" y="343"/>
                </a:lnTo>
                <a:lnTo>
                  <a:pt x="1145" y="394"/>
                </a:lnTo>
                <a:lnTo>
                  <a:pt x="1187" y="446"/>
                </a:lnTo>
                <a:lnTo>
                  <a:pt x="1228" y="502"/>
                </a:lnTo>
                <a:lnTo>
                  <a:pt x="1267" y="560"/>
                </a:lnTo>
                <a:lnTo>
                  <a:pt x="1305" y="621"/>
                </a:lnTo>
                <a:lnTo>
                  <a:pt x="1339" y="684"/>
                </a:lnTo>
                <a:lnTo>
                  <a:pt x="1371" y="748"/>
                </a:lnTo>
                <a:lnTo>
                  <a:pt x="1400" y="815"/>
                </a:lnTo>
                <a:lnTo>
                  <a:pt x="1423" y="884"/>
                </a:lnTo>
                <a:lnTo>
                  <a:pt x="1444" y="954"/>
                </a:lnTo>
                <a:lnTo>
                  <a:pt x="1458" y="1025"/>
                </a:lnTo>
                <a:lnTo>
                  <a:pt x="1467" y="1098"/>
                </a:lnTo>
                <a:lnTo>
                  <a:pt x="1470" y="1173"/>
                </a:lnTo>
              </a:path>
            </a:pathLst>
          </a:custGeom>
          <a:solidFill>
            <a:schemeClr val="accent1"/>
          </a:solidFill>
          <a:ln w="25400" cap="flat" cmpd="sng" algn="ctr">
            <a:noFill/>
            <a:prstDash val="solid"/>
          </a:ln>
          <a:effectLst/>
        </p:spPr>
        <p:txBody>
          <a:bodyPr anchor="ctr"/>
          <a:lstStyle/>
          <a:p>
            <a:pPr marL="0" marR="0" lvl="0" indent="0" algn="ctr" defTabSz="914400" eaLnBrk="1" fontAlgn="base" latinLnBrk="0" hangingPunct="1">
              <a:lnSpc>
                <a:spcPct val="120000"/>
              </a:lnSpc>
              <a:spcBef>
                <a:spcPct val="0"/>
              </a:spcBef>
              <a:spcAft>
                <a:spcPct val="0"/>
              </a:spcAft>
              <a:buClrTx/>
              <a:buSzTx/>
              <a:buFontTx/>
              <a:buNone/>
              <a:defRPr/>
            </a:pPr>
            <a:endParaRPr kumimoji="0" lang="zh-CN" altLang="en-US" sz="1800" b="1" i="0" u="none" strike="noStrike" kern="0" cap="none" spc="0" normalizeH="0" baseline="0" noProof="0">
              <a:ln>
                <a:noFill/>
              </a:ln>
              <a:solidFill>
                <a:sysClr val="window" lastClr="FFFFFF"/>
              </a:solidFill>
              <a:effectLst/>
              <a:uLnTx/>
              <a:uFillTx/>
              <a:latin typeface="Calibri"/>
              <a:ea typeface="微软雅黑" pitchFamily="34" charset="-122"/>
              <a:cs typeface="+mn-cs"/>
            </a:endParaRPr>
          </a:p>
        </p:txBody>
      </p:sp>
      <p:sp>
        <p:nvSpPr>
          <p:cNvPr id="18" name="Oval 7">
            <a:extLst>
              <a:ext uri="{FF2B5EF4-FFF2-40B4-BE49-F238E27FC236}">
                <a16:creationId xmlns:a16="http://schemas.microsoft.com/office/drawing/2014/main" id="{399073B3-EFE2-6D3A-29A1-D7EFC5D8CC84}"/>
              </a:ext>
            </a:extLst>
          </p:cNvPr>
          <p:cNvSpPr>
            <a:spLocks noChangeArrowheads="1"/>
          </p:cNvSpPr>
          <p:nvPr/>
        </p:nvSpPr>
        <p:spPr bwMode="gray">
          <a:xfrm>
            <a:off x="3101974" y="2800310"/>
            <a:ext cx="1647825" cy="1647825"/>
          </a:xfrm>
          <a:prstGeom prst="ellipse">
            <a:avLst/>
          </a:prstGeom>
          <a:solidFill>
            <a:sysClr val="window" lastClr="FFFFFF">
              <a:alpha val="50195"/>
            </a:sysClr>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ysClr val="windowText" lastClr="000000"/>
              </a:solidFill>
              <a:effectLst/>
              <a:uLnTx/>
              <a:uFillTx/>
            </a:endParaRPr>
          </a:p>
        </p:txBody>
      </p:sp>
      <p:sp>
        <p:nvSpPr>
          <p:cNvPr id="23" name="Content Placeholder 2">
            <a:extLst>
              <a:ext uri="{FF2B5EF4-FFF2-40B4-BE49-F238E27FC236}">
                <a16:creationId xmlns:a16="http://schemas.microsoft.com/office/drawing/2014/main" id="{52464A7E-1A57-B2CC-B4EA-0353D38A8D0C}"/>
              </a:ext>
            </a:extLst>
          </p:cNvPr>
          <p:cNvSpPr txBox="1"/>
          <p:nvPr/>
        </p:nvSpPr>
        <p:spPr>
          <a:xfrm>
            <a:off x="7991400" y="2467471"/>
            <a:ext cx="3340876" cy="792532"/>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lnSpc>
                <a:spcPct val="150000"/>
              </a:lnSpc>
              <a:buNone/>
              <a:defRPr/>
            </a:pPr>
            <a:endParaRPr lang="en-US" altLang="zh-CN" sz="1200" dirty="0">
              <a:solidFill>
                <a:sysClr val="window" lastClr="FFFFFF">
                  <a:lumMod val="65000"/>
                </a:sysClr>
              </a:solidFill>
              <a:cs typeface="+mn-ea"/>
              <a:sym typeface="+mn-lt"/>
            </a:endParaRPr>
          </a:p>
        </p:txBody>
      </p:sp>
      <p:cxnSp>
        <p:nvCxnSpPr>
          <p:cNvPr id="29" name="直接连接符 28">
            <a:extLst>
              <a:ext uri="{FF2B5EF4-FFF2-40B4-BE49-F238E27FC236}">
                <a16:creationId xmlns:a16="http://schemas.microsoft.com/office/drawing/2014/main" id="{A847F930-1BB1-811B-BDAB-35DBE8E6BD14}"/>
              </a:ext>
            </a:extLst>
          </p:cNvPr>
          <p:cNvCxnSpPr/>
          <p:nvPr/>
        </p:nvCxnSpPr>
        <p:spPr>
          <a:xfrm>
            <a:off x="7794171" y="1917933"/>
            <a:ext cx="43978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25E58A4-260B-06DA-E48F-B6807CE08DF6}"/>
              </a:ext>
            </a:extLst>
          </p:cNvPr>
          <p:cNvCxnSpPr/>
          <p:nvPr/>
        </p:nvCxnSpPr>
        <p:spPr>
          <a:xfrm>
            <a:off x="7794171" y="5561460"/>
            <a:ext cx="4397829" cy="0"/>
          </a:xfrm>
          <a:prstGeom prst="line">
            <a:avLst/>
          </a:prstGeom>
        </p:spPr>
        <p:style>
          <a:lnRef idx="1">
            <a:schemeClr val="accent1"/>
          </a:lnRef>
          <a:fillRef idx="0">
            <a:schemeClr val="accent1"/>
          </a:fillRef>
          <a:effectRef idx="0">
            <a:schemeClr val="accent1"/>
          </a:effectRef>
          <a:fontRef idx="minor">
            <a:schemeClr val="tx1"/>
          </a:fontRef>
        </p:style>
      </p:cxnSp>
      <p:sp>
        <p:nvSpPr>
          <p:cNvPr id="33" name="文本占位符 32">
            <a:extLst>
              <a:ext uri="{FF2B5EF4-FFF2-40B4-BE49-F238E27FC236}">
                <a16:creationId xmlns:a16="http://schemas.microsoft.com/office/drawing/2014/main" id="{E5C8F0BE-FA05-7FDE-F9F5-9FB02CD67ACB}"/>
              </a:ext>
            </a:extLst>
          </p:cNvPr>
          <p:cNvSpPr>
            <a:spLocks noGrp="1"/>
          </p:cNvSpPr>
          <p:nvPr>
            <p:ph type="body" sz="quarter" idx="19" hasCustomPrompt="1"/>
          </p:nvPr>
        </p:nvSpPr>
        <p:spPr>
          <a:xfrm>
            <a:off x="7982179" y="208127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5" name="文本占位符 34">
            <a:extLst>
              <a:ext uri="{FF2B5EF4-FFF2-40B4-BE49-F238E27FC236}">
                <a16:creationId xmlns:a16="http://schemas.microsoft.com/office/drawing/2014/main" id="{A376DBBC-D3D5-F754-EDFB-D1DDFB1DCADD}"/>
              </a:ext>
            </a:extLst>
          </p:cNvPr>
          <p:cNvSpPr>
            <a:spLocks noGrp="1"/>
          </p:cNvSpPr>
          <p:nvPr>
            <p:ph type="body" sz="quarter" idx="20" hasCustomPrompt="1"/>
          </p:nvPr>
        </p:nvSpPr>
        <p:spPr>
          <a:xfrm>
            <a:off x="7965616" y="288491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36" name="文本占位符 32">
            <a:extLst>
              <a:ext uri="{FF2B5EF4-FFF2-40B4-BE49-F238E27FC236}">
                <a16:creationId xmlns:a16="http://schemas.microsoft.com/office/drawing/2014/main" id="{C3B9B79D-6E0C-BDA0-26CB-E1C646CC6E65}"/>
              </a:ext>
            </a:extLst>
          </p:cNvPr>
          <p:cNvSpPr>
            <a:spLocks noGrp="1"/>
          </p:cNvSpPr>
          <p:nvPr>
            <p:ph type="body" sz="quarter" idx="21" hasCustomPrompt="1"/>
          </p:nvPr>
        </p:nvSpPr>
        <p:spPr>
          <a:xfrm>
            <a:off x="7982179" y="3840782"/>
            <a:ext cx="2884488" cy="688975"/>
          </a:xfrm>
          <a:prstGeom prst="rect">
            <a:avLst/>
          </a:prstGeom>
        </p:spPr>
        <p:txBody>
          <a:bodyPr anchor="ctr"/>
          <a:lstStyle>
            <a:lvl1pPr>
              <a:buNone/>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zh-CN" altLang="en-US" sz="2400" b="1" i="0" u="none" strike="noStrike" kern="1200" cap="none" spc="0" normalizeH="0" baseline="0" noProof="0">
                <a:ln>
                  <a:noFill/>
                </a:ln>
                <a:solidFill>
                  <a:srgbClr val="5C5C5C">
                    <a:lumMod val="65000"/>
                    <a:lumOff val="35000"/>
                  </a:srgbClr>
                </a:solidFill>
                <a:effectLst/>
                <a:uLnTx/>
                <a:uFillTx/>
                <a:latin typeface="Arial"/>
                <a:ea typeface="微软雅黑"/>
                <a:cs typeface="+mn-ea"/>
                <a:sym typeface="+mn-lt"/>
              </a:rPr>
              <a:t>添加文字标题</a:t>
            </a:r>
            <a:endParaRPr lang="zh-CN" altLang="en-US"/>
          </a:p>
        </p:txBody>
      </p:sp>
      <p:sp>
        <p:nvSpPr>
          <p:cNvPr id="37" name="文本占位符 34">
            <a:extLst>
              <a:ext uri="{FF2B5EF4-FFF2-40B4-BE49-F238E27FC236}">
                <a16:creationId xmlns:a16="http://schemas.microsoft.com/office/drawing/2014/main" id="{97409247-52AF-5DDB-D9B8-8252CB0A9310}"/>
              </a:ext>
            </a:extLst>
          </p:cNvPr>
          <p:cNvSpPr>
            <a:spLocks noGrp="1"/>
          </p:cNvSpPr>
          <p:nvPr>
            <p:ph type="body" sz="quarter" idx="22" hasCustomPrompt="1"/>
          </p:nvPr>
        </p:nvSpPr>
        <p:spPr>
          <a:xfrm>
            <a:off x="7965616" y="4644425"/>
            <a:ext cx="3366660" cy="792529"/>
          </a:xfrm>
          <a:prstGeom prst="rect">
            <a:avLst/>
          </a:prstGeom>
        </p:spPr>
        <p:txBody>
          <a:bodyPr anchor="ct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200" b="0" i="0" u="none" strike="noStrike" kern="1200" cap="none" spc="0" normalizeH="0" baseline="0" noProof="0">
                <a:ln>
                  <a:noFill/>
                </a:ln>
                <a:solidFill>
                  <a:sysClr val="window" lastClr="FFFFFF">
                    <a:lumMod val="65000"/>
                  </a:sysClr>
                </a:solidFill>
                <a:effectLst/>
                <a:uLnTx/>
                <a:uFillTx/>
                <a:latin typeface="Arial"/>
                <a:ea typeface="微软雅黑"/>
                <a:cs typeface="+mn-ea"/>
                <a:sym typeface="+mn-lt"/>
              </a:rPr>
              <a:t>请在这里添加文字内容请在这里添加文字内容请在这里添加文字内容请在这里添加文字内容</a:t>
            </a:r>
            <a:endParaRPr lang="zh-CN" altLang="en-US"/>
          </a:p>
        </p:txBody>
      </p:sp>
      <p:sp>
        <p:nvSpPr>
          <p:cNvPr id="2" name="任意多边形 19">
            <a:extLst>
              <a:ext uri="{FF2B5EF4-FFF2-40B4-BE49-F238E27FC236}">
                <a16:creationId xmlns:a16="http://schemas.microsoft.com/office/drawing/2014/main" id="{055FE2DC-8CCB-5AF2-7B9F-27818F7C8F3A}"/>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28F4EE2-BF8B-7FEC-73AB-85F22C948A76}"/>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F408DB3-F77D-30B5-FC05-AD2CEBAAF0FF}"/>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50245ABA-1CD5-1912-DAA1-B46404B42F0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3DD970EB-F228-E952-35AC-3233DAE0FAF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1AC05127-E591-942C-5FA1-C61C6B44279A}"/>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9" name="文本占位符 33">
            <a:extLst>
              <a:ext uri="{FF2B5EF4-FFF2-40B4-BE49-F238E27FC236}">
                <a16:creationId xmlns:a16="http://schemas.microsoft.com/office/drawing/2014/main" id="{7C17CB12-44D2-53A7-0E81-329299EC5D2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7205824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3_标题和内容">
    <p:spTree>
      <p:nvGrpSpPr>
        <p:cNvPr id="1" name=""/>
        <p:cNvGrpSpPr/>
        <p:nvPr/>
      </p:nvGrpSpPr>
      <p:grpSpPr>
        <a:xfrm>
          <a:off x="0" y="0"/>
          <a:ext cx="0" cy="0"/>
          <a:chOff x="0" y="0"/>
          <a:chExt cx="0" cy="0"/>
        </a:xfrm>
      </p:grpSpPr>
      <p:sp>
        <p:nvSpPr>
          <p:cNvPr id="3" name="任意多边形 19">
            <a:extLst>
              <a:ext uri="{FF2B5EF4-FFF2-40B4-BE49-F238E27FC236}">
                <a16:creationId xmlns:a16="http://schemas.microsoft.com/office/drawing/2014/main" id="{30726538-1950-DA1B-6C70-74D79515D324}"/>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DF9A4799-8616-3FAC-1ABD-067FC0EF76DE}"/>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5" name="组合 4">
            <a:extLst>
              <a:ext uri="{FF2B5EF4-FFF2-40B4-BE49-F238E27FC236}">
                <a16:creationId xmlns:a16="http://schemas.microsoft.com/office/drawing/2014/main" id="{C815365D-E595-A1AC-93B2-0E8137C344E6}"/>
              </a:ext>
            </a:extLst>
          </p:cNvPr>
          <p:cNvGrpSpPr/>
          <p:nvPr/>
        </p:nvGrpSpPr>
        <p:grpSpPr>
          <a:xfrm>
            <a:off x="71844" y="60398"/>
            <a:ext cx="593817" cy="593817"/>
            <a:chOff x="1131485" y="2234042"/>
            <a:chExt cx="1607262" cy="1607262"/>
          </a:xfrm>
        </p:grpSpPr>
        <p:sp>
          <p:nvSpPr>
            <p:cNvPr id="6" name="椭圆 5">
              <a:extLst>
                <a:ext uri="{FF2B5EF4-FFF2-40B4-BE49-F238E27FC236}">
                  <a16:creationId xmlns:a16="http://schemas.microsoft.com/office/drawing/2014/main" id="{2672BBA0-146D-D873-BF57-D84F903390B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5C850287-10EC-8116-6F42-7B2950F735A7}"/>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14" name="KSO_Shape">
              <a:extLst>
                <a:ext uri="{FF2B5EF4-FFF2-40B4-BE49-F238E27FC236}">
                  <a16:creationId xmlns:a16="http://schemas.microsoft.com/office/drawing/2014/main" id="{7511D483-2AA7-FDA3-5858-2AAFA77DAE39}"/>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5B421191-774C-DBCE-0C86-1D01A8FB8ED7}"/>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34171220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2_标题和内容">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BD4109D-D9F4-AEA9-753B-1A0FCF8694D0}"/>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平行四边形 2">
            <a:extLst>
              <a:ext uri="{FF2B5EF4-FFF2-40B4-BE49-F238E27FC236}">
                <a16:creationId xmlns:a16="http://schemas.microsoft.com/office/drawing/2014/main" id="{E478E1EC-3572-AF6B-42A7-03350BA7369E}"/>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圆角矩形 12">
            <a:extLst>
              <a:ext uri="{FF2B5EF4-FFF2-40B4-BE49-F238E27FC236}">
                <a16:creationId xmlns:a16="http://schemas.microsoft.com/office/drawing/2014/main" id="{0030B76D-7DD4-B78A-CD71-39BE8AC45B33}"/>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13">
            <a:extLst>
              <a:ext uri="{FF2B5EF4-FFF2-40B4-BE49-F238E27FC236}">
                <a16:creationId xmlns:a16="http://schemas.microsoft.com/office/drawing/2014/main" id="{0A4A0C0F-6F92-A512-F75C-F9479EA1FE67}"/>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圆角矩形 14">
            <a:extLst>
              <a:ext uri="{FF2B5EF4-FFF2-40B4-BE49-F238E27FC236}">
                <a16:creationId xmlns:a16="http://schemas.microsoft.com/office/drawing/2014/main" id="{8AE79F6B-FE29-C4D7-6E82-26D617D91703}"/>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15">
            <a:extLst>
              <a:ext uri="{FF2B5EF4-FFF2-40B4-BE49-F238E27FC236}">
                <a16:creationId xmlns:a16="http://schemas.microsoft.com/office/drawing/2014/main" id="{3B131B26-7B3C-3B02-8422-C3B5C812133D}"/>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
            <a:extLst>
              <a:ext uri="{FF2B5EF4-FFF2-40B4-BE49-F238E27FC236}">
                <a16:creationId xmlns:a16="http://schemas.microsoft.com/office/drawing/2014/main" id="{DAB64CF7-41BF-FDF3-0763-8237FB8B51F6}"/>
              </a:ext>
            </a:extLst>
          </p:cNvPr>
          <p:cNvSpPr/>
          <p:nvPr/>
        </p:nvSpPr>
        <p:spPr>
          <a:xfrm>
            <a:off x="1524000" y="1161143"/>
            <a:ext cx="9486900" cy="4822893"/>
          </a:xfrm>
          <a:prstGeom prst="roundRect">
            <a:avLst>
              <a:gd name="adj" fmla="val 0"/>
            </a:avLst>
          </a:prstGeom>
          <a:solidFill>
            <a:schemeClr val="bg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34">
            <a:extLst>
              <a:ext uri="{FF2B5EF4-FFF2-40B4-BE49-F238E27FC236}">
                <a16:creationId xmlns:a16="http://schemas.microsoft.com/office/drawing/2014/main" id="{D8EA7DCB-0735-CB36-C3DE-B33A0ED6B057}"/>
              </a:ext>
            </a:extLst>
          </p:cNvPr>
          <p:cNvSpPr>
            <a:spLocks noGrp="1"/>
          </p:cNvSpPr>
          <p:nvPr>
            <p:ph type="body" sz="quarter" idx="10"/>
          </p:nvPr>
        </p:nvSpPr>
        <p:spPr>
          <a:xfrm>
            <a:off x="2176438" y="2329996"/>
            <a:ext cx="8421688" cy="3380694"/>
          </a:xfrm>
          <a:prstGeom prst="rect">
            <a:avLst/>
          </a:prstGeom>
        </p:spPr>
        <p:txBody>
          <a:bodyPr>
            <a:normAutofit/>
          </a:bodyPr>
          <a:lstStyle>
            <a:lvl1pPr>
              <a:defRPr lang="zh-CN" altLang="en-US" sz="2800" b="0" kern="1200" smtClean="0">
                <a:solidFill>
                  <a:schemeClr val="accent1"/>
                </a:solidFill>
                <a:latin typeface="+mn-lt"/>
                <a:ea typeface="+mn-ea"/>
                <a:cs typeface="+mn-cs"/>
              </a:defRPr>
            </a:lvl1pPr>
            <a:lvl2pPr>
              <a:defRPr lang="zh-CN" altLang="en-US" sz="2800" b="0" kern="1200" smtClean="0">
                <a:solidFill>
                  <a:schemeClr val="accent1"/>
                </a:solidFill>
                <a:latin typeface="+mn-lt"/>
                <a:ea typeface="+mn-ea"/>
                <a:cs typeface="+mn-cs"/>
              </a:defRPr>
            </a:lvl2pPr>
            <a:lvl3pPr>
              <a:defRPr lang="zh-CN" altLang="en-US" sz="2800" b="0" kern="1200">
                <a:solidFill>
                  <a:schemeClr val="accent1"/>
                </a:solidFill>
                <a:latin typeface="+mn-lt"/>
                <a:ea typeface="+mn-ea"/>
                <a:cs typeface="+mn-cs"/>
              </a:defRPr>
            </a:lvl3pPr>
          </a:lstStyle>
          <a:p>
            <a:pPr lvl="0"/>
            <a:r>
              <a:rPr lang="zh-CN" altLang="en-US"/>
              <a:t>单击此处编辑母版文本样式</a:t>
            </a:r>
          </a:p>
          <a:p>
            <a:pPr lvl="1"/>
            <a:r>
              <a:rPr lang="zh-CN" altLang="en-US"/>
              <a:t>二级</a:t>
            </a:r>
          </a:p>
          <a:p>
            <a:pPr lvl="2"/>
            <a:r>
              <a:rPr lang="zh-CN" altLang="en-US"/>
              <a:t>三级</a:t>
            </a:r>
          </a:p>
        </p:txBody>
      </p:sp>
      <p:sp>
        <p:nvSpPr>
          <p:cNvPr id="42" name="文本占位符 41">
            <a:extLst>
              <a:ext uri="{FF2B5EF4-FFF2-40B4-BE49-F238E27FC236}">
                <a16:creationId xmlns:a16="http://schemas.microsoft.com/office/drawing/2014/main" id="{D383F290-6A8F-2919-0DB9-D512BEA6393B}"/>
              </a:ext>
            </a:extLst>
          </p:cNvPr>
          <p:cNvSpPr>
            <a:spLocks noGrp="1"/>
          </p:cNvSpPr>
          <p:nvPr>
            <p:ph type="body" sz="quarter" idx="12"/>
          </p:nvPr>
        </p:nvSpPr>
        <p:spPr>
          <a:xfrm>
            <a:off x="2164098" y="1340768"/>
            <a:ext cx="8421688" cy="864097"/>
          </a:xfrm>
          <a:prstGeom prst="rect">
            <a:avLst/>
          </a:prstGeom>
        </p:spPr>
        <p:txBody>
          <a:bodyPr anchor="ctr"/>
          <a:lstStyle>
            <a:lvl1pPr algn="ctr">
              <a:buNone/>
              <a:defRPr lang="zh-CN" altLang="en-US" sz="4400" b="1" kern="1200">
                <a:solidFill>
                  <a:schemeClr val="accent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单击此处编辑母版文本样式</a:t>
            </a:r>
          </a:p>
        </p:txBody>
      </p:sp>
    </p:spTree>
    <p:extLst>
      <p:ext uri="{BB962C8B-B14F-4D97-AF65-F5344CB8AC3E}">
        <p14:creationId xmlns:p14="http://schemas.microsoft.com/office/powerpoint/2010/main" val="265721684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1_标题和内容">
    <p:bg>
      <p:bgRef idx="1002">
        <a:schemeClr val="bg1"/>
      </p:bgRef>
    </p:bg>
    <p:spTree>
      <p:nvGrpSpPr>
        <p:cNvPr id="1" name=""/>
        <p:cNvGrpSpPr/>
        <p:nvPr/>
      </p:nvGrpSpPr>
      <p:grpSpPr>
        <a:xfrm>
          <a:off x="0" y="0"/>
          <a:ext cx="0" cy="0"/>
          <a:chOff x="0" y="0"/>
          <a:chExt cx="0" cy="0"/>
        </a:xfrm>
      </p:grpSpPr>
      <p:sp>
        <p:nvSpPr>
          <p:cNvPr id="14" name="六边形 13">
            <a:extLst>
              <a:ext uri="{FF2B5EF4-FFF2-40B4-BE49-F238E27FC236}">
                <a16:creationId xmlns:a16="http://schemas.microsoft.com/office/drawing/2014/main" id="{AD77C92C-30F0-3E8E-5585-086BBEB8303A}"/>
              </a:ext>
            </a:extLst>
          </p:cNvPr>
          <p:cNvSpPr/>
          <p:nvPr/>
        </p:nvSpPr>
        <p:spPr>
          <a:xfrm>
            <a:off x="2561431" y="2565967"/>
            <a:ext cx="2048068" cy="1765300"/>
          </a:xfrm>
          <a:prstGeom prst="hexagon">
            <a:avLst>
              <a:gd name="adj" fmla="val 24999"/>
              <a:gd name="vf" fmla="val 115470"/>
            </a:avLst>
          </a:prstGeom>
          <a:solidFill>
            <a:schemeClr val="accent1"/>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5" name="六边形 14">
            <a:extLst>
              <a:ext uri="{FF2B5EF4-FFF2-40B4-BE49-F238E27FC236}">
                <a16:creationId xmlns:a16="http://schemas.microsoft.com/office/drawing/2014/main" id="{6DC8B096-D421-A26A-CC44-D94B23778E38}"/>
              </a:ext>
            </a:extLst>
          </p:cNvPr>
          <p:cNvSpPr/>
          <p:nvPr/>
        </p:nvSpPr>
        <p:spPr>
          <a:xfrm>
            <a:off x="4235121" y="3448617"/>
            <a:ext cx="2048068" cy="1765300"/>
          </a:xfrm>
          <a:prstGeom prst="hexagon">
            <a:avLst>
              <a:gd name="adj" fmla="val 24999"/>
              <a:gd name="vf" fmla="val 115470"/>
            </a:avLst>
          </a:prstGeom>
          <a:solidFill>
            <a:schemeClr val="accent2"/>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6" name="六边形 15">
            <a:extLst>
              <a:ext uri="{FF2B5EF4-FFF2-40B4-BE49-F238E27FC236}">
                <a16:creationId xmlns:a16="http://schemas.microsoft.com/office/drawing/2014/main" id="{F8E4BF9B-74F3-7E38-0D85-B0D3E3AB3D27}"/>
              </a:ext>
            </a:extLst>
          </p:cNvPr>
          <p:cNvSpPr/>
          <p:nvPr/>
        </p:nvSpPr>
        <p:spPr>
          <a:xfrm>
            <a:off x="5908811" y="2565967"/>
            <a:ext cx="2048068" cy="1765300"/>
          </a:xfrm>
          <a:prstGeom prst="hexagon">
            <a:avLst>
              <a:gd name="adj" fmla="val 24999"/>
              <a:gd name="vf" fmla="val 115470"/>
            </a:avLst>
          </a:prstGeom>
          <a:solidFill>
            <a:schemeClr val="accent3"/>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7" name="六边形 16">
            <a:extLst>
              <a:ext uri="{FF2B5EF4-FFF2-40B4-BE49-F238E27FC236}">
                <a16:creationId xmlns:a16="http://schemas.microsoft.com/office/drawing/2014/main" id="{247997AE-B98D-D4F5-5D12-B4196FC53D37}"/>
              </a:ext>
            </a:extLst>
          </p:cNvPr>
          <p:cNvSpPr/>
          <p:nvPr/>
        </p:nvSpPr>
        <p:spPr>
          <a:xfrm>
            <a:off x="7582501" y="3448617"/>
            <a:ext cx="2048068" cy="1765300"/>
          </a:xfrm>
          <a:prstGeom prst="hexagon">
            <a:avLst>
              <a:gd name="adj" fmla="val 24999"/>
              <a:gd name="vf" fmla="val 115470"/>
            </a:avLst>
          </a:prstGeom>
          <a:solidFill>
            <a:schemeClr val="accent5"/>
          </a:solidFill>
          <a:ln w="12700">
            <a:noFill/>
            <a:miter/>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8" name="六边形 17">
            <a:extLst>
              <a:ext uri="{FF2B5EF4-FFF2-40B4-BE49-F238E27FC236}">
                <a16:creationId xmlns:a16="http://schemas.microsoft.com/office/drawing/2014/main" id="{B35DB72E-73A8-1B7C-D4EE-42D6FBCE98E5}"/>
              </a:ext>
            </a:extLst>
          </p:cNvPr>
          <p:cNvSpPr/>
          <p:nvPr/>
        </p:nvSpPr>
        <p:spPr>
          <a:xfrm>
            <a:off x="888206" y="3448617"/>
            <a:ext cx="2047875" cy="1765300"/>
          </a:xfrm>
          <a:prstGeom prst="hexagon">
            <a:avLst>
              <a:gd name="adj" fmla="val 24994"/>
              <a:gd name="vf" fmla="val 115470"/>
            </a:avLst>
          </a:prstGeom>
          <a:noFill/>
          <a:ln w="12700" cap="flat" cmpd="sng">
            <a:solidFill>
              <a:schemeClr val="accent1"/>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19" name="六边形 18">
            <a:extLst>
              <a:ext uri="{FF2B5EF4-FFF2-40B4-BE49-F238E27FC236}">
                <a16:creationId xmlns:a16="http://schemas.microsoft.com/office/drawing/2014/main" id="{E132C582-4819-1296-3DF7-1A4DB6AB64BB}"/>
              </a:ext>
            </a:extLst>
          </p:cNvPr>
          <p:cNvSpPr/>
          <p:nvPr/>
        </p:nvSpPr>
        <p:spPr>
          <a:xfrm>
            <a:off x="9255918" y="2591367"/>
            <a:ext cx="2047875" cy="1765300"/>
          </a:xfrm>
          <a:prstGeom prst="hexagon">
            <a:avLst>
              <a:gd name="adj" fmla="val 24994"/>
              <a:gd name="vf" fmla="val 115470"/>
            </a:avLst>
          </a:prstGeom>
          <a:noFill/>
          <a:ln w="12700" cap="flat" cmpd="sng">
            <a:solidFill>
              <a:schemeClr val="accent4"/>
            </a:solidFill>
            <a:prstDash val="solid"/>
            <a:bevel/>
            <a:headEnd type="none" w="med" len="med"/>
            <a:tailEnd type="none" w="med" len="med"/>
          </a:ln>
        </p:spPr>
        <p:txBody>
          <a:bodyPr anchor="ct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sym typeface="Calibri" pitchFamily="34" charset="0"/>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sym typeface="Calibri" pitchFamily="34" charset="0"/>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sym typeface="Calibri" pitchFamily="34" charset="0"/>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sym typeface="Calibri" pitchFamily="34" charset="0"/>
              </a:defRPr>
            </a:lvl5pPr>
          </a:lstStyle>
          <a:p>
            <a:pPr marL="0" lvl="0" indent="0" algn="ctr" eaLnBrk="1" hangingPunct="1">
              <a:spcBef>
                <a:spcPct val="0"/>
              </a:spcBef>
              <a:buNone/>
            </a:pPr>
            <a:endParaRPr lang="zh-CN" altLang="zh-CN" sz="1800" dirty="0">
              <a:solidFill>
                <a:srgbClr val="FFFFFF"/>
              </a:solidFill>
              <a:cs typeface="+mn-ea"/>
              <a:sym typeface="+mn-lt"/>
            </a:endParaRPr>
          </a:p>
        </p:txBody>
      </p:sp>
      <p:sp>
        <p:nvSpPr>
          <p:cNvPr id="21" name="Freeform 2345">
            <a:extLst>
              <a:ext uri="{FF2B5EF4-FFF2-40B4-BE49-F238E27FC236}">
                <a16:creationId xmlns:a16="http://schemas.microsoft.com/office/drawing/2014/main" id="{C90D0ADA-4BCD-E775-7AD0-F2C80A1F813B}"/>
              </a:ext>
            </a:extLst>
          </p:cNvPr>
          <p:cNvSpPr>
            <a:spLocks noEditPoints="1"/>
          </p:cNvSpPr>
          <p:nvPr/>
        </p:nvSpPr>
        <p:spPr>
          <a:xfrm>
            <a:off x="1626393" y="387248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1"/>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22" name="Freeform 2345">
            <a:extLst>
              <a:ext uri="{FF2B5EF4-FFF2-40B4-BE49-F238E27FC236}">
                <a16:creationId xmlns:a16="http://schemas.microsoft.com/office/drawing/2014/main" id="{FF47CEAF-5712-87B0-087E-9035FA38EE1B}"/>
              </a:ext>
            </a:extLst>
          </p:cNvPr>
          <p:cNvSpPr>
            <a:spLocks noEditPoints="1"/>
          </p:cNvSpPr>
          <p:nvPr/>
        </p:nvSpPr>
        <p:spPr>
          <a:xfrm>
            <a:off x="9970293" y="2977130"/>
            <a:ext cx="585788" cy="1084262"/>
          </a:xfrm>
          <a:custGeom>
            <a:avLst/>
            <a:gdLst>
              <a:gd name="txL" fmla="*/ 0 w 86"/>
              <a:gd name="txT" fmla="*/ 0 h 164"/>
              <a:gd name="txR" fmla="*/ 86 w 86"/>
              <a:gd name="txB" fmla="*/ 164 h 164"/>
            </a:gdLst>
            <a:ahLst/>
            <a:cxnLst>
              <a:cxn ang="0">
                <a:pos x="1995044075" y="0"/>
              </a:cxn>
              <a:cxn ang="0">
                <a:pos x="1345493733" y="480810695"/>
              </a:cxn>
              <a:cxn ang="0">
                <a:pos x="556757437" y="568232624"/>
              </a:cxn>
              <a:cxn ang="0">
                <a:pos x="463964530" y="1311302496"/>
              </a:cxn>
              <a:cxn ang="0">
                <a:pos x="0" y="1923242779"/>
              </a:cxn>
              <a:cxn ang="0">
                <a:pos x="463964530" y="2147483646"/>
              </a:cxn>
              <a:cxn ang="0">
                <a:pos x="556757437" y="2147483646"/>
              </a:cxn>
              <a:cxn ang="0">
                <a:pos x="1345493733" y="2147483646"/>
              </a:cxn>
              <a:cxn ang="0">
                <a:pos x="1995044075" y="2147483646"/>
              </a:cxn>
              <a:cxn ang="0">
                <a:pos x="2147483646" y="2147483646"/>
              </a:cxn>
              <a:cxn ang="0">
                <a:pos x="2147483646" y="2147483646"/>
              </a:cxn>
              <a:cxn ang="0">
                <a:pos x="2147483646" y="2147483646"/>
              </a:cxn>
              <a:cxn ang="0">
                <a:pos x="2147483646" y="1923242779"/>
              </a:cxn>
              <a:cxn ang="0">
                <a:pos x="2147483646" y="1311302496"/>
              </a:cxn>
              <a:cxn ang="0">
                <a:pos x="2147483646" y="568232624"/>
              </a:cxn>
              <a:cxn ang="0">
                <a:pos x="2147483646" y="480810695"/>
              </a:cxn>
              <a:cxn ang="0">
                <a:pos x="1995044075" y="0"/>
              </a:cxn>
              <a:cxn ang="0">
                <a:pos x="1995044075" y="1049036708"/>
              </a:cxn>
              <a:cxn ang="0">
                <a:pos x="2147483646" y="1923242779"/>
              </a:cxn>
              <a:cxn ang="0">
                <a:pos x="1995044075" y="2147483646"/>
              </a:cxn>
              <a:cxn ang="0">
                <a:pos x="1113514873" y="1923242779"/>
              </a:cxn>
              <a:cxn ang="0">
                <a:pos x="1995044075" y="1049036708"/>
              </a:cxn>
              <a:cxn ang="0">
                <a:pos x="1345493733" y="2147483646"/>
              </a:cxn>
              <a:cxn ang="0">
                <a:pos x="881529202" y="2147483646"/>
              </a:cxn>
              <a:cxn ang="0">
                <a:pos x="881529202" y="2147483646"/>
              </a:cxn>
              <a:cxn ang="0">
                <a:pos x="2147483646" y="2147483646"/>
              </a:cxn>
              <a:cxn ang="0">
                <a:pos x="2147483646" y="2147483646"/>
              </a:cxn>
              <a:cxn ang="0">
                <a:pos x="2147483646" y="2147483646"/>
              </a:cxn>
              <a:cxn ang="0">
                <a:pos x="1995044075" y="2147483646"/>
              </a:cxn>
              <a:cxn ang="0">
                <a:pos x="1345493733" y="2147483646"/>
              </a:cxn>
            </a:cxnLst>
            <a:rect l="txL" t="txT" r="txR" b="txB"/>
            <a:pathLst>
              <a:path w="86" h="164">
                <a:moveTo>
                  <a:pt x="43" y="0"/>
                </a:moveTo>
                <a:cubicBezTo>
                  <a:pt x="37" y="0"/>
                  <a:pt x="31" y="5"/>
                  <a:pt x="29" y="11"/>
                </a:cubicBezTo>
                <a:cubicBezTo>
                  <a:pt x="24" y="8"/>
                  <a:pt x="17" y="8"/>
                  <a:pt x="12" y="13"/>
                </a:cubicBezTo>
                <a:cubicBezTo>
                  <a:pt x="8" y="18"/>
                  <a:pt x="7" y="25"/>
                  <a:pt x="10" y="30"/>
                </a:cubicBezTo>
                <a:cubicBezTo>
                  <a:pt x="4" y="32"/>
                  <a:pt x="0" y="37"/>
                  <a:pt x="0" y="44"/>
                </a:cubicBezTo>
                <a:cubicBezTo>
                  <a:pt x="0" y="50"/>
                  <a:pt x="4" y="55"/>
                  <a:pt x="10" y="57"/>
                </a:cubicBezTo>
                <a:cubicBezTo>
                  <a:pt x="7" y="63"/>
                  <a:pt x="8" y="70"/>
                  <a:pt x="12" y="74"/>
                </a:cubicBezTo>
                <a:cubicBezTo>
                  <a:pt x="17" y="79"/>
                  <a:pt x="24" y="80"/>
                  <a:pt x="29" y="77"/>
                </a:cubicBezTo>
                <a:cubicBezTo>
                  <a:pt x="31" y="82"/>
                  <a:pt x="37" y="87"/>
                  <a:pt x="43" y="87"/>
                </a:cubicBezTo>
                <a:cubicBezTo>
                  <a:pt x="49" y="87"/>
                  <a:pt x="55" y="82"/>
                  <a:pt x="57" y="77"/>
                </a:cubicBezTo>
                <a:cubicBezTo>
                  <a:pt x="62" y="80"/>
                  <a:pt x="69" y="79"/>
                  <a:pt x="74" y="74"/>
                </a:cubicBezTo>
                <a:cubicBezTo>
                  <a:pt x="78" y="70"/>
                  <a:pt x="79" y="63"/>
                  <a:pt x="76" y="57"/>
                </a:cubicBezTo>
                <a:cubicBezTo>
                  <a:pt x="82" y="55"/>
                  <a:pt x="86" y="50"/>
                  <a:pt x="86" y="44"/>
                </a:cubicBezTo>
                <a:cubicBezTo>
                  <a:pt x="86" y="37"/>
                  <a:pt x="82" y="32"/>
                  <a:pt x="76" y="30"/>
                </a:cubicBezTo>
                <a:cubicBezTo>
                  <a:pt x="79" y="25"/>
                  <a:pt x="78" y="18"/>
                  <a:pt x="74" y="13"/>
                </a:cubicBezTo>
                <a:cubicBezTo>
                  <a:pt x="69" y="8"/>
                  <a:pt x="62" y="8"/>
                  <a:pt x="57" y="11"/>
                </a:cubicBezTo>
                <a:cubicBezTo>
                  <a:pt x="55" y="5"/>
                  <a:pt x="49" y="0"/>
                  <a:pt x="43" y="0"/>
                </a:cubicBezTo>
                <a:close/>
                <a:moveTo>
                  <a:pt x="43" y="24"/>
                </a:moveTo>
                <a:cubicBezTo>
                  <a:pt x="54" y="24"/>
                  <a:pt x="62" y="33"/>
                  <a:pt x="62" y="44"/>
                </a:cubicBezTo>
                <a:cubicBezTo>
                  <a:pt x="62" y="54"/>
                  <a:pt x="54" y="63"/>
                  <a:pt x="43" y="63"/>
                </a:cubicBezTo>
                <a:cubicBezTo>
                  <a:pt x="32" y="63"/>
                  <a:pt x="24" y="54"/>
                  <a:pt x="24" y="44"/>
                </a:cubicBezTo>
                <a:cubicBezTo>
                  <a:pt x="24" y="33"/>
                  <a:pt x="32" y="24"/>
                  <a:pt x="43" y="24"/>
                </a:cubicBezTo>
                <a:close/>
                <a:moveTo>
                  <a:pt x="29" y="91"/>
                </a:moveTo>
                <a:cubicBezTo>
                  <a:pt x="26" y="93"/>
                  <a:pt x="22" y="93"/>
                  <a:pt x="19" y="92"/>
                </a:cubicBezTo>
                <a:cubicBezTo>
                  <a:pt x="19" y="164"/>
                  <a:pt x="19" y="164"/>
                  <a:pt x="19" y="164"/>
                </a:cubicBezTo>
                <a:cubicBezTo>
                  <a:pt x="45" y="136"/>
                  <a:pt x="42" y="138"/>
                  <a:pt x="67" y="164"/>
                </a:cubicBezTo>
                <a:cubicBezTo>
                  <a:pt x="67" y="92"/>
                  <a:pt x="67" y="92"/>
                  <a:pt x="67" y="92"/>
                </a:cubicBezTo>
                <a:cubicBezTo>
                  <a:pt x="64" y="93"/>
                  <a:pt x="60" y="93"/>
                  <a:pt x="57" y="91"/>
                </a:cubicBezTo>
                <a:cubicBezTo>
                  <a:pt x="55" y="97"/>
                  <a:pt x="49" y="101"/>
                  <a:pt x="43" y="101"/>
                </a:cubicBezTo>
                <a:cubicBezTo>
                  <a:pt x="37" y="101"/>
                  <a:pt x="31" y="97"/>
                  <a:pt x="29" y="91"/>
                </a:cubicBezTo>
                <a:close/>
              </a:path>
            </a:pathLst>
          </a:custGeom>
          <a:solidFill>
            <a:schemeClr val="accent4"/>
          </a:solid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cs typeface="+mn-ea"/>
              <a:sym typeface="+mn-lt"/>
            </a:endParaRPr>
          </a:p>
        </p:txBody>
      </p:sp>
      <p:sp>
        <p:nvSpPr>
          <p:cNvPr id="35" name="文本占位符 33">
            <a:extLst>
              <a:ext uri="{FF2B5EF4-FFF2-40B4-BE49-F238E27FC236}">
                <a16:creationId xmlns:a16="http://schemas.microsoft.com/office/drawing/2014/main" id="{5F496F79-D258-84DC-F12D-FB549C223BA3}"/>
              </a:ext>
            </a:extLst>
          </p:cNvPr>
          <p:cNvSpPr>
            <a:spLocks noGrp="1"/>
          </p:cNvSpPr>
          <p:nvPr>
            <p:ph type="body" sz="quarter" idx="19" hasCustomPrompt="1"/>
          </p:nvPr>
        </p:nvSpPr>
        <p:spPr>
          <a:xfrm>
            <a:off x="3006930" y="3167278"/>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6" name="文本占位符 33">
            <a:extLst>
              <a:ext uri="{FF2B5EF4-FFF2-40B4-BE49-F238E27FC236}">
                <a16:creationId xmlns:a16="http://schemas.microsoft.com/office/drawing/2014/main" id="{48EF5595-EF37-3DA0-EB84-23666A166ECC}"/>
              </a:ext>
            </a:extLst>
          </p:cNvPr>
          <p:cNvSpPr>
            <a:spLocks noGrp="1"/>
          </p:cNvSpPr>
          <p:nvPr>
            <p:ph type="body" sz="quarter" idx="20" hasCustomPrompt="1"/>
          </p:nvPr>
        </p:nvSpPr>
        <p:spPr>
          <a:xfrm>
            <a:off x="4741722" y="4068899"/>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7" name="文本占位符 33">
            <a:extLst>
              <a:ext uri="{FF2B5EF4-FFF2-40B4-BE49-F238E27FC236}">
                <a16:creationId xmlns:a16="http://schemas.microsoft.com/office/drawing/2014/main" id="{CA7E7BD0-AD52-2585-B083-5712EBBCBE28}"/>
              </a:ext>
            </a:extLst>
          </p:cNvPr>
          <p:cNvSpPr>
            <a:spLocks noGrp="1"/>
          </p:cNvSpPr>
          <p:nvPr>
            <p:ph type="body" sz="quarter" idx="21" hasCustomPrompt="1"/>
          </p:nvPr>
        </p:nvSpPr>
        <p:spPr>
          <a:xfrm>
            <a:off x="6355104" y="3212522"/>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38" name="文本占位符 33">
            <a:extLst>
              <a:ext uri="{FF2B5EF4-FFF2-40B4-BE49-F238E27FC236}">
                <a16:creationId xmlns:a16="http://schemas.microsoft.com/office/drawing/2014/main" id="{340EA819-7B4C-5A1C-45A5-96EF3DFE08DF}"/>
              </a:ext>
            </a:extLst>
          </p:cNvPr>
          <p:cNvSpPr>
            <a:spLocks noGrp="1"/>
          </p:cNvSpPr>
          <p:nvPr>
            <p:ph type="body" sz="quarter" idx="22" hasCustomPrompt="1"/>
          </p:nvPr>
        </p:nvSpPr>
        <p:spPr>
          <a:xfrm>
            <a:off x="7984668" y="4128710"/>
            <a:ext cx="1154056" cy="613477"/>
          </a:xfrm>
          <a:prstGeom prst="rect">
            <a:avLst/>
          </a:prstGeom>
        </p:spPr>
        <p:txBody>
          <a:bodyPr/>
          <a:lstStyle>
            <a:lvl1pPr>
              <a:buNone/>
              <a:defRPr lang="zh-CN" altLang="en-US" sz="3200" b="1" kern="1200">
                <a:solidFill>
                  <a:srgbClr val="FFF6E7"/>
                </a:solidFill>
                <a:latin typeface="+mn-lt"/>
                <a:ea typeface="+mn-ea"/>
                <a:cs typeface="+mn-ea"/>
                <a:sym typeface="Calibri" pitchFamily="34" charset="0"/>
              </a:defRPr>
            </a:lvl1pPr>
          </a:lstStyle>
          <a:p>
            <a:pPr marL="0" lvl="0" indent="0" algn="l" defTabSz="914400" rtl="0" eaLnBrk="1" fontAlgn="base" latinLnBrk="0" hangingPunct="1">
              <a:lnSpc>
                <a:spcPct val="90000"/>
              </a:lnSpc>
              <a:spcBef>
                <a:spcPct val="0"/>
              </a:spcBef>
              <a:spcAft>
                <a:spcPct val="0"/>
              </a:spcAft>
              <a:buFont typeface="Arial" pitchFamily="34" charset="0"/>
              <a:buNone/>
            </a:pPr>
            <a:r>
              <a:rPr lang="zh-CN" altLang="en-US"/>
              <a:t>标题</a:t>
            </a:r>
          </a:p>
        </p:txBody>
      </p:sp>
      <p:sp>
        <p:nvSpPr>
          <p:cNvPr id="40" name="文本占位符 39">
            <a:extLst>
              <a:ext uri="{FF2B5EF4-FFF2-40B4-BE49-F238E27FC236}">
                <a16:creationId xmlns:a16="http://schemas.microsoft.com/office/drawing/2014/main" id="{E44E5B8B-1FBB-A365-A6A2-C63C459CB320}"/>
              </a:ext>
            </a:extLst>
          </p:cNvPr>
          <p:cNvSpPr>
            <a:spLocks noGrp="1"/>
          </p:cNvSpPr>
          <p:nvPr>
            <p:ph type="body" sz="quarter" idx="23" hasCustomPrompt="1"/>
          </p:nvPr>
        </p:nvSpPr>
        <p:spPr>
          <a:xfrm>
            <a:off x="2886075" y="532130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2" name="文本占位符 41">
            <a:extLst>
              <a:ext uri="{FF2B5EF4-FFF2-40B4-BE49-F238E27FC236}">
                <a16:creationId xmlns:a16="http://schemas.microsoft.com/office/drawing/2014/main" id="{C8AC7D5F-72EE-8FF8-0FB3-CC0737EBF1AE}"/>
              </a:ext>
            </a:extLst>
          </p:cNvPr>
          <p:cNvSpPr>
            <a:spLocks noGrp="1"/>
          </p:cNvSpPr>
          <p:nvPr>
            <p:ph type="body" sz="quarter" idx="24" hasCustomPrompt="1"/>
          </p:nvPr>
        </p:nvSpPr>
        <p:spPr>
          <a:xfrm>
            <a:off x="2886074" y="587692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3" name="文本占位符 39">
            <a:extLst>
              <a:ext uri="{FF2B5EF4-FFF2-40B4-BE49-F238E27FC236}">
                <a16:creationId xmlns:a16="http://schemas.microsoft.com/office/drawing/2014/main" id="{7CCE2DB7-B2A4-A9BC-B8FE-249A1B89DF9F}"/>
              </a:ext>
            </a:extLst>
          </p:cNvPr>
          <p:cNvSpPr>
            <a:spLocks noGrp="1"/>
          </p:cNvSpPr>
          <p:nvPr>
            <p:ph type="body" sz="quarter" idx="25" hasCustomPrompt="1"/>
          </p:nvPr>
        </p:nvSpPr>
        <p:spPr>
          <a:xfrm>
            <a:off x="7804451" y="5338385"/>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4" name="文本占位符 41">
            <a:extLst>
              <a:ext uri="{FF2B5EF4-FFF2-40B4-BE49-F238E27FC236}">
                <a16:creationId xmlns:a16="http://schemas.microsoft.com/office/drawing/2014/main" id="{A72EEE5F-3B5C-CC5A-7111-AE258AA7B471}"/>
              </a:ext>
            </a:extLst>
          </p:cNvPr>
          <p:cNvSpPr>
            <a:spLocks noGrp="1"/>
          </p:cNvSpPr>
          <p:nvPr>
            <p:ph type="body" sz="quarter" idx="26" hasCustomPrompt="1"/>
          </p:nvPr>
        </p:nvSpPr>
        <p:spPr>
          <a:xfrm>
            <a:off x="7804450" y="5894010"/>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7" name="文本占位符 39">
            <a:extLst>
              <a:ext uri="{FF2B5EF4-FFF2-40B4-BE49-F238E27FC236}">
                <a16:creationId xmlns:a16="http://schemas.microsoft.com/office/drawing/2014/main" id="{6113786E-8599-9491-FF22-667875596C6F}"/>
              </a:ext>
            </a:extLst>
          </p:cNvPr>
          <p:cNvSpPr>
            <a:spLocks noGrp="1"/>
          </p:cNvSpPr>
          <p:nvPr>
            <p:ph type="body" sz="quarter" idx="27" hasCustomPrompt="1"/>
          </p:nvPr>
        </p:nvSpPr>
        <p:spPr>
          <a:xfrm>
            <a:off x="1626394" y="1001952"/>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48" name="文本占位符 41">
            <a:extLst>
              <a:ext uri="{FF2B5EF4-FFF2-40B4-BE49-F238E27FC236}">
                <a16:creationId xmlns:a16="http://schemas.microsoft.com/office/drawing/2014/main" id="{9AAB08AC-FFD3-9F4C-FECD-9ED71BB7CAB3}"/>
              </a:ext>
            </a:extLst>
          </p:cNvPr>
          <p:cNvSpPr>
            <a:spLocks noGrp="1"/>
          </p:cNvSpPr>
          <p:nvPr>
            <p:ph type="body" sz="quarter" idx="28" hasCustomPrompt="1"/>
          </p:nvPr>
        </p:nvSpPr>
        <p:spPr>
          <a:xfrm>
            <a:off x="1626393" y="1557577"/>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49" name="文本占位符 39">
            <a:extLst>
              <a:ext uri="{FF2B5EF4-FFF2-40B4-BE49-F238E27FC236}">
                <a16:creationId xmlns:a16="http://schemas.microsoft.com/office/drawing/2014/main" id="{E72B69E5-FCB4-2E72-02AF-57251A4F40C3}"/>
              </a:ext>
            </a:extLst>
          </p:cNvPr>
          <p:cNvSpPr>
            <a:spLocks noGrp="1"/>
          </p:cNvSpPr>
          <p:nvPr>
            <p:ph type="body" sz="quarter" idx="29" hasCustomPrompt="1"/>
          </p:nvPr>
        </p:nvSpPr>
        <p:spPr>
          <a:xfrm>
            <a:off x="6355105" y="1021330"/>
            <a:ext cx="3092450" cy="420688"/>
          </a:xfrm>
          <a:prstGeom prst="rect">
            <a:avLst/>
          </a:prstGeom>
        </p:spPr>
        <p:txBody>
          <a:bodyPr/>
          <a:lstStyle>
            <a:lvl1pPr>
              <a:buNone/>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135" b="1"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这里添加标题</a:t>
            </a:r>
          </a:p>
          <a:p>
            <a:pPr lvl="0"/>
            <a:endParaRPr lang="zh-CN" altLang="en-US"/>
          </a:p>
        </p:txBody>
      </p:sp>
      <p:sp>
        <p:nvSpPr>
          <p:cNvPr id="50" name="文本占位符 41">
            <a:extLst>
              <a:ext uri="{FF2B5EF4-FFF2-40B4-BE49-F238E27FC236}">
                <a16:creationId xmlns:a16="http://schemas.microsoft.com/office/drawing/2014/main" id="{9699A9DC-E945-1B38-08DC-6E60A04F535B}"/>
              </a:ext>
            </a:extLst>
          </p:cNvPr>
          <p:cNvSpPr>
            <a:spLocks noGrp="1"/>
          </p:cNvSpPr>
          <p:nvPr>
            <p:ph type="body" sz="quarter" idx="30" hasCustomPrompt="1"/>
          </p:nvPr>
        </p:nvSpPr>
        <p:spPr>
          <a:xfrm>
            <a:off x="6355104" y="1576955"/>
            <a:ext cx="3619499" cy="879475"/>
          </a:xfrm>
          <a:prstGeom prst="rect">
            <a:avLst/>
          </a:prstGeom>
        </p:spPr>
        <p:txBody>
          <a:bodyPr/>
          <a:lstStyle>
            <a:lvl1pPr>
              <a:buNone/>
              <a:defRPr/>
            </a:lvl1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600" b="0" i="0" u="none" strike="noStrike" kern="1200" cap="none" spc="0" normalizeH="0" baseline="0" noProof="0">
                <a:ln>
                  <a:noFill/>
                </a:ln>
                <a:solidFill>
                  <a:srgbClr val="000000">
                    <a:lumMod val="65000"/>
                    <a:lumOff val="35000"/>
                  </a:srgbClr>
                </a:solidFill>
                <a:effectLst/>
                <a:uLnTx/>
                <a:uFillTx/>
                <a:latin typeface="Arial"/>
                <a:ea typeface="微软雅黑"/>
                <a:cs typeface="+mn-ea"/>
                <a:sym typeface="+mn-lt"/>
              </a:rPr>
              <a:t>这里填写文字内容这里填写文字内容这里填写文字内容这里填写文字内容</a:t>
            </a:r>
          </a:p>
          <a:p>
            <a:pPr lvl="0"/>
            <a:endParaRPr lang="zh-CN" altLang="en-US"/>
          </a:p>
        </p:txBody>
      </p:sp>
      <p:sp>
        <p:nvSpPr>
          <p:cNvPr id="2" name="任意多边形 19">
            <a:extLst>
              <a:ext uri="{FF2B5EF4-FFF2-40B4-BE49-F238E27FC236}">
                <a16:creationId xmlns:a16="http://schemas.microsoft.com/office/drawing/2014/main" id="{6FD56522-41BD-3874-221E-2ED19EDB0A4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28B7943B-A0DD-9D57-0C71-A6524CA97C08}"/>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CA5B158-C881-EE63-8FA8-D7C2525BF83B}"/>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70AC6E1-C221-3D22-620F-746CF1F631D1}"/>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D3D6D1F6-8CBF-BFD6-1D8C-98C90E89A6F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CD480A95-09EF-BD37-599E-5609BAF84E36}"/>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0" name="文本占位符 33">
            <a:extLst>
              <a:ext uri="{FF2B5EF4-FFF2-40B4-BE49-F238E27FC236}">
                <a16:creationId xmlns:a16="http://schemas.microsoft.com/office/drawing/2014/main" id="{3238B8E2-00DD-1436-0797-465D362F608A}"/>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36403706"/>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节标题">
    <p:spTree>
      <p:nvGrpSpPr>
        <p:cNvPr id="1" name=""/>
        <p:cNvGrpSpPr/>
        <p:nvPr/>
      </p:nvGrpSpPr>
      <p:grpSpPr>
        <a:xfrm>
          <a:off x="0" y="0"/>
          <a:ext cx="0" cy="0"/>
          <a:chOff x="0" y="0"/>
          <a:chExt cx="0" cy="0"/>
        </a:xfrm>
      </p:grpSpPr>
      <p:sp>
        <p:nvSpPr>
          <p:cNvPr id="14" name="Freeform 12">
            <a:extLst>
              <a:ext uri="{FF2B5EF4-FFF2-40B4-BE49-F238E27FC236}">
                <a16:creationId xmlns:a16="http://schemas.microsoft.com/office/drawing/2014/main" id="{FD972DCB-3451-30B0-BE68-AC067F3CBDF8}"/>
              </a:ext>
            </a:extLst>
          </p:cNvPr>
          <p:cNvSpPr/>
          <p:nvPr/>
        </p:nvSpPr>
        <p:spPr bwMode="auto">
          <a:xfrm>
            <a:off x="10134037" y="1817421"/>
            <a:ext cx="742736" cy="742736"/>
          </a:xfrm>
          <a:custGeom>
            <a:avLst/>
            <a:gdLst>
              <a:gd name="T0" fmla="*/ 11 w 90"/>
              <a:gd name="T1" fmla="*/ 65 h 90"/>
              <a:gd name="T2" fmla="*/ 26 w 90"/>
              <a:gd name="T3" fmla="*/ 11 h 90"/>
              <a:gd name="T4" fmla="*/ 79 w 90"/>
              <a:gd name="T5" fmla="*/ 26 h 90"/>
              <a:gd name="T6" fmla="*/ 65 w 90"/>
              <a:gd name="T7" fmla="*/ 80 h 90"/>
              <a:gd name="T8" fmla="*/ 11 w 90"/>
              <a:gd name="T9" fmla="*/ 65 h 90"/>
            </a:gdLst>
            <a:ahLst/>
            <a:cxnLst>
              <a:cxn ang="0">
                <a:pos x="T0" y="T1"/>
              </a:cxn>
              <a:cxn ang="0">
                <a:pos x="T2" y="T3"/>
              </a:cxn>
              <a:cxn ang="0">
                <a:pos x="T4" y="T5"/>
              </a:cxn>
              <a:cxn ang="0">
                <a:pos x="T6" y="T7"/>
              </a:cxn>
              <a:cxn ang="0">
                <a:pos x="T8" y="T9"/>
              </a:cxn>
            </a:cxnLst>
            <a:rect l="0" t="0" r="r" b="b"/>
            <a:pathLst>
              <a:path w="90" h="90">
                <a:moveTo>
                  <a:pt x="11" y="65"/>
                </a:moveTo>
                <a:cubicBezTo>
                  <a:pt x="0" y="46"/>
                  <a:pt x="7" y="22"/>
                  <a:pt x="26" y="11"/>
                </a:cubicBezTo>
                <a:cubicBezTo>
                  <a:pt x="44" y="0"/>
                  <a:pt x="68" y="7"/>
                  <a:pt x="79" y="26"/>
                </a:cubicBezTo>
                <a:cubicBezTo>
                  <a:pt x="90" y="45"/>
                  <a:pt x="84" y="69"/>
                  <a:pt x="65" y="80"/>
                </a:cubicBezTo>
                <a:cubicBezTo>
                  <a:pt x="46" y="90"/>
                  <a:pt x="22" y="84"/>
                  <a:pt x="11" y="65"/>
                </a:cubicBezTo>
              </a:path>
            </a:pathLst>
          </a:custGeom>
          <a:solidFill>
            <a:schemeClr val="accent1"/>
          </a:solidFill>
          <a:ln>
            <a:noFill/>
          </a:ln>
        </p:spPr>
        <p:txBody>
          <a:bodyPr/>
          <a:lstStyle/>
          <a:p>
            <a:endParaRPr lang="zh-CN" altLang="en-US" sz="2135">
              <a:cs typeface="+mn-ea"/>
              <a:sym typeface="+mn-lt"/>
            </a:endParaRPr>
          </a:p>
        </p:txBody>
      </p:sp>
      <p:sp>
        <p:nvSpPr>
          <p:cNvPr id="15" name="Freeform 13">
            <a:extLst>
              <a:ext uri="{FF2B5EF4-FFF2-40B4-BE49-F238E27FC236}">
                <a16:creationId xmlns:a16="http://schemas.microsoft.com/office/drawing/2014/main" id="{14D9C7EF-E304-9716-D66E-6FD4E81CB433}"/>
              </a:ext>
            </a:extLst>
          </p:cNvPr>
          <p:cNvSpPr>
            <a:spLocks noEditPoints="1"/>
          </p:cNvSpPr>
          <p:nvPr/>
        </p:nvSpPr>
        <p:spPr bwMode="auto">
          <a:xfrm>
            <a:off x="10514462" y="1941641"/>
            <a:ext cx="323491" cy="577108"/>
          </a:xfrm>
          <a:custGeom>
            <a:avLst/>
            <a:gdLst>
              <a:gd name="T0" fmla="*/ 2 w 39"/>
              <a:gd name="T1" fmla="*/ 70 h 70"/>
              <a:gd name="T2" fmla="*/ 0 w 39"/>
              <a:gd name="T3" fmla="*/ 70 h 70"/>
              <a:gd name="T4" fmla="*/ 0 w 39"/>
              <a:gd name="T5" fmla="*/ 70 h 70"/>
              <a:gd name="T6" fmla="*/ 2 w 39"/>
              <a:gd name="T7" fmla="*/ 70 h 70"/>
              <a:gd name="T8" fmla="*/ 3 w 39"/>
              <a:gd name="T9" fmla="*/ 70 h 70"/>
              <a:gd name="T10" fmla="*/ 3 w 39"/>
              <a:gd name="T11" fmla="*/ 70 h 70"/>
              <a:gd name="T12" fmla="*/ 3 w 39"/>
              <a:gd name="T13" fmla="*/ 70 h 70"/>
              <a:gd name="T14" fmla="*/ 26 w 39"/>
              <a:gd name="T15" fmla="*/ 2 h 70"/>
              <a:gd name="T16" fmla="*/ 33 w 39"/>
              <a:gd name="T17" fmla="*/ 11 h 70"/>
              <a:gd name="T18" fmla="*/ 39 w 39"/>
              <a:gd name="T19" fmla="*/ 30 h 70"/>
              <a:gd name="T20" fmla="*/ 33 w 39"/>
              <a:gd name="T21" fmla="*/ 11 h 70"/>
              <a:gd name="T22" fmla="*/ 26 w 39"/>
              <a:gd name="T23" fmla="*/ 2 h 70"/>
              <a:gd name="T24" fmla="*/ 26 w 39"/>
              <a:gd name="T25" fmla="*/ 1 h 70"/>
              <a:gd name="T26" fmla="*/ 26 w 39"/>
              <a:gd name="T27" fmla="*/ 2 h 70"/>
              <a:gd name="T28" fmla="*/ 26 w 39"/>
              <a:gd name="T29" fmla="*/ 1 h 70"/>
              <a:gd name="T30" fmla="*/ 25 w 39"/>
              <a:gd name="T31" fmla="*/ 1 h 70"/>
              <a:gd name="T32" fmla="*/ 26 w 39"/>
              <a:gd name="T33" fmla="*/ 1 h 70"/>
              <a:gd name="T34" fmla="*/ 25 w 39"/>
              <a:gd name="T35" fmla="*/ 1 h 70"/>
              <a:gd name="T36" fmla="*/ 25 w 39"/>
              <a:gd name="T37" fmla="*/ 1 h 70"/>
              <a:gd name="T38" fmla="*/ 25 w 39"/>
              <a:gd name="T39" fmla="*/ 1 h 70"/>
              <a:gd name="T40" fmla="*/ 25 w 39"/>
              <a:gd name="T41" fmla="*/ 1 h 70"/>
              <a:gd name="T42" fmla="*/ 25 w 39"/>
              <a:gd name="T43" fmla="*/ 0 h 70"/>
              <a:gd name="T44" fmla="*/ 25 w 39"/>
              <a:gd name="T45" fmla="*/ 0 h 70"/>
              <a:gd name="T46" fmla="*/ 25 w 39"/>
              <a:gd name="T47" fmla="*/ 0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70">
                <a:moveTo>
                  <a:pt x="2" y="70"/>
                </a:moveTo>
                <a:cubicBezTo>
                  <a:pt x="2" y="70"/>
                  <a:pt x="1" y="70"/>
                  <a:pt x="0" y="70"/>
                </a:cubicBezTo>
                <a:cubicBezTo>
                  <a:pt x="0" y="70"/>
                  <a:pt x="0" y="70"/>
                  <a:pt x="0" y="70"/>
                </a:cubicBezTo>
                <a:cubicBezTo>
                  <a:pt x="1" y="70"/>
                  <a:pt x="2" y="70"/>
                  <a:pt x="2" y="70"/>
                </a:cubicBezTo>
                <a:moveTo>
                  <a:pt x="3" y="70"/>
                </a:moveTo>
                <a:cubicBezTo>
                  <a:pt x="3" y="70"/>
                  <a:pt x="3" y="70"/>
                  <a:pt x="3" y="70"/>
                </a:cubicBezTo>
                <a:cubicBezTo>
                  <a:pt x="3" y="70"/>
                  <a:pt x="3" y="70"/>
                  <a:pt x="3" y="70"/>
                </a:cubicBezTo>
                <a:moveTo>
                  <a:pt x="26" y="2"/>
                </a:moveTo>
                <a:cubicBezTo>
                  <a:pt x="29" y="4"/>
                  <a:pt x="31" y="7"/>
                  <a:pt x="33" y="11"/>
                </a:cubicBezTo>
                <a:cubicBezTo>
                  <a:pt x="37" y="17"/>
                  <a:pt x="38" y="24"/>
                  <a:pt x="39" y="30"/>
                </a:cubicBezTo>
                <a:cubicBezTo>
                  <a:pt x="39" y="24"/>
                  <a:pt x="37" y="17"/>
                  <a:pt x="33" y="11"/>
                </a:cubicBezTo>
                <a:cubicBezTo>
                  <a:pt x="31" y="7"/>
                  <a:pt x="29" y="4"/>
                  <a:pt x="26" y="2"/>
                </a:cubicBezTo>
                <a:moveTo>
                  <a:pt x="26" y="1"/>
                </a:moveTo>
                <a:cubicBezTo>
                  <a:pt x="26" y="2"/>
                  <a:pt x="26" y="2"/>
                  <a:pt x="26" y="2"/>
                </a:cubicBezTo>
                <a:cubicBezTo>
                  <a:pt x="26" y="2"/>
                  <a:pt x="26" y="2"/>
                  <a:pt x="26" y="1"/>
                </a:cubicBezTo>
                <a:moveTo>
                  <a:pt x="25" y="1"/>
                </a:moveTo>
                <a:cubicBezTo>
                  <a:pt x="26" y="1"/>
                  <a:pt x="26" y="1"/>
                  <a:pt x="26" y="1"/>
                </a:cubicBezTo>
                <a:cubicBezTo>
                  <a:pt x="26" y="1"/>
                  <a:pt x="26" y="1"/>
                  <a:pt x="25" y="1"/>
                </a:cubicBezTo>
                <a:moveTo>
                  <a:pt x="25" y="1"/>
                </a:moveTo>
                <a:cubicBezTo>
                  <a:pt x="25" y="1"/>
                  <a:pt x="25" y="1"/>
                  <a:pt x="25" y="1"/>
                </a:cubicBezTo>
                <a:cubicBezTo>
                  <a:pt x="25" y="1"/>
                  <a:pt x="25" y="1"/>
                  <a:pt x="25" y="1"/>
                </a:cubicBezTo>
                <a:moveTo>
                  <a:pt x="25" y="0"/>
                </a:moveTo>
                <a:cubicBezTo>
                  <a:pt x="25" y="0"/>
                  <a:pt x="25" y="0"/>
                  <a:pt x="25" y="0"/>
                </a:cubicBezTo>
                <a:cubicBezTo>
                  <a:pt x="25" y="0"/>
                  <a:pt x="25" y="0"/>
                  <a:pt x="25"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15">
            <a:extLst>
              <a:ext uri="{FF2B5EF4-FFF2-40B4-BE49-F238E27FC236}">
                <a16:creationId xmlns:a16="http://schemas.microsoft.com/office/drawing/2014/main" id="{AE5C0A2D-A335-AA7F-2481-55C61196C98B}"/>
              </a:ext>
            </a:extLst>
          </p:cNvPr>
          <p:cNvSpPr>
            <a:spLocks noEditPoints="1"/>
          </p:cNvSpPr>
          <p:nvPr/>
        </p:nvSpPr>
        <p:spPr bwMode="auto">
          <a:xfrm>
            <a:off x="10333308" y="2032218"/>
            <a:ext cx="346783" cy="320903"/>
          </a:xfrm>
          <a:custGeom>
            <a:avLst/>
            <a:gdLst>
              <a:gd name="T0" fmla="*/ 121 w 134"/>
              <a:gd name="T1" fmla="*/ 118 h 124"/>
              <a:gd name="T2" fmla="*/ 70 w 134"/>
              <a:gd name="T3" fmla="*/ 16 h 124"/>
              <a:gd name="T4" fmla="*/ 76 w 134"/>
              <a:gd name="T5" fmla="*/ 0 h 124"/>
              <a:gd name="T6" fmla="*/ 73 w 134"/>
              <a:gd name="T7" fmla="*/ 0 h 124"/>
              <a:gd name="T8" fmla="*/ 67 w 134"/>
              <a:gd name="T9" fmla="*/ 12 h 124"/>
              <a:gd name="T10" fmla="*/ 67 w 134"/>
              <a:gd name="T11" fmla="*/ 12 h 124"/>
              <a:gd name="T12" fmla="*/ 67 w 134"/>
              <a:gd name="T13" fmla="*/ 12 h 124"/>
              <a:gd name="T14" fmla="*/ 67 w 134"/>
              <a:gd name="T15" fmla="*/ 9 h 124"/>
              <a:gd name="T16" fmla="*/ 61 w 134"/>
              <a:gd name="T17" fmla="*/ 0 h 124"/>
              <a:gd name="T18" fmla="*/ 57 w 134"/>
              <a:gd name="T19" fmla="*/ 0 h 124"/>
              <a:gd name="T20" fmla="*/ 64 w 134"/>
              <a:gd name="T21" fmla="*/ 16 h 124"/>
              <a:gd name="T22" fmla="*/ 13 w 134"/>
              <a:gd name="T23" fmla="*/ 118 h 124"/>
              <a:gd name="T24" fmla="*/ 0 w 134"/>
              <a:gd name="T25" fmla="*/ 118 h 124"/>
              <a:gd name="T26" fmla="*/ 0 w 134"/>
              <a:gd name="T27" fmla="*/ 124 h 124"/>
              <a:gd name="T28" fmla="*/ 134 w 134"/>
              <a:gd name="T29" fmla="*/ 124 h 124"/>
              <a:gd name="T30" fmla="*/ 134 w 134"/>
              <a:gd name="T31" fmla="*/ 118 h 124"/>
              <a:gd name="T32" fmla="*/ 121 w 134"/>
              <a:gd name="T33" fmla="*/ 118 h 124"/>
              <a:gd name="T34" fmla="*/ 51 w 134"/>
              <a:gd name="T35" fmla="*/ 118 h 124"/>
              <a:gd name="T36" fmla="*/ 67 w 134"/>
              <a:gd name="T37" fmla="*/ 86 h 124"/>
              <a:gd name="T38" fmla="*/ 67 w 134"/>
              <a:gd name="T39" fmla="*/ 83 h 124"/>
              <a:gd name="T40" fmla="*/ 86 w 134"/>
              <a:gd name="T41" fmla="*/ 118 h 124"/>
              <a:gd name="T42" fmla="*/ 51 w 134"/>
              <a:gd name="T43" fmla="*/ 118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4" h="124">
                <a:moveTo>
                  <a:pt x="121" y="118"/>
                </a:moveTo>
                <a:lnTo>
                  <a:pt x="70" y="16"/>
                </a:lnTo>
                <a:lnTo>
                  <a:pt x="76" y="0"/>
                </a:lnTo>
                <a:lnTo>
                  <a:pt x="73" y="0"/>
                </a:lnTo>
                <a:lnTo>
                  <a:pt x="67" y="12"/>
                </a:lnTo>
                <a:lnTo>
                  <a:pt x="67" y="12"/>
                </a:lnTo>
                <a:lnTo>
                  <a:pt x="67" y="12"/>
                </a:lnTo>
                <a:lnTo>
                  <a:pt x="67" y="9"/>
                </a:lnTo>
                <a:lnTo>
                  <a:pt x="61" y="0"/>
                </a:lnTo>
                <a:lnTo>
                  <a:pt x="57" y="0"/>
                </a:lnTo>
                <a:lnTo>
                  <a:pt x="64" y="16"/>
                </a:lnTo>
                <a:lnTo>
                  <a:pt x="13" y="118"/>
                </a:lnTo>
                <a:lnTo>
                  <a:pt x="0" y="118"/>
                </a:lnTo>
                <a:lnTo>
                  <a:pt x="0" y="124"/>
                </a:lnTo>
                <a:lnTo>
                  <a:pt x="134" y="124"/>
                </a:lnTo>
                <a:lnTo>
                  <a:pt x="134" y="118"/>
                </a:lnTo>
                <a:lnTo>
                  <a:pt x="121" y="118"/>
                </a:lnTo>
                <a:close/>
                <a:moveTo>
                  <a:pt x="51" y="118"/>
                </a:moveTo>
                <a:lnTo>
                  <a:pt x="67" y="86"/>
                </a:lnTo>
                <a:lnTo>
                  <a:pt x="67" y="83"/>
                </a:lnTo>
                <a:lnTo>
                  <a:pt x="86" y="118"/>
                </a:lnTo>
                <a:lnTo>
                  <a:pt x="51" y="118"/>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16">
            <a:extLst>
              <a:ext uri="{FF2B5EF4-FFF2-40B4-BE49-F238E27FC236}">
                <a16:creationId xmlns:a16="http://schemas.microsoft.com/office/drawing/2014/main" id="{AC0DA509-F106-9233-6F16-FC872020A665}"/>
              </a:ext>
            </a:extLst>
          </p:cNvPr>
          <p:cNvSpPr>
            <a:spLocks noEditPoints="1"/>
          </p:cNvSpPr>
          <p:nvPr/>
        </p:nvSpPr>
        <p:spPr bwMode="auto">
          <a:xfrm>
            <a:off x="10152153" y="1832948"/>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4 h 86"/>
              <a:gd name="T30" fmla="*/ 9 w 86"/>
              <a:gd name="T31" fmla="*/ 69 h 86"/>
              <a:gd name="T32" fmla="*/ 82 w 86"/>
              <a:gd name="T33" fmla="*/ 57 h 86"/>
              <a:gd name="T34" fmla="*/ 81 w 86"/>
              <a:gd name="T35" fmla="*/ 64 h 86"/>
              <a:gd name="T36" fmla="*/ 2 w 86"/>
              <a:gd name="T37" fmla="*/ 56 h 86"/>
              <a:gd name="T38" fmla="*/ 6 w 86"/>
              <a:gd name="T39" fmla="*/ 63 h 86"/>
              <a:gd name="T40" fmla="*/ 2 w 86"/>
              <a:gd name="T41" fmla="*/ 56 h 86"/>
              <a:gd name="T42" fmla="*/ 85 w 86"/>
              <a:gd name="T43" fmla="*/ 43 h 86"/>
              <a:gd name="T44" fmla="*/ 86 w 86"/>
              <a:gd name="T45" fmla="*/ 51 h 86"/>
              <a:gd name="T46" fmla="*/ 0 w 86"/>
              <a:gd name="T47" fmla="*/ 43 h 86"/>
              <a:gd name="T48" fmla="*/ 1 w 86"/>
              <a:gd name="T49" fmla="*/ 42 h 86"/>
              <a:gd name="T50" fmla="*/ 2 w 86"/>
              <a:gd name="T51" fmla="*/ 49 h 86"/>
              <a:gd name="T52" fmla="*/ 0 w 86"/>
              <a:gd name="T53" fmla="*/ 43 h 86"/>
              <a:gd name="T54" fmla="*/ 84 w 86"/>
              <a:gd name="T55" fmla="*/ 31 h 86"/>
              <a:gd name="T56" fmla="*/ 84 w 86"/>
              <a:gd name="T57" fmla="*/ 39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7 w 86"/>
              <a:gd name="T75" fmla="*/ 9 h 86"/>
              <a:gd name="T76" fmla="*/ 74 w 86"/>
              <a:gd name="T77" fmla="*/ 13 h 86"/>
              <a:gd name="T78" fmla="*/ 67 w 86"/>
              <a:gd name="T79" fmla="*/ 9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5" y="72"/>
                  <a:pt x="74" y="74"/>
                  <a:pt x="72" y="75"/>
                </a:cubicBezTo>
                <a:lnTo>
                  <a:pt x="71" y="74"/>
                </a:lnTo>
                <a:close/>
                <a:moveTo>
                  <a:pt x="9" y="69"/>
                </a:moveTo>
                <a:cubicBezTo>
                  <a:pt x="10" y="68"/>
                  <a:pt x="10" y="68"/>
                  <a:pt x="10" y="68"/>
                </a:cubicBezTo>
                <a:cubicBezTo>
                  <a:pt x="11" y="70"/>
                  <a:pt x="13" y="72"/>
                  <a:pt x="14" y="74"/>
                </a:cubicBezTo>
                <a:cubicBezTo>
                  <a:pt x="13" y="75"/>
                  <a:pt x="13" y="75"/>
                  <a:pt x="13" y="75"/>
                </a:cubicBezTo>
                <a:cubicBezTo>
                  <a:pt x="12" y="73"/>
                  <a:pt x="10" y="71"/>
                  <a:pt x="9" y="69"/>
                </a:cubicBezTo>
                <a:close/>
                <a:moveTo>
                  <a:pt x="80" y="63"/>
                </a:moveTo>
                <a:cubicBezTo>
                  <a:pt x="81" y="61"/>
                  <a:pt x="82" y="59"/>
                  <a:pt x="82" y="57"/>
                </a:cubicBezTo>
                <a:cubicBezTo>
                  <a:pt x="84" y="57"/>
                  <a:pt x="84" y="57"/>
                  <a:pt x="84" y="57"/>
                </a:cubicBezTo>
                <a:cubicBezTo>
                  <a:pt x="83" y="60"/>
                  <a:pt x="82" y="62"/>
                  <a:pt x="81" y="64"/>
                </a:cubicBezTo>
                <a:lnTo>
                  <a:pt x="80" y="63"/>
                </a:lnTo>
                <a:close/>
                <a:moveTo>
                  <a:pt x="2" y="56"/>
                </a:moveTo>
                <a:cubicBezTo>
                  <a:pt x="3" y="56"/>
                  <a:pt x="3" y="56"/>
                  <a:pt x="3" y="56"/>
                </a:cubicBezTo>
                <a:cubicBezTo>
                  <a:pt x="4" y="58"/>
                  <a:pt x="5" y="61"/>
                  <a:pt x="6" y="63"/>
                </a:cubicBezTo>
                <a:cubicBezTo>
                  <a:pt x="5" y="63"/>
                  <a:pt x="5" y="63"/>
                  <a:pt x="5" y="63"/>
                </a:cubicBezTo>
                <a:cubicBezTo>
                  <a:pt x="4" y="61"/>
                  <a:pt x="3" y="59"/>
                  <a:pt x="2" y="56"/>
                </a:cubicBezTo>
                <a:close/>
                <a:moveTo>
                  <a:pt x="84" y="50"/>
                </a:moveTo>
                <a:cubicBezTo>
                  <a:pt x="84" y="48"/>
                  <a:pt x="85" y="46"/>
                  <a:pt x="85" y="43"/>
                </a:cubicBezTo>
                <a:cubicBezTo>
                  <a:pt x="86" y="43"/>
                  <a:pt x="86" y="43"/>
                  <a:pt x="86" y="43"/>
                </a:cubicBezTo>
                <a:cubicBezTo>
                  <a:pt x="86" y="46"/>
                  <a:pt x="86" y="48"/>
                  <a:pt x="86" y="51"/>
                </a:cubicBezTo>
                <a:lnTo>
                  <a:pt x="84" y="50"/>
                </a:lnTo>
                <a:close/>
                <a:moveTo>
                  <a:pt x="0" y="43"/>
                </a:moveTo>
                <a:cubicBezTo>
                  <a:pt x="0" y="42"/>
                  <a:pt x="0" y="42"/>
                  <a:pt x="0" y="42"/>
                </a:cubicBezTo>
                <a:cubicBezTo>
                  <a:pt x="1" y="42"/>
                  <a:pt x="1" y="42"/>
                  <a:pt x="1" y="42"/>
                </a:cubicBezTo>
                <a:cubicBezTo>
                  <a:pt x="1" y="43"/>
                  <a:pt x="1" y="43"/>
                  <a:pt x="1" y="43"/>
                </a:cubicBezTo>
                <a:cubicBezTo>
                  <a:pt x="1" y="45"/>
                  <a:pt x="2" y="47"/>
                  <a:pt x="2" y="49"/>
                </a:cubicBezTo>
                <a:cubicBezTo>
                  <a:pt x="1" y="50"/>
                  <a:pt x="1" y="50"/>
                  <a:pt x="1" y="50"/>
                </a:cubicBezTo>
                <a:cubicBezTo>
                  <a:pt x="0" y="47"/>
                  <a:pt x="0" y="45"/>
                  <a:pt x="0" y="43"/>
                </a:cubicBezTo>
                <a:close/>
                <a:moveTo>
                  <a:pt x="83" y="32"/>
                </a:moveTo>
                <a:cubicBezTo>
                  <a:pt x="84" y="31"/>
                  <a:pt x="84" y="31"/>
                  <a:pt x="84" y="31"/>
                </a:cubicBezTo>
                <a:cubicBezTo>
                  <a:pt x="85" y="34"/>
                  <a:pt x="86" y="36"/>
                  <a:pt x="86" y="38"/>
                </a:cubicBezTo>
                <a:cubicBezTo>
                  <a:pt x="84" y="39"/>
                  <a:pt x="84" y="39"/>
                  <a:pt x="84"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8"/>
                  <a:pt x="78" y="18"/>
                  <a:pt x="78" y="18"/>
                </a:cubicBezTo>
                <a:cubicBezTo>
                  <a:pt x="80" y="20"/>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9"/>
                </a:moveTo>
                <a:cubicBezTo>
                  <a:pt x="67" y="9"/>
                  <a:pt x="67" y="9"/>
                  <a:pt x="67" y="9"/>
                </a:cubicBezTo>
                <a:cubicBezTo>
                  <a:pt x="68" y="8"/>
                  <a:pt x="68" y="8"/>
                  <a:pt x="68" y="8"/>
                </a:cubicBezTo>
                <a:cubicBezTo>
                  <a:pt x="70" y="10"/>
                  <a:pt x="72" y="11"/>
                  <a:pt x="74" y="13"/>
                </a:cubicBezTo>
                <a:cubicBezTo>
                  <a:pt x="72" y="14"/>
                  <a:pt x="72" y="14"/>
                  <a:pt x="72" y="14"/>
                </a:cubicBezTo>
                <a:cubicBezTo>
                  <a:pt x="71" y="12"/>
                  <a:pt x="69" y="11"/>
                  <a:pt x="67" y="9"/>
                </a:cubicBezTo>
                <a:close/>
                <a:moveTo>
                  <a:pt x="15" y="11"/>
                </a:moveTo>
                <a:cubicBezTo>
                  <a:pt x="17" y="9"/>
                  <a:pt x="19" y="8"/>
                  <a:pt x="21" y="7"/>
                </a:cubicBezTo>
                <a:cubicBezTo>
                  <a:pt x="21" y="8"/>
                  <a:pt x="21" y="8"/>
                  <a:pt x="21" y="8"/>
                </a:cubicBezTo>
                <a:cubicBezTo>
                  <a:pt x="19" y="9"/>
                  <a:pt x="18" y="10"/>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2" y="2"/>
                  <a:pt x="42" y="2"/>
                  <a:pt x="41" y="2"/>
                </a:cubicBezTo>
                <a:cubicBezTo>
                  <a:pt x="41" y="1"/>
                  <a:pt x="41" y="1"/>
                  <a:pt x="41" y="1"/>
                </a:cubicBezTo>
                <a:cubicBezTo>
                  <a:pt x="42" y="1"/>
                  <a:pt x="42" y="0"/>
                  <a:pt x="43" y="0"/>
                </a:cubicBezTo>
                <a:cubicBezTo>
                  <a:pt x="45" y="0"/>
                  <a:pt x="46"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Oval 22">
            <a:extLst>
              <a:ext uri="{FF2B5EF4-FFF2-40B4-BE49-F238E27FC236}">
                <a16:creationId xmlns:a16="http://schemas.microsoft.com/office/drawing/2014/main" id="{D6E2315D-B995-E732-4324-6FB19BE9A220}"/>
              </a:ext>
            </a:extLst>
          </p:cNvPr>
          <p:cNvSpPr>
            <a:spLocks noChangeArrowheads="1"/>
          </p:cNvSpPr>
          <p:nvPr/>
        </p:nvSpPr>
        <p:spPr bwMode="auto">
          <a:xfrm>
            <a:off x="10185797"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19" name="Freeform 23">
            <a:extLst>
              <a:ext uri="{FF2B5EF4-FFF2-40B4-BE49-F238E27FC236}">
                <a16:creationId xmlns:a16="http://schemas.microsoft.com/office/drawing/2014/main" id="{A68826B0-294C-C496-67DB-329C2DC9DB36}"/>
              </a:ext>
            </a:extLst>
          </p:cNvPr>
          <p:cNvSpPr>
            <a:spLocks noEditPoints="1"/>
          </p:cNvSpPr>
          <p:nvPr/>
        </p:nvSpPr>
        <p:spPr bwMode="auto">
          <a:xfrm>
            <a:off x="10514463"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20" name="组合 19">
            <a:extLst>
              <a:ext uri="{FF2B5EF4-FFF2-40B4-BE49-F238E27FC236}">
                <a16:creationId xmlns:a16="http://schemas.microsoft.com/office/drawing/2014/main" id="{6A67998E-ED80-2B28-8BDA-E297E8402244}"/>
              </a:ext>
            </a:extLst>
          </p:cNvPr>
          <p:cNvGrpSpPr/>
          <p:nvPr/>
        </p:nvGrpSpPr>
        <p:grpSpPr>
          <a:xfrm>
            <a:off x="10333309" y="5018690"/>
            <a:ext cx="346783" cy="476180"/>
            <a:chOff x="10231709" y="4917090"/>
            <a:chExt cx="346783" cy="476180"/>
          </a:xfrm>
        </p:grpSpPr>
        <p:sp>
          <p:nvSpPr>
            <p:cNvPr id="21" name="Freeform 25">
              <a:extLst>
                <a:ext uri="{FF2B5EF4-FFF2-40B4-BE49-F238E27FC236}">
                  <a16:creationId xmlns:a16="http://schemas.microsoft.com/office/drawing/2014/main" id="{245FB2D7-7E32-7A93-402D-0EFA36A934A4}"/>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6">
              <a:extLst>
                <a:ext uri="{FF2B5EF4-FFF2-40B4-BE49-F238E27FC236}">
                  <a16:creationId xmlns:a16="http://schemas.microsoft.com/office/drawing/2014/main" id="{111618D3-8C4C-6BE8-4B05-7E0DC99A749C}"/>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
              <a:extLst>
                <a:ext uri="{FF2B5EF4-FFF2-40B4-BE49-F238E27FC236}">
                  <a16:creationId xmlns:a16="http://schemas.microsoft.com/office/drawing/2014/main" id="{71D62721-2E54-9414-9B5E-210BDA9BBF8B}"/>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8">
              <a:extLst>
                <a:ext uri="{FF2B5EF4-FFF2-40B4-BE49-F238E27FC236}">
                  <a16:creationId xmlns:a16="http://schemas.microsoft.com/office/drawing/2014/main" id="{F59103ED-45DC-6E20-1F30-49464641EB8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9">
              <a:extLst>
                <a:ext uri="{FF2B5EF4-FFF2-40B4-BE49-F238E27FC236}">
                  <a16:creationId xmlns:a16="http://schemas.microsoft.com/office/drawing/2014/main" id="{264FF5B7-127E-F087-57DB-DB6C6F94CC0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30">
              <a:extLst>
                <a:ext uri="{FF2B5EF4-FFF2-40B4-BE49-F238E27FC236}">
                  <a16:creationId xmlns:a16="http://schemas.microsoft.com/office/drawing/2014/main" id="{CCE37E75-1D95-C7E7-15C5-3FBD2C5493E2}"/>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31">
              <a:extLst>
                <a:ext uri="{FF2B5EF4-FFF2-40B4-BE49-F238E27FC236}">
                  <a16:creationId xmlns:a16="http://schemas.microsoft.com/office/drawing/2014/main" id="{5A7E5110-57FA-D5D1-7A56-495D6E54D0F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32">
              <a:extLst>
                <a:ext uri="{FF2B5EF4-FFF2-40B4-BE49-F238E27FC236}">
                  <a16:creationId xmlns:a16="http://schemas.microsoft.com/office/drawing/2014/main" id="{53027B8E-BC45-D510-FEC5-B75704145357}"/>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33">
              <a:extLst>
                <a:ext uri="{FF2B5EF4-FFF2-40B4-BE49-F238E27FC236}">
                  <a16:creationId xmlns:a16="http://schemas.microsoft.com/office/drawing/2014/main" id="{FFD41422-C689-D02E-5339-D1FB2350B36E}"/>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34">
              <a:extLst>
                <a:ext uri="{FF2B5EF4-FFF2-40B4-BE49-F238E27FC236}">
                  <a16:creationId xmlns:a16="http://schemas.microsoft.com/office/drawing/2014/main" id="{3AA0A108-2CB6-04DA-2D0E-6855603C4B46}"/>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35">
              <a:extLst>
                <a:ext uri="{FF2B5EF4-FFF2-40B4-BE49-F238E27FC236}">
                  <a16:creationId xmlns:a16="http://schemas.microsoft.com/office/drawing/2014/main" id="{03F60C13-AD75-3B73-D4D0-D4999313DFD4}"/>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2" name="Freeform 36">
              <a:extLst>
                <a:ext uri="{FF2B5EF4-FFF2-40B4-BE49-F238E27FC236}">
                  <a16:creationId xmlns:a16="http://schemas.microsoft.com/office/drawing/2014/main" id="{F01CE081-5CD5-92C4-D2E6-5D7D80ED2B5F}"/>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33" name="Freeform 37">
            <a:extLst>
              <a:ext uri="{FF2B5EF4-FFF2-40B4-BE49-F238E27FC236}">
                <a16:creationId xmlns:a16="http://schemas.microsoft.com/office/drawing/2014/main" id="{64378558-D950-9913-DC27-C741591DC235}"/>
              </a:ext>
            </a:extLst>
          </p:cNvPr>
          <p:cNvSpPr>
            <a:spLocks noEditPoints="1"/>
          </p:cNvSpPr>
          <p:nvPr/>
        </p:nvSpPr>
        <p:spPr bwMode="auto">
          <a:xfrm>
            <a:off x="10152154"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4" name="Oval 48">
            <a:extLst>
              <a:ext uri="{FF2B5EF4-FFF2-40B4-BE49-F238E27FC236}">
                <a16:creationId xmlns:a16="http://schemas.microsoft.com/office/drawing/2014/main" id="{00B09C78-A89A-76FE-55C8-168C6687245D}"/>
              </a:ext>
            </a:extLst>
          </p:cNvPr>
          <p:cNvSpPr>
            <a:spLocks noChangeArrowheads="1"/>
          </p:cNvSpPr>
          <p:nvPr/>
        </p:nvSpPr>
        <p:spPr bwMode="auto">
          <a:xfrm>
            <a:off x="10185797" y="3401234"/>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35" name="Freeform 49">
            <a:extLst>
              <a:ext uri="{FF2B5EF4-FFF2-40B4-BE49-F238E27FC236}">
                <a16:creationId xmlns:a16="http://schemas.microsoft.com/office/drawing/2014/main" id="{E9DCB71A-48A9-8827-D3F7-081BDD6497AA}"/>
              </a:ext>
            </a:extLst>
          </p:cNvPr>
          <p:cNvSpPr/>
          <p:nvPr/>
        </p:nvSpPr>
        <p:spPr bwMode="auto">
          <a:xfrm>
            <a:off x="10514463" y="4027513"/>
            <a:ext cx="116457" cy="25879"/>
          </a:xfrm>
          <a:custGeom>
            <a:avLst/>
            <a:gdLst>
              <a:gd name="T0" fmla="*/ 14 w 14"/>
              <a:gd name="T1" fmla="*/ 0 h 3"/>
              <a:gd name="T2" fmla="*/ 0 w 14"/>
              <a:gd name="T3" fmla="*/ 3 h 3"/>
              <a:gd name="T4" fmla="*/ 0 w 14"/>
              <a:gd name="T5" fmla="*/ 3 h 3"/>
              <a:gd name="T6" fmla="*/ 14 w 14"/>
              <a:gd name="T7" fmla="*/ 0 h 3"/>
            </a:gdLst>
            <a:ahLst/>
            <a:cxnLst>
              <a:cxn ang="0">
                <a:pos x="T0" y="T1"/>
              </a:cxn>
              <a:cxn ang="0">
                <a:pos x="T2" y="T3"/>
              </a:cxn>
              <a:cxn ang="0">
                <a:pos x="T4" y="T5"/>
              </a:cxn>
              <a:cxn ang="0">
                <a:pos x="T6" y="T7"/>
              </a:cxn>
            </a:cxnLst>
            <a:rect l="0" t="0" r="r" b="b"/>
            <a:pathLst>
              <a:path w="14" h="3">
                <a:moveTo>
                  <a:pt x="14" y="0"/>
                </a:moveTo>
                <a:cubicBezTo>
                  <a:pt x="10" y="2"/>
                  <a:pt x="5" y="3"/>
                  <a:pt x="0" y="3"/>
                </a:cubicBezTo>
                <a:cubicBezTo>
                  <a:pt x="0" y="3"/>
                  <a:pt x="0" y="3"/>
                  <a:pt x="0" y="3"/>
                </a:cubicBezTo>
                <a:cubicBezTo>
                  <a:pt x="5" y="3"/>
                  <a:pt x="9" y="2"/>
                  <a:pt x="14"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6" name="Freeform 51">
            <a:extLst>
              <a:ext uri="{FF2B5EF4-FFF2-40B4-BE49-F238E27FC236}">
                <a16:creationId xmlns:a16="http://schemas.microsoft.com/office/drawing/2014/main" id="{EEF36E94-DC39-0F53-0EF6-380DFCB03507}"/>
              </a:ext>
            </a:extLst>
          </p:cNvPr>
          <p:cNvSpPr/>
          <p:nvPr/>
        </p:nvSpPr>
        <p:spPr bwMode="auto">
          <a:xfrm>
            <a:off x="10284138" y="3499575"/>
            <a:ext cx="452888" cy="452888"/>
          </a:xfrm>
          <a:custGeom>
            <a:avLst/>
            <a:gdLst>
              <a:gd name="T0" fmla="*/ 48 w 55"/>
              <a:gd name="T1" fmla="*/ 26 h 55"/>
              <a:gd name="T2" fmla="*/ 48 w 55"/>
              <a:gd name="T3" fmla="*/ 23 h 55"/>
              <a:gd name="T4" fmla="*/ 44 w 55"/>
              <a:gd name="T5" fmla="*/ 23 h 55"/>
              <a:gd name="T6" fmla="*/ 44 w 55"/>
              <a:gd name="T7" fmla="*/ 24 h 55"/>
              <a:gd name="T8" fmla="*/ 40 w 55"/>
              <a:gd name="T9" fmla="*/ 22 h 55"/>
              <a:gd name="T10" fmla="*/ 40 w 55"/>
              <a:gd name="T11" fmla="*/ 19 h 55"/>
              <a:gd name="T12" fmla="*/ 36 w 55"/>
              <a:gd name="T13" fmla="*/ 19 h 55"/>
              <a:gd name="T14" fmla="*/ 36 w 55"/>
              <a:gd name="T15" fmla="*/ 20 h 55"/>
              <a:gd name="T16" fmla="*/ 30 w 55"/>
              <a:gd name="T17" fmla="*/ 17 h 55"/>
              <a:gd name="T18" fmla="*/ 30 w 55"/>
              <a:gd name="T19" fmla="*/ 6 h 55"/>
              <a:gd name="T20" fmla="*/ 27 w 55"/>
              <a:gd name="T21" fmla="*/ 0 h 55"/>
              <a:gd name="T22" fmla="*/ 27 w 55"/>
              <a:gd name="T23" fmla="*/ 0 h 55"/>
              <a:gd name="T24" fmla="*/ 27 w 55"/>
              <a:gd name="T25" fmla="*/ 0 h 55"/>
              <a:gd name="T26" fmla="*/ 24 w 55"/>
              <a:gd name="T27" fmla="*/ 6 h 55"/>
              <a:gd name="T28" fmla="*/ 24 w 55"/>
              <a:gd name="T29" fmla="*/ 17 h 55"/>
              <a:gd name="T30" fmla="*/ 18 w 55"/>
              <a:gd name="T31" fmla="*/ 20 h 55"/>
              <a:gd name="T32" fmla="*/ 18 w 55"/>
              <a:gd name="T33" fmla="*/ 19 h 55"/>
              <a:gd name="T34" fmla="*/ 15 w 55"/>
              <a:gd name="T35" fmla="*/ 19 h 55"/>
              <a:gd name="T36" fmla="*/ 15 w 55"/>
              <a:gd name="T37" fmla="*/ 22 h 55"/>
              <a:gd name="T38" fmla="*/ 10 w 55"/>
              <a:gd name="T39" fmla="*/ 24 h 55"/>
              <a:gd name="T40" fmla="*/ 10 w 55"/>
              <a:gd name="T41" fmla="*/ 23 h 55"/>
              <a:gd name="T42" fmla="*/ 6 w 55"/>
              <a:gd name="T43" fmla="*/ 23 h 55"/>
              <a:gd name="T44" fmla="*/ 6 w 55"/>
              <a:gd name="T45" fmla="*/ 26 h 55"/>
              <a:gd name="T46" fmla="*/ 0 w 55"/>
              <a:gd name="T47" fmla="*/ 30 h 55"/>
              <a:gd name="T48" fmla="*/ 0 w 55"/>
              <a:gd name="T49" fmla="*/ 33 h 55"/>
              <a:gd name="T50" fmla="*/ 16 w 55"/>
              <a:gd name="T51" fmla="*/ 28 h 55"/>
              <a:gd name="T52" fmla="*/ 24 w 55"/>
              <a:gd name="T53" fmla="*/ 28 h 55"/>
              <a:gd name="T54" fmla="*/ 24 w 55"/>
              <a:gd name="T55" fmla="*/ 30 h 55"/>
              <a:gd name="T56" fmla="*/ 26 w 55"/>
              <a:gd name="T57" fmla="*/ 45 h 55"/>
              <a:gd name="T58" fmla="*/ 17 w 55"/>
              <a:gd name="T59" fmla="*/ 51 h 55"/>
              <a:gd name="T60" fmla="*/ 17 w 55"/>
              <a:gd name="T61" fmla="*/ 54 h 55"/>
              <a:gd name="T62" fmla="*/ 27 w 55"/>
              <a:gd name="T63" fmla="*/ 50 h 55"/>
              <a:gd name="T64" fmla="*/ 27 w 55"/>
              <a:gd name="T65" fmla="*/ 55 h 55"/>
              <a:gd name="T66" fmla="*/ 28 w 55"/>
              <a:gd name="T67" fmla="*/ 55 h 55"/>
              <a:gd name="T68" fmla="*/ 28 w 55"/>
              <a:gd name="T69" fmla="*/ 50 h 55"/>
              <a:gd name="T70" fmla="*/ 37 w 55"/>
              <a:gd name="T71" fmla="*/ 53 h 55"/>
              <a:gd name="T72" fmla="*/ 37 w 55"/>
              <a:gd name="T73" fmla="*/ 51 h 55"/>
              <a:gd name="T74" fmla="*/ 29 w 55"/>
              <a:gd name="T75" fmla="*/ 45 h 55"/>
              <a:gd name="T76" fmla="*/ 30 w 55"/>
              <a:gd name="T77" fmla="*/ 30 h 55"/>
              <a:gd name="T78" fmla="*/ 30 w 55"/>
              <a:gd name="T79" fmla="*/ 28 h 55"/>
              <a:gd name="T80" fmla="*/ 38 w 55"/>
              <a:gd name="T81" fmla="*/ 28 h 55"/>
              <a:gd name="T82" fmla="*/ 55 w 55"/>
              <a:gd name="T83" fmla="*/ 33 h 55"/>
              <a:gd name="T84" fmla="*/ 55 w 55"/>
              <a:gd name="T85" fmla="*/ 30 h 55"/>
              <a:gd name="T86" fmla="*/ 48 w 55"/>
              <a:gd name="T87" fmla="*/ 2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5" h="55">
                <a:moveTo>
                  <a:pt x="48" y="26"/>
                </a:moveTo>
                <a:cubicBezTo>
                  <a:pt x="48" y="23"/>
                  <a:pt x="48" y="23"/>
                  <a:pt x="48" y="23"/>
                </a:cubicBezTo>
                <a:cubicBezTo>
                  <a:pt x="44" y="23"/>
                  <a:pt x="44" y="23"/>
                  <a:pt x="44" y="23"/>
                </a:cubicBezTo>
                <a:cubicBezTo>
                  <a:pt x="44" y="24"/>
                  <a:pt x="44" y="24"/>
                  <a:pt x="44" y="24"/>
                </a:cubicBezTo>
                <a:cubicBezTo>
                  <a:pt x="40" y="22"/>
                  <a:pt x="40" y="22"/>
                  <a:pt x="40" y="22"/>
                </a:cubicBezTo>
                <a:cubicBezTo>
                  <a:pt x="40" y="19"/>
                  <a:pt x="40" y="19"/>
                  <a:pt x="40" y="19"/>
                </a:cubicBezTo>
                <a:cubicBezTo>
                  <a:pt x="36" y="19"/>
                  <a:pt x="36" y="19"/>
                  <a:pt x="36" y="19"/>
                </a:cubicBezTo>
                <a:cubicBezTo>
                  <a:pt x="36" y="20"/>
                  <a:pt x="36" y="20"/>
                  <a:pt x="36" y="20"/>
                </a:cubicBezTo>
                <a:cubicBezTo>
                  <a:pt x="30" y="17"/>
                  <a:pt x="30" y="17"/>
                  <a:pt x="30" y="17"/>
                </a:cubicBezTo>
                <a:cubicBezTo>
                  <a:pt x="30" y="6"/>
                  <a:pt x="30" y="6"/>
                  <a:pt x="30" y="6"/>
                </a:cubicBezTo>
                <a:cubicBezTo>
                  <a:pt x="30" y="1"/>
                  <a:pt x="28" y="0"/>
                  <a:pt x="27" y="0"/>
                </a:cubicBezTo>
                <a:cubicBezTo>
                  <a:pt x="27" y="0"/>
                  <a:pt x="27" y="0"/>
                  <a:pt x="27" y="0"/>
                </a:cubicBezTo>
                <a:cubicBezTo>
                  <a:pt x="27" y="0"/>
                  <a:pt x="27" y="0"/>
                  <a:pt x="27" y="0"/>
                </a:cubicBezTo>
                <a:cubicBezTo>
                  <a:pt x="26" y="0"/>
                  <a:pt x="24" y="1"/>
                  <a:pt x="24" y="6"/>
                </a:cubicBezTo>
                <a:cubicBezTo>
                  <a:pt x="24" y="17"/>
                  <a:pt x="24" y="17"/>
                  <a:pt x="24" y="17"/>
                </a:cubicBezTo>
                <a:cubicBezTo>
                  <a:pt x="18" y="20"/>
                  <a:pt x="18" y="20"/>
                  <a:pt x="18" y="20"/>
                </a:cubicBezTo>
                <a:cubicBezTo>
                  <a:pt x="18" y="19"/>
                  <a:pt x="18" y="19"/>
                  <a:pt x="18" y="19"/>
                </a:cubicBezTo>
                <a:cubicBezTo>
                  <a:pt x="15" y="19"/>
                  <a:pt x="15" y="19"/>
                  <a:pt x="15" y="19"/>
                </a:cubicBezTo>
                <a:cubicBezTo>
                  <a:pt x="15" y="22"/>
                  <a:pt x="15" y="22"/>
                  <a:pt x="15" y="22"/>
                </a:cubicBezTo>
                <a:cubicBezTo>
                  <a:pt x="10" y="24"/>
                  <a:pt x="10" y="24"/>
                  <a:pt x="10" y="24"/>
                </a:cubicBezTo>
                <a:cubicBezTo>
                  <a:pt x="10" y="23"/>
                  <a:pt x="10" y="23"/>
                  <a:pt x="10" y="23"/>
                </a:cubicBezTo>
                <a:cubicBezTo>
                  <a:pt x="6" y="23"/>
                  <a:pt x="6" y="23"/>
                  <a:pt x="6" y="23"/>
                </a:cubicBezTo>
                <a:cubicBezTo>
                  <a:pt x="6" y="26"/>
                  <a:pt x="6" y="26"/>
                  <a:pt x="6" y="26"/>
                </a:cubicBezTo>
                <a:cubicBezTo>
                  <a:pt x="0" y="30"/>
                  <a:pt x="0" y="30"/>
                  <a:pt x="0" y="30"/>
                </a:cubicBezTo>
                <a:cubicBezTo>
                  <a:pt x="0" y="33"/>
                  <a:pt x="0" y="33"/>
                  <a:pt x="0" y="33"/>
                </a:cubicBezTo>
                <a:cubicBezTo>
                  <a:pt x="16" y="28"/>
                  <a:pt x="16" y="28"/>
                  <a:pt x="16" y="28"/>
                </a:cubicBezTo>
                <a:cubicBezTo>
                  <a:pt x="24" y="28"/>
                  <a:pt x="24" y="28"/>
                  <a:pt x="24" y="28"/>
                </a:cubicBezTo>
                <a:cubicBezTo>
                  <a:pt x="24" y="29"/>
                  <a:pt x="24" y="30"/>
                  <a:pt x="24" y="30"/>
                </a:cubicBezTo>
                <a:cubicBezTo>
                  <a:pt x="26" y="45"/>
                  <a:pt x="26" y="45"/>
                  <a:pt x="26" y="45"/>
                </a:cubicBezTo>
                <a:cubicBezTo>
                  <a:pt x="17" y="51"/>
                  <a:pt x="17" y="51"/>
                  <a:pt x="17" y="51"/>
                </a:cubicBezTo>
                <a:cubicBezTo>
                  <a:pt x="17" y="54"/>
                  <a:pt x="17" y="54"/>
                  <a:pt x="17" y="54"/>
                </a:cubicBezTo>
                <a:cubicBezTo>
                  <a:pt x="27" y="50"/>
                  <a:pt x="27" y="50"/>
                  <a:pt x="27" y="50"/>
                </a:cubicBezTo>
                <a:cubicBezTo>
                  <a:pt x="27" y="55"/>
                  <a:pt x="27" y="55"/>
                  <a:pt x="27" y="55"/>
                </a:cubicBezTo>
                <a:cubicBezTo>
                  <a:pt x="28" y="55"/>
                  <a:pt x="28" y="55"/>
                  <a:pt x="28" y="55"/>
                </a:cubicBezTo>
                <a:cubicBezTo>
                  <a:pt x="28" y="50"/>
                  <a:pt x="28" y="50"/>
                  <a:pt x="28" y="50"/>
                </a:cubicBezTo>
                <a:cubicBezTo>
                  <a:pt x="37" y="53"/>
                  <a:pt x="37" y="53"/>
                  <a:pt x="37" y="53"/>
                </a:cubicBezTo>
                <a:cubicBezTo>
                  <a:pt x="37" y="51"/>
                  <a:pt x="37" y="51"/>
                  <a:pt x="37" y="51"/>
                </a:cubicBezTo>
                <a:cubicBezTo>
                  <a:pt x="29" y="45"/>
                  <a:pt x="29" y="45"/>
                  <a:pt x="29" y="45"/>
                </a:cubicBezTo>
                <a:cubicBezTo>
                  <a:pt x="30" y="30"/>
                  <a:pt x="30" y="30"/>
                  <a:pt x="30" y="30"/>
                </a:cubicBezTo>
                <a:cubicBezTo>
                  <a:pt x="30" y="30"/>
                  <a:pt x="30" y="29"/>
                  <a:pt x="30" y="28"/>
                </a:cubicBezTo>
                <a:cubicBezTo>
                  <a:pt x="38" y="28"/>
                  <a:pt x="38" y="28"/>
                  <a:pt x="38" y="28"/>
                </a:cubicBezTo>
                <a:cubicBezTo>
                  <a:pt x="55" y="33"/>
                  <a:pt x="55" y="33"/>
                  <a:pt x="55" y="33"/>
                </a:cubicBezTo>
                <a:cubicBezTo>
                  <a:pt x="55" y="30"/>
                  <a:pt x="55" y="30"/>
                  <a:pt x="55" y="30"/>
                </a:cubicBezTo>
                <a:lnTo>
                  <a:pt x="48" y="26"/>
                </a:ln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7" name="Freeform 52">
            <a:extLst>
              <a:ext uri="{FF2B5EF4-FFF2-40B4-BE49-F238E27FC236}">
                <a16:creationId xmlns:a16="http://schemas.microsoft.com/office/drawing/2014/main" id="{06BA2CB6-C3F9-8BBE-D31A-4EA21A85D467}"/>
              </a:ext>
            </a:extLst>
          </p:cNvPr>
          <p:cNvSpPr>
            <a:spLocks noEditPoints="1"/>
          </p:cNvSpPr>
          <p:nvPr/>
        </p:nvSpPr>
        <p:spPr bwMode="auto">
          <a:xfrm>
            <a:off x="10152154" y="3367591"/>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5 w 86"/>
              <a:gd name="T29" fmla="*/ 74 h 86"/>
              <a:gd name="T30" fmla="*/ 9 w 86"/>
              <a:gd name="T31" fmla="*/ 69 h 86"/>
              <a:gd name="T32" fmla="*/ 82 w 86"/>
              <a:gd name="T33" fmla="*/ 57 h 86"/>
              <a:gd name="T34" fmla="*/ 81 w 86"/>
              <a:gd name="T35" fmla="*/ 64 h 86"/>
              <a:gd name="T36" fmla="*/ 2 w 86"/>
              <a:gd name="T37" fmla="*/ 57 h 86"/>
              <a:gd name="T38" fmla="*/ 6 w 86"/>
              <a:gd name="T39" fmla="*/ 63 h 86"/>
              <a:gd name="T40" fmla="*/ 2 w 86"/>
              <a:gd name="T41" fmla="*/ 57 h 86"/>
              <a:gd name="T42" fmla="*/ 85 w 86"/>
              <a:gd name="T43" fmla="*/ 44 h 86"/>
              <a:gd name="T44" fmla="*/ 86 w 86"/>
              <a:gd name="T45" fmla="*/ 51 h 86"/>
              <a:gd name="T46" fmla="*/ 0 w 86"/>
              <a:gd name="T47" fmla="*/ 44 h 86"/>
              <a:gd name="T48" fmla="*/ 2 w 86"/>
              <a:gd name="T49" fmla="*/ 43 h 86"/>
              <a:gd name="T50" fmla="*/ 2 w 86"/>
              <a:gd name="T51" fmla="*/ 49 h 86"/>
              <a:gd name="T52" fmla="*/ 0 w 86"/>
              <a:gd name="T53" fmla="*/ 44 h 86"/>
              <a:gd name="T54" fmla="*/ 85 w 86"/>
              <a:gd name="T55" fmla="*/ 31 h 86"/>
              <a:gd name="T56" fmla="*/ 85 w 86"/>
              <a:gd name="T57" fmla="*/ 39 h 86"/>
              <a:gd name="T58" fmla="*/ 1 w 86"/>
              <a:gd name="T59" fmla="*/ 35 h 86"/>
              <a:gd name="T60" fmla="*/ 4 w 86"/>
              <a:gd name="T61" fmla="*/ 29 h 86"/>
              <a:gd name="T62" fmla="*/ 1 w 86"/>
              <a:gd name="T63" fmla="*/ 35 h 86"/>
              <a:gd name="T64" fmla="*/ 78 w 86"/>
              <a:gd name="T65" fmla="*/ 19 h 86"/>
              <a:gd name="T66" fmla="*/ 81 w 86"/>
              <a:gd name="T67" fmla="*/ 25 h 86"/>
              <a:gd name="T68" fmla="*/ 6 w 86"/>
              <a:gd name="T69" fmla="*/ 22 h 86"/>
              <a:gd name="T70" fmla="*/ 11 w 86"/>
              <a:gd name="T71" fmla="*/ 17 h 86"/>
              <a:gd name="T72" fmla="*/ 6 w 86"/>
              <a:gd name="T73" fmla="*/ 22 h 86"/>
              <a:gd name="T74" fmla="*/ 67 w 86"/>
              <a:gd name="T75" fmla="*/ 10 h 86"/>
              <a:gd name="T76" fmla="*/ 73 w 86"/>
              <a:gd name="T77" fmla="*/ 13 h 86"/>
              <a:gd name="T78" fmla="*/ 67 w 86"/>
              <a:gd name="T79" fmla="*/ 10 h 86"/>
              <a:gd name="T80" fmla="*/ 21 w 86"/>
              <a:gd name="T81" fmla="*/ 7 h 86"/>
              <a:gd name="T82" fmla="*/ 16 w 86"/>
              <a:gd name="T83" fmla="*/ 12 h 86"/>
              <a:gd name="T84" fmla="*/ 55 w 86"/>
              <a:gd name="T85" fmla="*/ 4 h 86"/>
              <a:gd name="T86" fmla="*/ 62 w 86"/>
              <a:gd name="T87" fmla="*/ 5 h 86"/>
              <a:gd name="T88" fmla="*/ 55 w 86"/>
              <a:gd name="T89" fmla="*/ 4 h 86"/>
              <a:gd name="T90" fmla="*/ 34 w 86"/>
              <a:gd name="T91" fmla="*/ 1 h 86"/>
              <a:gd name="T92" fmla="*/ 28 w 86"/>
              <a:gd name="T93" fmla="*/ 5 h 86"/>
              <a:gd name="T94" fmla="*/ 43 w 86"/>
              <a:gd name="T95" fmla="*/ 2 h 86"/>
              <a:gd name="T96" fmla="*/ 41 w 86"/>
              <a:gd name="T97" fmla="*/ 1 h 86"/>
              <a:gd name="T98" fmla="*/ 48 w 86"/>
              <a:gd name="T99" fmla="*/ 1 h 86"/>
              <a:gd name="T100" fmla="*/ 43 w 86"/>
              <a:gd name="T101" fmla="*/ 2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4"/>
                  <a:pt x="32" y="84"/>
                  <a:pt x="32" y="84"/>
                </a:cubicBezTo>
                <a:cubicBezTo>
                  <a:pt x="35" y="84"/>
                  <a:pt x="37" y="85"/>
                  <a:pt x="39" y="85"/>
                </a:cubicBezTo>
                <a:cubicBezTo>
                  <a:pt x="39" y="86"/>
                  <a:pt x="39" y="86"/>
                  <a:pt x="39" y="86"/>
                </a:cubicBezTo>
                <a:cubicBezTo>
                  <a:pt x="37" y="86"/>
                  <a:pt x="34" y="86"/>
                  <a:pt x="32" y="85"/>
                </a:cubicBezTo>
                <a:close/>
                <a:moveTo>
                  <a:pt x="59" y="82"/>
                </a:moveTo>
                <a:cubicBezTo>
                  <a:pt x="62" y="81"/>
                  <a:pt x="64" y="80"/>
                  <a:pt x="66" y="78"/>
                </a:cubicBezTo>
                <a:cubicBezTo>
                  <a:pt x="66" y="80"/>
                  <a:pt x="66" y="80"/>
                  <a:pt x="66" y="80"/>
                </a:cubicBezTo>
                <a:cubicBezTo>
                  <a:pt x="64" y="81"/>
                  <a:pt x="62" y="82"/>
                  <a:pt x="60" y="83"/>
                </a:cubicBezTo>
                <a:lnTo>
                  <a:pt x="59" y="82"/>
                </a:lnTo>
                <a:close/>
                <a:moveTo>
                  <a:pt x="19" y="79"/>
                </a:moveTo>
                <a:cubicBezTo>
                  <a:pt x="20" y="78"/>
                  <a:pt x="20" y="78"/>
                  <a:pt x="20" y="78"/>
                </a:cubicBezTo>
                <a:cubicBezTo>
                  <a:pt x="22" y="79"/>
                  <a:pt x="24" y="80"/>
                  <a:pt x="26" y="81"/>
                </a:cubicBezTo>
                <a:cubicBezTo>
                  <a:pt x="25" y="83"/>
                  <a:pt x="25" y="83"/>
                  <a:pt x="25" y="83"/>
                </a:cubicBezTo>
                <a:cubicBezTo>
                  <a:pt x="23" y="82"/>
                  <a:pt x="21" y="81"/>
                  <a:pt x="19" y="79"/>
                </a:cubicBezTo>
                <a:close/>
                <a:moveTo>
                  <a:pt x="66" y="78"/>
                </a:moveTo>
                <a:cubicBezTo>
                  <a:pt x="66" y="78"/>
                  <a:pt x="66" y="78"/>
                  <a:pt x="66" y="78"/>
                </a:cubicBezTo>
                <a:moveTo>
                  <a:pt x="71" y="74"/>
                </a:moveTo>
                <a:cubicBezTo>
                  <a:pt x="73" y="73"/>
                  <a:pt x="74" y="71"/>
                  <a:pt x="76" y="69"/>
                </a:cubicBezTo>
                <a:cubicBezTo>
                  <a:pt x="77" y="70"/>
                  <a:pt x="77" y="70"/>
                  <a:pt x="77" y="70"/>
                </a:cubicBezTo>
                <a:cubicBezTo>
                  <a:pt x="76" y="72"/>
                  <a:pt x="74" y="74"/>
                  <a:pt x="72" y="75"/>
                </a:cubicBezTo>
                <a:lnTo>
                  <a:pt x="71" y="74"/>
                </a:lnTo>
                <a:close/>
                <a:moveTo>
                  <a:pt x="9" y="69"/>
                </a:moveTo>
                <a:cubicBezTo>
                  <a:pt x="10" y="68"/>
                  <a:pt x="10" y="68"/>
                  <a:pt x="10" y="68"/>
                </a:cubicBezTo>
                <a:cubicBezTo>
                  <a:pt x="11" y="70"/>
                  <a:pt x="13" y="72"/>
                  <a:pt x="15" y="74"/>
                </a:cubicBezTo>
                <a:cubicBezTo>
                  <a:pt x="13" y="75"/>
                  <a:pt x="13" y="75"/>
                  <a:pt x="13" y="75"/>
                </a:cubicBezTo>
                <a:cubicBezTo>
                  <a:pt x="12" y="73"/>
                  <a:pt x="10" y="71"/>
                  <a:pt x="9" y="69"/>
                </a:cubicBezTo>
                <a:close/>
                <a:moveTo>
                  <a:pt x="80" y="63"/>
                </a:moveTo>
                <a:cubicBezTo>
                  <a:pt x="81" y="61"/>
                  <a:pt x="82" y="59"/>
                  <a:pt x="82" y="57"/>
                </a:cubicBezTo>
                <a:cubicBezTo>
                  <a:pt x="84" y="58"/>
                  <a:pt x="84" y="58"/>
                  <a:pt x="84" y="58"/>
                </a:cubicBezTo>
                <a:cubicBezTo>
                  <a:pt x="83" y="60"/>
                  <a:pt x="82" y="62"/>
                  <a:pt x="81" y="64"/>
                </a:cubicBezTo>
                <a:lnTo>
                  <a:pt x="80" y="63"/>
                </a:lnTo>
                <a:close/>
                <a:moveTo>
                  <a:pt x="2" y="57"/>
                </a:moveTo>
                <a:cubicBezTo>
                  <a:pt x="4" y="56"/>
                  <a:pt x="4" y="56"/>
                  <a:pt x="4" y="56"/>
                </a:cubicBezTo>
                <a:cubicBezTo>
                  <a:pt x="4" y="58"/>
                  <a:pt x="5" y="61"/>
                  <a:pt x="6" y="63"/>
                </a:cubicBezTo>
                <a:cubicBezTo>
                  <a:pt x="5" y="63"/>
                  <a:pt x="5" y="63"/>
                  <a:pt x="5" y="63"/>
                </a:cubicBezTo>
                <a:cubicBezTo>
                  <a:pt x="4" y="61"/>
                  <a:pt x="3" y="59"/>
                  <a:pt x="2" y="57"/>
                </a:cubicBezTo>
                <a:close/>
                <a:moveTo>
                  <a:pt x="84" y="50"/>
                </a:moveTo>
                <a:cubicBezTo>
                  <a:pt x="85" y="48"/>
                  <a:pt x="85" y="46"/>
                  <a:pt x="85" y="44"/>
                </a:cubicBezTo>
                <a:cubicBezTo>
                  <a:pt x="86" y="44"/>
                  <a:pt x="86" y="44"/>
                  <a:pt x="86" y="44"/>
                </a:cubicBezTo>
                <a:cubicBezTo>
                  <a:pt x="86" y="46"/>
                  <a:pt x="86" y="48"/>
                  <a:pt x="86" y="51"/>
                </a:cubicBezTo>
                <a:lnTo>
                  <a:pt x="84" y="50"/>
                </a:lnTo>
                <a:close/>
                <a:moveTo>
                  <a:pt x="0" y="44"/>
                </a:moveTo>
                <a:cubicBezTo>
                  <a:pt x="0" y="43"/>
                  <a:pt x="0" y="43"/>
                  <a:pt x="0" y="43"/>
                </a:cubicBezTo>
                <a:cubicBezTo>
                  <a:pt x="2" y="43"/>
                  <a:pt x="2" y="43"/>
                  <a:pt x="2" y="43"/>
                </a:cubicBezTo>
                <a:cubicBezTo>
                  <a:pt x="2" y="43"/>
                  <a:pt x="2" y="43"/>
                  <a:pt x="2" y="44"/>
                </a:cubicBezTo>
                <a:cubicBezTo>
                  <a:pt x="2" y="46"/>
                  <a:pt x="2" y="47"/>
                  <a:pt x="2" y="49"/>
                </a:cubicBezTo>
                <a:cubicBezTo>
                  <a:pt x="1" y="50"/>
                  <a:pt x="1" y="50"/>
                  <a:pt x="1" y="50"/>
                </a:cubicBezTo>
                <a:cubicBezTo>
                  <a:pt x="0" y="48"/>
                  <a:pt x="0" y="46"/>
                  <a:pt x="0" y="44"/>
                </a:cubicBezTo>
                <a:close/>
                <a:moveTo>
                  <a:pt x="83" y="32"/>
                </a:moveTo>
                <a:cubicBezTo>
                  <a:pt x="85" y="31"/>
                  <a:pt x="85" y="31"/>
                  <a:pt x="85" y="31"/>
                </a:cubicBezTo>
                <a:cubicBezTo>
                  <a:pt x="85" y="34"/>
                  <a:pt x="86" y="36"/>
                  <a:pt x="86" y="38"/>
                </a:cubicBezTo>
                <a:cubicBezTo>
                  <a:pt x="85" y="39"/>
                  <a:pt x="85" y="39"/>
                  <a:pt x="85" y="39"/>
                </a:cubicBezTo>
                <a:cubicBezTo>
                  <a:pt x="84" y="36"/>
                  <a:pt x="84" y="34"/>
                  <a:pt x="83" y="32"/>
                </a:cubicBezTo>
                <a:close/>
                <a:moveTo>
                  <a:pt x="1" y="35"/>
                </a:moveTo>
                <a:cubicBezTo>
                  <a:pt x="1" y="33"/>
                  <a:pt x="2" y="31"/>
                  <a:pt x="3" y="28"/>
                </a:cubicBezTo>
                <a:cubicBezTo>
                  <a:pt x="4" y="29"/>
                  <a:pt x="4" y="29"/>
                  <a:pt x="4" y="29"/>
                </a:cubicBezTo>
                <a:cubicBezTo>
                  <a:pt x="3" y="31"/>
                  <a:pt x="3" y="33"/>
                  <a:pt x="2" y="36"/>
                </a:cubicBezTo>
                <a:lnTo>
                  <a:pt x="1" y="35"/>
                </a:lnTo>
                <a:close/>
                <a:moveTo>
                  <a:pt x="77" y="19"/>
                </a:moveTo>
                <a:cubicBezTo>
                  <a:pt x="78" y="19"/>
                  <a:pt x="78" y="19"/>
                  <a:pt x="78" y="19"/>
                </a:cubicBezTo>
                <a:cubicBezTo>
                  <a:pt x="80" y="21"/>
                  <a:pt x="81" y="23"/>
                  <a:pt x="82" y="25"/>
                </a:cubicBezTo>
                <a:cubicBezTo>
                  <a:pt x="81" y="25"/>
                  <a:pt x="81" y="25"/>
                  <a:pt x="81" y="25"/>
                </a:cubicBezTo>
                <a:cubicBezTo>
                  <a:pt x="80" y="23"/>
                  <a:pt x="78" y="21"/>
                  <a:pt x="77" y="19"/>
                </a:cubicBezTo>
                <a:close/>
                <a:moveTo>
                  <a:pt x="6" y="22"/>
                </a:moveTo>
                <a:cubicBezTo>
                  <a:pt x="7" y="20"/>
                  <a:pt x="8" y="18"/>
                  <a:pt x="10" y="16"/>
                </a:cubicBezTo>
                <a:cubicBezTo>
                  <a:pt x="11" y="17"/>
                  <a:pt x="11" y="17"/>
                  <a:pt x="11" y="17"/>
                </a:cubicBezTo>
                <a:cubicBezTo>
                  <a:pt x="10" y="19"/>
                  <a:pt x="8" y="21"/>
                  <a:pt x="7" y="23"/>
                </a:cubicBezTo>
                <a:lnTo>
                  <a:pt x="6" y="22"/>
                </a:lnTo>
                <a:close/>
                <a:moveTo>
                  <a:pt x="67" y="10"/>
                </a:moveTo>
                <a:cubicBezTo>
                  <a:pt x="67" y="10"/>
                  <a:pt x="67" y="10"/>
                  <a:pt x="67" y="10"/>
                </a:cubicBezTo>
                <a:cubicBezTo>
                  <a:pt x="68" y="9"/>
                  <a:pt x="68" y="9"/>
                  <a:pt x="68" y="9"/>
                </a:cubicBezTo>
                <a:cubicBezTo>
                  <a:pt x="70" y="10"/>
                  <a:pt x="72" y="11"/>
                  <a:pt x="73" y="13"/>
                </a:cubicBezTo>
                <a:cubicBezTo>
                  <a:pt x="72" y="14"/>
                  <a:pt x="72" y="14"/>
                  <a:pt x="72" y="14"/>
                </a:cubicBezTo>
                <a:cubicBezTo>
                  <a:pt x="71" y="12"/>
                  <a:pt x="69" y="11"/>
                  <a:pt x="67" y="10"/>
                </a:cubicBezTo>
                <a:close/>
                <a:moveTo>
                  <a:pt x="15" y="11"/>
                </a:moveTo>
                <a:cubicBezTo>
                  <a:pt x="17" y="9"/>
                  <a:pt x="19" y="8"/>
                  <a:pt x="21" y="7"/>
                </a:cubicBezTo>
                <a:cubicBezTo>
                  <a:pt x="21" y="8"/>
                  <a:pt x="21" y="8"/>
                  <a:pt x="21" y="8"/>
                </a:cubicBezTo>
                <a:cubicBezTo>
                  <a:pt x="20" y="9"/>
                  <a:pt x="18" y="11"/>
                  <a:pt x="16" y="12"/>
                </a:cubicBezTo>
                <a:lnTo>
                  <a:pt x="15" y="11"/>
                </a:lnTo>
                <a:close/>
                <a:moveTo>
                  <a:pt x="55" y="4"/>
                </a:moveTo>
                <a:cubicBezTo>
                  <a:pt x="55" y="2"/>
                  <a:pt x="55" y="2"/>
                  <a:pt x="55" y="2"/>
                </a:cubicBezTo>
                <a:cubicBezTo>
                  <a:pt x="58" y="3"/>
                  <a:pt x="60" y="4"/>
                  <a:pt x="62" y="5"/>
                </a:cubicBezTo>
                <a:cubicBezTo>
                  <a:pt x="61" y="6"/>
                  <a:pt x="61" y="6"/>
                  <a:pt x="61" y="6"/>
                </a:cubicBezTo>
                <a:cubicBezTo>
                  <a:pt x="59" y="5"/>
                  <a:pt x="57" y="4"/>
                  <a:pt x="55" y="4"/>
                </a:cubicBezTo>
                <a:close/>
                <a:moveTo>
                  <a:pt x="27" y="4"/>
                </a:moveTo>
                <a:cubicBezTo>
                  <a:pt x="29" y="3"/>
                  <a:pt x="32" y="2"/>
                  <a:pt x="34" y="1"/>
                </a:cubicBezTo>
                <a:cubicBezTo>
                  <a:pt x="34" y="3"/>
                  <a:pt x="34" y="3"/>
                  <a:pt x="34" y="3"/>
                </a:cubicBezTo>
                <a:cubicBezTo>
                  <a:pt x="32" y="3"/>
                  <a:pt x="30" y="4"/>
                  <a:pt x="28" y="5"/>
                </a:cubicBezTo>
                <a:lnTo>
                  <a:pt x="27" y="4"/>
                </a:lnTo>
                <a:close/>
                <a:moveTo>
                  <a:pt x="43" y="2"/>
                </a:moveTo>
                <a:cubicBezTo>
                  <a:pt x="43" y="2"/>
                  <a:pt x="42" y="2"/>
                  <a:pt x="41" y="2"/>
                </a:cubicBezTo>
                <a:cubicBezTo>
                  <a:pt x="41" y="1"/>
                  <a:pt x="41" y="1"/>
                  <a:pt x="41" y="1"/>
                </a:cubicBezTo>
                <a:cubicBezTo>
                  <a:pt x="42" y="1"/>
                  <a:pt x="42" y="0"/>
                  <a:pt x="43" y="0"/>
                </a:cubicBezTo>
                <a:cubicBezTo>
                  <a:pt x="45" y="0"/>
                  <a:pt x="47" y="1"/>
                  <a:pt x="48" y="1"/>
                </a:cubicBezTo>
                <a:cubicBezTo>
                  <a:pt x="48" y="2"/>
                  <a:pt x="48" y="2"/>
                  <a:pt x="48" y="2"/>
                </a:cubicBezTo>
                <a:cubicBezTo>
                  <a:pt x="46" y="2"/>
                  <a:pt x="45" y="2"/>
                  <a:pt x="43" y="2"/>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8" name="TextBox 1401">
            <a:extLst>
              <a:ext uri="{FF2B5EF4-FFF2-40B4-BE49-F238E27FC236}">
                <a16:creationId xmlns:a16="http://schemas.microsoft.com/office/drawing/2014/main" id="{38C5DCC5-D458-0B25-7DD6-38AC7E04DCA6}"/>
              </a:ext>
            </a:extLst>
          </p:cNvPr>
          <p:cNvSpPr txBox="1"/>
          <p:nvPr/>
        </p:nvSpPr>
        <p:spPr bwMode="auto">
          <a:xfrm>
            <a:off x="222654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9" name="TextBox 1412">
            <a:extLst>
              <a:ext uri="{FF2B5EF4-FFF2-40B4-BE49-F238E27FC236}">
                <a16:creationId xmlns:a16="http://schemas.microsoft.com/office/drawing/2014/main" id="{01C6D69F-2DB6-CC06-F7AF-756253B399F7}"/>
              </a:ext>
            </a:extLst>
          </p:cNvPr>
          <p:cNvSpPr txBox="1"/>
          <p:nvPr/>
        </p:nvSpPr>
        <p:spPr bwMode="auto">
          <a:xfrm>
            <a:off x="222654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0" name="TextBox 1414">
            <a:extLst>
              <a:ext uri="{FF2B5EF4-FFF2-40B4-BE49-F238E27FC236}">
                <a16:creationId xmlns:a16="http://schemas.microsoft.com/office/drawing/2014/main" id="{463AFDFF-A2DC-2CA2-B23B-5EA56A0B391D}"/>
              </a:ext>
            </a:extLst>
          </p:cNvPr>
          <p:cNvSpPr txBox="1"/>
          <p:nvPr/>
        </p:nvSpPr>
        <p:spPr bwMode="auto">
          <a:xfrm>
            <a:off x="222654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sp>
        <p:nvSpPr>
          <p:cNvPr id="41" name="TextBox 1416">
            <a:extLst>
              <a:ext uri="{FF2B5EF4-FFF2-40B4-BE49-F238E27FC236}">
                <a16:creationId xmlns:a16="http://schemas.microsoft.com/office/drawing/2014/main" id="{F79E5CEE-AEFB-E46E-E08D-54F3DF0F6834}"/>
              </a:ext>
            </a:extLst>
          </p:cNvPr>
          <p:cNvSpPr txBox="1"/>
          <p:nvPr/>
        </p:nvSpPr>
        <p:spPr bwMode="auto">
          <a:xfrm>
            <a:off x="6986369" y="1681605"/>
            <a:ext cx="1435008" cy="420564"/>
          </a:xfrm>
          <a:prstGeom prst="rect">
            <a:avLst/>
          </a:prstGeom>
          <a:noFill/>
        </p:spPr>
        <p:txBody>
          <a:bodyPr wrap="none">
            <a:spAutoFit/>
          </a:bodyPr>
          <a:lstStyle>
            <a:defPPr>
              <a:defRPr lang="zh-CN"/>
            </a:defPPr>
            <a:lvl1pPr algn="ctr" fontAlgn="auto">
              <a:spcBef>
                <a:spcPts val="0"/>
              </a:spcBef>
              <a:spcAft>
                <a:spcPts val="0"/>
              </a:spcAft>
              <a:defRPr sz="12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42" name="TextBox 1418">
            <a:extLst>
              <a:ext uri="{FF2B5EF4-FFF2-40B4-BE49-F238E27FC236}">
                <a16:creationId xmlns:a16="http://schemas.microsoft.com/office/drawing/2014/main" id="{A435ED69-01AC-33F2-27BD-F714B597A9A2}"/>
              </a:ext>
            </a:extLst>
          </p:cNvPr>
          <p:cNvSpPr txBox="1"/>
          <p:nvPr/>
        </p:nvSpPr>
        <p:spPr bwMode="auto">
          <a:xfrm>
            <a:off x="6986369" y="3047111"/>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r>
              <a:rPr lang="zh-CN" altLang="en-US" sz="2135" b="1" dirty="0">
                <a:solidFill>
                  <a:schemeClr val="accent2"/>
                </a:solidFill>
                <a:latin typeface="+mn-lt"/>
                <a:ea typeface="+mn-ea"/>
                <a:cs typeface="+mn-ea"/>
                <a:sym typeface="+mn-lt"/>
              </a:rPr>
              <a:t>添加标题</a:t>
            </a:r>
          </a:p>
        </p:txBody>
      </p:sp>
      <p:sp>
        <p:nvSpPr>
          <p:cNvPr id="43" name="TextBox 1420">
            <a:extLst>
              <a:ext uri="{FF2B5EF4-FFF2-40B4-BE49-F238E27FC236}">
                <a16:creationId xmlns:a16="http://schemas.microsoft.com/office/drawing/2014/main" id="{1CF8A38A-DEA6-E6F4-7613-49109DCE7F69}"/>
              </a:ext>
            </a:extLst>
          </p:cNvPr>
          <p:cNvSpPr txBox="1"/>
          <p:nvPr/>
        </p:nvSpPr>
        <p:spPr bwMode="auto">
          <a:xfrm>
            <a:off x="6986369" y="4567309"/>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r>
              <a:rPr lang="zh-CN" altLang="en-US" sz="2135" b="1" dirty="0">
                <a:solidFill>
                  <a:schemeClr val="accent5"/>
                </a:solidFill>
                <a:latin typeface="+mn-lt"/>
                <a:ea typeface="+mn-ea"/>
                <a:cs typeface="+mn-ea"/>
                <a:sym typeface="+mn-lt"/>
              </a:rPr>
              <a:t>添加标题</a:t>
            </a:r>
          </a:p>
        </p:txBody>
      </p:sp>
      <p:cxnSp>
        <p:nvCxnSpPr>
          <p:cNvPr id="44" name="直接连接符 43">
            <a:extLst>
              <a:ext uri="{FF2B5EF4-FFF2-40B4-BE49-F238E27FC236}">
                <a16:creationId xmlns:a16="http://schemas.microsoft.com/office/drawing/2014/main" id="{EDE8F9B9-1A13-189F-7B29-A8186658DAD2}"/>
              </a:ext>
            </a:extLst>
          </p:cNvPr>
          <p:cNvCxnSpPr/>
          <p:nvPr/>
        </p:nvCxnSpPr>
        <p:spPr>
          <a:xfrm flipH="1">
            <a:off x="1251778"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a:extLst>
              <a:ext uri="{FF2B5EF4-FFF2-40B4-BE49-F238E27FC236}">
                <a16:creationId xmlns:a16="http://schemas.microsoft.com/office/drawing/2014/main" id="{E2A0F361-AA24-D6B4-8C25-9649AECE21D0}"/>
              </a:ext>
            </a:extLst>
          </p:cNvPr>
          <p:cNvCxnSpPr/>
          <p:nvPr/>
        </p:nvCxnSpPr>
        <p:spPr>
          <a:xfrm flipH="1">
            <a:off x="1251778"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a:extLst>
              <a:ext uri="{FF2B5EF4-FFF2-40B4-BE49-F238E27FC236}">
                <a16:creationId xmlns:a16="http://schemas.microsoft.com/office/drawing/2014/main" id="{891B9AE2-56C1-54E5-75DA-785DD3056D75}"/>
              </a:ext>
            </a:extLst>
          </p:cNvPr>
          <p:cNvCxnSpPr/>
          <p:nvPr/>
        </p:nvCxnSpPr>
        <p:spPr>
          <a:xfrm flipH="1">
            <a:off x="7034741" y="3009041"/>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96DFFBED-120E-2F03-7A54-9F4106F76DEE}"/>
              </a:ext>
            </a:extLst>
          </p:cNvPr>
          <p:cNvCxnSpPr/>
          <p:nvPr/>
        </p:nvCxnSpPr>
        <p:spPr>
          <a:xfrm flipH="1">
            <a:off x="7034741" y="4442425"/>
            <a:ext cx="3793695" cy="0"/>
          </a:xfrm>
          <a:prstGeom prst="line">
            <a:avLst/>
          </a:prstGeom>
          <a:ln w="15875">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8" name="Oval 22">
            <a:extLst>
              <a:ext uri="{FF2B5EF4-FFF2-40B4-BE49-F238E27FC236}">
                <a16:creationId xmlns:a16="http://schemas.microsoft.com/office/drawing/2014/main" id="{A05BEC9D-52B1-8F2F-58D6-78B8C576429C}"/>
              </a:ext>
            </a:extLst>
          </p:cNvPr>
          <p:cNvSpPr>
            <a:spLocks noChangeArrowheads="1"/>
          </p:cNvSpPr>
          <p:nvPr/>
        </p:nvSpPr>
        <p:spPr bwMode="auto">
          <a:xfrm>
            <a:off x="1322719" y="4925525"/>
            <a:ext cx="652159" cy="652158"/>
          </a:xfrm>
          <a:prstGeom prst="ellipse">
            <a:avLst/>
          </a:prstGeom>
          <a:solidFill>
            <a:schemeClr val="accent5"/>
          </a:solidFill>
          <a:ln>
            <a:noFill/>
          </a:ln>
        </p:spPr>
        <p:txBody>
          <a:bodyPr/>
          <a:lstStyle/>
          <a:p>
            <a:endParaRPr lang="zh-CN" altLang="en-US" sz="2135">
              <a:cs typeface="+mn-ea"/>
              <a:sym typeface="+mn-lt"/>
            </a:endParaRPr>
          </a:p>
        </p:txBody>
      </p:sp>
      <p:sp>
        <p:nvSpPr>
          <p:cNvPr id="49" name="Freeform 23">
            <a:extLst>
              <a:ext uri="{FF2B5EF4-FFF2-40B4-BE49-F238E27FC236}">
                <a16:creationId xmlns:a16="http://schemas.microsoft.com/office/drawing/2014/main" id="{A772B3A9-940B-745C-4756-006A1CCC5F4B}"/>
              </a:ext>
            </a:extLst>
          </p:cNvPr>
          <p:cNvSpPr>
            <a:spLocks noEditPoints="1"/>
          </p:cNvSpPr>
          <p:nvPr/>
        </p:nvSpPr>
        <p:spPr bwMode="auto">
          <a:xfrm>
            <a:off x="1651385" y="4925525"/>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50" name="组合 49">
            <a:extLst>
              <a:ext uri="{FF2B5EF4-FFF2-40B4-BE49-F238E27FC236}">
                <a16:creationId xmlns:a16="http://schemas.microsoft.com/office/drawing/2014/main" id="{33CCE7DB-A895-055E-4A4E-BD0A322870D7}"/>
              </a:ext>
            </a:extLst>
          </p:cNvPr>
          <p:cNvGrpSpPr/>
          <p:nvPr/>
        </p:nvGrpSpPr>
        <p:grpSpPr>
          <a:xfrm>
            <a:off x="1470231" y="5018690"/>
            <a:ext cx="346783" cy="476180"/>
            <a:chOff x="10231709" y="4917090"/>
            <a:chExt cx="346783" cy="476180"/>
          </a:xfrm>
        </p:grpSpPr>
        <p:sp>
          <p:nvSpPr>
            <p:cNvPr id="51" name="Freeform 25">
              <a:extLst>
                <a:ext uri="{FF2B5EF4-FFF2-40B4-BE49-F238E27FC236}">
                  <a16:creationId xmlns:a16="http://schemas.microsoft.com/office/drawing/2014/main" id="{E7993D3A-4DB8-6420-1C93-791712A178AE}"/>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2" name="Freeform 26">
              <a:extLst>
                <a:ext uri="{FF2B5EF4-FFF2-40B4-BE49-F238E27FC236}">
                  <a16:creationId xmlns:a16="http://schemas.microsoft.com/office/drawing/2014/main" id="{04F49CC3-F751-F5DA-3120-961EFEBE006B}"/>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3" name="Freeform 27">
              <a:extLst>
                <a:ext uri="{FF2B5EF4-FFF2-40B4-BE49-F238E27FC236}">
                  <a16:creationId xmlns:a16="http://schemas.microsoft.com/office/drawing/2014/main" id="{4E5B3D37-33D9-E0BE-6336-A8274B8ED089}"/>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4" name="Freeform 28">
              <a:extLst>
                <a:ext uri="{FF2B5EF4-FFF2-40B4-BE49-F238E27FC236}">
                  <a16:creationId xmlns:a16="http://schemas.microsoft.com/office/drawing/2014/main" id="{5085791F-720A-9393-CADF-39DB0504E195}"/>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5" name="Freeform 29">
              <a:extLst>
                <a:ext uri="{FF2B5EF4-FFF2-40B4-BE49-F238E27FC236}">
                  <a16:creationId xmlns:a16="http://schemas.microsoft.com/office/drawing/2014/main" id="{2478FF30-B0F5-8C7F-EF07-434C78745289}"/>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6" name="Freeform 30">
              <a:extLst>
                <a:ext uri="{FF2B5EF4-FFF2-40B4-BE49-F238E27FC236}">
                  <a16:creationId xmlns:a16="http://schemas.microsoft.com/office/drawing/2014/main" id="{86EC713C-47D8-1D00-79D6-E611C9DC4118}"/>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31">
              <a:extLst>
                <a:ext uri="{FF2B5EF4-FFF2-40B4-BE49-F238E27FC236}">
                  <a16:creationId xmlns:a16="http://schemas.microsoft.com/office/drawing/2014/main" id="{1A1718C6-8F17-CC28-1B01-FD697F20EFB7}"/>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32">
              <a:extLst>
                <a:ext uri="{FF2B5EF4-FFF2-40B4-BE49-F238E27FC236}">
                  <a16:creationId xmlns:a16="http://schemas.microsoft.com/office/drawing/2014/main" id="{82878612-A4A6-FCA0-A677-37A7048AF0A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33">
              <a:extLst>
                <a:ext uri="{FF2B5EF4-FFF2-40B4-BE49-F238E27FC236}">
                  <a16:creationId xmlns:a16="http://schemas.microsoft.com/office/drawing/2014/main" id="{040B087E-E239-B98C-CFB5-475288685460}"/>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34">
              <a:extLst>
                <a:ext uri="{FF2B5EF4-FFF2-40B4-BE49-F238E27FC236}">
                  <a16:creationId xmlns:a16="http://schemas.microsoft.com/office/drawing/2014/main" id="{C3BCB0B8-2824-F581-B2E8-F447FBFD64DE}"/>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35">
              <a:extLst>
                <a:ext uri="{FF2B5EF4-FFF2-40B4-BE49-F238E27FC236}">
                  <a16:creationId xmlns:a16="http://schemas.microsoft.com/office/drawing/2014/main" id="{B4B9565E-175A-F385-38E5-80DEE2086EA3}"/>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36">
              <a:extLst>
                <a:ext uri="{FF2B5EF4-FFF2-40B4-BE49-F238E27FC236}">
                  <a16:creationId xmlns:a16="http://schemas.microsoft.com/office/drawing/2014/main" id="{C9AB93C4-6605-E17D-1CDA-9CDF0D6C486C}"/>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63" name="Freeform 37">
            <a:extLst>
              <a:ext uri="{FF2B5EF4-FFF2-40B4-BE49-F238E27FC236}">
                <a16:creationId xmlns:a16="http://schemas.microsoft.com/office/drawing/2014/main" id="{8D856841-81F9-504F-FAE8-CEFDBC46BE66}"/>
              </a:ext>
            </a:extLst>
          </p:cNvPr>
          <p:cNvSpPr>
            <a:spLocks noEditPoints="1"/>
          </p:cNvSpPr>
          <p:nvPr/>
        </p:nvSpPr>
        <p:spPr bwMode="auto">
          <a:xfrm>
            <a:off x="1289076" y="4894470"/>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Oval 22">
            <a:extLst>
              <a:ext uri="{FF2B5EF4-FFF2-40B4-BE49-F238E27FC236}">
                <a16:creationId xmlns:a16="http://schemas.microsoft.com/office/drawing/2014/main" id="{08766537-DD27-36AD-71A5-7D773D89205B}"/>
              </a:ext>
            </a:extLst>
          </p:cNvPr>
          <p:cNvSpPr>
            <a:spLocks noChangeArrowheads="1"/>
          </p:cNvSpPr>
          <p:nvPr/>
        </p:nvSpPr>
        <p:spPr bwMode="auto">
          <a:xfrm>
            <a:off x="1322719" y="3450277"/>
            <a:ext cx="652159" cy="652158"/>
          </a:xfrm>
          <a:prstGeom prst="ellipse">
            <a:avLst/>
          </a:prstGeom>
          <a:solidFill>
            <a:schemeClr val="accent2"/>
          </a:solidFill>
          <a:ln>
            <a:noFill/>
          </a:ln>
        </p:spPr>
        <p:txBody>
          <a:bodyPr/>
          <a:lstStyle/>
          <a:p>
            <a:endParaRPr lang="zh-CN" altLang="en-US" sz="2135">
              <a:cs typeface="+mn-ea"/>
              <a:sym typeface="+mn-lt"/>
            </a:endParaRPr>
          </a:p>
        </p:txBody>
      </p:sp>
      <p:sp>
        <p:nvSpPr>
          <p:cNvPr id="65" name="Freeform 23">
            <a:extLst>
              <a:ext uri="{FF2B5EF4-FFF2-40B4-BE49-F238E27FC236}">
                <a16:creationId xmlns:a16="http://schemas.microsoft.com/office/drawing/2014/main" id="{641405F5-EF5F-9B2C-5035-07D40E998A4A}"/>
              </a:ext>
            </a:extLst>
          </p:cNvPr>
          <p:cNvSpPr>
            <a:spLocks noEditPoints="1"/>
          </p:cNvSpPr>
          <p:nvPr/>
        </p:nvSpPr>
        <p:spPr bwMode="auto">
          <a:xfrm>
            <a:off x="1651385" y="3450277"/>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66" name="组合 65">
            <a:extLst>
              <a:ext uri="{FF2B5EF4-FFF2-40B4-BE49-F238E27FC236}">
                <a16:creationId xmlns:a16="http://schemas.microsoft.com/office/drawing/2014/main" id="{2B3C6AF5-05EB-59E8-EA02-D3D7C3969957}"/>
              </a:ext>
            </a:extLst>
          </p:cNvPr>
          <p:cNvGrpSpPr/>
          <p:nvPr/>
        </p:nvGrpSpPr>
        <p:grpSpPr>
          <a:xfrm>
            <a:off x="1470231" y="3543442"/>
            <a:ext cx="346783" cy="476180"/>
            <a:chOff x="10231709" y="4917090"/>
            <a:chExt cx="346783" cy="476180"/>
          </a:xfrm>
        </p:grpSpPr>
        <p:sp>
          <p:nvSpPr>
            <p:cNvPr id="67" name="Freeform 25">
              <a:extLst>
                <a:ext uri="{FF2B5EF4-FFF2-40B4-BE49-F238E27FC236}">
                  <a16:creationId xmlns:a16="http://schemas.microsoft.com/office/drawing/2014/main" id="{4E7A4054-65F6-9F58-CF94-7B6B90857DA7}"/>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6">
              <a:extLst>
                <a:ext uri="{FF2B5EF4-FFF2-40B4-BE49-F238E27FC236}">
                  <a16:creationId xmlns:a16="http://schemas.microsoft.com/office/drawing/2014/main" id="{BFD8BBF5-26B0-A3FC-5DC7-EFF67DC724D6}"/>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7">
              <a:extLst>
                <a:ext uri="{FF2B5EF4-FFF2-40B4-BE49-F238E27FC236}">
                  <a16:creationId xmlns:a16="http://schemas.microsoft.com/office/drawing/2014/main" id="{801231C6-4D91-8783-FE78-1A7D75DC06E1}"/>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8">
              <a:extLst>
                <a:ext uri="{FF2B5EF4-FFF2-40B4-BE49-F238E27FC236}">
                  <a16:creationId xmlns:a16="http://schemas.microsoft.com/office/drawing/2014/main" id="{0167244E-E161-08F6-CF58-0C652AFFEFE4}"/>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9">
              <a:extLst>
                <a:ext uri="{FF2B5EF4-FFF2-40B4-BE49-F238E27FC236}">
                  <a16:creationId xmlns:a16="http://schemas.microsoft.com/office/drawing/2014/main" id="{300E2851-FE7E-2648-8EE1-DAC23232A391}"/>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2" name="Freeform 30">
              <a:extLst>
                <a:ext uri="{FF2B5EF4-FFF2-40B4-BE49-F238E27FC236}">
                  <a16:creationId xmlns:a16="http://schemas.microsoft.com/office/drawing/2014/main" id="{38CC1341-E89B-F384-145F-644D28FA38EE}"/>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31">
              <a:extLst>
                <a:ext uri="{FF2B5EF4-FFF2-40B4-BE49-F238E27FC236}">
                  <a16:creationId xmlns:a16="http://schemas.microsoft.com/office/drawing/2014/main" id="{060C4C4C-6857-89BE-4E03-0B70C0BF1988}"/>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32">
              <a:extLst>
                <a:ext uri="{FF2B5EF4-FFF2-40B4-BE49-F238E27FC236}">
                  <a16:creationId xmlns:a16="http://schemas.microsoft.com/office/drawing/2014/main" id="{E8A70FEC-7378-82FE-49DE-350F6E08B63D}"/>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33">
              <a:extLst>
                <a:ext uri="{FF2B5EF4-FFF2-40B4-BE49-F238E27FC236}">
                  <a16:creationId xmlns:a16="http://schemas.microsoft.com/office/drawing/2014/main" id="{4C5B9A52-245C-503B-3698-C3C714957C6D}"/>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34">
              <a:extLst>
                <a:ext uri="{FF2B5EF4-FFF2-40B4-BE49-F238E27FC236}">
                  <a16:creationId xmlns:a16="http://schemas.microsoft.com/office/drawing/2014/main" id="{C241FE8D-05B0-F741-6CE4-A335B9B36E2C}"/>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35">
              <a:extLst>
                <a:ext uri="{FF2B5EF4-FFF2-40B4-BE49-F238E27FC236}">
                  <a16:creationId xmlns:a16="http://schemas.microsoft.com/office/drawing/2014/main" id="{5BDBA9CD-A76F-5EB3-5007-BB91848B4380}"/>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36">
              <a:extLst>
                <a:ext uri="{FF2B5EF4-FFF2-40B4-BE49-F238E27FC236}">
                  <a16:creationId xmlns:a16="http://schemas.microsoft.com/office/drawing/2014/main" id="{3F4769CD-3671-26AB-6413-C723295842FA}"/>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79" name="Freeform 37">
            <a:extLst>
              <a:ext uri="{FF2B5EF4-FFF2-40B4-BE49-F238E27FC236}">
                <a16:creationId xmlns:a16="http://schemas.microsoft.com/office/drawing/2014/main" id="{F1309EC4-13C1-FEF9-0BBD-4C30934C2246}"/>
              </a:ext>
            </a:extLst>
          </p:cNvPr>
          <p:cNvSpPr>
            <a:spLocks noEditPoints="1"/>
          </p:cNvSpPr>
          <p:nvPr/>
        </p:nvSpPr>
        <p:spPr bwMode="auto">
          <a:xfrm>
            <a:off x="1289076" y="3419222"/>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0" name="Oval 22">
            <a:extLst>
              <a:ext uri="{FF2B5EF4-FFF2-40B4-BE49-F238E27FC236}">
                <a16:creationId xmlns:a16="http://schemas.microsoft.com/office/drawing/2014/main" id="{68313D47-C5F2-9236-DC37-AF6DD9B7F7A7}"/>
              </a:ext>
            </a:extLst>
          </p:cNvPr>
          <p:cNvSpPr>
            <a:spLocks noChangeArrowheads="1"/>
          </p:cNvSpPr>
          <p:nvPr/>
        </p:nvSpPr>
        <p:spPr bwMode="auto">
          <a:xfrm>
            <a:off x="1322719" y="1864584"/>
            <a:ext cx="652159" cy="652158"/>
          </a:xfrm>
          <a:prstGeom prst="ellipse">
            <a:avLst/>
          </a:prstGeom>
          <a:solidFill>
            <a:schemeClr val="accent1"/>
          </a:solidFill>
          <a:ln>
            <a:noFill/>
          </a:ln>
        </p:spPr>
        <p:txBody>
          <a:bodyPr/>
          <a:lstStyle/>
          <a:p>
            <a:endParaRPr lang="zh-CN" altLang="en-US" sz="2135">
              <a:cs typeface="+mn-ea"/>
              <a:sym typeface="+mn-lt"/>
            </a:endParaRPr>
          </a:p>
        </p:txBody>
      </p:sp>
      <p:sp>
        <p:nvSpPr>
          <p:cNvPr id="81" name="Freeform 23">
            <a:extLst>
              <a:ext uri="{FF2B5EF4-FFF2-40B4-BE49-F238E27FC236}">
                <a16:creationId xmlns:a16="http://schemas.microsoft.com/office/drawing/2014/main" id="{CA38C6A5-3D06-648D-4B9B-8F9BA6811DE0}"/>
              </a:ext>
            </a:extLst>
          </p:cNvPr>
          <p:cNvSpPr>
            <a:spLocks noEditPoints="1"/>
          </p:cNvSpPr>
          <p:nvPr/>
        </p:nvSpPr>
        <p:spPr bwMode="auto">
          <a:xfrm>
            <a:off x="1651385" y="1864584"/>
            <a:ext cx="157864" cy="41407"/>
          </a:xfrm>
          <a:custGeom>
            <a:avLst/>
            <a:gdLst>
              <a:gd name="T0" fmla="*/ 19 w 19"/>
              <a:gd name="T1" fmla="*/ 5 h 5"/>
              <a:gd name="T2" fmla="*/ 19 w 19"/>
              <a:gd name="T3" fmla="*/ 5 h 5"/>
              <a:gd name="T4" fmla="*/ 19 w 19"/>
              <a:gd name="T5" fmla="*/ 5 h 5"/>
              <a:gd name="T6" fmla="*/ 0 w 19"/>
              <a:gd name="T7" fmla="*/ 0 h 5"/>
              <a:gd name="T8" fmla="*/ 0 w 19"/>
              <a:gd name="T9" fmla="*/ 0 h 5"/>
              <a:gd name="T10" fmla="*/ 19 w 19"/>
              <a:gd name="T11" fmla="*/ 5 h 5"/>
              <a:gd name="T12" fmla="*/ 0 w 19"/>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19" h="5">
                <a:moveTo>
                  <a:pt x="19" y="5"/>
                </a:moveTo>
                <a:cubicBezTo>
                  <a:pt x="19" y="5"/>
                  <a:pt x="19" y="5"/>
                  <a:pt x="19" y="5"/>
                </a:cubicBezTo>
                <a:cubicBezTo>
                  <a:pt x="19" y="5"/>
                  <a:pt x="19" y="5"/>
                  <a:pt x="19" y="5"/>
                </a:cubicBezTo>
                <a:moveTo>
                  <a:pt x="0" y="0"/>
                </a:moveTo>
                <a:cubicBezTo>
                  <a:pt x="0" y="0"/>
                  <a:pt x="0" y="0"/>
                  <a:pt x="0" y="0"/>
                </a:cubicBezTo>
                <a:cubicBezTo>
                  <a:pt x="7" y="0"/>
                  <a:pt x="13" y="2"/>
                  <a:pt x="19" y="5"/>
                </a:cubicBezTo>
                <a:cubicBezTo>
                  <a:pt x="13" y="2"/>
                  <a:pt x="7" y="0"/>
                  <a:pt x="0" y="0"/>
                </a:cubicBezTo>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nvGrpSpPr>
          <p:cNvPr id="82" name="组合 81">
            <a:extLst>
              <a:ext uri="{FF2B5EF4-FFF2-40B4-BE49-F238E27FC236}">
                <a16:creationId xmlns:a16="http://schemas.microsoft.com/office/drawing/2014/main" id="{6E03ECF6-E456-177A-96C0-E86AEE8122DD}"/>
              </a:ext>
            </a:extLst>
          </p:cNvPr>
          <p:cNvGrpSpPr/>
          <p:nvPr/>
        </p:nvGrpSpPr>
        <p:grpSpPr>
          <a:xfrm>
            <a:off x="1470231" y="1957749"/>
            <a:ext cx="346783" cy="476180"/>
            <a:chOff x="10231709" y="4917090"/>
            <a:chExt cx="346783" cy="476180"/>
          </a:xfrm>
        </p:grpSpPr>
        <p:sp>
          <p:nvSpPr>
            <p:cNvPr id="83" name="Freeform 25">
              <a:extLst>
                <a:ext uri="{FF2B5EF4-FFF2-40B4-BE49-F238E27FC236}">
                  <a16:creationId xmlns:a16="http://schemas.microsoft.com/office/drawing/2014/main" id="{E5D43ABB-D2B6-DF6E-4232-E3E2D11E33FD}"/>
                </a:ext>
              </a:extLst>
            </p:cNvPr>
            <p:cNvSpPr/>
            <p:nvPr/>
          </p:nvSpPr>
          <p:spPr bwMode="auto">
            <a:xfrm>
              <a:off x="10231709" y="4981789"/>
              <a:ext cx="222561" cy="305376"/>
            </a:xfrm>
            <a:custGeom>
              <a:avLst/>
              <a:gdLst>
                <a:gd name="T0" fmla="*/ 7 w 27"/>
                <a:gd name="T1" fmla="*/ 15 h 37"/>
                <a:gd name="T2" fmla="*/ 6 w 27"/>
                <a:gd name="T3" fmla="*/ 5 h 37"/>
                <a:gd name="T4" fmla="*/ 18 w 27"/>
                <a:gd name="T5" fmla="*/ 7 h 37"/>
                <a:gd name="T6" fmla="*/ 16 w 27"/>
                <a:gd name="T7" fmla="*/ 22 h 37"/>
                <a:gd name="T8" fmla="*/ 21 w 27"/>
                <a:gd name="T9" fmla="*/ 34 h 37"/>
                <a:gd name="T10" fmla="*/ 12 w 27"/>
                <a:gd name="T11" fmla="*/ 23 h 37"/>
                <a:gd name="T12" fmla="*/ 7 w 27"/>
                <a:gd name="T13" fmla="*/ 15 h 37"/>
              </a:gdLst>
              <a:ahLst/>
              <a:cxnLst>
                <a:cxn ang="0">
                  <a:pos x="T0" y="T1"/>
                </a:cxn>
                <a:cxn ang="0">
                  <a:pos x="T2" y="T3"/>
                </a:cxn>
                <a:cxn ang="0">
                  <a:pos x="T4" y="T5"/>
                </a:cxn>
                <a:cxn ang="0">
                  <a:pos x="T6" y="T7"/>
                </a:cxn>
                <a:cxn ang="0">
                  <a:pos x="T8" y="T9"/>
                </a:cxn>
                <a:cxn ang="0">
                  <a:pos x="T10" y="T11"/>
                </a:cxn>
                <a:cxn ang="0">
                  <a:pos x="T12" y="T13"/>
                </a:cxn>
              </a:cxnLst>
              <a:rect l="0" t="0" r="r" b="b"/>
              <a:pathLst>
                <a:path w="27" h="37">
                  <a:moveTo>
                    <a:pt x="7" y="15"/>
                  </a:moveTo>
                  <a:cubicBezTo>
                    <a:pt x="7" y="15"/>
                    <a:pt x="0" y="10"/>
                    <a:pt x="6" y="5"/>
                  </a:cubicBezTo>
                  <a:cubicBezTo>
                    <a:pt x="12" y="0"/>
                    <a:pt x="22" y="1"/>
                    <a:pt x="18" y="7"/>
                  </a:cubicBezTo>
                  <a:cubicBezTo>
                    <a:pt x="13" y="13"/>
                    <a:pt x="12" y="18"/>
                    <a:pt x="16" y="22"/>
                  </a:cubicBezTo>
                  <a:cubicBezTo>
                    <a:pt x="20" y="25"/>
                    <a:pt x="27" y="31"/>
                    <a:pt x="21" y="34"/>
                  </a:cubicBezTo>
                  <a:cubicBezTo>
                    <a:pt x="14" y="37"/>
                    <a:pt x="13" y="27"/>
                    <a:pt x="12" y="23"/>
                  </a:cubicBezTo>
                  <a:cubicBezTo>
                    <a:pt x="11" y="20"/>
                    <a:pt x="9" y="17"/>
                    <a:pt x="7"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4" name="Freeform 26">
              <a:extLst>
                <a:ext uri="{FF2B5EF4-FFF2-40B4-BE49-F238E27FC236}">
                  <a16:creationId xmlns:a16="http://schemas.microsoft.com/office/drawing/2014/main" id="{A30E9585-E50D-C29E-63A9-5BCD7A93C113}"/>
                </a:ext>
              </a:extLst>
            </p:cNvPr>
            <p:cNvSpPr/>
            <p:nvPr/>
          </p:nvSpPr>
          <p:spPr bwMode="auto">
            <a:xfrm>
              <a:off x="10337814" y="4917090"/>
              <a:ext cx="75049" cy="72463"/>
            </a:xfrm>
            <a:custGeom>
              <a:avLst/>
              <a:gdLst>
                <a:gd name="T0" fmla="*/ 8 w 9"/>
                <a:gd name="T1" fmla="*/ 6 h 9"/>
                <a:gd name="T2" fmla="*/ 3 w 9"/>
                <a:gd name="T3" fmla="*/ 8 h 9"/>
                <a:gd name="T4" fmla="*/ 1 w 9"/>
                <a:gd name="T5" fmla="*/ 3 h 9"/>
                <a:gd name="T6" fmla="*/ 6 w 9"/>
                <a:gd name="T7" fmla="*/ 1 h 9"/>
                <a:gd name="T8" fmla="*/ 8 w 9"/>
                <a:gd name="T9" fmla="*/ 6 h 9"/>
              </a:gdLst>
              <a:ahLst/>
              <a:cxnLst>
                <a:cxn ang="0">
                  <a:pos x="T0" y="T1"/>
                </a:cxn>
                <a:cxn ang="0">
                  <a:pos x="T2" y="T3"/>
                </a:cxn>
                <a:cxn ang="0">
                  <a:pos x="T4" y="T5"/>
                </a:cxn>
                <a:cxn ang="0">
                  <a:pos x="T6" y="T7"/>
                </a:cxn>
                <a:cxn ang="0">
                  <a:pos x="T8" y="T9"/>
                </a:cxn>
              </a:cxnLst>
              <a:rect l="0" t="0" r="r" b="b"/>
              <a:pathLst>
                <a:path w="9" h="9">
                  <a:moveTo>
                    <a:pt x="8" y="6"/>
                  </a:moveTo>
                  <a:cubicBezTo>
                    <a:pt x="7" y="8"/>
                    <a:pt x="5" y="9"/>
                    <a:pt x="3" y="8"/>
                  </a:cubicBezTo>
                  <a:cubicBezTo>
                    <a:pt x="1" y="8"/>
                    <a:pt x="0" y="6"/>
                    <a:pt x="1" y="3"/>
                  </a:cubicBezTo>
                  <a:cubicBezTo>
                    <a:pt x="2" y="1"/>
                    <a:pt x="4" y="0"/>
                    <a:pt x="6" y="1"/>
                  </a:cubicBezTo>
                  <a:cubicBezTo>
                    <a:pt x="8" y="1"/>
                    <a:pt x="9" y="3"/>
                    <a:pt x="8"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7">
              <a:extLst>
                <a:ext uri="{FF2B5EF4-FFF2-40B4-BE49-F238E27FC236}">
                  <a16:creationId xmlns:a16="http://schemas.microsoft.com/office/drawing/2014/main" id="{4DBBB6A1-7FC9-D1AF-ACB2-95C929278B1A}"/>
                </a:ext>
              </a:extLst>
            </p:cNvPr>
            <p:cNvSpPr/>
            <p:nvPr/>
          </p:nvSpPr>
          <p:spPr bwMode="auto">
            <a:xfrm>
              <a:off x="10306759" y="4948146"/>
              <a:ext cx="31055" cy="33643"/>
            </a:xfrm>
            <a:custGeom>
              <a:avLst/>
              <a:gdLst>
                <a:gd name="T0" fmla="*/ 4 w 4"/>
                <a:gd name="T1" fmla="*/ 2 h 4"/>
                <a:gd name="T2" fmla="*/ 2 w 4"/>
                <a:gd name="T3" fmla="*/ 4 h 4"/>
                <a:gd name="T4" fmla="*/ 0 w 4"/>
                <a:gd name="T5" fmla="*/ 2 h 4"/>
                <a:gd name="T6" fmla="*/ 2 w 4"/>
                <a:gd name="T7" fmla="*/ 0 h 4"/>
                <a:gd name="T8" fmla="*/ 4 w 4"/>
                <a:gd name="T9" fmla="*/ 2 h 4"/>
              </a:gdLst>
              <a:ahLst/>
              <a:cxnLst>
                <a:cxn ang="0">
                  <a:pos x="T0" y="T1"/>
                </a:cxn>
                <a:cxn ang="0">
                  <a:pos x="T2" y="T3"/>
                </a:cxn>
                <a:cxn ang="0">
                  <a:pos x="T4" y="T5"/>
                </a:cxn>
                <a:cxn ang="0">
                  <a:pos x="T6" y="T7"/>
                </a:cxn>
                <a:cxn ang="0">
                  <a:pos x="T8" y="T9"/>
                </a:cxn>
              </a:cxnLst>
              <a:rect l="0" t="0" r="r" b="b"/>
              <a:pathLst>
                <a:path w="4" h="4">
                  <a:moveTo>
                    <a:pt x="4" y="2"/>
                  </a:moveTo>
                  <a:cubicBezTo>
                    <a:pt x="4" y="3"/>
                    <a:pt x="3" y="4"/>
                    <a:pt x="2" y="4"/>
                  </a:cubicBezTo>
                  <a:cubicBezTo>
                    <a:pt x="1" y="4"/>
                    <a:pt x="0" y="3"/>
                    <a:pt x="0" y="2"/>
                  </a:cubicBezTo>
                  <a:cubicBezTo>
                    <a:pt x="0" y="1"/>
                    <a:pt x="1" y="0"/>
                    <a:pt x="2" y="0"/>
                  </a:cubicBezTo>
                  <a:cubicBezTo>
                    <a:pt x="3" y="0"/>
                    <a:pt x="4" y="0"/>
                    <a:pt x="4"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8">
              <a:extLst>
                <a:ext uri="{FF2B5EF4-FFF2-40B4-BE49-F238E27FC236}">
                  <a16:creationId xmlns:a16="http://schemas.microsoft.com/office/drawing/2014/main" id="{3D039298-5530-B447-47E3-8452FF10FD69}"/>
                </a:ext>
              </a:extLst>
            </p:cNvPr>
            <p:cNvSpPr/>
            <p:nvPr/>
          </p:nvSpPr>
          <p:spPr bwMode="auto">
            <a:xfrm>
              <a:off x="10273115" y="4966261"/>
              <a:ext cx="33643" cy="31055"/>
            </a:xfrm>
            <a:custGeom>
              <a:avLst/>
              <a:gdLst>
                <a:gd name="T0" fmla="*/ 3 w 4"/>
                <a:gd name="T1" fmla="*/ 1 h 4"/>
                <a:gd name="T2" fmla="*/ 3 w 4"/>
                <a:gd name="T3" fmla="*/ 4 h 4"/>
                <a:gd name="T4" fmla="*/ 1 w 4"/>
                <a:gd name="T5" fmla="*/ 3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4" y="3"/>
                    <a:pt x="3" y="4"/>
                  </a:cubicBezTo>
                  <a:cubicBezTo>
                    <a:pt x="2" y="4"/>
                    <a:pt x="1" y="3"/>
                    <a:pt x="1" y="3"/>
                  </a:cubicBezTo>
                  <a:cubicBezTo>
                    <a:pt x="0" y="2"/>
                    <a:pt x="0" y="1"/>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9">
              <a:extLst>
                <a:ext uri="{FF2B5EF4-FFF2-40B4-BE49-F238E27FC236}">
                  <a16:creationId xmlns:a16="http://schemas.microsoft.com/office/drawing/2014/main" id="{8CC7C2C8-A3BC-A43F-EFD9-88F8CF3F5D4E}"/>
                </a:ext>
              </a:extLst>
            </p:cNvPr>
            <p:cNvSpPr/>
            <p:nvPr/>
          </p:nvSpPr>
          <p:spPr bwMode="auto">
            <a:xfrm>
              <a:off x="10247237" y="4989553"/>
              <a:ext cx="33643" cy="33643"/>
            </a:xfrm>
            <a:custGeom>
              <a:avLst/>
              <a:gdLst>
                <a:gd name="T0" fmla="*/ 3 w 4"/>
                <a:gd name="T1" fmla="*/ 1 h 4"/>
                <a:gd name="T2" fmla="*/ 3 w 4"/>
                <a:gd name="T3" fmla="*/ 3 h 4"/>
                <a:gd name="T4" fmla="*/ 0 w 4"/>
                <a:gd name="T5" fmla="*/ 2 h 4"/>
                <a:gd name="T6" fmla="*/ 1 w 4"/>
                <a:gd name="T7" fmla="*/ 0 h 4"/>
                <a:gd name="T8" fmla="*/ 3 w 4"/>
                <a:gd name="T9" fmla="*/ 1 h 4"/>
              </a:gdLst>
              <a:ahLst/>
              <a:cxnLst>
                <a:cxn ang="0">
                  <a:pos x="T0" y="T1"/>
                </a:cxn>
                <a:cxn ang="0">
                  <a:pos x="T2" y="T3"/>
                </a:cxn>
                <a:cxn ang="0">
                  <a:pos x="T4" y="T5"/>
                </a:cxn>
                <a:cxn ang="0">
                  <a:pos x="T6" y="T7"/>
                </a:cxn>
                <a:cxn ang="0">
                  <a:pos x="T8" y="T9"/>
                </a:cxn>
              </a:cxnLst>
              <a:rect l="0" t="0" r="r" b="b"/>
              <a:pathLst>
                <a:path w="4" h="4">
                  <a:moveTo>
                    <a:pt x="3" y="1"/>
                  </a:moveTo>
                  <a:cubicBezTo>
                    <a:pt x="4" y="2"/>
                    <a:pt x="3" y="3"/>
                    <a:pt x="3" y="3"/>
                  </a:cubicBezTo>
                  <a:cubicBezTo>
                    <a:pt x="2" y="4"/>
                    <a:pt x="1" y="3"/>
                    <a:pt x="0" y="2"/>
                  </a:cubicBezTo>
                  <a:cubicBezTo>
                    <a:pt x="0" y="1"/>
                    <a:pt x="0" y="0"/>
                    <a:pt x="1" y="0"/>
                  </a:cubicBezTo>
                  <a:cubicBezTo>
                    <a:pt x="2" y="0"/>
                    <a:pt x="3" y="0"/>
                    <a:pt x="3"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30">
              <a:extLst>
                <a:ext uri="{FF2B5EF4-FFF2-40B4-BE49-F238E27FC236}">
                  <a16:creationId xmlns:a16="http://schemas.microsoft.com/office/drawing/2014/main" id="{04BCC21F-6475-CD6A-9417-7453AF859EA0}"/>
                </a:ext>
              </a:extLst>
            </p:cNvPr>
            <p:cNvSpPr/>
            <p:nvPr/>
          </p:nvSpPr>
          <p:spPr bwMode="auto">
            <a:xfrm>
              <a:off x="10231709" y="5015431"/>
              <a:ext cx="33643" cy="23292"/>
            </a:xfrm>
            <a:custGeom>
              <a:avLst/>
              <a:gdLst>
                <a:gd name="T0" fmla="*/ 2 w 4"/>
                <a:gd name="T1" fmla="*/ 1 h 3"/>
                <a:gd name="T2" fmla="*/ 3 w 4"/>
                <a:gd name="T3" fmla="*/ 2 h 3"/>
                <a:gd name="T4" fmla="*/ 1 w 4"/>
                <a:gd name="T5" fmla="*/ 2 h 3"/>
                <a:gd name="T6" fmla="*/ 0 w 4"/>
                <a:gd name="T7" fmla="*/ 0 h 3"/>
                <a:gd name="T8" fmla="*/ 2 w 4"/>
                <a:gd name="T9" fmla="*/ 1 h 3"/>
              </a:gdLst>
              <a:ahLst/>
              <a:cxnLst>
                <a:cxn ang="0">
                  <a:pos x="T0" y="T1"/>
                </a:cxn>
                <a:cxn ang="0">
                  <a:pos x="T2" y="T3"/>
                </a:cxn>
                <a:cxn ang="0">
                  <a:pos x="T4" y="T5"/>
                </a:cxn>
                <a:cxn ang="0">
                  <a:pos x="T6" y="T7"/>
                </a:cxn>
                <a:cxn ang="0">
                  <a:pos x="T8" y="T9"/>
                </a:cxn>
              </a:cxnLst>
              <a:rect l="0" t="0" r="r" b="b"/>
              <a:pathLst>
                <a:path w="4" h="3">
                  <a:moveTo>
                    <a:pt x="2" y="1"/>
                  </a:moveTo>
                  <a:cubicBezTo>
                    <a:pt x="3" y="1"/>
                    <a:pt x="4" y="2"/>
                    <a:pt x="3" y="2"/>
                  </a:cubicBezTo>
                  <a:cubicBezTo>
                    <a:pt x="2" y="3"/>
                    <a:pt x="2" y="3"/>
                    <a:pt x="1" y="2"/>
                  </a:cubicBezTo>
                  <a:cubicBezTo>
                    <a:pt x="0" y="2"/>
                    <a:pt x="0" y="1"/>
                    <a:pt x="0" y="0"/>
                  </a:cubicBezTo>
                  <a:cubicBezTo>
                    <a:pt x="1" y="0"/>
                    <a:pt x="2" y="0"/>
                    <a:pt x="2"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31">
              <a:extLst>
                <a:ext uri="{FF2B5EF4-FFF2-40B4-BE49-F238E27FC236}">
                  <a16:creationId xmlns:a16="http://schemas.microsoft.com/office/drawing/2014/main" id="{7E191426-4B3D-A384-75AF-3432C6076961}"/>
                </a:ext>
              </a:extLst>
            </p:cNvPr>
            <p:cNvSpPr/>
            <p:nvPr/>
          </p:nvSpPr>
          <p:spPr bwMode="auto">
            <a:xfrm>
              <a:off x="10363693" y="5080130"/>
              <a:ext cx="214799" cy="313140"/>
            </a:xfrm>
            <a:custGeom>
              <a:avLst/>
              <a:gdLst>
                <a:gd name="T0" fmla="*/ 19 w 26"/>
                <a:gd name="T1" fmla="*/ 15 h 38"/>
                <a:gd name="T2" fmla="*/ 20 w 26"/>
                <a:gd name="T3" fmla="*/ 5 h 38"/>
                <a:gd name="T4" fmla="*/ 9 w 26"/>
                <a:gd name="T5" fmla="*/ 8 h 38"/>
                <a:gd name="T6" fmla="*/ 11 w 26"/>
                <a:gd name="T7" fmla="*/ 22 h 38"/>
                <a:gd name="T8" fmla="*/ 7 w 26"/>
                <a:gd name="T9" fmla="*/ 35 h 38"/>
                <a:gd name="T10" fmla="*/ 15 w 26"/>
                <a:gd name="T11" fmla="*/ 24 h 38"/>
                <a:gd name="T12" fmla="*/ 19 w 26"/>
                <a:gd name="T13" fmla="*/ 15 h 38"/>
              </a:gdLst>
              <a:ahLst/>
              <a:cxnLst>
                <a:cxn ang="0">
                  <a:pos x="T0" y="T1"/>
                </a:cxn>
                <a:cxn ang="0">
                  <a:pos x="T2" y="T3"/>
                </a:cxn>
                <a:cxn ang="0">
                  <a:pos x="T4" y="T5"/>
                </a:cxn>
                <a:cxn ang="0">
                  <a:pos x="T6" y="T7"/>
                </a:cxn>
                <a:cxn ang="0">
                  <a:pos x="T8" y="T9"/>
                </a:cxn>
                <a:cxn ang="0">
                  <a:pos x="T10" y="T11"/>
                </a:cxn>
                <a:cxn ang="0">
                  <a:pos x="T12" y="T13"/>
                </a:cxn>
              </a:cxnLst>
              <a:rect l="0" t="0" r="r" b="b"/>
              <a:pathLst>
                <a:path w="26" h="38">
                  <a:moveTo>
                    <a:pt x="19" y="15"/>
                  </a:moveTo>
                  <a:cubicBezTo>
                    <a:pt x="19" y="15"/>
                    <a:pt x="26" y="10"/>
                    <a:pt x="20" y="5"/>
                  </a:cubicBezTo>
                  <a:cubicBezTo>
                    <a:pt x="14" y="0"/>
                    <a:pt x="4" y="2"/>
                    <a:pt x="9" y="8"/>
                  </a:cubicBezTo>
                  <a:cubicBezTo>
                    <a:pt x="14" y="14"/>
                    <a:pt x="15" y="19"/>
                    <a:pt x="11" y="22"/>
                  </a:cubicBezTo>
                  <a:cubicBezTo>
                    <a:pt x="7" y="26"/>
                    <a:pt x="0" y="32"/>
                    <a:pt x="7" y="35"/>
                  </a:cubicBezTo>
                  <a:cubicBezTo>
                    <a:pt x="13" y="38"/>
                    <a:pt x="14" y="28"/>
                    <a:pt x="15" y="24"/>
                  </a:cubicBezTo>
                  <a:cubicBezTo>
                    <a:pt x="16" y="20"/>
                    <a:pt x="18" y="18"/>
                    <a:pt x="19" y="15"/>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32">
              <a:extLst>
                <a:ext uri="{FF2B5EF4-FFF2-40B4-BE49-F238E27FC236}">
                  <a16:creationId xmlns:a16="http://schemas.microsoft.com/office/drawing/2014/main" id="{C4217A3D-20D3-A3D1-59DB-D4F604D6E319}"/>
                </a:ext>
              </a:extLst>
            </p:cNvPr>
            <p:cNvSpPr/>
            <p:nvPr/>
          </p:nvSpPr>
          <p:spPr bwMode="auto">
            <a:xfrm>
              <a:off x="10397337" y="5023195"/>
              <a:ext cx="72463" cy="75049"/>
            </a:xfrm>
            <a:custGeom>
              <a:avLst/>
              <a:gdLst>
                <a:gd name="T0" fmla="*/ 1 w 9"/>
                <a:gd name="T1" fmla="*/ 6 h 9"/>
                <a:gd name="T2" fmla="*/ 6 w 9"/>
                <a:gd name="T3" fmla="*/ 8 h 9"/>
                <a:gd name="T4" fmla="*/ 8 w 9"/>
                <a:gd name="T5" fmla="*/ 3 h 9"/>
                <a:gd name="T6" fmla="*/ 3 w 9"/>
                <a:gd name="T7" fmla="*/ 1 h 9"/>
                <a:gd name="T8" fmla="*/ 1 w 9"/>
                <a:gd name="T9" fmla="*/ 6 h 9"/>
              </a:gdLst>
              <a:ahLst/>
              <a:cxnLst>
                <a:cxn ang="0">
                  <a:pos x="T0" y="T1"/>
                </a:cxn>
                <a:cxn ang="0">
                  <a:pos x="T2" y="T3"/>
                </a:cxn>
                <a:cxn ang="0">
                  <a:pos x="T4" y="T5"/>
                </a:cxn>
                <a:cxn ang="0">
                  <a:pos x="T6" y="T7"/>
                </a:cxn>
                <a:cxn ang="0">
                  <a:pos x="T8" y="T9"/>
                </a:cxn>
              </a:cxnLst>
              <a:rect l="0" t="0" r="r" b="b"/>
              <a:pathLst>
                <a:path w="9" h="9">
                  <a:moveTo>
                    <a:pt x="1" y="6"/>
                  </a:moveTo>
                  <a:cubicBezTo>
                    <a:pt x="1" y="8"/>
                    <a:pt x="4" y="9"/>
                    <a:pt x="6" y="8"/>
                  </a:cubicBezTo>
                  <a:cubicBezTo>
                    <a:pt x="8" y="7"/>
                    <a:pt x="9" y="5"/>
                    <a:pt x="8" y="3"/>
                  </a:cubicBezTo>
                  <a:cubicBezTo>
                    <a:pt x="7" y="1"/>
                    <a:pt x="5" y="0"/>
                    <a:pt x="3" y="1"/>
                  </a:cubicBezTo>
                  <a:cubicBezTo>
                    <a:pt x="1" y="1"/>
                    <a:pt x="0" y="3"/>
                    <a:pt x="1" y="6"/>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33">
              <a:extLst>
                <a:ext uri="{FF2B5EF4-FFF2-40B4-BE49-F238E27FC236}">
                  <a16:creationId xmlns:a16="http://schemas.microsoft.com/office/drawing/2014/main" id="{8D25334C-352C-6DD7-C7C9-DE20840635B1}"/>
                </a:ext>
              </a:extLst>
            </p:cNvPr>
            <p:cNvSpPr/>
            <p:nvPr/>
          </p:nvSpPr>
          <p:spPr bwMode="auto">
            <a:xfrm>
              <a:off x="10469798" y="5049075"/>
              <a:ext cx="33643" cy="38819"/>
            </a:xfrm>
            <a:custGeom>
              <a:avLst/>
              <a:gdLst>
                <a:gd name="T0" fmla="*/ 0 w 4"/>
                <a:gd name="T1" fmla="*/ 2 h 5"/>
                <a:gd name="T2" fmla="*/ 2 w 4"/>
                <a:gd name="T3" fmla="*/ 5 h 5"/>
                <a:gd name="T4" fmla="*/ 4 w 4"/>
                <a:gd name="T5" fmla="*/ 3 h 5"/>
                <a:gd name="T6" fmla="*/ 2 w 4"/>
                <a:gd name="T7" fmla="*/ 0 h 5"/>
                <a:gd name="T8" fmla="*/ 0 w 4"/>
                <a:gd name="T9" fmla="*/ 2 h 5"/>
              </a:gdLst>
              <a:ahLst/>
              <a:cxnLst>
                <a:cxn ang="0">
                  <a:pos x="T0" y="T1"/>
                </a:cxn>
                <a:cxn ang="0">
                  <a:pos x="T2" y="T3"/>
                </a:cxn>
                <a:cxn ang="0">
                  <a:pos x="T4" y="T5"/>
                </a:cxn>
                <a:cxn ang="0">
                  <a:pos x="T6" y="T7"/>
                </a:cxn>
                <a:cxn ang="0">
                  <a:pos x="T8" y="T9"/>
                </a:cxn>
              </a:cxnLst>
              <a:rect l="0" t="0" r="r" b="b"/>
              <a:pathLst>
                <a:path w="4" h="5">
                  <a:moveTo>
                    <a:pt x="0" y="2"/>
                  </a:moveTo>
                  <a:cubicBezTo>
                    <a:pt x="0" y="4"/>
                    <a:pt x="1" y="5"/>
                    <a:pt x="2" y="5"/>
                  </a:cubicBezTo>
                  <a:cubicBezTo>
                    <a:pt x="3" y="5"/>
                    <a:pt x="4" y="4"/>
                    <a:pt x="4" y="3"/>
                  </a:cubicBezTo>
                  <a:cubicBezTo>
                    <a:pt x="4" y="1"/>
                    <a:pt x="3" y="0"/>
                    <a:pt x="2" y="0"/>
                  </a:cubicBezTo>
                  <a:cubicBezTo>
                    <a:pt x="1" y="0"/>
                    <a:pt x="0" y="1"/>
                    <a:pt x="0"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34">
              <a:extLst>
                <a:ext uri="{FF2B5EF4-FFF2-40B4-BE49-F238E27FC236}">
                  <a16:creationId xmlns:a16="http://schemas.microsoft.com/office/drawing/2014/main" id="{E7D71668-5D7E-A16C-764A-3E77959E347A}"/>
                </a:ext>
              </a:extLst>
            </p:cNvPr>
            <p:cNvSpPr/>
            <p:nvPr/>
          </p:nvSpPr>
          <p:spPr bwMode="auto">
            <a:xfrm>
              <a:off x="10503442" y="5064602"/>
              <a:ext cx="33643" cy="33643"/>
            </a:xfrm>
            <a:custGeom>
              <a:avLst/>
              <a:gdLst>
                <a:gd name="T0" fmla="*/ 1 w 4"/>
                <a:gd name="T1" fmla="*/ 2 h 4"/>
                <a:gd name="T2" fmla="*/ 2 w 4"/>
                <a:gd name="T3" fmla="*/ 4 h 4"/>
                <a:gd name="T4" fmla="*/ 4 w 4"/>
                <a:gd name="T5" fmla="*/ 3 h 4"/>
                <a:gd name="T6" fmla="*/ 3 w 4"/>
                <a:gd name="T7" fmla="*/ 1 h 4"/>
                <a:gd name="T8" fmla="*/ 1 w 4"/>
                <a:gd name="T9" fmla="*/ 2 h 4"/>
              </a:gdLst>
              <a:ahLst/>
              <a:cxnLst>
                <a:cxn ang="0">
                  <a:pos x="T0" y="T1"/>
                </a:cxn>
                <a:cxn ang="0">
                  <a:pos x="T2" y="T3"/>
                </a:cxn>
                <a:cxn ang="0">
                  <a:pos x="T4" y="T5"/>
                </a:cxn>
                <a:cxn ang="0">
                  <a:pos x="T6" y="T7"/>
                </a:cxn>
                <a:cxn ang="0">
                  <a:pos x="T8" y="T9"/>
                </a:cxn>
              </a:cxnLst>
              <a:rect l="0" t="0" r="r" b="b"/>
              <a:pathLst>
                <a:path w="4" h="4">
                  <a:moveTo>
                    <a:pt x="1" y="2"/>
                  </a:moveTo>
                  <a:cubicBezTo>
                    <a:pt x="0" y="3"/>
                    <a:pt x="1" y="4"/>
                    <a:pt x="2" y="4"/>
                  </a:cubicBezTo>
                  <a:cubicBezTo>
                    <a:pt x="2" y="4"/>
                    <a:pt x="3" y="4"/>
                    <a:pt x="4" y="3"/>
                  </a:cubicBezTo>
                  <a:cubicBezTo>
                    <a:pt x="4" y="2"/>
                    <a:pt x="4" y="1"/>
                    <a:pt x="3" y="1"/>
                  </a:cubicBezTo>
                  <a:cubicBezTo>
                    <a:pt x="2" y="0"/>
                    <a:pt x="1" y="1"/>
                    <a:pt x="1" y="2"/>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35">
              <a:extLst>
                <a:ext uri="{FF2B5EF4-FFF2-40B4-BE49-F238E27FC236}">
                  <a16:creationId xmlns:a16="http://schemas.microsoft.com/office/drawing/2014/main" id="{C93D005F-F381-0440-3715-9C86580057B8}"/>
                </a:ext>
              </a:extLst>
            </p:cNvPr>
            <p:cNvSpPr/>
            <p:nvPr/>
          </p:nvSpPr>
          <p:spPr bwMode="auto">
            <a:xfrm>
              <a:off x="10537085" y="5087894"/>
              <a:ext cx="25879" cy="33643"/>
            </a:xfrm>
            <a:custGeom>
              <a:avLst/>
              <a:gdLst>
                <a:gd name="T0" fmla="*/ 0 w 3"/>
                <a:gd name="T1" fmla="*/ 1 h 4"/>
                <a:gd name="T2" fmla="*/ 1 w 3"/>
                <a:gd name="T3" fmla="*/ 3 h 4"/>
                <a:gd name="T4" fmla="*/ 3 w 3"/>
                <a:gd name="T5" fmla="*/ 2 h 4"/>
                <a:gd name="T6" fmla="*/ 2 w 3"/>
                <a:gd name="T7" fmla="*/ 0 h 4"/>
                <a:gd name="T8" fmla="*/ 0 w 3"/>
                <a:gd name="T9" fmla="*/ 1 h 4"/>
              </a:gdLst>
              <a:ahLst/>
              <a:cxnLst>
                <a:cxn ang="0">
                  <a:pos x="T0" y="T1"/>
                </a:cxn>
                <a:cxn ang="0">
                  <a:pos x="T2" y="T3"/>
                </a:cxn>
                <a:cxn ang="0">
                  <a:pos x="T4" y="T5"/>
                </a:cxn>
                <a:cxn ang="0">
                  <a:pos x="T6" y="T7"/>
                </a:cxn>
                <a:cxn ang="0">
                  <a:pos x="T8" y="T9"/>
                </a:cxn>
              </a:cxnLst>
              <a:rect l="0" t="0" r="r" b="b"/>
              <a:pathLst>
                <a:path w="3" h="4">
                  <a:moveTo>
                    <a:pt x="0" y="1"/>
                  </a:moveTo>
                  <a:cubicBezTo>
                    <a:pt x="0" y="2"/>
                    <a:pt x="0" y="3"/>
                    <a:pt x="1" y="3"/>
                  </a:cubicBezTo>
                  <a:cubicBezTo>
                    <a:pt x="2" y="4"/>
                    <a:pt x="3" y="3"/>
                    <a:pt x="3" y="2"/>
                  </a:cubicBezTo>
                  <a:cubicBezTo>
                    <a:pt x="3" y="1"/>
                    <a:pt x="3" y="0"/>
                    <a:pt x="2" y="0"/>
                  </a:cubicBezTo>
                  <a:cubicBezTo>
                    <a:pt x="1" y="0"/>
                    <a:pt x="0" y="0"/>
                    <a:pt x="0"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36">
              <a:extLst>
                <a:ext uri="{FF2B5EF4-FFF2-40B4-BE49-F238E27FC236}">
                  <a16:creationId xmlns:a16="http://schemas.microsoft.com/office/drawing/2014/main" id="{2D244018-5AB6-1BB8-CEBE-A55B40E7E0E4}"/>
                </a:ext>
              </a:extLst>
            </p:cNvPr>
            <p:cNvSpPr/>
            <p:nvPr/>
          </p:nvSpPr>
          <p:spPr bwMode="auto">
            <a:xfrm>
              <a:off x="10552613" y="5113773"/>
              <a:ext cx="25879" cy="25879"/>
            </a:xfrm>
            <a:custGeom>
              <a:avLst/>
              <a:gdLst>
                <a:gd name="T0" fmla="*/ 1 w 3"/>
                <a:gd name="T1" fmla="*/ 1 h 3"/>
                <a:gd name="T2" fmla="*/ 0 w 3"/>
                <a:gd name="T3" fmla="*/ 3 h 3"/>
                <a:gd name="T4" fmla="*/ 3 w 3"/>
                <a:gd name="T5" fmla="*/ 2 h 3"/>
                <a:gd name="T6" fmla="*/ 3 w 3"/>
                <a:gd name="T7" fmla="*/ 1 h 3"/>
                <a:gd name="T8" fmla="*/ 1 w 3"/>
                <a:gd name="T9" fmla="*/ 1 h 3"/>
              </a:gdLst>
              <a:ahLst/>
              <a:cxnLst>
                <a:cxn ang="0">
                  <a:pos x="T0" y="T1"/>
                </a:cxn>
                <a:cxn ang="0">
                  <a:pos x="T2" y="T3"/>
                </a:cxn>
                <a:cxn ang="0">
                  <a:pos x="T4" y="T5"/>
                </a:cxn>
                <a:cxn ang="0">
                  <a:pos x="T6" y="T7"/>
                </a:cxn>
                <a:cxn ang="0">
                  <a:pos x="T8" y="T9"/>
                </a:cxn>
              </a:cxnLst>
              <a:rect l="0" t="0" r="r" b="b"/>
              <a:pathLst>
                <a:path w="3" h="3">
                  <a:moveTo>
                    <a:pt x="1" y="1"/>
                  </a:moveTo>
                  <a:cubicBezTo>
                    <a:pt x="0" y="1"/>
                    <a:pt x="0" y="2"/>
                    <a:pt x="0" y="3"/>
                  </a:cubicBezTo>
                  <a:cubicBezTo>
                    <a:pt x="1" y="3"/>
                    <a:pt x="2" y="3"/>
                    <a:pt x="3" y="2"/>
                  </a:cubicBezTo>
                  <a:cubicBezTo>
                    <a:pt x="3" y="2"/>
                    <a:pt x="3" y="1"/>
                    <a:pt x="3" y="1"/>
                  </a:cubicBezTo>
                  <a:cubicBezTo>
                    <a:pt x="2" y="0"/>
                    <a:pt x="1" y="0"/>
                    <a:pt x="1" y="1"/>
                  </a:cubicBezTo>
                  <a:close/>
                </a:path>
              </a:pathLst>
            </a:custGeom>
            <a:solidFill>
              <a:srgbClr val="EFE9E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sp>
        <p:nvSpPr>
          <p:cNvPr id="95" name="Freeform 37">
            <a:extLst>
              <a:ext uri="{FF2B5EF4-FFF2-40B4-BE49-F238E27FC236}">
                <a16:creationId xmlns:a16="http://schemas.microsoft.com/office/drawing/2014/main" id="{73065374-D4DC-14F0-B036-5E94EB05DB71}"/>
              </a:ext>
            </a:extLst>
          </p:cNvPr>
          <p:cNvSpPr>
            <a:spLocks noEditPoints="1"/>
          </p:cNvSpPr>
          <p:nvPr/>
        </p:nvSpPr>
        <p:spPr bwMode="auto">
          <a:xfrm>
            <a:off x="1289076" y="1833529"/>
            <a:ext cx="709092" cy="709093"/>
          </a:xfrm>
          <a:custGeom>
            <a:avLst/>
            <a:gdLst>
              <a:gd name="T0" fmla="*/ 53 w 86"/>
              <a:gd name="T1" fmla="*/ 84 h 86"/>
              <a:gd name="T2" fmla="*/ 46 w 86"/>
              <a:gd name="T3" fmla="*/ 86 h 86"/>
              <a:gd name="T4" fmla="*/ 32 w 86"/>
              <a:gd name="T5" fmla="*/ 85 h 86"/>
              <a:gd name="T6" fmla="*/ 39 w 86"/>
              <a:gd name="T7" fmla="*/ 85 h 86"/>
              <a:gd name="T8" fmla="*/ 32 w 86"/>
              <a:gd name="T9" fmla="*/ 85 h 86"/>
              <a:gd name="T10" fmla="*/ 66 w 86"/>
              <a:gd name="T11" fmla="*/ 78 h 86"/>
              <a:gd name="T12" fmla="*/ 60 w 86"/>
              <a:gd name="T13" fmla="*/ 83 h 86"/>
              <a:gd name="T14" fmla="*/ 19 w 86"/>
              <a:gd name="T15" fmla="*/ 79 h 86"/>
              <a:gd name="T16" fmla="*/ 26 w 86"/>
              <a:gd name="T17" fmla="*/ 81 h 86"/>
              <a:gd name="T18" fmla="*/ 19 w 86"/>
              <a:gd name="T19" fmla="*/ 79 h 86"/>
              <a:gd name="T20" fmla="*/ 66 w 86"/>
              <a:gd name="T21" fmla="*/ 78 h 86"/>
              <a:gd name="T22" fmla="*/ 76 w 86"/>
              <a:gd name="T23" fmla="*/ 69 h 86"/>
              <a:gd name="T24" fmla="*/ 72 w 86"/>
              <a:gd name="T25" fmla="*/ 75 h 86"/>
              <a:gd name="T26" fmla="*/ 9 w 86"/>
              <a:gd name="T27" fmla="*/ 69 h 86"/>
              <a:gd name="T28" fmla="*/ 14 w 86"/>
              <a:gd name="T29" fmla="*/ 73 h 86"/>
              <a:gd name="T30" fmla="*/ 9 w 86"/>
              <a:gd name="T31" fmla="*/ 69 h 86"/>
              <a:gd name="T32" fmla="*/ 83 w 86"/>
              <a:gd name="T33" fmla="*/ 57 h 86"/>
              <a:gd name="T34" fmla="*/ 81 w 86"/>
              <a:gd name="T35" fmla="*/ 64 h 86"/>
              <a:gd name="T36" fmla="*/ 2 w 86"/>
              <a:gd name="T37" fmla="*/ 56 h 86"/>
              <a:gd name="T38" fmla="*/ 6 w 86"/>
              <a:gd name="T39" fmla="*/ 62 h 86"/>
              <a:gd name="T40" fmla="*/ 2 w 86"/>
              <a:gd name="T41" fmla="*/ 56 h 86"/>
              <a:gd name="T42" fmla="*/ 85 w 86"/>
              <a:gd name="T43" fmla="*/ 43 h 86"/>
              <a:gd name="T44" fmla="*/ 86 w 86"/>
              <a:gd name="T45" fmla="*/ 50 h 86"/>
              <a:gd name="T46" fmla="*/ 0 w 86"/>
              <a:gd name="T47" fmla="*/ 43 h 86"/>
              <a:gd name="T48" fmla="*/ 2 w 86"/>
              <a:gd name="T49" fmla="*/ 42 h 86"/>
              <a:gd name="T50" fmla="*/ 2 w 86"/>
              <a:gd name="T51" fmla="*/ 49 h 86"/>
              <a:gd name="T52" fmla="*/ 0 w 86"/>
              <a:gd name="T53" fmla="*/ 43 h 86"/>
              <a:gd name="T54" fmla="*/ 84 w 86"/>
              <a:gd name="T55" fmla="*/ 31 h 86"/>
              <a:gd name="T56" fmla="*/ 84 w 86"/>
              <a:gd name="T57" fmla="*/ 38 h 86"/>
              <a:gd name="T58" fmla="*/ 1 w 86"/>
              <a:gd name="T59" fmla="*/ 35 h 86"/>
              <a:gd name="T60" fmla="*/ 4 w 86"/>
              <a:gd name="T61" fmla="*/ 29 h 86"/>
              <a:gd name="T62" fmla="*/ 1 w 86"/>
              <a:gd name="T63" fmla="*/ 35 h 86"/>
              <a:gd name="T64" fmla="*/ 78 w 86"/>
              <a:gd name="T65" fmla="*/ 18 h 86"/>
              <a:gd name="T66" fmla="*/ 81 w 86"/>
              <a:gd name="T67" fmla="*/ 25 h 86"/>
              <a:gd name="T68" fmla="*/ 6 w 86"/>
              <a:gd name="T69" fmla="*/ 22 h 86"/>
              <a:gd name="T70" fmla="*/ 11 w 86"/>
              <a:gd name="T71" fmla="*/ 17 h 86"/>
              <a:gd name="T72" fmla="*/ 6 w 86"/>
              <a:gd name="T73" fmla="*/ 22 h 86"/>
              <a:gd name="T74" fmla="*/ 68 w 86"/>
              <a:gd name="T75" fmla="*/ 9 h 86"/>
              <a:gd name="T76" fmla="*/ 74 w 86"/>
              <a:gd name="T77" fmla="*/ 13 h 86"/>
              <a:gd name="T78" fmla="*/ 68 w 86"/>
              <a:gd name="T79" fmla="*/ 9 h 86"/>
              <a:gd name="T80" fmla="*/ 21 w 86"/>
              <a:gd name="T81" fmla="*/ 6 h 86"/>
              <a:gd name="T82" fmla="*/ 16 w 86"/>
              <a:gd name="T83" fmla="*/ 12 h 86"/>
              <a:gd name="T84" fmla="*/ 55 w 86"/>
              <a:gd name="T85" fmla="*/ 3 h 86"/>
              <a:gd name="T86" fmla="*/ 62 w 86"/>
              <a:gd name="T87" fmla="*/ 4 h 86"/>
              <a:gd name="T88" fmla="*/ 55 w 86"/>
              <a:gd name="T89" fmla="*/ 3 h 86"/>
              <a:gd name="T90" fmla="*/ 34 w 86"/>
              <a:gd name="T91" fmla="*/ 1 h 86"/>
              <a:gd name="T92" fmla="*/ 28 w 86"/>
              <a:gd name="T93" fmla="*/ 4 h 86"/>
              <a:gd name="T94" fmla="*/ 43 w 86"/>
              <a:gd name="T95" fmla="*/ 1 h 86"/>
              <a:gd name="T96" fmla="*/ 41 w 86"/>
              <a:gd name="T97" fmla="*/ 0 h 86"/>
              <a:gd name="T98" fmla="*/ 48 w 86"/>
              <a:gd name="T99" fmla="*/ 0 h 86"/>
              <a:gd name="T100" fmla="*/ 43 w 86"/>
              <a:gd name="T101" fmla="*/ 1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6" h="86">
                <a:moveTo>
                  <a:pt x="46" y="85"/>
                </a:moveTo>
                <a:cubicBezTo>
                  <a:pt x="49" y="85"/>
                  <a:pt x="51" y="84"/>
                  <a:pt x="53" y="84"/>
                </a:cubicBezTo>
                <a:cubicBezTo>
                  <a:pt x="53" y="85"/>
                  <a:pt x="53" y="85"/>
                  <a:pt x="53" y="85"/>
                </a:cubicBezTo>
                <a:cubicBezTo>
                  <a:pt x="51" y="86"/>
                  <a:pt x="49" y="86"/>
                  <a:pt x="46" y="86"/>
                </a:cubicBezTo>
                <a:lnTo>
                  <a:pt x="46" y="85"/>
                </a:lnTo>
                <a:close/>
                <a:moveTo>
                  <a:pt x="32" y="85"/>
                </a:moveTo>
                <a:cubicBezTo>
                  <a:pt x="32" y="83"/>
                  <a:pt x="32" y="83"/>
                  <a:pt x="32" y="83"/>
                </a:cubicBezTo>
                <a:cubicBezTo>
                  <a:pt x="35" y="84"/>
                  <a:pt x="37" y="84"/>
                  <a:pt x="39" y="85"/>
                </a:cubicBezTo>
                <a:cubicBezTo>
                  <a:pt x="39" y="86"/>
                  <a:pt x="39" y="86"/>
                  <a:pt x="39" y="86"/>
                </a:cubicBezTo>
                <a:cubicBezTo>
                  <a:pt x="37" y="86"/>
                  <a:pt x="34" y="85"/>
                  <a:pt x="32" y="85"/>
                </a:cubicBezTo>
                <a:close/>
                <a:moveTo>
                  <a:pt x="60" y="81"/>
                </a:moveTo>
                <a:cubicBezTo>
                  <a:pt x="62" y="80"/>
                  <a:pt x="64" y="79"/>
                  <a:pt x="66" y="78"/>
                </a:cubicBezTo>
                <a:cubicBezTo>
                  <a:pt x="66" y="79"/>
                  <a:pt x="66" y="79"/>
                  <a:pt x="66" y="79"/>
                </a:cubicBezTo>
                <a:cubicBezTo>
                  <a:pt x="64" y="81"/>
                  <a:pt x="62" y="82"/>
                  <a:pt x="60" y="83"/>
                </a:cubicBezTo>
                <a:lnTo>
                  <a:pt x="60" y="81"/>
                </a:lnTo>
                <a:close/>
                <a:moveTo>
                  <a:pt x="19" y="79"/>
                </a:moveTo>
                <a:cubicBezTo>
                  <a:pt x="20" y="78"/>
                  <a:pt x="20" y="78"/>
                  <a:pt x="20" y="78"/>
                </a:cubicBezTo>
                <a:cubicBezTo>
                  <a:pt x="22" y="79"/>
                  <a:pt x="24" y="80"/>
                  <a:pt x="26" y="81"/>
                </a:cubicBezTo>
                <a:cubicBezTo>
                  <a:pt x="25" y="82"/>
                  <a:pt x="25" y="82"/>
                  <a:pt x="25" y="82"/>
                </a:cubicBezTo>
                <a:cubicBezTo>
                  <a:pt x="23" y="81"/>
                  <a:pt x="21" y="80"/>
                  <a:pt x="19" y="79"/>
                </a:cubicBezTo>
                <a:close/>
                <a:moveTo>
                  <a:pt x="66" y="78"/>
                </a:moveTo>
                <a:cubicBezTo>
                  <a:pt x="66" y="78"/>
                  <a:pt x="66" y="78"/>
                  <a:pt x="66" y="78"/>
                </a:cubicBezTo>
                <a:moveTo>
                  <a:pt x="71" y="74"/>
                </a:moveTo>
                <a:cubicBezTo>
                  <a:pt x="73" y="73"/>
                  <a:pt x="75" y="71"/>
                  <a:pt x="76" y="69"/>
                </a:cubicBezTo>
                <a:cubicBezTo>
                  <a:pt x="77" y="70"/>
                  <a:pt x="77" y="70"/>
                  <a:pt x="77" y="70"/>
                </a:cubicBezTo>
                <a:cubicBezTo>
                  <a:pt x="76" y="72"/>
                  <a:pt x="74" y="73"/>
                  <a:pt x="72" y="75"/>
                </a:cubicBezTo>
                <a:lnTo>
                  <a:pt x="71" y="74"/>
                </a:lnTo>
                <a:close/>
                <a:moveTo>
                  <a:pt x="9" y="69"/>
                </a:moveTo>
                <a:cubicBezTo>
                  <a:pt x="10" y="68"/>
                  <a:pt x="10" y="68"/>
                  <a:pt x="10" y="68"/>
                </a:cubicBezTo>
                <a:cubicBezTo>
                  <a:pt x="11" y="70"/>
                  <a:pt x="13" y="72"/>
                  <a:pt x="14" y="73"/>
                </a:cubicBezTo>
                <a:cubicBezTo>
                  <a:pt x="13" y="74"/>
                  <a:pt x="13" y="74"/>
                  <a:pt x="13" y="74"/>
                </a:cubicBezTo>
                <a:cubicBezTo>
                  <a:pt x="12" y="73"/>
                  <a:pt x="10" y="71"/>
                  <a:pt x="9" y="69"/>
                </a:cubicBezTo>
                <a:close/>
                <a:moveTo>
                  <a:pt x="80" y="63"/>
                </a:moveTo>
                <a:cubicBezTo>
                  <a:pt x="81" y="61"/>
                  <a:pt x="82" y="59"/>
                  <a:pt x="83" y="57"/>
                </a:cubicBezTo>
                <a:cubicBezTo>
                  <a:pt x="84" y="57"/>
                  <a:pt x="84" y="57"/>
                  <a:pt x="84" y="57"/>
                </a:cubicBezTo>
                <a:cubicBezTo>
                  <a:pt x="83" y="59"/>
                  <a:pt x="82" y="62"/>
                  <a:pt x="81" y="64"/>
                </a:cubicBezTo>
                <a:lnTo>
                  <a:pt x="80" y="63"/>
                </a:lnTo>
                <a:close/>
                <a:moveTo>
                  <a:pt x="2" y="56"/>
                </a:moveTo>
                <a:cubicBezTo>
                  <a:pt x="4" y="56"/>
                  <a:pt x="4" y="56"/>
                  <a:pt x="4" y="56"/>
                </a:cubicBezTo>
                <a:cubicBezTo>
                  <a:pt x="4" y="58"/>
                  <a:pt x="5" y="60"/>
                  <a:pt x="6" y="62"/>
                </a:cubicBezTo>
                <a:cubicBezTo>
                  <a:pt x="5" y="63"/>
                  <a:pt x="5" y="63"/>
                  <a:pt x="5" y="63"/>
                </a:cubicBezTo>
                <a:cubicBezTo>
                  <a:pt x="4" y="61"/>
                  <a:pt x="3" y="59"/>
                  <a:pt x="2" y="56"/>
                </a:cubicBezTo>
                <a:close/>
                <a:moveTo>
                  <a:pt x="84" y="50"/>
                </a:moveTo>
                <a:cubicBezTo>
                  <a:pt x="85" y="48"/>
                  <a:pt x="85" y="45"/>
                  <a:pt x="85" y="43"/>
                </a:cubicBezTo>
                <a:cubicBezTo>
                  <a:pt x="86" y="43"/>
                  <a:pt x="86" y="43"/>
                  <a:pt x="86" y="43"/>
                </a:cubicBezTo>
                <a:cubicBezTo>
                  <a:pt x="86" y="46"/>
                  <a:pt x="86" y="48"/>
                  <a:pt x="86" y="50"/>
                </a:cubicBezTo>
                <a:lnTo>
                  <a:pt x="84" y="50"/>
                </a:lnTo>
                <a:close/>
                <a:moveTo>
                  <a:pt x="0" y="43"/>
                </a:moveTo>
                <a:cubicBezTo>
                  <a:pt x="0" y="42"/>
                  <a:pt x="0" y="42"/>
                  <a:pt x="0" y="42"/>
                </a:cubicBezTo>
                <a:cubicBezTo>
                  <a:pt x="2" y="42"/>
                  <a:pt x="2" y="42"/>
                  <a:pt x="2" y="42"/>
                </a:cubicBezTo>
                <a:cubicBezTo>
                  <a:pt x="2" y="43"/>
                  <a:pt x="2" y="43"/>
                  <a:pt x="2" y="43"/>
                </a:cubicBezTo>
                <a:cubicBezTo>
                  <a:pt x="2" y="45"/>
                  <a:pt x="2" y="47"/>
                  <a:pt x="2" y="49"/>
                </a:cubicBezTo>
                <a:cubicBezTo>
                  <a:pt x="1" y="49"/>
                  <a:pt x="1" y="49"/>
                  <a:pt x="1" y="49"/>
                </a:cubicBezTo>
                <a:cubicBezTo>
                  <a:pt x="0" y="47"/>
                  <a:pt x="0" y="45"/>
                  <a:pt x="0" y="43"/>
                </a:cubicBezTo>
                <a:close/>
                <a:moveTo>
                  <a:pt x="83" y="31"/>
                </a:moveTo>
                <a:cubicBezTo>
                  <a:pt x="84" y="31"/>
                  <a:pt x="84" y="31"/>
                  <a:pt x="84" y="31"/>
                </a:cubicBezTo>
                <a:cubicBezTo>
                  <a:pt x="85" y="33"/>
                  <a:pt x="86" y="36"/>
                  <a:pt x="86" y="38"/>
                </a:cubicBezTo>
                <a:cubicBezTo>
                  <a:pt x="84" y="38"/>
                  <a:pt x="84" y="38"/>
                  <a:pt x="84" y="38"/>
                </a:cubicBezTo>
                <a:cubicBezTo>
                  <a:pt x="84" y="36"/>
                  <a:pt x="84" y="34"/>
                  <a:pt x="83" y="31"/>
                </a:cubicBezTo>
                <a:close/>
                <a:moveTo>
                  <a:pt x="1" y="35"/>
                </a:moveTo>
                <a:cubicBezTo>
                  <a:pt x="2" y="33"/>
                  <a:pt x="2" y="30"/>
                  <a:pt x="3" y="28"/>
                </a:cubicBezTo>
                <a:cubicBezTo>
                  <a:pt x="4" y="29"/>
                  <a:pt x="4" y="29"/>
                  <a:pt x="4" y="29"/>
                </a:cubicBezTo>
                <a:cubicBezTo>
                  <a:pt x="4" y="31"/>
                  <a:pt x="3" y="33"/>
                  <a:pt x="2" y="35"/>
                </a:cubicBezTo>
                <a:lnTo>
                  <a:pt x="1" y="35"/>
                </a:lnTo>
                <a:close/>
                <a:moveTo>
                  <a:pt x="77" y="19"/>
                </a:moveTo>
                <a:cubicBezTo>
                  <a:pt x="78" y="18"/>
                  <a:pt x="78" y="18"/>
                  <a:pt x="78" y="18"/>
                </a:cubicBezTo>
                <a:cubicBezTo>
                  <a:pt x="80" y="20"/>
                  <a:pt x="81" y="22"/>
                  <a:pt x="82" y="24"/>
                </a:cubicBezTo>
                <a:cubicBezTo>
                  <a:pt x="81" y="25"/>
                  <a:pt x="81" y="25"/>
                  <a:pt x="81" y="25"/>
                </a:cubicBezTo>
                <a:cubicBezTo>
                  <a:pt x="80" y="23"/>
                  <a:pt x="78" y="21"/>
                  <a:pt x="77" y="19"/>
                </a:cubicBezTo>
                <a:close/>
                <a:moveTo>
                  <a:pt x="6" y="22"/>
                </a:moveTo>
                <a:cubicBezTo>
                  <a:pt x="7" y="20"/>
                  <a:pt x="9" y="17"/>
                  <a:pt x="10" y="16"/>
                </a:cubicBezTo>
                <a:cubicBezTo>
                  <a:pt x="11" y="17"/>
                  <a:pt x="11" y="17"/>
                  <a:pt x="11" y="17"/>
                </a:cubicBezTo>
                <a:cubicBezTo>
                  <a:pt x="10" y="18"/>
                  <a:pt x="8" y="20"/>
                  <a:pt x="7" y="22"/>
                </a:cubicBezTo>
                <a:lnTo>
                  <a:pt x="6" y="22"/>
                </a:lnTo>
                <a:close/>
                <a:moveTo>
                  <a:pt x="68" y="9"/>
                </a:moveTo>
                <a:cubicBezTo>
                  <a:pt x="68" y="9"/>
                  <a:pt x="68" y="9"/>
                  <a:pt x="68" y="9"/>
                </a:cubicBezTo>
                <a:cubicBezTo>
                  <a:pt x="68" y="8"/>
                  <a:pt x="68" y="8"/>
                  <a:pt x="68" y="8"/>
                </a:cubicBezTo>
                <a:cubicBezTo>
                  <a:pt x="70" y="9"/>
                  <a:pt x="72" y="11"/>
                  <a:pt x="74" y="13"/>
                </a:cubicBezTo>
                <a:cubicBezTo>
                  <a:pt x="73" y="14"/>
                  <a:pt x="73" y="14"/>
                  <a:pt x="73" y="14"/>
                </a:cubicBezTo>
                <a:cubicBezTo>
                  <a:pt x="71" y="12"/>
                  <a:pt x="69" y="11"/>
                  <a:pt x="68" y="9"/>
                </a:cubicBezTo>
                <a:close/>
                <a:moveTo>
                  <a:pt x="15" y="11"/>
                </a:moveTo>
                <a:cubicBezTo>
                  <a:pt x="17" y="9"/>
                  <a:pt x="19" y="8"/>
                  <a:pt x="21" y="6"/>
                </a:cubicBezTo>
                <a:cubicBezTo>
                  <a:pt x="22" y="8"/>
                  <a:pt x="22" y="8"/>
                  <a:pt x="22" y="8"/>
                </a:cubicBezTo>
                <a:cubicBezTo>
                  <a:pt x="19" y="9"/>
                  <a:pt x="18" y="10"/>
                  <a:pt x="16" y="12"/>
                </a:cubicBezTo>
                <a:lnTo>
                  <a:pt x="15" y="11"/>
                </a:lnTo>
                <a:close/>
                <a:moveTo>
                  <a:pt x="55" y="3"/>
                </a:moveTo>
                <a:cubicBezTo>
                  <a:pt x="55" y="2"/>
                  <a:pt x="55" y="2"/>
                  <a:pt x="55" y="2"/>
                </a:cubicBezTo>
                <a:cubicBezTo>
                  <a:pt x="58" y="2"/>
                  <a:pt x="60" y="3"/>
                  <a:pt x="62" y="4"/>
                </a:cubicBezTo>
                <a:cubicBezTo>
                  <a:pt x="61" y="6"/>
                  <a:pt x="61" y="6"/>
                  <a:pt x="61" y="6"/>
                </a:cubicBezTo>
                <a:cubicBezTo>
                  <a:pt x="59" y="5"/>
                  <a:pt x="57" y="4"/>
                  <a:pt x="55" y="3"/>
                </a:cubicBezTo>
                <a:close/>
                <a:moveTo>
                  <a:pt x="27" y="3"/>
                </a:moveTo>
                <a:cubicBezTo>
                  <a:pt x="29" y="2"/>
                  <a:pt x="32" y="2"/>
                  <a:pt x="34" y="1"/>
                </a:cubicBezTo>
                <a:cubicBezTo>
                  <a:pt x="34" y="2"/>
                  <a:pt x="34" y="2"/>
                  <a:pt x="34" y="2"/>
                </a:cubicBezTo>
                <a:cubicBezTo>
                  <a:pt x="32" y="3"/>
                  <a:pt x="30" y="4"/>
                  <a:pt x="28" y="4"/>
                </a:cubicBezTo>
                <a:lnTo>
                  <a:pt x="27" y="3"/>
                </a:lnTo>
                <a:close/>
                <a:moveTo>
                  <a:pt x="43" y="1"/>
                </a:moveTo>
                <a:cubicBezTo>
                  <a:pt x="42" y="1"/>
                  <a:pt x="42" y="2"/>
                  <a:pt x="41" y="2"/>
                </a:cubicBezTo>
                <a:cubicBezTo>
                  <a:pt x="41" y="0"/>
                  <a:pt x="41" y="0"/>
                  <a:pt x="41" y="0"/>
                </a:cubicBezTo>
                <a:cubicBezTo>
                  <a:pt x="42" y="0"/>
                  <a:pt x="42" y="0"/>
                  <a:pt x="43" y="0"/>
                </a:cubicBezTo>
                <a:cubicBezTo>
                  <a:pt x="45" y="0"/>
                  <a:pt x="47" y="0"/>
                  <a:pt x="48" y="0"/>
                </a:cubicBezTo>
                <a:cubicBezTo>
                  <a:pt x="48" y="2"/>
                  <a:pt x="48" y="2"/>
                  <a:pt x="48" y="2"/>
                </a:cubicBezTo>
                <a:cubicBezTo>
                  <a:pt x="47" y="2"/>
                  <a:pt x="45" y="1"/>
                  <a:pt x="43" y="1"/>
                </a:cubicBezTo>
                <a:close/>
              </a:path>
            </a:pathLst>
          </a:custGeom>
          <a:solidFill>
            <a:srgbClr val="313A4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aphicFrame>
        <p:nvGraphicFramePr>
          <p:cNvPr id="96" name="图表 95">
            <a:extLst>
              <a:ext uri="{FF2B5EF4-FFF2-40B4-BE49-F238E27FC236}">
                <a16:creationId xmlns:a16="http://schemas.microsoft.com/office/drawing/2014/main" id="{DB270B36-DBE4-DA07-5CC9-EA53F125A969}"/>
              </a:ext>
            </a:extLst>
          </p:cNvPr>
          <p:cNvGraphicFramePr/>
          <p:nvPr>
            <p:extLst>
              <p:ext uri="{D42A27DB-BD31-4B8C-83A1-F6EECF244321}">
                <p14:modId xmlns:p14="http://schemas.microsoft.com/office/powerpoint/2010/main" val="3292556865"/>
              </p:ext>
            </p:extLst>
          </p:nvPr>
        </p:nvGraphicFramePr>
        <p:xfrm>
          <a:off x="4812537" y="1517805"/>
          <a:ext cx="2635005" cy="142478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7" name="图表 96">
            <a:extLst>
              <a:ext uri="{FF2B5EF4-FFF2-40B4-BE49-F238E27FC236}">
                <a16:creationId xmlns:a16="http://schemas.microsoft.com/office/drawing/2014/main" id="{0F8660F6-5774-2EBA-6BB9-8912CD5E0EFE}"/>
              </a:ext>
            </a:extLst>
          </p:cNvPr>
          <p:cNvGraphicFramePr/>
          <p:nvPr/>
        </p:nvGraphicFramePr>
        <p:xfrm>
          <a:off x="4812537" y="2988964"/>
          <a:ext cx="2635005" cy="14247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98" name="图表 97">
            <a:extLst>
              <a:ext uri="{FF2B5EF4-FFF2-40B4-BE49-F238E27FC236}">
                <a16:creationId xmlns:a16="http://schemas.microsoft.com/office/drawing/2014/main" id="{F14E2319-BFBF-1922-91AB-5FCD829413FD}"/>
              </a:ext>
            </a:extLst>
          </p:cNvPr>
          <p:cNvGraphicFramePr/>
          <p:nvPr/>
        </p:nvGraphicFramePr>
        <p:xfrm>
          <a:off x="4812537" y="4460122"/>
          <a:ext cx="2635005" cy="1424780"/>
        </p:xfrm>
        <a:graphic>
          <a:graphicData uri="http://schemas.openxmlformats.org/drawingml/2006/chart">
            <c:chart xmlns:c="http://schemas.openxmlformats.org/drawingml/2006/chart" xmlns:r="http://schemas.openxmlformats.org/officeDocument/2006/relationships" r:id="rId4"/>
          </a:graphicData>
        </a:graphic>
      </p:graphicFrame>
      <p:sp>
        <p:nvSpPr>
          <p:cNvPr id="99" name="文本框 98">
            <a:extLst>
              <a:ext uri="{FF2B5EF4-FFF2-40B4-BE49-F238E27FC236}">
                <a16:creationId xmlns:a16="http://schemas.microsoft.com/office/drawing/2014/main" id="{69AC6F2C-35E8-72E7-3442-01E55A5C1462}"/>
              </a:ext>
            </a:extLst>
          </p:cNvPr>
          <p:cNvSpPr txBox="1"/>
          <p:nvPr/>
        </p:nvSpPr>
        <p:spPr>
          <a:xfrm>
            <a:off x="5643454" y="1941641"/>
            <a:ext cx="1005403" cy="584775"/>
          </a:xfrm>
          <a:prstGeom prst="rect">
            <a:avLst/>
          </a:prstGeom>
          <a:noFill/>
        </p:spPr>
        <p:txBody>
          <a:bodyPr wrap="none" rtlCol="0">
            <a:spAutoFit/>
          </a:bodyPr>
          <a:lstStyle/>
          <a:p>
            <a:r>
              <a:rPr lang="en-US" altLang="zh-CN" sz="3200" b="1" dirty="0">
                <a:solidFill>
                  <a:schemeClr val="accent1"/>
                </a:solidFill>
              </a:rPr>
              <a:t>45%</a:t>
            </a:r>
            <a:endParaRPr lang="zh-CN" altLang="en-US" sz="3200" b="1" dirty="0">
              <a:solidFill>
                <a:schemeClr val="accent1"/>
              </a:solidFill>
            </a:endParaRPr>
          </a:p>
        </p:txBody>
      </p:sp>
      <p:sp>
        <p:nvSpPr>
          <p:cNvPr id="100" name="文本框 99">
            <a:extLst>
              <a:ext uri="{FF2B5EF4-FFF2-40B4-BE49-F238E27FC236}">
                <a16:creationId xmlns:a16="http://schemas.microsoft.com/office/drawing/2014/main" id="{6B380649-17A9-BE43-E7F7-C343FD6289EC}"/>
              </a:ext>
            </a:extLst>
          </p:cNvPr>
          <p:cNvSpPr txBox="1"/>
          <p:nvPr/>
        </p:nvSpPr>
        <p:spPr>
          <a:xfrm>
            <a:off x="5643454" y="3414094"/>
            <a:ext cx="1005403" cy="584775"/>
          </a:xfrm>
          <a:prstGeom prst="rect">
            <a:avLst/>
          </a:prstGeom>
          <a:noFill/>
        </p:spPr>
        <p:txBody>
          <a:bodyPr wrap="none" rtlCol="0">
            <a:spAutoFit/>
          </a:bodyPr>
          <a:lstStyle/>
          <a:p>
            <a:r>
              <a:rPr lang="en-US" altLang="zh-CN" sz="3200" b="1" dirty="0">
                <a:solidFill>
                  <a:schemeClr val="accent2"/>
                </a:solidFill>
              </a:rPr>
              <a:t>85%</a:t>
            </a:r>
            <a:endParaRPr lang="zh-CN" altLang="en-US" sz="3200" b="1" dirty="0">
              <a:solidFill>
                <a:schemeClr val="accent2"/>
              </a:solidFill>
            </a:endParaRPr>
          </a:p>
        </p:txBody>
      </p:sp>
      <p:sp>
        <p:nvSpPr>
          <p:cNvPr id="101" name="文本框 100">
            <a:extLst>
              <a:ext uri="{FF2B5EF4-FFF2-40B4-BE49-F238E27FC236}">
                <a16:creationId xmlns:a16="http://schemas.microsoft.com/office/drawing/2014/main" id="{C89D4C97-2803-FCE1-A8D3-9BE328E812C2}"/>
              </a:ext>
            </a:extLst>
          </p:cNvPr>
          <p:cNvSpPr txBox="1"/>
          <p:nvPr/>
        </p:nvSpPr>
        <p:spPr>
          <a:xfrm>
            <a:off x="5643454" y="4886547"/>
            <a:ext cx="1005403" cy="584775"/>
          </a:xfrm>
          <a:prstGeom prst="rect">
            <a:avLst/>
          </a:prstGeom>
          <a:noFill/>
        </p:spPr>
        <p:txBody>
          <a:bodyPr wrap="none" rtlCol="0">
            <a:spAutoFit/>
          </a:bodyPr>
          <a:lstStyle/>
          <a:p>
            <a:r>
              <a:rPr lang="en-US" altLang="zh-CN" sz="3200" b="1" dirty="0">
                <a:solidFill>
                  <a:schemeClr val="accent5"/>
                </a:solidFill>
              </a:rPr>
              <a:t>36%</a:t>
            </a:r>
            <a:endParaRPr lang="zh-CN" altLang="en-US" sz="3200" b="1" dirty="0">
              <a:solidFill>
                <a:schemeClr val="accent5"/>
              </a:solidFill>
            </a:endParaRPr>
          </a:p>
        </p:txBody>
      </p:sp>
      <p:sp>
        <p:nvSpPr>
          <p:cNvPr id="102" name="矩形 101">
            <a:extLst>
              <a:ext uri="{FF2B5EF4-FFF2-40B4-BE49-F238E27FC236}">
                <a16:creationId xmlns:a16="http://schemas.microsoft.com/office/drawing/2014/main" id="{C73B19B9-21A9-ACF8-732A-88BE46BF679B}"/>
              </a:ext>
            </a:extLst>
          </p:cNvPr>
          <p:cNvSpPr/>
          <p:nvPr/>
        </p:nvSpPr>
        <p:spPr>
          <a:xfrm>
            <a:off x="2246466"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3" name="矩形 102">
            <a:extLst>
              <a:ext uri="{FF2B5EF4-FFF2-40B4-BE49-F238E27FC236}">
                <a16:creationId xmlns:a16="http://schemas.microsoft.com/office/drawing/2014/main" id="{76B2962E-3D80-D5A9-2F25-836AE0409124}"/>
              </a:ext>
            </a:extLst>
          </p:cNvPr>
          <p:cNvSpPr/>
          <p:nvPr/>
        </p:nvSpPr>
        <p:spPr>
          <a:xfrm>
            <a:off x="2246466"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4" name="矩形 103">
            <a:extLst>
              <a:ext uri="{FF2B5EF4-FFF2-40B4-BE49-F238E27FC236}">
                <a16:creationId xmlns:a16="http://schemas.microsoft.com/office/drawing/2014/main" id="{C2BCDE67-04E7-E428-FC47-DD5A496A54FA}"/>
              </a:ext>
            </a:extLst>
          </p:cNvPr>
          <p:cNvSpPr/>
          <p:nvPr/>
        </p:nvSpPr>
        <p:spPr>
          <a:xfrm>
            <a:off x="2246466"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5" name="矩形 104">
            <a:extLst>
              <a:ext uri="{FF2B5EF4-FFF2-40B4-BE49-F238E27FC236}">
                <a16:creationId xmlns:a16="http://schemas.microsoft.com/office/drawing/2014/main" id="{1F087D42-509C-4388-6940-8EB8325D7A88}"/>
              </a:ext>
            </a:extLst>
          </p:cNvPr>
          <p:cNvSpPr/>
          <p:nvPr/>
        </p:nvSpPr>
        <p:spPr>
          <a:xfrm>
            <a:off x="7034741" y="1959070"/>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6" name="矩形 105">
            <a:extLst>
              <a:ext uri="{FF2B5EF4-FFF2-40B4-BE49-F238E27FC236}">
                <a16:creationId xmlns:a16="http://schemas.microsoft.com/office/drawing/2014/main" id="{93D74FD4-67D5-42F1-52F5-378D55C1D033}"/>
              </a:ext>
            </a:extLst>
          </p:cNvPr>
          <p:cNvSpPr/>
          <p:nvPr/>
        </p:nvSpPr>
        <p:spPr>
          <a:xfrm>
            <a:off x="7034741" y="3396856"/>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107" name="矩形 106">
            <a:extLst>
              <a:ext uri="{FF2B5EF4-FFF2-40B4-BE49-F238E27FC236}">
                <a16:creationId xmlns:a16="http://schemas.microsoft.com/office/drawing/2014/main" id="{5C493509-2957-5881-3F9E-86B7BD52EAF9}"/>
              </a:ext>
            </a:extLst>
          </p:cNvPr>
          <p:cNvSpPr/>
          <p:nvPr/>
        </p:nvSpPr>
        <p:spPr>
          <a:xfrm>
            <a:off x="7034741" y="4898973"/>
            <a:ext cx="2879832" cy="1061829"/>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a:t>
            </a:r>
          </a:p>
        </p:txBody>
      </p:sp>
      <p:sp>
        <p:nvSpPr>
          <p:cNvPr id="2" name="任意多边形 19">
            <a:extLst>
              <a:ext uri="{FF2B5EF4-FFF2-40B4-BE49-F238E27FC236}">
                <a16:creationId xmlns:a16="http://schemas.microsoft.com/office/drawing/2014/main" id="{DD23B938-82B8-5D8E-B08D-34A7DC4140C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F53E1FF8-B1FE-FA80-5F9C-7A27CAE7D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828A181E-71B6-D3DB-56C9-A821B72D6AF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8C5040EC-22EB-4C2A-507B-CA68AC3FFCCB}"/>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287D3874-53FE-6039-811D-482FBEA4EDDE}"/>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8738C97D-3869-0DFC-A367-D92A9DF8D4F7}"/>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9" name="文本占位符 33">
            <a:extLst>
              <a:ext uri="{FF2B5EF4-FFF2-40B4-BE49-F238E27FC236}">
                <a16:creationId xmlns:a16="http://schemas.microsoft.com/office/drawing/2014/main" id="{0EE89A7A-D1A2-3582-C4D1-BB49B68A0511}"/>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1631438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两栏内容">
    <p:spTree>
      <p:nvGrpSpPr>
        <p:cNvPr id="1" name=""/>
        <p:cNvGrpSpPr/>
        <p:nvPr/>
      </p:nvGrpSpPr>
      <p:grpSpPr>
        <a:xfrm>
          <a:off x="0" y="0"/>
          <a:ext cx="0" cy="0"/>
          <a:chOff x="0" y="0"/>
          <a:chExt cx="0" cy="0"/>
        </a:xfrm>
      </p:grpSpPr>
      <p:sp>
        <p:nvSpPr>
          <p:cNvPr id="15" name="AutoShape 3">
            <a:extLst>
              <a:ext uri="{FF2B5EF4-FFF2-40B4-BE49-F238E27FC236}">
                <a16:creationId xmlns:a16="http://schemas.microsoft.com/office/drawing/2014/main" id="{DB37BAB4-EB9C-2C03-CECA-B94660B69B34}"/>
              </a:ext>
            </a:extLst>
          </p:cNvPr>
          <p:cNvSpPr>
            <a:spLocks noChangeAspect="1" noChangeArrowheads="1" noTextEdit="1"/>
          </p:cNvSpPr>
          <p:nvPr/>
        </p:nvSpPr>
        <p:spPr bwMode="auto">
          <a:xfrm>
            <a:off x="1371600" y="1758155"/>
            <a:ext cx="4624917"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5">
            <a:extLst>
              <a:ext uri="{FF2B5EF4-FFF2-40B4-BE49-F238E27FC236}">
                <a16:creationId xmlns:a16="http://schemas.microsoft.com/office/drawing/2014/main" id="{1D004782-4A35-5982-769D-DA7D8E88E129}"/>
              </a:ext>
            </a:extLst>
          </p:cNvPr>
          <p:cNvSpPr/>
          <p:nvPr/>
        </p:nvSpPr>
        <p:spPr bwMode="auto">
          <a:xfrm>
            <a:off x="1371600" y="1756039"/>
            <a:ext cx="4055533" cy="4345517"/>
          </a:xfrm>
          <a:custGeom>
            <a:avLst/>
            <a:gdLst>
              <a:gd name="T0" fmla="*/ 223 w 1247"/>
              <a:gd name="T1" fmla="*/ 1336 h 1336"/>
              <a:gd name="T2" fmla="*/ 167 w 1247"/>
              <a:gd name="T3" fmla="*/ 1309 h 1336"/>
              <a:gd name="T4" fmla="*/ 144 w 1247"/>
              <a:gd name="T5" fmla="*/ 1246 h 1336"/>
              <a:gd name="T6" fmla="*/ 144 w 1247"/>
              <a:gd name="T7" fmla="*/ 90 h 1336"/>
              <a:gd name="T8" fmla="*/ 127 w 1247"/>
              <a:gd name="T9" fmla="*/ 40 h 1336"/>
              <a:gd name="T10" fmla="*/ 85 w 1247"/>
              <a:gd name="T11" fmla="*/ 20 h 1336"/>
              <a:gd name="T12" fmla="*/ 37 w 1247"/>
              <a:gd name="T13" fmla="*/ 40 h 1336"/>
              <a:gd name="T14" fmla="*/ 20 w 1247"/>
              <a:gd name="T15" fmla="*/ 90 h 1336"/>
              <a:gd name="T16" fmla="*/ 0 w 1247"/>
              <a:gd name="T17" fmla="*/ 90 h 1336"/>
              <a:gd name="T18" fmla="*/ 22 w 1247"/>
              <a:gd name="T19" fmla="*/ 27 h 1336"/>
              <a:gd name="T20" fmla="*/ 79 w 1247"/>
              <a:gd name="T21" fmla="*/ 0 h 1336"/>
              <a:gd name="T22" fmla="*/ 142 w 1247"/>
              <a:gd name="T23" fmla="*/ 27 h 1336"/>
              <a:gd name="T24" fmla="*/ 164 w 1247"/>
              <a:gd name="T25" fmla="*/ 90 h 1336"/>
              <a:gd name="T26" fmla="*/ 164 w 1247"/>
              <a:gd name="T27" fmla="*/ 91 h 1336"/>
              <a:gd name="T28" fmla="*/ 164 w 1247"/>
              <a:gd name="T29" fmla="*/ 91 h 1336"/>
              <a:gd name="T30" fmla="*/ 182 w 1247"/>
              <a:gd name="T31" fmla="*/ 1296 h 1336"/>
              <a:gd name="T32" fmla="*/ 223 w 1247"/>
              <a:gd name="T33" fmla="*/ 1316 h 1336"/>
              <a:gd name="T34" fmla="*/ 1024 w 1247"/>
              <a:gd name="T35" fmla="*/ 1316 h 1336"/>
              <a:gd name="T36" fmla="*/ 1065 w 1247"/>
              <a:gd name="T37" fmla="*/ 1296 h 1336"/>
              <a:gd name="T38" fmla="*/ 1082 w 1247"/>
              <a:gd name="T39" fmla="*/ 1246 h 1336"/>
              <a:gd name="T40" fmla="*/ 1082 w 1247"/>
              <a:gd name="T41" fmla="*/ 91 h 1336"/>
              <a:gd name="T42" fmla="*/ 1105 w 1247"/>
              <a:gd name="T43" fmla="*/ 27 h 1336"/>
              <a:gd name="T44" fmla="*/ 1161 w 1247"/>
              <a:gd name="T45" fmla="*/ 0 h 1336"/>
              <a:gd name="T46" fmla="*/ 1168 w 1247"/>
              <a:gd name="T47" fmla="*/ 0 h 1336"/>
              <a:gd name="T48" fmla="*/ 1224 w 1247"/>
              <a:gd name="T49" fmla="*/ 27 h 1336"/>
              <a:gd name="T50" fmla="*/ 1247 w 1247"/>
              <a:gd name="T51" fmla="*/ 90 h 1336"/>
              <a:gd name="T52" fmla="*/ 1227 w 1247"/>
              <a:gd name="T53" fmla="*/ 90 h 1336"/>
              <a:gd name="T54" fmla="*/ 1209 w 1247"/>
              <a:gd name="T55" fmla="*/ 40 h 1336"/>
              <a:gd name="T56" fmla="*/ 1168 w 1247"/>
              <a:gd name="T57" fmla="*/ 20 h 1336"/>
              <a:gd name="T58" fmla="*/ 1120 w 1247"/>
              <a:gd name="T59" fmla="*/ 40 h 1336"/>
              <a:gd name="T60" fmla="*/ 1102 w 1247"/>
              <a:gd name="T61" fmla="*/ 90 h 1336"/>
              <a:gd name="T62" fmla="*/ 1102 w 1247"/>
              <a:gd name="T63" fmla="*/ 90 h 1336"/>
              <a:gd name="T64" fmla="*/ 1080 w 1247"/>
              <a:gd name="T65" fmla="*/ 1309 h 1336"/>
              <a:gd name="T66" fmla="*/ 1024 w 1247"/>
              <a:gd name="T67" fmla="*/ 1336 h 1336"/>
              <a:gd name="T68" fmla="*/ 1024 w 1247"/>
              <a:gd name="T69" fmla="*/ 1336 h 1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47" h="1336">
                <a:moveTo>
                  <a:pt x="1024" y="1336"/>
                </a:moveTo>
                <a:cubicBezTo>
                  <a:pt x="223" y="1336"/>
                  <a:pt x="223" y="1336"/>
                  <a:pt x="223" y="1336"/>
                </a:cubicBezTo>
                <a:cubicBezTo>
                  <a:pt x="201" y="1336"/>
                  <a:pt x="181" y="1326"/>
                  <a:pt x="167" y="1309"/>
                </a:cubicBezTo>
                <a:cubicBezTo>
                  <a:pt x="167" y="1309"/>
                  <a:pt x="167" y="1309"/>
                  <a:pt x="167" y="1309"/>
                </a:cubicBezTo>
                <a:cubicBezTo>
                  <a:pt x="153" y="1293"/>
                  <a:pt x="144" y="1271"/>
                  <a:pt x="144" y="1246"/>
                </a:cubicBezTo>
                <a:cubicBezTo>
                  <a:pt x="144" y="1246"/>
                  <a:pt x="144" y="1246"/>
                  <a:pt x="144" y="1246"/>
                </a:cubicBezTo>
                <a:cubicBezTo>
                  <a:pt x="144" y="91"/>
                  <a:pt x="144" y="91"/>
                  <a:pt x="144" y="91"/>
                </a:cubicBezTo>
                <a:cubicBezTo>
                  <a:pt x="144" y="90"/>
                  <a:pt x="144" y="90"/>
                  <a:pt x="144" y="90"/>
                </a:cubicBezTo>
                <a:cubicBezTo>
                  <a:pt x="144" y="71"/>
                  <a:pt x="137" y="53"/>
                  <a:pt x="127" y="40"/>
                </a:cubicBezTo>
                <a:cubicBezTo>
                  <a:pt x="127" y="40"/>
                  <a:pt x="127" y="40"/>
                  <a:pt x="127" y="40"/>
                </a:cubicBezTo>
                <a:cubicBezTo>
                  <a:pt x="116" y="28"/>
                  <a:pt x="101" y="21"/>
                  <a:pt x="85" y="20"/>
                </a:cubicBezTo>
                <a:cubicBezTo>
                  <a:pt x="85" y="20"/>
                  <a:pt x="85" y="20"/>
                  <a:pt x="85" y="20"/>
                </a:cubicBezTo>
                <a:cubicBezTo>
                  <a:pt x="79" y="20"/>
                  <a:pt x="79" y="20"/>
                  <a:pt x="79" y="20"/>
                </a:cubicBezTo>
                <a:cubicBezTo>
                  <a:pt x="63" y="21"/>
                  <a:pt x="48" y="28"/>
                  <a:pt x="37" y="40"/>
                </a:cubicBezTo>
                <a:cubicBezTo>
                  <a:pt x="37" y="40"/>
                  <a:pt x="37" y="40"/>
                  <a:pt x="37" y="40"/>
                </a:cubicBezTo>
                <a:cubicBezTo>
                  <a:pt x="27" y="53"/>
                  <a:pt x="20" y="71"/>
                  <a:pt x="20" y="90"/>
                </a:cubicBezTo>
                <a:cubicBezTo>
                  <a:pt x="20" y="90"/>
                  <a:pt x="20" y="90"/>
                  <a:pt x="20" y="90"/>
                </a:cubicBezTo>
                <a:cubicBezTo>
                  <a:pt x="0" y="90"/>
                  <a:pt x="0" y="90"/>
                  <a:pt x="0" y="90"/>
                </a:cubicBezTo>
                <a:cubicBezTo>
                  <a:pt x="0" y="66"/>
                  <a:pt x="8" y="44"/>
                  <a:pt x="22" y="27"/>
                </a:cubicBezTo>
                <a:cubicBezTo>
                  <a:pt x="22" y="27"/>
                  <a:pt x="22" y="27"/>
                  <a:pt x="22" y="27"/>
                </a:cubicBezTo>
                <a:cubicBezTo>
                  <a:pt x="36" y="11"/>
                  <a:pt x="56" y="0"/>
                  <a:pt x="79" y="0"/>
                </a:cubicBezTo>
                <a:cubicBezTo>
                  <a:pt x="79" y="0"/>
                  <a:pt x="79" y="0"/>
                  <a:pt x="79" y="0"/>
                </a:cubicBezTo>
                <a:cubicBezTo>
                  <a:pt x="85" y="0"/>
                  <a:pt x="85" y="0"/>
                  <a:pt x="85" y="0"/>
                </a:cubicBezTo>
                <a:cubicBezTo>
                  <a:pt x="108" y="0"/>
                  <a:pt x="128" y="11"/>
                  <a:pt x="142" y="27"/>
                </a:cubicBezTo>
                <a:cubicBezTo>
                  <a:pt x="142" y="27"/>
                  <a:pt x="142" y="27"/>
                  <a:pt x="142" y="27"/>
                </a:cubicBezTo>
                <a:cubicBezTo>
                  <a:pt x="156" y="44"/>
                  <a:pt x="164" y="66"/>
                  <a:pt x="164" y="90"/>
                </a:cubicBezTo>
                <a:cubicBezTo>
                  <a:pt x="164" y="90"/>
                  <a:pt x="164" y="90"/>
                  <a:pt x="164" y="90"/>
                </a:cubicBezTo>
                <a:cubicBezTo>
                  <a:pt x="164" y="91"/>
                  <a:pt x="164" y="91"/>
                  <a:pt x="164" y="91"/>
                </a:cubicBezTo>
                <a:cubicBezTo>
                  <a:pt x="164" y="91"/>
                  <a:pt x="164" y="91"/>
                  <a:pt x="164" y="91"/>
                </a:cubicBezTo>
                <a:cubicBezTo>
                  <a:pt x="164" y="91"/>
                  <a:pt x="164" y="91"/>
                  <a:pt x="164" y="91"/>
                </a:cubicBezTo>
                <a:cubicBezTo>
                  <a:pt x="164" y="1246"/>
                  <a:pt x="164" y="1246"/>
                  <a:pt x="164" y="1246"/>
                </a:cubicBezTo>
                <a:cubicBezTo>
                  <a:pt x="164" y="1266"/>
                  <a:pt x="171" y="1284"/>
                  <a:pt x="182" y="1296"/>
                </a:cubicBezTo>
                <a:cubicBezTo>
                  <a:pt x="182" y="1296"/>
                  <a:pt x="182" y="1296"/>
                  <a:pt x="182" y="1296"/>
                </a:cubicBezTo>
                <a:cubicBezTo>
                  <a:pt x="193" y="1309"/>
                  <a:pt x="207" y="1316"/>
                  <a:pt x="223" y="1316"/>
                </a:cubicBezTo>
                <a:cubicBezTo>
                  <a:pt x="223" y="1316"/>
                  <a:pt x="223" y="1316"/>
                  <a:pt x="223" y="1316"/>
                </a:cubicBezTo>
                <a:cubicBezTo>
                  <a:pt x="1024" y="1316"/>
                  <a:pt x="1024" y="1316"/>
                  <a:pt x="1024" y="1316"/>
                </a:cubicBezTo>
                <a:cubicBezTo>
                  <a:pt x="1039" y="1316"/>
                  <a:pt x="1054" y="1309"/>
                  <a:pt x="1065" y="1296"/>
                </a:cubicBezTo>
                <a:cubicBezTo>
                  <a:pt x="1065" y="1296"/>
                  <a:pt x="1065" y="1296"/>
                  <a:pt x="1065" y="1296"/>
                </a:cubicBezTo>
                <a:cubicBezTo>
                  <a:pt x="1075" y="1284"/>
                  <a:pt x="1082" y="1266"/>
                  <a:pt x="1082" y="1246"/>
                </a:cubicBezTo>
                <a:cubicBezTo>
                  <a:pt x="1082" y="1246"/>
                  <a:pt x="1082" y="1246"/>
                  <a:pt x="1082" y="1246"/>
                </a:cubicBezTo>
                <a:cubicBezTo>
                  <a:pt x="1082" y="92"/>
                  <a:pt x="1082" y="92"/>
                  <a:pt x="1082" y="92"/>
                </a:cubicBezTo>
                <a:cubicBezTo>
                  <a:pt x="1082" y="91"/>
                  <a:pt x="1082" y="91"/>
                  <a:pt x="1082" y="91"/>
                </a:cubicBezTo>
                <a:cubicBezTo>
                  <a:pt x="1082" y="90"/>
                  <a:pt x="1082" y="90"/>
                  <a:pt x="1082" y="90"/>
                </a:cubicBezTo>
                <a:cubicBezTo>
                  <a:pt x="1082" y="66"/>
                  <a:pt x="1091" y="44"/>
                  <a:pt x="1105" y="27"/>
                </a:cubicBezTo>
                <a:cubicBezTo>
                  <a:pt x="1105" y="27"/>
                  <a:pt x="1105" y="27"/>
                  <a:pt x="1105" y="27"/>
                </a:cubicBezTo>
                <a:cubicBezTo>
                  <a:pt x="1119" y="11"/>
                  <a:pt x="1139" y="0"/>
                  <a:pt x="1161" y="0"/>
                </a:cubicBezTo>
                <a:cubicBezTo>
                  <a:pt x="1161" y="0"/>
                  <a:pt x="1161" y="0"/>
                  <a:pt x="1161" y="0"/>
                </a:cubicBezTo>
                <a:cubicBezTo>
                  <a:pt x="1168" y="0"/>
                  <a:pt x="1168" y="0"/>
                  <a:pt x="1168" y="0"/>
                </a:cubicBezTo>
                <a:cubicBezTo>
                  <a:pt x="1190" y="0"/>
                  <a:pt x="1210" y="11"/>
                  <a:pt x="1224" y="27"/>
                </a:cubicBezTo>
                <a:cubicBezTo>
                  <a:pt x="1224" y="27"/>
                  <a:pt x="1224" y="27"/>
                  <a:pt x="1224" y="27"/>
                </a:cubicBezTo>
                <a:cubicBezTo>
                  <a:pt x="1239" y="44"/>
                  <a:pt x="1247" y="66"/>
                  <a:pt x="1247" y="90"/>
                </a:cubicBezTo>
                <a:cubicBezTo>
                  <a:pt x="1247" y="90"/>
                  <a:pt x="1247" y="90"/>
                  <a:pt x="1247" y="90"/>
                </a:cubicBezTo>
                <a:cubicBezTo>
                  <a:pt x="1247" y="90"/>
                  <a:pt x="1247" y="90"/>
                  <a:pt x="1247" y="90"/>
                </a:cubicBezTo>
                <a:cubicBezTo>
                  <a:pt x="1227" y="90"/>
                  <a:pt x="1227" y="90"/>
                  <a:pt x="1227" y="90"/>
                </a:cubicBezTo>
                <a:cubicBezTo>
                  <a:pt x="1227" y="71"/>
                  <a:pt x="1220" y="53"/>
                  <a:pt x="1209" y="40"/>
                </a:cubicBezTo>
                <a:cubicBezTo>
                  <a:pt x="1209" y="40"/>
                  <a:pt x="1209" y="40"/>
                  <a:pt x="1209" y="40"/>
                </a:cubicBezTo>
                <a:cubicBezTo>
                  <a:pt x="1198" y="28"/>
                  <a:pt x="1184" y="21"/>
                  <a:pt x="1168" y="20"/>
                </a:cubicBezTo>
                <a:cubicBezTo>
                  <a:pt x="1168" y="20"/>
                  <a:pt x="1168" y="20"/>
                  <a:pt x="1168" y="20"/>
                </a:cubicBezTo>
                <a:cubicBezTo>
                  <a:pt x="1161" y="20"/>
                  <a:pt x="1161" y="20"/>
                  <a:pt x="1161" y="20"/>
                </a:cubicBezTo>
                <a:cubicBezTo>
                  <a:pt x="1145" y="21"/>
                  <a:pt x="1131" y="28"/>
                  <a:pt x="1120" y="40"/>
                </a:cubicBezTo>
                <a:cubicBezTo>
                  <a:pt x="1120" y="40"/>
                  <a:pt x="1120" y="40"/>
                  <a:pt x="1120" y="40"/>
                </a:cubicBezTo>
                <a:cubicBezTo>
                  <a:pt x="1109" y="53"/>
                  <a:pt x="1103" y="70"/>
                  <a:pt x="1102" y="90"/>
                </a:cubicBezTo>
                <a:cubicBezTo>
                  <a:pt x="1102" y="90"/>
                  <a:pt x="1102" y="90"/>
                  <a:pt x="1102" y="90"/>
                </a:cubicBezTo>
                <a:cubicBezTo>
                  <a:pt x="1102" y="90"/>
                  <a:pt x="1102" y="90"/>
                  <a:pt x="1102" y="90"/>
                </a:cubicBezTo>
                <a:cubicBezTo>
                  <a:pt x="1102" y="1246"/>
                  <a:pt x="1102" y="1246"/>
                  <a:pt x="1102" y="1246"/>
                </a:cubicBezTo>
                <a:cubicBezTo>
                  <a:pt x="1102" y="1271"/>
                  <a:pt x="1094" y="1293"/>
                  <a:pt x="1080" y="1309"/>
                </a:cubicBezTo>
                <a:cubicBezTo>
                  <a:pt x="1080" y="1309"/>
                  <a:pt x="1080" y="1309"/>
                  <a:pt x="1080" y="1309"/>
                </a:cubicBezTo>
                <a:cubicBezTo>
                  <a:pt x="1066" y="1326"/>
                  <a:pt x="1046" y="1336"/>
                  <a:pt x="1024" y="1336"/>
                </a:cubicBezTo>
                <a:cubicBezTo>
                  <a:pt x="1024" y="1336"/>
                  <a:pt x="1024" y="1336"/>
                  <a:pt x="1024" y="1336"/>
                </a:cubicBezTo>
                <a:cubicBezTo>
                  <a:pt x="1024" y="1336"/>
                  <a:pt x="1024" y="1336"/>
                  <a:pt x="1024" y="1336"/>
                </a:cubicBez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17" name="任意多边形 15">
            <a:extLst>
              <a:ext uri="{FF2B5EF4-FFF2-40B4-BE49-F238E27FC236}">
                <a16:creationId xmlns:a16="http://schemas.microsoft.com/office/drawing/2014/main" id="{3001ED72-3B18-09F2-FF37-884774E57062}"/>
              </a:ext>
            </a:extLst>
          </p:cNvPr>
          <p:cNvSpPr/>
          <p:nvPr/>
        </p:nvSpPr>
        <p:spPr bwMode="auto">
          <a:xfrm>
            <a:off x="1943100" y="3476889"/>
            <a:ext cx="2912533" cy="2523067"/>
          </a:xfrm>
          <a:custGeom>
            <a:avLst/>
            <a:gdLst>
              <a:gd name="connsiteX0" fmla="*/ 156203 w 2912533"/>
              <a:gd name="connsiteY0" fmla="*/ 0 h 2523067"/>
              <a:gd name="connsiteX1" fmla="*/ 318914 w 2912533"/>
              <a:gd name="connsiteY1" fmla="*/ 104140 h 2523067"/>
              <a:gd name="connsiteX2" fmla="*/ 478371 w 2912533"/>
              <a:gd name="connsiteY2" fmla="*/ 0 h 2523067"/>
              <a:gd name="connsiteX3" fmla="*/ 641083 w 2912533"/>
              <a:gd name="connsiteY3" fmla="*/ 104140 h 2523067"/>
              <a:gd name="connsiteX4" fmla="*/ 800540 w 2912533"/>
              <a:gd name="connsiteY4" fmla="*/ 0 h 2523067"/>
              <a:gd name="connsiteX5" fmla="*/ 959997 w 2912533"/>
              <a:gd name="connsiteY5" fmla="*/ 104140 h 2523067"/>
              <a:gd name="connsiteX6" fmla="*/ 1122708 w 2912533"/>
              <a:gd name="connsiteY6" fmla="*/ 0 h 2523067"/>
              <a:gd name="connsiteX7" fmla="*/ 1282166 w 2912533"/>
              <a:gd name="connsiteY7" fmla="*/ 104140 h 2523067"/>
              <a:gd name="connsiteX8" fmla="*/ 1444877 w 2912533"/>
              <a:gd name="connsiteY8" fmla="*/ 0 h 2523067"/>
              <a:gd name="connsiteX9" fmla="*/ 1604334 w 2912533"/>
              <a:gd name="connsiteY9" fmla="*/ 104140 h 2523067"/>
              <a:gd name="connsiteX10" fmla="*/ 1767045 w 2912533"/>
              <a:gd name="connsiteY10" fmla="*/ 0 h 2523067"/>
              <a:gd name="connsiteX11" fmla="*/ 1926502 w 2912533"/>
              <a:gd name="connsiteY11" fmla="*/ 104140 h 2523067"/>
              <a:gd name="connsiteX12" fmla="*/ 2089214 w 2912533"/>
              <a:gd name="connsiteY12" fmla="*/ 0 h 2523067"/>
              <a:gd name="connsiteX13" fmla="*/ 2248671 w 2912533"/>
              <a:gd name="connsiteY13" fmla="*/ 104140 h 2523067"/>
              <a:gd name="connsiteX14" fmla="*/ 2411382 w 2912533"/>
              <a:gd name="connsiteY14" fmla="*/ 0 h 2523067"/>
              <a:gd name="connsiteX15" fmla="*/ 2570839 w 2912533"/>
              <a:gd name="connsiteY15" fmla="*/ 104140 h 2523067"/>
              <a:gd name="connsiteX16" fmla="*/ 2730296 w 2912533"/>
              <a:gd name="connsiteY16" fmla="*/ 0 h 2523067"/>
              <a:gd name="connsiteX17" fmla="*/ 2893008 w 2912533"/>
              <a:gd name="connsiteY17" fmla="*/ 104140 h 2523067"/>
              <a:gd name="connsiteX18" fmla="*/ 2912533 w 2912533"/>
              <a:gd name="connsiteY18" fmla="*/ 104140 h 2523067"/>
              <a:gd name="connsiteX19" fmla="*/ 2912533 w 2912533"/>
              <a:gd name="connsiteY19" fmla="*/ 447375 h 2523067"/>
              <a:gd name="connsiteX20" fmla="*/ 2912533 w 2912533"/>
              <a:gd name="connsiteY20" fmla="*/ 479652 h 2523067"/>
              <a:gd name="connsiteX21" fmla="*/ 2912533 w 2912533"/>
              <a:gd name="connsiteY21" fmla="*/ 520700 h 2523067"/>
              <a:gd name="connsiteX22" fmla="*/ 2912533 w 2912533"/>
              <a:gd name="connsiteY22" fmla="*/ 2295298 h 2523067"/>
              <a:gd name="connsiteX23" fmla="*/ 2697754 w 2912533"/>
              <a:gd name="connsiteY23" fmla="*/ 2523067 h 2523067"/>
              <a:gd name="connsiteX24" fmla="*/ 214779 w 2912533"/>
              <a:gd name="connsiteY24" fmla="*/ 2523067 h 2523067"/>
              <a:gd name="connsiteX25" fmla="*/ 0 w 2912533"/>
              <a:gd name="connsiteY25" fmla="*/ 2295298 h 2523067"/>
              <a:gd name="connsiteX26" fmla="*/ 0 w 2912533"/>
              <a:gd name="connsiteY26" fmla="*/ 535062 h 2523067"/>
              <a:gd name="connsiteX27" fmla="*/ 0 w 2912533"/>
              <a:gd name="connsiteY27" fmla="*/ 520700 h 2523067"/>
              <a:gd name="connsiteX28" fmla="*/ 0 w 2912533"/>
              <a:gd name="connsiteY28" fmla="*/ 519887 h 2523067"/>
              <a:gd name="connsiteX29" fmla="*/ 0 w 2912533"/>
              <a:gd name="connsiteY29" fmla="*/ 514191 h 2523067"/>
              <a:gd name="connsiteX30" fmla="*/ 0 w 2912533"/>
              <a:gd name="connsiteY30" fmla="*/ 508022 h 2523067"/>
              <a:gd name="connsiteX31" fmla="*/ 0 w 2912533"/>
              <a:gd name="connsiteY31" fmla="*/ 498733 h 2523067"/>
              <a:gd name="connsiteX32" fmla="*/ 0 w 2912533"/>
              <a:gd name="connsiteY32" fmla="*/ 491621 h 2523067"/>
              <a:gd name="connsiteX33" fmla="*/ 0 w 2912533"/>
              <a:gd name="connsiteY33" fmla="*/ 479652 h 2523067"/>
              <a:gd name="connsiteX34" fmla="*/ 0 w 2912533"/>
              <a:gd name="connsiteY34" fmla="*/ 468630 h 2523067"/>
              <a:gd name="connsiteX35" fmla="*/ 0 w 2912533"/>
              <a:gd name="connsiteY35" fmla="*/ 104140 h 2523067"/>
              <a:gd name="connsiteX36" fmla="*/ 156203 w 2912533"/>
              <a:gd name="connsiteY36" fmla="*/ 0 h 2523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912533" h="2523067">
                <a:moveTo>
                  <a:pt x="156203" y="0"/>
                </a:moveTo>
                <a:cubicBezTo>
                  <a:pt x="188745" y="61833"/>
                  <a:pt x="250576" y="104140"/>
                  <a:pt x="318914" y="104140"/>
                </a:cubicBezTo>
                <a:cubicBezTo>
                  <a:pt x="387253" y="104140"/>
                  <a:pt x="445829" y="61833"/>
                  <a:pt x="478371" y="0"/>
                </a:cubicBezTo>
                <a:cubicBezTo>
                  <a:pt x="510914" y="61833"/>
                  <a:pt x="572744" y="104140"/>
                  <a:pt x="641083" y="104140"/>
                </a:cubicBezTo>
                <a:cubicBezTo>
                  <a:pt x="706167" y="104140"/>
                  <a:pt x="767998" y="61833"/>
                  <a:pt x="800540" y="0"/>
                </a:cubicBezTo>
                <a:cubicBezTo>
                  <a:pt x="833082" y="61833"/>
                  <a:pt x="894913" y="104140"/>
                  <a:pt x="959997" y="104140"/>
                </a:cubicBezTo>
                <a:cubicBezTo>
                  <a:pt x="1028336" y="104140"/>
                  <a:pt x="1090166" y="61833"/>
                  <a:pt x="1122708" y="0"/>
                </a:cubicBezTo>
                <a:cubicBezTo>
                  <a:pt x="1155251" y="61833"/>
                  <a:pt x="1213827" y="104140"/>
                  <a:pt x="1282166" y="104140"/>
                </a:cubicBezTo>
                <a:cubicBezTo>
                  <a:pt x="1350504" y="104140"/>
                  <a:pt x="1412335" y="61833"/>
                  <a:pt x="1444877" y="0"/>
                </a:cubicBezTo>
                <a:cubicBezTo>
                  <a:pt x="1477419" y="61833"/>
                  <a:pt x="1535995" y="104140"/>
                  <a:pt x="1604334" y="104140"/>
                </a:cubicBezTo>
                <a:cubicBezTo>
                  <a:pt x="1672673" y="104140"/>
                  <a:pt x="1734503" y="61833"/>
                  <a:pt x="1767045" y="0"/>
                </a:cubicBezTo>
                <a:cubicBezTo>
                  <a:pt x="1799588" y="61833"/>
                  <a:pt x="1858164" y="104140"/>
                  <a:pt x="1926502" y="104140"/>
                </a:cubicBezTo>
                <a:cubicBezTo>
                  <a:pt x="1994841" y="104140"/>
                  <a:pt x="2053417" y="61833"/>
                  <a:pt x="2089214" y="0"/>
                </a:cubicBezTo>
                <a:cubicBezTo>
                  <a:pt x="2121756" y="61833"/>
                  <a:pt x="2180332" y="104140"/>
                  <a:pt x="2248671" y="104140"/>
                </a:cubicBezTo>
                <a:cubicBezTo>
                  <a:pt x="2317010" y="104140"/>
                  <a:pt x="2375586" y="61833"/>
                  <a:pt x="2411382" y="0"/>
                </a:cubicBezTo>
                <a:cubicBezTo>
                  <a:pt x="2443924" y="61833"/>
                  <a:pt x="2502501" y="104140"/>
                  <a:pt x="2570839" y="104140"/>
                </a:cubicBezTo>
                <a:cubicBezTo>
                  <a:pt x="2639178" y="104140"/>
                  <a:pt x="2697754" y="61833"/>
                  <a:pt x="2730296" y="0"/>
                </a:cubicBezTo>
                <a:cubicBezTo>
                  <a:pt x="2766093" y="61833"/>
                  <a:pt x="2824669" y="104140"/>
                  <a:pt x="2893008" y="104140"/>
                </a:cubicBezTo>
                <a:cubicBezTo>
                  <a:pt x="2899516" y="104140"/>
                  <a:pt x="2906025" y="104140"/>
                  <a:pt x="2912533" y="104140"/>
                </a:cubicBezTo>
                <a:cubicBezTo>
                  <a:pt x="2912533" y="104140"/>
                  <a:pt x="2912533" y="104140"/>
                  <a:pt x="2912533" y="447375"/>
                </a:cubicBezTo>
                <a:lnTo>
                  <a:pt x="2912533" y="479652"/>
                </a:lnTo>
                <a:lnTo>
                  <a:pt x="2912533" y="520700"/>
                </a:lnTo>
                <a:lnTo>
                  <a:pt x="2912533" y="2295298"/>
                </a:lnTo>
                <a:cubicBezTo>
                  <a:pt x="2912533" y="2422198"/>
                  <a:pt x="2814906" y="2523067"/>
                  <a:pt x="2697754" y="2523067"/>
                </a:cubicBezTo>
                <a:cubicBezTo>
                  <a:pt x="214779" y="2523067"/>
                  <a:pt x="214779" y="2523067"/>
                  <a:pt x="214779" y="2523067"/>
                </a:cubicBezTo>
                <a:cubicBezTo>
                  <a:pt x="94373" y="2523067"/>
                  <a:pt x="0" y="2422198"/>
                  <a:pt x="0" y="2295298"/>
                </a:cubicBezTo>
                <a:cubicBezTo>
                  <a:pt x="0" y="1047042"/>
                  <a:pt x="0" y="656962"/>
                  <a:pt x="0" y="535062"/>
                </a:cubicBezTo>
                <a:lnTo>
                  <a:pt x="0" y="520700"/>
                </a:lnTo>
                <a:lnTo>
                  <a:pt x="0" y="519887"/>
                </a:lnTo>
                <a:lnTo>
                  <a:pt x="0" y="514191"/>
                </a:lnTo>
                <a:lnTo>
                  <a:pt x="0" y="508022"/>
                </a:lnTo>
                <a:lnTo>
                  <a:pt x="0" y="498733"/>
                </a:lnTo>
                <a:lnTo>
                  <a:pt x="0" y="491621"/>
                </a:lnTo>
                <a:cubicBezTo>
                  <a:pt x="0" y="479652"/>
                  <a:pt x="0" y="479652"/>
                  <a:pt x="0" y="479652"/>
                </a:cubicBezTo>
                <a:lnTo>
                  <a:pt x="0" y="468630"/>
                </a:lnTo>
                <a:cubicBezTo>
                  <a:pt x="0" y="416560"/>
                  <a:pt x="0" y="312420"/>
                  <a:pt x="0" y="104140"/>
                </a:cubicBezTo>
                <a:cubicBezTo>
                  <a:pt x="65085" y="104140"/>
                  <a:pt x="123661" y="61833"/>
                  <a:pt x="156203" y="0"/>
                </a:cubicBezTo>
                <a:close/>
              </a:path>
            </a:pathLst>
          </a:custGeom>
          <a:solidFill>
            <a:schemeClr val="accent1"/>
          </a:solidFill>
          <a:ln>
            <a:noFill/>
          </a:ln>
        </p:spPr>
        <p:txBody>
          <a:bodyPr wrap="square">
            <a:noAutofit/>
          </a:bodyPr>
          <a:lstStyle/>
          <a:p>
            <a:endParaRPr lang="zh-CN" altLang="en-US" sz="2135">
              <a:cs typeface="+mn-ea"/>
              <a:sym typeface="+mn-lt"/>
            </a:endParaRPr>
          </a:p>
        </p:txBody>
      </p:sp>
      <p:sp>
        <p:nvSpPr>
          <p:cNvPr id="18" name="Rectangle 9">
            <a:extLst>
              <a:ext uri="{FF2B5EF4-FFF2-40B4-BE49-F238E27FC236}">
                <a16:creationId xmlns:a16="http://schemas.microsoft.com/office/drawing/2014/main" id="{F0B1532A-ABDF-AA6A-B3D6-E267C67C3353}"/>
              </a:ext>
            </a:extLst>
          </p:cNvPr>
          <p:cNvSpPr>
            <a:spLocks noChangeArrowheads="1"/>
          </p:cNvSpPr>
          <p:nvPr/>
        </p:nvSpPr>
        <p:spPr bwMode="auto">
          <a:xfrm>
            <a:off x="4182534" y="2086239"/>
            <a:ext cx="427567" cy="3500967"/>
          </a:xfrm>
          <a:prstGeom prst="rect">
            <a:avLst/>
          </a:prstGeom>
          <a:solidFill>
            <a:schemeClr val="accent5"/>
          </a:solidFill>
          <a:ln>
            <a:noFill/>
          </a:ln>
        </p:spPr>
        <p:txBody>
          <a:bodyPr/>
          <a:lstStyle/>
          <a:p>
            <a:endParaRPr lang="zh-CN" altLang="en-US" sz="2135">
              <a:cs typeface="+mn-ea"/>
              <a:sym typeface="+mn-lt"/>
            </a:endParaRPr>
          </a:p>
        </p:txBody>
      </p:sp>
      <p:sp>
        <p:nvSpPr>
          <p:cNvPr id="19" name="Rectangle 10">
            <a:extLst>
              <a:ext uri="{FF2B5EF4-FFF2-40B4-BE49-F238E27FC236}">
                <a16:creationId xmlns:a16="http://schemas.microsoft.com/office/drawing/2014/main" id="{260E17B6-DDC1-5772-A3DB-287364401BDB}"/>
              </a:ext>
            </a:extLst>
          </p:cNvPr>
          <p:cNvSpPr>
            <a:spLocks noChangeArrowheads="1"/>
          </p:cNvSpPr>
          <p:nvPr/>
        </p:nvSpPr>
        <p:spPr bwMode="auto">
          <a:xfrm>
            <a:off x="3843868" y="2386805"/>
            <a:ext cx="116417" cy="3200400"/>
          </a:xfrm>
          <a:prstGeom prst="rect">
            <a:avLst/>
          </a:prstGeom>
          <a:solidFill>
            <a:schemeClr val="accent2"/>
          </a:solidFill>
          <a:ln>
            <a:noFill/>
          </a:ln>
        </p:spPr>
        <p:txBody>
          <a:bodyPr/>
          <a:lstStyle/>
          <a:p>
            <a:endParaRPr lang="zh-CN" altLang="en-US" sz="2135">
              <a:cs typeface="+mn-ea"/>
              <a:sym typeface="+mn-lt"/>
            </a:endParaRPr>
          </a:p>
        </p:txBody>
      </p:sp>
      <p:sp>
        <p:nvSpPr>
          <p:cNvPr id="20" name="Freeform 20">
            <a:extLst>
              <a:ext uri="{FF2B5EF4-FFF2-40B4-BE49-F238E27FC236}">
                <a16:creationId xmlns:a16="http://schemas.microsoft.com/office/drawing/2014/main" id="{2B3F4AD3-4DEE-A854-F374-E5F8684677DF}"/>
              </a:ext>
            </a:extLst>
          </p:cNvPr>
          <p:cNvSpPr/>
          <p:nvPr/>
        </p:nvSpPr>
        <p:spPr bwMode="auto">
          <a:xfrm>
            <a:off x="4449233" y="3091656"/>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1" name="Freeform 21">
            <a:extLst>
              <a:ext uri="{FF2B5EF4-FFF2-40B4-BE49-F238E27FC236}">
                <a16:creationId xmlns:a16="http://schemas.microsoft.com/office/drawing/2014/main" id="{70E1F164-1D35-9A0C-849B-8F5D3827981B}"/>
              </a:ext>
            </a:extLst>
          </p:cNvPr>
          <p:cNvSpPr/>
          <p:nvPr/>
        </p:nvSpPr>
        <p:spPr bwMode="auto">
          <a:xfrm>
            <a:off x="4614334" y="3364706"/>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2" name="Freeform 22">
            <a:extLst>
              <a:ext uri="{FF2B5EF4-FFF2-40B4-BE49-F238E27FC236}">
                <a16:creationId xmlns:a16="http://schemas.microsoft.com/office/drawing/2014/main" id="{A7B46AA4-8AB3-97A2-24B3-2145F1537B81}"/>
              </a:ext>
            </a:extLst>
          </p:cNvPr>
          <p:cNvSpPr/>
          <p:nvPr/>
        </p:nvSpPr>
        <p:spPr bwMode="auto">
          <a:xfrm>
            <a:off x="4614334" y="3641989"/>
            <a:ext cx="285751" cy="38100"/>
          </a:xfrm>
          <a:custGeom>
            <a:avLst/>
            <a:gdLst>
              <a:gd name="T0" fmla="*/ 135 w 135"/>
              <a:gd name="T1" fmla="*/ 18 h 18"/>
              <a:gd name="T2" fmla="*/ 135 w 135"/>
              <a:gd name="T3" fmla="*/ 0 h 18"/>
              <a:gd name="T4" fmla="*/ 0 w 135"/>
              <a:gd name="T5" fmla="*/ 0 h 18"/>
              <a:gd name="T6" fmla="*/ 0 w 135"/>
              <a:gd name="T7" fmla="*/ 18 h 18"/>
              <a:gd name="T8" fmla="*/ 135 w 135"/>
              <a:gd name="T9" fmla="*/ 18 h 18"/>
              <a:gd name="T10" fmla="*/ 135 w 135"/>
              <a:gd name="T11" fmla="*/ 18 h 18"/>
            </a:gdLst>
            <a:ahLst/>
            <a:cxnLst>
              <a:cxn ang="0">
                <a:pos x="T0" y="T1"/>
              </a:cxn>
              <a:cxn ang="0">
                <a:pos x="T2" y="T3"/>
              </a:cxn>
              <a:cxn ang="0">
                <a:pos x="T4" y="T5"/>
              </a:cxn>
              <a:cxn ang="0">
                <a:pos x="T6" y="T7"/>
              </a:cxn>
              <a:cxn ang="0">
                <a:pos x="T8" y="T9"/>
              </a:cxn>
              <a:cxn ang="0">
                <a:pos x="T10" y="T11"/>
              </a:cxn>
            </a:cxnLst>
            <a:rect l="0" t="0" r="r" b="b"/>
            <a:pathLst>
              <a:path w="135" h="18">
                <a:moveTo>
                  <a:pt x="135" y="18"/>
                </a:moveTo>
                <a:lnTo>
                  <a:pt x="135" y="0"/>
                </a:lnTo>
                <a:lnTo>
                  <a:pt x="0" y="0"/>
                </a:lnTo>
                <a:lnTo>
                  <a:pt x="0" y="18"/>
                </a:lnTo>
                <a:lnTo>
                  <a:pt x="135" y="18"/>
                </a:lnTo>
                <a:lnTo>
                  <a:pt x="135"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3" name="Freeform 23">
            <a:extLst>
              <a:ext uri="{FF2B5EF4-FFF2-40B4-BE49-F238E27FC236}">
                <a16:creationId xmlns:a16="http://schemas.microsoft.com/office/drawing/2014/main" id="{12C5E101-2726-6B29-9FB5-693F226C0048}"/>
              </a:ext>
            </a:extLst>
          </p:cNvPr>
          <p:cNvSpPr/>
          <p:nvPr/>
        </p:nvSpPr>
        <p:spPr bwMode="auto">
          <a:xfrm>
            <a:off x="4614334" y="3915040"/>
            <a:ext cx="285751" cy="40217"/>
          </a:xfrm>
          <a:custGeom>
            <a:avLst/>
            <a:gdLst>
              <a:gd name="T0" fmla="*/ 135 w 135"/>
              <a:gd name="T1" fmla="*/ 19 h 19"/>
              <a:gd name="T2" fmla="*/ 135 w 135"/>
              <a:gd name="T3" fmla="*/ 0 h 19"/>
              <a:gd name="T4" fmla="*/ 0 w 135"/>
              <a:gd name="T5" fmla="*/ 0 h 19"/>
              <a:gd name="T6" fmla="*/ 0 w 135"/>
              <a:gd name="T7" fmla="*/ 19 h 19"/>
              <a:gd name="T8" fmla="*/ 135 w 135"/>
              <a:gd name="T9" fmla="*/ 19 h 19"/>
              <a:gd name="T10" fmla="*/ 135 w 135"/>
              <a:gd name="T11" fmla="*/ 19 h 19"/>
            </a:gdLst>
            <a:ahLst/>
            <a:cxnLst>
              <a:cxn ang="0">
                <a:pos x="T0" y="T1"/>
              </a:cxn>
              <a:cxn ang="0">
                <a:pos x="T2" y="T3"/>
              </a:cxn>
              <a:cxn ang="0">
                <a:pos x="T4" y="T5"/>
              </a:cxn>
              <a:cxn ang="0">
                <a:pos x="T6" y="T7"/>
              </a:cxn>
              <a:cxn ang="0">
                <a:pos x="T8" y="T9"/>
              </a:cxn>
              <a:cxn ang="0">
                <a:pos x="T10" y="T11"/>
              </a:cxn>
            </a:cxnLst>
            <a:rect l="0" t="0" r="r" b="b"/>
            <a:pathLst>
              <a:path w="135" h="19">
                <a:moveTo>
                  <a:pt x="135" y="19"/>
                </a:moveTo>
                <a:lnTo>
                  <a:pt x="135" y="0"/>
                </a:lnTo>
                <a:lnTo>
                  <a:pt x="0" y="0"/>
                </a:lnTo>
                <a:lnTo>
                  <a:pt x="0" y="19"/>
                </a:lnTo>
                <a:lnTo>
                  <a:pt x="135" y="19"/>
                </a:lnTo>
                <a:lnTo>
                  <a:pt x="135"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4" name="Freeform 24">
            <a:extLst>
              <a:ext uri="{FF2B5EF4-FFF2-40B4-BE49-F238E27FC236}">
                <a16:creationId xmlns:a16="http://schemas.microsoft.com/office/drawing/2014/main" id="{7CE94FCE-6BEE-2230-0F51-A5E72A3F0D46}"/>
              </a:ext>
            </a:extLst>
          </p:cNvPr>
          <p:cNvSpPr/>
          <p:nvPr/>
        </p:nvSpPr>
        <p:spPr bwMode="auto">
          <a:xfrm>
            <a:off x="4449233" y="4188089"/>
            <a:ext cx="450851" cy="40217"/>
          </a:xfrm>
          <a:custGeom>
            <a:avLst/>
            <a:gdLst>
              <a:gd name="T0" fmla="*/ 213 w 213"/>
              <a:gd name="T1" fmla="*/ 19 h 19"/>
              <a:gd name="T2" fmla="*/ 213 w 213"/>
              <a:gd name="T3" fmla="*/ 0 h 19"/>
              <a:gd name="T4" fmla="*/ 0 w 213"/>
              <a:gd name="T5" fmla="*/ 0 h 19"/>
              <a:gd name="T6" fmla="*/ 0 w 213"/>
              <a:gd name="T7" fmla="*/ 19 h 19"/>
              <a:gd name="T8" fmla="*/ 213 w 213"/>
              <a:gd name="T9" fmla="*/ 19 h 19"/>
              <a:gd name="T10" fmla="*/ 213 w 213"/>
              <a:gd name="T11" fmla="*/ 19 h 19"/>
            </a:gdLst>
            <a:ahLst/>
            <a:cxnLst>
              <a:cxn ang="0">
                <a:pos x="T0" y="T1"/>
              </a:cxn>
              <a:cxn ang="0">
                <a:pos x="T2" y="T3"/>
              </a:cxn>
              <a:cxn ang="0">
                <a:pos x="T4" y="T5"/>
              </a:cxn>
              <a:cxn ang="0">
                <a:pos x="T6" y="T7"/>
              </a:cxn>
              <a:cxn ang="0">
                <a:pos x="T8" y="T9"/>
              </a:cxn>
              <a:cxn ang="0">
                <a:pos x="T10" y="T11"/>
              </a:cxn>
            </a:cxnLst>
            <a:rect l="0" t="0" r="r" b="b"/>
            <a:pathLst>
              <a:path w="213" h="19">
                <a:moveTo>
                  <a:pt x="213" y="19"/>
                </a:moveTo>
                <a:lnTo>
                  <a:pt x="213" y="0"/>
                </a:lnTo>
                <a:lnTo>
                  <a:pt x="0" y="0"/>
                </a:lnTo>
                <a:lnTo>
                  <a:pt x="0" y="19"/>
                </a:lnTo>
                <a:lnTo>
                  <a:pt x="213" y="19"/>
                </a:lnTo>
                <a:lnTo>
                  <a:pt x="21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5" name="Freeform 25">
            <a:extLst>
              <a:ext uri="{FF2B5EF4-FFF2-40B4-BE49-F238E27FC236}">
                <a16:creationId xmlns:a16="http://schemas.microsoft.com/office/drawing/2014/main" id="{64E37C8A-D80E-B82A-91CE-3B3EE0822DE3}"/>
              </a:ext>
            </a:extLst>
          </p:cNvPr>
          <p:cNvSpPr/>
          <p:nvPr/>
        </p:nvSpPr>
        <p:spPr bwMode="auto">
          <a:xfrm>
            <a:off x="4614334" y="4465373"/>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6" name="Freeform 26">
            <a:extLst>
              <a:ext uri="{FF2B5EF4-FFF2-40B4-BE49-F238E27FC236}">
                <a16:creationId xmlns:a16="http://schemas.microsoft.com/office/drawing/2014/main" id="{E139E5F2-0772-64FA-F8F2-0EB2383BF9C5}"/>
              </a:ext>
            </a:extLst>
          </p:cNvPr>
          <p:cNvSpPr/>
          <p:nvPr/>
        </p:nvSpPr>
        <p:spPr bwMode="auto">
          <a:xfrm>
            <a:off x="4614334" y="4738422"/>
            <a:ext cx="302684" cy="38100"/>
          </a:xfrm>
          <a:custGeom>
            <a:avLst/>
            <a:gdLst>
              <a:gd name="T0" fmla="*/ 143 w 143"/>
              <a:gd name="T1" fmla="*/ 18 h 18"/>
              <a:gd name="T2" fmla="*/ 143 w 143"/>
              <a:gd name="T3" fmla="*/ 0 h 18"/>
              <a:gd name="T4" fmla="*/ 0 w 143"/>
              <a:gd name="T5" fmla="*/ 0 h 18"/>
              <a:gd name="T6" fmla="*/ 0 w 143"/>
              <a:gd name="T7" fmla="*/ 18 h 18"/>
              <a:gd name="T8" fmla="*/ 143 w 143"/>
              <a:gd name="T9" fmla="*/ 18 h 18"/>
              <a:gd name="T10" fmla="*/ 143 w 143"/>
              <a:gd name="T11" fmla="*/ 18 h 18"/>
            </a:gdLst>
            <a:ahLst/>
            <a:cxnLst>
              <a:cxn ang="0">
                <a:pos x="T0" y="T1"/>
              </a:cxn>
              <a:cxn ang="0">
                <a:pos x="T2" y="T3"/>
              </a:cxn>
              <a:cxn ang="0">
                <a:pos x="T4" y="T5"/>
              </a:cxn>
              <a:cxn ang="0">
                <a:pos x="T6" y="T7"/>
              </a:cxn>
              <a:cxn ang="0">
                <a:pos x="T8" y="T9"/>
              </a:cxn>
              <a:cxn ang="0">
                <a:pos x="T10" y="T11"/>
              </a:cxn>
            </a:cxnLst>
            <a:rect l="0" t="0" r="r" b="b"/>
            <a:pathLst>
              <a:path w="143" h="18">
                <a:moveTo>
                  <a:pt x="143" y="18"/>
                </a:moveTo>
                <a:lnTo>
                  <a:pt x="143" y="0"/>
                </a:lnTo>
                <a:lnTo>
                  <a:pt x="0" y="0"/>
                </a:lnTo>
                <a:lnTo>
                  <a:pt x="0" y="18"/>
                </a:lnTo>
                <a:lnTo>
                  <a:pt x="143" y="18"/>
                </a:lnTo>
                <a:lnTo>
                  <a:pt x="14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7" name="Freeform 27">
            <a:extLst>
              <a:ext uri="{FF2B5EF4-FFF2-40B4-BE49-F238E27FC236}">
                <a16:creationId xmlns:a16="http://schemas.microsoft.com/office/drawing/2014/main" id="{6263AB37-696A-802D-9A6C-BA58A00ECD2C}"/>
              </a:ext>
            </a:extLst>
          </p:cNvPr>
          <p:cNvSpPr/>
          <p:nvPr/>
        </p:nvSpPr>
        <p:spPr bwMode="auto">
          <a:xfrm>
            <a:off x="4614334" y="5011473"/>
            <a:ext cx="302684" cy="40217"/>
          </a:xfrm>
          <a:custGeom>
            <a:avLst/>
            <a:gdLst>
              <a:gd name="T0" fmla="*/ 143 w 143"/>
              <a:gd name="T1" fmla="*/ 19 h 19"/>
              <a:gd name="T2" fmla="*/ 143 w 143"/>
              <a:gd name="T3" fmla="*/ 0 h 19"/>
              <a:gd name="T4" fmla="*/ 0 w 143"/>
              <a:gd name="T5" fmla="*/ 0 h 19"/>
              <a:gd name="T6" fmla="*/ 0 w 143"/>
              <a:gd name="T7" fmla="*/ 19 h 19"/>
              <a:gd name="T8" fmla="*/ 143 w 143"/>
              <a:gd name="T9" fmla="*/ 19 h 19"/>
              <a:gd name="T10" fmla="*/ 143 w 143"/>
              <a:gd name="T11" fmla="*/ 19 h 19"/>
            </a:gdLst>
            <a:ahLst/>
            <a:cxnLst>
              <a:cxn ang="0">
                <a:pos x="T0" y="T1"/>
              </a:cxn>
              <a:cxn ang="0">
                <a:pos x="T2" y="T3"/>
              </a:cxn>
              <a:cxn ang="0">
                <a:pos x="T4" y="T5"/>
              </a:cxn>
              <a:cxn ang="0">
                <a:pos x="T6" y="T7"/>
              </a:cxn>
              <a:cxn ang="0">
                <a:pos x="T8" y="T9"/>
              </a:cxn>
              <a:cxn ang="0">
                <a:pos x="T10" y="T11"/>
              </a:cxn>
            </a:cxnLst>
            <a:rect l="0" t="0" r="r" b="b"/>
            <a:pathLst>
              <a:path w="143" h="19">
                <a:moveTo>
                  <a:pt x="143" y="19"/>
                </a:moveTo>
                <a:lnTo>
                  <a:pt x="143" y="0"/>
                </a:lnTo>
                <a:lnTo>
                  <a:pt x="0" y="0"/>
                </a:lnTo>
                <a:lnTo>
                  <a:pt x="0" y="19"/>
                </a:lnTo>
                <a:lnTo>
                  <a:pt x="143" y="19"/>
                </a:lnTo>
                <a:lnTo>
                  <a:pt x="143" y="19"/>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8" name="Freeform 28">
            <a:extLst>
              <a:ext uri="{FF2B5EF4-FFF2-40B4-BE49-F238E27FC236}">
                <a16:creationId xmlns:a16="http://schemas.microsoft.com/office/drawing/2014/main" id="{BC6F4C46-D933-ED21-C996-FF1339F6C1D3}"/>
              </a:ext>
            </a:extLst>
          </p:cNvPr>
          <p:cNvSpPr/>
          <p:nvPr/>
        </p:nvSpPr>
        <p:spPr bwMode="auto">
          <a:xfrm>
            <a:off x="4449233" y="5288755"/>
            <a:ext cx="450851" cy="38100"/>
          </a:xfrm>
          <a:custGeom>
            <a:avLst/>
            <a:gdLst>
              <a:gd name="T0" fmla="*/ 213 w 213"/>
              <a:gd name="T1" fmla="*/ 18 h 18"/>
              <a:gd name="T2" fmla="*/ 213 w 213"/>
              <a:gd name="T3" fmla="*/ 0 h 18"/>
              <a:gd name="T4" fmla="*/ 0 w 213"/>
              <a:gd name="T5" fmla="*/ 0 h 18"/>
              <a:gd name="T6" fmla="*/ 0 w 213"/>
              <a:gd name="T7" fmla="*/ 18 h 18"/>
              <a:gd name="T8" fmla="*/ 213 w 213"/>
              <a:gd name="T9" fmla="*/ 18 h 18"/>
              <a:gd name="T10" fmla="*/ 213 w 213"/>
              <a:gd name="T11" fmla="*/ 18 h 18"/>
            </a:gdLst>
            <a:ahLst/>
            <a:cxnLst>
              <a:cxn ang="0">
                <a:pos x="T0" y="T1"/>
              </a:cxn>
              <a:cxn ang="0">
                <a:pos x="T2" y="T3"/>
              </a:cxn>
              <a:cxn ang="0">
                <a:pos x="T4" y="T5"/>
              </a:cxn>
              <a:cxn ang="0">
                <a:pos x="T6" y="T7"/>
              </a:cxn>
              <a:cxn ang="0">
                <a:pos x="T8" y="T9"/>
              </a:cxn>
              <a:cxn ang="0">
                <a:pos x="T10" y="T11"/>
              </a:cxn>
            </a:cxnLst>
            <a:rect l="0" t="0" r="r" b="b"/>
            <a:pathLst>
              <a:path w="213" h="18">
                <a:moveTo>
                  <a:pt x="213" y="18"/>
                </a:moveTo>
                <a:lnTo>
                  <a:pt x="213" y="0"/>
                </a:lnTo>
                <a:lnTo>
                  <a:pt x="0" y="0"/>
                </a:lnTo>
                <a:lnTo>
                  <a:pt x="0" y="18"/>
                </a:lnTo>
                <a:lnTo>
                  <a:pt x="213" y="18"/>
                </a:lnTo>
                <a:lnTo>
                  <a:pt x="213" y="18"/>
                </a:lnTo>
                <a:close/>
              </a:path>
            </a:pathLst>
          </a:custGeom>
          <a:solidFill>
            <a:schemeClr val="bg1">
              <a:lumMod val="65000"/>
            </a:schemeClr>
          </a:solidFill>
          <a:ln>
            <a:noFill/>
          </a:ln>
        </p:spPr>
        <p:txBody>
          <a:bodyPr vert="horz" wrap="square" lIns="121920" tIns="60960" rIns="121920" bIns="60960" numCol="1" anchor="t" anchorCtr="0" compatLnSpc="1"/>
          <a:lstStyle/>
          <a:p>
            <a:endParaRPr lang="zh-CN" altLang="en-US" sz="2400">
              <a:cs typeface="+mn-ea"/>
              <a:sym typeface="+mn-lt"/>
            </a:endParaRPr>
          </a:p>
        </p:txBody>
      </p:sp>
      <p:sp>
        <p:nvSpPr>
          <p:cNvPr id="29" name="TextBox 682">
            <a:extLst>
              <a:ext uri="{FF2B5EF4-FFF2-40B4-BE49-F238E27FC236}">
                <a16:creationId xmlns:a16="http://schemas.microsoft.com/office/drawing/2014/main" id="{1E1E6097-8D98-D0B5-C666-84E5E371305D}"/>
              </a:ext>
            </a:extLst>
          </p:cNvPr>
          <p:cNvSpPr txBox="1"/>
          <p:nvPr/>
        </p:nvSpPr>
        <p:spPr>
          <a:xfrm>
            <a:off x="5066348" y="5051689"/>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18%</a:t>
            </a:r>
            <a:endParaRPr lang="zh-CN" altLang="en-US" sz="2665" dirty="0">
              <a:solidFill>
                <a:schemeClr val="tx1">
                  <a:lumMod val="50000"/>
                  <a:lumOff val="50000"/>
                </a:schemeClr>
              </a:solidFill>
              <a:latin typeface="+mn-lt"/>
              <a:ea typeface="+mn-ea"/>
              <a:cs typeface="+mn-ea"/>
              <a:sym typeface="+mn-lt"/>
            </a:endParaRPr>
          </a:p>
        </p:txBody>
      </p:sp>
      <p:sp>
        <p:nvSpPr>
          <p:cNvPr id="30" name="TextBox 682">
            <a:extLst>
              <a:ext uri="{FF2B5EF4-FFF2-40B4-BE49-F238E27FC236}">
                <a16:creationId xmlns:a16="http://schemas.microsoft.com/office/drawing/2014/main" id="{A31F837B-FC66-A0C1-5DDB-2583F07E03BE}"/>
              </a:ext>
            </a:extLst>
          </p:cNvPr>
          <p:cNvSpPr txBox="1"/>
          <p:nvPr/>
        </p:nvSpPr>
        <p:spPr>
          <a:xfrm>
            <a:off x="5066348" y="419266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26%</a:t>
            </a:r>
            <a:endParaRPr lang="zh-CN" altLang="en-US" sz="2665" dirty="0">
              <a:solidFill>
                <a:schemeClr val="tx1">
                  <a:lumMod val="50000"/>
                  <a:lumOff val="50000"/>
                </a:schemeClr>
              </a:solidFill>
              <a:latin typeface="+mn-lt"/>
              <a:ea typeface="+mn-ea"/>
              <a:cs typeface="+mn-ea"/>
              <a:sym typeface="+mn-lt"/>
            </a:endParaRPr>
          </a:p>
        </p:txBody>
      </p:sp>
      <p:sp>
        <p:nvSpPr>
          <p:cNvPr id="31" name="TextBox 682">
            <a:extLst>
              <a:ext uri="{FF2B5EF4-FFF2-40B4-BE49-F238E27FC236}">
                <a16:creationId xmlns:a16="http://schemas.microsoft.com/office/drawing/2014/main" id="{DDA398B2-97F3-DEC2-BCDF-F8A834A0491F}"/>
              </a:ext>
            </a:extLst>
          </p:cNvPr>
          <p:cNvSpPr txBox="1"/>
          <p:nvPr/>
        </p:nvSpPr>
        <p:spPr>
          <a:xfrm>
            <a:off x="5066348" y="3324100"/>
            <a:ext cx="870751" cy="502766"/>
          </a:xfrm>
          <a:prstGeom prst="rect">
            <a:avLst/>
          </a:prstGeom>
          <a:noFill/>
        </p:spPr>
        <p:txBody>
          <a:bodyPr wrap="none">
            <a:spAutoFit/>
          </a:bodyPr>
          <a:lstStyle>
            <a:defPPr>
              <a:defRPr lang="zh-CN"/>
            </a:defPPr>
            <a:lvl1pPr>
              <a:defRPr>
                <a:solidFill>
                  <a:schemeClr val="bg1"/>
                </a:solidFill>
                <a:latin typeface="方正中等线简体" pitchFamily="65" charset="-122"/>
                <a:ea typeface="方正中等线简体" pitchFamily="65" charset="-122"/>
              </a:defRPr>
            </a:lvl1pPr>
          </a:lstStyle>
          <a:p>
            <a:r>
              <a:rPr lang="en-US" altLang="zh-CN" sz="2665" dirty="0">
                <a:solidFill>
                  <a:schemeClr val="tx1">
                    <a:lumMod val="50000"/>
                    <a:lumOff val="50000"/>
                  </a:schemeClr>
                </a:solidFill>
                <a:latin typeface="+mn-lt"/>
                <a:ea typeface="+mn-ea"/>
                <a:cs typeface="+mn-ea"/>
                <a:sym typeface="+mn-lt"/>
              </a:rPr>
              <a:t>55%</a:t>
            </a:r>
            <a:endParaRPr lang="zh-CN" altLang="en-US" sz="2665" dirty="0">
              <a:solidFill>
                <a:schemeClr val="tx1">
                  <a:lumMod val="50000"/>
                  <a:lumOff val="50000"/>
                </a:schemeClr>
              </a:solidFill>
              <a:latin typeface="+mn-lt"/>
              <a:ea typeface="+mn-ea"/>
              <a:cs typeface="+mn-ea"/>
              <a:sym typeface="+mn-lt"/>
            </a:endParaRPr>
          </a:p>
        </p:txBody>
      </p:sp>
      <p:cxnSp>
        <p:nvCxnSpPr>
          <p:cNvPr id="32" name="直接连接符 31">
            <a:extLst>
              <a:ext uri="{FF2B5EF4-FFF2-40B4-BE49-F238E27FC236}">
                <a16:creationId xmlns:a16="http://schemas.microsoft.com/office/drawing/2014/main" id="{73FB675E-185C-9CCD-EBD0-BC8BB50A96A5}"/>
              </a:ext>
            </a:extLst>
          </p:cNvPr>
          <p:cNvCxnSpPr/>
          <p:nvPr/>
        </p:nvCxnSpPr>
        <p:spPr>
          <a:xfrm>
            <a:off x="5917858" y="2266156"/>
            <a:ext cx="5107860" cy="0"/>
          </a:xfrm>
          <a:prstGeom prst="line">
            <a:avLst/>
          </a:prstGeom>
          <a:solidFill>
            <a:srgbClr val="070606"/>
          </a:solidFill>
          <a:ln w="15875">
            <a:solidFill>
              <a:schemeClr val="tx1">
                <a:lumMod val="50000"/>
                <a:lumOff val="50000"/>
              </a:schemeClr>
            </a:solidFill>
            <a:round/>
          </a:ln>
        </p:spPr>
      </p:cxnSp>
      <p:sp>
        <p:nvSpPr>
          <p:cNvPr id="33" name="TextBox 64">
            <a:extLst>
              <a:ext uri="{FF2B5EF4-FFF2-40B4-BE49-F238E27FC236}">
                <a16:creationId xmlns:a16="http://schemas.microsoft.com/office/drawing/2014/main" id="{A5D7B11A-E849-3B5D-F668-864B66951437}"/>
              </a:ext>
            </a:extLst>
          </p:cNvPr>
          <p:cNvSpPr txBox="1"/>
          <p:nvPr/>
        </p:nvSpPr>
        <p:spPr bwMode="auto">
          <a:xfrm>
            <a:off x="5976112" y="1814751"/>
            <a:ext cx="1435008" cy="420564"/>
          </a:xfrm>
          <a:prstGeom prst="rect">
            <a:avLst/>
          </a:prstGeom>
          <a:noFill/>
        </p:spPr>
        <p:txBody>
          <a:bodyPr wrap="none">
            <a:spAutoFit/>
          </a:bodyPr>
          <a:lstStyle>
            <a:defPPr>
              <a:defRPr lang="zh-CN"/>
            </a:defPPr>
            <a:lvl1pPr fontAlgn="auto">
              <a:spcBef>
                <a:spcPts val="0"/>
              </a:spcBef>
              <a:spcAft>
                <a:spcPts val="0"/>
              </a:spcAft>
              <a:defRPr sz="1200" spc="300">
                <a:latin typeface="微软雅黑" pitchFamily="34" charset="-122"/>
                <a:ea typeface="微软雅黑" pitchFamily="34" charset="-122"/>
                <a:cs typeface="Arial" pitchFamily="34" charset="0"/>
              </a:defRPr>
            </a:lvl1pPr>
          </a:lstStyle>
          <a:p>
            <a:r>
              <a:rPr lang="zh-CN" altLang="en-US" sz="2135" b="1" dirty="0">
                <a:solidFill>
                  <a:schemeClr val="tx1">
                    <a:lumMod val="75000"/>
                    <a:lumOff val="25000"/>
                  </a:schemeClr>
                </a:solidFill>
                <a:latin typeface="+mn-lt"/>
                <a:ea typeface="+mn-ea"/>
                <a:cs typeface="+mn-ea"/>
                <a:sym typeface="+mn-lt"/>
              </a:rPr>
              <a:t>添加标题</a:t>
            </a:r>
          </a:p>
        </p:txBody>
      </p:sp>
      <p:sp>
        <p:nvSpPr>
          <p:cNvPr id="34" name="TextBox 24">
            <a:extLst>
              <a:ext uri="{FF2B5EF4-FFF2-40B4-BE49-F238E27FC236}">
                <a16:creationId xmlns:a16="http://schemas.microsoft.com/office/drawing/2014/main" id="{E6085FCF-AD07-D6DF-A59F-2924CF427CD1}"/>
              </a:ext>
            </a:extLst>
          </p:cNvPr>
          <p:cNvSpPr txBox="1"/>
          <p:nvPr/>
        </p:nvSpPr>
        <p:spPr bwMode="auto">
          <a:xfrm>
            <a:off x="3341251" y="1558324"/>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EBAC07"/>
                </a:solidFill>
                <a:latin typeface="微软雅黑" pitchFamily="34" charset="-122"/>
                <a:ea typeface="微软雅黑" pitchFamily="34" charset="-122"/>
                <a:cs typeface="Arial" pitchFamily="34" charset="0"/>
              </a:defRPr>
            </a:lvl1pPr>
          </a:lstStyle>
          <a:p>
            <a:pPr algn="r"/>
            <a:r>
              <a:rPr lang="zh-CN" altLang="en-US" sz="2135" b="1" dirty="0">
                <a:solidFill>
                  <a:schemeClr val="accent5"/>
                </a:solidFill>
                <a:latin typeface="+mn-lt"/>
                <a:ea typeface="+mn-ea"/>
                <a:cs typeface="+mn-ea"/>
                <a:sym typeface="+mn-lt"/>
              </a:rPr>
              <a:t>添加标题</a:t>
            </a:r>
          </a:p>
        </p:txBody>
      </p:sp>
      <p:sp>
        <p:nvSpPr>
          <p:cNvPr id="35" name="TextBox 25">
            <a:extLst>
              <a:ext uri="{FF2B5EF4-FFF2-40B4-BE49-F238E27FC236}">
                <a16:creationId xmlns:a16="http://schemas.microsoft.com/office/drawing/2014/main" id="{5A39C51E-22E9-08E0-A96A-3A3BADD119D1}"/>
              </a:ext>
            </a:extLst>
          </p:cNvPr>
          <p:cNvSpPr txBox="1"/>
          <p:nvPr/>
        </p:nvSpPr>
        <p:spPr bwMode="auto">
          <a:xfrm>
            <a:off x="2737221" y="1943835"/>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8BC925"/>
                </a:solidFill>
                <a:latin typeface="微软雅黑" pitchFamily="34" charset="-122"/>
                <a:ea typeface="微软雅黑" pitchFamily="34" charset="-122"/>
                <a:cs typeface="Arial" pitchFamily="34" charset="0"/>
              </a:defRPr>
            </a:lvl1pPr>
          </a:lstStyle>
          <a:p>
            <a:pPr algn="r"/>
            <a:r>
              <a:rPr lang="zh-CN" altLang="en-US" sz="2135" b="1" dirty="0">
                <a:solidFill>
                  <a:schemeClr val="accent2"/>
                </a:solidFill>
                <a:latin typeface="+mn-lt"/>
                <a:ea typeface="+mn-ea"/>
                <a:cs typeface="+mn-ea"/>
                <a:sym typeface="+mn-lt"/>
              </a:rPr>
              <a:t>添加标题</a:t>
            </a:r>
          </a:p>
        </p:txBody>
      </p:sp>
      <p:sp>
        <p:nvSpPr>
          <p:cNvPr id="36" name="TextBox 26">
            <a:extLst>
              <a:ext uri="{FF2B5EF4-FFF2-40B4-BE49-F238E27FC236}">
                <a16:creationId xmlns:a16="http://schemas.microsoft.com/office/drawing/2014/main" id="{8956A6CE-7FAA-9F39-AD17-2C7C179C8763}"/>
              </a:ext>
            </a:extLst>
          </p:cNvPr>
          <p:cNvSpPr txBox="1"/>
          <p:nvPr/>
        </p:nvSpPr>
        <p:spPr bwMode="auto">
          <a:xfrm>
            <a:off x="2188600" y="2942152"/>
            <a:ext cx="1435008" cy="420564"/>
          </a:xfrm>
          <a:prstGeom prst="rect">
            <a:avLst/>
          </a:prstGeom>
          <a:noFill/>
        </p:spPr>
        <p:txBody>
          <a:bodyPr wrap="none">
            <a:spAutoFit/>
          </a:bodyPr>
          <a:lstStyle>
            <a:defPPr>
              <a:defRPr lang="zh-CN"/>
            </a:defPPr>
            <a:lvl1pPr algn="ctr" fontAlgn="auto">
              <a:spcBef>
                <a:spcPts val="0"/>
              </a:spcBef>
              <a:spcAft>
                <a:spcPts val="0"/>
              </a:spcAft>
              <a:defRPr sz="1600" spc="300">
                <a:solidFill>
                  <a:srgbClr val="F83003"/>
                </a:solidFill>
                <a:latin typeface="微软雅黑" pitchFamily="34" charset="-122"/>
                <a:ea typeface="微软雅黑" pitchFamily="34" charset="-122"/>
                <a:cs typeface="Arial" pitchFamily="34" charset="0"/>
              </a:defRPr>
            </a:lvl1pPr>
          </a:lstStyle>
          <a:p>
            <a:r>
              <a:rPr lang="zh-CN" altLang="en-US" sz="2135" b="1" dirty="0">
                <a:solidFill>
                  <a:schemeClr val="accent1"/>
                </a:solidFill>
                <a:latin typeface="+mn-lt"/>
                <a:ea typeface="+mn-ea"/>
                <a:cs typeface="+mn-ea"/>
                <a:sym typeface="+mn-lt"/>
              </a:rPr>
              <a:t>添加标题</a:t>
            </a:r>
          </a:p>
        </p:txBody>
      </p:sp>
      <p:sp>
        <p:nvSpPr>
          <p:cNvPr id="37" name="矩形 36">
            <a:extLst>
              <a:ext uri="{FF2B5EF4-FFF2-40B4-BE49-F238E27FC236}">
                <a16:creationId xmlns:a16="http://schemas.microsoft.com/office/drawing/2014/main" id="{EC0BEE95-24BF-39CF-A07B-40ACC0DA0BC0}"/>
              </a:ext>
            </a:extLst>
          </p:cNvPr>
          <p:cNvSpPr/>
          <p:nvPr/>
        </p:nvSpPr>
        <p:spPr>
          <a:xfrm>
            <a:off x="6021943" y="2364399"/>
            <a:ext cx="5255657" cy="1669688"/>
          </a:xfrm>
          <a:prstGeom prst="rect">
            <a:avLst/>
          </a:prstGeom>
        </p:spPr>
        <p:txBody>
          <a:bodyPr wrap="square">
            <a:spAutoFit/>
          </a:bodyPr>
          <a:lstStyle/>
          <a:p>
            <a:pPr>
              <a:lnSpc>
                <a:spcPct val="150000"/>
              </a:lnSpc>
            </a:pPr>
            <a:r>
              <a:rPr lang="zh-CN" altLang="en-US" sz="1400" dirty="0">
                <a:solidFill>
                  <a:schemeClr val="tx1">
                    <a:lumMod val="65000"/>
                    <a:lumOff val="35000"/>
                  </a:schemeClr>
                </a:solidFill>
                <a:cs typeface="+mn-ea"/>
                <a:sym typeface="+mn-lt"/>
              </a:rPr>
              <a:t>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这里填写文字内容</a:t>
            </a:r>
          </a:p>
        </p:txBody>
      </p:sp>
      <p:sp>
        <p:nvSpPr>
          <p:cNvPr id="38" name="矩形 37">
            <a:extLst>
              <a:ext uri="{FF2B5EF4-FFF2-40B4-BE49-F238E27FC236}">
                <a16:creationId xmlns:a16="http://schemas.microsoft.com/office/drawing/2014/main" id="{7D4CAFD9-1667-6C02-8DD8-678ACB077A6B}"/>
              </a:ext>
            </a:extLst>
          </p:cNvPr>
          <p:cNvSpPr/>
          <p:nvPr/>
        </p:nvSpPr>
        <p:spPr>
          <a:xfrm>
            <a:off x="6086429"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sp>
        <p:nvSpPr>
          <p:cNvPr id="39" name="矩形 38">
            <a:extLst>
              <a:ext uri="{FF2B5EF4-FFF2-40B4-BE49-F238E27FC236}">
                <a16:creationId xmlns:a16="http://schemas.microsoft.com/office/drawing/2014/main" id="{E2A8E86E-4DB4-4BE8-0433-DB6FA8E8F942}"/>
              </a:ext>
            </a:extLst>
          </p:cNvPr>
          <p:cNvSpPr/>
          <p:nvPr/>
        </p:nvSpPr>
        <p:spPr>
          <a:xfrm>
            <a:off x="8897363" y="4233761"/>
            <a:ext cx="2355823" cy="1754326"/>
          </a:xfrm>
          <a:prstGeom prst="rect">
            <a:avLst/>
          </a:prstGeom>
        </p:spPr>
        <p:txBody>
          <a:bodyPr wrap="square">
            <a:spAutoFit/>
          </a:bodyPr>
          <a:lstStyle/>
          <a:p>
            <a:pPr>
              <a:lnSpc>
                <a:spcPct val="150000"/>
              </a:lnSpc>
            </a:pPr>
            <a:r>
              <a:rPr lang="zh-CN" altLang="en-US" dirty="0">
                <a:solidFill>
                  <a:schemeClr val="tx1">
                    <a:lumMod val="65000"/>
                    <a:lumOff val="35000"/>
                  </a:schemeClr>
                </a:solidFill>
                <a:cs typeface="+mn-ea"/>
                <a:sym typeface="+mn-lt"/>
              </a:rPr>
              <a:t>这里填写文字内容这里填写文字内容这里填写文字内容这里填写文字内容</a:t>
            </a:r>
          </a:p>
        </p:txBody>
      </p:sp>
      <p:cxnSp>
        <p:nvCxnSpPr>
          <p:cNvPr id="40" name="直接连接符 39">
            <a:extLst>
              <a:ext uri="{FF2B5EF4-FFF2-40B4-BE49-F238E27FC236}">
                <a16:creationId xmlns:a16="http://schemas.microsoft.com/office/drawing/2014/main" id="{C95792FF-ABC6-F7B0-01D6-8BDDCE32CF34}"/>
              </a:ext>
            </a:extLst>
          </p:cNvPr>
          <p:cNvCxnSpPr/>
          <p:nvPr/>
        </p:nvCxnSpPr>
        <p:spPr>
          <a:xfrm>
            <a:off x="5917858" y="4188089"/>
            <a:ext cx="5107860" cy="0"/>
          </a:xfrm>
          <a:prstGeom prst="line">
            <a:avLst/>
          </a:prstGeom>
          <a:solidFill>
            <a:srgbClr val="070606"/>
          </a:solidFill>
          <a:ln w="15875">
            <a:solidFill>
              <a:schemeClr val="tx1">
                <a:lumMod val="50000"/>
                <a:lumOff val="50000"/>
              </a:schemeClr>
            </a:solidFill>
            <a:round/>
          </a:ln>
        </p:spPr>
      </p:cxnSp>
      <p:sp>
        <p:nvSpPr>
          <p:cNvPr id="2" name="任意多边形 19">
            <a:extLst>
              <a:ext uri="{FF2B5EF4-FFF2-40B4-BE49-F238E27FC236}">
                <a16:creationId xmlns:a16="http://schemas.microsoft.com/office/drawing/2014/main" id="{D69A9641-6A39-4AD2-57BD-108712518F7F}"/>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E75A45A8-2DB6-1C74-6A8F-3E3F92A1B950}"/>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94F4C546-4944-7237-C884-8A085E585C30}"/>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24CC488A-BBCD-4815-A960-9C9E09FAB3F9}"/>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5BEB546A-394E-0C9E-EF74-37DAB47871EF}"/>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136C53B-6273-E2FD-B172-8D5246EFAAA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0" name="文本占位符 33">
            <a:extLst>
              <a:ext uri="{FF2B5EF4-FFF2-40B4-BE49-F238E27FC236}">
                <a16:creationId xmlns:a16="http://schemas.microsoft.com/office/drawing/2014/main" id="{1901C94C-3893-2D8E-C0B8-7F5D378F1330}"/>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122955446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比较">
    <p:spTree>
      <p:nvGrpSpPr>
        <p:cNvPr id="1" name=""/>
        <p:cNvGrpSpPr/>
        <p:nvPr/>
      </p:nvGrpSpPr>
      <p:grpSpPr>
        <a:xfrm>
          <a:off x="0" y="0"/>
          <a:ext cx="0" cy="0"/>
          <a:chOff x="0" y="0"/>
          <a:chExt cx="0" cy="0"/>
        </a:xfrm>
      </p:grpSpPr>
      <p:sp>
        <p:nvSpPr>
          <p:cNvPr id="17" name="椭圆 16">
            <a:extLst>
              <a:ext uri="{FF2B5EF4-FFF2-40B4-BE49-F238E27FC236}">
                <a16:creationId xmlns:a16="http://schemas.microsoft.com/office/drawing/2014/main" id="{06C07459-634F-8707-41A5-2F1BD91FB743}"/>
              </a:ext>
            </a:extLst>
          </p:cNvPr>
          <p:cNvSpPr/>
          <p:nvPr/>
        </p:nvSpPr>
        <p:spPr>
          <a:xfrm>
            <a:off x="1260712" y="3026613"/>
            <a:ext cx="1309133" cy="1309133"/>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8" name="椭圆 17">
            <a:extLst>
              <a:ext uri="{FF2B5EF4-FFF2-40B4-BE49-F238E27FC236}">
                <a16:creationId xmlns:a16="http://schemas.microsoft.com/office/drawing/2014/main" id="{4BD09E54-E665-47BF-469F-C02DDB6B4C81}"/>
              </a:ext>
            </a:extLst>
          </p:cNvPr>
          <p:cNvSpPr/>
          <p:nvPr/>
        </p:nvSpPr>
        <p:spPr>
          <a:xfrm flipV="1">
            <a:off x="3331864" y="2970613"/>
            <a:ext cx="1309133" cy="1309133"/>
          </a:xfrm>
          <a:prstGeom prst="ellipse">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19" name="椭圆 18">
            <a:extLst>
              <a:ext uri="{FF2B5EF4-FFF2-40B4-BE49-F238E27FC236}">
                <a16:creationId xmlns:a16="http://schemas.microsoft.com/office/drawing/2014/main" id="{6005E3A2-4B78-938B-1318-371DB1A8BD0C}"/>
              </a:ext>
            </a:extLst>
          </p:cNvPr>
          <p:cNvSpPr/>
          <p:nvPr/>
        </p:nvSpPr>
        <p:spPr>
          <a:xfrm>
            <a:off x="5405503" y="3011695"/>
            <a:ext cx="1309133" cy="1309133"/>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0" name="椭圆 19">
            <a:extLst>
              <a:ext uri="{FF2B5EF4-FFF2-40B4-BE49-F238E27FC236}">
                <a16:creationId xmlns:a16="http://schemas.microsoft.com/office/drawing/2014/main" id="{CF40B1D2-3EF5-8B35-DB30-BE96BF8067EB}"/>
              </a:ext>
            </a:extLst>
          </p:cNvPr>
          <p:cNvSpPr/>
          <p:nvPr/>
        </p:nvSpPr>
        <p:spPr>
          <a:xfrm flipV="1">
            <a:off x="7476655" y="2955695"/>
            <a:ext cx="1309133" cy="1309133"/>
          </a:xfrm>
          <a:prstGeom prst="ellipse">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1" name="椭圆 20">
            <a:extLst>
              <a:ext uri="{FF2B5EF4-FFF2-40B4-BE49-F238E27FC236}">
                <a16:creationId xmlns:a16="http://schemas.microsoft.com/office/drawing/2014/main" id="{1FE51DAC-8244-61EB-AF5C-43016B040F01}"/>
              </a:ext>
            </a:extLst>
          </p:cNvPr>
          <p:cNvSpPr/>
          <p:nvPr/>
        </p:nvSpPr>
        <p:spPr>
          <a:xfrm>
            <a:off x="9550293" y="2988497"/>
            <a:ext cx="1309133" cy="1309133"/>
          </a:xfrm>
          <a:prstGeom prst="ellipse">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2" name="任意形状 64">
            <a:extLst>
              <a:ext uri="{FF2B5EF4-FFF2-40B4-BE49-F238E27FC236}">
                <a16:creationId xmlns:a16="http://schemas.microsoft.com/office/drawing/2014/main" id="{A29CF2BD-F64A-5EC9-00D7-57E616E26A03}"/>
              </a:ext>
            </a:extLst>
          </p:cNvPr>
          <p:cNvSpPr/>
          <p:nvPr/>
        </p:nvSpPr>
        <p:spPr>
          <a:xfrm flipV="1">
            <a:off x="9010554" y="2447767"/>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3" name="任意形状 65">
            <a:extLst>
              <a:ext uri="{FF2B5EF4-FFF2-40B4-BE49-F238E27FC236}">
                <a16:creationId xmlns:a16="http://schemas.microsoft.com/office/drawing/2014/main" id="{7B323CE4-8EB7-5078-C0D4-75E3A22226FA}"/>
              </a:ext>
            </a:extLst>
          </p:cNvPr>
          <p:cNvSpPr/>
          <p:nvPr/>
        </p:nvSpPr>
        <p:spPr>
          <a:xfrm>
            <a:off x="6936916" y="3336976"/>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4" name="任意形状 66">
            <a:extLst>
              <a:ext uri="{FF2B5EF4-FFF2-40B4-BE49-F238E27FC236}">
                <a16:creationId xmlns:a16="http://schemas.microsoft.com/office/drawing/2014/main" id="{1F42A847-25C7-93BC-9A66-024389F4E045}"/>
              </a:ext>
            </a:extLst>
          </p:cNvPr>
          <p:cNvSpPr/>
          <p:nvPr/>
        </p:nvSpPr>
        <p:spPr>
          <a:xfrm flipV="1">
            <a:off x="4865764" y="247096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5" name="任意形状 67">
            <a:extLst>
              <a:ext uri="{FF2B5EF4-FFF2-40B4-BE49-F238E27FC236}">
                <a16:creationId xmlns:a16="http://schemas.microsoft.com/office/drawing/2014/main" id="{5B24F391-9D6E-A703-30ED-923398762AD4}"/>
              </a:ext>
            </a:extLst>
          </p:cNvPr>
          <p:cNvSpPr/>
          <p:nvPr/>
        </p:nvSpPr>
        <p:spPr>
          <a:xfrm>
            <a:off x="2792125" y="3351895"/>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sp>
        <p:nvSpPr>
          <p:cNvPr id="26" name="任意形状 68">
            <a:extLst>
              <a:ext uri="{FF2B5EF4-FFF2-40B4-BE49-F238E27FC236}">
                <a16:creationId xmlns:a16="http://schemas.microsoft.com/office/drawing/2014/main" id="{57097062-F88C-8713-DB2B-B367430FD050}"/>
              </a:ext>
            </a:extLst>
          </p:cNvPr>
          <p:cNvSpPr/>
          <p:nvPr/>
        </p:nvSpPr>
        <p:spPr>
          <a:xfrm flipV="1">
            <a:off x="720973" y="2485883"/>
            <a:ext cx="2541387" cy="1468581"/>
          </a:xfrm>
          <a:custGeom>
            <a:avLst/>
            <a:gdLst>
              <a:gd name="connsiteX0" fmla="*/ 1495053 w 3181348"/>
              <a:gd name="connsiteY0" fmla="*/ 1838394 h 1838394"/>
              <a:gd name="connsiteX1" fmla="*/ 2983619 w 3181348"/>
              <a:gd name="connsiteY1" fmla="*/ 495090 h 1838394"/>
              <a:gd name="connsiteX2" fmla="*/ 2990107 w 3181348"/>
              <a:gd name="connsiteY2" fmla="*/ 366615 h 1838394"/>
              <a:gd name="connsiteX3" fmla="*/ 3181348 w 3181348"/>
              <a:gd name="connsiteY3" fmla="*/ 366615 h 1838394"/>
              <a:gd name="connsiteX4" fmla="*/ 2795400 w 3181348"/>
              <a:gd name="connsiteY4" fmla="*/ 0 h 1838394"/>
              <a:gd name="connsiteX5" fmla="*/ 2409452 w 3181348"/>
              <a:gd name="connsiteY5" fmla="*/ 366615 h 1838394"/>
              <a:gd name="connsiteX6" fmla="*/ 2599424 w 3181348"/>
              <a:gd name="connsiteY6" fmla="*/ 366615 h 1838394"/>
              <a:gd name="connsiteX7" fmla="*/ 2594954 w 3181348"/>
              <a:gd name="connsiteY7" fmla="*/ 455145 h 1838394"/>
              <a:gd name="connsiteX8" fmla="*/ 1495053 w 3181348"/>
              <a:gd name="connsiteY8" fmla="*/ 1447712 h 1838394"/>
              <a:gd name="connsiteX9" fmla="*/ 395152 w 3181348"/>
              <a:gd name="connsiteY9" fmla="*/ 455145 h 1838394"/>
              <a:gd name="connsiteX10" fmla="*/ 390682 w 3181348"/>
              <a:gd name="connsiteY10" fmla="*/ 366615 h 1838394"/>
              <a:gd name="connsiteX11" fmla="*/ 0 w 3181348"/>
              <a:gd name="connsiteY11" fmla="*/ 366615 h 1838394"/>
              <a:gd name="connsiteX12" fmla="*/ 6487 w 3181348"/>
              <a:gd name="connsiteY12" fmla="*/ 495090 h 1838394"/>
              <a:gd name="connsiteX13" fmla="*/ 1495053 w 3181348"/>
              <a:gd name="connsiteY13" fmla="*/ 1838394 h 1838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81348" h="1838394">
                <a:moveTo>
                  <a:pt x="1495053" y="1838394"/>
                </a:moveTo>
                <a:cubicBezTo>
                  <a:pt x="2269783" y="1838394"/>
                  <a:pt x="2906994" y="1249604"/>
                  <a:pt x="2983619" y="495090"/>
                </a:cubicBezTo>
                <a:lnTo>
                  <a:pt x="2990107" y="366615"/>
                </a:lnTo>
                <a:lnTo>
                  <a:pt x="3181348" y="366615"/>
                </a:lnTo>
                <a:lnTo>
                  <a:pt x="2795400" y="0"/>
                </a:lnTo>
                <a:lnTo>
                  <a:pt x="2409452" y="366615"/>
                </a:lnTo>
                <a:lnTo>
                  <a:pt x="2599424" y="366615"/>
                </a:lnTo>
                <a:lnTo>
                  <a:pt x="2594954" y="455145"/>
                </a:lnTo>
                <a:cubicBezTo>
                  <a:pt x="2538336" y="1012655"/>
                  <a:pt x="2067501" y="1447712"/>
                  <a:pt x="1495053" y="1447712"/>
                </a:cubicBezTo>
                <a:cubicBezTo>
                  <a:pt x="922605" y="1447712"/>
                  <a:pt x="451771" y="1012655"/>
                  <a:pt x="395152" y="455145"/>
                </a:cubicBezTo>
                <a:lnTo>
                  <a:pt x="390682" y="366615"/>
                </a:lnTo>
                <a:lnTo>
                  <a:pt x="0" y="366615"/>
                </a:lnTo>
                <a:lnTo>
                  <a:pt x="6487" y="495090"/>
                </a:lnTo>
                <a:cubicBezTo>
                  <a:pt x="83112" y="1249604"/>
                  <a:pt x="720323" y="1838394"/>
                  <a:pt x="1495053" y="1838394"/>
                </a:cubicBezTo>
                <a:close/>
              </a:path>
            </a:pathLst>
          </a:cu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sz="3200">
              <a:solidFill>
                <a:srgbClr val="FFFFFF"/>
              </a:solidFill>
            </a:endParaRPr>
          </a:p>
        </p:txBody>
      </p:sp>
      <p:grpSp>
        <p:nvGrpSpPr>
          <p:cNvPr id="27" name="组 69">
            <a:extLst>
              <a:ext uri="{FF2B5EF4-FFF2-40B4-BE49-F238E27FC236}">
                <a16:creationId xmlns:a16="http://schemas.microsoft.com/office/drawing/2014/main" id="{2F2AB61E-9430-D6EA-F278-E96947EB5F96}"/>
              </a:ext>
            </a:extLst>
          </p:cNvPr>
          <p:cNvGrpSpPr/>
          <p:nvPr/>
        </p:nvGrpSpPr>
        <p:grpSpPr>
          <a:xfrm>
            <a:off x="1718361" y="3380290"/>
            <a:ext cx="393835" cy="631619"/>
            <a:chOff x="898525" y="1076325"/>
            <a:chExt cx="504825" cy="809625"/>
          </a:xfrm>
          <a:solidFill>
            <a:schemeClr val="bg1"/>
          </a:solidFill>
          <a:effectLst/>
        </p:grpSpPr>
        <p:sp>
          <p:nvSpPr>
            <p:cNvPr id="28" name="Freeform 44">
              <a:extLst>
                <a:ext uri="{FF2B5EF4-FFF2-40B4-BE49-F238E27FC236}">
                  <a16:creationId xmlns:a16="http://schemas.microsoft.com/office/drawing/2014/main" id="{62FAD4F7-1CCE-5A27-44CB-7F1501F8A55E}"/>
                </a:ext>
              </a:extLst>
            </p:cNvPr>
            <p:cNvSpPr/>
            <p:nvPr/>
          </p:nvSpPr>
          <p:spPr bwMode="auto">
            <a:xfrm>
              <a:off x="1028700" y="1736725"/>
              <a:ext cx="247650" cy="50800"/>
            </a:xfrm>
            <a:custGeom>
              <a:avLst/>
              <a:gdLst/>
              <a:ahLst/>
              <a:cxnLst>
                <a:cxn ang="0">
                  <a:pos x="140" y="0"/>
                </a:cxn>
                <a:cxn ang="0">
                  <a:pos x="16" y="0"/>
                </a:cxn>
                <a:cxn ang="0">
                  <a:pos x="16" y="0"/>
                </a:cxn>
                <a:cxn ang="0">
                  <a:pos x="10" y="0"/>
                </a:cxn>
                <a:cxn ang="0">
                  <a:pos x="4" y="4"/>
                </a:cxn>
                <a:cxn ang="0">
                  <a:pos x="2" y="10"/>
                </a:cxn>
                <a:cxn ang="0">
                  <a:pos x="0" y="16"/>
                </a:cxn>
                <a:cxn ang="0">
                  <a:pos x="0" y="16"/>
                </a:cxn>
                <a:cxn ang="0">
                  <a:pos x="2" y="22"/>
                </a:cxn>
                <a:cxn ang="0">
                  <a:pos x="4" y="28"/>
                </a:cxn>
                <a:cxn ang="0">
                  <a:pos x="10" y="32"/>
                </a:cxn>
                <a:cxn ang="0">
                  <a:pos x="16" y="32"/>
                </a:cxn>
                <a:cxn ang="0">
                  <a:pos x="140" y="32"/>
                </a:cxn>
                <a:cxn ang="0">
                  <a:pos x="140" y="32"/>
                </a:cxn>
                <a:cxn ang="0">
                  <a:pos x="146" y="32"/>
                </a:cxn>
                <a:cxn ang="0">
                  <a:pos x="152" y="28"/>
                </a:cxn>
                <a:cxn ang="0">
                  <a:pos x="154" y="22"/>
                </a:cxn>
                <a:cxn ang="0">
                  <a:pos x="156" y="16"/>
                </a:cxn>
                <a:cxn ang="0">
                  <a:pos x="156" y="16"/>
                </a:cxn>
                <a:cxn ang="0">
                  <a:pos x="154" y="10"/>
                </a:cxn>
                <a:cxn ang="0">
                  <a:pos x="152" y="4"/>
                </a:cxn>
                <a:cxn ang="0">
                  <a:pos x="146" y="0"/>
                </a:cxn>
                <a:cxn ang="0">
                  <a:pos x="140" y="0"/>
                </a:cxn>
                <a:cxn ang="0">
                  <a:pos x="140" y="0"/>
                </a:cxn>
              </a:cxnLst>
              <a:rect l="0" t="0" r="r" b="b"/>
              <a:pathLst>
                <a:path w="156" h="32">
                  <a:moveTo>
                    <a:pt x="140" y="0"/>
                  </a:moveTo>
                  <a:lnTo>
                    <a:pt x="16" y="0"/>
                  </a:lnTo>
                  <a:lnTo>
                    <a:pt x="16" y="0"/>
                  </a:lnTo>
                  <a:lnTo>
                    <a:pt x="10" y="0"/>
                  </a:lnTo>
                  <a:lnTo>
                    <a:pt x="4" y="4"/>
                  </a:lnTo>
                  <a:lnTo>
                    <a:pt x="2" y="10"/>
                  </a:lnTo>
                  <a:lnTo>
                    <a:pt x="0" y="16"/>
                  </a:lnTo>
                  <a:lnTo>
                    <a:pt x="0" y="16"/>
                  </a:lnTo>
                  <a:lnTo>
                    <a:pt x="2" y="22"/>
                  </a:lnTo>
                  <a:lnTo>
                    <a:pt x="4" y="28"/>
                  </a:lnTo>
                  <a:lnTo>
                    <a:pt x="10" y="32"/>
                  </a:lnTo>
                  <a:lnTo>
                    <a:pt x="16" y="32"/>
                  </a:lnTo>
                  <a:lnTo>
                    <a:pt x="140" y="32"/>
                  </a:lnTo>
                  <a:lnTo>
                    <a:pt x="140" y="32"/>
                  </a:lnTo>
                  <a:lnTo>
                    <a:pt x="146" y="32"/>
                  </a:lnTo>
                  <a:lnTo>
                    <a:pt x="152" y="28"/>
                  </a:lnTo>
                  <a:lnTo>
                    <a:pt x="154" y="22"/>
                  </a:lnTo>
                  <a:lnTo>
                    <a:pt x="156" y="16"/>
                  </a:lnTo>
                  <a:lnTo>
                    <a:pt x="156" y="16"/>
                  </a:lnTo>
                  <a:lnTo>
                    <a:pt x="154" y="10"/>
                  </a:lnTo>
                  <a:lnTo>
                    <a:pt x="152" y="4"/>
                  </a:lnTo>
                  <a:lnTo>
                    <a:pt x="146" y="0"/>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29" name="Freeform 45">
              <a:extLst>
                <a:ext uri="{FF2B5EF4-FFF2-40B4-BE49-F238E27FC236}">
                  <a16:creationId xmlns:a16="http://schemas.microsoft.com/office/drawing/2014/main" id="{6F52B4E6-FFA4-6B72-EE1E-1844D6837516}"/>
                </a:ext>
              </a:extLst>
            </p:cNvPr>
            <p:cNvSpPr/>
            <p:nvPr/>
          </p:nvSpPr>
          <p:spPr bwMode="auto">
            <a:xfrm>
              <a:off x="1028700" y="1831975"/>
              <a:ext cx="247650" cy="53975"/>
            </a:xfrm>
            <a:custGeom>
              <a:avLst/>
              <a:gdLst/>
              <a:ahLst/>
              <a:cxnLst>
                <a:cxn ang="0">
                  <a:pos x="140" y="0"/>
                </a:cxn>
                <a:cxn ang="0">
                  <a:pos x="16" y="0"/>
                </a:cxn>
                <a:cxn ang="0">
                  <a:pos x="16" y="0"/>
                </a:cxn>
                <a:cxn ang="0">
                  <a:pos x="10" y="2"/>
                </a:cxn>
                <a:cxn ang="0">
                  <a:pos x="4" y="4"/>
                </a:cxn>
                <a:cxn ang="0">
                  <a:pos x="2" y="10"/>
                </a:cxn>
                <a:cxn ang="0">
                  <a:pos x="0" y="16"/>
                </a:cxn>
                <a:cxn ang="0">
                  <a:pos x="0" y="16"/>
                </a:cxn>
                <a:cxn ang="0">
                  <a:pos x="2" y="24"/>
                </a:cxn>
                <a:cxn ang="0">
                  <a:pos x="4" y="28"/>
                </a:cxn>
                <a:cxn ang="0">
                  <a:pos x="10" y="32"/>
                </a:cxn>
                <a:cxn ang="0">
                  <a:pos x="16" y="34"/>
                </a:cxn>
                <a:cxn ang="0">
                  <a:pos x="140" y="34"/>
                </a:cxn>
                <a:cxn ang="0">
                  <a:pos x="140" y="34"/>
                </a:cxn>
                <a:cxn ang="0">
                  <a:pos x="146" y="32"/>
                </a:cxn>
                <a:cxn ang="0">
                  <a:pos x="152" y="28"/>
                </a:cxn>
                <a:cxn ang="0">
                  <a:pos x="154" y="24"/>
                </a:cxn>
                <a:cxn ang="0">
                  <a:pos x="156" y="16"/>
                </a:cxn>
                <a:cxn ang="0">
                  <a:pos x="156" y="16"/>
                </a:cxn>
                <a:cxn ang="0">
                  <a:pos x="154" y="10"/>
                </a:cxn>
                <a:cxn ang="0">
                  <a:pos x="152" y="4"/>
                </a:cxn>
                <a:cxn ang="0">
                  <a:pos x="146" y="2"/>
                </a:cxn>
                <a:cxn ang="0">
                  <a:pos x="140" y="0"/>
                </a:cxn>
                <a:cxn ang="0">
                  <a:pos x="140" y="0"/>
                </a:cxn>
              </a:cxnLst>
              <a:rect l="0" t="0" r="r" b="b"/>
              <a:pathLst>
                <a:path w="156" h="34">
                  <a:moveTo>
                    <a:pt x="140" y="0"/>
                  </a:moveTo>
                  <a:lnTo>
                    <a:pt x="16" y="0"/>
                  </a:lnTo>
                  <a:lnTo>
                    <a:pt x="16" y="0"/>
                  </a:lnTo>
                  <a:lnTo>
                    <a:pt x="10" y="2"/>
                  </a:lnTo>
                  <a:lnTo>
                    <a:pt x="4" y="4"/>
                  </a:lnTo>
                  <a:lnTo>
                    <a:pt x="2" y="10"/>
                  </a:lnTo>
                  <a:lnTo>
                    <a:pt x="0" y="16"/>
                  </a:lnTo>
                  <a:lnTo>
                    <a:pt x="0" y="16"/>
                  </a:lnTo>
                  <a:lnTo>
                    <a:pt x="2" y="24"/>
                  </a:lnTo>
                  <a:lnTo>
                    <a:pt x="4" y="28"/>
                  </a:lnTo>
                  <a:lnTo>
                    <a:pt x="10" y="32"/>
                  </a:lnTo>
                  <a:lnTo>
                    <a:pt x="16" y="34"/>
                  </a:lnTo>
                  <a:lnTo>
                    <a:pt x="140" y="34"/>
                  </a:lnTo>
                  <a:lnTo>
                    <a:pt x="140" y="34"/>
                  </a:lnTo>
                  <a:lnTo>
                    <a:pt x="146" y="32"/>
                  </a:lnTo>
                  <a:lnTo>
                    <a:pt x="152" y="28"/>
                  </a:lnTo>
                  <a:lnTo>
                    <a:pt x="154" y="24"/>
                  </a:lnTo>
                  <a:lnTo>
                    <a:pt x="156" y="16"/>
                  </a:lnTo>
                  <a:lnTo>
                    <a:pt x="156" y="16"/>
                  </a:lnTo>
                  <a:lnTo>
                    <a:pt x="154" y="10"/>
                  </a:lnTo>
                  <a:lnTo>
                    <a:pt x="152" y="4"/>
                  </a:lnTo>
                  <a:lnTo>
                    <a:pt x="146" y="2"/>
                  </a:lnTo>
                  <a:lnTo>
                    <a:pt x="140" y="0"/>
                  </a:lnTo>
                  <a:lnTo>
                    <a:pt x="140" y="0"/>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sp>
          <p:nvSpPr>
            <p:cNvPr id="30" name="Freeform 46">
              <a:extLst>
                <a:ext uri="{FF2B5EF4-FFF2-40B4-BE49-F238E27FC236}">
                  <a16:creationId xmlns:a16="http://schemas.microsoft.com/office/drawing/2014/main" id="{20DDC22A-8F4A-2A96-EA2C-0B973EF658D8}"/>
                </a:ext>
              </a:extLst>
            </p:cNvPr>
            <p:cNvSpPr>
              <a:spLocks noEditPoints="1"/>
            </p:cNvSpPr>
            <p:nvPr/>
          </p:nvSpPr>
          <p:spPr bwMode="auto">
            <a:xfrm>
              <a:off x="898525" y="1076325"/>
              <a:ext cx="504825" cy="615950"/>
            </a:xfrm>
            <a:custGeom>
              <a:avLst/>
              <a:gdLst/>
              <a:ahLst/>
              <a:cxnLst>
                <a:cxn ang="0">
                  <a:pos x="160" y="0"/>
                </a:cxn>
                <a:cxn ang="0">
                  <a:pos x="152" y="0"/>
                </a:cxn>
                <a:cxn ang="0">
                  <a:pos x="106" y="10"/>
                </a:cxn>
                <a:cxn ang="0">
                  <a:pos x="66" y="30"/>
                </a:cxn>
                <a:cxn ang="0">
                  <a:pos x="34" y="60"/>
                </a:cxn>
                <a:cxn ang="0">
                  <a:pos x="12" y="98"/>
                </a:cxn>
                <a:cxn ang="0">
                  <a:pos x="2" y="144"/>
                </a:cxn>
                <a:cxn ang="0">
                  <a:pos x="2" y="176"/>
                </a:cxn>
                <a:cxn ang="0">
                  <a:pos x="18" y="226"/>
                </a:cxn>
                <a:cxn ang="0">
                  <a:pos x="60" y="282"/>
                </a:cxn>
                <a:cxn ang="0">
                  <a:pos x="74" y="300"/>
                </a:cxn>
                <a:cxn ang="0">
                  <a:pos x="80" y="322"/>
                </a:cxn>
                <a:cxn ang="0">
                  <a:pos x="82" y="354"/>
                </a:cxn>
                <a:cxn ang="0">
                  <a:pos x="88" y="372"/>
                </a:cxn>
                <a:cxn ang="0">
                  <a:pos x="102" y="384"/>
                </a:cxn>
                <a:cxn ang="0">
                  <a:pos x="158" y="388"/>
                </a:cxn>
                <a:cxn ang="0">
                  <a:pos x="202" y="388"/>
                </a:cxn>
                <a:cxn ang="0">
                  <a:pos x="222" y="382"/>
                </a:cxn>
                <a:cxn ang="0">
                  <a:pos x="234" y="366"/>
                </a:cxn>
                <a:cxn ang="0">
                  <a:pos x="236" y="340"/>
                </a:cxn>
                <a:cxn ang="0">
                  <a:pos x="242" y="306"/>
                </a:cxn>
                <a:cxn ang="0">
                  <a:pos x="250" y="292"/>
                </a:cxn>
                <a:cxn ang="0">
                  <a:pos x="282" y="256"/>
                </a:cxn>
                <a:cxn ang="0">
                  <a:pos x="308" y="210"/>
                </a:cxn>
                <a:cxn ang="0">
                  <a:pos x="318" y="158"/>
                </a:cxn>
                <a:cxn ang="0">
                  <a:pos x="314" y="128"/>
                </a:cxn>
                <a:cxn ang="0">
                  <a:pos x="300" y="86"/>
                </a:cxn>
                <a:cxn ang="0">
                  <a:pos x="274" y="50"/>
                </a:cxn>
                <a:cxn ang="0">
                  <a:pos x="240" y="22"/>
                </a:cxn>
                <a:cxn ang="0">
                  <a:pos x="198" y="6"/>
                </a:cxn>
                <a:cxn ang="0">
                  <a:pos x="168" y="0"/>
                </a:cxn>
                <a:cxn ang="0">
                  <a:pos x="258" y="164"/>
                </a:cxn>
                <a:cxn ang="0">
                  <a:pos x="246" y="146"/>
                </a:cxn>
                <a:cxn ang="0">
                  <a:pos x="240" y="120"/>
                </a:cxn>
                <a:cxn ang="0">
                  <a:pos x="216" y="88"/>
                </a:cxn>
                <a:cxn ang="0">
                  <a:pos x="178" y="74"/>
                </a:cxn>
                <a:cxn ang="0">
                  <a:pos x="164" y="68"/>
                </a:cxn>
                <a:cxn ang="0">
                  <a:pos x="158" y="52"/>
                </a:cxn>
                <a:cxn ang="0">
                  <a:pos x="172" y="34"/>
                </a:cxn>
                <a:cxn ang="0">
                  <a:pos x="202" y="36"/>
                </a:cxn>
                <a:cxn ang="0">
                  <a:pos x="256" y="68"/>
                </a:cxn>
                <a:cxn ang="0">
                  <a:pos x="284" y="124"/>
                </a:cxn>
                <a:cxn ang="0">
                  <a:pos x="284" y="154"/>
                </a:cxn>
                <a:cxn ang="0">
                  <a:pos x="266" y="166"/>
                </a:cxn>
              </a:cxnLst>
              <a:rect l="0" t="0" r="r" b="b"/>
              <a:pathLst>
                <a:path w="318" h="388">
                  <a:moveTo>
                    <a:pt x="168" y="0"/>
                  </a:moveTo>
                  <a:lnTo>
                    <a:pt x="168" y="0"/>
                  </a:lnTo>
                  <a:lnTo>
                    <a:pt x="160" y="0"/>
                  </a:lnTo>
                  <a:lnTo>
                    <a:pt x="160" y="0"/>
                  </a:lnTo>
                  <a:lnTo>
                    <a:pt x="152" y="0"/>
                  </a:lnTo>
                  <a:lnTo>
                    <a:pt x="152" y="0"/>
                  </a:lnTo>
                  <a:lnTo>
                    <a:pt x="136" y="2"/>
                  </a:lnTo>
                  <a:lnTo>
                    <a:pt x="120" y="4"/>
                  </a:lnTo>
                  <a:lnTo>
                    <a:pt x="106" y="10"/>
                  </a:lnTo>
                  <a:lnTo>
                    <a:pt x="92" y="16"/>
                  </a:lnTo>
                  <a:lnTo>
                    <a:pt x="80" y="22"/>
                  </a:lnTo>
                  <a:lnTo>
                    <a:pt x="66" y="30"/>
                  </a:lnTo>
                  <a:lnTo>
                    <a:pt x="56" y="40"/>
                  </a:lnTo>
                  <a:lnTo>
                    <a:pt x="44" y="50"/>
                  </a:lnTo>
                  <a:lnTo>
                    <a:pt x="34" y="60"/>
                  </a:lnTo>
                  <a:lnTo>
                    <a:pt x="26" y="72"/>
                  </a:lnTo>
                  <a:lnTo>
                    <a:pt x="18" y="86"/>
                  </a:lnTo>
                  <a:lnTo>
                    <a:pt x="12" y="98"/>
                  </a:lnTo>
                  <a:lnTo>
                    <a:pt x="8" y="114"/>
                  </a:lnTo>
                  <a:lnTo>
                    <a:pt x="4" y="128"/>
                  </a:lnTo>
                  <a:lnTo>
                    <a:pt x="2" y="144"/>
                  </a:lnTo>
                  <a:lnTo>
                    <a:pt x="0" y="158"/>
                  </a:lnTo>
                  <a:lnTo>
                    <a:pt x="0" y="158"/>
                  </a:lnTo>
                  <a:lnTo>
                    <a:pt x="2" y="176"/>
                  </a:lnTo>
                  <a:lnTo>
                    <a:pt x="6" y="192"/>
                  </a:lnTo>
                  <a:lnTo>
                    <a:pt x="10" y="210"/>
                  </a:lnTo>
                  <a:lnTo>
                    <a:pt x="18" y="226"/>
                  </a:lnTo>
                  <a:lnTo>
                    <a:pt x="26" y="240"/>
                  </a:lnTo>
                  <a:lnTo>
                    <a:pt x="36" y="256"/>
                  </a:lnTo>
                  <a:lnTo>
                    <a:pt x="60" y="282"/>
                  </a:lnTo>
                  <a:lnTo>
                    <a:pt x="60" y="282"/>
                  </a:lnTo>
                  <a:lnTo>
                    <a:pt x="68" y="292"/>
                  </a:lnTo>
                  <a:lnTo>
                    <a:pt x="74" y="300"/>
                  </a:lnTo>
                  <a:lnTo>
                    <a:pt x="78" y="306"/>
                  </a:lnTo>
                  <a:lnTo>
                    <a:pt x="78" y="306"/>
                  </a:lnTo>
                  <a:lnTo>
                    <a:pt x="80" y="322"/>
                  </a:lnTo>
                  <a:lnTo>
                    <a:pt x="82" y="340"/>
                  </a:lnTo>
                  <a:lnTo>
                    <a:pt x="82" y="354"/>
                  </a:lnTo>
                  <a:lnTo>
                    <a:pt x="82" y="354"/>
                  </a:lnTo>
                  <a:lnTo>
                    <a:pt x="82" y="360"/>
                  </a:lnTo>
                  <a:lnTo>
                    <a:pt x="84" y="366"/>
                  </a:lnTo>
                  <a:lnTo>
                    <a:pt x="88" y="372"/>
                  </a:lnTo>
                  <a:lnTo>
                    <a:pt x="92" y="378"/>
                  </a:lnTo>
                  <a:lnTo>
                    <a:pt x="96" y="382"/>
                  </a:lnTo>
                  <a:lnTo>
                    <a:pt x="102" y="384"/>
                  </a:lnTo>
                  <a:lnTo>
                    <a:pt x="110" y="386"/>
                  </a:lnTo>
                  <a:lnTo>
                    <a:pt x="116" y="388"/>
                  </a:lnTo>
                  <a:lnTo>
                    <a:pt x="158" y="388"/>
                  </a:lnTo>
                  <a:lnTo>
                    <a:pt x="160" y="388"/>
                  </a:lnTo>
                  <a:lnTo>
                    <a:pt x="202" y="388"/>
                  </a:lnTo>
                  <a:lnTo>
                    <a:pt x="202" y="388"/>
                  </a:lnTo>
                  <a:lnTo>
                    <a:pt x="210" y="386"/>
                  </a:lnTo>
                  <a:lnTo>
                    <a:pt x="216" y="384"/>
                  </a:lnTo>
                  <a:lnTo>
                    <a:pt x="222" y="382"/>
                  </a:lnTo>
                  <a:lnTo>
                    <a:pt x="226" y="378"/>
                  </a:lnTo>
                  <a:lnTo>
                    <a:pt x="230" y="372"/>
                  </a:lnTo>
                  <a:lnTo>
                    <a:pt x="234" y="366"/>
                  </a:lnTo>
                  <a:lnTo>
                    <a:pt x="236" y="360"/>
                  </a:lnTo>
                  <a:lnTo>
                    <a:pt x="236" y="354"/>
                  </a:lnTo>
                  <a:lnTo>
                    <a:pt x="236" y="340"/>
                  </a:lnTo>
                  <a:lnTo>
                    <a:pt x="236" y="340"/>
                  </a:lnTo>
                  <a:lnTo>
                    <a:pt x="238" y="322"/>
                  </a:lnTo>
                  <a:lnTo>
                    <a:pt x="242" y="306"/>
                  </a:lnTo>
                  <a:lnTo>
                    <a:pt x="242" y="306"/>
                  </a:lnTo>
                  <a:lnTo>
                    <a:pt x="244" y="300"/>
                  </a:lnTo>
                  <a:lnTo>
                    <a:pt x="250" y="292"/>
                  </a:lnTo>
                  <a:lnTo>
                    <a:pt x="260" y="282"/>
                  </a:lnTo>
                  <a:lnTo>
                    <a:pt x="260" y="282"/>
                  </a:lnTo>
                  <a:lnTo>
                    <a:pt x="282" y="256"/>
                  </a:lnTo>
                  <a:lnTo>
                    <a:pt x="292" y="240"/>
                  </a:lnTo>
                  <a:lnTo>
                    <a:pt x="300" y="226"/>
                  </a:lnTo>
                  <a:lnTo>
                    <a:pt x="308" y="210"/>
                  </a:lnTo>
                  <a:lnTo>
                    <a:pt x="312" y="192"/>
                  </a:lnTo>
                  <a:lnTo>
                    <a:pt x="316" y="176"/>
                  </a:lnTo>
                  <a:lnTo>
                    <a:pt x="318" y="158"/>
                  </a:lnTo>
                  <a:lnTo>
                    <a:pt x="318" y="158"/>
                  </a:lnTo>
                  <a:lnTo>
                    <a:pt x="316" y="144"/>
                  </a:lnTo>
                  <a:lnTo>
                    <a:pt x="314" y="128"/>
                  </a:lnTo>
                  <a:lnTo>
                    <a:pt x="312" y="114"/>
                  </a:lnTo>
                  <a:lnTo>
                    <a:pt x="306" y="100"/>
                  </a:lnTo>
                  <a:lnTo>
                    <a:pt x="300" y="86"/>
                  </a:lnTo>
                  <a:lnTo>
                    <a:pt x="292" y="72"/>
                  </a:lnTo>
                  <a:lnTo>
                    <a:pt x="284" y="60"/>
                  </a:lnTo>
                  <a:lnTo>
                    <a:pt x="274" y="50"/>
                  </a:lnTo>
                  <a:lnTo>
                    <a:pt x="264" y="40"/>
                  </a:lnTo>
                  <a:lnTo>
                    <a:pt x="252" y="30"/>
                  </a:lnTo>
                  <a:lnTo>
                    <a:pt x="240" y="22"/>
                  </a:lnTo>
                  <a:lnTo>
                    <a:pt x="226" y="16"/>
                  </a:lnTo>
                  <a:lnTo>
                    <a:pt x="212" y="10"/>
                  </a:lnTo>
                  <a:lnTo>
                    <a:pt x="198" y="6"/>
                  </a:lnTo>
                  <a:lnTo>
                    <a:pt x="184" y="2"/>
                  </a:lnTo>
                  <a:lnTo>
                    <a:pt x="168" y="0"/>
                  </a:lnTo>
                  <a:lnTo>
                    <a:pt x="168" y="0"/>
                  </a:lnTo>
                  <a:close/>
                  <a:moveTo>
                    <a:pt x="266" y="166"/>
                  </a:moveTo>
                  <a:lnTo>
                    <a:pt x="266" y="166"/>
                  </a:lnTo>
                  <a:lnTo>
                    <a:pt x="258" y="164"/>
                  </a:lnTo>
                  <a:lnTo>
                    <a:pt x="252" y="160"/>
                  </a:lnTo>
                  <a:lnTo>
                    <a:pt x="248" y="154"/>
                  </a:lnTo>
                  <a:lnTo>
                    <a:pt x="246" y="146"/>
                  </a:lnTo>
                  <a:lnTo>
                    <a:pt x="246" y="146"/>
                  </a:lnTo>
                  <a:lnTo>
                    <a:pt x="244" y="132"/>
                  </a:lnTo>
                  <a:lnTo>
                    <a:pt x="240" y="120"/>
                  </a:lnTo>
                  <a:lnTo>
                    <a:pt x="234" y="108"/>
                  </a:lnTo>
                  <a:lnTo>
                    <a:pt x="226" y="96"/>
                  </a:lnTo>
                  <a:lnTo>
                    <a:pt x="216" y="88"/>
                  </a:lnTo>
                  <a:lnTo>
                    <a:pt x="204" y="80"/>
                  </a:lnTo>
                  <a:lnTo>
                    <a:pt x="192" y="76"/>
                  </a:lnTo>
                  <a:lnTo>
                    <a:pt x="178" y="74"/>
                  </a:lnTo>
                  <a:lnTo>
                    <a:pt x="178" y="74"/>
                  </a:lnTo>
                  <a:lnTo>
                    <a:pt x="170" y="72"/>
                  </a:lnTo>
                  <a:lnTo>
                    <a:pt x="164" y="68"/>
                  </a:lnTo>
                  <a:lnTo>
                    <a:pt x="160" y="60"/>
                  </a:lnTo>
                  <a:lnTo>
                    <a:pt x="158" y="52"/>
                  </a:lnTo>
                  <a:lnTo>
                    <a:pt x="158" y="52"/>
                  </a:lnTo>
                  <a:lnTo>
                    <a:pt x="160" y="44"/>
                  </a:lnTo>
                  <a:lnTo>
                    <a:pt x="166" y="38"/>
                  </a:lnTo>
                  <a:lnTo>
                    <a:pt x="172" y="34"/>
                  </a:lnTo>
                  <a:lnTo>
                    <a:pt x="180" y="34"/>
                  </a:lnTo>
                  <a:lnTo>
                    <a:pt x="180" y="34"/>
                  </a:lnTo>
                  <a:lnTo>
                    <a:pt x="202" y="36"/>
                  </a:lnTo>
                  <a:lnTo>
                    <a:pt x="222" y="44"/>
                  </a:lnTo>
                  <a:lnTo>
                    <a:pt x="240" y="54"/>
                  </a:lnTo>
                  <a:lnTo>
                    <a:pt x="256" y="68"/>
                  </a:lnTo>
                  <a:lnTo>
                    <a:pt x="268" y="86"/>
                  </a:lnTo>
                  <a:lnTo>
                    <a:pt x="278" y="104"/>
                  </a:lnTo>
                  <a:lnTo>
                    <a:pt x="284" y="124"/>
                  </a:lnTo>
                  <a:lnTo>
                    <a:pt x="286" y="146"/>
                  </a:lnTo>
                  <a:lnTo>
                    <a:pt x="286" y="146"/>
                  </a:lnTo>
                  <a:lnTo>
                    <a:pt x="284" y="154"/>
                  </a:lnTo>
                  <a:lnTo>
                    <a:pt x="280" y="160"/>
                  </a:lnTo>
                  <a:lnTo>
                    <a:pt x="274" y="164"/>
                  </a:lnTo>
                  <a:lnTo>
                    <a:pt x="266" y="166"/>
                  </a:lnTo>
                  <a:lnTo>
                    <a:pt x="266" y="166"/>
                  </a:lnTo>
                  <a:close/>
                </a:path>
              </a:pathLst>
            </a:custGeom>
            <a:grpFill/>
            <a:ln w="9525">
              <a:noFill/>
              <a:round/>
            </a:ln>
          </p:spPr>
          <p:txBody>
            <a:bodyPr vert="horz" wrap="square" lIns="121920" tIns="60960" rIns="121920" bIns="60960" numCol="1" anchor="t" anchorCtr="0" compatLnSpc="1"/>
            <a:lstStyle/>
            <a:p>
              <a:endParaRPr lang="zh-CN" altLang="en-US" sz="3200" u="sng">
                <a:solidFill>
                  <a:srgbClr val="000000"/>
                </a:solidFill>
              </a:endParaRPr>
            </a:p>
          </p:txBody>
        </p:sp>
      </p:grpSp>
      <p:grpSp>
        <p:nvGrpSpPr>
          <p:cNvPr id="31" name="组 73">
            <a:extLst>
              <a:ext uri="{FF2B5EF4-FFF2-40B4-BE49-F238E27FC236}">
                <a16:creationId xmlns:a16="http://schemas.microsoft.com/office/drawing/2014/main" id="{37599D08-E1B7-E820-373A-3824C08EA5F5}"/>
              </a:ext>
            </a:extLst>
          </p:cNvPr>
          <p:cNvGrpSpPr/>
          <p:nvPr/>
        </p:nvGrpSpPr>
        <p:grpSpPr>
          <a:xfrm>
            <a:off x="3661044" y="3351896"/>
            <a:ext cx="663469" cy="660013"/>
            <a:chOff x="8328025" y="3667125"/>
            <a:chExt cx="609600" cy="606425"/>
          </a:xfrm>
          <a:solidFill>
            <a:schemeClr val="bg1"/>
          </a:solidFill>
          <a:effectLst/>
        </p:grpSpPr>
        <p:sp>
          <p:nvSpPr>
            <p:cNvPr id="32" name="Freeform 213">
              <a:extLst>
                <a:ext uri="{FF2B5EF4-FFF2-40B4-BE49-F238E27FC236}">
                  <a16:creationId xmlns:a16="http://schemas.microsoft.com/office/drawing/2014/main" id="{E04D5860-6565-D1E8-8FD0-A776BBBCEA3F}"/>
                </a:ext>
              </a:extLst>
            </p:cNvPr>
            <p:cNvSpPr>
              <a:spLocks noEditPoints="1"/>
            </p:cNvSpPr>
            <p:nvPr/>
          </p:nvSpPr>
          <p:spPr bwMode="auto">
            <a:xfrm>
              <a:off x="8328025" y="3667125"/>
              <a:ext cx="609600" cy="606425"/>
            </a:xfrm>
            <a:custGeom>
              <a:avLst/>
              <a:gdLst/>
              <a:ahLst/>
              <a:cxnLst>
                <a:cxn ang="0">
                  <a:pos x="64" y="0"/>
                </a:cxn>
                <a:cxn ang="0">
                  <a:pos x="52" y="0"/>
                </a:cxn>
                <a:cxn ang="0">
                  <a:pos x="28" y="10"/>
                </a:cxn>
                <a:cxn ang="0">
                  <a:pos x="10" y="28"/>
                </a:cxn>
                <a:cxn ang="0">
                  <a:pos x="2" y="50"/>
                </a:cxn>
                <a:cxn ang="0">
                  <a:pos x="0" y="232"/>
                </a:cxn>
                <a:cxn ang="0">
                  <a:pos x="2" y="244"/>
                </a:cxn>
                <a:cxn ang="0">
                  <a:pos x="10" y="266"/>
                </a:cxn>
                <a:cxn ang="0">
                  <a:pos x="28" y="284"/>
                </a:cxn>
                <a:cxn ang="0">
                  <a:pos x="52" y="294"/>
                </a:cxn>
                <a:cxn ang="0">
                  <a:pos x="124" y="296"/>
                </a:cxn>
                <a:cxn ang="0">
                  <a:pos x="230" y="296"/>
                </a:cxn>
                <a:cxn ang="0">
                  <a:pos x="320" y="296"/>
                </a:cxn>
                <a:cxn ang="0">
                  <a:pos x="344" y="290"/>
                </a:cxn>
                <a:cxn ang="0">
                  <a:pos x="364" y="276"/>
                </a:cxn>
                <a:cxn ang="0">
                  <a:pos x="378" y="256"/>
                </a:cxn>
                <a:cxn ang="0">
                  <a:pos x="384" y="232"/>
                </a:cxn>
                <a:cxn ang="0">
                  <a:pos x="384" y="64"/>
                </a:cxn>
                <a:cxn ang="0">
                  <a:pos x="378" y="38"/>
                </a:cxn>
                <a:cxn ang="0">
                  <a:pos x="364" y="18"/>
                </a:cxn>
                <a:cxn ang="0">
                  <a:pos x="344" y="4"/>
                </a:cxn>
                <a:cxn ang="0">
                  <a:pos x="320" y="0"/>
                </a:cxn>
                <a:cxn ang="0">
                  <a:pos x="344" y="232"/>
                </a:cxn>
                <a:cxn ang="0">
                  <a:pos x="342" y="240"/>
                </a:cxn>
                <a:cxn ang="0">
                  <a:pos x="328" y="254"/>
                </a:cxn>
                <a:cxn ang="0">
                  <a:pos x="230" y="256"/>
                </a:cxn>
                <a:cxn ang="0">
                  <a:pos x="204" y="264"/>
                </a:cxn>
                <a:cxn ang="0">
                  <a:pos x="164" y="296"/>
                </a:cxn>
                <a:cxn ang="0">
                  <a:pos x="124" y="256"/>
                </a:cxn>
                <a:cxn ang="0">
                  <a:pos x="64" y="256"/>
                </a:cxn>
                <a:cxn ang="0">
                  <a:pos x="48" y="248"/>
                </a:cxn>
                <a:cxn ang="0">
                  <a:pos x="40" y="232"/>
                </a:cxn>
                <a:cxn ang="0">
                  <a:pos x="40" y="64"/>
                </a:cxn>
                <a:cxn ang="0">
                  <a:pos x="48" y="46"/>
                </a:cxn>
                <a:cxn ang="0">
                  <a:pos x="64" y="40"/>
                </a:cxn>
                <a:cxn ang="0">
                  <a:pos x="320" y="40"/>
                </a:cxn>
                <a:cxn ang="0">
                  <a:pos x="336" y="46"/>
                </a:cxn>
                <a:cxn ang="0">
                  <a:pos x="344" y="64"/>
                </a:cxn>
                <a:cxn ang="0">
                  <a:pos x="344" y="232"/>
                </a:cxn>
              </a:cxnLst>
              <a:rect l="0" t="0" r="r" b="b"/>
              <a:pathLst>
                <a:path w="384" h="382">
                  <a:moveTo>
                    <a:pt x="320" y="0"/>
                  </a:moveTo>
                  <a:lnTo>
                    <a:pt x="64" y="0"/>
                  </a:lnTo>
                  <a:lnTo>
                    <a:pt x="64" y="0"/>
                  </a:lnTo>
                  <a:lnTo>
                    <a:pt x="52" y="0"/>
                  </a:lnTo>
                  <a:lnTo>
                    <a:pt x="40" y="4"/>
                  </a:lnTo>
                  <a:lnTo>
                    <a:pt x="28" y="10"/>
                  </a:lnTo>
                  <a:lnTo>
                    <a:pt x="18" y="18"/>
                  </a:lnTo>
                  <a:lnTo>
                    <a:pt x="10" y="28"/>
                  </a:lnTo>
                  <a:lnTo>
                    <a:pt x="6" y="38"/>
                  </a:lnTo>
                  <a:lnTo>
                    <a:pt x="2" y="50"/>
                  </a:lnTo>
                  <a:lnTo>
                    <a:pt x="0" y="64"/>
                  </a:lnTo>
                  <a:lnTo>
                    <a:pt x="0" y="232"/>
                  </a:lnTo>
                  <a:lnTo>
                    <a:pt x="0" y="232"/>
                  </a:lnTo>
                  <a:lnTo>
                    <a:pt x="2" y="244"/>
                  </a:lnTo>
                  <a:lnTo>
                    <a:pt x="6" y="256"/>
                  </a:lnTo>
                  <a:lnTo>
                    <a:pt x="10" y="266"/>
                  </a:lnTo>
                  <a:lnTo>
                    <a:pt x="18" y="276"/>
                  </a:lnTo>
                  <a:lnTo>
                    <a:pt x="28" y="284"/>
                  </a:lnTo>
                  <a:lnTo>
                    <a:pt x="40" y="290"/>
                  </a:lnTo>
                  <a:lnTo>
                    <a:pt x="52" y="294"/>
                  </a:lnTo>
                  <a:lnTo>
                    <a:pt x="64" y="296"/>
                  </a:lnTo>
                  <a:lnTo>
                    <a:pt x="124" y="296"/>
                  </a:lnTo>
                  <a:lnTo>
                    <a:pt x="124" y="382"/>
                  </a:lnTo>
                  <a:lnTo>
                    <a:pt x="230" y="296"/>
                  </a:lnTo>
                  <a:lnTo>
                    <a:pt x="320" y="296"/>
                  </a:lnTo>
                  <a:lnTo>
                    <a:pt x="320" y="296"/>
                  </a:lnTo>
                  <a:lnTo>
                    <a:pt x="332" y="294"/>
                  </a:lnTo>
                  <a:lnTo>
                    <a:pt x="344" y="290"/>
                  </a:lnTo>
                  <a:lnTo>
                    <a:pt x="356" y="284"/>
                  </a:lnTo>
                  <a:lnTo>
                    <a:pt x="364" y="276"/>
                  </a:lnTo>
                  <a:lnTo>
                    <a:pt x="372" y="266"/>
                  </a:lnTo>
                  <a:lnTo>
                    <a:pt x="378" y="256"/>
                  </a:lnTo>
                  <a:lnTo>
                    <a:pt x="382" y="244"/>
                  </a:lnTo>
                  <a:lnTo>
                    <a:pt x="384" y="232"/>
                  </a:lnTo>
                  <a:lnTo>
                    <a:pt x="384" y="64"/>
                  </a:lnTo>
                  <a:lnTo>
                    <a:pt x="384" y="64"/>
                  </a:lnTo>
                  <a:lnTo>
                    <a:pt x="382" y="50"/>
                  </a:lnTo>
                  <a:lnTo>
                    <a:pt x="378" y="38"/>
                  </a:lnTo>
                  <a:lnTo>
                    <a:pt x="372" y="28"/>
                  </a:lnTo>
                  <a:lnTo>
                    <a:pt x="364" y="18"/>
                  </a:lnTo>
                  <a:lnTo>
                    <a:pt x="356" y="10"/>
                  </a:lnTo>
                  <a:lnTo>
                    <a:pt x="344" y="4"/>
                  </a:lnTo>
                  <a:lnTo>
                    <a:pt x="332" y="0"/>
                  </a:lnTo>
                  <a:lnTo>
                    <a:pt x="320" y="0"/>
                  </a:lnTo>
                  <a:lnTo>
                    <a:pt x="320" y="0"/>
                  </a:lnTo>
                  <a:close/>
                  <a:moveTo>
                    <a:pt x="344" y="232"/>
                  </a:moveTo>
                  <a:lnTo>
                    <a:pt x="344" y="232"/>
                  </a:lnTo>
                  <a:lnTo>
                    <a:pt x="342" y="240"/>
                  </a:lnTo>
                  <a:lnTo>
                    <a:pt x="336" y="248"/>
                  </a:lnTo>
                  <a:lnTo>
                    <a:pt x="328" y="254"/>
                  </a:lnTo>
                  <a:lnTo>
                    <a:pt x="320" y="256"/>
                  </a:lnTo>
                  <a:lnTo>
                    <a:pt x="230" y="256"/>
                  </a:lnTo>
                  <a:lnTo>
                    <a:pt x="216" y="256"/>
                  </a:lnTo>
                  <a:lnTo>
                    <a:pt x="204" y="264"/>
                  </a:lnTo>
                  <a:lnTo>
                    <a:pt x="164" y="298"/>
                  </a:lnTo>
                  <a:lnTo>
                    <a:pt x="164" y="296"/>
                  </a:lnTo>
                  <a:lnTo>
                    <a:pt x="164" y="256"/>
                  </a:lnTo>
                  <a:lnTo>
                    <a:pt x="124" y="256"/>
                  </a:lnTo>
                  <a:lnTo>
                    <a:pt x="64" y="256"/>
                  </a:lnTo>
                  <a:lnTo>
                    <a:pt x="64" y="256"/>
                  </a:lnTo>
                  <a:lnTo>
                    <a:pt x="54" y="254"/>
                  </a:lnTo>
                  <a:lnTo>
                    <a:pt x="48" y="248"/>
                  </a:lnTo>
                  <a:lnTo>
                    <a:pt x="42" y="240"/>
                  </a:lnTo>
                  <a:lnTo>
                    <a:pt x="40" y="232"/>
                  </a:lnTo>
                  <a:lnTo>
                    <a:pt x="40" y="64"/>
                  </a:lnTo>
                  <a:lnTo>
                    <a:pt x="40" y="64"/>
                  </a:lnTo>
                  <a:lnTo>
                    <a:pt x="42" y="54"/>
                  </a:lnTo>
                  <a:lnTo>
                    <a:pt x="48" y="46"/>
                  </a:lnTo>
                  <a:lnTo>
                    <a:pt x="54" y="42"/>
                  </a:lnTo>
                  <a:lnTo>
                    <a:pt x="64" y="40"/>
                  </a:lnTo>
                  <a:lnTo>
                    <a:pt x="320" y="40"/>
                  </a:lnTo>
                  <a:lnTo>
                    <a:pt x="320" y="40"/>
                  </a:lnTo>
                  <a:lnTo>
                    <a:pt x="328" y="42"/>
                  </a:lnTo>
                  <a:lnTo>
                    <a:pt x="336" y="46"/>
                  </a:lnTo>
                  <a:lnTo>
                    <a:pt x="342" y="54"/>
                  </a:lnTo>
                  <a:lnTo>
                    <a:pt x="344" y="64"/>
                  </a:lnTo>
                  <a:lnTo>
                    <a:pt x="344" y="232"/>
                  </a:lnTo>
                  <a:lnTo>
                    <a:pt x="344" y="232"/>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3" name="Freeform 214">
              <a:extLst>
                <a:ext uri="{FF2B5EF4-FFF2-40B4-BE49-F238E27FC236}">
                  <a16:creationId xmlns:a16="http://schemas.microsoft.com/office/drawing/2014/main" id="{05190F3F-D254-E1E3-43CE-8D1E67C99112}"/>
                </a:ext>
              </a:extLst>
            </p:cNvPr>
            <p:cNvSpPr/>
            <p:nvPr/>
          </p:nvSpPr>
          <p:spPr bwMode="auto">
            <a:xfrm>
              <a:off x="8464550"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4" name="Freeform 215">
              <a:extLst>
                <a:ext uri="{FF2B5EF4-FFF2-40B4-BE49-F238E27FC236}">
                  <a16:creationId xmlns:a16="http://schemas.microsoft.com/office/drawing/2014/main" id="{2631E145-4CE0-10E8-900A-EE88A74721FF}"/>
                </a:ext>
              </a:extLst>
            </p:cNvPr>
            <p:cNvSpPr/>
            <p:nvPr/>
          </p:nvSpPr>
          <p:spPr bwMode="auto">
            <a:xfrm>
              <a:off x="8594725" y="3863975"/>
              <a:ext cx="73025" cy="73025"/>
            </a:xfrm>
            <a:custGeom>
              <a:avLst/>
              <a:gdLst/>
              <a:ahLst/>
              <a:cxnLst>
                <a:cxn ang="0">
                  <a:pos x="24" y="0"/>
                </a:cxn>
                <a:cxn ang="0">
                  <a:pos x="24" y="0"/>
                </a:cxn>
                <a:cxn ang="0">
                  <a:pos x="32" y="2"/>
                </a:cxn>
                <a:cxn ang="0">
                  <a:pos x="40" y="6"/>
                </a:cxn>
                <a:cxn ang="0">
                  <a:pos x="46" y="14"/>
                </a:cxn>
                <a:cxn ang="0">
                  <a:pos x="46" y="24"/>
                </a:cxn>
                <a:cxn ang="0">
                  <a:pos x="46"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6" h="46">
                  <a:moveTo>
                    <a:pt x="24" y="0"/>
                  </a:moveTo>
                  <a:lnTo>
                    <a:pt x="24" y="0"/>
                  </a:lnTo>
                  <a:lnTo>
                    <a:pt x="32" y="2"/>
                  </a:lnTo>
                  <a:lnTo>
                    <a:pt x="40" y="6"/>
                  </a:lnTo>
                  <a:lnTo>
                    <a:pt x="46" y="14"/>
                  </a:lnTo>
                  <a:lnTo>
                    <a:pt x="46" y="24"/>
                  </a:lnTo>
                  <a:lnTo>
                    <a:pt x="46"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5" name="Freeform 216">
              <a:extLst>
                <a:ext uri="{FF2B5EF4-FFF2-40B4-BE49-F238E27FC236}">
                  <a16:creationId xmlns:a16="http://schemas.microsoft.com/office/drawing/2014/main" id="{F19A2EFE-0E1A-6E7F-D813-655FE54A6659}"/>
                </a:ext>
              </a:extLst>
            </p:cNvPr>
            <p:cNvSpPr/>
            <p:nvPr/>
          </p:nvSpPr>
          <p:spPr bwMode="auto">
            <a:xfrm>
              <a:off x="8724900" y="3863975"/>
              <a:ext cx="76200" cy="73025"/>
            </a:xfrm>
            <a:custGeom>
              <a:avLst/>
              <a:gdLst/>
              <a:ahLst/>
              <a:cxnLst>
                <a:cxn ang="0">
                  <a:pos x="24" y="0"/>
                </a:cxn>
                <a:cxn ang="0">
                  <a:pos x="24" y="0"/>
                </a:cxn>
                <a:cxn ang="0">
                  <a:pos x="32" y="2"/>
                </a:cxn>
                <a:cxn ang="0">
                  <a:pos x="40" y="6"/>
                </a:cxn>
                <a:cxn ang="0">
                  <a:pos x="46" y="14"/>
                </a:cxn>
                <a:cxn ang="0">
                  <a:pos x="48" y="24"/>
                </a:cxn>
                <a:cxn ang="0">
                  <a:pos x="48" y="24"/>
                </a:cxn>
                <a:cxn ang="0">
                  <a:pos x="46" y="32"/>
                </a:cxn>
                <a:cxn ang="0">
                  <a:pos x="40" y="40"/>
                </a:cxn>
                <a:cxn ang="0">
                  <a:pos x="32" y="44"/>
                </a:cxn>
                <a:cxn ang="0">
                  <a:pos x="24" y="46"/>
                </a:cxn>
                <a:cxn ang="0">
                  <a:pos x="24" y="46"/>
                </a:cxn>
                <a:cxn ang="0">
                  <a:pos x="14" y="44"/>
                </a:cxn>
                <a:cxn ang="0">
                  <a:pos x="8" y="40"/>
                </a:cxn>
                <a:cxn ang="0">
                  <a:pos x="2" y="32"/>
                </a:cxn>
                <a:cxn ang="0">
                  <a:pos x="0" y="24"/>
                </a:cxn>
                <a:cxn ang="0">
                  <a:pos x="0" y="24"/>
                </a:cxn>
                <a:cxn ang="0">
                  <a:pos x="2" y="14"/>
                </a:cxn>
                <a:cxn ang="0">
                  <a:pos x="8" y="6"/>
                </a:cxn>
                <a:cxn ang="0">
                  <a:pos x="14" y="2"/>
                </a:cxn>
                <a:cxn ang="0">
                  <a:pos x="24" y="0"/>
                </a:cxn>
                <a:cxn ang="0">
                  <a:pos x="24" y="0"/>
                </a:cxn>
              </a:cxnLst>
              <a:rect l="0" t="0" r="r" b="b"/>
              <a:pathLst>
                <a:path w="48" h="46">
                  <a:moveTo>
                    <a:pt x="24" y="0"/>
                  </a:moveTo>
                  <a:lnTo>
                    <a:pt x="24" y="0"/>
                  </a:lnTo>
                  <a:lnTo>
                    <a:pt x="32" y="2"/>
                  </a:lnTo>
                  <a:lnTo>
                    <a:pt x="40" y="6"/>
                  </a:lnTo>
                  <a:lnTo>
                    <a:pt x="46" y="14"/>
                  </a:lnTo>
                  <a:lnTo>
                    <a:pt x="48" y="24"/>
                  </a:lnTo>
                  <a:lnTo>
                    <a:pt x="48" y="24"/>
                  </a:lnTo>
                  <a:lnTo>
                    <a:pt x="46" y="32"/>
                  </a:lnTo>
                  <a:lnTo>
                    <a:pt x="40" y="40"/>
                  </a:lnTo>
                  <a:lnTo>
                    <a:pt x="32" y="44"/>
                  </a:lnTo>
                  <a:lnTo>
                    <a:pt x="24" y="46"/>
                  </a:lnTo>
                  <a:lnTo>
                    <a:pt x="24" y="46"/>
                  </a:lnTo>
                  <a:lnTo>
                    <a:pt x="14" y="44"/>
                  </a:lnTo>
                  <a:lnTo>
                    <a:pt x="8" y="40"/>
                  </a:lnTo>
                  <a:lnTo>
                    <a:pt x="2" y="32"/>
                  </a:lnTo>
                  <a:lnTo>
                    <a:pt x="0" y="24"/>
                  </a:lnTo>
                  <a:lnTo>
                    <a:pt x="0" y="24"/>
                  </a:lnTo>
                  <a:lnTo>
                    <a:pt x="2" y="14"/>
                  </a:lnTo>
                  <a:lnTo>
                    <a:pt x="8" y="6"/>
                  </a:lnTo>
                  <a:lnTo>
                    <a:pt x="14" y="2"/>
                  </a:lnTo>
                  <a:lnTo>
                    <a:pt x="24" y="0"/>
                  </a:lnTo>
                  <a:lnTo>
                    <a:pt x="24" y="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6" name="组 78">
            <a:extLst>
              <a:ext uri="{FF2B5EF4-FFF2-40B4-BE49-F238E27FC236}">
                <a16:creationId xmlns:a16="http://schemas.microsoft.com/office/drawing/2014/main" id="{A66C0463-85FC-94D6-D6A8-A33AD7E61823}"/>
              </a:ext>
            </a:extLst>
          </p:cNvPr>
          <p:cNvGrpSpPr/>
          <p:nvPr/>
        </p:nvGrpSpPr>
        <p:grpSpPr>
          <a:xfrm>
            <a:off x="5853991" y="3351896"/>
            <a:ext cx="412157" cy="582336"/>
            <a:chOff x="7912100" y="117475"/>
            <a:chExt cx="492125" cy="695325"/>
          </a:xfrm>
          <a:solidFill>
            <a:schemeClr val="bg1"/>
          </a:solidFill>
          <a:effectLst/>
        </p:grpSpPr>
        <p:sp>
          <p:nvSpPr>
            <p:cNvPr id="37" name="Freeform 75">
              <a:extLst>
                <a:ext uri="{FF2B5EF4-FFF2-40B4-BE49-F238E27FC236}">
                  <a16:creationId xmlns:a16="http://schemas.microsoft.com/office/drawing/2014/main" id="{268C1D9F-2EB4-98C9-666C-39A9650AA0C2}"/>
                </a:ext>
              </a:extLst>
            </p:cNvPr>
            <p:cNvSpPr/>
            <p:nvPr/>
          </p:nvSpPr>
          <p:spPr bwMode="auto">
            <a:xfrm>
              <a:off x="8248650" y="117475"/>
              <a:ext cx="155575" cy="180975"/>
            </a:xfrm>
            <a:custGeom>
              <a:avLst/>
              <a:gdLst/>
              <a:ahLst/>
              <a:cxnLst>
                <a:cxn ang="0">
                  <a:pos x="16" y="114"/>
                </a:cxn>
                <a:cxn ang="0">
                  <a:pos x="98" y="114"/>
                </a:cxn>
                <a:cxn ang="0">
                  <a:pos x="0" y="0"/>
                </a:cxn>
                <a:cxn ang="0">
                  <a:pos x="0" y="98"/>
                </a:cxn>
                <a:cxn ang="0">
                  <a:pos x="0" y="98"/>
                </a:cxn>
                <a:cxn ang="0">
                  <a:pos x="0" y="104"/>
                </a:cxn>
                <a:cxn ang="0">
                  <a:pos x="4" y="110"/>
                </a:cxn>
                <a:cxn ang="0">
                  <a:pos x="10" y="112"/>
                </a:cxn>
                <a:cxn ang="0">
                  <a:pos x="16" y="114"/>
                </a:cxn>
                <a:cxn ang="0">
                  <a:pos x="16" y="114"/>
                </a:cxn>
              </a:cxnLst>
              <a:rect l="0" t="0" r="r" b="b"/>
              <a:pathLst>
                <a:path w="98" h="114">
                  <a:moveTo>
                    <a:pt x="16" y="114"/>
                  </a:moveTo>
                  <a:lnTo>
                    <a:pt x="98" y="114"/>
                  </a:lnTo>
                  <a:lnTo>
                    <a:pt x="0" y="0"/>
                  </a:lnTo>
                  <a:lnTo>
                    <a:pt x="0" y="98"/>
                  </a:lnTo>
                  <a:lnTo>
                    <a:pt x="0" y="98"/>
                  </a:lnTo>
                  <a:lnTo>
                    <a:pt x="0" y="104"/>
                  </a:lnTo>
                  <a:lnTo>
                    <a:pt x="4" y="110"/>
                  </a:lnTo>
                  <a:lnTo>
                    <a:pt x="10" y="112"/>
                  </a:lnTo>
                  <a:lnTo>
                    <a:pt x="16" y="114"/>
                  </a:lnTo>
                  <a:lnTo>
                    <a:pt x="16" y="114"/>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38" name="Freeform 76">
              <a:extLst>
                <a:ext uri="{FF2B5EF4-FFF2-40B4-BE49-F238E27FC236}">
                  <a16:creationId xmlns:a16="http://schemas.microsoft.com/office/drawing/2014/main" id="{5136CC46-2DB3-0981-0EB1-80991E16F976}"/>
                </a:ext>
              </a:extLst>
            </p:cNvPr>
            <p:cNvSpPr>
              <a:spLocks noEditPoints="1"/>
            </p:cNvSpPr>
            <p:nvPr/>
          </p:nvSpPr>
          <p:spPr bwMode="auto">
            <a:xfrm>
              <a:off x="7912100" y="117475"/>
              <a:ext cx="492125" cy="695325"/>
            </a:xfrm>
            <a:custGeom>
              <a:avLst/>
              <a:gdLst/>
              <a:ahLst/>
              <a:cxnLst>
                <a:cxn ang="0">
                  <a:pos x="196" y="0"/>
                </a:cxn>
                <a:cxn ang="0">
                  <a:pos x="34" y="0"/>
                </a:cxn>
                <a:cxn ang="0">
                  <a:pos x="20" y="4"/>
                </a:cxn>
                <a:cxn ang="0">
                  <a:pos x="10" y="10"/>
                </a:cxn>
                <a:cxn ang="0">
                  <a:pos x="4" y="20"/>
                </a:cxn>
                <a:cxn ang="0">
                  <a:pos x="0" y="34"/>
                </a:cxn>
                <a:cxn ang="0">
                  <a:pos x="0" y="406"/>
                </a:cxn>
                <a:cxn ang="0">
                  <a:pos x="4" y="418"/>
                </a:cxn>
                <a:cxn ang="0">
                  <a:pos x="10" y="428"/>
                </a:cxn>
                <a:cxn ang="0">
                  <a:pos x="20" y="436"/>
                </a:cxn>
                <a:cxn ang="0">
                  <a:pos x="34" y="438"/>
                </a:cxn>
                <a:cxn ang="0">
                  <a:pos x="276" y="438"/>
                </a:cxn>
                <a:cxn ang="0">
                  <a:pos x="290" y="436"/>
                </a:cxn>
                <a:cxn ang="0">
                  <a:pos x="300" y="430"/>
                </a:cxn>
                <a:cxn ang="0">
                  <a:pos x="306" y="418"/>
                </a:cxn>
                <a:cxn ang="0">
                  <a:pos x="310" y="406"/>
                </a:cxn>
                <a:cxn ang="0">
                  <a:pos x="228" y="130"/>
                </a:cxn>
                <a:cxn ang="0">
                  <a:pos x="222" y="130"/>
                </a:cxn>
                <a:cxn ang="0">
                  <a:pos x="210" y="124"/>
                </a:cxn>
                <a:cxn ang="0">
                  <a:pos x="202" y="116"/>
                </a:cxn>
                <a:cxn ang="0">
                  <a:pos x="196" y="104"/>
                </a:cxn>
                <a:cxn ang="0">
                  <a:pos x="196" y="98"/>
                </a:cxn>
                <a:cxn ang="0">
                  <a:pos x="164" y="66"/>
                </a:cxn>
                <a:cxn ang="0">
                  <a:pos x="50" y="82"/>
                </a:cxn>
                <a:cxn ang="0">
                  <a:pos x="50" y="114"/>
                </a:cxn>
                <a:cxn ang="0">
                  <a:pos x="130" y="130"/>
                </a:cxn>
                <a:cxn ang="0">
                  <a:pos x="50" y="114"/>
                </a:cxn>
                <a:cxn ang="0">
                  <a:pos x="212" y="212"/>
                </a:cxn>
                <a:cxn ang="0">
                  <a:pos x="50" y="228"/>
                </a:cxn>
                <a:cxn ang="0">
                  <a:pos x="50" y="308"/>
                </a:cxn>
                <a:cxn ang="0">
                  <a:pos x="196" y="324"/>
                </a:cxn>
                <a:cxn ang="0">
                  <a:pos x="50" y="308"/>
                </a:cxn>
                <a:cxn ang="0">
                  <a:pos x="50" y="374"/>
                </a:cxn>
                <a:cxn ang="0">
                  <a:pos x="260" y="358"/>
                </a:cxn>
                <a:cxn ang="0">
                  <a:pos x="260" y="276"/>
                </a:cxn>
                <a:cxn ang="0">
                  <a:pos x="50" y="260"/>
                </a:cxn>
                <a:cxn ang="0">
                  <a:pos x="260" y="276"/>
                </a:cxn>
                <a:cxn ang="0">
                  <a:pos x="50" y="178"/>
                </a:cxn>
                <a:cxn ang="0">
                  <a:pos x="260" y="162"/>
                </a:cxn>
              </a:cxnLst>
              <a:rect l="0" t="0" r="r" b="b"/>
              <a:pathLst>
                <a:path w="310" h="438">
                  <a:moveTo>
                    <a:pt x="196" y="98"/>
                  </a:moveTo>
                  <a:lnTo>
                    <a:pt x="196" y="0"/>
                  </a:lnTo>
                  <a:lnTo>
                    <a:pt x="34" y="0"/>
                  </a:lnTo>
                  <a:lnTo>
                    <a:pt x="34" y="0"/>
                  </a:lnTo>
                  <a:lnTo>
                    <a:pt x="26" y="2"/>
                  </a:lnTo>
                  <a:lnTo>
                    <a:pt x="20" y="4"/>
                  </a:lnTo>
                  <a:lnTo>
                    <a:pt x="16" y="6"/>
                  </a:lnTo>
                  <a:lnTo>
                    <a:pt x="10" y="10"/>
                  </a:lnTo>
                  <a:lnTo>
                    <a:pt x="6" y="14"/>
                  </a:lnTo>
                  <a:lnTo>
                    <a:pt x="4" y="20"/>
                  </a:lnTo>
                  <a:lnTo>
                    <a:pt x="2" y="26"/>
                  </a:lnTo>
                  <a:lnTo>
                    <a:pt x="0" y="34"/>
                  </a:lnTo>
                  <a:lnTo>
                    <a:pt x="0" y="406"/>
                  </a:lnTo>
                  <a:lnTo>
                    <a:pt x="0" y="406"/>
                  </a:lnTo>
                  <a:lnTo>
                    <a:pt x="2" y="412"/>
                  </a:lnTo>
                  <a:lnTo>
                    <a:pt x="4" y="418"/>
                  </a:lnTo>
                  <a:lnTo>
                    <a:pt x="6" y="424"/>
                  </a:lnTo>
                  <a:lnTo>
                    <a:pt x="10" y="428"/>
                  </a:lnTo>
                  <a:lnTo>
                    <a:pt x="16" y="432"/>
                  </a:lnTo>
                  <a:lnTo>
                    <a:pt x="20" y="436"/>
                  </a:lnTo>
                  <a:lnTo>
                    <a:pt x="26" y="438"/>
                  </a:lnTo>
                  <a:lnTo>
                    <a:pt x="34" y="438"/>
                  </a:lnTo>
                  <a:lnTo>
                    <a:pt x="276" y="438"/>
                  </a:lnTo>
                  <a:lnTo>
                    <a:pt x="276" y="438"/>
                  </a:lnTo>
                  <a:lnTo>
                    <a:pt x="284" y="438"/>
                  </a:lnTo>
                  <a:lnTo>
                    <a:pt x="290" y="436"/>
                  </a:lnTo>
                  <a:lnTo>
                    <a:pt x="294" y="432"/>
                  </a:lnTo>
                  <a:lnTo>
                    <a:pt x="300" y="430"/>
                  </a:lnTo>
                  <a:lnTo>
                    <a:pt x="304" y="424"/>
                  </a:lnTo>
                  <a:lnTo>
                    <a:pt x="306" y="418"/>
                  </a:lnTo>
                  <a:lnTo>
                    <a:pt x="308" y="412"/>
                  </a:lnTo>
                  <a:lnTo>
                    <a:pt x="310" y="406"/>
                  </a:lnTo>
                  <a:lnTo>
                    <a:pt x="310" y="130"/>
                  </a:lnTo>
                  <a:lnTo>
                    <a:pt x="228" y="130"/>
                  </a:lnTo>
                  <a:lnTo>
                    <a:pt x="228" y="130"/>
                  </a:lnTo>
                  <a:lnTo>
                    <a:pt x="222" y="130"/>
                  </a:lnTo>
                  <a:lnTo>
                    <a:pt x="216" y="128"/>
                  </a:lnTo>
                  <a:lnTo>
                    <a:pt x="210" y="124"/>
                  </a:lnTo>
                  <a:lnTo>
                    <a:pt x="206" y="120"/>
                  </a:lnTo>
                  <a:lnTo>
                    <a:pt x="202" y="116"/>
                  </a:lnTo>
                  <a:lnTo>
                    <a:pt x="198" y="110"/>
                  </a:lnTo>
                  <a:lnTo>
                    <a:pt x="196" y="104"/>
                  </a:lnTo>
                  <a:lnTo>
                    <a:pt x="196" y="98"/>
                  </a:lnTo>
                  <a:lnTo>
                    <a:pt x="196" y="98"/>
                  </a:lnTo>
                  <a:close/>
                  <a:moveTo>
                    <a:pt x="50" y="66"/>
                  </a:moveTo>
                  <a:lnTo>
                    <a:pt x="164" y="66"/>
                  </a:lnTo>
                  <a:lnTo>
                    <a:pt x="164" y="82"/>
                  </a:lnTo>
                  <a:lnTo>
                    <a:pt x="50" y="82"/>
                  </a:lnTo>
                  <a:lnTo>
                    <a:pt x="50" y="66"/>
                  </a:lnTo>
                  <a:close/>
                  <a:moveTo>
                    <a:pt x="50" y="114"/>
                  </a:moveTo>
                  <a:lnTo>
                    <a:pt x="130" y="114"/>
                  </a:lnTo>
                  <a:lnTo>
                    <a:pt x="130" y="130"/>
                  </a:lnTo>
                  <a:lnTo>
                    <a:pt x="50" y="130"/>
                  </a:lnTo>
                  <a:lnTo>
                    <a:pt x="50" y="114"/>
                  </a:lnTo>
                  <a:close/>
                  <a:moveTo>
                    <a:pt x="50" y="212"/>
                  </a:moveTo>
                  <a:lnTo>
                    <a:pt x="212" y="212"/>
                  </a:lnTo>
                  <a:lnTo>
                    <a:pt x="212" y="228"/>
                  </a:lnTo>
                  <a:lnTo>
                    <a:pt x="50" y="228"/>
                  </a:lnTo>
                  <a:lnTo>
                    <a:pt x="50" y="212"/>
                  </a:lnTo>
                  <a:close/>
                  <a:moveTo>
                    <a:pt x="50" y="308"/>
                  </a:moveTo>
                  <a:lnTo>
                    <a:pt x="196" y="308"/>
                  </a:lnTo>
                  <a:lnTo>
                    <a:pt x="196" y="324"/>
                  </a:lnTo>
                  <a:lnTo>
                    <a:pt x="50" y="324"/>
                  </a:lnTo>
                  <a:lnTo>
                    <a:pt x="50" y="308"/>
                  </a:lnTo>
                  <a:close/>
                  <a:moveTo>
                    <a:pt x="260" y="374"/>
                  </a:moveTo>
                  <a:lnTo>
                    <a:pt x="50" y="374"/>
                  </a:lnTo>
                  <a:lnTo>
                    <a:pt x="50" y="358"/>
                  </a:lnTo>
                  <a:lnTo>
                    <a:pt x="260" y="358"/>
                  </a:lnTo>
                  <a:lnTo>
                    <a:pt x="260" y="374"/>
                  </a:lnTo>
                  <a:close/>
                  <a:moveTo>
                    <a:pt x="260" y="276"/>
                  </a:moveTo>
                  <a:lnTo>
                    <a:pt x="50" y="276"/>
                  </a:lnTo>
                  <a:lnTo>
                    <a:pt x="50" y="260"/>
                  </a:lnTo>
                  <a:lnTo>
                    <a:pt x="260" y="260"/>
                  </a:lnTo>
                  <a:lnTo>
                    <a:pt x="260" y="276"/>
                  </a:lnTo>
                  <a:close/>
                  <a:moveTo>
                    <a:pt x="260" y="178"/>
                  </a:moveTo>
                  <a:lnTo>
                    <a:pt x="50" y="178"/>
                  </a:lnTo>
                  <a:lnTo>
                    <a:pt x="50" y="162"/>
                  </a:lnTo>
                  <a:lnTo>
                    <a:pt x="260" y="162"/>
                  </a:lnTo>
                  <a:lnTo>
                    <a:pt x="260" y="178"/>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39" name="组 81">
            <a:extLst>
              <a:ext uri="{FF2B5EF4-FFF2-40B4-BE49-F238E27FC236}">
                <a16:creationId xmlns:a16="http://schemas.microsoft.com/office/drawing/2014/main" id="{07972EAA-DA65-0368-E25A-D6C717F2D653}"/>
              </a:ext>
            </a:extLst>
          </p:cNvPr>
          <p:cNvGrpSpPr/>
          <p:nvPr/>
        </p:nvGrpSpPr>
        <p:grpSpPr>
          <a:xfrm>
            <a:off x="7848805" y="3321225"/>
            <a:ext cx="564832" cy="572136"/>
            <a:chOff x="7639243" y="2325084"/>
            <a:chExt cx="726802" cy="736201"/>
          </a:xfrm>
          <a:effectLst/>
        </p:grpSpPr>
        <p:sp>
          <p:nvSpPr>
            <p:cNvPr id="40" name="Freeform 9">
              <a:extLst>
                <a:ext uri="{FF2B5EF4-FFF2-40B4-BE49-F238E27FC236}">
                  <a16:creationId xmlns:a16="http://schemas.microsoft.com/office/drawing/2014/main" id="{F631E1BC-320B-43F8-199C-489E34C28CDA}"/>
                </a:ext>
              </a:extLst>
            </p:cNvPr>
            <p:cNvSpPr>
              <a:spLocks noEditPoints="1"/>
            </p:cNvSpPr>
            <p:nvPr/>
          </p:nvSpPr>
          <p:spPr bwMode="auto">
            <a:xfrm>
              <a:off x="7639243" y="2621131"/>
              <a:ext cx="440154" cy="440154"/>
            </a:xfrm>
            <a:custGeom>
              <a:avLst/>
              <a:gdLst>
                <a:gd name="T0" fmla="*/ 508 w 562"/>
                <a:gd name="T1" fmla="*/ 110 h 562"/>
                <a:gd name="T2" fmla="*/ 398 w 562"/>
                <a:gd name="T3" fmla="*/ 108 h 562"/>
                <a:gd name="T4" fmla="*/ 380 w 562"/>
                <a:gd name="T5" fmla="*/ 98 h 562"/>
                <a:gd name="T6" fmla="*/ 340 w 562"/>
                <a:gd name="T7" fmla="*/ 82 h 562"/>
                <a:gd name="T8" fmla="*/ 320 w 562"/>
                <a:gd name="T9" fmla="*/ 0 h 562"/>
                <a:gd name="T10" fmla="*/ 242 w 562"/>
                <a:gd name="T11" fmla="*/ 76 h 562"/>
                <a:gd name="T12" fmla="*/ 220 w 562"/>
                <a:gd name="T13" fmla="*/ 82 h 562"/>
                <a:gd name="T14" fmla="*/ 182 w 562"/>
                <a:gd name="T15" fmla="*/ 98 h 562"/>
                <a:gd name="T16" fmla="*/ 110 w 562"/>
                <a:gd name="T17" fmla="*/ 54 h 562"/>
                <a:gd name="T18" fmla="*/ 108 w 562"/>
                <a:gd name="T19" fmla="*/ 164 h 562"/>
                <a:gd name="T20" fmla="*/ 98 w 562"/>
                <a:gd name="T21" fmla="*/ 182 h 562"/>
                <a:gd name="T22" fmla="*/ 82 w 562"/>
                <a:gd name="T23" fmla="*/ 220 h 562"/>
                <a:gd name="T24" fmla="*/ 0 w 562"/>
                <a:gd name="T25" fmla="*/ 242 h 562"/>
                <a:gd name="T26" fmla="*/ 78 w 562"/>
                <a:gd name="T27" fmla="*/ 320 h 562"/>
                <a:gd name="T28" fmla="*/ 82 w 562"/>
                <a:gd name="T29" fmla="*/ 340 h 562"/>
                <a:gd name="T30" fmla="*/ 98 w 562"/>
                <a:gd name="T31" fmla="*/ 378 h 562"/>
                <a:gd name="T32" fmla="*/ 54 w 562"/>
                <a:gd name="T33" fmla="*/ 452 h 562"/>
                <a:gd name="T34" fmla="*/ 164 w 562"/>
                <a:gd name="T35" fmla="*/ 452 h 562"/>
                <a:gd name="T36" fmla="*/ 182 w 562"/>
                <a:gd name="T37" fmla="*/ 464 h 562"/>
                <a:gd name="T38" fmla="*/ 220 w 562"/>
                <a:gd name="T39" fmla="*/ 480 h 562"/>
                <a:gd name="T40" fmla="*/ 242 w 562"/>
                <a:gd name="T41" fmla="*/ 562 h 562"/>
                <a:gd name="T42" fmla="*/ 320 w 562"/>
                <a:gd name="T43" fmla="*/ 484 h 562"/>
                <a:gd name="T44" fmla="*/ 340 w 562"/>
                <a:gd name="T45" fmla="*/ 478 h 562"/>
                <a:gd name="T46" fmla="*/ 380 w 562"/>
                <a:gd name="T47" fmla="*/ 464 h 562"/>
                <a:gd name="T48" fmla="*/ 452 w 562"/>
                <a:gd name="T49" fmla="*/ 506 h 562"/>
                <a:gd name="T50" fmla="*/ 452 w 562"/>
                <a:gd name="T51" fmla="*/ 396 h 562"/>
                <a:gd name="T52" fmla="*/ 464 w 562"/>
                <a:gd name="T53" fmla="*/ 378 h 562"/>
                <a:gd name="T54" fmla="*/ 480 w 562"/>
                <a:gd name="T55" fmla="*/ 340 h 562"/>
                <a:gd name="T56" fmla="*/ 562 w 562"/>
                <a:gd name="T57" fmla="*/ 320 h 562"/>
                <a:gd name="T58" fmla="*/ 484 w 562"/>
                <a:gd name="T59" fmla="*/ 240 h 562"/>
                <a:gd name="T60" fmla="*/ 480 w 562"/>
                <a:gd name="T61" fmla="*/ 220 h 562"/>
                <a:gd name="T62" fmla="*/ 464 w 562"/>
                <a:gd name="T63" fmla="*/ 182 h 562"/>
                <a:gd name="T64" fmla="*/ 452 w 562"/>
                <a:gd name="T65" fmla="*/ 164 h 562"/>
                <a:gd name="T66" fmla="*/ 280 w 562"/>
                <a:gd name="T67" fmla="*/ 366 h 562"/>
                <a:gd name="T68" fmla="*/ 248 w 562"/>
                <a:gd name="T69" fmla="*/ 360 h 562"/>
                <a:gd name="T70" fmla="*/ 220 w 562"/>
                <a:gd name="T71" fmla="*/ 342 h 562"/>
                <a:gd name="T72" fmla="*/ 202 w 562"/>
                <a:gd name="T73" fmla="*/ 314 h 562"/>
                <a:gd name="T74" fmla="*/ 194 w 562"/>
                <a:gd name="T75" fmla="*/ 280 h 562"/>
                <a:gd name="T76" fmla="*/ 196 w 562"/>
                <a:gd name="T77" fmla="*/ 262 h 562"/>
                <a:gd name="T78" fmla="*/ 210 w 562"/>
                <a:gd name="T79" fmla="*/ 232 h 562"/>
                <a:gd name="T80" fmla="*/ 232 w 562"/>
                <a:gd name="T81" fmla="*/ 210 h 562"/>
                <a:gd name="T82" fmla="*/ 264 w 562"/>
                <a:gd name="T83" fmla="*/ 196 h 562"/>
                <a:gd name="T84" fmla="*/ 280 w 562"/>
                <a:gd name="T85" fmla="*/ 194 h 562"/>
                <a:gd name="T86" fmla="*/ 314 w 562"/>
                <a:gd name="T87" fmla="*/ 202 h 562"/>
                <a:gd name="T88" fmla="*/ 342 w 562"/>
                <a:gd name="T89" fmla="*/ 220 h 562"/>
                <a:gd name="T90" fmla="*/ 360 w 562"/>
                <a:gd name="T91" fmla="*/ 246 h 562"/>
                <a:gd name="T92" fmla="*/ 366 w 562"/>
                <a:gd name="T93" fmla="*/ 280 h 562"/>
                <a:gd name="T94" fmla="*/ 366 w 562"/>
                <a:gd name="T95" fmla="*/ 298 h 562"/>
                <a:gd name="T96" fmla="*/ 352 w 562"/>
                <a:gd name="T97" fmla="*/ 328 h 562"/>
                <a:gd name="T98" fmla="*/ 328 w 562"/>
                <a:gd name="T99" fmla="*/ 352 h 562"/>
                <a:gd name="T100" fmla="*/ 298 w 562"/>
                <a:gd name="T101" fmla="*/ 364 h 562"/>
                <a:gd name="T102" fmla="*/ 280 w 562"/>
                <a:gd name="T103" fmla="*/ 3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62" h="562">
                  <a:moveTo>
                    <a:pt x="452" y="164"/>
                  </a:moveTo>
                  <a:lnTo>
                    <a:pt x="508" y="110"/>
                  </a:lnTo>
                  <a:lnTo>
                    <a:pt x="452" y="54"/>
                  </a:lnTo>
                  <a:lnTo>
                    <a:pt x="398" y="108"/>
                  </a:lnTo>
                  <a:lnTo>
                    <a:pt x="398" y="108"/>
                  </a:lnTo>
                  <a:lnTo>
                    <a:pt x="380" y="98"/>
                  </a:lnTo>
                  <a:lnTo>
                    <a:pt x="360" y="88"/>
                  </a:lnTo>
                  <a:lnTo>
                    <a:pt x="340" y="82"/>
                  </a:lnTo>
                  <a:lnTo>
                    <a:pt x="320" y="76"/>
                  </a:lnTo>
                  <a:lnTo>
                    <a:pt x="320" y="0"/>
                  </a:lnTo>
                  <a:lnTo>
                    <a:pt x="242" y="0"/>
                  </a:lnTo>
                  <a:lnTo>
                    <a:pt x="242" y="76"/>
                  </a:lnTo>
                  <a:lnTo>
                    <a:pt x="242" y="76"/>
                  </a:lnTo>
                  <a:lnTo>
                    <a:pt x="220" y="82"/>
                  </a:lnTo>
                  <a:lnTo>
                    <a:pt x="202" y="88"/>
                  </a:lnTo>
                  <a:lnTo>
                    <a:pt x="182" y="98"/>
                  </a:lnTo>
                  <a:lnTo>
                    <a:pt x="164" y="108"/>
                  </a:lnTo>
                  <a:lnTo>
                    <a:pt x="110" y="54"/>
                  </a:lnTo>
                  <a:lnTo>
                    <a:pt x="54" y="110"/>
                  </a:lnTo>
                  <a:lnTo>
                    <a:pt x="108" y="164"/>
                  </a:lnTo>
                  <a:lnTo>
                    <a:pt x="108" y="164"/>
                  </a:lnTo>
                  <a:lnTo>
                    <a:pt x="98" y="182"/>
                  </a:lnTo>
                  <a:lnTo>
                    <a:pt x="90" y="200"/>
                  </a:lnTo>
                  <a:lnTo>
                    <a:pt x="82" y="220"/>
                  </a:lnTo>
                  <a:lnTo>
                    <a:pt x="78" y="242"/>
                  </a:lnTo>
                  <a:lnTo>
                    <a:pt x="0" y="242"/>
                  </a:lnTo>
                  <a:lnTo>
                    <a:pt x="0" y="320"/>
                  </a:lnTo>
                  <a:lnTo>
                    <a:pt x="78" y="320"/>
                  </a:lnTo>
                  <a:lnTo>
                    <a:pt x="78" y="320"/>
                  </a:lnTo>
                  <a:lnTo>
                    <a:pt x="82" y="340"/>
                  </a:lnTo>
                  <a:lnTo>
                    <a:pt x="90" y="360"/>
                  </a:lnTo>
                  <a:lnTo>
                    <a:pt x="98" y="378"/>
                  </a:lnTo>
                  <a:lnTo>
                    <a:pt x="108" y="396"/>
                  </a:lnTo>
                  <a:lnTo>
                    <a:pt x="54" y="452"/>
                  </a:lnTo>
                  <a:lnTo>
                    <a:pt x="110" y="506"/>
                  </a:lnTo>
                  <a:lnTo>
                    <a:pt x="164" y="452"/>
                  </a:lnTo>
                  <a:lnTo>
                    <a:pt x="164" y="452"/>
                  </a:lnTo>
                  <a:lnTo>
                    <a:pt x="182" y="464"/>
                  </a:lnTo>
                  <a:lnTo>
                    <a:pt x="202" y="472"/>
                  </a:lnTo>
                  <a:lnTo>
                    <a:pt x="220" y="480"/>
                  </a:lnTo>
                  <a:lnTo>
                    <a:pt x="242" y="484"/>
                  </a:lnTo>
                  <a:lnTo>
                    <a:pt x="242" y="562"/>
                  </a:lnTo>
                  <a:lnTo>
                    <a:pt x="320" y="562"/>
                  </a:lnTo>
                  <a:lnTo>
                    <a:pt x="320" y="484"/>
                  </a:lnTo>
                  <a:lnTo>
                    <a:pt x="320" y="484"/>
                  </a:lnTo>
                  <a:lnTo>
                    <a:pt x="340" y="478"/>
                  </a:lnTo>
                  <a:lnTo>
                    <a:pt x="360" y="472"/>
                  </a:lnTo>
                  <a:lnTo>
                    <a:pt x="380" y="464"/>
                  </a:lnTo>
                  <a:lnTo>
                    <a:pt x="398" y="452"/>
                  </a:lnTo>
                  <a:lnTo>
                    <a:pt x="452" y="506"/>
                  </a:lnTo>
                  <a:lnTo>
                    <a:pt x="508" y="452"/>
                  </a:lnTo>
                  <a:lnTo>
                    <a:pt x="452" y="396"/>
                  </a:lnTo>
                  <a:lnTo>
                    <a:pt x="452" y="396"/>
                  </a:lnTo>
                  <a:lnTo>
                    <a:pt x="464" y="378"/>
                  </a:lnTo>
                  <a:lnTo>
                    <a:pt x="472" y="360"/>
                  </a:lnTo>
                  <a:lnTo>
                    <a:pt x="480" y="340"/>
                  </a:lnTo>
                  <a:lnTo>
                    <a:pt x="484" y="320"/>
                  </a:lnTo>
                  <a:lnTo>
                    <a:pt x="562" y="320"/>
                  </a:lnTo>
                  <a:lnTo>
                    <a:pt x="562" y="240"/>
                  </a:lnTo>
                  <a:lnTo>
                    <a:pt x="484" y="240"/>
                  </a:lnTo>
                  <a:lnTo>
                    <a:pt x="484" y="240"/>
                  </a:lnTo>
                  <a:lnTo>
                    <a:pt x="480" y="220"/>
                  </a:lnTo>
                  <a:lnTo>
                    <a:pt x="472" y="200"/>
                  </a:lnTo>
                  <a:lnTo>
                    <a:pt x="464" y="182"/>
                  </a:lnTo>
                  <a:lnTo>
                    <a:pt x="452" y="164"/>
                  </a:lnTo>
                  <a:lnTo>
                    <a:pt x="452" y="164"/>
                  </a:lnTo>
                  <a:close/>
                  <a:moveTo>
                    <a:pt x="280" y="366"/>
                  </a:moveTo>
                  <a:lnTo>
                    <a:pt x="280" y="366"/>
                  </a:lnTo>
                  <a:lnTo>
                    <a:pt x="264" y="364"/>
                  </a:lnTo>
                  <a:lnTo>
                    <a:pt x="248" y="360"/>
                  </a:lnTo>
                  <a:lnTo>
                    <a:pt x="232" y="352"/>
                  </a:lnTo>
                  <a:lnTo>
                    <a:pt x="220" y="342"/>
                  </a:lnTo>
                  <a:lnTo>
                    <a:pt x="210" y="328"/>
                  </a:lnTo>
                  <a:lnTo>
                    <a:pt x="202" y="314"/>
                  </a:lnTo>
                  <a:lnTo>
                    <a:pt x="196" y="298"/>
                  </a:lnTo>
                  <a:lnTo>
                    <a:pt x="194" y="280"/>
                  </a:lnTo>
                  <a:lnTo>
                    <a:pt x="194" y="280"/>
                  </a:lnTo>
                  <a:lnTo>
                    <a:pt x="196" y="262"/>
                  </a:lnTo>
                  <a:lnTo>
                    <a:pt x="202" y="246"/>
                  </a:lnTo>
                  <a:lnTo>
                    <a:pt x="210" y="232"/>
                  </a:lnTo>
                  <a:lnTo>
                    <a:pt x="220" y="220"/>
                  </a:lnTo>
                  <a:lnTo>
                    <a:pt x="232" y="210"/>
                  </a:lnTo>
                  <a:lnTo>
                    <a:pt x="248" y="202"/>
                  </a:lnTo>
                  <a:lnTo>
                    <a:pt x="264" y="196"/>
                  </a:lnTo>
                  <a:lnTo>
                    <a:pt x="280" y="194"/>
                  </a:lnTo>
                  <a:lnTo>
                    <a:pt x="280" y="194"/>
                  </a:lnTo>
                  <a:lnTo>
                    <a:pt x="298" y="196"/>
                  </a:lnTo>
                  <a:lnTo>
                    <a:pt x="314" y="202"/>
                  </a:lnTo>
                  <a:lnTo>
                    <a:pt x="328" y="210"/>
                  </a:lnTo>
                  <a:lnTo>
                    <a:pt x="342" y="220"/>
                  </a:lnTo>
                  <a:lnTo>
                    <a:pt x="352" y="232"/>
                  </a:lnTo>
                  <a:lnTo>
                    <a:pt x="360" y="246"/>
                  </a:lnTo>
                  <a:lnTo>
                    <a:pt x="366" y="262"/>
                  </a:lnTo>
                  <a:lnTo>
                    <a:pt x="366" y="280"/>
                  </a:lnTo>
                  <a:lnTo>
                    <a:pt x="366" y="280"/>
                  </a:lnTo>
                  <a:lnTo>
                    <a:pt x="366" y="298"/>
                  </a:lnTo>
                  <a:lnTo>
                    <a:pt x="360" y="314"/>
                  </a:lnTo>
                  <a:lnTo>
                    <a:pt x="352" y="328"/>
                  </a:lnTo>
                  <a:lnTo>
                    <a:pt x="342" y="342"/>
                  </a:lnTo>
                  <a:lnTo>
                    <a:pt x="328" y="352"/>
                  </a:lnTo>
                  <a:lnTo>
                    <a:pt x="314" y="360"/>
                  </a:lnTo>
                  <a:lnTo>
                    <a:pt x="298" y="364"/>
                  </a:lnTo>
                  <a:lnTo>
                    <a:pt x="280" y="366"/>
                  </a:lnTo>
                  <a:lnTo>
                    <a:pt x="280" y="36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sp>
          <p:nvSpPr>
            <p:cNvPr id="41" name="Freeform 10">
              <a:extLst>
                <a:ext uri="{FF2B5EF4-FFF2-40B4-BE49-F238E27FC236}">
                  <a16:creationId xmlns:a16="http://schemas.microsoft.com/office/drawing/2014/main" id="{7DBF68FA-D009-C42F-44FC-D02347F990AF}"/>
                </a:ext>
              </a:extLst>
            </p:cNvPr>
            <p:cNvSpPr>
              <a:spLocks noEditPoints="1"/>
            </p:cNvSpPr>
            <p:nvPr/>
          </p:nvSpPr>
          <p:spPr bwMode="auto">
            <a:xfrm>
              <a:off x="7799014" y="2325084"/>
              <a:ext cx="567031" cy="570164"/>
            </a:xfrm>
            <a:custGeom>
              <a:avLst/>
              <a:gdLst>
                <a:gd name="T0" fmla="*/ 704 w 724"/>
                <a:gd name="T1" fmla="*/ 616 h 728"/>
                <a:gd name="T2" fmla="*/ 706 w 724"/>
                <a:gd name="T3" fmla="*/ 616 h 728"/>
                <a:gd name="T4" fmla="*/ 322 w 724"/>
                <a:gd name="T5" fmla="*/ 232 h 728"/>
                <a:gd name="T6" fmla="*/ 322 w 724"/>
                <a:gd name="T7" fmla="*/ 50 h 728"/>
                <a:gd name="T8" fmla="*/ 136 w 724"/>
                <a:gd name="T9" fmla="*/ 0 h 728"/>
                <a:gd name="T10" fmla="*/ 116 w 724"/>
                <a:gd name="T11" fmla="*/ 20 h 728"/>
                <a:gd name="T12" fmla="*/ 214 w 724"/>
                <a:gd name="T13" fmla="*/ 118 h 728"/>
                <a:gd name="T14" fmla="*/ 118 w 724"/>
                <a:gd name="T15" fmla="*/ 214 h 728"/>
                <a:gd name="T16" fmla="*/ 20 w 724"/>
                <a:gd name="T17" fmla="*/ 116 h 728"/>
                <a:gd name="T18" fmla="*/ 0 w 724"/>
                <a:gd name="T19" fmla="*/ 136 h 728"/>
                <a:gd name="T20" fmla="*/ 50 w 724"/>
                <a:gd name="T21" fmla="*/ 322 h 728"/>
                <a:gd name="T22" fmla="*/ 226 w 724"/>
                <a:gd name="T23" fmla="*/ 322 h 728"/>
                <a:gd name="T24" fmla="*/ 226 w 724"/>
                <a:gd name="T25" fmla="*/ 322 h 728"/>
                <a:gd name="T26" fmla="*/ 610 w 724"/>
                <a:gd name="T27" fmla="*/ 710 h 728"/>
                <a:gd name="T28" fmla="*/ 612 w 724"/>
                <a:gd name="T29" fmla="*/ 710 h 728"/>
                <a:gd name="T30" fmla="*/ 612 w 724"/>
                <a:gd name="T31" fmla="*/ 710 h 728"/>
                <a:gd name="T32" fmla="*/ 622 w 724"/>
                <a:gd name="T33" fmla="*/ 718 h 728"/>
                <a:gd name="T34" fmla="*/ 634 w 724"/>
                <a:gd name="T35" fmla="*/ 724 h 728"/>
                <a:gd name="T36" fmla="*/ 646 w 724"/>
                <a:gd name="T37" fmla="*/ 728 h 728"/>
                <a:gd name="T38" fmla="*/ 658 w 724"/>
                <a:gd name="T39" fmla="*/ 728 h 728"/>
                <a:gd name="T40" fmla="*/ 670 w 724"/>
                <a:gd name="T41" fmla="*/ 728 h 728"/>
                <a:gd name="T42" fmla="*/ 682 w 724"/>
                <a:gd name="T43" fmla="*/ 724 h 728"/>
                <a:gd name="T44" fmla="*/ 694 w 724"/>
                <a:gd name="T45" fmla="*/ 718 h 728"/>
                <a:gd name="T46" fmla="*/ 704 w 724"/>
                <a:gd name="T47" fmla="*/ 710 h 728"/>
                <a:gd name="T48" fmla="*/ 704 w 724"/>
                <a:gd name="T49" fmla="*/ 710 h 728"/>
                <a:gd name="T50" fmla="*/ 712 w 724"/>
                <a:gd name="T51" fmla="*/ 700 h 728"/>
                <a:gd name="T52" fmla="*/ 718 w 724"/>
                <a:gd name="T53" fmla="*/ 688 h 728"/>
                <a:gd name="T54" fmla="*/ 722 w 724"/>
                <a:gd name="T55" fmla="*/ 676 h 728"/>
                <a:gd name="T56" fmla="*/ 724 w 724"/>
                <a:gd name="T57" fmla="*/ 664 h 728"/>
                <a:gd name="T58" fmla="*/ 722 w 724"/>
                <a:gd name="T59" fmla="*/ 652 h 728"/>
                <a:gd name="T60" fmla="*/ 718 w 724"/>
                <a:gd name="T61" fmla="*/ 638 h 728"/>
                <a:gd name="T62" fmla="*/ 712 w 724"/>
                <a:gd name="T63" fmla="*/ 628 h 728"/>
                <a:gd name="T64" fmla="*/ 704 w 724"/>
                <a:gd name="T65" fmla="*/ 616 h 728"/>
                <a:gd name="T66" fmla="*/ 704 w 724"/>
                <a:gd name="T67" fmla="*/ 616 h 728"/>
                <a:gd name="T68" fmla="*/ 680 w 724"/>
                <a:gd name="T69" fmla="*/ 686 h 728"/>
                <a:gd name="T70" fmla="*/ 680 w 724"/>
                <a:gd name="T71" fmla="*/ 686 h 728"/>
                <a:gd name="T72" fmla="*/ 670 w 724"/>
                <a:gd name="T73" fmla="*/ 692 h 728"/>
                <a:gd name="T74" fmla="*/ 658 w 724"/>
                <a:gd name="T75" fmla="*/ 694 h 728"/>
                <a:gd name="T76" fmla="*/ 648 w 724"/>
                <a:gd name="T77" fmla="*/ 692 h 728"/>
                <a:gd name="T78" fmla="*/ 642 w 724"/>
                <a:gd name="T79" fmla="*/ 690 h 728"/>
                <a:gd name="T80" fmla="*/ 638 w 724"/>
                <a:gd name="T81" fmla="*/ 686 h 728"/>
                <a:gd name="T82" fmla="*/ 638 w 724"/>
                <a:gd name="T83" fmla="*/ 686 h 728"/>
                <a:gd name="T84" fmla="*/ 632 w 724"/>
                <a:gd name="T85" fmla="*/ 676 h 728"/>
                <a:gd name="T86" fmla="*/ 630 w 724"/>
                <a:gd name="T87" fmla="*/ 664 h 728"/>
                <a:gd name="T88" fmla="*/ 632 w 724"/>
                <a:gd name="T89" fmla="*/ 654 h 728"/>
                <a:gd name="T90" fmla="*/ 638 w 724"/>
                <a:gd name="T91" fmla="*/ 644 h 728"/>
                <a:gd name="T92" fmla="*/ 638 w 724"/>
                <a:gd name="T93" fmla="*/ 644 h 728"/>
                <a:gd name="T94" fmla="*/ 648 w 724"/>
                <a:gd name="T95" fmla="*/ 638 h 728"/>
                <a:gd name="T96" fmla="*/ 658 w 724"/>
                <a:gd name="T97" fmla="*/ 636 h 728"/>
                <a:gd name="T98" fmla="*/ 670 w 724"/>
                <a:gd name="T99" fmla="*/ 638 h 728"/>
                <a:gd name="T100" fmla="*/ 680 w 724"/>
                <a:gd name="T101" fmla="*/ 644 h 728"/>
                <a:gd name="T102" fmla="*/ 680 w 724"/>
                <a:gd name="T103" fmla="*/ 644 h 728"/>
                <a:gd name="T104" fmla="*/ 686 w 724"/>
                <a:gd name="T105" fmla="*/ 654 h 728"/>
                <a:gd name="T106" fmla="*/ 688 w 724"/>
                <a:gd name="T107" fmla="*/ 664 h 728"/>
                <a:gd name="T108" fmla="*/ 686 w 724"/>
                <a:gd name="T109" fmla="*/ 676 h 728"/>
                <a:gd name="T110" fmla="*/ 684 w 724"/>
                <a:gd name="T111" fmla="*/ 680 h 728"/>
                <a:gd name="T112" fmla="*/ 680 w 724"/>
                <a:gd name="T113" fmla="*/ 686 h 728"/>
                <a:gd name="T114" fmla="*/ 680 w 724"/>
                <a:gd name="T115" fmla="*/ 686 h 7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724" h="728">
                  <a:moveTo>
                    <a:pt x="704" y="616"/>
                  </a:moveTo>
                  <a:lnTo>
                    <a:pt x="706" y="616"/>
                  </a:lnTo>
                  <a:lnTo>
                    <a:pt x="322" y="232"/>
                  </a:lnTo>
                  <a:lnTo>
                    <a:pt x="322" y="50"/>
                  </a:lnTo>
                  <a:lnTo>
                    <a:pt x="136" y="0"/>
                  </a:lnTo>
                  <a:lnTo>
                    <a:pt x="116" y="20"/>
                  </a:lnTo>
                  <a:lnTo>
                    <a:pt x="214" y="118"/>
                  </a:lnTo>
                  <a:lnTo>
                    <a:pt x="118" y="214"/>
                  </a:lnTo>
                  <a:lnTo>
                    <a:pt x="20" y="116"/>
                  </a:lnTo>
                  <a:lnTo>
                    <a:pt x="0" y="136"/>
                  </a:lnTo>
                  <a:lnTo>
                    <a:pt x="50" y="322"/>
                  </a:lnTo>
                  <a:lnTo>
                    <a:pt x="226" y="322"/>
                  </a:lnTo>
                  <a:lnTo>
                    <a:pt x="226" y="322"/>
                  </a:lnTo>
                  <a:lnTo>
                    <a:pt x="610" y="710"/>
                  </a:lnTo>
                  <a:lnTo>
                    <a:pt x="612" y="710"/>
                  </a:lnTo>
                  <a:lnTo>
                    <a:pt x="612" y="710"/>
                  </a:lnTo>
                  <a:lnTo>
                    <a:pt x="622" y="718"/>
                  </a:lnTo>
                  <a:lnTo>
                    <a:pt x="634" y="724"/>
                  </a:lnTo>
                  <a:lnTo>
                    <a:pt x="646" y="728"/>
                  </a:lnTo>
                  <a:lnTo>
                    <a:pt x="658" y="728"/>
                  </a:lnTo>
                  <a:lnTo>
                    <a:pt x="670" y="728"/>
                  </a:lnTo>
                  <a:lnTo>
                    <a:pt x="682" y="724"/>
                  </a:lnTo>
                  <a:lnTo>
                    <a:pt x="694" y="718"/>
                  </a:lnTo>
                  <a:lnTo>
                    <a:pt x="704" y="710"/>
                  </a:lnTo>
                  <a:lnTo>
                    <a:pt x="704" y="710"/>
                  </a:lnTo>
                  <a:lnTo>
                    <a:pt x="712" y="700"/>
                  </a:lnTo>
                  <a:lnTo>
                    <a:pt x="718" y="688"/>
                  </a:lnTo>
                  <a:lnTo>
                    <a:pt x="722" y="676"/>
                  </a:lnTo>
                  <a:lnTo>
                    <a:pt x="724" y="664"/>
                  </a:lnTo>
                  <a:lnTo>
                    <a:pt x="722" y="652"/>
                  </a:lnTo>
                  <a:lnTo>
                    <a:pt x="718" y="638"/>
                  </a:lnTo>
                  <a:lnTo>
                    <a:pt x="712" y="628"/>
                  </a:lnTo>
                  <a:lnTo>
                    <a:pt x="704" y="616"/>
                  </a:lnTo>
                  <a:lnTo>
                    <a:pt x="704" y="616"/>
                  </a:lnTo>
                  <a:close/>
                  <a:moveTo>
                    <a:pt x="680" y="686"/>
                  </a:moveTo>
                  <a:lnTo>
                    <a:pt x="680" y="686"/>
                  </a:lnTo>
                  <a:lnTo>
                    <a:pt x="670" y="692"/>
                  </a:lnTo>
                  <a:lnTo>
                    <a:pt x="658" y="694"/>
                  </a:lnTo>
                  <a:lnTo>
                    <a:pt x="648" y="692"/>
                  </a:lnTo>
                  <a:lnTo>
                    <a:pt x="642" y="690"/>
                  </a:lnTo>
                  <a:lnTo>
                    <a:pt x="638" y="686"/>
                  </a:lnTo>
                  <a:lnTo>
                    <a:pt x="638" y="686"/>
                  </a:lnTo>
                  <a:lnTo>
                    <a:pt x="632" y="676"/>
                  </a:lnTo>
                  <a:lnTo>
                    <a:pt x="630" y="664"/>
                  </a:lnTo>
                  <a:lnTo>
                    <a:pt x="632" y="654"/>
                  </a:lnTo>
                  <a:lnTo>
                    <a:pt x="638" y="644"/>
                  </a:lnTo>
                  <a:lnTo>
                    <a:pt x="638" y="644"/>
                  </a:lnTo>
                  <a:lnTo>
                    <a:pt x="648" y="638"/>
                  </a:lnTo>
                  <a:lnTo>
                    <a:pt x="658" y="636"/>
                  </a:lnTo>
                  <a:lnTo>
                    <a:pt x="670" y="638"/>
                  </a:lnTo>
                  <a:lnTo>
                    <a:pt x="680" y="644"/>
                  </a:lnTo>
                  <a:lnTo>
                    <a:pt x="680" y="644"/>
                  </a:lnTo>
                  <a:lnTo>
                    <a:pt x="686" y="654"/>
                  </a:lnTo>
                  <a:lnTo>
                    <a:pt x="688" y="664"/>
                  </a:lnTo>
                  <a:lnTo>
                    <a:pt x="686" y="676"/>
                  </a:lnTo>
                  <a:lnTo>
                    <a:pt x="684" y="680"/>
                  </a:lnTo>
                  <a:lnTo>
                    <a:pt x="680" y="686"/>
                  </a:lnTo>
                  <a:lnTo>
                    <a:pt x="680" y="686"/>
                  </a:lnTo>
                  <a:close/>
                </a:path>
              </a:pathLst>
            </a:custGeom>
            <a:solidFill>
              <a:schemeClr val="bg1"/>
            </a:solidFill>
            <a:ln>
              <a:noFill/>
            </a:ln>
          </p:spPr>
          <p:txBody>
            <a:bodyPr vert="horz" wrap="square" lIns="121920" tIns="60960" rIns="121920" bIns="60960" numCol="1" anchor="t" anchorCtr="0" compatLnSpc="1"/>
            <a:lstStyle/>
            <a:p>
              <a:endParaRPr lang="zh-CN" altLang="en-US" sz="3200">
                <a:solidFill>
                  <a:srgbClr val="000000"/>
                </a:solidFill>
              </a:endParaRPr>
            </a:p>
          </p:txBody>
        </p:sp>
      </p:grpSp>
      <p:grpSp>
        <p:nvGrpSpPr>
          <p:cNvPr id="42" name="组 84">
            <a:extLst>
              <a:ext uri="{FF2B5EF4-FFF2-40B4-BE49-F238E27FC236}">
                <a16:creationId xmlns:a16="http://schemas.microsoft.com/office/drawing/2014/main" id="{AF90F31E-D920-50EE-5246-57C2E04A2039}"/>
              </a:ext>
            </a:extLst>
          </p:cNvPr>
          <p:cNvGrpSpPr/>
          <p:nvPr/>
        </p:nvGrpSpPr>
        <p:grpSpPr>
          <a:xfrm>
            <a:off x="9899352" y="3380291"/>
            <a:ext cx="611016" cy="577988"/>
            <a:chOff x="4321175" y="111125"/>
            <a:chExt cx="704850" cy="666750"/>
          </a:xfrm>
          <a:solidFill>
            <a:schemeClr val="bg1"/>
          </a:solidFill>
          <a:effectLst/>
        </p:grpSpPr>
        <p:sp>
          <p:nvSpPr>
            <p:cNvPr id="43" name="Freeform 34">
              <a:extLst>
                <a:ext uri="{FF2B5EF4-FFF2-40B4-BE49-F238E27FC236}">
                  <a16:creationId xmlns:a16="http://schemas.microsoft.com/office/drawing/2014/main" id="{668E254A-CCBD-DB12-1DE6-D824A365F9A5}"/>
                </a:ext>
              </a:extLst>
            </p:cNvPr>
            <p:cNvSpPr>
              <a:spLocks noEditPoints="1"/>
            </p:cNvSpPr>
            <p:nvPr/>
          </p:nvSpPr>
          <p:spPr bwMode="auto">
            <a:xfrm>
              <a:off x="4321175" y="111125"/>
              <a:ext cx="704850" cy="666750"/>
            </a:xfrm>
            <a:custGeom>
              <a:avLst/>
              <a:gdLst/>
              <a:ahLst/>
              <a:cxnLst>
                <a:cxn ang="0">
                  <a:pos x="444" y="0"/>
                </a:cxn>
                <a:cxn ang="0">
                  <a:pos x="0" y="0"/>
                </a:cxn>
                <a:cxn ang="0">
                  <a:pos x="0" y="54"/>
                </a:cxn>
                <a:cxn ang="0">
                  <a:pos x="36" y="54"/>
                </a:cxn>
                <a:cxn ang="0">
                  <a:pos x="36" y="330"/>
                </a:cxn>
                <a:cxn ang="0">
                  <a:pos x="194" y="330"/>
                </a:cxn>
                <a:cxn ang="0">
                  <a:pos x="194" y="368"/>
                </a:cxn>
                <a:cxn ang="0">
                  <a:pos x="194" y="368"/>
                </a:cxn>
                <a:cxn ang="0">
                  <a:pos x="172" y="374"/>
                </a:cxn>
                <a:cxn ang="0">
                  <a:pos x="154" y="382"/>
                </a:cxn>
                <a:cxn ang="0">
                  <a:pos x="148" y="386"/>
                </a:cxn>
                <a:cxn ang="0">
                  <a:pos x="144" y="392"/>
                </a:cxn>
                <a:cxn ang="0">
                  <a:pos x="140" y="398"/>
                </a:cxn>
                <a:cxn ang="0">
                  <a:pos x="140" y="404"/>
                </a:cxn>
                <a:cxn ang="0">
                  <a:pos x="140" y="404"/>
                </a:cxn>
                <a:cxn ang="0">
                  <a:pos x="142" y="408"/>
                </a:cxn>
                <a:cxn ang="0">
                  <a:pos x="146" y="410"/>
                </a:cxn>
                <a:cxn ang="0">
                  <a:pos x="166" y="416"/>
                </a:cxn>
                <a:cxn ang="0">
                  <a:pos x="192" y="418"/>
                </a:cxn>
                <a:cxn ang="0">
                  <a:pos x="222" y="420"/>
                </a:cxn>
                <a:cxn ang="0">
                  <a:pos x="252" y="418"/>
                </a:cxn>
                <a:cxn ang="0">
                  <a:pos x="278" y="416"/>
                </a:cxn>
                <a:cxn ang="0">
                  <a:pos x="298" y="410"/>
                </a:cxn>
                <a:cxn ang="0">
                  <a:pos x="302" y="408"/>
                </a:cxn>
                <a:cxn ang="0">
                  <a:pos x="304" y="404"/>
                </a:cxn>
                <a:cxn ang="0">
                  <a:pos x="304" y="404"/>
                </a:cxn>
                <a:cxn ang="0">
                  <a:pos x="304" y="398"/>
                </a:cxn>
                <a:cxn ang="0">
                  <a:pos x="300" y="392"/>
                </a:cxn>
                <a:cxn ang="0">
                  <a:pos x="296" y="386"/>
                </a:cxn>
                <a:cxn ang="0">
                  <a:pos x="290" y="382"/>
                </a:cxn>
                <a:cxn ang="0">
                  <a:pos x="272" y="374"/>
                </a:cxn>
                <a:cxn ang="0">
                  <a:pos x="250" y="368"/>
                </a:cxn>
                <a:cxn ang="0">
                  <a:pos x="250" y="330"/>
                </a:cxn>
                <a:cxn ang="0">
                  <a:pos x="408" y="330"/>
                </a:cxn>
                <a:cxn ang="0">
                  <a:pos x="408" y="54"/>
                </a:cxn>
                <a:cxn ang="0">
                  <a:pos x="444" y="54"/>
                </a:cxn>
                <a:cxn ang="0">
                  <a:pos x="444" y="0"/>
                </a:cxn>
                <a:cxn ang="0">
                  <a:pos x="444" y="0"/>
                </a:cxn>
                <a:cxn ang="0">
                  <a:pos x="378" y="300"/>
                </a:cxn>
                <a:cxn ang="0">
                  <a:pos x="66" y="300"/>
                </a:cxn>
                <a:cxn ang="0">
                  <a:pos x="66" y="56"/>
                </a:cxn>
                <a:cxn ang="0">
                  <a:pos x="378" y="56"/>
                </a:cxn>
                <a:cxn ang="0">
                  <a:pos x="378" y="300"/>
                </a:cxn>
                <a:cxn ang="0">
                  <a:pos x="378" y="300"/>
                </a:cxn>
              </a:cxnLst>
              <a:rect l="0" t="0" r="r" b="b"/>
              <a:pathLst>
                <a:path w="444" h="420">
                  <a:moveTo>
                    <a:pt x="444" y="0"/>
                  </a:moveTo>
                  <a:lnTo>
                    <a:pt x="0" y="0"/>
                  </a:lnTo>
                  <a:lnTo>
                    <a:pt x="0" y="54"/>
                  </a:lnTo>
                  <a:lnTo>
                    <a:pt x="36" y="54"/>
                  </a:lnTo>
                  <a:lnTo>
                    <a:pt x="36" y="330"/>
                  </a:lnTo>
                  <a:lnTo>
                    <a:pt x="194" y="330"/>
                  </a:lnTo>
                  <a:lnTo>
                    <a:pt x="194" y="368"/>
                  </a:lnTo>
                  <a:lnTo>
                    <a:pt x="194" y="368"/>
                  </a:lnTo>
                  <a:lnTo>
                    <a:pt x="172" y="374"/>
                  </a:lnTo>
                  <a:lnTo>
                    <a:pt x="154" y="382"/>
                  </a:lnTo>
                  <a:lnTo>
                    <a:pt x="148" y="386"/>
                  </a:lnTo>
                  <a:lnTo>
                    <a:pt x="144" y="392"/>
                  </a:lnTo>
                  <a:lnTo>
                    <a:pt x="140" y="398"/>
                  </a:lnTo>
                  <a:lnTo>
                    <a:pt x="140" y="404"/>
                  </a:lnTo>
                  <a:lnTo>
                    <a:pt x="140" y="404"/>
                  </a:lnTo>
                  <a:lnTo>
                    <a:pt x="142" y="408"/>
                  </a:lnTo>
                  <a:lnTo>
                    <a:pt x="146" y="410"/>
                  </a:lnTo>
                  <a:lnTo>
                    <a:pt x="166" y="416"/>
                  </a:lnTo>
                  <a:lnTo>
                    <a:pt x="192" y="418"/>
                  </a:lnTo>
                  <a:lnTo>
                    <a:pt x="222" y="420"/>
                  </a:lnTo>
                  <a:lnTo>
                    <a:pt x="252" y="418"/>
                  </a:lnTo>
                  <a:lnTo>
                    <a:pt x="278" y="416"/>
                  </a:lnTo>
                  <a:lnTo>
                    <a:pt x="298" y="410"/>
                  </a:lnTo>
                  <a:lnTo>
                    <a:pt x="302" y="408"/>
                  </a:lnTo>
                  <a:lnTo>
                    <a:pt x="304" y="404"/>
                  </a:lnTo>
                  <a:lnTo>
                    <a:pt x="304" y="404"/>
                  </a:lnTo>
                  <a:lnTo>
                    <a:pt x="304" y="398"/>
                  </a:lnTo>
                  <a:lnTo>
                    <a:pt x="300" y="392"/>
                  </a:lnTo>
                  <a:lnTo>
                    <a:pt x="296" y="386"/>
                  </a:lnTo>
                  <a:lnTo>
                    <a:pt x="290" y="382"/>
                  </a:lnTo>
                  <a:lnTo>
                    <a:pt x="272" y="374"/>
                  </a:lnTo>
                  <a:lnTo>
                    <a:pt x="250" y="368"/>
                  </a:lnTo>
                  <a:lnTo>
                    <a:pt x="250" y="330"/>
                  </a:lnTo>
                  <a:lnTo>
                    <a:pt x="408" y="330"/>
                  </a:lnTo>
                  <a:lnTo>
                    <a:pt x="408" y="54"/>
                  </a:lnTo>
                  <a:lnTo>
                    <a:pt x="444" y="54"/>
                  </a:lnTo>
                  <a:lnTo>
                    <a:pt x="444" y="0"/>
                  </a:lnTo>
                  <a:lnTo>
                    <a:pt x="444" y="0"/>
                  </a:lnTo>
                  <a:close/>
                  <a:moveTo>
                    <a:pt x="378" y="300"/>
                  </a:moveTo>
                  <a:lnTo>
                    <a:pt x="66" y="300"/>
                  </a:lnTo>
                  <a:lnTo>
                    <a:pt x="66" y="56"/>
                  </a:lnTo>
                  <a:lnTo>
                    <a:pt x="378" y="56"/>
                  </a:lnTo>
                  <a:lnTo>
                    <a:pt x="378" y="300"/>
                  </a:lnTo>
                  <a:lnTo>
                    <a:pt x="378" y="300"/>
                  </a:lnTo>
                  <a:close/>
                </a:path>
              </a:pathLst>
            </a:custGeom>
            <a:grpFill/>
            <a:ln w="9525">
              <a:noFill/>
              <a:round/>
            </a:ln>
          </p:spPr>
          <p:txBody>
            <a:bodyPr vert="horz" wrap="square" lIns="121920" tIns="60960" rIns="121920" bIns="60960" numCol="1" anchor="t" anchorCtr="0" compatLnSpc="1"/>
            <a:lstStyle/>
            <a:p>
              <a:endParaRPr lang="zh-CN" altLang="en-US" sz="3200">
                <a:solidFill>
                  <a:srgbClr val="000000"/>
                </a:solidFill>
              </a:endParaRPr>
            </a:p>
          </p:txBody>
        </p:sp>
        <p:sp>
          <p:nvSpPr>
            <p:cNvPr id="44" name="Rectangle 35">
              <a:extLst>
                <a:ext uri="{FF2B5EF4-FFF2-40B4-BE49-F238E27FC236}">
                  <a16:creationId xmlns:a16="http://schemas.microsoft.com/office/drawing/2014/main" id="{D32851CB-F229-8E86-2540-1CACC82BE32E}"/>
                </a:ext>
              </a:extLst>
            </p:cNvPr>
            <p:cNvSpPr>
              <a:spLocks noChangeArrowheads="1"/>
            </p:cNvSpPr>
            <p:nvPr/>
          </p:nvSpPr>
          <p:spPr bwMode="auto">
            <a:xfrm>
              <a:off x="4476750" y="276225"/>
              <a:ext cx="139700" cy="142875"/>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5" name="Rectangle 36">
              <a:extLst>
                <a:ext uri="{FF2B5EF4-FFF2-40B4-BE49-F238E27FC236}">
                  <a16:creationId xmlns:a16="http://schemas.microsoft.com/office/drawing/2014/main" id="{60A6A7F3-A0E4-36F4-A207-AC89B8E3643A}"/>
                </a:ext>
              </a:extLst>
            </p:cNvPr>
            <p:cNvSpPr>
              <a:spLocks noChangeArrowheads="1"/>
            </p:cNvSpPr>
            <p:nvPr/>
          </p:nvSpPr>
          <p:spPr bwMode="auto">
            <a:xfrm>
              <a:off x="4667250" y="276225"/>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6" name="Rectangle 37">
              <a:extLst>
                <a:ext uri="{FF2B5EF4-FFF2-40B4-BE49-F238E27FC236}">
                  <a16:creationId xmlns:a16="http://schemas.microsoft.com/office/drawing/2014/main" id="{852C30E8-76FC-39D3-A33B-CC45F61E2DD2}"/>
                </a:ext>
              </a:extLst>
            </p:cNvPr>
            <p:cNvSpPr>
              <a:spLocks noChangeArrowheads="1"/>
            </p:cNvSpPr>
            <p:nvPr/>
          </p:nvSpPr>
          <p:spPr bwMode="auto">
            <a:xfrm>
              <a:off x="4667250" y="368300"/>
              <a:ext cx="2032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sp>
          <p:nvSpPr>
            <p:cNvPr id="47" name="Rectangle 38">
              <a:extLst>
                <a:ext uri="{FF2B5EF4-FFF2-40B4-BE49-F238E27FC236}">
                  <a16:creationId xmlns:a16="http://schemas.microsoft.com/office/drawing/2014/main" id="{77C08BCE-DF8F-2714-0188-CF9ABA15FEC8}"/>
                </a:ext>
              </a:extLst>
            </p:cNvPr>
            <p:cNvSpPr>
              <a:spLocks noChangeArrowheads="1"/>
            </p:cNvSpPr>
            <p:nvPr/>
          </p:nvSpPr>
          <p:spPr bwMode="auto">
            <a:xfrm>
              <a:off x="4476750" y="460375"/>
              <a:ext cx="393700" cy="50800"/>
            </a:xfrm>
            <a:prstGeom prst="rect">
              <a:avLst/>
            </a:prstGeom>
            <a:grpFill/>
            <a:ln w="9525">
              <a:noFill/>
              <a:miter lim="800000"/>
            </a:ln>
          </p:spPr>
          <p:txBody>
            <a:bodyPr vert="horz" wrap="square" lIns="121920" tIns="60960" rIns="121920" bIns="60960" numCol="1" anchor="t" anchorCtr="0" compatLnSpc="1"/>
            <a:lstStyle/>
            <a:p>
              <a:endParaRPr lang="zh-CN" altLang="en-US" sz="3200">
                <a:solidFill>
                  <a:srgbClr val="000000"/>
                </a:solidFill>
              </a:endParaRPr>
            </a:p>
          </p:txBody>
        </p:sp>
      </p:grpSp>
      <p:sp>
        <p:nvSpPr>
          <p:cNvPr id="48" name="文本框 47">
            <a:extLst>
              <a:ext uri="{FF2B5EF4-FFF2-40B4-BE49-F238E27FC236}">
                <a16:creationId xmlns:a16="http://schemas.microsoft.com/office/drawing/2014/main" id="{89909D78-2A60-1D1F-0CB8-5E5DE9E8C67C}"/>
              </a:ext>
            </a:extLst>
          </p:cNvPr>
          <p:cNvSpPr txBox="1"/>
          <p:nvPr/>
        </p:nvSpPr>
        <p:spPr>
          <a:xfrm>
            <a:off x="588825"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49" name="矩形 48">
            <a:extLst>
              <a:ext uri="{FF2B5EF4-FFF2-40B4-BE49-F238E27FC236}">
                <a16:creationId xmlns:a16="http://schemas.microsoft.com/office/drawing/2014/main" id="{1F7BD576-0E8E-347F-1A7C-D2CA9FCE1339}"/>
              </a:ext>
            </a:extLst>
          </p:cNvPr>
          <p:cNvSpPr/>
          <p:nvPr/>
        </p:nvSpPr>
        <p:spPr>
          <a:xfrm>
            <a:off x="588825"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0" name="文本框 49">
            <a:extLst>
              <a:ext uri="{FF2B5EF4-FFF2-40B4-BE49-F238E27FC236}">
                <a16:creationId xmlns:a16="http://schemas.microsoft.com/office/drawing/2014/main" id="{AD145256-93F5-E6F2-56A3-BD81F438E780}"/>
              </a:ext>
            </a:extLst>
          </p:cNvPr>
          <p:cNvSpPr txBox="1"/>
          <p:nvPr/>
        </p:nvSpPr>
        <p:spPr>
          <a:xfrm>
            <a:off x="4793773"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1" name="矩形 50">
            <a:extLst>
              <a:ext uri="{FF2B5EF4-FFF2-40B4-BE49-F238E27FC236}">
                <a16:creationId xmlns:a16="http://schemas.microsoft.com/office/drawing/2014/main" id="{50569153-0648-7EE9-9A94-C5EF832E5ACC}"/>
              </a:ext>
            </a:extLst>
          </p:cNvPr>
          <p:cNvSpPr/>
          <p:nvPr/>
        </p:nvSpPr>
        <p:spPr>
          <a:xfrm>
            <a:off x="4793773"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2" name="文本框 51">
            <a:extLst>
              <a:ext uri="{FF2B5EF4-FFF2-40B4-BE49-F238E27FC236}">
                <a16:creationId xmlns:a16="http://schemas.microsoft.com/office/drawing/2014/main" id="{7A8A0AE0-8E18-8081-5B9B-8FDDDA98C7F5}"/>
              </a:ext>
            </a:extLst>
          </p:cNvPr>
          <p:cNvSpPr txBox="1"/>
          <p:nvPr/>
        </p:nvSpPr>
        <p:spPr>
          <a:xfrm>
            <a:off x="9138848" y="5061138"/>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3" name="矩形 52">
            <a:extLst>
              <a:ext uri="{FF2B5EF4-FFF2-40B4-BE49-F238E27FC236}">
                <a16:creationId xmlns:a16="http://schemas.microsoft.com/office/drawing/2014/main" id="{DEABBA7B-7BCF-1AF8-BD8C-6501D03F5039}"/>
              </a:ext>
            </a:extLst>
          </p:cNvPr>
          <p:cNvSpPr/>
          <p:nvPr/>
        </p:nvSpPr>
        <p:spPr>
          <a:xfrm>
            <a:off x="9138848" y="4661028"/>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4" name="文本框 53">
            <a:extLst>
              <a:ext uri="{FF2B5EF4-FFF2-40B4-BE49-F238E27FC236}">
                <a16:creationId xmlns:a16="http://schemas.microsoft.com/office/drawing/2014/main" id="{2725965E-D9E7-986D-FFCC-626A65023A7C}"/>
              </a:ext>
            </a:extLst>
          </p:cNvPr>
          <p:cNvSpPr txBox="1"/>
          <p:nvPr/>
        </p:nvSpPr>
        <p:spPr>
          <a:xfrm>
            <a:off x="6936916"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5" name="矩形 54">
            <a:extLst>
              <a:ext uri="{FF2B5EF4-FFF2-40B4-BE49-F238E27FC236}">
                <a16:creationId xmlns:a16="http://schemas.microsoft.com/office/drawing/2014/main" id="{A5C6F089-07F1-082D-1B56-1206D7C8530C}"/>
              </a:ext>
            </a:extLst>
          </p:cNvPr>
          <p:cNvSpPr/>
          <p:nvPr/>
        </p:nvSpPr>
        <p:spPr>
          <a:xfrm>
            <a:off x="6936916"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56" name="文本框 55">
            <a:extLst>
              <a:ext uri="{FF2B5EF4-FFF2-40B4-BE49-F238E27FC236}">
                <a16:creationId xmlns:a16="http://schemas.microsoft.com/office/drawing/2014/main" id="{32DCF397-EFBE-9B5F-0218-38E69C47F631}"/>
              </a:ext>
            </a:extLst>
          </p:cNvPr>
          <p:cNvSpPr txBox="1"/>
          <p:nvPr/>
        </p:nvSpPr>
        <p:spPr>
          <a:xfrm>
            <a:off x="2792125" y="1620394"/>
            <a:ext cx="2743039" cy="1200329"/>
          </a:xfrm>
          <a:prstGeom prst="rect">
            <a:avLst/>
          </a:prstGeom>
          <a:noFill/>
        </p:spPr>
        <p:txBody>
          <a:bodyPr wrap="square" rtlCol="0">
            <a:spAutoFit/>
          </a:bodyPr>
          <a:lstStyle/>
          <a:p>
            <a:pPr>
              <a:lnSpc>
                <a:spcPct val="150000"/>
              </a:lnSpc>
            </a:pPr>
            <a:r>
              <a:rPr lang="zh-CN" altLang="en-US" sz="1600" dirty="0">
                <a:solidFill>
                  <a:schemeClr val="tx1">
                    <a:lumMod val="75000"/>
                    <a:lumOff val="25000"/>
                  </a:schemeClr>
                </a:solidFill>
                <a:cs typeface="+mn-ea"/>
                <a:sym typeface="+mn-lt"/>
              </a:rPr>
              <a:t>请在这里添加相应的文字内容请在这里添加相应的文字内容</a:t>
            </a:r>
          </a:p>
        </p:txBody>
      </p:sp>
      <p:sp>
        <p:nvSpPr>
          <p:cNvPr id="57" name="矩形 56">
            <a:extLst>
              <a:ext uri="{FF2B5EF4-FFF2-40B4-BE49-F238E27FC236}">
                <a16:creationId xmlns:a16="http://schemas.microsoft.com/office/drawing/2014/main" id="{DD2E467D-57CF-97F4-DC72-A254BCD52B86}"/>
              </a:ext>
            </a:extLst>
          </p:cNvPr>
          <p:cNvSpPr/>
          <p:nvPr/>
        </p:nvSpPr>
        <p:spPr>
          <a:xfrm>
            <a:off x="2792125" y="1220284"/>
            <a:ext cx="2236510" cy="400110"/>
          </a:xfrm>
          <a:prstGeom prst="rect">
            <a:avLst/>
          </a:prstGeom>
        </p:spPr>
        <p:txBody>
          <a:bodyPr wrap="none">
            <a:spAutoFit/>
          </a:bodyPr>
          <a:lstStyle/>
          <a:p>
            <a:r>
              <a:rPr lang="zh-CN" altLang="en-US" sz="2000" b="1" dirty="0">
                <a:solidFill>
                  <a:schemeClr val="tx1">
                    <a:lumMod val="75000"/>
                    <a:lumOff val="25000"/>
                  </a:schemeClr>
                </a:solidFill>
                <a:cs typeface="+mn-ea"/>
                <a:sym typeface="+mn-lt"/>
              </a:rPr>
              <a:t>这里添加文字标题</a:t>
            </a:r>
            <a:endParaRPr lang="zh-CN" altLang="en-US" sz="2000" dirty="0">
              <a:solidFill>
                <a:schemeClr val="tx1">
                  <a:lumMod val="75000"/>
                  <a:lumOff val="25000"/>
                </a:schemeClr>
              </a:solidFill>
              <a:cs typeface="+mn-ea"/>
              <a:sym typeface="+mn-lt"/>
            </a:endParaRPr>
          </a:p>
        </p:txBody>
      </p:sp>
      <p:sp>
        <p:nvSpPr>
          <p:cNvPr id="2" name="任意多边形 19">
            <a:extLst>
              <a:ext uri="{FF2B5EF4-FFF2-40B4-BE49-F238E27FC236}">
                <a16:creationId xmlns:a16="http://schemas.microsoft.com/office/drawing/2014/main" id="{3927B935-30EC-F6B9-BA7D-09D6C2A709BC}"/>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788A9A10-F697-E2C5-75D7-91724222CD4D}"/>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161B494B-45F2-63AD-0FAA-0C7A984A82CD}"/>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AF67261A-4AD6-82C6-8E72-40ECC6FC1777}"/>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89CFAA14-B024-745C-08EB-219FB555994A}"/>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5BE3E1D2-A68F-4510-F2DF-E8ACB59BDFA1}"/>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8" name="文本占位符 33">
            <a:extLst>
              <a:ext uri="{FF2B5EF4-FFF2-40B4-BE49-F238E27FC236}">
                <a16:creationId xmlns:a16="http://schemas.microsoft.com/office/drawing/2014/main" id="{BF860834-ABC8-4042-673B-FB1D08270EC2}"/>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11122626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仅标题">
    <p:spTree>
      <p:nvGrpSpPr>
        <p:cNvPr id="1" name=""/>
        <p:cNvGrpSpPr/>
        <p:nvPr/>
      </p:nvGrpSpPr>
      <p:grpSpPr>
        <a:xfrm>
          <a:off x="0" y="0"/>
          <a:ext cx="0" cy="0"/>
          <a:chOff x="0" y="0"/>
          <a:chExt cx="0" cy="0"/>
        </a:xfrm>
      </p:grpSpPr>
      <p:graphicFrame>
        <p:nvGraphicFramePr>
          <p:cNvPr id="13" name="图表 12">
            <a:extLst>
              <a:ext uri="{FF2B5EF4-FFF2-40B4-BE49-F238E27FC236}">
                <a16:creationId xmlns:a16="http://schemas.microsoft.com/office/drawing/2014/main" id="{EA96DBCB-5C90-8781-C6BF-55324A1A022C}"/>
              </a:ext>
            </a:extLst>
          </p:cNvPr>
          <p:cNvGraphicFramePr/>
          <p:nvPr>
            <p:extLst>
              <p:ext uri="{D42A27DB-BD31-4B8C-83A1-F6EECF244321}">
                <p14:modId xmlns:p14="http://schemas.microsoft.com/office/powerpoint/2010/main" val="3514732628"/>
              </p:ext>
            </p:extLst>
          </p:nvPr>
        </p:nvGraphicFramePr>
        <p:xfrm>
          <a:off x="4667250" y="1066749"/>
          <a:ext cx="7073900" cy="5418667"/>
        </p:xfrm>
        <a:graphic>
          <a:graphicData uri="http://schemas.openxmlformats.org/drawingml/2006/chart">
            <c:chart xmlns:c="http://schemas.openxmlformats.org/drawingml/2006/chart" xmlns:r="http://schemas.openxmlformats.org/officeDocument/2006/relationships" r:id="rId2"/>
          </a:graphicData>
        </a:graphic>
      </p:graphicFrame>
      <p:sp>
        <p:nvSpPr>
          <p:cNvPr id="14" name="文本框 13">
            <a:extLst>
              <a:ext uri="{FF2B5EF4-FFF2-40B4-BE49-F238E27FC236}">
                <a16:creationId xmlns:a16="http://schemas.microsoft.com/office/drawing/2014/main" id="{E00D3B58-7B05-1318-BC72-A5D57DACEB9B}"/>
              </a:ext>
            </a:extLst>
          </p:cNvPr>
          <p:cNvSpPr txBox="1"/>
          <p:nvPr/>
        </p:nvSpPr>
        <p:spPr>
          <a:xfrm>
            <a:off x="1522955" y="3470572"/>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5" name="矩形 14">
            <a:extLst>
              <a:ext uri="{FF2B5EF4-FFF2-40B4-BE49-F238E27FC236}">
                <a16:creationId xmlns:a16="http://schemas.microsoft.com/office/drawing/2014/main" id="{1C81DC61-21C4-1F02-05C7-4313D4699761}"/>
              </a:ext>
            </a:extLst>
          </p:cNvPr>
          <p:cNvSpPr/>
          <p:nvPr/>
        </p:nvSpPr>
        <p:spPr>
          <a:xfrm>
            <a:off x="1522955" y="3070462"/>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16" name="文本框 15">
            <a:extLst>
              <a:ext uri="{FF2B5EF4-FFF2-40B4-BE49-F238E27FC236}">
                <a16:creationId xmlns:a16="http://schemas.microsoft.com/office/drawing/2014/main" id="{FF83A840-98F0-F89C-C1C7-1210A82A02CA}"/>
              </a:ext>
            </a:extLst>
          </p:cNvPr>
          <p:cNvSpPr txBox="1"/>
          <p:nvPr/>
        </p:nvSpPr>
        <p:spPr>
          <a:xfrm>
            <a:off x="1522955" y="510178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17" name="矩形 16">
            <a:extLst>
              <a:ext uri="{FF2B5EF4-FFF2-40B4-BE49-F238E27FC236}">
                <a16:creationId xmlns:a16="http://schemas.microsoft.com/office/drawing/2014/main" id="{D029E13C-79F2-0925-032A-972CEFCC8D93}"/>
              </a:ext>
            </a:extLst>
          </p:cNvPr>
          <p:cNvSpPr/>
          <p:nvPr/>
        </p:nvSpPr>
        <p:spPr>
          <a:xfrm>
            <a:off x="1522955" y="4701679"/>
            <a:ext cx="2236510" cy="400110"/>
          </a:xfrm>
          <a:prstGeom prst="rect">
            <a:avLst/>
          </a:prstGeom>
        </p:spPr>
        <p:txBody>
          <a:bodyPr wrap="none">
            <a:spAutoFit/>
          </a:bodyPr>
          <a:lstStyle/>
          <a:p>
            <a:r>
              <a:rPr lang="zh-CN" altLang="en-US" sz="2000" b="1" dirty="0">
                <a:solidFill>
                  <a:schemeClr val="accent5"/>
                </a:solidFill>
                <a:cs typeface="+mn-ea"/>
                <a:sym typeface="+mn-lt"/>
              </a:rPr>
              <a:t>这里添加文字标题</a:t>
            </a:r>
            <a:endParaRPr lang="zh-CN" altLang="en-US" sz="2000" dirty="0">
              <a:solidFill>
                <a:schemeClr val="accent5"/>
              </a:solidFill>
              <a:cs typeface="+mn-ea"/>
              <a:sym typeface="+mn-lt"/>
            </a:endParaRPr>
          </a:p>
        </p:txBody>
      </p:sp>
      <p:sp>
        <p:nvSpPr>
          <p:cNvPr id="18" name="KSO_Shape">
            <a:extLst>
              <a:ext uri="{FF2B5EF4-FFF2-40B4-BE49-F238E27FC236}">
                <a16:creationId xmlns:a16="http://schemas.microsoft.com/office/drawing/2014/main" id="{6326DB1D-15BC-C4F0-20B2-1DF5DE475A52}"/>
              </a:ext>
            </a:extLst>
          </p:cNvPr>
          <p:cNvSpPr/>
          <p:nvPr/>
        </p:nvSpPr>
        <p:spPr bwMode="auto">
          <a:xfrm>
            <a:off x="616376" y="1887319"/>
            <a:ext cx="800100" cy="784098"/>
          </a:xfrm>
          <a:custGeom>
            <a:avLst/>
            <a:gdLst>
              <a:gd name="T0" fmla="*/ 2166826 w 3073399"/>
              <a:gd name="T1" fmla="*/ 1987218 h 3009901"/>
              <a:gd name="T2" fmla="*/ 2210027 w 3073399"/>
              <a:gd name="T3" fmla="*/ 2130672 h 3009901"/>
              <a:gd name="T4" fmla="*/ 2105838 w 3073399"/>
              <a:gd name="T5" fmla="*/ 2235088 h 3009901"/>
              <a:gd name="T6" fmla="*/ 2217333 w 3073399"/>
              <a:gd name="T7" fmla="*/ 2248101 h 3009901"/>
              <a:gd name="T8" fmla="*/ 3043858 w 3073399"/>
              <a:gd name="T9" fmla="*/ 2189069 h 3009901"/>
              <a:gd name="T10" fmla="*/ 3067364 w 3073399"/>
              <a:gd name="T11" fmla="*/ 2325540 h 3009901"/>
              <a:gd name="T12" fmla="*/ 2986681 w 3073399"/>
              <a:gd name="T13" fmla="*/ 2419166 h 3009901"/>
              <a:gd name="T14" fmla="*/ 1073158 w 3073399"/>
              <a:gd name="T15" fmla="*/ 2720355 h 3009901"/>
              <a:gd name="T16" fmla="*/ 622407 w 3073399"/>
              <a:gd name="T17" fmla="*/ 1982922 h 3009901"/>
              <a:gd name="T18" fmla="*/ 593524 w 3073399"/>
              <a:gd name="T19" fmla="*/ 2101163 h 3009901"/>
              <a:gd name="T20" fmla="*/ 682077 w 3073399"/>
              <a:gd name="T21" fmla="*/ 2181579 h 3009901"/>
              <a:gd name="T22" fmla="*/ 796338 w 3073399"/>
              <a:gd name="T23" fmla="*/ 2140894 h 3009901"/>
              <a:gd name="T24" fmla="*/ 814112 w 3073399"/>
              <a:gd name="T25" fmla="*/ 2020111 h 3009901"/>
              <a:gd name="T26" fmla="*/ 717625 w 3073399"/>
              <a:gd name="T27" fmla="*/ 1948912 h 3009901"/>
              <a:gd name="T28" fmla="*/ 1746106 w 3073399"/>
              <a:gd name="T29" fmla="*/ 1195455 h 3009901"/>
              <a:gd name="T30" fmla="*/ 1690575 w 3073399"/>
              <a:gd name="T31" fmla="*/ 1270442 h 3009901"/>
              <a:gd name="T32" fmla="*/ 1789578 w 3073399"/>
              <a:gd name="T33" fmla="*/ 1411202 h 3009901"/>
              <a:gd name="T34" fmla="*/ 1748644 w 3073399"/>
              <a:gd name="T35" fmla="*/ 1427725 h 3009901"/>
              <a:gd name="T36" fmla="*/ 1655353 w 3073399"/>
              <a:gd name="T37" fmla="*/ 1411838 h 3009901"/>
              <a:gd name="T38" fmla="*/ 1855264 w 3073399"/>
              <a:gd name="T39" fmla="*/ 1493815 h 3009901"/>
              <a:gd name="T40" fmla="*/ 1893342 w 3073399"/>
              <a:gd name="T41" fmla="*/ 1417875 h 3009901"/>
              <a:gd name="T42" fmla="*/ 1804492 w 3073399"/>
              <a:gd name="T43" fmla="*/ 1289824 h 3009901"/>
              <a:gd name="T44" fmla="*/ 1850821 w 3073399"/>
              <a:gd name="T45" fmla="*/ 1265040 h 3009901"/>
              <a:gd name="T46" fmla="*/ 1937132 w 3073399"/>
              <a:gd name="T47" fmla="*/ 1279021 h 3009901"/>
              <a:gd name="T48" fmla="*/ 1996153 w 3073399"/>
              <a:gd name="T49" fmla="*/ 1165905 h 3009901"/>
              <a:gd name="T50" fmla="*/ 2009481 w 3073399"/>
              <a:gd name="T51" fmla="*/ 1399128 h 3009901"/>
              <a:gd name="T52" fmla="*/ 1870178 w 3073399"/>
              <a:gd name="T53" fmla="*/ 1586279 h 3009901"/>
              <a:gd name="T54" fmla="*/ 2244614 w 3073399"/>
              <a:gd name="T55" fmla="*/ 1785503 h 3009901"/>
              <a:gd name="T56" fmla="*/ 2319819 w 3073399"/>
              <a:gd name="T57" fmla="*/ 1729263 h 3009901"/>
              <a:gd name="T58" fmla="*/ 2426438 w 3073399"/>
              <a:gd name="T59" fmla="*/ 1356550 h 3009901"/>
              <a:gd name="T60" fmla="*/ 2403591 w 3073399"/>
              <a:gd name="T61" fmla="*/ 1267900 h 3009901"/>
              <a:gd name="T62" fmla="*/ 1379920 w 3073399"/>
              <a:gd name="T63" fmla="*/ 892963 h 3009901"/>
              <a:gd name="T64" fmla="*/ 1113054 w 3073399"/>
              <a:gd name="T65" fmla="*/ 1215790 h 3009901"/>
              <a:gd name="T66" fmla="*/ 1167633 w 3073399"/>
              <a:gd name="T67" fmla="*/ 1294273 h 3009901"/>
              <a:gd name="T68" fmla="*/ 1620448 w 3073399"/>
              <a:gd name="T69" fmla="*/ 1557682 h 3009901"/>
              <a:gd name="T70" fmla="*/ 1567138 w 3073399"/>
              <a:gd name="T71" fmla="*/ 1336533 h 3009901"/>
              <a:gd name="T72" fmla="*/ 1690258 w 3073399"/>
              <a:gd name="T73" fmla="*/ 1125551 h 3009901"/>
              <a:gd name="T74" fmla="*/ 1630284 w 3073399"/>
              <a:gd name="T75" fmla="*/ 966044 h 3009901"/>
              <a:gd name="T76" fmla="*/ 1977749 w 3073399"/>
              <a:gd name="T77" fmla="*/ 1016565 h 3009901"/>
              <a:gd name="T78" fmla="*/ 2126889 w 3073399"/>
              <a:gd name="T79" fmla="*/ 1849370 h 3009901"/>
              <a:gd name="T80" fmla="*/ 1114324 w 3073399"/>
              <a:gd name="T81" fmla="*/ 1422959 h 3009901"/>
              <a:gd name="T82" fmla="*/ 2261492 w 3073399"/>
              <a:gd name="T83" fmla="*/ 424657 h 3009901"/>
              <a:gd name="T84" fmla="*/ 2387119 w 3073399"/>
              <a:gd name="T85" fmla="*/ 478017 h 3009901"/>
              <a:gd name="T86" fmla="*/ 2378236 w 3073399"/>
              <a:gd name="T87" fmla="*/ 506603 h 3009901"/>
              <a:gd name="T88" fmla="*/ 2367450 w 3073399"/>
              <a:gd name="T89" fmla="*/ 546940 h 3009901"/>
              <a:gd name="T90" fmla="*/ 2465477 w 3073399"/>
              <a:gd name="T91" fmla="*/ 453243 h 3009901"/>
              <a:gd name="T92" fmla="*/ 2342705 w 3073399"/>
              <a:gd name="T93" fmla="*/ 411635 h 3009901"/>
              <a:gd name="T94" fmla="*/ 2369671 w 3073399"/>
              <a:gd name="T95" fmla="*/ 410999 h 3009901"/>
              <a:gd name="T96" fmla="*/ 2357616 w 3073399"/>
              <a:gd name="T97" fmla="*/ 340488 h 3009901"/>
              <a:gd name="T98" fmla="*/ 1928390 w 3073399"/>
              <a:gd name="T99" fmla="*/ 431009 h 3009901"/>
              <a:gd name="T100" fmla="*/ 2026417 w 3073399"/>
              <a:gd name="T101" fmla="*/ 723854 h 3009901"/>
              <a:gd name="T102" fmla="*/ 2325892 w 3073399"/>
              <a:gd name="T103" fmla="*/ 621581 h 3009901"/>
              <a:gd name="T104" fmla="*/ 2220251 w 3073399"/>
              <a:gd name="T105" fmla="*/ 500886 h 3009901"/>
              <a:gd name="T106" fmla="*/ 2218982 w 3073399"/>
              <a:gd name="T107" fmla="*/ 333500 h 3009901"/>
              <a:gd name="T108" fmla="*/ 2343340 w 3073399"/>
              <a:gd name="T109" fmla="*/ 248696 h 3009901"/>
              <a:gd name="T110" fmla="*/ 2472774 w 3073399"/>
              <a:gd name="T111" fmla="*/ 328101 h 3009901"/>
              <a:gd name="T112" fmla="*/ 2524801 w 3073399"/>
              <a:gd name="T113" fmla="*/ 488181 h 3009901"/>
              <a:gd name="T114" fmla="*/ 2639008 w 3073399"/>
              <a:gd name="T115" fmla="*/ 537094 h 3009901"/>
              <a:gd name="T116" fmla="*/ 2841724 w 3073399"/>
              <a:gd name="T117" fmla="*/ 369391 h 3009901"/>
              <a:gd name="T118" fmla="*/ 2931186 w 3073399"/>
              <a:gd name="T119" fmla="*/ 467218 h 3009901"/>
              <a:gd name="T120" fmla="*/ 2221520 w 3073399"/>
              <a:gd name="T121" fmla="*/ 758157 h 3009901"/>
              <a:gd name="T122" fmla="*/ 2156168 w 3073399"/>
              <a:gd name="T123" fmla="*/ 242661 h 3009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73399" h="3009901">
                <a:moveTo>
                  <a:pt x="1055687" y="1949450"/>
                </a:moveTo>
                <a:lnTo>
                  <a:pt x="1078240" y="1949450"/>
                </a:lnTo>
                <a:lnTo>
                  <a:pt x="1078927" y="1949450"/>
                </a:lnTo>
                <a:lnTo>
                  <a:pt x="1086499" y="1949450"/>
                </a:lnTo>
                <a:lnTo>
                  <a:pt x="1351101" y="1949450"/>
                </a:lnTo>
                <a:lnTo>
                  <a:pt x="1804388" y="1949450"/>
                </a:lnTo>
                <a:lnTo>
                  <a:pt x="2069625" y="1949450"/>
                </a:lnTo>
                <a:lnTo>
                  <a:pt x="2076931" y="1949450"/>
                </a:lnTo>
                <a:lnTo>
                  <a:pt x="2084237" y="1950085"/>
                </a:lnTo>
                <a:lnTo>
                  <a:pt x="2091543" y="1951355"/>
                </a:lnTo>
                <a:lnTo>
                  <a:pt x="2098532" y="1952307"/>
                </a:lnTo>
                <a:lnTo>
                  <a:pt x="2105838" y="1953894"/>
                </a:lnTo>
                <a:lnTo>
                  <a:pt x="2112508" y="1956115"/>
                </a:lnTo>
                <a:lnTo>
                  <a:pt x="2119496" y="1958337"/>
                </a:lnTo>
                <a:lnTo>
                  <a:pt x="2126167" y="1960876"/>
                </a:lnTo>
                <a:lnTo>
                  <a:pt x="2132202" y="1963732"/>
                </a:lnTo>
                <a:lnTo>
                  <a:pt x="2138555" y="1966906"/>
                </a:lnTo>
                <a:lnTo>
                  <a:pt x="2144591" y="1970397"/>
                </a:lnTo>
                <a:lnTo>
                  <a:pt x="2150626" y="1974206"/>
                </a:lnTo>
                <a:lnTo>
                  <a:pt x="2156344" y="1978331"/>
                </a:lnTo>
                <a:lnTo>
                  <a:pt x="2161744" y="1982775"/>
                </a:lnTo>
                <a:lnTo>
                  <a:pt x="2166826" y="1987218"/>
                </a:lnTo>
                <a:lnTo>
                  <a:pt x="2172226" y="1991979"/>
                </a:lnTo>
                <a:lnTo>
                  <a:pt x="2176991" y="1997057"/>
                </a:lnTo>
                <a:lnTo>
                  <a:pt x="2181438" y="2002135"/>
                </a:lnTo>
                <a:lnTo>
                  <a:pt x="2185568" y="2007847"/>
                </a:lnTo>
                <a:lnTo>
                  <a:pt x="2190015" y="2013243"/>
                </a:lnTo>
                <a:lnTo>
                  <a:pt x="2193826" y="2019273"/>
                </a:lnTo>
                <a:lnTo>
                  <a:pt x="2197321" y="2025620"/>
                </a:lnTo>
                <a:lnTo>
                  <a:pt x="2200497" y="2031651"/>
                </a:lnTo>
                <a:lnTo>
                  <a:pt x="2203038" y="2037998"/>
                </a:lnTo>
                <a:lnTo>
                  <a:pt x="2205897" y="2044663"/>
                </a:lnTo>
                <a:lnTo>
                  <a:pt x="2208121" y="2051328"/>
                </a:lnTo>
                <a:lnTo>
                  <a:pt x="2210027" y="2058310"/>
                </a:lnTo>
                <a:lnTo>
                  <a:pt x="2211615" y="2065292"/>
                </a:lnTo>
                <a:lnTo>
                  <a:pt x="2212886" y="2072592"/>
                </a:lnTo>
                <a:lnTo>
                  <a:pt x="2213838" y="2079892"/>
                </a:lnTo>
                <a:lnTo>
                  <a:pt x="2214474" y="2087191"/>
                </a:lnTo>
                <a:lnTo>
                  <a:pt x="2214791" y="2094491"/>
                </a:lnTo>
                <a:lnTo>
                  <a:pt x="2214474" y="2102108"/>
                </a:lnTo>
                <a:lnTo>
                  <a:pt x="2213838" y="2109408"/>
                </a:lnTo>
                <a:lnTo>
                  <a:pt x="2212886" y="2116707"/>
                </a:lnTo>
                <a:lnTo>
                  <a:pt x="2211615" y="2123689"/>
                </a:lnTo>
                <a:lnTo>
                  <a:pt x="2210027" y="2130672"/>
                </a:lnTo>
                <a:lnTo>
                  <a:pt x="2208121" y="2137654"/>
                </a:lnTo>
                <a:lnTo>
                  <a:pt x="2205897" y="2144319"/>
                </a:lnTo>
                <a:lnTo>
                  <a:pt x="2203038" y="2150984"/>
                </a:lnTo>
                <a:lnTo>
                  <a:pt x="2200497" y="2157649"/>
                </a:lnTo>
                <a:lnTo>
                  <a:pt x="2197321" y="2163996"/>
                </a:lnTo>
                <a:lnTo>
                  <a:pt x="2193826" y="2169709"/>
                </a:lnTo>
                <a:lnTo>
                  <a:pt x="2190015" y="2175739"/>
                </a:lnTo>
                <a:lnTo>
                  <a:pt x="2185568" y="2181452"/>
                </a:lnTo>
                <a:lnTo>
                  <a:pt x="2181438" y="2186847"/>
                </a:lnTo>
                <a:lnTo>
                  <a:pt x="2176991" y="2192243"/>
                </a:lnTo>
                <a:lnTo>
                  <a:pt x="2172226" y="2197003"/>
                </a:lnTo>
                <a:lnTo>
                  <a:pt x="2166826" y="2201764"/>
                </a:lnTo>
                <a:lnTo>
                  <a:pt x="2161744" y="2206524"/>
                </a:lnTo>
                <a:lnTo>
                  <a:pt x="2156344" y="2210968"/>
                </a:lnTo>
                <a:lnTo>
                  <a:pt x="2150626" y="2214776"/>
                </a:lnTo>
                <a:lnTo>
                  <a:pt x="2144591" y="2218585"/>
                </a:lnTo>
                <a:lnTo>
                  <a:pt x="2138555" y="2222076"/>
                </a:lnTo>
                <a:lnTo>
                  <a:pt x="2132202" y="2225250"/>
                </a:lnTo>
                <a:lnTo>
                  <a:pt x="2126167" y="2228423"/>
                </a:lnTo>
                <a:lnTo>
                  <a:pt x="2119496" y="2230645"/>
                </a:lnTo>
                <a:lnTo>
                  <a:pt x="2112508" y="2233184"/>
                </a:lnTo>
                <a:lnTo>
                  <a:pt x="2105838" y="2235088"/>
                </a:lnTo>
                <a:lnTo>
                  <a:pt x="2098532" y="2236675"/>
                </a:lnTo>
                <a:lnTo>
                  <a:pt x="2091543" y="2238262"/>
                </a:lnTo>
                <a:lnTo>
                  <a:pt x="2084237" y="2238897"/>
                </a:lnTo>
                <a:lnTo>
                  <a:pt x="2076931" y="2239531"/>
                </a:lnTo>
                <a:lnTo>
                  <a:pt x="2069625" y="2239531"/>
                </a:lnTo>
                <a:lnTo>
                  <a:pt x="1804388" y="2239531"/>
                </a:lnTo>
                <a:lnTo>
                  <a:pt x="1584256" y="2239531"/>
                </a:lnTo>
                <a:lnTo>
                  <a:pt x="1584256" y="2308085"/>
                </a:lnTo>
                <a:lnTo>
                  <a:pt x="2069625" y="2308085"/>
                </a:lnTo>
                <a:lnTo>
                  <a:pt x="2082331" y="2307767"/>
                </a:lnTo>
                <a:lnTo>
                  <a:pt x="2095355" y="2306815"/>
                </a:lnTo>
                <a:lnTo>
                  <a:pt x="2108379" y="2304593"/>
                </a:lnTo>
                <a:lnTo>
                  <a:pt x="2120767" y="2302054"/>
                </a:lnTo>
                <a:lnTo>
                  <a:pt x="2133155" y="2298563"/>
                </a:lnTo>
                <a:lnTo>
                  <a:pt x="2144908" y="2294437"/>
                </a:lnTo>
                <a:lnTo>
                  <a:pt x="2156344" y="2289677"/>
                </a:lnTo>
                <a:lnTo>
                  <a:pt x="2167462" y="2284281"/>
                </a:lnTo>
                <a:lnTo>
                  <a:pt x="2178262" y="2278251"/>
                </a:lnTo>
                <a:lnTo>
                  <a:pt x="2188744" y="2271586"/>
                </a:lnTo>
                <a:lnTo>
                  <a:pt x="2198909" y="2264287"/>
                </a:lnTo>
                <a:lnTo>
                  <a:pt x="2208438" y="2256670"/>
                </a:lnTo>
                <a:lnTo>
                  <a:pt x="2217333" y="2248101"/>
                </a:lnTo>
                <a:lnTo>
                  <a:pt x="2226227" y="2239531"/>
                </a:lnTo>
                <a:lnTo>
                  <a:pt x="2234168" y="2230010"/>
                </a:lnTo>
                <a:lnTo>
                  <a:pt x="2241792" y="2220489"/>
                </a:lnTo>
                <a:lnTo>
                  <a:pt x="2946339" y="2149079"/>
                </a:lnTo>
                <a:lnTo>
                  <a:pt x="2952057" y="2148445"/>
                </a:lnTo>
                <a:lnTo>
                  <a:pt x="2958410" y="2148445"/>
                </a:lnTo>
                <a:lnTo>
                  <a:pt x="2964445" y="2148762"/>
                </a:lnTo>
                <a:lnTo>
                  <a:pt x="2970480" y="2149079"/>
                </a:lnTo>
                <a:lnTo>
                  <a:pt x="2976198" y="2150349"/>
                </a:lnTo>
                <a:lnTo>
                  <a:pt x="2982234" y="2151301"/>
                </a:lnTo>
                <a:lnTo>
                  <a:pt x="2988269" y="2152571"/>
                </a:lnTo>
                <a:lnTo>
                  <a:pt x="2993669" y="2154792"/>
                </a:lnTo>
                <a:lnTo>
                  <a:pt x="2999704" y="2157014"/>
                </a:lnTo>
                <a:lnTo>
                  <a:pt x="3004787" y="2159235"/>
                </a:lnTo>
                <a:lnTo>
                  <a:pt x="3010504" y="2161774"/>
                </a:lnTo>
                <a:lnTo>
                  <a:pt x="3015587" y="2164948"/>
                </a:lnTo>
                <a:lnTo>
                  <a:pt x="3020987" y="2168439"/>
                </a:lnTo>
                <a:lnTo>
                  <a:pt x="3025752" y="2171930"/>
                </a:lnTo>
                <a:lnTo>
                  <a:pt x="3030834" y="2175739"/>
                </a:lnTo>
                <a:lnTo>
                  <a:pt x="3035281" y="2179865"/>
                </a:lnTo>
                <a:lnTo>
                  <a:pt x="3039728" y="2184308"/>
                </a:lnTo>
                <a:lnTo>
                  <a:pt x="3043858" y="2189069"/>
                </a:lnTo>
                <a:lnTo>
                  <a:pt x="3047669" y="2193829"/>
                </a:lnTo>
                <a:lnTo>
                  <a:pt x="3051164" y="2199225"/>
                </a:lnTo>
                <a:lnTo>
                  <a:pt x="3054658" y="2204303"/>
                </a:lnTo>
                <a:lnTo>
                  <a:pt x="3057834" y="2209381"/>
                </a:lnTo>
                <a:lnTo>
                  <a:pt x="3060693" y="2215094"/>
                </a:lnTo>
                <a:lnTo>
                  <a:pt x="3063234" y="2220806"/>
                </a:lnTo>
                <a:lnTo>
                  <a:pt x="3065458" y="2226519"/>
                </a:lnTo>
                <a:lnTo>
                  <a:pt x="3067681" y="2232549"/>
                </a:lnTo>
                <a:lnTo>
                  <a:pt x="3069270" y="2238897"/>
                </a:lnTo>
                <a:lnTo>
                  <a:pt x="3070858" y="2244609"/>
                </a:lnTo>
                <a:lnTo>
                  <a:pt x="3071811" y="2250957"/>
                </a:lnTo>
                <a:lnTo>
                  <a:pt x="3072446" y="2257305"/>
                </a:lnTo>
                <a:lnTo>
                  <a:pt x="3072764" y="2263652"/>
                </a:lnTo>
                <a:lnTo>
                  <a:pt x="3073399" y="2270317"/>
                </a:lnTo>
                <a:lnTo>
                  <a:pt x="3073399" y="2283647"/>
                </a:lnTo>
                <a:lnTo>
                  <a:pt x="3073399" y="2289994"/>
                </a:lnTo>
                <a:lnTo>
                  <a:pt x="3072764" y="2296342"/>
                </a:lnTo>
                <a:lnTo>
                  <a:pt x="3072128" y="2302372"/>
                </a:lnTo>
                <a:lnTo>
                  <a:pt x="3071176" y="2308085"/>
                </a:lnTo>
                <a:lnTo>
                  <a:pt x="3070222" y="2314115"/>
                </a:lnTo>
                <a:lnTo>
                  <a:pt x="3068952" y="2320145"/>
                </a:lnTo>
                <a:lnTo>
                  <a:pt x="3067364" y="2325540"/>
                </a:lnTo>
                <a:lnTo>
                  <a:pt x="3065458" y="2331570"/>
                </a:lnTo>
                <a:lnTo>
                  <a:pt x="3063870" y="2336966"/>
                </a:lnTo>
                <a:lnTo>
                  <a:pt x="3061646" y="2342361"/>
                </a:lnTo>
                <a:lnTo>
                  <a:pt x="3059422" y="2347757"/>
                </a:lnTo>
                <a:lnTo>
                  <a:pt x="3056564" y="2353152"/>
                </a:lnTo>
                <a:lnTo>
                  <a:pt x="3054022" y="2357913"/>
                </a:lnTo>
                <a:lnTo>
                  <a:pt x="3050846" y="2363308"/>
                </a:lnTo>
                <a:lnTo>
                  <a:pt x="3047669" y="2368069"/>
                </a:lnTo>
                <a:lnTo>
                  <a:pt x="3044493" y="2372512"/>
                </a:lnTo>
                <a:lnTo>
                  <a:pt x="3040999" y="2377272"/>
                </a:lnTo>
                <a:lnTo>
                  <a:pt x="3037187" y="2381716"/>
                </a:lnTo>
                <a:lnTo>
                  <a:pt x="3033375" y="2385842"/>
                </a:lnTo>
                <a:lnTo>
                  <a:pt x="3029563" y="2389967"/>
                </a:lnTo>
                <a:lnTo>
                  <a:pt x="3025434" y="2394411"/>
                </a:lnTo>
                <a:lnTo>
                  <a:pt x="3020987" y="2397902"/>
                </a:lnTo>
                <a:lnTo>
                  <a:pt x="3016857" y="2401710"/>
                </a:lnTo>
                <a:lnTo>
                  <a:pt x="3011775" y="2405202"/>
                </a:lnTo>
                <a:lnTo>
                  <a:pt x="3007328" y="2408058"/>
                </a:lnTo>
                <a:lnTo>
                  <a:pt x="3002563" y="2410914"/>
                </a:lnTo>
                <a:lnTo>
                  <a:pt x="2997163" y="2414088"/>
                </a:lnTo>
                <a:lnTo>
                  <a:pt x="2992398" y="2416627"/>
                </a:lnTo>
                <a:lnTo>
                  <a:pt x="2986681" y="2419166"/>
                </a:lnTo>
                <a:lnTo>
                  <a:pt x="2981598" y="2421070"/>
                </a:lnTo>
                <a:lnTo>
                  <a:pt x="2975880" y="2423292"/>
                </a:lnTo>
                <a:lnTo>
                  <a:pt x="2970480" y="2424879"/>
                </a:lnTo>
                <a:lnTo>
                  <a:pt x="1949871" y="2711469"/>
                </a:lnTo>
                <a:lnTo>
                  <a:pt x="1922236" y="2718769"/>
                </a:lnTo>
                <a:lnTo>
                  <a:pt x="1894600" y="2725433"/>
                </a:lnTo>
                <a:lnTo>
                  <a:pt x="1867282" y="2731781"/>
                </a:lnTo>
                <a:lnTo>
                  <a:pt x="1839329" y="2737176"/>
                </a:lnTo>
                <a:lnTo>
                  <a:pt x="1811376" y="2742254"/>
                </a:lnTo>
                <a:lnTo>
                  <a:pt x="1783423" y="2746380"/>
                </a:lnTo>
                <a:lnTo>
                  <a:pt x="1755470" y="2750189"/>
                </a:lnTo>
                <a:lnTo>
                  <a:pt x="1727199" y="2753362"/>
                </a:lnTo>
                <a:lnTo>
                  <a:pt x="1698928" y="2755584"/>
                </a:lnTo>
                <a:lnTo>
                  <a:pt x="1670975" y="2757488"/>
                </a:lnTo>
                <a:lnTo>
                  <a:pt x="1643022" y="2758440"/>
                </a:lnTo>
                <a:lnTo>
                  <a:pt x="1614751" y="2759075"/>
                </a:lnTo>
                <a:lnTo>
                  <a:pt x="1586480" y="2758758"/>
                </a:lnTo>
                <a:lnTo>
                  <a:pt x="1558209" y="2758123"/>
                </a:lnTo>
                <a:lnTo>
                  <a:pt x="1529621" y="2757171"/>
                </a:lnTo>
                <a:lnTo>
                  <a:pt x="1501350" y="2754949"/>
                </a:lnTo>
                <a:lnTo>
                  <a:pt x="1079193" y="2720990"/>
                </a:lnTo>
                <a:lnTo>
                  <a:pt x="1073158" y="2720355"/>
                </a:lnTo>
                <a:lnTo>
                  <a:pt x="1067122" y="2719403"/>
                </a:lnTo>
                <a:lnTo>
                  <a:pt x="1061405" y="2718451"/>
                </a:lnTo>
                <a:lnTo>
                  <a:pt x="1055687" y="2717182"/>
                </a:lnTo>
                <a:lnTo>
                  <a:pt x="1055687" y="1952625"/>
                </a:lnTo>
                <a:lnTo>
                  <a:pt x="1055687" y="1952624"/>
                </a:lnTo>
                <a:lnTo>
                  <a:pt x="1055687" y="1949450"/>
                </a:lnTo>
                <a:close/>
                <a:moveTo>
                  <a:pt x="699851" y="1948276"/>
                </a:moveTo>
                <a:lnTo>
                  <a:pt x="693503" y="1948912"/>
                </a:lnTo>
                <a:lnTo>
                  <a:pt x="687790" y="1949865"/>
                </a:lnTo>
                <a:lnTo>
                  <a:pt x="682077" y="1950819"/>
                </a:lnTo>
                <a:lnTo>
                  <a:pt x="676364" y="1951772"/>
                </a:lnTo>
                <a:lnTo>
                  <a:pt x="670651" y="1953680"/>
                </a:lnTo>
                <a:lnTo>
                  <a:pt x="665255" y="1955269"/>
                </a:lnTo>
                <a:lnTo>
                  <a:pt x="659860" y="1957494"/>
                </a:lnTo>
                <a:lnTo>
                  <a:pt x="654781" y="1959719"/>
                </a:lnTo>
                <a:lnTo>
                  <a:pt x="649386" y="1962579"/>
                </a:lnTo>
                <a:lnTo>
                  <a:pt x="644625" y="1965440"/>
                </a:lnTo>
                <a:lnTo>
                  <a:pt x="639864" y="1968619"/>
                </a:lnTo>
                <a:lnTo>
                  <a:pt x="635103" y="1971797"/>
                </a:lnTo>
                <a:lnTo>
                  <a:pt x="630659" y="1975294"/>
                </a:lnTo>
                <a:lnTo>
                  <a:pt x="626533" y="1979108"/>
                </a:lnTo>
                <a:lnTo>
                  <a:pt x="622407" y="1982922"/>
                </a:lnTo>
                <a:lnTo>
                  <a:pt x="618599" y="1986736"/>
                </a:lnTo>
                <a:lnTo>
                  <a:pt x="615107" y="1991186"/>
                </a:lnTo>
                <a:lnTo>
                  <a:pt x="611616" y="1995318"/>
                </a:lnTo>
                <a:lnTo>
                  <a:pt x="608125" y="2000404"/>
                </a:lnTo>
                <a:lnTo>
                  <a:pt x="604951" y="2004854"/>
                </a:lnTo>
                <a:lnTo>
                  <a:pt x="602094" y="2010257"/>
                </a:lnTo>
                <a:lnTo>
                  <a:pt x="599555" y="2015025"/>
                </a:lnTo>
                <a:lnTo>
                  <a:pt x="597333" y="2020111"/>
                </a:lnTo>
                <a:lnTo>
                  <a:pt x="595112" y="2025514"/>
                </a:lnTo>
                <a:lnTo>
                  <a:pt x="593524" y="2030918"/>
                </a:lnTo>
                <a:lnTo>
                  <a:pt x="591620" y="2036639"/>
                </a:lnTo>
                <a:lnTo>
                  <a:pt x="590351" y="2042360"/>
                </a:lnTo>
                <a:lnTo>
                  <a:pt x="589081" y="2048082"/>
                </a:lnTo>
                <a:lnTo>
                  <a:pt x="588446" y="2054121"/>
                </a:lnTo>
                <a:lnTo>
                  <a:pt x="588129" y="2060160"/>
                </a:lnTo>
                <a:lnTo>
                  <a:pt x="587811" y="2065881"/>
                </a:lnTo>
                <a:lnTo>
                  <a:pt x="588129" y="2072238"/>
                </a:lnTo>
                <a:lnTo>
                  <a:pt x="588446" y="2078277"/>
                </a:lnTo>
                <a:lnTo>
                  <a:pt x="589081" y="2083999"/>
                </a:lnTo>
                <a:lnTo>
                  <a:pt x="590351" y="2089720"/>
                </a:lnTo>
                <a:lnTo>
                  <a:pt x="591620" y="2095759"/>
                </a:lnTo>
                <a:lnTo>
                  <a:pt x="593524" y="2101163"/>
                </a:lnTo>
                <a:lnTo>
                  <a:pt x="595112" y="2106566"/>
                </a:lnTo>
                <a:lnTo>
                  <a:pt x="597333" y="2111970"/>
                </a:lnTo>
                <a:lnTo>
                  <a:pt x="599555" y="2117373"/>
                </a:lnTo>
                <a:lnTo>
                  <a:pt x="602094" y="2122141"/>
                </a:lnTo>
                <a:lnTo>
                  <a:pt x="604951" y="2127227"/>
                </a:lnTo>
                <a:lnTo>
                  <a:pt x="608125" y="2131994"/>
                </a:lnTo>
                <a:lnTo>
                  <a:pt x="611616" y="2136444"/>
                </a:lnTo>
                <a:lnTo>
                  <a:pt x="615107" y="2140894"/>
                </a:lnTo>
                <a:lnTo>
                  <a:pt x="618599" y="2145344"/>
                </a:lnTo>
                <a:lnTo>
                  <a:pt x="622407" y="2149476"/>
                </a:lnTo>
                <a:lnTo>
                  <a:pt x="626533" y="2153291"/>
                </a:lnTo>
                <a:lnTo>
                  <a:pt x="630659" y="2157105"/>
                </a:lnTo>
                <a:lnTo>
                  <a:pt x="635103" y="2160601"/>
                </a:lnTo>
                <a:lnTo>
                  <a:pt x="639864" y="2163780"/>
                </a:lnTo>
                <a:lnTo>
                  <a:pt x="644625" y="2166958"/>
                </a:lnTo>
                <a:lnTo>
                  <a:pt x="649386" y="2169501"/>
                </a:lnTo>
                <a:lnTo>
                  <a:pt x="654781" y="2172362"/>
                </a:lnTo>
                <a:lnTo>
                  <a:pt x="659860" y="2174587"/>
                </a:lnTo>
                <a:lnTo>
                  <a:pt x="665255" y="2176494"/>
                </a:lnTo>
                <a:lnTo>
                  <a:pt x="670651" y="2178719"/>
                </a:lnTo>
                <a:lnTo>
                  <a:pt x="676364" y="2179990"/>
                </a:lnTo>
                <a:lnTo>
                  <a:pt x="682077" y="2181579"/>
                </a:lnTo>
                <a:lnTo>
                  <a:pt x="687790" y="2182533"/>
                </a:lnTo>
                <a:lnTo>
                  <a:pt x="693503" y="2183169"/>
                </a:lnTo>
                <a:lnTo>
                  <a:pt x="699851" y="2183486"/>
                </a:lnTo>
                <a:lnTo>
                  <a:pt x="705564" y="2184122"/>
                </a:lnTo>
                <a:lnTo>
                  <a:pt x="711595" y="2183486"/>
                </a:lnTo>
                <a:lnTo>
                  <a:pt x="717625" y="2183169"/>
                </a:lnTo>
                <a:lnTo>
                  <a:pt x="723338" y="2182533"/>
                </a:lnTo>
                <a:lnTo>
                  <a:pt x="729369" y="2181579"/>
                </a:lnTo>
                <a:lnTo>
                  <a:pt x="735082" y="2179990"/>
                </a:lnTo>
                <a:lnTo>
                  <a:pt x="740477" y="2178719"/>
                </a:lnTo>
                <a:lnTo>
                  <a:pt x="746190" y="2176494"/>
                </a:lnTo>
                <a:lnTo>
                  <a:pt x="751269" y="2174587"/>
                </a:lnTo>
                <a:lnTo>
                  <a:pt x="756664" y="2172362"/>
                </a:lnTo>
                <a:lnTo>
                  <a:pt x="761743" y="2169501"/>
                </a:lnTo>
                <a:lnTo>
                  <a:pt x="766821" y="2166958"/>
                </a:lnTo>
                <a:lnTo>
                  <a:pt x="771582" y="2163780"/>
                </a:lnTo>
                <a:lnTo>
                  <a:pt x="776025" y="2160601"/>
                </a:lnTo>
                <a:lnTo>
                  <a:pt x="780469" y="2157105"/>
                </a:lnTo>
                <a:lnTo>
                  <a:pt x="784912" y="2153291"/>
                </a:lnTo>
                <a:lnTo>
                  <a:pt x="789038" y="2149476"/>
                </a:lnTo>
                <a:lnTo>
                  <a:pt x="792847" y="2145344"/>
                </a:lnTo>
                <a:lnTo>
                  <a:pt x="796338" y="2140894"/>
                </a:lnTo>
                <a:lnTo>
                  <a:pt x="799830" y="2136444"/>
                </a:lnTo>
                <a:lnTo>
                  <a:pt x="803321" y="2131994"/>
                </a:lnTo>
                <a:lnTo>
                  <a:pt x="806495" y="2127227"/>
                </a:lnTo>
                <a:lnTo>
                  <a:pt x="809352" y="2122141"/>
                </a:lnTo>
                <a:lnTo>
                  <a:pt x="811573" y="2117373"/>
                </a:lnTo>
                <a:lnTo>
                  <a:pt x="814112" y="2111970"/>
                </a:lnTo>
                <a:lnTo>
                  <a:pt x="816017" y="2106566"/>
                </a:lnTo>
                <a:lnTo>
                  <a:pt x="817921" y="2101163"/>
                </a:lnTo>
                <a:lnTo>
                  <a:pt x="819508" y="2095759"/>
                </a:lnTo>
                <a:lnTo>
                  <a:pt x="821095" y="2089720"/>
                </a:lnTo>
                <a:lnTo>
                  <a:pt x="822047" y="2083999"/>
                </a:lnTo>
                <a:lnTo>
                  <a:pt x="822682" y="2078277"/>
                </a:lnTo>
                <a:lnTo>
                  <a:pt x="823000" y="2072238"/>
                </a:lnTo>
                <a:lnTo>
                  <a:pt x="823000" y="2065881"/>
                </a:lnTo>
                <a:lnTo>
                  <a:pt x="823000" y="2060160"/>
                </a:lnTo>
                <a:lnTo>
                  <a:pt x="822682" y="2054121"/>
                </a:lnTo>
                <a:lnTo>
                  <a:pt x="822047" y="2048082"/>
                </a:lnTo>
                <a:lnTo>
                  <a:pt x="821095" y="2042360"/>
                </a:lnTo>
                <a:lnTo>
                  <a:pt x="819508" y="2036639"/>
                </a:lnTo>
                <a:lnTo>
                  <a:pt x="817921" y="2030918"/>
                </a:lnTo>
                <a:lnTo>
                  <a:pt x="816017" y="2025514"/>
                </a:lnTo>
                <a:lnTo>
                  <a:pt x="814112" y="2020111"/>
                </a:lnTo>
                <a:lnTo>
                  <a:pt x="811573" y="2015025"/>
                </a:lnTo>
                <a:lnTo>
                  <a:pt x="809352" y="2010257"/>
                </a:lnTo>
                <a:lnTo>
                  <a:pt x="806495" y="2004854"/>
                </a:lnTo>
                <a:lnTo>
                  <a:pt x="803321" y="2000404"/>
                </a:lnTo>
                <a:lnTo>
                  <a:pt x="799830" y="1995318"/>
                </a:lnTo>
                <a:lnTo>
                  <a:pt x="796338" y="1991186"/>
                </a:lnTo>
                <a:lnTo>
                  <a:pt x="792847" y="1986736"/>
                </a:lnTo>
                <a:lnTo>
                  <a:pt x="789038" y="1982922"/>
                </a:lnTo>
                <a:lnTo>
                  <a:pt x="784912" y="1979108"/>
                </a:lnTo>
                <a:lnTo>
                  <a:pt x="780469" y="1975294"/>
                </a:lnTo>
                <a:lnTo>
                  <a:pt x="776025" y="1971797"/>
                </a:lnTo>
                <a:lnTo>
                  <a:pt x="771582" y="1968619"/>
                </a:lnTo>
                <a:lnTo>
                  <a:pt x="766821" y="1965440"/>
                </a:lnTo>
                <a:lnTo>
                  <a:pt x="761743" y="1962579"/>
                </a:lnTo>
                <a:lnTo>
                  <a:pt x="756664" y="1959719"/>
                </a:lnTo>
                <a:lnTo>
                  <a:pt x="751269" y="1957494"/>
                </a:lnTo>
                <a:lnTo>
                  <a:pt x="746190" y="1955269"/>
                </a:lnTo>
                <a:lnTo>
                  <a:pt x="740477" y="1953680"/>
                </a:lnTo>
                <a:lnTo>
                  <a:pt x="735082" y="1951772"/>
                </a:lnTo>
                <a:lnTo>
                  <a:pt x="729369" y="1950819"/>
                </a:lnTo>
                <a:lnTo>
                  <a:pt x="723338" y="1949865"/>
                </a:lnTo>
                <a:lnTo>
                  <a:pt x="717625" y="1948912"/>
                </a:lnTo>
                <a:lnTo>
                  <a:pt x="711595" y="1948276"/>
                </a:lnTo>
                <a:lnTo>
                  <a:pt x="705564" y="1948276"/>
                </a:lnTo>
                <a:lnTo>
                  <a:pt x="699851" y="1948276"/>
                </a:lnTo>
                <a:close/>
                <a:moveTo>
                  <a:pt x="0" y="1862138"/>
                </a:moveTo>
                <a:lnTo>
                  <a:pt x="941387" y="1862138"/>
                </a:lnTo>
                <a:lnTo>
                  <a:pt x="941387" y="2093534"/>
                </a:lnTo>
                <a:lnTo>
                  <a:pt x="941387" y="2574126"/>
                </a:lnTo>
                <a:lnTo>
                  <a:pt x="941387" y="3009901"/>
                </a:lnTo>
                <a:lnTo>
                  <a:pt x="0" y="3009901"/>
                </a:lnTo>
                <a:lnTo>
                  <a:pt x="0" y="1862138"/>
                </a:lnTo>
                <a:close/>
                <a:moveTo>
                  <a:pt x="1839398" y="1177026"/>
                </a:moveTo>
                <a:lnTo>
                  <a:pt x="1829243" y="1201810"/>
                </a:lnTo>
                <a:lnTo>
                  <a:pt x="1816551" y="1198314"/>
                </a:lnTo>
                <a:lnTo>
                  <a:pt x="1805127" y="1195455"/>
                </a:lnTo>
                <a:lnTo>
                  <a:pt x="1793704" y="1193230"/>
                </a:lnTo>
                <a:lnTo>
                  <a:pt x="1783232" y="1192277"/>
                </a:lnTo>
                <a:lnTo>
                  <a:pt x="1773078" y="1191959"/>
                </a:lnTo>
                <a:lnTo>
                  <a:pt x="1763241" y="1192277"/>
                </a:lnTo>
                <a:lnTo>
                  <a:pt x="1758799" y="1192595"/>
                </a:lnTo>
                <a:lnTo>
                  <a:pt x="1754356" y="1193230"/>
                </a:lnTo>
                <a:lnTo>
                  <a:pt x="1750231" y="1194501"/>
                </a:lnTo>
                <a:lnTo>
                  <a:pt x="1746106" y="1195455"/>
                </a:lnTo>
                <a:lnTo>
                  <a:pt x="1741981" y="1196726"/>
                </a:lnTo>
                <a:lnTo>
                  <a:pt x="1737856" y="1198314"/>
                </a:lnTo>
                <a:lnTo>
                  <a:pt x="1734365" y="1199903"/>
                </a:lnTo>
                <a:lnTo>
                  <a:pt x="1730557" y="1201810"/>
                </a:lnTo>
                <a:lnTo>
                  <a:pt x="1727067" y="1203716"/>
                </a:lnTo>
                <a:lnTo>
                  <a:pt x="1723576" y="1205940"/>
                </a:lnTo>
                <a:lnTo>
                  <a:pt x="1720403" y="1208482"/>
                </a:lnTo>
                <a:lnTo>
                  <a:pt x="1717230" y="1211024"/>
                </a:lnTo>
                <a:lnTo>
                  <a:pt x="1714691" y="1213884"/>
                </a:lnTo>
                <a:lnTo>
                  <a:pt x="1711835" y="1217061"/>
                </a:lnTo>
                <a:lnTo>
                  <a:pt x="1708980" y="1220239"/>
                </a:lnTo>
                <a:lnTo>
                  <a:pt x="1706441" y="1223734"/>
                </a:lnTo>
                <a:lnTo>
                  <a:pt x="1704220" y="1227547"/>
                </a:lnTo>
                <a:lnTo>
                  <a:pt x="1701998" y="1231360"/>
                </a:lnTo>
                <a:lnTo>
                  <a:pt x="1700095" y="1235173"/>
                </a:lnTo>
                <a:lnTo>
                  <a:pt x="1697873" y="1239303"/>
                </a:lnTo>
                <a:lnTo>
                  <a:pt x="1695652" y="1245023"/>
                </a:lnTo>
                <a:lnTo>
                  <a:pt x="1694066" y="1250106"/>
                </a:lnTo>
                <a:lnTo>
                  <a:pt x="1692162" y="1255508"/>
                </a:lnTo>
                <a:lnTo>
                  <a:pt x="1691210" y="1260592"/>
                </a:lnTo>
                <a:lnTo>
                  <a:pt x="1690575" y="1265676"/>
                </a:lnTo>
                <a:lnTo>
                  <a:pt x="1690575" y="1270442"/>
                </a:lnTo>
                <a:lnTo>
                  <a:pt x="1690575" y="1275526"/>
                </a:lnTo>
                <a:lnTo>
                  <a:pt x="1690892" y="1279974"/>
                </a:lnTo>
                <a:lnTo>
                  <a:pt x="1691844" y="1284423"/>
                </a:lnTo>
                <a:lnTo>
                  <a:pt x="1693114" y="1288871"/>
                </a:lnTo>
                <a:lnTo>
                  <a:pt x="1694066" y="1293320"/>
                </a:lnTo>
                <a:lnTo>
                  <a:pt x="1695335" y="1297450"/>
                </a:lnTo>
                <a:lnTo>
                  <a:pt x="1697239" y="1301263"/>
                </a:lnTo>
                <a:lnTo>
                  <a:pt x="1699143" y="1305076"/>
                </a:lnTo>
                <a:lnTo>
                  <a:pt x="1701364" y="1308889"/>
                </a:lnTo>
                <a:lnTo>
                  <a:pt x="1703902" y="1312384"/>
                </a:lnTo>
                <a:lnTo>
                  <a:pt x="1709931" y="1320328"/>
                </a:lnTo>
                <a:lnTo>
                  <a:pt x="1718816" y="1330495"/>
                </a:lnTo>
                <a:lnTo>
                  <a:pt x="1729923" y="1342570"/>
                </a:lnTo>
                <a:lnTo>
                  <a:pt x="1743885" y="1357186"/>
                </a:lnTo>
                <a:lnTo>
                  <a:pt x="1760385" y="1373073"/>
                </a:lnTo>
                <a:lnTo>
                  <a:pt x="1772443" y="1386418"/>
                </a:lnTo>
                <a:lnTo>
                  <a:pt x="1781646" y="1396268"/>
                </a:lnTo>
                <a:lnTo>
                  <a:pt x="1784184" y="1400081"/>
                </a:lnTo>
                <a:lnTo>
                  <a:pt x="1786405" y="1402623"/>
                </a:lnTo>
                <a:lnTo>
                  <a:pt x="1787675" y="1405165"/>
                </a:lnTo>
                <a:lnTo>
                  <a:pt x="1788944" y="1408025"/>
                </a:lnTo>
                <a:lnTo>
                  <a:pt x="1789578" y="1411202"/>
                </a:lnTo>
                <a:lnTo>
                  <a:pt x="1789896" y="1414062"/>
                </a:lnTo>
                <a:lnTo>
                  <a:pt x="1789896" y="1417557"/>
                </a:lnTo>
                <a:lnTo>
                  <a:pt x="1789261" y="1420734"/>
                </a:lnTo>
                <a:lnTo>
                  <a:pt x="1787992" y="1424230"/>
                </a:lnTo>
                <a:lnTo>
                  <a:pt x="1786723" y="1428360"/>
                </a:lnTo>
                <a:lnTo>
                  <a:pt x="1784501" y="1432491"/>
                </a:lnTo>
                <a:lnTo>
                  <a:pt x="1782598" y="1435986"/>
                </a:lnTo>
                <a:lnTo>
                  <a:pt x="1779742" y="1438210"/>
                </a:lnTo>
                <a:lnTo>
                  <a:pt x="1778472" y="1439481"/>
                </a:lnTo>
                <a:lnTo>
                  <a:pt x="1776568" y="1440435"/>
                </a:lnTo>
                <a:lnTo>
                  <a:pt x="1774982" y="1440752"/>
                </a:lnTo>
                <a:lnTo>
                  <a:pt x="1773395" y="1441070"/>
                </a:lnTo>
                <a:lnTo>
                  <a:pt x="1769587" y="1441388"/>
                </a:lnTo>
                <a:lnTo>
                  <a:pt x="1765462" y="1440752"/>
                </a:lnTo>
                <a:lnTo>
                  <a:pt x="1761337" y="1439481"/>
                </a:lnTo>
                <a:lnTo>
                  <a:pt x="1756260" y="1436939"/>
                </a:lnTo>
                <a:lnTo>
                  <a:pt x="1754356" y="1435668"/>
                </a:lnTo>
                <a:lnTo>
                  <a:pt x="1752452" y="1434080"/>
                </a:lnTo>
                <a:lnTo>
                  <a:pt x="1751183" y="1432809"/>
                </a:lnTo>
                <a:lnTo>
                  <a:pt x="1750231" y="1431220"/>
                </a:lnTo>
                <a:lnTo>
                  <a:pt x="1749279" y="1429631"/>
                </a:lnTo>
                <a:lnTo>
                  <a:pt x="1748644" y="1427725"/>
                </a:lnTo>
                <a:lnTo>
                  <a:pt x="1748644" y="1426136"/>
                </a:lnTo>
                <a:lnTo>
                  <a:pt x="1748644" y="1423912"/>
                </a:lnTo>
                <a:lnTo>
                  <a:pt x="1749914" y="1418510"/>
                </a:lnTo>
                <a:lnTo>
                  <a:pt x="1751818" y="1411838"/>
                </a:lnTo>
                <a:lnTo>
                  <a:pt x="1754991" y="1403894"/>
                </a:lnTo>
                <a:lnTo>
                  <a:pt x="1759433" y="1393091"/>
                </a:lnTo>
                <a:lnTo>
                  <a:pt x="1710883" y="1372438"/>
                </a:lnTo>
                <a:lnTo>
                  <a:pt x="1662334" y="1351466"/>
                </a:lnTo>
                <a:lnTo>
                  <a:pt x="1658526" y="1358457"/>
                </a:lnTo>
                <a:lnTo>
                  <a:pt x="1655987" y="1363223"/>
                </a:lnTo>
                <a:lnTo>
                  <a:pt x="1653131" y="1370531"/>
                </a:lnTo>
                <a:lnTo>
                  <a:pt x="1651545" y="1377521"/>
                </a:lnTo>
                <a:lnTo>
                  <a:pt x="1650910" y="1381017"/>
                </a:lnTo>
                <a:lnTo>
                  <a:pt x="1650593" y="1384512"/>
                </a:lnTo>
                <a:lnTo>
                  <a:pt x="1650593" y="1388007"/>
                </a:lnTo>
                <a:lnTo>
                  <a:pt x="1650593" y="1391502"/>
                </a:lnTo>
                <a:lnTo>
                  <a:pt x="1650910" y="1394997"/>
                </a:lnTo>
                <a:lnTo>
                  <a:pt x="1651227" y="1398492"/>
                </a:lnTo>
                <a:lnTo>
                  <a:pt x="1651862" y="1401670"/>
                </a:lnTo>
                <a:lnTo>
                  <a:pt x="1652814" y="1405165"/>
                </a:lnTo>
                <a:lnTo>
                  <a:pt x="1654083" y="1408660"/>
                </a:lnTo>
                <a:lnTo>
                  <a:pt x="1655353" y="1411838"/>
                </a:lnTo>
                <a:lnTo>
                  <a:pt x="1658843" y="1418510"/>
                </a:lnTo>
                <a:lnTo>
                  <a:pt x="1662968" y="1425183"/>
                </a:lnTo>
                <a:lnTo>
                  <a:pt x="1668363" y="1431220"/>
                </a:lnTo>
                <a:lnTo>
                  <a:pt x="1674392" y="1437575"/>
                </a:lnTo>
                <a:lnTo>
                  <a:pt x="1681373" y="1443930"/>
                </a:lnTo>
                <a:lnTo>
                  <a:pt x="1689623" y="1450285"/>
                </a:lnTo>
                <a:lnTo>
                  <a:pt x="1698191" y="1456004"/>
                </a:lnTo>
                <a:lnTo>
                  <a:pt x="1707710" y="1462041"/>
                </a:lnTo>
                <a:lnTo>
                  <a:pt x="1718499" y="1467760"/>
                </a:lnTo>
                <a:lnTo>
                  <a:pt x="1709614" y="1489049"/>
                </a:lnTo>
                <a:lnTo>
                  <a:pt x="1755308" y="1507796"/>
                </a:lnTo>
                <a:lnTo>
                  <a:pt x="1764193" y="1486507"/>
                </a:lnTo>
                <a:lnTo>
                  <a:pt x="1776568" y="1490320"/>
                </a:lnTo>
                <a:lnTo>
                  <a:pt x="1788944" y="1493498"/>
                </a:lnTo>
                <a:lnTo>
                  <a:pt x="1800050" y="1495722"/>
                </a:lnTo>
                <a:lnTo>
                  <a:pt x="1810839" y="1497311"/>
                </a:lnTo>
                <a:lnTo>
                  <a:pt x="1820993" y="1497946"/>
                </a:lnTo>
                <a:lnTo>
                  <a:pt x="1830513" y="1497946"/>
                </a:lnTo>
                <a:lnTo>
                  <a:pt x="1839398" y="1497311"/>
                </a:lnTo>
                <a:lnTo>
                  <a:pt x="1847648" y="1496040"/>
                </a:lnTo>
                <a:lnTo>
                  <a:pt x="1851456" y="1495086"/>
                </a:lnTo>
                <a:lnTo>
                  <a:pt x="1855264" y="1493815"/>
                </a:lnTo>
                <a:lnTo>
                  <a:pt x="1858754" y="1492862"/>
                </a:lnTo>
                <a:lnTo>
                  <a:pt x="1862245" y="1490956"/>
                </a:lnTo>
                <a:lnTo>
                  <a:pt x="1865418" y="1489367"/>
                </a:lnTo>
                <a:lnTo>
                  <a:pt x="1868591" y="1487460"/>
                </a:lnTo>
                <a:lnTo>
                  <a:pt x="1871764" y="1485554"/>
                </a:lnTo>
                <a:lnTo>
                  <a:pt x="1874620" y="1483330"/>
                </a:lnTo>
                <a:lnTo>
                  <a:pt x="1876841" y="1480788"/>
                </a:lnTo>
                <a:lnTo>
                  <a:pt x="1879380" y="1478564"/>
                </a:lnTo>
                <a:lnTo>
                  <a:pt x="1881918" y="1475704"/>
                </a:lnTo>
                <a:lnTo>
                  <a:pt x="1883822" y="1472527"/>
                </a:lnTo>
                <a:lnTo>
                  <a:pt x="1886044" y="1469667"/>
                </a:lnTo>
                <a:lnTo>
                  <a:pt x="1887947" y="1466172"/>
                </a:lnTo>
                <a:lnTo>
                  <a:pt x="1889534" y="1462677"/>
                </a:lnTo>
                <a:lnTo>
                  <a:pt x="1890803" y="1459181"/>
                </a:lnTo>
                <a:lnTo>
                  <a:pt x="1892707" y="1454097"/>
                </a:lnTo>
                <a:lnTo>
                  <a:pt x="1893976" y="1448696"/>
                </a:lnTo>
                <a:lnTo>
                  <a:pt x="1895246" y="1443930"/>
                </a:lnTo>
                <a:lnTo>
                  <a:pt x="1895563" y="1438846"/>
                </a:lnTo>
                <a:lnTo>
                  <a:pt x="1895880" y="1433444"/>
                </a:lnTo>
                <a:lnTo>
                  <a:pt x="1895563" y="1428360"/>
                </a:lnTo>
                <a:lnTo>
                  <a:pt x="1894611" y="1422959"/>
                </a:lnTo>
                <a:lnTo>
                  <a:pt x="1893342" y="1417875"/>
                </a:lnTo>
                <a:lnTo>
                  <a:pt x="1892073" y="1412791"/>
                </a:lnTo>
                <a:lnTo>
                  <a:pt x="1890169" y="1407707"/>
                </a:lnTo>
                <a:lnTo>
                  <a:pt x="1888582" y="1402941"/>
                </a:lnTo>
                <a:lnTo>
                  <a:pt x="1886361" y="1398492"/>
                </a:lnTo>
                <a:lnTo>
                  <a:pt x="1883822" y="1394044"/>
                </a:lnTo>
                <a:lnTo>
                  <a:pt x="1881601" y="1389913"/>
                </a:lnTo>
                <a:lnTo>
                  <a:pt x="1878745" y="1385783"/>
                </a:lnTo>
                <a:lnTo>
                  <a:pt x="1875572" y="1381652"/>
                </a:lnTo>
                <a:lnTo>
                  <a:pt x="1867956" y="1372755"/>
                </a:lnTo>
                <a:lnTo>
                  <a:pt x="1857168" y="1361317"/>
                </a:lnTo>
                <a:lnTo>
                  <a:pt x="1843205" y="1346700"/>
                </a:lnTo>
                <a:lnTo>
                  <a:pt x="1826388" y="1329542"/>
                </a:lnTo>
                <a:lnTo>
                  <a:pt x="1821310" y="1324141"/>
                </a:lnTo>
                <a:lnTo>
                  <a:pt x="1816551" y="1319374"/>
                </a:lnTo>
                <a:lnTo>
                  <a:pt x="1812743" y="1314608"/>
                </a:lnTo>
                <a:lnTo>
                  <a:pt x="1810204" y="1310160"/>
                </a:lnTo>
                <a:lnTo>
                  <a:pt x="1807348" y="1306029"/>
                </a:lnTo>
                <a:lnTo>
                  <a:pt x="1805444" y="1302534"/>
                </a:lnTo>
                <a:lnTo>
                  <a:pt x="1804492" y="1299039"/>
                </a:lnTo>
                <a:lnTo>
                  <a:pt x="1804175" y="1295861"/>
                </a:lnTo>
                <a:lnTo>
                  <a:pt x="1804175" y="1293320"/>
                </a:lnTo>
                <a:lnTo>
                  <a:pt x="1804492" y="1289824"/>
                </a:lnTo>
                <a:lnTo>
                  <a:pt x="1804810" y="1286329"/>
                </a:lnTo>
                <a:lnTo>
                  <a:pt x="1805762" y="1281881"/>
                </a:lnTo>
                <a:lnTo>
                  <a:pt x="1808618" y="1272984"/>
                </a:lnTo>
                <a:lnTo>
                  <a:pt x="1812426" y="1262498"/>
                </a:lnTo>
                <a:lnTo>
                  <a:pt x="1814647" y="1258686"/>
                </a:lnTo>
                <a:lnTo>
                  <a:pt x="1817185" y="1255508"/>
                </a:lnTo>
                <a:lnTo>
                  <a:pt x="1819724" y="1252966"/>
                </a:lnTo>
                <a:lnTo>
                  <a:pt x="1821310" y="1252013"/>
                </a:lnTo>
                <a:lnTo>
                  <a:pt x="1822897" y="1251377"/>
                </a:lnTo>
                <a:lnTo>
                  <a:pt x="1824801" y="1251060"/>
                </a:lnTo>
                <a:lnTo>
                  <a:pt x="1826388" y="1250742"/>
                </a:lnTo>
                <a:lnTo>
                  <a:pt x="1830195" y="1250106"/>
                </a:lnTo>
                <a:lnTo>
                  <a:pt x="1834320" y="1251377"/>
                </a:lnTo>
                <a:lnTo>
                  <a:pt x="1839080" y="1252648"/>
                </a:lnTo>
                <a:lnTo>
                  <a:pt x="1841936" y="1254237"/>
                </a:lnTo>
                <a:lnTo>
                  <a:pt x="1843840" y="1255190"/>
                </a:lnTo>
                <a:lnTo>
                  <a:pt x="1846061" y="1256461"/>
                </a:lnTo>
                <a:lnTo>
                  <a:pt x="1847648" y="1258368"/>
                </a:lnTo>
                <a:lnTo>
                  <a:pt x="1848917" y="1259639"/>
                </a:lnTo>
                <a:lnTo>
                  <a:pt x="1849869" y="1261545"/>
                </a:lnTo>
                <a:lnTo>
                  <a:pt x="1850504" y="1263134"/>
                </a:lnTo>
                <a:lnTo>
                  <a:pt x="1850821" y="1265040"/>
                </a:lnTo>
                <a:lnTo>
                  <a:pt x="1850504" y="1267265"/>
                </a:lnTo>
                <a:lnTo>
                  <a:pt x="1850186" y="1270124"/>
                </a:lnTo>
                <a:lnTo>
                  <a:pt x="1847965" y="1277432"/>
                </a:lnTo>
                <a:lnTo>
                  <a:pt x="1844792" y="1287282"/>
                </a:lnTo>
                <a:lnTo>
                  <a:pt x="1840032" y="1299039"/>
                </a:lnTo>
                <a:lnTo>
                  <a:pt x="1833369" y="1315562"/>
                </a:lnTo>
                <a:lnTo>
                  <a:pt x="1881918" y="1334944"/>
                </a:lnTo>
                <a:lnTo>
                  <a:pt x="1929834" y="1354008"/>
                </a:lnTo>
                <a:lnTo>
                  <a:pt x="1935228" y="1340981"/>
                </a:lnTo>
                <a:lnTo>
                  <a:pt x="1937132" y="1335262"/>
                </a:lnTo>
                <a:lnTo>
                  <a:pt x="1938718" y="1330178"/>
                </a:lnTo>
                <a:lnTo>
                  <a:pt x="1939988" y="1324776"/>
                </a:lnTo>
                <a:lnTo>
                  <a:pt x="1941257" y="1319692"/>
                </a:lnTo>
                <a:lnTo>
                  <a:pt x="1942209" y="1314926"/>
                </a:lnTo>
                <a:lnTo>
                  <a:pt x="1942526" y="1309842"/>
                </a:lnTo>
                <a:lnTo>
                  <a:pt x="1942844" y="1305076"/>
                </a:lnTo>
                <a:lnTo>
                  <a:pt x="1942526" y="1300628"/>
                </a:lnTo>
                <a:lnTo>
                  <a:pt x="1942209" y="1295861"/>
                </a:lnTo>
                <a:lnTo>
                  <a:pt x="1941574" y="1291413"/>
                </a:lnTo>
                <a:lnTo>
                  <a:pt x="1940305" y="1287282"/>
                </a:lnTo>
                <a:lnTo>
                  <a:pt x="1939036" y="1283152"/>
                </a:lnTo>
                <a:lnTo>
                  <a:pt x="1937132" y="1279021"/>
                </a:lnTo>
                <a:lnTo>
                  <a:pt x="1935545" y="1274890"/>
                </a:lnTo>
                <a:lnTo>
                  <a:pt x="1933007" y="1271078"/>
                </a:lnTo>
                <a:lnTo>
                  <a:pt x="1930786" y="1267265"/>
                </a:lnTo>
                <a:lnTo>
                  <a:pt x="1925074" y="1260274"/>
                </a:lnTo>
                <a:lnTo>
                  <a:pt x="1918727" y="1253602"/>
                </a:lnTo>
                <a:lnTo>
                  <a:pt x="1912064" y="1247565"/>
                </a:lnTo>
                <a:lnTo>
                  <a:pt x="1905083" y="1241210"/>
                </a:lnTo>
                <a:lnTo>
                  <a:pt x="1897467" y="1235490"/>
                </a:lnTo>
                <a:lnTo>
                  <a:pt x="1889534" y="1230089"/>
                </a:lnTo>
                <a:lnTo>
                  <a:pt x="1881284" y="1225005"/>
                </a:lnTo>
                <a:lnTo>
                  <a:pt x="1872082" y="1220556"/>
                </a:lnTo>
                <a:lnTo>
                  <a:pt x="1882553" y="1194819"/>
                </a:lnTo>
                <a:lnTo>
                  <a:pt x="1839398" y="1177026"/>
                </a:lnTo>
                <a:close/>
                <a:moveTo>
                  <a:pt x="1952046" y="1106804"/>
                </a:moveTo>
                <a:lnTo>
                  <a:pt x="1958075" y="1113159"/>
                </a:lnTo>
                <a:lnTo>
                  <a:pt x="1964421" y="1119832"/>
                </a:lnTo>
                <a:lnTo>
                  <a:pt x="1970768" y="1126504"/>
                </a:lnTo>
                <a:lnTo>
                  <a:pt x="1976162" y="1133813"/>
                </a:lnTo>
                <a:lnTo>
                  <a:pt x="1981557" y="1141438"/>
                </a:lnTo>
                <a:lnTo>
                  <a:pt x="1986634" y="1149064"/>
                </a:lnTo>
                <a:lnTo>
                  <a:pt x="1991711" y="1157326"/>
                </a:lnTo>
                <a:lnTo>
                  <a:pt x="1996153" y="1165905"/>
                </a:lnTo>
                <a:lnTo>
                  <a:pt x="2000278" y="1174484"/>
                </a:lnTo>
                <a:lnTo>
                  <a:pt x="2004086" y="1183698"/>
                </a:lnTo>
                <a:lnTo>
                  <a:pt x="2007577" y="1192595"/>
                </a:lnTo>
                <a:lnTo>
                  <a:pt x="2010750" y="1202127"/>
                </a:lnTo>
                <a:lnTo>
                  <a:pt x="2013606" y="1211977"/>
                </a:lnTo>
                <a:lnTo>
                  <a:pt x="2016462" y="1221510"/>
                </a:lnTo>
                <a:lnTo>
                  <a:pt x="2018366" y="1231677"/>
                </a:lnTo>
                <a:lnTo>
                  <a:pt x="2020587" y="1242163"/>
                </a:lnTo>
                <a:lnTo>
                  <a:pt x="2021856" y="1252648"/>
                </a:lnTo>
                <a:lnTo>
                  <a:pt x="2023443" y="1263134"/>
                </a:lnTo>
                <a:lnTo>
                  <a:pt x="2024077" y="1273937"/>
                </a:lnTo>
                <a:lnTo>
                  <a:pt x="2024395" y="1285058"/>
                </a:lnTo>
                <a:lnTo>
                  <a:pt x="2024712" y="1295861"/>
                </a:lnTo>
                <a:lnTo>
                  <a:pt x="2024395" y="1306982"/>
                </a:lnTo>
                <a:lnTo>
                  <a:pt x="2024077" y="1318739"/>
                </a:lnTo>
                <a:lnTo>
                  <a:pt x="2023125" y="1329860"/>
                </a:lnTo>
                <a:lnTo>
                  <a:pt x="2021539" y="1341299"/>
                </a:lnTo>
                <a:lnTo>
                  <a:pt x="2019952" y="1352737"/>
                </a:lnTo>
                <a:lnTo>
                  <a:pt x="2018048" y="1364494"/>
                </a:lnTo>
                <a:lnTo>
                  <a:pt x="2015827" y="1375933"/>
                </a:lnTo>
                <a:lnTo>
                  <a:pt x="2012654" y="1387371"/>
                </a:lnTo>
                <a:lnTo>
                  <a:pt x="2009481" y="1399128"/>
                </a:lnTo>
                <a:lnTo>
                  <a:pt x="2005990" y="1410884"/>
                </a:lnTo>
                <a:lnTo>
                  <a:pt x="2001865" y="1422323"/>
                </a:lnTo>
                <a:lnTo>
                  <a:pt x="1998057" y="1432809"/>
                </a:lnTo>
                <a:lnTo>
                  <a:pt x="1993615" y="1442976"/>
                </a:lnTo>
                <a:lnTo>
                  <a:pt x="1989172" y="1452509"/>
                </a:lnTo>
                <a:lnTo>
                  <a:pt x="1984412" y="1462359"/>
                </a:lnTo>
                <a:lnTo>
                  <a:pt x="1979018" y="1472209"/>
                </a:lnTo>
                <a:lnTo>
                  <a:pt x="1973941" y="1481106"/>
                </a:lnTo>
                <a:lnTo>
                  <a:pt x="1967912" y="1490638"/>
                </a:lnTo>
                <a:lnTo>
                  <a:pt x="1961883" y="1499852"/>
                </a:lnTo>
                <a:lnTo>
                  <a:pt x="1955854" y="1508432"/>
                </a:lnTo>
                <a:lnTo>
                  <a:pt x="1949507" y="1517011"/>
                </a:lnTo>
                <a:lnTo>
                  <a:pt x="1942526" y="1525272"/>
                </a:lnTo>
                <a:lnTo>
                  <a:pt x="1935545" y="1533215"/>
                </a:lnTo>
                <a:lnTo>
                  <a:pt x="1928247" y="1540841"/>
                </a:lnTo>
                <a:lnTo>
                  <a:pt x="1920631" y="1548149"/>
                </a:lnTo>
                <a:lnTo>
                  <a:pt x="1912381" y="1555457"/>
                </a:lnTo>
                <a:lnTo>
                  <a:pt x="1904448" y="1562130"/>
                </a:lnTo>
                <a:lnTo>
                  <a:pt x="1896198" y="1568803"/>
                </a:lnTo>
                <a:lnTo>
                  <a:pt x="1887947" y="1575158"/>
                </a:lnTo>
                <a:lnTo>
                  <a:pt x="1878745" y="1581195"/>
                </a:lnTo>
                <a:lnTo>
                  <a:pt x="1870178" y="1586279"/>
                </a:lnTo>
                <a:lnTo>
                  <a:pt x="1860658" y="1591680"/>
                </a:lnTo>
                <a:lnTo>
                  <a:pt x="1851138" y="1596129"/>
                </a:lnTo>
                <a:lnTo>
                  <a:pt x="1841302" y="1600577"/>
                </a:lnTo>
                <a:lnTo>
                  <a:pt x="1831782" y="1604390"/>
                </a:lnTo>
                <a:lnTo>
                  <a:pt x="1821628" y="1607885"/>
                </a:lnTo>
                <a:lnTo>
                  <a:pt x="1811474" y="1611063"/>
                </a:lnTo>
                <a:lnTo>
                  <a:pt x="1801002" y="1613922"/>
                </a:lnTo>
                <a:lnTo>
                  <a:pt x="1790213" y="1615829"/>
                </a:lnTo>
                <a:lnTo>
                  <a:pt x="1779742" y="1617735"/>
                </a:lnTo>
                <a:lnTo>
                  <a:pt x="1768636" y="1618688"/>
                </a:lnTo>
                <a:lnTo>
                  <a:pt x="1757529" y="1619324"/>
                </a:lnTo>
                <a:lnTo>
                  <a:pt x="1746423" y="1619642"/>
                </a:lnTo>
                <a:lnTo>
                  <a:pt x="1807666" y="1643472"/>
                </a:lnTo>
                <a:lnTo>
                  <a:pt x="1869226" y="1666668"/>
                </a:lnTo>
                <a:lnTo>
                  <a:pt x="1931103" y="1689227"/>
                </a:lnTo>
                <a:lnTo>
                  <a:pt x="1992663" y="1711469"/>
                </a:lnTo>
                <a:lnTo>
                  <a:pt x="2054857" y="1733076"/>
                </a:lnTo>
                <a:lnTo>
                  <a:pt x="2116734" y="1754047"/>
                </a:lnTo>
                <a:lnTo>
                  <a:pt x="2179246" y="1775018"/>
                </a:lnTo>
                <a:lnTo>
                  <a:pt x="2241758" y="1795353"/>
                </a:lnTo>
                <a:lnTo>
                  <a:pt x="2243345" y="1789952"/>
                </a:lnTo>
                <a:lnTo>
                  <a:pt x="2244614" y="1785503"/>
                </a:lnTo>
                <a:lnTo>
                  <a:pt x="2246518" y="1781373"/>
                </a:lnTo>
                <a:lnTo>
                  <a:pt x="2248422" y="1777242"/>
                </a:lnTo>
                <a:lnTo>
                  <a:pt x="2250643" y="1773429"/>
                </a:lnTo>
                <a:lnTo>
                  <a:pt x="2252547" y="1769616"/>
                </a:lnTo>
                <a:lnTo>
                  <a:pt x="2255086" y="1766121"/>
                </a:lnTo>
                <a:lnTo>
                  <a:pt x="2257941" y="1762626"/>
                </a:lnTo>
                <a:lnTo>
                  <a:pt x="2260797" y="1759131"/>
                </a:lnTo>
                <a:lnTo>
                  <a:pt x="2263970" y="1755953"/>
                </a:lnTo>
                <a:lnTo>
                  <a:pt x="2266826" y="1752776"/>
                </a:lnTo>
                <a:lnTo>
                  <a:pt x="2270317" y="1749916"/>
                </a:lnTo>
                <a:lnTo>
                  <a:pt x="2273807" y="1747057"/>
                </a:lnTo>
                <a:lnTo>
                  <a:pt x="2277298" y="1744832"/>
                </a:lnTo>
                <a:lnTo>
                  <a:pt x="2281106" y="1742290"/>
                </a:lnTo>
                <a:lnTo>
                  <a:pt x="2285231" y="1740066"/>
                </a:lnTo>
                <a:lnTo>
                  <a:pt x="2289356" y="1738160"/>
                </a:lnTo>
                <a:lnTo>
                  <a:pt x="2293481" y="1736253"/>
                </a:lnTo>
                <a:lnTo>
                  <a:pt x="2297606" y="1734665"/>
                </a:lnTo>
                <a:lnTo>
                  <a:pt x="2301731" y="1733076"/>
                </a:lnTo>
                <a:lnTo>
                  <a:pt x="2306491" y="1731805"/>
                </a:lnTo>
                <a:lnTo>
                  <a:pt x="2310934" y="1730852"/>
                </a:lnTo>
                <a:lnTo>
                  <a:pt x="2315376" y="1730216"/>
                </a:lnTo>
                <a:lnTo>
                  <a:pt x="2319819" y="1729263"/>
                </a:lnTo>
                <a:lnTo>
                  <a:pt x="2324578" y="1728627"/>
                </a:lnTo>
                <a:lnTo>
                  <a:pt x="2329338" y="1728627"/>
                </a:lnTo>
                <a:lnTo>
                  <a:pt x="2334098" y="1728310"/>
                </a:lnTo>
                <a:lnTo>
                  <a:pt x="2339175" y="1728627"/>
                </a:lnTo>
                <a:lnTo>
                  <a:pt x="2343618" y="1728945"/>
                </a:lnTo>
                <a:lnTo>
                  <a:pt x="2348377" y="1729581"/>
                </a:lnTo>
                <a:lnTo>
                  <a:pt x="2353454" y="1730534"/>
                </a:lnTo>
                <a:lnTo>
                  <a:pt x="2358214" y="1731487"/>
                </a:lnTo>
                <a:lnTo>
                  <a:pt x="2363291" y="1732758"/>
                </a:lnTo>
                <a:lnTo>
                  <a:pt x="2369003" y="1734982"/>
                </a:lnTo>
                <a:lnTo>
                  <a:pt x="2471180" y="1380699"/>
                </a:lnTo>
                <a:lnTo>
                  <a:pt x="2465468" y="1379428"/>
                </a:lnTo>
                <a:lnTo>
                  <a:pt x="2461026" y="1377839"/>
                </a:lnTo>
                <a:lnTo>
                  <a:pt x="2456583" y="1376250"/>
                </a:lnTo>
                <a:lnTo>
                  <a:pt x="2452458" y="1374344"/>
                </a:lnTo>
                <a:lnTo>
                  <a:pt x="2448333" y="1372438"/>
                </a:lnTo>
                <a:lnTo>
                  <a:pt x="2444208" y="1370213"/>
                </a:lnTo>
                <a:lnTo>
                  <a:pt x="2440400" y="1367989"/>
                </a:lnTo>
                <a:lnTo>
                  <a:pt x="2436592" y="1365447"/>
                </a:lnTo>
                <a:lnTo>
                  <a:pt x="2433102" y="1362587"/>
                </a:lnTo>
                <a:lnTo>
                  <a:pt x="2429611" y="1359728"/>
                </a:lnTo>
                <a:lnTo>
                  <a:pt x="2426438" y="1356550"/>
                </a:lnTo>
                <a:lnTo>
                  <a:pt x="2423582" y="1353691"/>
                </a:lnTo>
                <a:lnTo>
                  <a:pt x="2420726" y="1350513"/>
                </a:lnTo>
                <a:lnTo>
                  <a:pt x="2417870" y="1347018"/>
                </a:lnTo>
                <a:lnTo>
                  <a:pt x="2415332" y="1343523"/>
                </a:lnTo>
                <a:lnTo>
                  <a:pt x="2413110" y="1339710"/>
                </a:lnTo>
                <a:lnTo>
                  <a:pt x="2410889" y="1336215"/>
                </a:lnTo>
                <a:lnTo>
                  <a:pt x="2408668" y="1332402"/>
                </a:lnTo>
                <a:lnTo>
                  <a:pt x="2407081" y="1327954"/>
                </a:lnTo>
                <a:lnTo>
                  <a:pt x="2405177" y="1324141"/>
                </a:lnTo>
                <a:lnTo>
                  <a:pt x="2403908" y="1320010"/>
                </a:lnTo>
                <a:lnTo>
                  <a:pt x="2402639" y="1315879"/>
                </a:lnTo>
                <a:lnTo>
                  <a:pt x="2401370" y="1311749"/>
                </a:lnTo>
                <a:lnTo>
                  <a:pt x="2400735" y="1307618"/>
                </a:lnTo>
                <a:lnTo>
                  <a:pt x="2400100" y="1303170"/>
                </a:lnTo>
                <a:lnTo>
                  <a:pt x="2399783" y="1298721"/>
                </a:lnTo>
                <a:lnTo>
                  <a:pt x="2399783" y="1294590"/>
                </a:lnTo>
                <a:lnTo>
                  <a:pt x="2399783" y="1290142"/>
                </a:lnTo>
                <a:lnTo>
                  <a:pt x="2400100" y="1285376"/>
                </a:lnTo>
                <a:lnTo>
                  <a:pt x="2400418" y="1281245"/>
                </a:lnTo>
                <a:lnTo>
                  <a:pt x="2401052" y="1276797"/>
                </a:lnTo>
                <a:lnTo>
                  <a:pt x="2402322" y="1272348"/>
                </a:lnTo>
                <a:lnTo>
                  <a:pt x="2403591" y="1267900"/>
                </a:lnTo>
                <a:lnTo>
                  <a:pt x="2403908" y="1266947"/>
                </a:lnTo>
                <a:lnTo>
                  <a:pt x="2346473" y="1248835"/>
                </a:lnTo>
                <a:lnTo>
                  <a:pt x="2289673" y="1230406"/>
                </a:lnTo>
                <a:lnTo>
                  <a:pt x="2232873" y="1211660"/>
                </a:lnTo>
                <a:lnTo>
                  <a:pt x="2176073" y="1191642"/>
                </a:lnTo>
                <a:lnTo>
                  <a:pt x="2119590" y="1171306"/>
                </a:lnTo>
                <a:lnTo>
                  <a:pt x="2063425" y="1150335"/>
                </a:lnTo>
                <a:lnTo>
                  <a:pt x="2007577" y="1128729"/>
                </a:lnTo>
                <a:lnTo>
                  <a:pt x="1952046" y="1106804"/>
                </a:lnTo>
                <a:close/>
                <a:moveTo>
                  <a:pt x="1413556" y="857694"/>
                </a:moveTo>
                <a:lnTo>
                  <a:pt x="1413238" y="858329"/>
                </a:lnTo>
                <a:lnTo>
                  <a:pt x="1411017" y="862460"/>
                </a:lnTo>
                <a:lnTo>
                  <a:pt x="1408478" y="866273"/>
                </a:lnTo>
                <a:lnTo>
                  <a:pt x="1405940" y="869768"/>
                </a:lnTo>
                <a:lnTo>
                  <a:pt x="1403401" y="873263"/>
                </a:lnTo>
                <a:lnTo>
                  <a:pt x="1400228" y="876758"/>
                </a:lnTo>
                <a:lnTo>
                  <a:pt x="1397055" y="879936"/>
                </a:lnTo>
                <a:lnTo>
                  <a:pt x="1393882" y="882796"/>
                </a:lnTo>
                <a:lnTo>
                  <a:pt x="1390709" y="885655"/>
                </a:lnTo>
                <a:lnTo>
                  <a:pt x="1387218" y="888515"/>
                </a:lnTo>
                <a:lnTo>
                  <a:pt x="1383410" y="890739"/>
                </a:lnTo>
                <a:lnTo>
                  <a:pt x="1379920" y="892963"/>
                </a:lnTo>
                <a:lnTo>
                  <a:pt x="1376112" y="894870"/>
                </a:lnTo>
                <a:lnTo>
                  <a:pt x="1372304" y="897094"/>
                </a:lnTo>
                <a:lnTo>
                  <a:pt x="1368179" y="899000"/>
                </a:lnTo>
                <a:lnTo>
                  <a:pt x="1364371" y="900271"/>
                </a:lnTo>
                <a:lnTo>
                  <a:pt x="1360246" y="901542"/>
                </a:lnTo>
                <a:lnTo>
                  <a:pt x="1351361" y="903449"/>
                </a:lnTo>
                <a:lnTo>
                  <a:pt x="1347236" y="904084"/>
                </a:lnTo>
                <a:lnTo>
                  <a:pt x="1343111" y="904720"/>
                </a:lnTo>
                <a:lnTo>
                  <a:pt x="1338668" y="905038"/>
                </a:lnTo>
                <a:lnTo>
                  <a:pt x="1333908" y="905038"/>
                </a:lnTo>
                <a:lnTo>
                  <a:pt x="1329783" y="904720"/>
                </a:lnTo>
                <a:lnTo>
                  <a:pt x="1325341" y="904402"/>
                </a:lnTo>
                <a:lnTo>
                  <a:pt x="1320898" y="904084"/>
                </a:lnTo>
                <a:lnTo>
                  <a:pt x="1316456" y="903131"/>
                </a:lnTo>
                <a:lnTo>
                  <a:pt x="1312013" y="901860"/>
                </a:lnTo>
                <a:lnTo>
                  <a:pt x="1307571" y="900907"/>
                </a:lnTo>
                <a:lnTo>
                  <a:pt x="1303446" y="899636"/>
                </a:lnTo>
                <a:lnTo>
                  <a:pt x="1299321" y="897729"/>
                </a:lnTo>
                <a:lnTo>
                  <a:pt x="1294561" y="895823"/>
                </a:lnTo>
                <a:lnTo>
                  <a:pt x="1290436" y="893599"/>
                </a:lnTo>
                <a:lnTo>
                  <a:pt x="1289801" y="892963"/>
                </a:lnTo>
                <a:lnTo>
                  <a:pt x="1113054" y="1215790"/>
                </a:lnTo>
                <a:lnTo>
                  <a:pt x="1114006" y="1216426"/>
                </a:lnTo>
                <a:lnTo>
                  <a:pt x="1118131" y="1218968"/>
                </a:lnTo>
                <a:lnTo>
                  <a:pt x="1122891" y="1221510"/>
                </a:lnTo>
                <a:lnTo>
                  <a:pt x="1126699" y="1224369"/>
                </a:lnTo>
                <a:lnTo>
                  <a:pt x="1130507" y="1227547"/>
                </a:lnTo>
                <a:lnTo>
                  <a:pt x="1134315" y="1230724"/>
                </a:lnTo>
                <a:lnTo>
                  <a:pt x="1137805" y="1233902"/>
                </a:lnTo>
                <a:lnTo>
                  <a:pt x="1141296" y="1237397"/>
                </a:lnTo>
                <a:lnTo>
                  <a:pt x="1144469" y="1240892"/>
                </a:lnTo>
                <a:lnTo>
                  <a:pt x="1147325" y="1244387"/>
                </a:lnTo>
                <a:lnTo>
                  <a:pt x="1149863" y="1248200"/>
                </a:lnTo>
                <a:lnTo>
                  <a:pt x="1152719" y="1252013"/>
                </a:lnTo>
                <a:lnTo>
                  <a:pt x="1155258" y="1255826"/>
                </a:lnTo>
                <a:lnTo>
                  <a:pt x="1157479" y="1259957"/>
                </a:lnTo>
                <a:lnTo>
                  <a:pt x="1159383" y="1264087"/>
                </a:lnTo>
                <a:lnTo>
                  <a:pt x="1161287" y="1268536"/>
                </a:lnTo>
                <a:lnTo>
                  <a:pt x="1162873" y="1272666"/>
                </a:lnTo>
                <a:lnTo>
                  <a:pt x="1164143" y="1276797"/>
                </a:lnTo>
                <a:lnTo>
                  <a:pt x="1165412" y="1280928"/>
                </a:lnTo>
                <a:lnTo>
                  <a:pt x="1166364" y="1285376"/>
                </a:lnTo>
                <a:lnTo>
                  <a:pt x="1167316" y="1289824"/>
                </a:lnTo>
                <a:lnTo>
                  <a:pt x="1167633" y="1294273"/>
                </a:lnTo>
                <a:lnTo>
                  <a:pt x="1168268" y="1298403"/>
                </a:lnTo>
                <a:lnTo>
                  <a:pt x="1168585" y="1302852"/>
                </a:lnTo>
                <a:lnTo>
                  <a:pt x="1168268" y="1307618"/>
                </a:lnTo>
                <a:lnTo>
                  <a:pt x="1167633" y="1311749"/>
                </a:lnTo>
                <a:lnTo>
                  <a:pt x="1167316" y="1316197"/>
                </a:lnTo>
                <a:lnTo>
                  <a:pt x="1166364" y="1320328"/>
                </a:lnTo>
                <a:lnTo>
                  <a:pt x="1165412" y="1324776"/>
                </a:lnTo>
                <a:lnTo>
                  <a:pt x="1164143" y="1329224"/>
                </a:lnTo>
                <a:lnTo>
                  <a:pt x="1162556" y="1333355"/>
                </a:lnTo>
                <a:lnTo>
                  <a:pt x="1160652" y="1337486"/>
                </a:lnTo>
                <a:lnTo>
                  <a:pt x="1159066" y="1341616"/>
                </a:lnTo>
                <a:lnTo>
                  <a:pt x="1155892" y="1346700"/>
                </a:lnTo>
                <a:lnTo>
                  <a:pt x="1215231" y="1376568"/>
                </a:lnTo>
                <a:lnTo>
                  <a:pt x="1274887" y="1406118"/>
                </a:lnTo>
                <a:lnTo>
                  <a:pt x="1334226" y="1435351"/>
                </a:lnTo>
                <a:lnTo>
                  <a:pt x="1393882" y="1464265"/>
                </a:lnTo>
                <a:lnTo>
                  <a:pt x="1453855" y="1492227"/>
                </a:lnTo>
                <a:lnTo>
                  <a:pt x="1514146" y="1519870"/>
                </a:lnTo>
                <a:lnTo>
                  <a:pt x="1574754" y="1547196"/>
                </a:lnTo>
                <a:lnTo>
                  <a:pt x="1635679" y="1574204"/>
                </a:lnTo>
                <a:lnTo>
                  <a:pt x="1627746" y="1565943"/>
                </a:lnTo>
                <a:lnTo>
                  <a:pt x="1620448" y="1557682"/>
                </a:lnTo>
                <a:lnTo>
                  <a:pt x="1613466" y="1549103"/>
                </a:lnTo>
                <a:lnTo>
                  <a:pt x="1607120" y="1540206"/>
                </a:lnTo>
                <a:lnTo>
                  <a:pt x="1601091" y="1531309"/>
                </a:lnTo>
                <a:lnTo>
                  <a:pt x="1595379" y="1522094"/>
                </a:lnTo>
                <a:lnTo>
                  <a:pt x="1590620" y="1512562"/>
                </a:lnTo>
                <a:lnTo>
                  <a:pt x="1585542" y="1503030"/>
                </a:lnTo>
                <a:lnTo>
                  <a:pt x="1581417" y="1493180"/>
                </a:lnTo>
                <a:lnTo>
                  <a:pt x="1577609" y="1483330"/>
                </a:lnTo>
                <a:lnTo>
                  <a:pt x="1574436" y="1473162"/>
                </a:lnTo>
                <a:lnTo>
                  <a:pt x="1571263" y="1462994"/>
                </a:lnTo>
                <a:lnTo>
                  <a:pt x="1569042" y="1453144"/>
                </a:lnTo>
                <a:lnTo>
                  <a:pt x="1566821" y="1442659"/>
                </a:lnTo>
                <a:lnTo>
                  <a:pt x="1565234" y="1432173"/>
                </a:lnTo>
                <a:lnTo>
                  <a:pt x="1563647" y="1421688"/>
                </a:lnTo>
                <a:lnTo>
                  <a:pt x="1563013" y="1411202"/>
                </a:lnTo>
                <a:lnTo>
                  <a:pt x="1562378" y="1400717"/>
                </a:lnTo>
                <a:lnTo>
                  <a:pt x="1562378" y="1389913"/>
                </a:lnTo>
                <a:lnTo>
                  <a:pt x="1562378" y="1379110"/>
                </a:lnTo>
                <a:lnTo>
                  <a:pt x="1563013" y="1368625"/>
                </a:lnTo>
                <a:lnTo>
                  <a:pt x="1563965" y="1357821"/>
                </a:lnTo>
                <a:lnTo>
                  <a:pt x="1565551" y="1347336"/>
                </a:lnTo>
                <a:lnTo>
                  <a:pt x="1567138" y="1336533"/>
                </a:lnTo>
                <a:lnTo>
                  <a:pt x="1569359" y="1326047"/>
                </a:lnTo>
                <a:lnTo>
                  <a:pt x="1571580" y="1315562"/>
                </a:lnTo>
                <a:lnTo>
                  <a:pt x="1574436" y="1305076"/>
                </a:lnTo>
                <a:lnTo>
                  <a:pt x="1577609" y="1294590"/>
                </a:lnTo>
                <a:lnTo>
                  <a:pt x="1581100" y="1284105"/>
                </a:lnTo>
                <a:lnTo>
                  <a:pt x="1584908" y="1273937"/>
                </a:lnTo>
                <a:lnTo>
                  <a:pt x="1588716" y="1263769"/>
                </a:lnTo>
                <a:lnTo>
                  <a:pt x="1593158" y="1253602"/>
                </a:lnTo>
                <a:lnTo>
                  <a:pt x="1598552" y="1242481"/>
                </a:lnTo>
                <a:lnTo>
                  <a:pt x="1604582" y="1231677"/>
                </a:lnTo>
                <a:lnTo>
                  <a:pt x="1610293" y="1221192"/>
                </a:lnTo>
                <a:lnTo>
                  <a:pt x="1616322" y="1211024"/>
                </a:lnTo>
                <a:lnTo>
                  <a:pt x="1622986" y="1201174"/>
                </a:lnTo>
                <a:lnTo>
                  <a:pt x="1629650" y="1191642"/>
                </a:lnTo>
                <a:lnTo>
                  <a:pt x="1636631" y="1182109"/>
                </a:lnTo>
                <a:lnTo>
                  <a:pt x="1643612" y="1173213"/>
                </a:lnTo>
                <a:lnTo>
                  <a:pt x="1650910" y="1164316"/>
                </a:lnTo>
                <a:lnTo>
                  <a:pt x="1658526" y="1156055"/>
                </a:lnTo>
                <a:lnTo>
                  <a:pt x="1666141" y="1148111"/>
                </a:lnTo>
                <a:lnTo>
                  <a:pt x="1673757" y="1140485"/>
                </a:lnTo>
                <a:lnTo>
                  <a:pt x="1682325" y="1132859"/>
                </a:lnTo>
                <a:lnTo>
                  <a:pt x="1690258" y="1125551"/>
                </a:lnTo>
                <a:lnTo>
                  <a:pt x="1698508" y="1119196"/>
                </a:lnTo>
                <a:lnTo>
                  <a:pt x="1707076" y="1112841"/>
                </a:lnTo>
                <a:lnTo>
                  <a:pt x="1715643" y="1106804"/>
                </a:lnTo>
                <a:lnTo>
                  <a:pt x="1724211" y="1101403"/>
                </a:lnTo>
                <a:lnTo>
                  <a:pt x="1733096" y="1096001"/>
                </a:lnTo>
                <a:lnTo>
                  <a:pt x="1741981" y="1091235"/>
                </a:lnTo>
                <a:lnTo>
                  <a:pt x="1750866" y="1086469"/>
                </a:lnTo>
                <a:lnTo>
                  <a:pt x="1759751" y="1082656"/>
                </a:lnTo>
                <a:lnTo>
                  <a:pt x="1768953" y="1078843"/>
                </a:lnTo>
                <a:lnTo>
                  <a:pt x="1778155" y="1075666"/>
                </a:lnTo>
                <a:lnTo>
                  <a:pt x="1787357" y="1073124"/>
                </a:lnTo>
                <a:lnTo>
                  <a:pt x="1796560" y="1070582"/>
                </a:lnTo>
                <a:lnTo>
                  <a:pt x="1805444" y="1068357"/>
                </a:lnTo>
                <a:lnTo>
                  <a:pt x="1814647" y="1067086"/>
                </a:lnTo>
                <a:lnTo>
                  <a:pt x="1824166" y="1066133"/>
                </a:lnTo>
                <a:lnTo>
                  <a:pt x="1833051" y="1065180"/>
                </a:lnTo>
                <a:lnTo>
                  <a:pt x="1842254" y="1064862"/>
                </a:lnTo>
                <a:lnTo>
                  <a:pt x="1850821" y="1065180"/>
                </a:lnTo>
                <a:lnTo>
                  <a:pt x="1795290" y="1041349"/>
                </a:lnTo>
                <a:lnTo>
                  <a:pt x="1740077" y="1016883"/>
                </a:lnTo>
                <a:lnTo>
                  <a:pt x="1684863" y="991781"/>
                </a:lnTo>
                <a:lnTo>
                  <a:pt x="1630284" y="966044"/>
                </a:lnTo>
                <a:lnTo>
                  <a:pt x="1575388" y="939672"/>
                </a:lnTo>
                <a:lnTo>
                  <a:pt x="1521127" y="912663"/>
                </a:lnTo>
                <a:lnTo>
                  <a:pt x="1467182" y="885655"/>
                </a:lnTo>
                <a:lnTo>
                  <a:pt x="1413556" y="857694"/>
                </a:lnTo>
                <a:close/>
                <a:moveTo>
                  <a:pt x="1297417" y="692150"/>
                </a:moveTo>
                <a:lnTo>
                  <a:pt x="1336764" y="713756"/>
                </a:lnTo>
                <a:lnTo>
                  <a:pt x="1376112" y="734727"/>
                </a:lnTo>
                <a:lnTo>
                  <a:pt x="1415459" y="755698"/>
                </a:lnTo>
                <a:lnTo>
                  <a:pt x="1454807" y="776352"/>
                </a:lnTo>
                <a:lnTo>
                  <a:pt x="1494789" y="796687"/>
                </a:lnTo>
                <a:lnTo>
                  <a:pt x="1534454" y="816387"/>
                </a:lnTo>
                <a:lnTo>
                  <a:pt x="1574119" y="836405"/>
                </a:lnTo>
                <a:lnTo>
                  <a:pt x="1613784" y="855470"/>
                </a:lnTo>
                <a:lnTo>
                  <a:pt x="1654083" y="874852"/>
                </a:lnTo>
                <a:lnTo>
                  <a:pt x="1694066" y="893599"/>
                </a:lnTo>
                <a:lnTo>
                  <a:pt x="1734048" y="912028"/>
                </a:lnTo>
                <a:lnTo>
                  <a:pt x="1774664" y="930139"/>
                </a:lnTo>
                <a:lnTo>
                  <a:pt x="1814964" y="947933"/>
                </a:lnTo>
                <a:lnTo>
                  <a:pt x="1855264" y="965409"/>
                </a:lnTo>
                <a:lnTo>
                  <a:pt x="1896198" y="982885"/>
                </a:lnTo>
                <a:lnTo>
                  <a:pt x="1936815" y="999725"/>
                </a:lnTo>
                <a:lnTo>
                  <a:pt x="1977749" y="1016565"/>
                </a:lnTo>
                <a:lnTo>
                  <a:pt x="2018683" y="1032770"/>
                </a:lnTo>
                <a:lnTo>
                  <a:pt x="2059934" y="1049293"/>
                </a:lnTo>
                <a:lnTo>
                  <a:pt x="2101186" y="1064862"/>
                </a:lnTo>
                <a:lnTo>
                  <a:pt x="2142437" y="1080749"/>
                </a:lnTo>
                <a:lnTo>
                  <a:pt x="2184006" y="1095683"/>
                </a:lnTo>
                <a:lnTo>
                  <a:pt x="2225575" y="1110617"/>
                </a:lnTo>
                <a:lnTo>
                  <a:pt x="2267461" y="1125233"/>
                </a:lnTo>
                <a:lnTo>
                  <a:pt x="2309347" y="1139850"/>
                </a:lnTo>
                <a:lnTo>
                  <a:pt x="2351233" y="1153830"/>
                </a:lnTo>
                <a:lnTo>
                  <a:pt x="2393437" y="1167811"/>
                </a:lnTo>
                <a:lnTo>
                  <a:pt x="2435957" y="1181474"/>
                </a:lnTo>
                <a:lnTo>
                  <a:pt x="2478478" y="1194819"/>
                </a:lnTo>
                <a:lnTo>
                  <a:pt x="2520999" y="1207529"/>
                </a:lnTo>
                <a:lnTo>
                  <a:pt x="2563837" y="1220556"/>
                </a:lnTo>
                <a:lnTo>
                  <a:pt x="2606675" y="1233266"/>
                </a:lnTo>
                <a:lnTo>
                  <a:pt x="2415332" y="1938338"/>
                </a:lnTo>
                <a:lnTo>
                  <a:pt x="2366782" y="1924357"/>
                </a:lnTo>
                <a:lnTo>
                  <a:pt x="2318549" y="1910059"/>
                </a:lnTo>
                <a:lnTo>
                  <a:pt x="2270317" y="1895443"/>
                </a:lnTo>
                <a:lnTo>
                  <a:pt x="2222402" y="1880509"/>
                </a:lnTo>
                <a:lnTo>
                  <a:pt x="2174486" y="1865257"/>
                </a:lnTo>
                <a:lnTo>
                  <a:pt x="2126889" y="1849370"/>
                </a:lnTo>
                <a:lnTo>
                  <a:pt x="2079608" y="1833800"/>
                </a:lnTo>
                <a:lnTo>
                  <a:pt x="2032010" y="1817278"/>
                </a:lnTo>
                <a:lnTo>
                  <a:pt x="1984730" y="1800755"/>
                </a:lnTo>
                <a:lnTo>
                  <a:pt x="1937766" y="1783915"/>
                </a:lnTo>
                <a:lnTo>
                  <a:pt x="1890803" y="1766757"/>
                </a:lnTo>
                <a:lnTo>
                  <a:pt x="1844157" y="1749281"/>
                </a:lnTo>
                <a:lnTo>
                  <a:pt x="1797512" y="1731169"/>
                </a:lnTo>
                <a:lnTo>
                  <a:pt x="1751183" y="1713058"/>
                </a:lnTo>
                <a:lnTo>
                  <a:pt x="1704854" y="1694629"/>
                </a:lnTo>
                <a:lnTo>
                  <a:pt x="1658526" y="1675564"/>
                </a:lnTo>
                <a:lnTo>
                  <a:pt x="1612514" y="1656500"/>
                </a:lnTo>
                <a:lnTo>
                  <a:pt x="1566503" y="1636800"/>
                </a:lnTo>
                <a:lnTo>
                  <a:pt x="1520809" y="1617100"/>
                </a:lnTo>
                <a:lnTo>
                  <a:pt x="1475115" y="1596764"/>
                </a:lnTo>
                <a:lnTo>
                  <a:pt x="1429739" y="1576111"/>
                </a:lnTo>
                <a:lnTo>
                  <a:pt x="1384045" y="1555140"/>
                </a:lnTo>
                <a:lnTo>
                  <a:pt x="1338986" y="1534169"/>
                </a:lnTo>
                <a:lnTo>
                  <a:pt x="1293926" y="1512562"/>
                </a:lnTo>
                <a:lnTo>
                  <a:pt x="1248867" y="1490638"/>
                </a:lnTo>
                <a:lnTo>
                  <a:pt x="1204125" y="1468396"/>
                </a:lnTo>
                <a:lnTo>
                  <a:pt x="1159066" y="1446154"/>
                </a:lnTo>
                <a:lnTo>
                  <a:pt x="1114324" y="1422959"/>
                </a:lnTo>
                <a:lnTo>
                  <a:pt x="1069899" y="1399446"/>
                </a:lnTo>
                <a:lnTo>
                  <a:pt x="1025474" y="1376250"/>
                </a:lnTo>
                <a:lnTo>
                  <a:pt x="981050" y="1352102"/>
                </a:lnTo>
                <a:lnTo>
                  <a:pt x="936625" y="1327636"/>
                </a:lnTo>
                <a:lnTo>
                  <a:pt x="1297417" y="692150"/>
                </a:lnTo>
                <a:close/>
                <a:moveTo>
                  <a:pt x="2337312" y="325877"/>
                </a:moveTo>
                <a:lnTo>
                  <a:pt x="2306540" y="337312"/>
                </a:lnTo>
                <a:lnTo>
                  <a:pt x="2313202" y="355098"/>
                </a:lnTo>
                <a:lnTo>
                  <a:pt x="2305271" y="358910"/>
                </a:lnTo>
                <a:lnTo>
                  <a:pt x="2297974" y="363356"/>
                </a:lnTo>
                <a:lnTo>
                  <a:pt x="2291312" y="367803"/>
                </a:lnTo>
                <a:lnTo>
                  <a:pt x="2285285" y="372250"/>
                </a:lnTo>
                <a:lnTo>
                  <a:pt x="2280209" y="376696"/>
                </a:lnTo>
                <a:lnTo>
                  <a:pt x="2275450" y="381778"/>
                </a:lnTo>
                <a:lnTo>
                  <a:pt x="2271644" y="386543"/>
                </a:lnTo>
                <a:lnTo>
                  <a:pt x="2268154" y="391625"/>
                </a:lnTo>
                <a:lnTo>
                  <a:pt x="2265299" y="396706"/>
                </a:lnTo>
                <a:lnTo>
                  <a:pt x="2263078" y="402106"/>
                </a:lnTo>
                <a:lnTo>
                  <a:pt x="2261809" y="407506"/>
                </a:lnTo>
                <a:lnTo>
                  <a:pt x="2261175" y="413223"/>
                </a:lnTo>
                <a:lnTo>
                  <a:pt x="2260540" y="418622"/>
                </a:lnTo>
                <a:lnTo>
                  <a:pt x="2261492" y="424657"/>
                </a:lnTo>
                <a:lnTo>
                  <a:pt x="2262444" y="431009"/>
                </a:lnTo>
                <a:lnTo>
                  <a:pt x="2264664" y="436727"/>
                </a:lnTo>
                <a:lnTo>
                  <a:pt x="2265933" y="440538"/>
                </a:lnTo>
                <a:lnTo>
                  <a:pt x="2267202" y="444032"/>
                </a:lnTo>
                <a:lnTo>
                  <a:pt x="2269106" y="447526"/>
                </a:lnTo>
                <a:lnTo>
                  <a:pt x="2271009" y="450702"/>
                </a:lnTo>
                <a:lnTo>
                  <a:pt x="2273230" y="453560"/>
                </a:lnTo>
                <a:lnTo>
                  <a:pt x="2275450" y="456419"/>
                </a:lnTo>
                <a:lnTo>
                  <a:pt x="2277671" y="458325"/>
                </a:lnTo>
                <a:lnTo>
                  <a:pt x="2280209" y="460866"/>
                </a:lnTo>
                <a:lnTo>
                  <a:pt x="2285285" y="464359"/>
                </a:lnTo>
                <a:lnTo>
                  <a:pt x="2290678" y="467536"/>
                </a:lnTo>
                <a:lnTo>
                  <a:pt x="2296388" y="469759"/>
                </a:lnTo>
                <a:lnTo>
                  <a:pt x="2301781" y="471347"/>
                </a:lnTo>
                <a:lnTo>
                  <a:pt x="2308761" y="472300"/>
                </a:lnTo>
                <a:lnTo>
                  <a:pt x="2318278" y="473253"/>
                </a:lnTo>
                <a:lnTo>
                  <a:pt x="2329698" y="474206"/>
                </a:lnTo>
                <a:lnTo>
                  <a:pt x="2343657" y="474841"/>
                </a:lnTo>
                <a:lnTo>
                  <a:pt x="2359519" y="475158"/>
                </a:lnTo>
                <a:lnTo>
                  <a:pt x="2372209" y="476111"/>
                </a:lnTo>
                <a:lnTo>
                  <a:pt x="2381726" y="477064"/>
                </a:lnTo>
                <a:lnTo>
                  <a:pt x="2387119" y="478017"/>
                </a:lnTo>
                <a:lnTo>
                  <a:pt x="2389340" y="478335"/>
                </a:lnTo>
                <a:lnTo>
                  <a:pt x="2390926" y="479288"/>
                </a:lnTo>
                <a:lnTo>
                  <a:pt x="2392829" y="480558"/>
                </a:lnTo>
                <a:lnTo>
                  <a:pt x="2394098" y="481828"/>
                </a:lnTo>
                <a:lnTo>
                  <a:pt x="2396002" y="483734"/>
                </a:lnTo>
                <a:lnTo>
                  <a:pt x="2396953" y="485640"/>
                </a:lnTo>
                <a:lnTo>
                  <a:pt x="2398222" y="488181"/>
                </a:lnTo>
                <a:lnTo>
                  <a:pt x="2399491" y="490722"/>
                </a:lnTo>
                <a:lnTo>
                  <a:pt x="2400443" y="493580"/>
                </a:lnTo>
                <a:lnTo>
                  <a:pt x="2400760" y="496439"/>
                </a:lnTo>
                <a:lnTo>
                  <a:pt x="2400760" y="499298"/>
                </a:lnTo>
                <a:lnTo>
                  <a:pt x="2400126" y="501839"/>
                </a:lnTo>
                <a:lnTo>
                  <a:pt x="2398540" y="503744"/>
                </a:lnTo>
                <a:lnTo>
                  <a:pt x="2396953" y="505650"/>
                </a:lnTo>
                <a:lnTo>
                  <a:pt x="2394415" y="507238"/>
                </a:lnTo>
                <a:lnTo>
                  <a:pt x="2391560" y="508826"/>
                </a:lnTo>
                <a:lnTo>
                  <a:pt x="2387753" y="509779"/>
                </a:lnTo>
                <a:lnTo>
                  <a:pt x="2384581" y="510097"/>
                </a:lnTo>
                <a:lnTo>
                  <a:pt x="2382360" y="509779"/>
                </a:lnTo>
                <a:lnTo>
                  <a:pt x="2380774" y="509461"/>
                </a:lnTo>
                <a:lnTo>
                  <a:pt x="2379822" y="508826"/>
                </a:lnTo>
                <a:lnTo>
                  <a:pt x="2378236" y="506603"/>
                </a:lnTo>
                <a:lnTo>
                  <a:pt x="2376016" y="503427"/>
                </a:lnTo>
                <a:lnTo>
                  <a:pt x="2373795" y="498980"/>
                </a:lnTo>
                <a:lnTo>
                  <a:pt x="2371574" y="493263"/>
                </a:lnTo>
                <a:lnTo>
                  <a:pt x="2368719" y="485640"/>
                </a:lnTo>
                <a:lnTo>
                  <a:pt x="2334140" y="498662"/>
                </a:lnTo>
                <a:lnTo>
                  <a:pt x="2299243" y="510732"/>
                </a:lnTo>
                <a:lnTo>
                  <a:pt x="2300830" y="516449"/>
                </a:lnTo>
                <a:lnTo>
                  <a:pt x="2301781" y="519943"/>
                </a:lnTo>
                <a:lnTo>
                  <a:pt x="2304002" y="525025"/>
                </a:lnTo>
                <a:lnTo>
                  <a:pt x="2306223" y="529154"/>
                </a:lnTo>
                <a:lnTo>
                  <a:pt x="2309078" y="533600"/>
                </a:lnTo>
                <a:lnTo>
                  <a:pt x="2312568" y="537094"/>
                </a:lnTo>
                <a:lnTo>
                  <a:pt x="2316057" y="539953"/>
                </a:lnTo>
                <a:lnTo>
                  <a:pt x="2320181" y="542811"/>
                </a:lnTo>
                <a:lnTo>
                  <a:pt x="2324940" y="545035"/>
                </a:lnTo>
                <a:lnTo>
                  <a:pt x="2329698" y="546623"/>
                </a:lnTo>
                <a:lnTo>
                  <a:pt x="2334774" y="548211"/>
                </a:lnTo>
                <a:lnTo>
                  <a:pt x="2340485" y="548846"/>
                </a:lnTo>
                <a:lnTo>
                  <a:pt x="2346829" y="549164"/>
                </a:lnTo>
                <a:lnTo>
                  <a:pt x="2353174" y="548846"/>
                </a:lnTo>
                <a:lnTo>
                  <a:pt x="2360154" y="548211"/>
                </a:lnTo>
                <a:lnTo>
                  <a:pt x="2367450" y="546940"/>
                </a:lnTo>
                <a:lnTo>
                  <a:pt x="2375381" y="545670"/>
                </a:lnTo>
                <a:lnTo>
                  <a:pt x="2383312" y="543447"/>
                </a:lnTo>
                <a:lnTo>
                  <a:pt x="2389022" y="558375"/>
                </a:lnTo>
                <a:lnTo>
                  <a:pt x="2421381" y="545988"/>
                </a:lnTo>
                <a:lnTo>
                  <a:pt x="2415353" y="531377"/>
                </a:lnTo>
                <a:lnTo>
                  <a:pt x="2423602" y="527248"/>
                </a:lnTo>
                <a:lnTo>
                  <a:pt x="2431533" y="523119"/>
                </a:lnTo>
                <a:lnTo>
                  <a:pt x="2438512" y="518672"/>
                </a:lnTo>
                <a:lnTo>
                  <a:pt x="2444222" y="514226"/>
                </a:lnTo>
                <a:lnTo>
                  <a:pt x="2449932" y="509779"/>
                </a:lnTo>
                <a:lnTo>
                  <a:pt x="2455008" y="505650"/>
                </a:lnTo>
                <a:lnTo>
                  <a:pt x="2459450" y="500568"/>
                </a:lnTo>
                <a:lnTo>
                  <a:pt x="2462939" y="496121"/>
                </a:lnTo>
                <a:lnTo>
                  <a:pt x="2465477" y="491675"/>
                </a:lnTo>
                <a:lnTo>
                  <a:pt x="2467698" y="486593"/>
                </a:lnTo>
                <a:lnTo>
                  <a:pt x="2469284" y="481828"/>
                </a:lnTo>
                <a:lnTo>
                  <a:pt x="2470553" y="477064"/>
                </a:lnTo>
                <a:lnTo>
                  <a:pt x="2470553" y="471982"/>
                </a:lnTo>
                <a:lnTo>
                  <a:pt x="2470236" y="466900"/>
                </a:lnTo>
                <a:lnTo>
                  <a:pt x="2468967" y="461818"/>
                </a:lnTo>
                <a:lnTo>
                  <a:pt x="2467381" y="456737"/>
                </a:lnTo>
                <a:lnTo>
                  <a:pt x="2465477" y="453243"/>
                </a:lnTo>
                <a:lnTo>
                  <a:pt x="2463891" y="450067"/>
                </a:lnTo>
                <a:lnTo>
                  <a:pt x="2461988" y="446890"/>
                </a:lnTo>
                <a:lnTo>
                  <a:pt x="2459767" y="444032"/>
                </a:lnTo>
                <a:lnTo>
                  <a:pt x="2457546" y="441491"/>
                </a:lnTo>
                <a:lnTo>
                  <a:pt x="2454691" y="438950"/>
                </a:lnTo>
                <a:lnTo>
                  <a:pt x="2451836" y="436409"/>
                </a:lnTo>
                <a:lnTo>
                  <a:pt x="2448981" y="434503"/>
                </a:lnTo>
                <a:lnTo>
                  <a:pt x="2442636" y="431009"/>
                </a:lnTo>
                <a:lnTo>
                  <a:pt x="2435974" y="428151"/>
                </a:lnTo>
                <a:lnTo>
                  <a:pt x="2429312" y="425927"/>
                </a:lnTo>
                <a:lnTo>
                  <a:pt x="2422650" y="424657"/>
                </a:lnTo>
                <a:lnTo>
                  <a:pt x="2414402" y="424022"/>
                </a:lnTo>
                <a:lnTo>
                  <a:pt x="2403298" y="422751"/>
                </a:lnTo>
                <a:lnTo>
                  <a:pt x="2372843" y="421481"/>
                </a:lnTo>
                <a:lnTo>
                  <a:pt x="2362691" y="420846"/>
                </a:lnTo>
                <a:lnTo>
                  <a:pt x="2358567" y="420210"/>
                </a:lnTo>
                <a:lnTo>
                  <a:pt x="2355078" y="419257"/>
                </a:lnTo>
                <a:lnTo>
                  <a:pt x="2351905" y="418622"/>
                </a:lnTo>
                <a:lnTo>
                  <a:pt x="2349050" y="417669"/>
                </a:lnTo>
                <a:lnTo>
                  <a:pt x="2347147" y="416717"/>
                </a:lnTo>
                <a:lnTo>
                  <a:pt x="2345243" y="415128"/>
                </a:lnTo>
                <a:lnTo>
                  <a:pt x="2342705" y="411635"/>
                </a:lnTo>
                <a:lnTo>
                  <a:pt x="2339850" y="407188"/>
                </a:lnTo>
                <a:lnTo>
                  <a:pt x="2336678" y="401153"/>
                </a:lnTo>
                <a:lnTo>
                  <a:pt x="2333823" y="393848"/>
                </a:lnTo>
                <a:lnTo>
                  <a:pt x="2332871" y="390672"/>
                </a:lnTo>
                <a:lnTo>
                  <a:pt x="2332554" y="388448"/>
                </a:lnTo>
                <a:lnTo>
                  <a:pt x="2332871" y="385590"/>
                </a:lnTo>
                <a:lnTo>
                  <a:pt x="2333505" y="383366"/>
                </a:lnTo>
                <a:lnTo>
                  <a:pt x="2334774" y="381461"/>
                </a:lnTo>
                <a:lnTo>
                  <a:pt x="2336995" y="379237"/>
                </a:lnTo>
                <a:lnTo>
                  <a:pt x="2339533" y="377967"/>
                </a:lnTo>
                <a:lnTo>
                  <a:pt x="2342705" y="376379"/>
                </a:lnTo>
                <a:lnTo>
                  <a:pt x="2346512" y="375108"/>
                </a:lnTo>
                <a:lnTo>
                  <a:pt x="2349685" y="375108"/>
                </a:lnTo>
                <a:lnTo>
                  <a:pt x="2350954" y="375108"/>
                </a:lnTo>
                <a:lnTo>
                  <a:pt x="2352223" y="375426"/>
                </a:lnTo>
                <a:lnTo>
                  <a:pt x="2353492" y="376061"/>
                </a:lnTo>
                <a:lnTo>
                  <a:pt x="2354443" y="377332"/>
                </a:lnTo>
                <a:lnTo>
                  <a:pt x="2356664" y="379873"/>
                </a:lnTo>
                <a:lnTo>
                  <a:pt x="2358885" y="384637"/>
                </a:lnTo>
                <a:lnTo>
                  <a:pt x="2362057" y="391307"/>
                </a:lnTo>
                <a:lnTo>
                  <a:pt x="2365229" y="399565"/>
                </a:lnTo>
                <a:lnTo>
                  <a:pt x="2369671" y="410999"/>
                </a:lnTo>
                <a:lnTo>
                  <a:pt x="2403615" y="397659"/>
                </a:lnTo>
                <a:lnTo>
                  <a:pt x="2436926" y="384637"/>
                </a:lnTo>
                <a:lnTo>
                  <a:pt x="2433436" y="375426"/>
                </a:lnTo>
                <a:lnTo>
                  <a:pt x="2429946" y="368121"/>
                </a:lnTo>
                <a:lnTo>
                  <a:pt x="2426457" y="361768"/>
                </a:lnTo>
                <a:lnTo>
                  <a:pt x="2422333" y="356051"/>
                </a:lnTo>
                <a:lnTo>
                  <a:pt x="2420429" y="353510"/>
                </a:lnTo>
                <a:lnTo>
                  <a:pt x="2417891" y="351287"/>
                </a:lnTo>
                <a:lnTo>
                  <a:pt x="2415671" y="349381"/>
                </a:lnTo>
                <a:lnTo>
                  <a:pt x="2412815" y="347158"/>
                </a:lnTo>
                <a:lnTo>
                  <a:pt x="2410595" y="345570"/>
                </a:lnTo>
                <a:lnTo>
                  <a:pt x="2407740" y="343982"/>
                </a:lnTo>
                <a:lnTo>
                  <a:pt x="2405202" y="343029"/>
                </a:lnTo>
                <a:lnTo>
                  <a:pt x="2402029" y="341758"/>
                </a:lnTo>
                <a:lnTo>
                  <a:pt x="2399491" y="340805"/>
                </a:lnTo>
                <a:lnTo>
                  <a:pt x="2396319" y="340170"/>
                </a:lnTo>
                <a:lnTo>
                  <a:pt x="2389974" y="339217"/>
                </a:lnTo>
                <a:lnTo>
                  <a:pt x="2383629" y="338900"/>
                </a:lnTo>
                <a:lnTo>
                  <a:pt x="2377284" y="338582"/>
                </a:lnTo>
                <a:lnTo>
                  <a:pt x="2370940" y="338900"/>
                </a:lnTo>
                <a:lnTo>
                  <a:pt x="2364278" y="339535"/>
                </a:lnTo>
                <a:lnTo>
                  <a:pt x="2357616" y="340488"/>
                </a:lnTo>
                <a:lnTo>
                  <a:pt x="2350954" y="342394"/>
                </a:lnTo>
                <a:lnTo>
                  <a:pt x="2344292" y="343982"/>
                </a:lnTo>
                <a:lnTo>
                  <a:pt x="2337312" y="325877"/>
                </a:lnTo>
                <a:close/>
                <a:moveTo>
                  <a:pt x="2259588" y="275058"/>
                </a:moveTo>
                <a:lnTo>
                  <a:pt x="2219933" y="289351"/>
                </a:lnTo>
                <a:lnTo>
                  <a:pt x="2179961" y="303326"/>
                </a:lnTo>
                <a:lnTo>
                  <a:pt x="2139672" y="316984"/>
                </a:lnTo>
                <a:lnTo>
                  <a:pt x="2099700" y="329689"/>
                </a:lnTo>
                <a:lnTo>
                  <a:pt x="2059727" y="342394"/>
                </a:lnTo>
                <a:lnTo>
                  <a:pt x="2019121" y="354463"/>
                </a:lnTo>
                <a:lnTo>
                  <a:pt x="1978514" y="366533"/>
                </a:lnTo>
                <a:lnTo>
                  <a:pt x="1937590" y="377967"/>
                </a:lnTo>
                <a:lnTo>
                  <a:pt x="1937907" y="378285"/>
                </a:lnTo>
                <a:lnTo>
                  <a:pt x="1939493" y="384637"/>
                </a:lnTo>
                <a:lnTo>
                  <a:pt x="1940128" y="390672"/>
                </a:lnTo>
                <a:lnTo>
                  <a:pt x="1940128" y="397024"/>
                </a:lnTo>
                <a:lnTo>
                  <a:pt x="1939493" y="403059"/>
                </a:lnTo>
                <a:lnTo>
                  <a:pt x="1938542" y="409094"/>
                </a:lnTo>
                <a:lnTo>
                  <a:pt x="1936638" y="414811"/>
                </a:lnTo>
                <a:lnTo>
                  <a:pt x="1934100" y="420528"/>
                </a:lnTo>
                <a:lnTo>
                  <a:pt x="1931562" y="425610"/>
                </a:lnTo>
                <a:lnTo>
                  <a:pt x="1928390" y="431009"/>
                </a:lnTo>
                <a:lnTo>
                  <a:pt x="1924583" y="435456"/>
                </a:lnTo>
                <a:lnTo>
                  <a:pt x="1919824" y="439903"/>
                </a:lnTo>
                <a:lnTo>
                  <a:pt x="1915383" y="443714"/>
                </a:lnTo>
                <a:lnTo>
                  <a:pt x="1910307" y="447208"/>
                </a:lnTo>
                <a:lnTo>
                  <a:pt x="1904597" y="450384"/>
                </a:lnTo>
                <a:lnTo>
                  <a:pt x="1898569" y="452925"/>
                </a:lnTo>
                <a:lnTo>
                  <a:pt x="1892542" y="454513"/>
                </a:lnTo>
                <a:lnTo>
                  <a:pt x="1891590" y="454831"/>
                </a:lnTo>
                <a:lnTo>
                  <a:pt x="1955038" y="703844"/>
                </a:lnTo>
                <a:lnTo>
                  <a:pt x="1955673" y="703209"/>
                </a:lnTo>
                <a:lnTo>
                  <a:pt x="1962652" y="701939"/>
                </a:lnTo>
                <a:lnTo>
                  <a:pt x="1969314" y="701303"/>
                </a:lnTo>
                <a:lnTo>
                  <a:pt x="1976293" y="700986"/>
                </a:lnTo>
                <a:lnTo>
                  <a:pt x="1982955" y="701303"/>
                </a:lnTo>
                <a:lnTo>
                  <a:pt x="1989300" y="702256"/>
                </a:lnTo>
                <a:lnTo>
                  <a:pt x="1995645" y="704162"/>
                </a:lnTo>
                <a:lnTo>
                  <a:pt x="2001355" y="706068"/>
                </a:lnTo>
                <a:lnTo>
                  <a:pt x="2007383" y="708609"/>
                </a:lnTo>
                <a:lnTo>
                  <a:pt x="2012776" y="711785"/>
                </a:lnTo>
                <a:lnTo>
                  <a:pt x="2017852" y="715279"/>
                </a:lnTo>
                <a:lnTo>
                  <a:pt x="2022293" y="719408"/>
                </a:lnTo>
                <a:lnTo>
                  <a:pt x="2026417" y="723854"/>
                </a:lnTo>
                <a:lnTo>
                  <a:pt x="2030541" y="728936"/>
                </a:lnTo>
                <a:lnTo>
                  <a:pt x="2033396" y="734018"/>
                </a:lnTo>
                <a:lnTo>
                  <a:pt x="2036252" y="740053"/>
                </a:lnTo>
                <a:lnTo>
                  <a:pt x="2038472" y="745770"/>
                </a:lnTo>
                <a:lnTo>
                  <a:pt x="2039107" y="749582"/>
                </a:lnTo>
                <a:lnTo>
                  <a:pt x="2083838" y="736877"/>
                </a:lnTo>
                <a:lnTo>
                  <a:pt x="2127934" y="723537"/>
                </a:lnTo>
                <a:lnTo>
                  <a:pt x="2172347" y="709879"/>
                </a:lnTo>
                <a:lnTo>
                  <a:pt x="2216444" y="695904"/>
                </a:lnTo>
                <a:lnTo>
                  <a:pt x="2260223" y="681611"/>
                </a:lnTo>
                <a:lnTo>
                  <a:pt x="2304319" y="667318"/>
                </a:lnTo>
                <a:lnTo>
                  <a:pt x="2348098" y="652390"/>
                </a:lnTo>
                <a:lnTo>
                  <a:pt x="2391560" y="637144"/>
                </a:lnTo>
                <a:lnTo>
                  <a:pt x="2383947" y="636827"/>
                </a:lnTo>
                <a:lnTo>
                  <a:pt x="2376016" y="635874"/>
                </a:lnTo>
                <a:lnTo>
                  <a:pt x="2368719" y="634921"/>
                </a:lnTo>
                <a:lnTo>
                  <a:pt x="2361105" y="633333"/>
                </a:lnTo>
                <a:lnTo>
                  <a:pt x="2353809" y="631427"/>
                </a:lnTo>
                <a:lnTo>
                  <a:pt x="2346512" y="629839"/>
                </a:lnTo>
                <a:lnTo>
                  <a:pt x="2339533" y="627298"/>
                </a:lnTo>
                <a:lnTo>
                  <a:pt x="2332554" y="624440"/>
                </a:lnTo>
                <a:lnTo>
                  <a:pt x="2325892" y="621581"/>
                </a:lnTo>
                <a:lnTo>
                  <a:pt x="2319230" y="618087"/>
                </a:lnTo>
                <a:lnTo>
                  <a:pt x="2312568" y="614593"/>
                </a:lnTo>
                <a:lnTo>
                  <a:pt x="2306223" y="611100"/>
                </a:lnTo>
                <a:lnTo>
                  <a:pt x="2300195" y="606970"/>
                </a:lnTo>
                <a:lnTo>
                  <a:pt x="2294168" y="602841"/>
                </a:lnTo>
                <a:lnTo>
                  <a:pt x="2288140" y="598395"/>
                </a:lnTo>
                <a:lnTo>
                  <a:pt x="2282747" y="593313"/>
                </a:lnTo>
                <a:lnTo>
                  <a:pt x="2277037" y="588549"/>
                </a:lnTo>
                <a:lnTo>
                  <a:pt x="2271961" y="583467"/>
                </a:lnTo>
                <a:lnTo>
                  <a:pt x="2266568" y="578067"/>
                </a:lnTo>
                <a:lnTo>
                  <a:pt x="2261809" y="572668"/>
                </a:lnTo>
                <a:lnTo>
                  <a:pt x="2256733" y="566950"/>
                </a:lnTo>
                <a:lnTo>
                  <a:pt x="2252292" y="560916"/>
                </a:lnTo>
                <a:lnTo>
                  <a:pt x="2248168" y="554881"/>
                </a:lnTo>
                <a:lnTo>
                  <a:pt x="2244044" y="548528"/>
                </a:lnTo>
                <a:lnTo>
                  <a:pt x="2239920" y="542176"/>
                </a:lnTo>
                <a:lnTo>
                  <a:pt x="2236113" y="535506"/>
                </a:lnTo>
                <a:lnTo>
                  <a:pt x="2232623" y="528836"/>
                </a:lnTo>
                <a:lnTo>
                  <a:pt x="2229133" y="522166"/>
                </a:lnTo>
                <a:lnTo>
                  <a:pt x="2225961" y="515178"/>
                </a:lnTo>
                <a:lnTo>
                  <a:pt x="2223106" y="508509"/>
                </a:lnTo>
                <a:lnTo>
                  <a:pt x="2220251" y="500886"/>
                </a:lnTo>
                <a:lnTo>
                  <a:pt x="2217713" y="493898"/>
                </a:lnTo>
                <a:lnTo>
                  <a:pt x="2215492" y="485640"/>
                </a:lnTo>
                <a:lnTo>
                  <a:pt x="2212954" y="477699"/>
                </a:lnTo>
                <a:lnTo>
                  <a:pt x="2210734" y="469441"/>
                </a:lnTo>
                <a:lnTo>
                  <a:pt x="2209465" y="461183"/>
                </a:lnTo>
                <a:lnTo>
                  <a:pt x="2207878" y="453243"/>
                </a:lnTo>
                <a:lnTo>
                  <a:pt x="2206609" y="444985"/>
                </a:lnTo>
                <a:lnTo>
                  <a:pt x="2205658" y="436727"/>
                </a:lnTo>
                <a:lnTo>
                  <a:pt x="2205023" y="429104"/>
                </a:lnTo>
                <a:lnTo>
                  <a:pt x="2204706" y="421163"/>
                </a:lnTo>
                <a:lnTo>
                  <a:pt x="2204706" y="413223"/>
                </a:lnTo>
                <a:lnTo>
                  <a:pt x="2204706" y="405600"/>
                </a:lnTo>
                <a:lnTo>
                  <a:pt x="2205023" y="397659"/>
                </a:lnTo>
                <a:lnTo>
                  <a:pt x="2205658" y="390036"/>
                </a:lnTo>
                <a:lnTo>
                  <a:pt x="2206292" y="382414"/>
                </a:lnTo>
                <a:lnTo>
                  <a:pt x="2207244" y="375108"/>
                </a:lnTo>
                <a:lnTo>
                  <a:pt x="2208830" y="367803"/>
                </a:lnTo>
                <a:lnTo>
                  <a:pt x="2210099" y="360816"/>
                </a:lnTo>
                <a:lnTo>
                  <a:pt x="2212320" y="353828"/>
                </a:lnTo>
                <a:lnTo>
                  <a:pt x="2213906" y="346840"/>
                </a:lnTo>
                <a:lnTo>
                  <a:pt x="2216444" y="340170"/>
                </a:lnTo>
                <a:lnTo>
                  <a:pt x="2218982" y="333500"/>
                </a:lnTo>
                <a:lnTo>
                  <a:pt x="2221202" y="327465"/>
                </a:lnTo>
                <a:lnTo>
                  <a:pt x="2224375" y="321113"/>
                </a:lnTo>
                <a:lnTo>
                  <a:pt x="2227547" y="315078"/>
                </a:lnTo>
                <a:lnTo>
                  <a:pt x="2230720" y="309679"/>
                </a:lnTo>
                <a:lnTo>
                  <a:pt x="2234209" y="303962"/>
                </a:lnTo>
                <a:lnTo>
                  <a:pt x="2238016" y="298244"/>
                </a:lnTo>
                <a:lnTo>
                  <a:pt x="2241823" y="293163"/>
                </a:lnTo>
                <a:lnTo>
                  <a:pt x="2245947" y="288398"/>
                </a:lnTo>
                <a:lnTo>
                  <a:pt x="2250388" y="283634"/>
                </a:lnTo>
                <a:lnTo>
                  <a:pt x="2254830" y="279187"/>
                </a:lnTo>
                <a:lnTo>
                  <a:pt x="2259588" y="275058"/>
                </a:lnTo>
                <a:close/>
                <a:moveTo>
                  <a:pt x="2637421" y="114660"/>
                </a:moveTo>
                <a:lnTo>
                  <a:pt x="2599352" y="132765"/>
                </a:lnTo>
                <a:lnTo>
                  <a:pt x="2561601" y="150551"/>
                </a:lnTo>
                <a:lnTo>
                  <a:pt x="2523849" y="167703"/>
                </a:lnTo>
                <a:lnTo>
                  <a:pt x="2485463" y="184537"/>
                </a:lnTo>
                <a:lnTo>
                  <a:pt x="2447077" y="201053"/>
                </a:lnTo>
                <a:lnTo>
                  <a:pt x="2408374" y="216934"/>
                </a:lnTo>
                <a:lnTo>
                  <a:pt x="2369671" y="233133"/>
                </a:lnTo>
                <a:lnTo>
                  <a:pt x="2330650" y="248061"/>
                </a:lnTo>
                <a:lnTo>
                  <a:pt x="2336995" y="248378"/>
                </a:lnTo>
                <a:lnTo>
                  <a:pt x="2343340" y="248696"/>
                </a:lnTo>
                <a:lnTo>
                  <a:pt x="2349685" y="249331"/>
                </a:lnTo>
                <a:lnTo>
                  <a:pt x="2355712" y="250284"/>
                </a:lnTo>
                <a:lnTo>
                  <a:pt x="2362374" y="251554"/>
                </a:lnTo>
                <a:lnTo>
                  <a:pt x="2368719" y="253143"/>
                </a:lnTo>
                <a:lnTo>
                  <a:pt x="2375064" y="255048"/>
                </a:lnTo>
                <a:lnTo>
                  <a:pt x="2381409" y="257272"/>
                </a:lnTo>
                <a:lnTo>
                  <a:pt x="2387436" y="259495"/>
                </a:lnTo>
                <a:lnTo>
                  <a:pt x="2393781" y="262353"/>
                </a:lnTo>
                <a:lnTo>
                  <a:pt x="2400126" y="265212"/>
                </a:lnTo>
                <a:lnTo>
                  <a:pt x="2405836" y="268706"/>
                </a:lnTo>
                <a:lnTo>
                  <a:pt x="2412181" y="272200"/>
                </a:lnTo>
                <a:lnTo>
                  <a:pt x="2418208" y="276011"/>
                </a:lnTo>
                <a:lnTo>
                  <a:pt x="2424236" y="280140"/>
                </a:lnTo>
                <a:lnTo>
                  <a:pt x="2429946" y="284269"/>
                </a:lnTo>
                <a:lnTo>
                  <a:pt x="2435974" y="289034"/>
                </a:lnTo>
                <a:lnTo>
                  <a:pt x="2441684" y="293798"/>
                </a:lnTo>
                <a:lnTo>
                  <a:pt x="2447077" y="299197"/>
                </a:lnTo>
                <a:lnTo>
                  <a:pt x="2452788" y="304279"/>
                </a:lnTo>
                <a:lnTo>
                  <a:pt x="2457863" y="309996"/>
                </a:lnTo>
                <a:lnTo>
                  <a:pt x="2463257" y="315714"/>
                </a:lnTo>
                <a:lnTo>
                  <a:pt x="2468015" y="321748"/>
                </a:lnTo>
                <a:lnTo>
                  <a:pt x="2472774" y="328101"/>
                </a:lnTo>
                <a:lnTo>
                  <a:pt x="2477850" y="334453"/>
                </a:lnTo>
                <a:lnTo>
                  <a:pt x="2482291" y="340805"/>
                </a:lnTo>
                <a:lnTo>
                  <a:pt x="2486732" y="347793"/>
                </a:lnTo>
                <a:lnTo>
                  <a:pt x="2490856" y="354781"/>
                </a:lnTo>
                <a:lnTo>
                  <a:pt x="2495298" y="362086"/>
                </a:lnTo>
                <a:lnTo>
                  <a:pt x="2499105" y="370026"/>
                </a:lnTo>
                <a:lnTo>
                  <a:pt x="2502912" y="377332"/>
                </a:lnTo>
                <a:lnTo>
                  <a:pt x="2506401" y="385272"/>
                </a:lnTo>
                <a:lnTo>
                  <a:pt x="2509256" y="392260"/>
                </a:lnTo>
                <a:lnTo>
                  <a:pt x="2511794" y="399565"/>
                </a:lnTo>
                <a:lnTo>
                  <a:pt x="2514015" y="406553"/>
                </a:lnTo>
                <a:lnTo>
                  <a:pt x="2516553" y="413858"/>
                </a:lnTo>
                <a:lnTo>
                  <a:pt x="2518139" y="421163"/>
                </a:lnTo>
                <a:lnTo>
                  <a:pt x="2520042" y="428468"/>
                </a:lnTo>
                <a:lnTo>
                  <a:pt x="2521311" y="436091"/>
                </a:lnTo>
                <a:lnTo>
                  <a:pt x="2522580" y="443397"/>
                </a:lnTo>
                <a:lnTo>
                  <a:pt x="2523849" y="450702"/>
                </a:lnTo>
                <a:lnTo>
                  <a:pt x="2524484" y="458325"/>
                </a:lnTo>
                <a:lnTo>
                  <a:pt x="2524801" y="465948"/>
                </a:lnTo>
                <a:lnTo>
                  <a:pt x="2525118" y="473570"/>
                </a:lnTo>
                <a:lnTo>
                  <a:pt x="2525118" y="480876"/>
                </a:lnTo>
                <a:lnTo>
                  <a:pt x="2524801" y="488181"/>
                </a:lnTo>
                <a:lnTo>
                  <a:pt x="2524167" y="495486"/>
                </a:lnTo>
                <a:lnTo>
                  <a:pt x="2523215" y="502791"/>
                </a:lnTo>
                <a:lnTo>
                  <a:pt x="2521946" y="510097"/>
                </a:lnTo>
                <a:lnTo>
                  <a:pt x="2520677" y="517402"/>
                </a:lnTo>
                <a:lnTo>
                  <a:pt x="2518774" y="524389"/>
                </a:lnTo>
                <a:lnTo>
                  <a:pt x="2516870" y="531695"/>
                </a:lnTo>
                <a:lnTo>
                  <a:pt x="2514649" y="538682"/>
                </a:lnTo>
                <a:lnTo>
                  <a:pt x="2512112" y="545670"/>
                </a:lnTo>
                <a:lnTo>
                  <a:pt x="2509256" y="552340"/>
                </a:lnTo>
                <a:lnTo>
                  <a:pt x="2506084" y="559010"/>
                </a:lnTo>
                <a:lnTo>
                  <a:pt x="2502594" y="565680"/>
                </a:lnTo>
                <a:lnTo>
                  <a:pt x="2499105" y="572032"/>
                </a:lnTo>
                <a:lnTo>
                  <a:pt x="2494980" y="578385"/>
                </a:lnTo>
                <a:lnTo>
                  <a:pt x="2490222" y="584737"/>
                </a:lnTo>
                <a:lnTo>
                  <a:pt x="2485781" y="590772"/>
                </a:lnTo>
                <a:lnTo>
                  <a:pt x="2481022" y="596489"/>
                </a:lnTo>
                <a:lnTo>
                  <a:pt x="2475312" y="602206"/>
                </a:lnTo>
                <a:lnTo>
                  <a:pt x="2469601" y="607923"/>
                </a:lnTo>
                <a:lnTo>
                  <a:pt x="2512112" y="590454"/>
                </a:lnTo>
                <a:lnTo>
                  <a:pt x="2554622" y="572985"/>
                </a:lnTo>
                <a:lnTo>
                  <a:pt x="2596815" y="555199"/>
                </a:lnTo>
                <a:lnTo>
                  <a:pt x="2639008" y="537094"/>
                </a:lnTo>
                <a:lnTo>
                  <a:pt x="2680883" y="518355"/>
                </a:lnTo>
                <a:lnTo>
                  <a:pt x="2722759" y="499615"/>
                </a:lnTo>
                <a:lnTo>
                  <a:pt x="2764634" y="480558"/>
                </a:lnTo>
                <a:lnTo>
                  <a:pt x="2805876" y="460866"/>
                </a:lnTo>
                <a:lnTo>
                  <a:pt x="2803972" y="457372"/>
                </a:lnTo>
                <a:lnTo>
                  <a:pt x="2801434" y="451655"/>
                </a:lnTo>
                <a:lnTo>
                  <a:pt x="2799848" y="445620"/>
                </a:lnTo>
                <a:lnTo>
                  <a:pt x="2798579" y="439585"/>
                </a:lnTo>
                <a:lnTo>
                  <a:pt x="2798262" y="433233"/>
                </a:lnTo>
                <a:lnTo>
                  <a:pt x="2798579" y="427198"/>
                </a:lnTo>
                <a:lnTo>
                  <a:pt x="2799214" y="421163"/>
                </a:lnTo>
                <a:lnTo>
                  <a:pt x="2800800" y="414811"/>
                </a:lnTo>
                <a:lnTo>
                  <a:pt x="2802703" y="409411"/>
                </a:lnTo>
                <a:lnTo>
                  <a:pt x="2805241" y="403377"/>
                </a:lnTo>
                <a:lnTo>
                  <a:pt x="2808414" y="397659"/>
                </a:lnTo>
                <a:lnTo>
                  <a:pt x="2812220" y="392577"/>
                </a:lnTo>
                <a:lnTo>
                  <a:pt x="2816345" y="387813"/>
                </a:lnTo>
                <a:lnTo>
                  <a:pt x="2821103" y="382731"/>
                </a:lnTo>
                <a:lnTo>
                  <a:pt x="2826179" y="378602"/>
                </a:lnTo>
                <a:lnTo>
                  <a:pt x="2831889" y="374473"/>
                </a:lnTo>
                <a:lnTo>
                  <a:pt x="2837917" y="371297"/>
                </a:lnTo>
                <a:lnTo>
                  <a:pt x="2841724" y="369391"/>
                </a:lnTo>
                <a:lnTo>
                  <a:pt x="2725614" y="140388"/>
                </a:lnTo>
                <a:lnTo>
                  <a:pt x="2722124" y="141976"/>
                </a:lnTo>
                <a:lnTo>
                  <a:pt x="2716097" y="144834"/>
                </a:lnTo>
                <a:lnTo>
                  <a:pt x="2710069" y="147058"/>
                </a:lnTo>
                <a:lnTo>
                  <a:pt x="2704042" y="148328"/>
                </a:lnTo>
                <a:lnTo>
                  <a:pt x="2697697" y="148963"/>
                </a:lnTo>
                <a:lnTo>
                  <a:pt x="2691669" y="149281"/>
                </a:lnTo>
                <a:lnTo>
                  <a:pt x="2685324" y="148646"/>
                </a:lnTo>
                <a:lnTo>
                  <a:pt x="2679614" y="147693"/>
                </a:lnTo>
                <a:lnTo>
                  <a:pt x="2673587" y="146422"/>
                </a:lnTo>
                <a:lnTo>
                  <a:pt x="2667876" y="144199"/>
                </a:lnTo>
                <a:lnTo>
                  <a:pt x="2662483" y="141341"/>
                </a:lnTo>
                <a:lnTo>
                  <a:pt x="2657407" y="138164"/>
                </a:lnTo>
                <a:lnTo>
                  <a:pt x="2652649" y="134353"/>
                </a:lnTo>
                <a:lnTo>
                  <a:pt x="2648207" y="130224"/>
                </a:lnTo>
                <a:lnTo>
                  <a:pt x="2644083" y="125777"/>
                </a:lnTo>
                <a:lnTo>
                  <a:pt x="2640594" y="120378"/>
                </a:lnTo>
                <a:lnTo>
                  <a:pt x="2637421" y="114978"/>
                </a:lnTo>
                <a:lnTo>
                  <a:pt x="2637421" y="114660"/>
                </a:lnTo>
                <a:close/>
                <a:moveTo>
                  <a:pt x="2724345" y="0"/>
                </a:moveTo>
                <a:lnTo>
                  <a:pt x="2962275" y="451019"/>
                </a:lnTo>
                <a:lnTo>
                  <a:pt x="2931186" y="467218"/>
                </a:lnTo>
                <a:lnTo>
                  <a:pt x="2899779" y="482781"/>
                </a:lnTo>
                <a:lnTo>
                  <a:pt x="2868055" y="498345"/>
                </a:lnTo>
                <a:lnTo>
                  <a:pt x="2836331" y="513590"/>
                </a:lnTo>
                <a:lnTo>
                  <a:pt x="2804924" y="528518"/>
                </a:lnTo>
                <a:lnTo>
                  <a:pt x="2773200" y="543129"/>
                </a:lnTo>
                <a:lnTo>
                  <a:pt x="2741159" y="557739"/>
                </a:lnTo>
                <a:lnTo>
                  <a:pt x="2709435" y="572032"/>
                </a:lnTo>
                <a:lnTo>
                  <a:pt x="2677394" y="586008"/>
                </a:lnTo>
                <a:lnTo>
                  <a:pt x="2645352" y="599983"/>
                </a:lnTo>
                <a:lnTo>
                  <a:pt x="2613311" y="613640"/>
                </a:lnTo>
                <a:lnTo>
                  <a:pt x="2581270" y="626980"/>
                </a:lnTo>
                <a:lnTo>
                  <a:pt x="2548911" y="640003"/>
                </a:lnTo>
                <a:lnTo>
                  <a:pt x="2516870" y="652708"/>
                </a:lnTo>
                <a:lnTo>
                  <a:pt x="2483877" y="665412"/>
                </a:lnTo>
                <a:lnTo>
                  <a:pt x="2451519" y="677800"/>
                </a:lnTo>
                <a:lnTo>
                  <a:pt x="2419160" y="690187"/>
                </a:lnTo>
                <a:lnTo>
                  <a:pt x="2386484" y="701939"/>
                </a:lnTo>
                <a:lnTo>
                  <a:pt x="2353809" y="713373"/>
                </a:lnTo>
                <a:lnTo>
                  <a:pt x="2320499" y="725125"/>
                </a:lnTo>
                <a:lnTo>
                  <a:pt x="2287823" y="736242"/>
                </a:lnTo>
                <a:lnTo>
                  <a:pt x="2254830" y="747358"/>
                </a:lnTo>
                <a:lnTo>
                  <a:pt x="2221520" y="758157"/>
                </a:lnTo>
                <a:lnTo>
                  <a:pt x="2188209" y="768639"/>
                </a:lnTo>
                <a:lnTo>
                  <a:pt x="2155217" y="779120"/>
                </a:lnTo>
                <a:lnTo>
                  <a:pt x="2121589" y="789284"/>
                </a:lnTo>
                <a:lnTo>
                  <a:pt x="2087962" y="798813"/>
                </a:lnTo>
                <a:lnTo>
                  <a:pt x="2054334" y="808341"/>
                </a:lnTo>
                <a:lnTo>
                  <a:pt x="2020707" y="817870"/>
                </a:lnTo>
                <a:lnTo>
                  <a:pt x="1986445" y="827081"/>
                </a:lnTo>
                <a:lnTo>
                  <a:pt x="1952817" y="835974"/>
                </a:lnTo>
                <a:lnTo>
                  <a:pt x="1918556" y="844550"/>
                </a:lnTo>
                <a:lnTo>
                  <a:pt x="1800225" y="349064"/>
                </a:lnTo>
                <a:lnTo>
                  <a:pt x="1830363" y="341123"/>
                </a:lnTo>
                <a:lnTo>
                  <a:pt x="1860501" y="333183"/>
                </a:lnTo>
                <a:lnTo>
                  <a:pt x="1890321" y="324925"/>
                </a:lnTo>
                <a:lnTo>
                  <a:pt x="1920142" y="316349"/>
                </a:lnTo>
                <a:lnTo>
                  <a:pt x="1950280" y="308091"/>
                </a:lnTo>
                <a:lnTo>
                  <a:pt x="1979783" y="299515"/>
                </a:lnTo>
                <a:lnTo>
                  <a:pt x="2009603" y="290304"/>
                </a:lnTo>
                <a:lnTo>
                  <a:pt x="2039107" y="281411"/>
                </a:lnTo>
                <a:lnTo>
                  <a:pt x="2068293" y="271882"/>
                </a:lnTo>
                <a:lnTo>
                  <a:pt x="2098113" y="262353"/>
                </a:lnTo>
                <a:lnTo>
                  <a:pt x="2127299" y="252825"/>
                </a:lnTo>
                <a:lnTo>
                  <a:pt x="2156168" y="242661"/>
                </a:lnTo>
                <a:lnTo>
                  <a:pt x="2185354" y="232497"/>
                </a:lnTo>
                <a:lnTo>
                  <a:pt x="2214223" y="222333"/>
                </a:lnTo>
                <a:lnTo>
                  <a:pt x="2243409" y="211534"/>
                </a:lnTo>
                <a:lnTo>
                  <a:pt x="2272278" y="200735"/>
                </a:lnTo>
                <a:lnTo>
                  <a:pt x="2301147" y="189936"/>
                </a:lnTo>
                <a:lnTo>
                  <a:pt x="2329698" y="178820"/>
                </a:lnTo>
                <a:lnTo>
                  <a:pt x="2358250" y="167068"/>
                </a:lnTo>
                <a:lnTo>
                  <a:pt x="2386802" y="155633"/>
                </a:lnTo>
                <a:lnTo>
                  <a:pt x="2415353" y="143881"/>
                </a:lnTo>
                <a:lnTo>
                  <a:pt x="2443588" y="132130"/>
                </a:lnTo>
                <a:lnTo>
                  <a:pt x="2472139" y="119742"/>
                </a:lnTo>
                <a:lnTo>
                  <a:pt x="2500374" y="107355"/>
                </a:lnTo>
                <a:lnTo>
                  <a:pt x="2528608" y="94650"/>
                </a:lnTo>
                <a:lnTo>
                  <a:pt x="2556842" y="81628"/>
                </a:lnTo>
                <a:lnTo>
                  <a:pt x="2584759" y="68923"/>
                </a:lnTo>
                <a:lnTo>
                  <a:pt x="2612994" y="55583"/>
                </a:lnTo>
                <a:lnTo>
                  <a:pt x="2640911" y="41926"/>
                </a:lnTo>
                <a:lnTo>
                  <a:pt x="2668828" y="28268"/>
                </a:lnTo>
                <a:lnTo>
                  <a:pt x="2696428" y="14293"/>
                </a:lnTo>
                <a:lnTo>
                  <a:pt x="2724345"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19" name="KSO_Shape">
            <a:extLst>
              <a:ext uri="{FF2B5EF4-FFF2-40B4-BE49-F238E27FC236}">
                <a16:creationId xmlns:a16="http://schemas.microsoft.com/office/drawing/2014/main" id="{9E200844-F22D-3852-E65C-7035B9BD918B}"/>
              </a:ext>
            </a:extLst>
          </p:cNvPr>
          <p:cNvSpPr/>
          <p:nvPr/>
        </p:nvSpPr>
        <p:spPr bwMode="auto">
          <a:xfrm>
            <a:off x="616376" y="5086679"/>
            <a:ext cx="800100" cy="800100"/>
          </a:xfrm>
          <a:custGeom>
            <a:avLst/>
            <a:gdLst>
              <a:gd name="T0" fmla="*/ 366124 w 1611313"/>
              <a:gd name="T1" fmla="*/ 1610945 h 1611313"/>
              <a:gd name="T2" fmla="*/ 489434 w 1611313"/>
              <a:gd name="T3" fmla="*/ 1727064 h 1611313"/>
              <a:gd name="T4" fmla="*/ 599113 w 1611313"/>
              <a:gd name="T5" fmla="*/ 1611260 h 1611313"/>
              <a:gd name="T6" fmla="*/ 599113 w 1611313"/>
              <a:gd name="T7" fmla="*/ 1952659 h 1611313"/>
              <a:gd name="T8" fmla="*/ 366124 w 1611313"/>
              <a:gd name="T9" fmla="*/ 1952659 h 1611313"/>
              <a:gd name="T10" fmla="*/ 1027366 w 1611313"/>
              <a:gd name="T11" fmla="*/ 1324703 h 1611313"/>
              <a:gd name="T12" fmla="*/ 1156381 w 1611313"/>
              <a:gd name="T13" fmla="*/ 1446550 h 1611313"/>
              <a:gd name="T14" fmla="*/ 1252430 w 1611313"/>
              <a:gd name="T15" fmla="*/ 1537618 h 1611313"/>
              <a:gd name="T16" fmla="*/ 1260354 w 1611313"/>
              <a:gd name="T17" fmla="*/ 1529368 h 1611313"/>
              <a:gd name="T18" fmla="*/ 1260354 w 1611313"/>
              <a:gd name="T19" fmla="*/ 1952661 h 1611313"/>
              <a:gd name="T20" fmla="*/ 1027366 w 1611313"/>
              <a:gd name="T21" fmla="*/ 1952661 h 1611313"/>
              <a:gd name="T22" fmla="*/ 929733 w 1611313"/>
              <a:gd name="T23" fmla="*/ 1260353 h 1611313"/>
              <a:gd name="T24" fmla="*/ 929733 w 1611313"/>
              <a:gd name="T25" fmla="*/ 1952659 h 1611313"/>
              <a:gd name="T26" fmla="*/ 696745 w 1611313"/>
              <a:gd name="T27" fmla="*/ 1952659 h 1611313"/>
              <a:gd name="T28" fmla="*/ 696745 w 1611313"/>
              <a:gd name="T29" fmla="*/ 1507605 h 1611313"/>
              <a:gd name="T30" fmla="*/ 1590975 w 1611313"/>
              <a:gd name="T31" fmla="*/ 1180471 h 1611313"/>
              <a:gd name="T32" fmla="*/ 1590975 w 1611313"/>
              <a:gd name="T33" fmla="*/ 1952659 h 1611313"/>
              <a:gd name="T34" fmla="*/ 1357986 w 1611313"/>
              <a:gd name="T35" fmla="*/ 1952659 h 1611313"/>
              <a:gd name="T36" fmla="*/ 1357986 w 1611313"/>
              <a:gd name="T37" fmla="*/ 1427204 h 1611313"/>
              <a:gd name="T38" fmla="*/ 1846571 w 1611313"/>
              <a:gd name="T39" fmla="*/ 909762 h 1611313"/>
              <a:gd name="T40" fmla="*/ 1921595 w 1611313"/>
              <a:gd name="T41" fmla="*/ 980386 h 1611313"/>
              <a:gd name="T42" fmla="*/ 1921595 w 1611313"/>
              <a:gd name="T43" fmla="*/ 1952659 h 1611313"/>
              <a:gd name="T44" fmla="*/ 1688608 w 1611313"/>
              <a:gd name="T45" fmla="*/ 1952659 h 1611313"/>
              <a:gd name="T46" fmla="*/ 1688608 w 1611313"/>
              <a:gd name="T47" fmla="*/ 1077614 h 1611313"/>
              <a:gd name="T48" fmla="*/ 1369516 w 1611313"/>
              <a:gd name="T49" fmla="*/ 201924 h 1611313"/>
              <a:gd name="T50" fmla="*/ 1966622 w 1611313"/>
              <a:gd name="T51" fmla="*/ 256445 h 1611313"/>
              <a:gd name="T52" fmla="*/ 2048074 w 1611313"/>
              <a:gd name="T53" fmla="*/ 848901 h 1611313"/>
              <a:gd name="T54" fmla="*/ 1846503 w 1611313"/>
              <a:gd name="T55" fmla="*/ 655536 h 1611313"/>
              <a:gd name="T56" fmla="*/ 1253200 w 1611313"/>
              <a:gd name="T57" fmla="*/ 1284446 h 1611313"/>
              <a:gd name="T58" fmla="*/ 1157170 w 1611313"/>
              <a:gd name="T59" fmla="*/ 1193787 h 1611313"/>
              <a:gd name="T60" fmla="*/ 977783 w 1611313"/>
              <a:gd name="T61" fmla="*/ 1024514 h 1611313"/>
              <a:gd name="T62" fmla="*/ 944188 w 1611313"/>
              <a:gd name="T63" fmla="*/ 992815 h 1611313"/>
              <a:gd name="T64" fmla="*/ 490970 w 1611313"/>
              <a:gd name="T65" fmla="*/ 1473371 h 1611313"/>
              <a:gd name="T66" fmla="*/ 215237 w 1611313"/>
              <a:gd name="T67" fmla="*/ 1213123 h 1611313"/>
              <a:gd name="T68" fmla="*/ 668454 w 1611313"/>
              <a:gd name="T69" fmla="*/ 732565 h 1611313"/>
              <a:gd name="T70" fmla="*/ 793961 w 1611313"/>
              <a:gd name="T71" fmla="*/ 599429 h 1611313"/>
              <a:gd name="T72" fmla="*/ 919784 w 1611313"/>
              <a:gd name="T73" fmla="*/ 466293 h 1611313"/>
              <a:gd name="T74" fmla="*/ 1228796 w 1611313"/>
              <a:gd name="T75" fmla="*/ 757924 h 1611313"/>
              <a:gd name="T76" fmla="*/ 1570770 w 1611313"/>
              <a:gd name="T77" fmla="*/ 395287 h 1611313"/>
              <a:gd name="T78" fmla="*/ 0 w 1611313"/>
              <a:gd name="T79" fmla="*/ 0 h 1611313"/>
              <a:gd name="T80" fmla="*/ 96958 w 1611313"/>
              <a:gd name="T81" fmla="*/ 0 h 1611313"/>
              <a:gd name="T82" fmla="*/ 96958 w 1611313"/>
              <a:gd name="T83" fmla="*/ 2155273 h 1611313"/>
              <a:gd name="T84" fmla="*/ 2252216 w 1611313"/>
              <a:gd name="T85" fmla="*/ 2155273 h 1611313"/>
              <a:gd name="T86" fmla="*/ 2252216 w 1611313"/>
              <a:gd name="T87" fmla="*/ 2252216 h 1611313"/>
              <a:gd name="T88" fmla="*/ 96958 w 1611313"/>
              <a:gd name="T89" fmla="*/ 2252216 h 1611313"/>
              <a:gd name="T90" fmla="*/ 0 w 1611313"/>
              <a:gd name="T91" fmla="*/ 2252216 h 1611313"/>
              <a:gd name="T92" fmla="*/ 0 w 1611313"/>
              <a:gd name="T93" fmla="*/ 2155273 h 1611313"/>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1611313" h="1611313">
                <a:moveTo>
                  <a:pt x="261938" y="1152525"/>
                </a:moveTo>
                <a:lnTo>
                  <a:pt x="350158" y="1235601"/>
                </a:lnTo>
                <a:lnTo>
                  <a:pt x="428626" y="1152751"/>
                </a:lnTo>
                <a:lnTo>
                  <a:pt x="428626" y="1397000"/>
                </a:lnTo>
                <a:lnTo>
                  <a:pt x="261938" y="1397000"/>
                </a:lnTo>
                <a:lnTo>
                  <a:pt x="261938" y="1152525"/>
                </a:lnTo>
                <a:close/>
                <a:moveTo>
                  <a:pt x="735013" y="947738"/>
                </a:moveTo>
                <a:lnTo>
                  <a:pt x="827315" y="1034912"/>
                </a:lnTo>
                <a:lnTo>
                  <a:pt x="896031" y="1100065"/>
                </a:lnTo>
                <a:lnTo>
                  <a:pt x="901701" y="1094163"/>
                </a:lnTo>
                <a:lnTo>
                  <a:pt x="901701" y="1397001"/>
                </a:lnTo>
                <a:lnTo>
                  <a:pt x="735013" y="1397001"/>
                </a:lnTo>
                <a:lnTo>
                  <a:pt x="735013" y="947738"/>
                </a:lnTo>
                <a:close/>
                <a:moveTo>
                  <a:pt x="665163" y="901700"/>
                </a:moveTo>
                <a:lnTo>
                  <a:pt x="665163" y="1397000"/>
                </a:lnTo>
                <a:lnTo>
                  <a:pt x="498475" y="1397000"/>
                </a:lnTo>
                <a:lnTo>
                  <a:pt x="498475" y="1078593"/>
                </a:lnTo>
                <a:lnTo>
                  <a:pt x="665163" y="901700"/>
                </a:lnTo>
                <a:close/>
                <a:moveTo>
                  <a:pt x="1138238" y="844550"/>
                </a:moveTo>
                <a:lnTo>
                  <a:pt x="1138238" y="1397000"/>
                </a:lnTo>
                <a:lnTo>
                  <a:pt x="971550" y="1397000"/>
                </a:lnTo>
                <a:lnTo>
                  <a:pt x="971550" y="1021071"/>
                </a:lnTo>
                <a:lnTo>
                  <a:pt x="1138238" y="844550"/>
                </a:lnTo>
                <a:close/>
                <a:moveTo>
                  <a:pt x="1321101" y="650875"/>
                </a:moveTo>
                <a:lnTo>
                  <a:pt x="1374776" y="701402"/>
                </a:lnTo>
                <a:lnTo>
                  <a:pt x="1374776" y="1397000"/>
                </a:lnTo>
                <a:lnTo>
                  <a:pt x="1208088" y="1397000"/>
                </a:lnTo>
                <a:lnTo>
                  <a:pt x="1208088" y="770962"/>
                </a:lnTo>
                <a:lnTo>
                  <a:pt x="1321101" y="650875"/>
                </a:lnTo>
                <a:close/>
                <a:moveTo>
                  <a:pt x="979799" y="144463"/>
                </a:moveTo>
                <a:lnTo>
                  <a:pt x="1406989" y="183470"/>
                </a:lnTo>
                <a:lnTo>
                  <a:pt x="1465263" y="607333"/>
                </a:lnTo>
                <a:lnTo>
                  <a:pt x="1321052" y="468993"/>
                </a:lnTo>
                <a:lnTo>
                  <a:pt x="896583" y="918937"/>
                </a:lnTo>
                <a:lnTo>
                  <a:pt x="827879" y="854076"/>
                </a:lnTo>
                <a:lnTo>
                  <a:pt x="699540" y="732972"/>
                </a:lnTo>
                <a:lnTo>
                  <a:pt x="675505" y="710294"/>
                </a:lnTo>
                <a:lnTo>
                  <a:pt x="351257" y="1054101"/>
                </a:lnTo>
                <a:lnTo>
                  <a:pt x="153988" y="867910"/>
                </a:lnTo>
                <a:lnTo>
                  <a:pt x="478235" y="524102"/>
                </a:lnTo>
                <a:lnTo>
                  <a:pt x="568027" y="428852"/>
                </a:lnTo>
                <a:lnTo>
                  <a:pt x="658045" y="333602"/>
                </a:lnTo>
                <a:lnTo>
                  <a:pt x="879123" y="542245"/>
                </a:lnTo>
                <a:lnTo>
                  <a:pt x="1123783" y="282802"/>
                </a:lnTo>
                <a:lnTo>
                  <a:pt x="979799" y="144463"/>
                </a:lnTo>
                <a:close/>
                <a:moveTo>
                  <a:pt x="0" y="0"/>
                </a:moveTo>
                <a:lnTo>
                  <a:pt x="69367" y="0"/>
                </a:lnTo>
                <a:lnTo>
                  <a:pt x="69367" y="1541956"/>
                </a:lnTo>
                <a:lnTo>
                  <a:pt x="1611313" y="1541956"/>
                </a:lnTo>
                <a:lnTo>
                  <a:pt x="1611313" y="1611313"/>
                </a:lnTo>
                <a:lnTo>
                  <a:pt x="69367" y="1611313"/>
                </a:lnTo>
                <a:lnTo>
                  <a:pt x="0" y="1611313"/>
                </a:lnTo>
                <a:lnTo>
                  <a:pt x="0" y="1541956"/>
                </a:lnTo>
                <a:lnTo>
                  <a:pt x="0" y="0"/>
                </a:lnTo>
                <a:close/>
              </a:path>
            </a:pathLst>
          </a:custGeom>
          <a:solidFill>
            <a:schemeClr val="accent5"/>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chemeClr val="accent5"/>
              </a:solidFill>
              <a:latin typeface="+mn-lt"/>
              <a:ea typeface="+mn-ea"/>
              <a:cs typeface="+mn-ea"/>
              <a:sym typeface="+mn-lt"/>
            </a:endParaRPr>
          </a:p>
        </p:txBody>
      </p:sp>
      <p:sp>
        <p:nvSpPr>
          <p:cNvPr id="20" name="KSO_Shape">
            <a:extLst>
              <a:ext uri="{FF2B5EF4-FFF2-40B4-BE49-F238E27FC236}">
                <a16:creationId xmlns:a16="http://schemas.microsoft.com/office/drawing/2014/main" id="{6C341A70-709B-D3C0-9618-E44FB1C2E3B8}"/>
              </a:ext>
            </a:extLst>
          </p:cNvPr>
          <p:cNvSpPr/>
          <p:nvPr/>
        </p:nvSpPr>
        <p:spPr bwMode="auto">
          <a:xfrm>
            <a:off x="616376" y="3307974"/>
            <a:ext cx="800100" cy="762762"/>
          </a:xfrm>
          <a:custGeom>
            <a:avLst/>
            <a:gdLst>
              <a:gd name="T0" fmla="*/ 809074 w 1703388"/>
              <a:gd name="T1" fmla="*/ 1478228 h 1624013"/>
              <a:gd name="T2" fmla="*/ 791320 w 1703388"/>
              <a:gd name="T3" fmla="*/ 1498504 h 1624013"/>
              <a:gd name="T4" fmla="*/ 767225 w 1703388"/>
              <a:gd name="T5" fmla="*/ 1669343 h 1624013"/>
              <a:gd name="T6" fmla="*/ 784979 w 1703388"/>
              <a:gd name="T7" fmla="*/ 1689619 h 1624013"/>
              <a:gd name="T8" fmla="*/ 1094912 w 1703388"/>
              <a:gd name="T9" fmla="*/ 1696209 h 1624013"/>
              <a:gd name="T10" fmla="*/ 1123318 w 1703388"/>
              <a:gd name="T11" fmla="*/ 1687592 h 1624013"/>
              <a:gd name="T12" fmla="*/ 1138790 w 1703388"/>
              <a:gd name="T13" fmla="*/ 1665793 h 1624013"/>
              <a:gd name="T14" fmla="*/ 1112159 w 1703388"/>
              <a:gd name="T15" fmla="*/ 1494956 h 1624013"/>
              <a:gd name="T16" fmla="*/ 1091869 w 1703388"/>
              <a:gd name="T17" fmla="*/ 1476453 h 1624013"/>
              <a:gd name="T18" fmla="*/ 420515 w 1703388"/>
              <a:gd name="T19" fmla="*/ 1084591 h 1624013"/>
              <a:gd name="T20" fmla="*/ 1484232 w 1703388"/>
              <a:gd name="T21" fmla="*/ 1089660 h 1624013"/>
              <a:gd name="T22" fmla="*/ 991959 w 1703388"/>
              <a:gd name="T23" fmla="*/ 702499 h 1624013"/>
              <a:gd name="T24" fmla="*/ 840325 w 1703388"/>
              <a:gd name="T25" fmla="*/ 542724 h 1624013"/>
              <a:gd name="T26" fmla="*/ 585098 w 1703388"/>
              <a:gd name="T27" fmla="*/ 161549 h 1624013"/>
              <a:gd name="T28" fmla="*/ 552147 w 1703388"/>
              <a:gd name="T29" fmla="*/ 161549 h 1624013"/>
              <a:gd name="T30" fmla="*/ 946033 w 1703388"/>
              <a:gd name="T31" fmla="*/ 19770 h 1624013"/>
              <a:gd name="T32" fmla="*/ 936648 w 1703388"/>
              <a:gd name="T33" fmla="*/ 33458 h 1624013"/>
              <a:gd name="T34" fmla="*/ 943496 w 1703388"/>
              <a:gd name="T35" fmla="*/ 53482 h 1624013"/>
              <a:gd name="T36" fmla="*/ 970128 w 1703388"/>
              <a:gd name="T37" fmla="*/ 54496 h 1624013"/>
              <a:gd name="T38" fmla="*/ 979258 w 1703388"/>
              <a:gd name="T39" fmla="*/ 40556 h 1624013"/>
              <a:gd name="T40" fmla="*/ 972156 w 1703388"/>
              <a:gd name="T41" fmla="*/ 20784 h 1624013"/>
              <a:gd name="T42" fmla="*/ 227758 w 1703388"/>
              <a:gd name="T43" fmla="*/ 0 h 1624013"/>
              <a:gd name="T44" fmla="*/ 1692713 w 1703388"/>
              <a:gd name="T45" fmla="*/ 2281 h 1624013"/>
              <a:gd name="T46" fmla="*/ 1716554 w 1703388"/>
              <a:gd name="T47" fmla="*/ 12167 h 1624013"/>
              <a:gd name="T48" fmla="*/ 1735324 w 1703388"/>
              <a:gd name="T49" fmla="*/ 28389 h 1624013"/>
              <a:gd name="T50" fmla="*/ 1746990 w 1703388"/>
              <a:gd name="T51" fmla="*/ 49427 h 1624013"/>
              <a:gd name="T52" fmla="*/ 1750794 w 1703388"/>
              <a:gd name="T53" fmla="*/ 1014127 h 1624013"/>
              <a:gd name="T54" fmla="*/ 1745976 w 1703388"/>
              <a:gd name="T55" fmla="*/ 1038460 h 1624013"/>
              <a:gd name="T56" fmla="*/ 1733040 w 1703388"/>
              <a:gd name="T57" fmla="*/ 1058990 h 1624013"/>
              <a:gd name="T58" fmla="*/ 1713257 w 1703388"/>
              <a:gd name="T59" fmla="*/ 1074452 h 1624013"/>
              <a:gd name="T60" fmla="*/ 1688909 w 1703388"/>
              <a:gd name="T61" fmla="*/ 1083070 h 1624013"/>
              <a:gd name="T62" fmla="*/ 1619162 w 1703388"/>
              <a:gd name="T63" fmla="*/ 1089660 h 1624013"/>
              <a:gd name="T64" fmla="*/ 1688402 w 1703388"/>
              <a:gd name="T65" fmla="*/ 1097011 h 1624013"/>
              <a:gd name="T66" fmla="*/ 1711229 w 1703388"/>
              <a:gd name="T67" fmla="*/ 1105882 h 1624013"/>
              <a:gd name="T68" fmla="*/ 1733294 w 1703388"/>
              <a:gd name="T69" fmla="*/ 1127681 h 1624013"/>
              <a:gd name="T70" fmla="*/ 1905000 w 1703388"/>
              <a:gd name="T71" fmla="*/ 1740820 h 1624013"/>
              <a:gd name="T72" fmla="*/ 1900435 w 1703388"/>
              <a:gd name="T73" fmla="*/ 1766674 h 1624013"/>
              <a:gd name="T74" fmla="*/ 1887500 w 1703388"/>
              <a:gd name="T75" fmla="*/ 1788472 h 1624013"/>
              <a:gd name="T76" fmla="*/ 1867970 w 1703388"/>
              <a:gd name="T77" fmla="*/ 1804947 h 1624013"/>
              <a:gd name="T78" fmla="*/ 1843368 w 1703388"/>
              <a:gd name="T79" fmla="*/ 1814579 h 1624013"/>
              <a:gd name="T80" fmla="*/ 69241 w 1703388"/>
              <a:gd name="T81" fmla="*/ 1815593 h 1624013"/>
              <a:gd name="T82" fmla="*/ 43624 w 1703388"/>
              <a:gd name="T83" fmla="*/ 1808750 h 1624013"/>
              <a:gd name="T84" fmla="*/ 22573 w 1703388"/>
              <a:gd name="T85" fmla="*/ 1794049 h 1624013"/>
              <a:gd name="T86" fmla="*/ 7609 w 1703388"/>
              <a:gd name="T87" fmla="*/ 1773517 h 1624013"/>
              <a:gd name="T88" fmla="*/ 508 w 1703388"/>
              <a:gd name="T89" fmla="*/ 1748678 h 1624013"/>
              <a:gd name="T90" fmla="*/ 165365 w 1703388"/>
              <a:gd name="T91" fmla="*/ 1142635 h 1624013"/>
              <a:gd name="T92" fmla="*/ 191490 w 1703388"/>
              <a:gd name="T93" fmla="*/ 1108924 h 1624013"/>
              <a:gd name="T94" fmla="*/ 213047 w 1703388"/>
              <a:gd name="T95" fmla="*/ 1098025 h 1624013"/>
              <a:gd name="T96" fmla="*/ 286093 w 1703388"/>
              <a:gd name="T97" fmla="*/ 1092448 h 1624013"/>
              <a:gd name="T98" fmla="*/ 219896 w 1703388"/>
              <a:gd name="T99" fmla="*/ 1083831 h 1624013"/>
              <a:gd name="T100" fmla="*/ 194787 w 1703388"/>
              <a:gd name="T101" fmla="*/ 1075972 h 1624013"/>
              <a:gd name="T102" fmla="*/ 174497 w 1703388"/>
              <a:gd name="T103" fmla="*/ 1061778 h 1624013"/>
              <a:gd name="T104" fmla="*/ 160547 w 1703388"/>
              <a:gd name="T105" fmla="*/ 1041502 h 1624013"/>
              <a:gd name="T106" fmla="*/ 154460 w 1703388"/>
              <a:gd name="T107" fmla="*/ 1017675 h 1624013"/>
              <a:gd name="T108" fmla="*/ 156996 w 1703388"/>
              <a:gd name="T109" fmla="*/ 52975 h 1624013"/>
              <a:gd name="T110" fmla="*/ 167649 w 1703388"/>
              <a:gd name="T111" fmla="*/ 31177 h 1624013"/>
              <a:gd name="T112" fmla="*/ 185403 w 1703388"/>
              <a:gd name="T113" fmla="*/ 14194 h 1624013"/>
              <a:gd name="T114" fmla="*/ 208736 w 1703388"/>
              <a:gd name="T115" fmla="*/ 3296 h 1624013"/>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1703388" h="1624013">
                <a:moveTo>
                  <a:pt x="746125" y="1315983"/>
                </a:moveTo>
                <a:lnTo>
                  <a:pt x="742043" y="1316210"/>
                </a:lnTo>
                <a:lnTo>
                  <a:pt x="737961" y="1316663"/>
                </a:lnTo>
                <a:lnTo>
                  <a:pt x="734333" y="1317570"/>
                </a:lnTo>
                <a:lnTo>
                  <a:pt x="730477" y="1318930"/>
                </a:lnTo>
                <a:lnTo>
                  <a:pt x="727075" y="1320290"/>
                </a:lnTo>
                <a:lnTo>
                  <a:pt x="723447" y="1321877"/>
                </a:lnTo>
                <a:lnTo>
                  <a:pt x="720499" y="1323690"/>
                </a:lnTo>
                <a:lnTo>
                  <a:pt x="717550" y="1326183"/>
                </a:lnTo>
                <a:lnTo>
                  <a:pt x="715056" y="1328450"/>
                </a:lnTo>
                <a:lnTo>
                  <a:pt x="712788" y="1331170"/>
                </a:lnTo>
                <a:lnTo>
                  <a:pt x="710520" y="1334116"/>
                </a:lnTo>
                <a:lnTo>
                  <a:pt x="708933" y="1336836"/>
                </a:lnTo>
                <a:lnTo>
                  <a:pt x="707572" y="1340009"/>
                </a:lnTo>
                <a:lnTo>
                  <a:pt x="706665" y="1343409"/>
                </a:lnTo>
                <a:lnTo>
                  <a:pt x="705984" y="1346582"/>
                </a:lnTo>
                <a:lnTo>
                  <a:pt x="705984" y="1350209"/>
                </a:lnTo>
                <a:lnTo>
                  <a:pt x="684213" y="1482805"/>
                </a:lnTo>
                <a:lnTo>
                  <a:pt x="684440" y="1486204"/>
                </a:lnTo>
                <a:lnTo>
                  <a:pt x="685120" y="1489604"/>
                </a:lnTo>
                <a:lnTo>
                  <a:pt x="686027" y="1492778"/>
                </a:lnTo>
                <a:lnTo>
                  <a:pt x="687388" y="1495951"/>
                </a:lnTo>
                <a:lnTo>
                  <a:pt x="689202" y="1499124"/>
                </a:lnTo>
                <a:lnTo>
                  <a:pt x="691243" y="1501844"/>
                </a:lnTo>
                <a:lnTo>
                  <a:pt x="693511" y="1504564"/>
                </a:lnTo>
                <a:lnTo>
                  <a:pt x="696233" y="1506830"/>
                </a:lnTo>
                <a:lnTo>
                  <a:pt x="698954" y="1509097"/>
                </a:lnTo>
                <a:lnTo>
                  <a:pt x="701902" y="1510910"/>
                </a:lnTo>
                <a:lnTo>
                  <a:pt x="705304" y="1512950"/>
                </a:lnTo>
                <a:lnTo>
                  <a:pt x="708706" y="1514310"/>
                </a:lnTo>
                <a:lnTo>
                  <a:pt x="712561" y="1515443"/>
                </a:lnTo>
                <a:lnTo>
                  <a:pt x="716417" y="1516123"/>
                </a:lnTo>
                <a:lnTo>
                  <a:pt x="720499" y="1516803"/>
                </a:lnTo>
                <a:lnTo>
                  <a:pt x="724354" y="1516803"/>
                </a:lnTo>
                <a:lnTo>
                  <a:pt x="979034" y="1516803"/>
                </a:lnTo>
                <a:lnTo>
                  <a:pt x="982890" y="1516803"/>
                </a:lnTo>
                <a:lnTo>
                  <a:pt x="986972" y="1516123"/>
                </a:lnTo>
                <a:lnTo>
                  <a:pt x="990827" y="1515443"/>
                </a:lnTo>
                <a:lnTo>
                  <a:pt x="994683" y="1514310"/>
                </a:lnTo>
                <a:lnTo>
                  <a:pt x="998084" y="1512950"/>
                </a:lnTo>
                <a:lnTo>
                  <a:pt x="1001486" y="1510910"/>
                </a:lnTo>
                <a:lnTo>
                  <a:pt x="1004434" y="1509097"/>
                </a:lnTo>
                <a:lnTo>
                  <a:pt x="1007156" y="1506830"/>
                </a:lnTo>
                <a:lnTo>
                  <a:pt x="1009877" y="1504564"/>
                </a:lnTo>
                <a:lnTo>
                  <a:pt x="1012145" y="1501844"/>
                </a:lnTo>
                <a:lnTo>
                  <a:pt x="1014186" y="1499124"/>
                </a:lnTo>
                <a:lnTo>
                  <a:pt x="1016001" y="1495951"/>
                </a:lnTo>
                <a:lnTo>
                  <a:pt x="1017361" y="1492778"/>
                </a:lnTo>
                <a:lnTo>
                  <a:pt x="1018268" y="1489604"/>
                </a:lnTo>
                <a:lnTo>
                  <a:pt x="1018949" y="1486204"/>
                </a:lnTo>
                <a:lnTo>
                  <a:pt x="1019176" y="1482805"/>
                </a:lnTo>
                <a:lnTo>
                  <a:pt x="997404" y="1350209"/>
                </a:lnTo>
                <a:lnTo>
                  <a:pt x="997404" y="1346582"/>
                </a:lnTo>
                <a:lnTo>
                  <a:pt x="996724" y="1343409"/>
                </a:lnTo>
                <a:lnTo>
                  <a:pt x="995817" y="1340009"/>
                </a:lnTo>
                <a:lnTo>
                  <a:pt x="994456" y="1336836"/>
                </a:lnTo>
                <a:lnTo>
                  <a:pt x="992868" y="1334116"/>
                </a:lnTo>
                <a:lnTo>
                  <a:pt x="990601" y="1331170"/>
                </a:lnTo>
                <a:lnTo>
                  <a:pt x="988333" y="1328450"/>
                </a:lnTo>
                <a:lnTo>
                  <a:pt x="985838" y="1326183"/>
                </a:lnTo>
                <a:lnTo>
                  <a:pt x="982890" y="1323690"/>
                </a:lnTo>
                <a:lnTo>
                  <a:pt x="979942" y="1321877"/>
                </a:lnTo>
                <a:lnTo>
                  <a:pt x="976313" y="1320290"/>
                </a:lnTo>
                <a:lnTo>
                  <a:pt x="972911" y="1318930"/>
                </a:lnTo>
                <a:lnTo>
                  <a:pt x="969056" y="1317570"/>
                </a:lnTo>
                <a:lnTo>
                  <a:pt x="965427" y="1316663"/>
                </a:lnTo>
                <a:lnTo>
                  <a:pt x="961345" y="1316210"/>
                </a:lnTo>
                <a:lnTo>
                  <a:pt x="957263" y="1315983"/>
                </a:lnTo>
                <a:lnTo>
                  <a:pt x="746125" y="1315983"/>
                </a:lnTo>
                <a:close/>
                <a:moveTo>
                  <a:pt x="376011" y="969875"/>
                </a:moveTo>
                <a:lnTo>
                  <a:pt x="376238" y="972141"/>
                </a:lnTo>
                <a:lnTo>
                  <a:pt x="376238" y="974408"/>
                </a:lnTo>
                <a:lnTo>
                  <a:pt x="376238" y="976901"/>
                </a:lnTo>
                <a:lnTo>
                  <a:pt x="375784" y="979848"/>
                </a:lnTo>
                <a:lnTo>
                  <a:pt x="1327604" y="979848"/>
                </a:lnTo>
                <a:lnTo>
                  <a:pt x="1327151" y="976901"/>
                </a:lnTo>
                <a:lnTo>
                  <a:pt x="1327151" y="974408"/>
                </a:lnTo>
                <a:lnTo>
                  <a:pt x="1327151" y="972141"/>
                </a:lnTo>
                <a:lnTo>
                  <a:pt x="1327377" y="969875"/>
                </a:lnTo>
                <a:lnTo>
                  <a:pt x="376011" y="969875"/>
                </a:lnTo>
                <a:close/>
                <a:moveTo>
                  <a:pt x="1190625" y="246062"/>
                </a:moveTo>
                <a:lnTo>
                  <a:pt x="1179043" y="466952"/>
                </a:lnTo>
                <a:lnTo>
                  <a:pt x="1105004" y="394834"/>
                </a:lnTo>
                <a:lnTo>
                  <a:pt x="886977" y="628196"/>
                </a:lnTo>
                <a:lnTo>
                  <a:pt x="869943" y="612775"/>
                </a:lnTo>
                <a:lnTo>
                  <a:pt x="821114" y="566964"/>
                </a:lnTo>
                <a:lnTo>
                  <a:pt x="810667" y="557212"/>
                </a:lnTo>
                <a:lnTo>
                  <a:pt x="624436" y="758825"/>
                </a:lnTo>
                <a:lnTo>
                  <a:pt x="558800" y="693284"/>
                </a:lnTo>
                <a:lnTo>
                  <a:pt x="695067" y="545193"/>
                </a:lnTo>
                <a:lnTo>
                  <a:pt x="751391" y="485321"/>
                </a:lnTo>
                <a:lnTo>
                  <a:pt x="808169" y="425450"/>
                </a:lnTo>
                <a:lnTo>
                  <a:pt x="890838" y="502557"/>
                </a:lnTo>
                <a:lnTo>
                  <a:pt x="1044819" y="339498"/>
                </a:lnTo>
                <a:lnTo>
                  <a:pt x="970781" y="267607"/>
                </a:lnTo>
                <a:lnTo>
                  <a:pt x="1190625" y="246062"/>
                </a:lnTo>
                <a:close/>
                <a:moveTo>
                  <a:pt x="493712" y="144462"/>
                </a:moveTo>
                <a:lnTo>
                  <a:pt x="523175" y="144462"/>
                </a:lnTo>
                <a:lnTo>
                  <a:pt x="523175" y="796255"/>
                </a:lnTo>
                <a:lnTo>
                  <a:pt x="1174750" y="796255"/>
                </a:lnTo>
                <a:lnTo>
                  <a:pt x="1174750" y="825500"/>
                </a:lnTo>
                <a:lnTo>
                  <a:pt x="523175" y="825500"/>
                </a:lnTo>
                <a:lnTo>
                  <a:pt x="493712" y="825500"/>
                </a:lnTo>
                <a:lnTo>
                  <a:pt x="493712" y="796255"/>
                </a:lnTo>
                <a:lnTo>
                  <a:pt x="493712" y="144462"/>
                </a:lnTo>
                <a:close/>
                <a:moveTo>
                  <a:pt x="207282" y="64825"/>
                </a:moveTo>
                <a:lnTo>
                  <a:pt x="207282" y="905277"/>
                </a:lnTo>
                <a:lnTo>
                  <a:pt x="1496106" y="905277"/>
                </a:lnTo>
                <a:lnTo>
                  <a:pt x="1496106" y="64825"/>
                </a:lnTo>
                <a:lnTo>
                  <a:pt x="207282" y="64825"/>
                </a:lnTo>
                <a:close/>
                <a:moveTo>
                  <a:pt x="846818" y="17453"/>
                </a:moveTo>
                <a:lnTo>
                  <a:pt x="845911" y="17679"/>
                </a:lnTo>
                <a:lnTo>
                  <a:pt x="844777" y="18133"/>
                </a:lnTo>
                <a:lnTo>
                  <a:pt x="843643" y="18586"/>
                </a:lnTo>
                <a:lnTo>
                  <a:pt x="841829" y="19946"/>
                </a:lnTo>
                <a:lnTo>
                  <a:pt x="840468" y="21986"/>
                </a:lnTo>
                <a:lnTo>
                  <a:pt x="839108" y="24479"/>
                </a:lnTo>
                <a:lnTo>
                  <a:pt x="838200" y="26973"/>
                </a:lnTo>
                <a:lnTo>
                  <a:pt x="837520" y="29919"/>
                </a:lnTo>
                <a:lnTo>
                  <a:pt x="837520" y="33319"/>
                </a:lnTo>
                <a:lnTo>
                  <a:pt x="837520" y="36266"/>
                </a:lnTo>
                <a:lnTo>
                  <a:pt x="838200" y="39439"/>
                </a:lnTo>
                <a:lnTo>
                  <a:pt x="839108" y="41932"/>
                </a:lnTo>
                <a:lnTo>
                  <a:pt x="840468" y="44199"/>
                </a:lnTo>
                <a:lnTo>
                  <a:pt x="841829" y="46465"/>
                </a:lnTo>
                <a:lnTo>
                  <a:pt x="843643" y="47825"/>
                </a:lnTo>
                <a:lnTo>
                  <a:pt x="844777" y="48279"/>
                </a:lnTo>
                <a:lnTo>
                  <a:pt x="845911" y="48732"/>
                </a:lnTo>
                <a:lnTo>
                  <a:pt x="846818" y="48959"/>
                </a:lnTo>
                <a:lnTo>
                  <a:pt x="847952" y="48959"/>
                </a:lnTo>
                <a:lnTo>
                  <a:pt x="865188" y="48959"/>
                </a:lnTo>
                <a:lnTo>
                  <a:pt x="866095" y="48959"/>
                </a:lnTo>
                <a:lnTo>
                  <a:pt x="867456" y="48732"/>
                </a:lnTo>
                <a:lnTo>
                  <a:pt x="868363" y="48279"/>
                </a:lnTo>
                <a:lnTo>
                  <a:pt x="869270" y="47825"/>
                </a:lnTo>
                <a:lnTo>
                  <a:pt x="871084" y="46465"/>
                </a:lnTo>
                <a:lnTo>
                  <a:pt x="872445" y="44199"/>
                </a:lnTo>
                <a:lnTo>
                  <a:pt x="874033" y="41932"/>
                </a:lnTo>
                <a:lnTo>
                  <a:pt x="874940" y="39439"/>
                </a:lnTo>
                <a:lnTo>
                  <a:pt x="875620" y="36266"/>
                </a:lnTo>
                <a:lnTo>
                  <a:pt x="875847" y="33319"/>
                </a:lnTo>
                <a:lnTo>
                  <a:pt x="875620" y="29919"/>
                </a:lnTo>
                <a:lnTo>
                  <a:pt x="874940" y="26973"/>
                </a:lnTo>
                <a:lnTo>
                  <a:pt x="874033" y="24479"/>
                </a:lnTo>
                <a:lnTo>
                  <a:pt x="872445" y="21986"/>
                </a:lnTo>
                <a:lnTo>
                  <a:pt x="871084" y="19946"/>
                </a:lnTo>
                <a:lnTo>
                  <a:pt x="869270" y="18586"/>
                </a:lnTo>
                <a:lnTo>
                  <a:pt x="868363" y="18133"/>
                </a:lnTo>
                <a:lnTo>
                  <a:pt x="867456" y="17679"/>
                </a:lnTo>
                <a:lnTo>
                  <a:pt x="866095" y="17453"/>
                </a:lnTo>
                <a:lnTo>
                  <a:pt x="865188" y="17453"/>
                </a:lnTo>
                <a:lnTo>
                  <a:pt x="847952" y="17453"/>
                </a:lnTo>
                <a:lnTo>
                  <a:pt x="846818" y="17453"/>
                </a:lnTo>
                <a:close/>
                <a:moveTo>
                  <a:pt x="203654" y="0"/>
                </a:moveTo>
                <a:lnTo>
                  <a:pt x="207282" y="0"/>
                </a:lnTo>
                <a:lnTo>
                  <a:pt x="1496106" y="0"/>
                </a:lnTo>
                <a:lnTo>
                  <a:pt x="1499961" y="0"/>
                </a:lnTo>
                <a:lnTo>
                  <a:pt x="1503363" y="227"/>
                </a:lnTo>
                <a:lnTo>
                  <a:pt x="1506765" y="680"/>
                </a:lnTo>
                <a:lnTo>
                  <a:pt x="1510167" y="1360"/>
                </a:lnTo>
                <a:lnTo>
                  <a:pt x="1513568" y="2040"/>
                </a:lnTo>
                <a:lnTo>
                  <a:pt x="1516743" y="2947"/>
                </a:lnTo>
                <a:lnTo>
                  <a:pt x="1520145" y="3853"/>
                </a:lnTo>
                <a:lnTo>
                  <a:pt x="1523093" y="4987"/>
                </a:lnTo>
                <a:lnTo>
                  <a:pt x="1526042" y="6347"/>
                </a:lnTo>
                <a:lnTo>
                  <a:pt x="1529217" y="7706"/>
                </a:lnTo>
                <a:lnTo>
                  <a:pt x="1531938" y="9293"/>
                </a:lnTo>
                <a:lnTo>
                  <a:pt x="1534886" y="10880"/>
                </a:lnTo>
                <a:lnTo>
                  <a:pt x="1537608" y="12693"/>
                </a:lnTo>
                <a:lnTo>
                  <a:pt x="1540102" y="14506"/>
                </a:lnTo>
                <a:lnTo>
                  <a:pt x="1542824" y="16546"/>
                </a:lnTo>
                <a:lnTo>
                  <a:pt x="1545092" y="18586"/>
                </a:lnTo>
                <a:lnTo>
                  <a:pt x="1547360" y="20626"/>
                </a:lnTo>
                <a:lnTo>
                  <a:pt x="1549627" y="22893"/>
                </a:lnTo>
                <a:lnTo>
                  <a:pt x="1551669" y="25386"/>
                </a:lnTo>
                <a:lnTo>
                  <a:pt x="1553483" y="27879"/>
                </a:lnTo>
                <a:lnTo>
                  <a:pt x="1555297" y="30372"/>
                </a:lnTo>
                <a:lnTo>
                  <a:pt x="1557111" y="33092"/>
                </a:lnTo>
                <a:lnTo>
                  <a:pt x="1558472" y="35812"/>
                </a:lnTo>
                <a:lnTo>
                  <a:pt x="1559833" y="38759"/>
                </a:lnTo>
                <a:lnTo>
                  <a:pt x="1561194" y="41479"/>
                </a:lnTo>
                <a:lnTo>
                  <a:pt x="1562101" y="44199"/>
                </a:lnTo>
                <a:lnTo>
                  <a:pt x="1563008" y="47372"/>
                </a:lnTo>
                <a:lnTo>
                  <a:pt x="1564142" y="50318"/>
                </a:lnTo>
                <a:lnTo>
                  <a:pt x="1564595" y="53718"/>
                </a:lnTo>
                <a:lnTo>
                  <a:pt x="1565049" y="56665"/>
                </a:lnTo>
                <a:lnTo>
                  <a:pt x="1565276" y="59838"/>
                </a:lnTo>
                <a:lnTo>
                  <a:pt x="1565502" y="63238"/>
                </a:lnTo>
                <a:lnTo>
                  <a:pt x="1565502" y="906864"/>
                </a:lnTo>
                <a:lnTo>
                  <a:pt x="1565276" y="910037"/>
                </a:lnTo>
                <a:lnTo>
                  <a:pt x="1565049" y="913437"/>
                </a:lnTo>
                <a:lnTo>
                  <a:pt x="1564595" y="916383"/>
                </a:lnTo>
                <a:lnTo>
                  <a:pt x="1564142" y="919783"/>
                </a:lnTo>
                <a:lnTo>
                  <a:pt x="1563008" y="922730"/>
                </a:lnTo>
                <a:lnTo>
                  <a:pt x="1562101" y="925676"/>
                </a:lnTo>
                <a:lnTo>
                  <a:pt x="1561194" y="928623"/>
                </a:lnTo>
                <a:lnTo>
                  <a:pt x="1559833" y="931343"/>
                </a:lnTo>
                <a:lnTo>
                  <a:pt x="1558472" y="934289"/>
                </a:lnTo>
                <a:lnTo>
                  <a:pt x="1557111" y="937009"/>
                </a:lnTo>
                <a:lnTo>
                  <a:pt x="1555297" y="939502"/>
                </a:lnTo>
                <a:lnTo>
                  <a:pt x="1553483" y="942222"/>
                </a:lnTo>
                <a:lnTo>
                  <a:pt x="1551669" y="944716"/>
                </a:lnTo>
                <a:lnTo>
                  <a:pt x="1549627" y="946982"/>
                </a:lnTo>
                <a:lnTo>
                  <a:pt x="1547360" y="949475"/>
                </a:lnTo>
                <a:lnTo>
                  <a:pt x="1545092" y="951515"/>
                </a:lnTo>
                <a:lnTo>
                  <a:pt x="1542824" y="953555"/>
                </a:lnTo>
                <a:lnTo>
                  <a:pt x="1540102" y="955369"/>
                </a:lnTo>
                <a:lnTo>
                  <a:pt x="1537608" y="957409"/>
                </a:lnTo>
                <a:lnTo>
                  <a:pt x="1534886" y="959222"/>
                </a:lnTo>
                <a:lnTo>
                  <a:pt x="1531938" y="960808"/>
                </a:lnTo>
                <a:lnTo>
                  <a:pt x="1529217" y="962168"/>
                </a:lnTo>
                <a:lnTo>
                  <a:pt x="1526042" y="963755"/>
                </a:lnTo>
                <a:lnTo>
                  <a:pt x="1523093" y="965115"/>
                </a:lnTo>
                <a:lnTo>
                  <a:pt x="1520145" y="966248"/>
                </a:lnTo>
                <a:lnTo>
                  <a:pt x="1516743" y="967155"/>
                </a:lnTo>
                <a:lnTo>
                  <a:pt x="1513568" y="967835"/>
                </a:lnTo>
                <a:lnTo>
                  <a:pt x="1510167" y="968515"/>
                </a:lnTo>
                <a:lnTo>
                  <a:pt x="1506765" y="969195"/>
                </a:lnTo>
                <a:lnTo>
                  <a:pt x="1503363" y="969648"/>
                </a:lnTo>
                <a:lnTo>
                  <a:pt x="1499961" y="969875"/>
                </a:lnTo>
                <a:lnTo>
                  <a:pt x="1496106" y="969875"/>
                </a:lnTo>
                <a:lnTo>
                  <a:pt x="1447347" y="969875"/>
                </a:lnTo>
                <a:lnTo>
                  <a:pt x="1447801" y="972141"/>
                </a:lnTo>
                <a:lnTo>
                  <a:pt x="1447801" y="974408"/>
                </a:lnTo>
                <a:lnTo>
                  <a:pt x="1447801" y="976901"/>
                </a:lnTo>
                <a:lnTo>
                  <a:pt x="1447347" y="979848"/>
                </a:lnTo>
                <a:lnTo>
                  <a:pt x="1496106" y="979848"/>
                </a:lnTo>
                <a:lnTo>
                  <a:pt x="1499735" y="979848"/>
                </a:lnTo>
                <a:lnTo>
                  <a:pt x="1503136" y="980074"/>
                </a:lnTo>
                <a:lnTo>
                  <a:pt x="1506538" y="980528"/>
                </a:lnTo>
                <a:lnTo>
                  <a:pt x="1509713" y="980981"/>
                </a:lnTo>
                <a:lnTo>
                  <a:pt x="1513115" y="981661"/>
                </a:lnTo>
                <a:lnTo>
                  <a:pt x="1516063" y="982568"/>
                </a:lnTo>
                <a:lnTo>
                  <a:pt x="1519238" y="983474"/>
                </a:lnTo>
                <a:lnTo>
                  <a:pt x="1521960" y="984608"/>
                </a:lnTo>
                <a:lnTo>
                  <a:pt x="1524681" y="985968"/>
                </a:lnTo>
                <a:lnTo>
                  <a:pt x="1527629" y="987328"/>
                </a:lnTo>
                <a:lnTo>
                  <a:pt x="1530124" y="988914"/>
                </a:lnTo>
                <a:lnTo>
                  <a:pt x="1532619" y="990501"/>
                </a:lnTo>
                <a:lnTo>
                  <a:pt x="1535113" y="992314"/>
                </a:lnTo>
                <a:lnTo>
                  <a:pt x="1537381" y="994354"/>
                </a:lnTo>
                <a:lnTo>
                  <a:pt x="1539649" y="996394"/>
                </a:lnTo>
                <a:lnTo>
                  <a:pt x="1541917" y="998434"/>
                </a:lnTo>
                <a:lnTo>
                  <a:pt x="1545999" y="1003194"/>
                </a:lnTo>
                <a:lnTo>
                  <a:pt x="1549854" y="1008407"/>
                </a:lnTo>
                <a:lnTo>
                  <a:pt x="1553256" y="1013847"/>
                </a:lnTo>
                <a:lnTo>
                  <a:pt x="1556431" y="1019740"/>
                </a:lnTo>
                <a:lnTo>
                  <a:pt x="1559152" y="1026086"/>
                </a:lnTo>
                <a:lnTo>
                  <a:pt x="1561420" y="1032886"/>
                </a:lnTo>
                <a:lnTo>
                  <a:pt x="1563688" y="1039686"/>
                </a:lnTo>
                <a:lnTo>
                  <a:pt x="1565502" y="1046939"/>
                </a:lnTo>
                <a:lnTo>
                  <a:pt x="1703388" y="1556695"/>
                </a:lnTo>
                <a:lnTo>
                  <a:pt x="1703388" y="1560095"/>
                </a:lnTo>
                <a:lnTo>
                  <a:pt x="1702935" y="1563722"/>
                </a:lnTo>
                <a:lnTo>
                  <a:pt x="1702708" y="1566895"/>
                </a:lnTo>
                <a:lnTo>
                  <a:pt x="1702027" y="1570068"/>
                </a:lnTo>
                <a:lnTo>
                  <a:pt x="1701347" y="1573468"/>
                </a:lnTo>
                <a:lnTo>
                  <a:pt x="1700440" y="1576641"/>
                </a:lnTo>
                <a:lnTo>
                  <a:pt x="1699306" y="1579815"/>
                </a:lnTo>
                <a:lnTo>
                  <a:pt x="1698172" y="1582761"/>
                </a:lnTo>
                <a:lnTo>
                  <a:pt x="1696585" y="1585934"/>
                </a:lnTo>
                <a:lnTo>
                  <a:pt x="1694997" y="1588654"/>
                </a:lnTo>
                <a:lnTo>
                  <a:pt x="1693410" y="1591374"/>
                </a:lnTo>
                <a:lnTo>
                  <a:pt x="1691822" y="1594321"/>
                </a:lnTo>
                <a:lnTo>
                  <a:pt x="1689781" y="1596814"/>
                </a:lnTo>
                <a:lnTo>
                  <a:pt x="1687740" y="1599307"/>
                </a:lnTo>
                <a:lnTo>
                  <a:pt x="1685472" y="1602027"/>
                </a:lnTo>
                <a:lnTo>
                  <a:pt x="1683204" y="1604294"/>
                </a:lnTo>
                <a:lnTo>
                  <a:pt x="1680710" y="1606334"/>
                </a:lnTo>
                <a:lnTo>
                  <a:pt x="1678442" y="1608600"/>
                </a:lnTo>
                <a:lnTo>
                  <a:pt x="1675720" y="1610640"/>
                </a:lnTo>
                <a:lnTo>
                  <a:pt x="1672999" y="1612454"/>
                </a:lnTo>
                <a:lnTo>
                  <a:pt x="1670277" y="1614040"/>
                </a:lnTo>
                <a:lnTo>
                  <a:pt x="1667329" y="1615853"/>
                </a:lnTo>
                <a:lnTo>
                  <a:pt x="1664381" y="1617440"/>
                </a:lnTo>
                <a:lnTo>
                  <a:pt x="1661433" y="1618573"/>
                </a:lnTo>
                <a:lnTo>
                  <a:pt x="1658031" y="1619707"/>
                </a:lnTo>
                <a:lnTo>
                  <a:pt x="1655083" y="1620840"/>
                </a:lnTo>
                <a:lnTo>
                  <a:pt x="1651681" y="1621747"/>
                </a:lnTo>
                <a:lnTo>
                  <a:pt x="1648279" y="1622653"/>
                </a:lnTo>
                <a:lnTo>
                  <a:pt x="1645104" y="1623333"/>
                </a:lnTo>
                <a:lnTo>
                  <a:pt x="1641476" y="1623560"/>
                </a:lnTo>
                <a:lnTo>
                  <a:pt x="1638074" y="1624013"/>
                </a:lnTo>
                <a:lnTo>
                  <a:pt x="1634445" y="1624013"/>
                </a:lnTo>
                <a:lnTo>
                  <a:pt x="68943" y="1624013"/>
                </a:lnTo>
                <a:lnTo>
                  <a:pt x="65314" y="1624013"/>
                </a:lnTo>
                <a:lnTo>
                  <a:pt x="61913" y="1623560"/>
                </a:lnTo>
                <a:lnTo>
                  <a:pt x="58511" y="1623333"/>
                </a:lnTo>
                <a:lnTo>
                  <a:pt x="55109" y="1622653"/>
                </a:lnTo>
                <a:lnTo>
                  <a:pt x="51934" y="1621747"/>
                </a:lnTo>
                <a:lnTo>
                  <a:pt x="48532" y="1620840"/>
                </a:lnTo>
                <a:lnTo>
                  <a:pt x="45357" y="1619707"/>
                </a:lnTo>
                <a:lnTo>
                  <a:pt x="41955" y="1618573"/>
                </a:lnTo>
                <a:lnTo>
                  <a:pt x="39007" y="1617440"/>
                </a:lnTo>
                <a:lnTo>
                  <a:pt x="36286" y="1615853"/>
                </a:lnTo>
                <a:lnTo>
                  <a:pt x="33111" y="1614040"/>
                </a:lnTo>
                <a:lnTo>
                  <a:pt x="30389" y="1612454"/>
                </a:lnTo>
                <a:lnTo>
                  <a:pt x="27668" y="1610640"/>
                </a:lnTo>
                <a:lnTo>
                  <a:pt x="25173" y="1608600"/>
                </a:lnTo>
                <a:lnTo>
                  <a:pt x="22679" y="1606334"/>
                </a:lnTo>
                <a:lnTo>
                  <a:pt x="20184" y="1604294"/>
                </a:lnTo>
                <a:lnTo>
                  <a:pt x="17916" y="1602027"/>
                </a:lnTo>
                <a:lnTo>
                  <a:pt x="15875" y="1599307"/>
                </a:lnTo>
                <a:lnTo>
                  <a:pt x="13607" y="1596814"/>
                </a:lnTo>
                <a:lnTo>
                  <a:pt x="11793" y="1594321"/>
                </a:lnTo>
                <a:lnTo>
                  <a:pt x="9979" y="1591374"/>
                </a:lnTo>
                <a:lnTo>
                  <a:pt x="8391" y="1588654"/>
                </a:lnTo>
                <a:lnTo>
                  <a:pt x="6804" y="1585934"/>
                </a:lnTo>
                <a:lnTo>
                  <a:pt x="5216" y="1582761"/>
                </a:lnTo>
                <a:lnTo>
                  <a:pt x="4082" y="1579815"/>
                </a:lnTo>
                <a:lnTo>
                  <a:pt x="2948" y="1576641"/>
                </a:lnTo>
                <a:lnTo>
                  <a:pt x="2041" y="1573468"/>
                </a:lnTo>
                <a:lnTo>
                  <a:pt x="1361" y="1570068"/>
                </a:lnTo>
                <a:lnTo>
                  <a:pt x="680" y="1566895"/>
                </a:lnTo>
                <a:lnTo>
                  <a:pt x="454" y="1563722"/>
                </a:lnTo>
                <a:lnTo>
                  <a:pt x="0" y="1560095"/>
                </a:lnTo>
                <a:lnTo>
                  <a:pt x="0" y="1556695"/>
                </a:lnTo>
                <a:lnTo>
                  <a:pt x="137886" y="1046939"/>
                </a:lnTo>
                <a:lnTo>
                  <a:pt x="140154" y="1040592"/>
                </a:lnTo>
                <a:lnTo>
                  <a:pt x="142422" y="1034019"/>
                </a:lnTo>
                <a:lnTo>
                  <a:pt x="144916" y="1027673"/>
                </a:lnTo>
                <a:lnTo>
                  <a:pt x="147864" y="1021780"/>
                </a:lnTo>
                <a:lnTo>
                  <a:pt x="150813" y="1016113"/>
                </a:lnTo>
                <a:lnTo>
                  <a:pt x="154214" y="1010447"/>
                </a:lnTo>
                <a:lnTo>
                  <a:pt x="158070" y="1005007"/>
                </a:lnTo>
                <a:lnTo>
                  <a:pt x="161925" y="1000474"/>
                </a:lnTo>
                <a:lnTo>
                  <a:pt x="166461" y="995714"/>
                </a:lnTo>
                <a:lnTo>
                  <a:pt x="168729" y="993901"/>
                </a:lnTo>
                <a:lnTo>
                  <a:pt x="171224" y="991634"/>
                </a:lnTo>
                <a:lnTo>
                  <a:pt x="173718" y="990047"/>
                </a:lnTo>
                <a:lnTo>
                  <a:pt x="176213" y="988234"/>
                </a:lnTo>
                <a:lnTo>
                  <a:pt x="178934" y="986874"/>
                </a:lnTo>
                <a:lnTo>
                  <a:pt x="181656" y="985288"/>
                </a:lnTo>
                <a:lnTo>
                  <a:pt x="184604" y="983928"/>
                </a:lnTo>
                <a:lnTo>
                  <a:pt x="187552" y="982794"/>
                </a:lnTo>
                <a:lnTo>
                  <a:pt x="190500" y="981888"/>
                </a:lnTo>
                <a:lnTo>
                  <a:pt x="193675" y="981208"/>
                </a:lnTo>
                <a:lnTo>
                  <a:pt x="196850" y="980528"/>
                </a:lnTo>
                <a:lnTo>
                  <a:pt x="200252" y="980074"/>
                </a:lnTo>
                <a:lnTo>
                  <a:pt x="203654" y="979848"/>
                </a:lnTo>
                <a:lnTo>
                  <a:pt x="207282" y="979848"/>
                </a:lnTo>
                <a:lnTo>
                  <a:pt x="256041" y="979848"/>
                </a:lnTo>
                <a:lnTo>
                  <a:pt x="255815" y="976901"/>
                </a:lnTo>
                <a:lnTo>
                  <a:pt x="255588" y="974408"/>
                </a:lnTo>
                <a:lnTo>
                  <a:pt x="255588" y="972141"/>
                </a:lnTo>
                <a:lnTo>
                  <a:pt x="256041" y="969875"/>
                </a:lnTo>
                <a:lnTo>
                  <a:pt x="207282" y="969875"/>
                </a:lnTo>
                <a:lnTo>
                  <a:pt x="203654" y="969875"/>
                </a:lnTo>
                <a:lnTo>
                  <a:pt x="200252" y="969648"/>
                </a:lnTo>
                <a:lnTo>
                  <a:pt x="196624" y="969195"/>
                </a:lnTo>
                <a:lnTo>
                  <a:pt x="193222" y="968515"/>
                </a:lnTo>
                <a:lnTo>
                  <a:pt x="189820" y="967835"/>
                </a:lnTo>
                <a:lnTo>
                  <a:pt x="186645" y="967155"/>
                </a:lnTo>
                <a:lnTo>
                  <a:pt x="183243" y="966248"/>
                </a:lnTo>
                <a:lnTo>
                  <a:pt x="180295" y="965115"/>
                </a:lnTo>
                <a:lnTo>
                  <a:pt x="177347" y="963755"/>
                </a:lnTo>
                <a:lnTo>
                  <a:pt x="174172" y="962168"/>
                </a:lnTo>
                <a:lnTo>
                  <a:pt x="171450" y="960808"/>
                </a:lnTo>
                <a:lnTo>
                  <a:pt x="168502" y="959222"/>
                </a:lnTo>
                <a:lnTo>
                  <a:pt x="165781" y="957409"/>
                </a:lnTo>
                <a:lnTo>
                  <a:pt x="163286" y="955369"/>
                </a:lnTo>
                <a:lnTo>
                  <a:pt x="160564" y="953555"/>
                </a:lnTo>
                <a:lnTo>
                  <a:pt x="158297" y="951515"/>
                </a:lnTo>
                <a:lnTo>
                  <a:pt x="156029" y="949475"/>
                </a:lnTo>
                <a:lnTo>
                  <a:pt x="153761" y="946982"/>
                </a:lnTo>
                <a:lnTo>
                  <a:pt x="151720" y="944716"/>
                </a:lnTo>
                <a:lnTo>
                  <a:pt x="149906" y="942222"/>
                </a:lnTo>
                <a:lnTo>
                  <a:pt x="148091" y="939502"/>
                </a:lnTo>
                <a:lnTo>
                  <a:pt x="146277" y="937009"/>
                </a:lnTo>
                <a:lnTo>
                  <a:pt x="144916" y="934289"/>
                </a:lnTo>
                <a:lnTo>
                  <a:pt x="143556" y="931343"/>
                </a:lnTo>
                <a:lnTo>
                  <a:pt x="142195" y="928623"/>
                </a:lnTo>
                <a:lnTo>
                  <a:pt x="141288" y="925676"/>
                </a:lnTo>
                <a:lnTo>
                  <a:pt x="140381" y="922730"/>
                </a:lnTo>
                <a:lnTo>
                  <a:pt x="139247" y="919783"/>
                </a:lnTo>
                <a:lnTo>
                  <a:pt x="138793" y="916383"/>
                </a:lnTo>
                <a:lnTo>
                  <a:pt x="138339" y="913437"/>
                </a:lnTo>
                <a:lnTo>
                  <a:pt x="138113" y="910037"/>
                </a:lnTo>
                <a:lnTo>
                  <a:pt x="137886" y="906864"/>
                </a:lnTo>
                <a:lnTo>
                  <a:pt x="137886" y="63238"/>
                </a:lnTo>
                <a:lnTo>
                  <a:pt x="138113" y="59838"/>
                </a:lnTo>
                <a:lnTo>
                  <a:pt x="138339" y="56665"/>
                </a:lnTo>
                <a:lnTo>
                  <a:pt x="138793" y="53718"/>
                </a:lnTo>
                <a:lnTo>
                  <a:pt x="139247" y="50318"/>
                </a:lnTo>
                <a:lnTo>
                  <a:pt x="140381" y="47372"/>
                </a:lnTo>
                <a:lnTo>
                  <a:pt x="141288" y="44199"/>
                </a:lnTo>
                <a:lnTo>
                  <a:pt x="142195" y="41479"/>
                </a:lnTo>
                <a:lnTo>
                  <a:pt x="143556" y="38759"/>
                </a:lnTo>
                <a:lnTo>
                  <a:pt x="144916" y="35812"/>
                </a:lnTo>
                <a:lnTo>
                  <a:pt x="146277" y="33092"/>
                </a:lnTo>
                <a:lnTo>
                  <a:pt x="148091" y="30372"/>
                </a:lnTo>
                <a:lnTo>
                  <a:pt x="149906" y="27879"/>
                </a:lnTo>
                <a:lnTo>
                  <a:pt x="151720" y="25386"/>
                </a:lnTo>
                <a:lnTo>
                  <a:pt x="153761" y="22893"/>
                </a:lnTo>
                <a:lnTo>
                  <a:pt x="156029" y="20626"/>
                </a:lnTo>
                <a:lnTo>
                  <a:pt x="158297" y="18586"/>
                </a:lnTo>
                <a:lnTo>
                  <a:pt x="160564" y="16546"/>
                </a:lnTo>
                <a:lnTo>
                  <a:pt x="163286" y="14506"/>
                </a:lnTo>
                <a:lnTo>
                  <a:pt x="165781" y="12693"/>
                </a:lnTo>
                <a:lnTo>
                  <a:pt x="168502" y="10880"/>
                </a:lnTo>
                <a:lnTo>
                  <a:pt x="171450" y="9293"/>
                </a:lnTo>
                <a:lnTo>
                  <a:pt x="174172" y="7706"/>
                </a:lnTo>
                <a:lnTo>
                  <a:pt x="177347" y="6347"/>
                </a:lnTo>
                <a:lnTo>
                  <a:pt x="180295" y="4987"/>
                </a:lnTo>
                <a:lnTo>
                  <a:pt x="183243" y="3853"/>
                </a:lnTo>
                <a:lnTo>
                  <a:pt x="186645" y="2947"/>
                </a:lnTo>
                <a:lnTo>
                  <a:pt x="189820" y="2040"/>
                </a:lnTo>
                <a:lnTo>
                  <a:pt x="193222" y="1360"/>
                </a:lnTo>
                <a:lnTo>
                  <a:pt x="196624" y="680"/>
                </a:lnTo>
                <a:lnTo>
                  <a:pt x="200252" y="227"/>
                </a:lnTo>
                <a:lnTo>
                  <a:pt x="203654" y="0"/>
                </a:lnTo>
                <a:close/>
              </a:path>
            </a:pathLst>
          </a:custGeom>
          <a:solidFill>
            <a:schemeClr val="accent3"/>
          </a:solidFill>
          <a:ln>
            <a:noFill/>
          </a:ln>
        </p:spPr>
        <p:txBody>
          <a:bodyPr anchor="ctr">
            <a:scene3d>
              <a:camera prst="orthographicFront"/>
              <a:lightRig rig="threePt" dir="t"/>
            </a:scene3d>
            <a:sp3d>
              <a:contourClr>
                <a:srgbClr val="FFFFFF"/>
              </a:contourClr>
            </a:sp3d>
          </a:bodyPr>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defRPr/>
            </a:pPr>
            <a:endParaRPr lang="zh-CN" altLang="en-US">
              <a:solidFill>
                <a:srgbClr val="FFFFFF"/>
              </a:solidFill>
              <a:latin typeface="+mn-lt"/>
              <a:ea typeface="+mn-ea"/>
              <a:cs typeface="+mn-ea"/>
              <a:sym typeface="+mn-lt"/>
            </a:endParaRPr>
          </a:p>
        </p:txBody>
      </p:sp>
      <p:sp>
        <p:nvSpPr>
          <p:cNvPr id="21" name="文本框 20">
            <a:extLst>
              <a:ext uri="{FF2B5EF4-FFF2-40B4-BE49-F238E27FC236}">
                <a16:creationId xmlns:a16="http://schemas.microsoft.com/office/drawing/2014/main" id="{D71A9400-B470-1504-667F-273FEB2A2D5B}"/>
              </a:ext>
            </a:extLst>
          </p:cNvPr>
          <p:cNvSpPr txBox="1"/>
          <p:nvPr/>
        </p:nvSpPr>
        <p:spPr>
          <a:xfrm>
            <a:off x="1522955" y="1887319"/>
            <a:ext cx="2845845" cy="830997"/>
          </a:xfrm>
          <a:prstGeom prst="rect">
            <a:avLst/>
          </a:prstGeom>
          <a:noFill/>
        </p:spPr>
        <p:txBody>
          <a:bodyPr wrap="square" rtlCol="0">
            <a:spAutoFit/>
          </a:bodyPr>
          <a:lstStyle/>
          <a:p>
            <a:pPr>
              <a:lnSpc>
                <a:spcPct val="150000"/>
              </a:lnSpc>
            </a:pPr>
            <a:r>
              <a:rPr lang="zh-CN" altLang="en-US" sz="1600" dirty="0">
                <a:solidFill>
                  <a:schemeClr val="tx1">
                    <a:lumMod val="65000"/>
                    <a:lumOff val="35000"/>
                  </a:schemeClr>
                </a:solidFill>
                <a:cs typeface="+mn-ea"/>
                <a:sym typeface="+mn-lt"/>
              </a:rPr>
              <a:t>请在这里添加相应的文字内容请在这里添加相应的文字内容</a:t>
            </a:r>
          </a:p>
        </p:txBody>
      </p:sp>
      <p:sp>
        <p:nvSpPr>
          <p:cNvPr id="22" name="矩形 21">
            <a:extLst>
              <a:ext uri="{FF2B5EF4-FFF2-40B4-BE49-F238E27FC236}">
                <a16:creationId xmlns:a16="http://schemas.microsoft.com/office/drawing/2014/main" id="{24658C36-470B-D0DE-A21E-FE1B38740B4C}"/>
              </a:ext>
            </a:extLst>
          </p:cNvPr>
          <p:cNvSpPr/>
          <p:nvPr/>
        </p:nvSpPr>
        <p:spPr>
          <a:xfrm>
            <a:off x="1522955" y="1487209"/>
            <a:ext cx="2236510" cy="400110"/>
          </a:xfrm>
          <a:prstGeom prst="rect">
            <a:avLst/>
          </a:prstGeom>
        </p:spPr>
        <p:txBody>
          <a:bodyPr wrap="none">
            <a:spAutoFit/>
          </a:bodyPr>
          <a:lstStyle/>
          <a:p>
            <a:r>
              <a:rPr lang="zh-CN" altLang="en-US" sz="2000" b="1" dirty="0">
                <a:solidFill>
                  <a:schemeClr val="accent1"/>
                </a:solidFill>
                <a:cs typeface="+mn-ea"/>
                <a:sym typeface="+mn-lt"/>
              </a:rPr>
              <a:t>这里添加文字标题</a:t>
            </a:r>
            <a:endParaRPr lang="zh-CN" altLang="en-US" sz="2000" dirty="0">
              <a:solidFill>
                <a:schemeClr val="accent1"/>
              </a:solidFill>
              <a:cs typeface="+mn-ea"/>
              <a:sym typeface="+mn-lt"/>
            </a:endParaRPr>
          </a:p>
        </p:txBody>
      </p:sp>
      <p:sp>
        <p:nvSpPr>
          <p:cNvPr id="2" name="任意多边形 19">
            <a:extLst>
              <a:ext uri="{FF2B5EF4-FFF2-40B4-BE49-F238E27FC236}">
                <a16:creationId xmlns:a16="http://schemas.microsoft.com/office/drawing/2014/main" id="{79915C22-054D-787C-A90E-A252AAB3F7D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81076CB6-11D0-96C1-E116-6A582B134163}"/>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B6F6EBD2-75BC-669B-78DA-D5F40DEB2A03}"/>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4118FBBF-2AE3-AD5D-2051-BE117C745562}"/>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039DD9A-B716-1B22-A87F-F228874CD0A0}"/>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24" name="KSO_Shape">
              <a:extLst>
                <a:ext uri="{FF2B5EF4-FFF2-40B4-BE49-F238E27FC236}">
                  <a16:creationId xmlns:a16="http://schemas.microsoft.com/office/drawing/2014/main" id="{D5B354F8-A069-C331-9575-9259B70646C8}"/>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25" name="文本占位符 33">
            <a:extLst>
              <a:ext uri="{FF2B5EF4-FFF2-40B4-BE49-F238E27FC236}">
                <a16:creationId xmlns:a16="http://schemas.microsoft.com/office/drawing/2014/main" id="{57CBC1EA-D2F8-1F27-A35B-0EB35D8D0545}"/>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352429396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1_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D1E0799C-88B5-778B-8130-522EBB774304}"/>
              </a:ext>
            </a:extLst>
          </p:cNvPr>
          <p:cNvSpPr>
            <a:spLocks noGrp="1"/>
          </p:cNvSpPr>
          <p:nvPr>
            <p:ph type="body" idx="1"/>
          </p:nvPr>
        </p:nvSpPr>
        <p:spPr>
          <a:xfrm>
            <a:off x="588963" y="805042"/>
            <a:ext cx="576446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5" name="文本占位符 4">
            <a:extLst>
              <a:ext uri="{FF2B5EF4-FFF2-40B4-BE49-F238E27FC236}">
                <a16:creationId xmlns:a16="http://schemas.microsoft.com/office/drawing/2014/main" id="{74386F69-B5F8-12CD-152E-8D9FEF85256A}"/>
              </a:ext>
            </a:extLst>
          </p:cNvPr>
          <p:cNvSpPr>
            <a:spLocks noGrp="1"/>
          </p:cNvSpPr>
          <p:nvPr>
            <p:ph type="body" sz="quarter" idx="3"/>
          </p:nvPr>
        </p:nvSpPr>
        <p:spPr>
          <a:xfrm>
            <a:off x="5997575" y="805042"/>
            <a:ext cx="5792849"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8" name="内容占位符 17">
            <a:extLst>
              <a:ext uri="{FF2B5EF4-FFF2-40B4-BE49-F238E27FC236}">
                <a16:creationId xmlns:a16="http://schemas.microsoft.com/office/drawing/2014/main" id="{39B611A7-CF8D-CAA4-3A4F-F0188DF8C894}"/>
              </a:ext>
            </a:extLst>
          </p:cNvPr>
          <p:cNvSpPr>
            <a:spLocks noGrp="1"/>
          </p:cNvSpPr>
          <p:nvPr>
            <p:ph sz="quarter" idx="19"/>
          </p:nvPr>
        </p:nvSpPr>
        <p:spPr>
          <a:xfrm>
            <a:off x="588963" y="1773239"/>
            <a:ext cx="4859337"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0" name="内容占位符 19">
            <a:extLst>
              <a:ext uri="{FF2B5EF4-FFF2-40B4-BE49-F238E27FC236}">
                <a16:creationId xmlns:a16="http://schemas.microsoft.com/office/drawing/2014/main" id="{FFFB7F56-3D87-E611-ED81-25826319A38C}"/>
              </a:ext>
            </a:extLst>
          </p:cNvPr>
          <p:cNvSpPr>
            <a:spLocks noGrp="1"/>
          </p:cNvSpPr>
          <p:nvPr>
            <p:ph sz="quarter" idx="20"/>
          </p:nvPr>
        </p:nvSpPr>
        <p:spPr>
          <a:xfrm>
            <a:off x="6029325" y="1773238"/>
            <a:ext cx="5184775" cy="4679950"/>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45274C2E-F0AD-2292-B1D2-A6E0BAAE7CF9}"/>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任意多边形 18">
            <a:extLst>
              <a:ext uri="{FF2B5EF4-FFF2-40B4-BE49-F238E27FC236}">
                <a16:creationId xmlns:a16="http://schemas.microsoft.com/office/drawing/2014/main" id="{1200640A-65BF-9929-A439-D583B2A0CC3A}"/>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6" name="组合 5">
            <a:extLst>
              <a:ext uri="{FF2B5EF4-FFF2-40B4-BE49-F238E27FC236}">
                <a16:creationId xmlns:a16="http://schemas.microsoft.com/office/drawing/2014/main" id="{5157EBAF-558A-CD90-B9F6-43CCCB87FB4B}"/>
              </a:ext>
            </a:extLst>
          </p:cNvPr>
          <p:cNvGrpSpPr/>
          <p:nvPr/>
        </p:nvGrpSpPr>
        <p:grpSpPr>
          <a:xfrm>
            <a:off x="71844" y="60398"/>
            <a:ext cx="593817" cy="593817"/>
            <a:chOff x="1131485" y="2234042"/>
            <a:chExt cx="1607262" cy="1607262"/>
          </a:xfrm>
        </p:grpSpPr>
        <p:sp>
          <p:nvSpPr>
            <p:cNvPr id="7" name="椭圆 6">
              <a:extLst>
                <a:ext uri="{FF2B5EF4-FFF2-40B4-BE49-F238E27FC236}">
                  <a16:creationId xmlns:a16="http://schemas.microsoft.com/office/drawing/2014/main" id="{E308B397-2839-4B6A-4D25-E7D2F2C321D3}"/>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8" name="椭圆 7">
              <a:extLst>
                <a:ext uri="{FF2B5EF4-FFF2-40B4-BE49-F238E27FC236}">
                  <a16:creationId xmlns:a16="http://schemas.microsoft.com/office/drawing/2014/main" id="{9103061F-CC05-33B7-0CD3-00006CD4B024}"/>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9" name="KSO_Shape">
              <a:extLst>
                <a:ext uri="{FF2B5EF4-FFF2-40B4-BE49-F238E27FC236}">
                  <a16:creationId xmlns:a16="http://schemas.microsoft.com/office/drawing/2014/main" id="{5372DDED-8415-8A28-814B-6B958870DDDC}"/>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7" name="文本占位符 33">
            <a:extLst>
              <a:ext uri="{FF2B5EF4-FFF2-40B4-BE49-F238E27FC236}">
                <a16:creationId xmlns:a16="http://schemas.microsoft.com/office/drawing/2014/main" id="{F877CA57-D86B-59DA-065F-9A7B7CC6A258}"/>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98752112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3_两栏内容">
    <p:spTree>
      <p:nvGrpSpPr>
        <p:cNvPr id="1" name=""/>
        <p:cNvGrpSpPr/>
        <p:nvPr/>
      </p:nvGrpSpPr>
      <p:grpSpPr>
        <a:xfrm>
          <a:off x="0" y="0"/>
          <a:ext cx="0" cy="0"/>
          <a:chOff x="0" y="0"/>
          <a:chExt cx="0" cy="0"/>
        </a:xfrm>
      </p:grpSpPr>
      <p:sp>
        <p:nvSpPr>
          <p:cNvPr id="16" name="内容占位符 15">
            <a:extLst>
              <a:ext uri="{FF2B5EF4-FFF2-40B4-BE49-F238E27FC236}">
                <a16:creationId xmlns:a16="http://schemas.microsoft.com/office/drawing/2014/main" id="{00D3208F-8B49-369D-47AA-F2C59F29C321}"/>
              </a:ext>
            </a:extLst>
          </p:cNvPr>
          <p:cNvSpPr>
            <a:spLocks noGrp="1"/>
          </p:cNvSpPr>
          <p:nvPr>
            <p:ph sz="quarter" idx="19"/>
          </p:nvPr>
        </p:nvSpPr>
        <p:spPr>
          <a:xfrm>
            <a:off x="850900" y="1052513"/>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7" name="内容占位符 15">
            <a:extLst>
              <a:ext uri="{FF2B5EF4-FFF2-40B4-BE49-F238E27FC236}">
                <a16:creationId xmlns:a16="http://schemas.microsoft.com/office/drawing/2014/main" id="{8522F3B8-E67B-71A4-4BB2-BA1677F94C91}"/>
              </a:ext>
            </a:extLst>
          </p:cNvPr>
          <p:cNvSpPr>
            <a:spLocks noGrp="1"/>
          </p:cNvSpPr>
          <p:nvPr>
            <p:ph sz="quarter" idx="20"/>
          </p:nvPr>
        </p:nvSpPr>
        <p:spPr>
          <a:xfrm>
            <a:off x="6508741" y="1022797"/>
            <a:ext cx="5461000" cy="5329237"/>
          </a:xfrm>
          <a:prstGeom prst="rect">
            <a:avLst/>
          </a:prstGeo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2" name="任意多边形 19">
            <a:extLst>
              <a:ext uri="{FF2B5EF4-FFF2-40B4-BE49-F238E27FC236}">
                <a16:creationId xmlns:a16="http://schemas.microsoft.com/office/drawing/2014/main" id="{6E7F149E-FDF3-A2E4-46B1-5F45E42A948E}"/>
              </a:ext>
            </a:extLst>
          </p:cNvPr>
          <p:cNvSpPr/>
          <p:nvPr/>
        </p:nvSpPr>
        <p:spPr>
          <a:xfrm>
            <a:off x="178465" y="841"/>
            <a:ext cx="11901222"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任意多边形 18">
            <a:extLst>
              <a:ext uri="{FF2B5EF4-FFF2-40B4-BE49-F238E27FC236}">
                <a16:creationId xmlns:a16="http://schemas.microsoft.com/office/drawing/2014/main" id="{AA469707-33CD-2919-718B-7E3D05A6BBA9}"/>
              </a:ext>
            </a:extLst>
          </p:cNvPr>
          <p:cNvSpPr/>
          <p:nvPr/>
        </p:nvSpPr>
        <p:spPr>
          <a:xfrm>
            <a:off x="-6130" y="-2583"/>
            <a:ext cx="11718754" cy="704175"/>
          </a:xfrm>
          <a:custGeom>
            <a:avLst/>
            <a:gdLst>
              <a:gd name="connsiteX0" fmla="*/ 0 w 6473815"/>
              <a:gd name="connsiteY0" fmla="*/ 0 h 704175"/>
              <a:gd name="connsiteX1" fmla="*/ 6473815 w 6473815"/>
              <a:gd name="connsiteY1" fmla="*/ 0 h 704175"/>
              <a:gd name="connsiteX2" fmla="*/ 6106081 w 6473815"/>
              <a:gd name="connsiteY2" fmla="*/ 704175 h 704175"/>
              <a:gd name="connsiteX3" fmla="*/ 0 w 6473815"/>
              <a:gd name="connsiteY3" fmla="*/ 704175 h 704175"/>
            </a:gdLst>
            <a:ahLst/>
            <a:cxnLst>
              <a:cxn ang="0">
                <a:pos x="connsiteX0" y="connsiteY0"/>
              </a:cxn>
              <a:cxn ang="0">
                <a:pos x="connsiteX1" y="connsiteY1"/>
              </a:cxn>
              <a:cxn ang="0">
                <a:pos x="connsiteX2" y="connsiteY2"/>
              </a:cxn>
              <a:cxn ang="0">
                <a:pos x="connsiteX3" y="connsiteY3"/>
              </a:cxn>
            </a:cxnLst>
            <a:rect l="l" t="t" r="r" b="b"/>
            <a:pathLst>
              <a:path w="6473815" h="704175">
                <a:moveTo>
                  <a:pt x="0" y="0"/>
                </a:moveTo>
                <a:lnTo>
                  <a:pt x="6473815" y="0"/>
                </a:lnTo>
                <a:lnTo>
                  <a:pt x="6106081" y="704175"/>
                </a:lnTo>
                <a:lnTo>
                  <a:pt x="0" y="704175"/>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nvGrpSpPr>
          <p:cNvPr id="4" name="组合 3">
            <a:extLst>
              <a:ext uri="{FF2B5EF4-FFF2-40B4-BE49-F238E27FC236}">
                <a16:creationId xmlns:a16="http://schemas.microsoft.com/office/drawing/2014/main" id="{D057A4CC-57C1-1C9D-0D52-813AF05E20E5}"/>
              </a:ext>
            </a:extLst>
          </p:cNvPr>
          <p:cNvGrpSpPr/>
          <p:nvPr/>
        </p:nvGrpSpPr>
        <p:grpSpPr>
          <a:xfrm>
            <a:off x="71844" y="60398"/>
            <a:ext cx="593817" cy="593817"/>
            <a:chOff x="1131485" y="2234042"/>
            <a:chExt cx="1607262" cy="1607262"/>
          </a:xfrm>
        </p:grpSpPr>
        <p:sp>
          <p:nvSpPr>
            <p:cNvPr id="5" name="椭圆 4">
              <a:extLst>
                <a:ext uri="{FF2B5EF4-FFF2-40B4-BE49-F238E27FC236}">
                  <a16:creationId xmlns:a16="http://schemas.microsoft.com/office/drawing/2014/main" id="{D1B808A0-679A-AC62-9527-3C8A20F8FEB4}"/>
                </a:ext>
              </a:extLst>
            </p:cNvPr>
            <p:cNvSpPr/>
            <p:nvPr/>
          </p:nvSpPr>
          <p:spPr>
            <a:xfrm>
              <a:off x="1131485" y="2234042"/>
              <a:ext cx="1607262" cy="1607262"/>
            </a:xfrm>
            <a:prstGeom prst="ellipse">
              <a:avLst/>
            </a:prstGeom>
            <a:solidFill>
              <a:schemeClr val="accent5"/>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 name="椭圆 5">
              <a:extLst>
                <a:ext uri="{FF2B5EF4-FFF2-40B4-BE49-F238E27FC236}">
                  <a16:creationId xmlns:a16="http://schemas.microsoft.com/office/drawing/2014/main" id="{E2BE32F6-BB06-B9C2-2DAB-A984078A764B}"/>
                </a:ext>
              </a:extLst>
            </p:cNvPr>
            <p:cNvSpPr/>
            <p:nvPr/>
          </p:nvSpPr>
          <p:spPr>
            <a:xfrm>
              <a:off x="1241020" y="2343577"/>
              <a:ext cx="1388192" cy="1388192"/>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7" name="KSO_Shape">
              <a:extLst>
                <a:ext uri="{FF2B5EF4-FFF2-40B4-BE49-F238E27FC236}">
                  <a16:creationId xmlns:a16="http://schemas.microsoft.com/office/drawing/2014/main" id="{8FAAABC9-F0B3-2024-785A-F7EAAD190FFF}"/>
                </a:ext>
              </a:extLst>
            </p:cNvPr>
            <p:cNvSpPr/>
            <p:nvPr/>
          </p:nvSpPr>
          <p:spPr bwMode="auto">
            <a:xfrm>
              <a:off x="1480150" y="2597150"/>
              <a:ext cx="909932" cy="881046"/>
            </a:xfrm>
            <a:custGeom>
              <a:avLst/>
              <a:gdLst>
                <a:gd name="T0" fmla="*/ 1660229 w 8965002"/>
                <a:gd name="T1" fmla="*/ 723707 h 8673857"/>
                <a:gd name="T2" fmla="*/ 1707743 w 8965002"/>
                <a:gd name="T3" fmla="*/ 723707 h 8673857"/>
                <a:gd name="T4" fmla="*/ 1786179 w 8965002"/>
                <a:gd name="T5" fmla="*/ 872262 h 8673857"/>
                <a:gd name="T6" fmla="*/ 1398524 w 8965002"/>
                <a:gd name="T7" fmla="*/ 1455923 h 8673857"/>
                <a:gd name="T8" fmla="*/ 1307266 w 8965002"/>
                <a:gd name="T9" fmla="*/ 1501168 h 8673857"/>
                <a:gd name="T10" fmla="*/ 1079500 w 8965002"/>
                <a:gd name="T11" fmla="*/ 1501168 h 8673857"/>
                <a:gd name="T12" fmla="*/ 1079500 w 8965002"/>
                <a:gd name="T13" fmla="*/ 1685165 h 8673857"/>
                <a:gd name="T14" fmla="*/ 1049332 w 8965002"/>
                <a:gd name="T15" fmla="*/ 1734934 h 8673857"/>
                <a:gd name="T16" fmla="*/ 1021427 w 8965002"/>
                <a:gd name="T17" fmla="*/ 1741721 h 8673857"/>
                <a:gd name="T18" fmla="*/ 985980 w 8965002"/>
                <a:gd name="T19" fmla="*/ 1731164 h 8673857"/>
                <a:gd name="T20" fmla="*/ 808744 w 8965002"/>
                <a:gd name="T21" fmla="*/ 1611265 h 8673857"/>
                <a:gd name="T22" fmla="*/ 635280 w 8965002"/>
                <a:gd name="T23" fmla="*/ 1731164 h 8673857"/>
                <a:gd name="T24" fmla="*/ 571927 w 8965002"/>
                <a:gd name="T25" fmla="*/ 1734934 h 8673857"/>
                <a:gd name="T26" fmla="*/ 539497 w 8965002"/>
                <a:gd name="T27" fmla="*/ 1685165 h 8673857"/>
                <a:gd name="T28" fmla="*/ 539497 w 8965002"/>
                <a:gd name="T29" fmla="*/ 1225173 h 8673857"/>
                <a:gd name="T30" fmla="*/ 636788 w 8965002"/>
                <a:gd name="T31" fmla="*/ 1030619 h 8673857"/>
                <a:gd name="T32" fmla="*/ 667710 w 8965002"/>
                <a:gd name="T33" fmla="*/ 1022324 h 8673857"/>
                <a:gd name="T34" fmla="*/ 1142852 w 8965002"/>
                <a:gd name="T35" fmla="*/ 1022324 h 8673857"/>
                <a:gd name="T36" fmla="*/ 1077992 w 8965002"/>
                <a:gd name="T37" fmla="*/ 1261369 h 8673857"/>
                <a:gd name="T38" fmla="*/ 1250702 w 8965002"/>
                <a:gd name="T39" fmla="*/ 1261369 h 8673857"/>
                <a:gd name="T40" fmla="*/ 1660229 w 8965002"/>
                <a:gd name="T41" fmla="*/ 723707 h 8673857"/>
                <a:gd name="T42" fmla="*/ 1227016 w 8965002"/>
                <a:gd name="T43" fmla="*/ 26 h 8673857"/>
                <a:gd name="T44" fmla="*/ 1646524 w 8965002"/>
                <a:gd name="T45" fmla="*/ 27634 h 8673857"/>
                <a:gd name="T46" fmla="*/ 1722691 w 8965002"/>
                <a:gd name="T47" fmla="*/ 177681 h 8673857"/>
                <a:gd name="T48" fmla="*/ 1246833 w 8965002"/>
                <a:gd name="T49" fmla="*/ 798230 h 8673857"/>
                <a:gd name="T50" fmla="*/ 1160861 w 8965002"/>
                <a:gd name="T51" fmla="*/ 838946 h 8673857"/>
                <a:gd name="T52" fmla="*/ 443680 w 8965002"/>
                <a:gd name="T53" fmla="*/ 838946 h 8673857"/>
                <a:gd name="T54" fmla="*/ 231014 w 8965002"/>
                <a:gd name="T55" fmla="*/ 1099833 h 8673857"/>
                <a:gd name="T56" fmla="*/ 361479 w 8965002"/>
                <a:gd name="T57" fmla="*/ 1249880 h 8673857"/>
                <a:gd name="T58" fmla="*/ 418794 w 8965002"/>
                <a:gd name="T59" fmla="*/ 1261190 h 8673857"/>
                <a:gd name="T60" fmla="*/ 418794 w 8965002"/>
                <a:gd name="T61" fmla="*/ 1500965 h 8673857"/>
                <a:gd name="T62" fmla="*/ 10807 w 8965002"/>
                <a:gd name="T63" fmla="*/ 1148843 h 8673857"/>
                <a:gd name="T64" fmla="*/ 13069 w 8965002"/>
                <a:gd name="T65" fmla="*/ 949785 h 8673857"/>
                <a:gd name="T66" fmla="*/ 545488 w 8965002"/>
                <a:gd name="T67" fmla="*/ 134703 h 8673857"/>
                <a:gd name="T68" fmla="*/ 706119 w 8965002"/>
                <a:gd name="T69" fmla="*/ 45730 h 8673857"/>
                <a:gd name="T70" fmla="*/ 1227016 w 8965002"/>
                <a:gd name="T71" fmla="*/ 26 h 867385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8965002" h="8673857">
                  <a:moveTo>
                    <a:pt x="8267042" y="3603669"/>
                  </a:moveTo>
                  <a:cubicBezTo>
                    <a:pt x="8267042" y="3603669"/>
                    <a:pt x="8267042" y="3603669"/>
                    <a:pt x="8503636" y="3603669"/>
                  </a:cubicBezTo>
                  <a:cubicBezTo>
                    <a:pt x="8770275" y="3603669"/>
                    <a:pt x="9115779" y="3885289"/>
                    <a:pt x="8894206" y="4343392"/>
                  </a:cubicBezTo>
                  <a:cubicBezTo>
                    <a:pt x="8894206" y="4343392"/>
                    <a:pt x="8894206" y="4343392"/>
                    <a:pt x="6963891" y="7249712"/>
                  </a:cubicBezTo>
                  <a:cubicBezTo>
                    <a:pt x="6817428" y="7463743"/>
                    <a:pt x="6610877" y="7475008"/>
                    <a:pt x="6509479" y="7475008"/>
                  </a:cubicBezTo>
                  <a:cubicBezTo>
                    <a:pt x="6509479" y="7475008"/>
                    <a:pt x="6509479" y="7475008"/>
                    <a:pt x="5375325" y="7475008"/>
                  </a:cubicBezTo>
                  <a:cubicBezTo>
                    <a:pt x="5375325" y="7475008"/>
                    <a:pt x="5375325" y="7475008"/>
                    <a:pt x="5375325" y="8391212"/>
                  </a:cubicBezTo>
                  <a:cubicBezTo>
                    <a:pt x="5375325" y="8503860"/>
                    <a:pt x="5326504" y="8586469"/>
                    <a:pt x="5225106" y="8639038"/>
                  </a:cubicBezTo>
                  <a:cubicBezTo>
                    <a:pt x="5180040" y="8661567"/>
                    <a:pt x="5131219" y="8672833"/>
                    <a:pt x="5086153" y="8672833"/>
                  </a:cubicBezTo>
                  <a:cubicBezTo>
                    <a:pt x="5026066" y="8672833"/>
                    <a:pt x="4962223" y="8654057"/>
                    <a:pt x="4909646" y="8620263"/>
                  </a:cubicBezTo>
                  <a:cubicBezTo>
                    <a:pt x="4909646" y="8620263"/>
                    <a:pt x="4909646" y="8620263"/>
                    <a:pt x="4027109" y="8023229"/>
                  </a:cubicBezTo>
                  <a:cubicBezTo>
                    <a:pt x="4027109" y="8023229"/>
                    <a:pt x="4027109" y="8023229"/>
                    <a:pt x="3163349" y="8620263"/>
                  </a:cubicBezTo>
                  <a:cubicBezTo>
                    <a:pt x="3069463" y="8684097"/>
                    <a:pt x="2949287" y="8691607"/>
                    <a:pt x="2847889" y="8639038"/>
                  </a:cubicBezTo>
                  <a:cubicBezTo>
                    <a:pt x="2750247" y="8586469"/>
                    <a:pt x="2686404" y="8503860"/>
                    <a:pt x="2686404" y="8391212"/>
                  </a:cubicBezTo>
                  <a:cubicBezTo>
                    <a:pt x="2686404" y="8391212"/>
                    <a:pt x="2686404" y="8391212"/>
                    <a:pt x="2686404" y="6100701"/>
                  </a:cubicBezTo>
                  <a:cubicBezTo>
                    <a:pt x="2686404" y="5559991"/>
                    <a:pt x="2990598" y="5237066"/>
                    <a:pt x="3170860" y="5131928"/>
                  </a:cubicBezTo>
                  <a:cubicBezTo>
                    <a:pt x="3215926" y="5105644"/>
                    <a:pt x="3268503" y="5090624"/>
                    <a:pt x="3324835" y="5090624"/>
                  </a:cubicBezTo>
                  <a:cubicBezTo>
                    <a:pt x="3324835" y="5090624"/>
                    <a:pt x="3324835" y="5090624"/>
                    <a:pt x="5690785" y="5090624"/>
                  </a:cubicBezTo>
                  <a:cubicBezTo>
                    <a:pt x="5371570" y="5406038"/>
                    <a:pt x="5367814" y="5980543"/>
                    <a:pt x="5367814" y="6280938"/>
                  </a:cubicBezTo>
                  <a:cubicBezTo>
                    <a:pt x="5367814" y="6280938"/>
                    <a:pt x="5367814" y="6280938"/>
                    <a:pt x="6227818" y="6280938"/>
                  </a:cubicBezTo>
                  <a:cubicBezTo>
                    <a:pt x="6227818" y="6280938"/>
                    <a:pt x="6227818" y="6280938"/>
                    <a:pt x="8267042" y="3603669"/>
                  </a:cubicBezTo>
                  <a:close/>
                  <a:moveTo>
                    <a:pt x="6109875" y="128"/>
                  </a:moveTo>
                  <a:cubicBezTo>
                    <a:pt x="6829153" y="-2490"/>
                    <a:pt x="7579192" y="34821"/>
                    <a:pt x="8198796" y="137601"/>
                  </a:cubicBezTo>
                  <a:cubicBezTo>
                    <a:pt x="8705745" y="220201"/>
                    <a:pt x="8739542" y="678257"/>
                    <a:pt x="8578069" y="884757"/>
                  </a:cubicBezTo>
                  <a:cubicBezTo>
                    <a:pt x="8578069" y="884757"/>
                    <a:pt x="6234838" y="3955980"/>
                    <a:pt x="6208552" y="3974753"/>
                  </a:cubicBezTo>
                  <a:cubicBezTo>
                    <a:pt x="6107162" y="4098653"/>
                    <a:pt x="5953199" y="4177498"/>
                    <a:pt x="5780461" y="4177498"/>
                  </a:cubicBezTo>
                  <a:cubicBezTo>
                    <a:pt x="5780461" y="4177498"/>
                    <a:pt x="5780461" y="4177498"/>
                    <a:pt x="2209285" y="4177498"/>
                  </a:cubicBezTo>
                  <a:cubicBezTo>
                    <a:pt x="1818747" y="4177498"/>
                    <a:pt x="970076" y="4545444"/>
                    <a:pt x="1150325" y="5476573"/>
                  </a:cubicBezTo>
                  <a:cubicBezTo>
                    <a:pt x="1217918" y="5825746"/>
                    <a:pt x="1465760" y="6103583"/>
                    <a:pt x="1799971" y="6223729"/>
                  </a:cubicBezTo>
                  <a:cubicBezTo>
                    <a:pt x="1875075" y="6253765"/>
                    <a:pt x="2002751" y="6268783"/>
                    <a:pt x="2085365" y="6280047"/>
                  </a:cubicBezTo>
                  <a:cubicBezTo>
                    <a:pt x="2085365" y="6280047"/>
                    <a:pt x="2085365" y="6280047"/>
                    <a:pt x="2085365" y="7473994"/>
                  </a:cubicBezTo>
                  <a:cubicBezTo>
                    <a:pt x="1582171" y="7440203"/>
                    <a:pt x="335451" y="7004675"/>
                    <a:pt x="53813" y="5720619"/>
                  </a:cubicBezTo>
                  <a:cubicBezTo>
                    <a:pt x="-25046" y="5397728"/>
                    <a:pt x="-13780" y="5056063"/>
                    <a:pt x="65078" y="4729417"/>
                  </a:cubicBezTo>
                  <a:cubicBezTo>
                    <a:pt x="282879" y="3283915"/>
                    <a:pt x="2351982" y="944830"/>
                    <a:pt x="2716235" y="670748"/>
                  </a:cubicBezTo>
                  <a:cubicBezTo>
                    <a:pt x="2960321" y="471756"/>
                    <a:pt x="3234449" y="310311"/>
                    <a:pt x="3516088" y="227711"/>
                  </a:cubicBezTo>
                  <a:cubicBezTo>
                    <a:pt x="3797726" y="119767"/>
                    <a:pt x="4911078" y="4491"/>
                    <a:pt x="6109875" y="128"/>
                  </a:cubicBezTo>
                  <a:close/>
                </a:path>
              </a:pathLst>
            </a:custGeom>
            <a:solidFill>
              <a:schemeClr val="accent5"/>
            </a:solidFill>
            <a:ln>
              <a:noFill/>
            </a:ln>
          </p:spPr>
          <p:txBody>
            <a:bodyPr anchor="ctr" anchorCtr="1"/>
            <a:lstStyle>
              <a:defPPr>
                <a:defRPr lang="zh-CN"/>
              </a:defPPr>
              <a:lvl1pPr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grpSp>
      <p:sp>
        <p:nvSpPr>
          <p:cNvPr id="15" name="文本占位符 33">
            <a:extLst>
              <a:ext uri="{FF2B5EF4-FFF2-40B4-BE49-F238E27FC236}">
                <a16:creationId xmlns:a16="http://schemas.microsoft.com/office/drawing/2014/main" id="{FDFC6117-3B35-5E72-42F6-C59BD58A315C}"/>
              </a:ext>
            </a:extLst>
          </p:cNvPr>
          <p:cNvSpPr>
            <a:spLocks noGrp="1"/>
          </p:cNvSpPr>
          <p:nvPr>
            <p:ph type="body" sz="quarter" idx="18" hasCustomPrompt="1"/>
          </p:nvPr>
        </p:nvSpPr>
        <p:spPr>
          <a:xfrm>
            <a:off x="850256" y="100867"/>
            <a:ext cx="10214296" cy="553348"/>
          </a:xfrm>
          <a:prstGeom prst="rect">
            <a:avLst/>
          </a:prstGeom>
        </p:spPr>
        <p:txBody>
          <a:bodyPr/>
          <a:lstStyle>
            <a:lvl1pPr>
              <a:buNone/>
              <a:defRPr lang="zh-CN" altLang="en-US" sz="3200" kern="1200">
                <a:solidFill>
                  <a:schemeClr val="bg1"/>
                </a:solidFill>
                <a:latin typeface="+mn-lt"/>
                <a:ea typeface="+mn-ea"/>
                <a:cs typeface="+mn-cs"/>
              </a:defRPr>
            </a:lvl1pPr>
          </a:lstStyle>
          <a:p>
            <a:pPr marL="228600" lvl="0" indent="-228600" algn="l" defTabSz="914400" rtl="0" eaLnBrk="1" latinLnBrk="0" hangingPunct="1">
              <a:lnSpc>
                <a:spcPct val="90000"/>
              </a:lnSpc>
              <a:spcBef>
                <a:spcPts val="1000"/>
              </a:spcBef>
              <a:buFont typeface="Arial" pitchFamily="34" charset="0"/>
              <a:buNone/>
            </a:pPr>
            <a:r>
              <a:rPr lang="zh-CN" altLang="en-US"/>
              <a:t>添加标题</a:t>
            </a:r>
          </a:p>
        </p:txBody>
      </p:sp>
    </p:spTree>
    <p:extLst>
      <p:ext uri="{BB962C8B-B14F-4D97-AF65-F5344CB8AC3E}">
        <p14:creationId xmlns:p14="http://schemas.microsoft.com/office/powerpoint/2010/main" val="25267723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598A6422-A47C-BBC9-ACC4-72588C812E4A}"/>
              </a:ext>
            </a:extLst>
          </p:cNvPr>
          <p:cNvSpPr/>
          <p:nvPr/>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平行四边形 5">
            <a:extLst>
              <a:ext uri="{FF2B5EF4-FFF2-40B4-BE49-F238E27FC236}">
                <a16:creationId xmlns:a16="http://schemas.microsoft.com/office/drawing/2014/main" id="{9937AFAB-7A84-DF9A-879B-2A7100C681AF}"/>
              </a:ext>
            </a:extLst>
          </p:cNvPr>
          <p:cNvSpPr/>
          <p:nvPr/>
        </p:nvSpPr>
        <p:spPr>
          <a:xfrm>
            <a:off x="1176337" y="0"/>
            <a:ext cx="10196513" cy="6858000"/>
          </a:xfrm>
          <a:prstGeom prst="parallelogram">
            <a:avLst>
              <a:gd name="adj" fmla="val 52222"/>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圆角矩形 13">
            <a:extLst>
              <a:ext uri="{FF2B5EF4-FFF2-40B4-BE49-F238E27FC236}">
                <a16:creationId xmlns:a16="http://schemas.microsoft.com/office/drawing/2014/main" id="{57273606-30FD-726A-B5E5-5880343FE394}"/>
              </a:ext>
            </a:extLst>
          </p:cNvPr>
          <p:cNvSpPr/>
          <p:nvPr/>
        </p:nvSpPr>
        <p:spPr>
          <a:xfrm rot="12648828">
            <a:off x="3867583" y="3594155"/>
            <a:ext cx="357278"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 14">
            <a:extLst>
              <a:ext uri="{FF2B5EF4-FFF2-40B4-BE49-F238E27FC236}">
                <a16:creationId xmlns:a16="http://schemas.microsoft.com/office/drawing/2014/main" id="{014868D7-6268-3673-19F7-C28778739228}"/>
              </a:ext>
            </a:extLst>
          </p:cNvPr>
          <p:cNvSpPr/>
          <p:nvPr/>
        </p:nvSpPr>
        <p:spPr>
          <a:xfrm rot="12343551">
            <a:off x="7027488" y="2611931"/>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5E299118-E489-728C-C7DE-7AA0E34E3619}"/>
              </a:ext>
            </a:extLst>
          </p:cNvPr>
          <p:cNvSpPr/>
          <p:nvPr/>
        </p:nvSpPr>
        <p:spPr>
          <a:xfrm>
            <a:off x="2322499" y="3086100"/>
            <a:ext cx="7486650" cy="1409700"/>
          </a:xfrm>
          <a:prstGeom prst="rect">
            <a:avLst/>
          </a:prstGeom>
          <a:solidFill>
            <a:srgbClr val="16D1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6A7E97D-9532-BCD0-82A4-C8E950C06CED}"/>
              </a:ext>
            </a:extLst>
          </p:cNvPr>
          <p:cNvSpPr/>
          <p:nvPr/>
        </p:nvSpPr>
        <p:spPr>
          <a:xfrm>
            <a:off x="4668031" y="1809750"/>
            <a:ext cx="3676650" cy="704850"/>
          </a:xfrm>
          <a:prstGeom prst="rect">
            <a:avLst/>
          </a:prstGeom>
          <a:solidFill>
            <a:srgbClr val="0BB86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7D668D99-50AC-395B-7778-1DA46938562A}"/>
              </a:ext>
            </a:extLst>
          </p:cNvPr>
          <p:cNvSpPr txBox="1"/>
          <p:nvPr/>
        </p:nvSpPr>
        <p:spPr>
          <a:xfrm>
            <a:off x="5024219" y="1839009"/>
            <a:ext cx="3108543" cy="646331"/>
          </a:xfrm>
          <a:prstGeom prst="rect">
            <a:avLst/>
          </a:prstGeom>
          <a:noFill/>
        </p:spPr>
        <p:txBody>
          <a:bodyPr wrap="none" rtlCol="0">
            <a:spAutoFit/>
          </a:bodyPr>
          <a:lstStyle/>
          <a:p>
            <a:r>
              <a:rPr lang="en-US" altLang="zh-CN" sz="3600" b="1">
                <a:solidFill>
                  <a:schemeClr val="bg1"/>
                </a:solidFill>
              </a:rPr>
              <a:t>WEB</a:t>
            </a:r>
            <a:r>
              <a:rPr lang="zh-CN" altLang="en-US" sz="3600" b="1">
                <a:solidFill>
                  <a:schemeClr val="bg1"/>
                </a:solidFill>
              </a:rPr>
              <a:t>项目应用</a:t>
            </a:r>
            <a:endParaRPr lang="zh-CN" altLang="en-US" sz="3600" b="1" dirty="0">
              <a:solidFill>
                <a:schemeClr val="bg1"/>
              </a:solidFill>
            </a:endParaRPr>
          </a:p>
        </p:txBody>
      </p:sp>
      <p:sp>
        <p:nvSpPr>
          <p:cNvPr id="13" name="圆角矩形 15">
            <a:extLst>
              <a:ext uri="{FF2B5EF4-FFF2-40B4-BE49-F238E27FC236}">
                <a16:creationId xmlns:a16="http://schemas.microsoft.com/office/drawing/2014/main" id="{A8215550-1B60-B2DD-3069-44FE3FBB93EE}"/>
              </a:ext>
            </a:extLst>
          </p:cNvPr>
          <p:cNvSpPr/>
          <p:nvPr/>
        </p:nvSpPr>
        <p:spPr>
          <a:xfrm rot="12653304">
            <a:off x="9943872" y="-415455"/>
            <a:ext cx="94887" cy="2914650"/>
          </a:xfrm>
          <a:prstGeom prst="roundRect">
            <a:avLst>
              <a:gd name="adj" fmla="val 50000"/>
            </a:avLst>
          </a:prstGeom>
          <a:gradFill>
            <a:gsLst>
              <a:gs pos="0">
                <a:srgbClr val="FCB504"/>
              </a:gs>
              <a:gs pos="100000">
                <a:srgbClr val="FCB504">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6">
            <a:extLst>
              <a:ext uri="{FF2B5EF4-FFF2-40B4-BE49-F238E27FC236}">
                <a16:creationId xmlns:a16="http://schemas.microsoft.com/office/drawing/2014/main" id="{5457683F-60F4-AA94-2B81-A47C48184527}"/>
              </a:ext>
            </a:extLst>
          </p:cNvPr>
          <p:cNvSpPr/>
          <p:nvPr/>
        </p:nvSpPr>
        <p:spPr>
          <a:xfrm rot="12752664">
            <a:off x="909580" y="3590694"/>
            <a:ext cx="357278"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7">
            <a:extLst>
              <a:ext uri="{FF2B5EF4-FFF2-40B4-BE49-F238E27FC236}">
                <a16:creationId xmlns:a16="http://schemas.microsoft.com/office/drawing/2014/main" id="{C74E6A63-4082-E91F-71A0-E3D26C018747}"/>
              </a:ext>
            </a:extLst>
          </p:cNvPr>
          <p:cNvSpPr/>
          <p:nvPr/>
        </p:nvSpPr>
        <p:spPr>
          <a:xfrm rot="12651570">
            <a:off x="1942446" y="257056"/>
            <a:ext cx="84570" cy="2914650"/>
          </a:xfrm>
          <a:prstGeom prst="roundRect">
            <a:avLst>
              <a:gd name="adj" fmla="val 50000"/>
            </a:avLst>
          </a:prstGeom>
          <a:gradFill>
            <a:gsLst>
              <a:gs pos="0">
                <a:srgbClr val="0BB863"/>
              </a:gs>
              <a:gs pos="100000">
                <a:srgbClr val="0BB863">
                  <a:alpha val="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a:extLst>
              <a:ext uri="{FF2B5EF4-FFF2-40B4-BE49-F238E27FC236}">
                <a16:creationId xmlns:a16="http://schemas.microsoft.com/office/drawing/2014/main" id="{AAFE492F-316A-15E2-40A2-70EB2728668F}"/>
              </a:ext>
            </a:extLst>
          </p:cNvPr>
          <p:cNvPicPr>
            <a:picLocks noChangeAspect="1"/>
          </p:cNvPicPr>
          <p:nvPr/>
        </p:nvPicPr>
        <p:blipFill>
          <a:blip r:embed="rId2"/>
          <a:stretch>
            <a:fillRect/>
          </a:stretch>
        </p:blipFill>
        <p:spPr>
          <a:xfrm>
            <a:off x="10419082" y="1714381"/>
            <a:ext cx="1382656" cy="722752"/>
          </a:xfrm>
          <a:prstGeom prst="rect">
            <a:avLst/>
          </a:prstGeom>
        </p:spPr>
      </p:pic>
      <p:pic>
        <p:nvPicPr>
          <p:cNvPr id="17" name="图片 16">
            <a:extLst>
              <a:ext uri="{FF2B5EF4-FFF2-40B4-BE49-F238E27FC236}">
                <a16:creationId xmlns:a16="http://schemas.microsoft.com/office/drawing/2014/main" id="{146909AE-E5DD-4FD0-C0D5-6DE4BC653C39}"/>
              </a:ext>
            </a:extLst>
          </p:cNvPr>
          <p:cNvPicPr>
            <a:picLocks noChangeAspect="1"/>
          </p:cNvPicPr>
          <p:nvPr/>
        </p:nvPicPr>
        <p:blipFill>
          <a:blip r:embed="rId3"/>
          <a:stretch>
            <a:fillRect/>
          </a:stretch>
        </p:blipFill>
        <p:spPr>
          <a:xfrm>
            <a:off x="8349401" y="5183329"/>
            <a:ext cx="853056" cy="955423"/>
          </a:xfrm>
          <a:prstGeom prst="rect">
            <a:avLst/>
          </a:prstGeom>
        </p:spPr>
      </p:pic>
      <p:pic>
        <p:nvPicPr>
          <p:cNvPr id="18" name="图片 17">
            <a:extLst>
              <a:ext uri="{FF2B5EF4-FFF2-40B4-BE49-F238E27FC236}">
                <a16:creationId xmlns:a16="http://schemas.microsoft.com/office/drawing/2014/main" id="{6D92C32F-DB3C-76F5-9E75-A62B5F3115B4}"/>
              </a:ext>
            </a:extLst>
          </p:cNvPr>
          <p:cNvPicPr>
            <a:picLocks noChangeAspect="1"/>
          </p:cNvPicPr>
          <p:nvPr/>
        </p:nvPicPr>
        <p:blipFill>
          <a:blip r:embed="rId4"/>
          <a:stretch>
            <a:fillRect/>
          </a:stretch>
        </p:blipFill>
        <p:spPr>
          <a:xfrm>
            <a:off x="890143" y="3665064"/>
            <a:ext cx="859275" cy="838317"/>
          </a:xfrm>
          <a:prstGeom prst="rect">
            <a:avLst/>
          </a:prstGeom>
        </p:spPr>
      </p:pic>
      <p:pic>
        <p:nvPicPr>
          <p:cNvPr id="19" name="图片 18">
            <a:extLst>
              <a:ext uri="{FF2B5EF4-FFF2-40B4-BE49-F238E27FC236}">
                <a16:creationId xmlns:a16="http://schemas.microsoft.com/office/drawing/2014/main" id="{BEC59258-3E18-59B6-6983-FCC0CC72A40E}"/>
              </a:ext>
            </a:extLst>
          </p:cNvPr>
          <p:cNvPicPr>
            <a:picLocks noChangeAspect="1"/>
          </p:cNvPicPr>
          <p:nvPr/>
        </p:nvPicPr>
        <p:blipFill>
          <a:blip r:embed="rId5"/>
          <a:stretch>
            <a:fillRect/>
          </a:stretch>
        </p:blipFill>
        <p:spPr>
          <a:xfrm rot="17799553">
            <a:off x="9870073" y="4509546"/>
            <a:ext cx="1137767" cy="338255"/>
          </a:xfrm>
          <a:prstGeom prst="rect">
            <a:avLst/>
          </a:prstGeom>
        </p:spPr>
      </p:pic>
      <p:pic>
        <p:nvPicPr>
          <p:cNvPr id="20" name="图片 19">
            <a:extLst>
              <a:ext uri="{FF2B5EF4-FFF2-40B4-BE49-F238E27FC236}">
                <a16:creationId xmlns:a16="http://schemas.microsoft.com/office/drawing/2014/main" id="{204929AB-CAC9-1438-E7A6-2B587E8CF0FF}"/>
              </a:ext>
            </a:extLst>
          </p:cNvPr>
          <p:cNvPicPr>
            <a:picLocks noChangeAspect="1"/>
          </p:cNvPicPr>
          <p:nvPr/>
        </p:nvPicPr>
        <p:blipFill>
          <a:blip r:embed="rId6"/>
          <a:srcRect r="738"/>
          <a:stretch>
            <a:fillRect/>
          </a:stretch>
        </p:blipFill>
        <p:spPr>
          <a:xfrm rot="18097123">
            <a:off x="8951789" y="-150299"/>
            <a:ext cx="1133310" cy="830351"/>
          </a:xfrm>
          <a:custGeom>
            <a:avLst/>
            <a:gdLst>
              <a:gd name="connsiteX0" fmla="*/ 622100 w 1133310"/>
              <a:gd name="connsiteY0" fmla="*/ 0 h 830351"/>
              <a:gd name="connsiteX1" fmla="*/ 1133310 w 1133310"/>
              <a:gd name="connsiteY1" fmla="*/ 830351 h 830351"/>
              <a:gd name="connsiteX2" fmla="*/ 0 w 1133310"/>
              <a:gd name="connsiteY2" fmla="*/ 830351 h 830351"/>
              <a:gd name="connsiteX3" fmla="*/ 0 w 1133310"/>
              <a:gd name="connsiteY3" fmla="*/ 0 h 830351"/>
            </a:gdLst>
            <a:ahLst/>
            <a:cxnLst>
              <a:cxn ang="0">
                <a:pos x="connsiteX0" y="connsiteY0"/>
              </a:cxn>
              <a:cxn ang="0">
                <a:pos x="connsiteX1" y="connsiteY1"/>
              </a:cxn>
              <a:cxn ang="0">
                <a:pos x="connsiteX2" y="connsiteY2"/>
              </a:cxn>
              <a:cxn ang="0">
                <a:pos x="connsiteX3" y="connsiteY3"/>
              </a:cxn>
            </a:cxnLst>
            <a:rect l="l" t="t" r="r" b="b"/>
            <a:pathLst>
              <a:path w="1133310" h="830351">
                <a:moveTo>
                  <a:pt x="622100" y="0"/>
                </a:moveTo>
                <a:lnTo>
                  <a:pt x="1133310" y="830351"/>
                </a:lnTo>
                <a:lnTo>
                  <a:pt x="0" y="830351"/>
                </a:lnTo>
                <a:lnTo>
                  <a:pt x="0" y="0"/>
                </a:lnTo>
                <a:close/>
              </a:path>
            </a:pathLst>
          </a:custGeom>
        </p:spPr>
      </p:pic>
      <p:pic>
        <p:nvPicPr>
          <p:cNvPr id="21" name="图片 20">
            <a:extLst>
              <a:ext uri="{FF2B5EF4-FFF2-40B4-BE49-F238E27FC236}">
                <a16:creationId xmlns:a16="http://schemas.microsoft.com/office/drawing/2014/main" id="{DE7C47BC-D2E9-383C-9BE0-9EA61CF152B1}"/>
              </a:ext>
            </a:extLst>
          </p:cNvPr>
          <p:cNvPicPr>
            <a:picLocks noChangeAspect="1"/>
          </p:cNvPicPr>
          <p:nvPr/>
        </p:nvPicPr>
        <p:blipFill>
          <a:blip r:embed="rId7"/>
          <a:stretch>
            <a:fillRect/>
          </a:stretch>
        </p:blipFill>
        <p:spPr>
          <a:xfrm rot="20757592">
            <a:off x="2535883" y="2102960"/>
            <a:ext cx="741426" cy="741426"/>
          </a:xfrm>
          <a:prstGeom prst="rect">
            <a:avLst/>
          </a:prstGeom>
        </p:spPr>
      </p:pic>
      <p:sp>
        <p:nvSpPr>
          <p:cNvPr id="22" name="矩形 21">
            <a:extLst>
              <a:ext uri="{FF2B5EF4-FFF2-40B4-BE49-F238E27FC236}">
                <a16:creationId xmlns:a16="http://schemas.microsoft.com/office/drawing/2014/main" id="{D657758A-2648-9144-5866-C42BA5E40CF2}"/>
              </a:ext>
            </a:extLst>
          </p:cNvPr>
          <p:cNvSpPr/>
          <p:nvPr/>
        </p:nvSpPr>
        <p:spPr>
          <a:xfrm>
            <a:off x="2686831" y="2514600"/>
            <a:ext cx="7486650" cy="14097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794F7869-4CC9-E1C2-C693-D4267AF4E384}"/>
              </a:ext>
            </a:extLst>
          </p:cNvPr>
          <p:cNvSpPr txBox="1"/>
          <p:nvPr/>
        </p:nvSpPr>
        <p:spPr>
          <a:xfrm>
            <a:off x="2837287" y="2743110"/>
            <a:ext cx="7201671" cy="923330"/>
          </a:xfrm>
          <a:prstGeom prst="rect">
            <a:avLst/>
          </a:prstGeom>
          <a:noFill/>
        </p:spPr>
        <p:txBody>
          <a:bodyPr wrap="square" rtlCol="0">
            <a:spAutoFit/>
          </a:bodyPr>
          <a:lstStyle/>
          <a:p>
            <a:pPr algn="ctr"/>
            <a:r>
              <a:rPr lang="en-US" altLang="zh-CN" sz="5400" b="1">
                <a:solidFill>
                  <a:schemeClr val="accent1"/>
                </a:solidFill>
              </a:rPr>
              <a:t>END</a:t>
            </a:r>
            <a:endParaRPr lang="zh-CN" altLang="en-US" sz="5400" b="1" dirty="0">
              <a:solidFill>
                <a:schemeClr val="accent1"/>
              </a:solidFill>
            </a:endParaRPr>
          </a:p>
        </p:txBody>
      </p:sp>
    </p:spTree>
    <p:extLst>
      <p:ext uri="{BB962C8B-B14F-4D97-AF65-F5344CB8AC3E}">
        <p14:creationId xmlns:p14="http://schemas.microsoft.com/office/powerpoint/2010/main" val="225486468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第二级</a:t>
            </a:r>
          </a:p>
          <a:p>
            <a:pPr lvl="2" eaLnBrk="1" latinLnBrk="0" hangingPunct="1"/>
            <a:r>
              <a:rPr lang="zh-CN" altLang="en-US"/>
              <a:t>第三级</a:t>
            </a:r>
          </a:p>
          <a:p>
            <a:pPr lvl="3" eaLnBrk="1" latinLnBrk="0" hangingPunct="1"/>
            <a:r>
              <a:rPr lang="zh-CN" altLang="en-US"/>
              <a:t>第四级</a:t>
            </a:r>
          </a:p>
          <a:p>
            <a:pPr lvl="4" eaLnBrk="1" latinLnBrk="0" hangingPunct="1"/>
            <a:r>
              <a:rPr lang="zh-CN" altLang="en-US"/>
              <a:t>第五级</a:t>
            </a:r>
            <a:endParaRPr kumimoji="0" lang="en-US"/>
          </a:p>
        </p:txBody>
      </p:sp>
    </p:spTree>
    <p:extLst>
      <p:ext uri="{BB962C8B-B14F-4D97-AF65-F5344CB8AC3E}">
        <p14:creationId xmlns:p14="http://schemas.microsoft.com/office/powerpoint/2010/main" val="104655348"/>
      </p:ext>
    </p:extLst>
  </p:cSld>
  <p:clrMapOvr>
    <a:overrideClrMapping bg1="lt1" tx1="dk1" bg2="lt2" tx2="dk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89880FA-7953-AB94-20A3-423A02C6F82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5DD66B0-0EC3-DD03-7884-33601555B0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C8914AC-028D-E30F-021B-D97D188001CA}"/>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4BD6CA26-E3DC-02EA-8654-6FD22D9A58A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8E9E422-93DC-3B55-4FEB-7FEBAC7A36C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37746869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646D28-B1E9-211A-267B-F093D029B2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46A6FE8-BC63-D0BF-A487-63D239078F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30D72A-52ED-2855-9420-587E872B6135}"/>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6748881F-A8F7-9999-72B1-06842FC029F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E5E46C-CBC1-5437-ABD8-E0BED454B60F}"/>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511815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3DB498-A9A5-4822-126C-C3575A06EA8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0AB6DBA-1291-72C4-69CF-5F8A5AFF94D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FEB7348-4087-92AC-49CA-4EE3D799D777}"/>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F6F32B8C-BE47-EF8E-D3BE-85E9CD6E43D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331D5F-5502-E31D-5F6D-6D5946BC4FA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72424044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28CA06-EA23-DFA8-5061-26E693C5627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B90FA1-EF10-968E-7B65-2DA75CEB40F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7B24C5A-DDD8-F711-6069-85BB3C677DCD}"/>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BF3C253-41B1-B459-3819-7FF285222942}"/>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984CA635-DF1A-C282-9F80-7C819B339A7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9B89C3-6B35-6390-FF94-50FB49F17B1E}"/>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2482748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394B5F-080A-FC52-5610-8A764DCD059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7A794F8-BA96-DCCB-17C0-A274240A74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970BE5-6560-16AF-1FE9-F457EBD43F2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25674BC-728B-522F-542B-DDDC49306D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E0C3F68-826F-ECE2-3CED-AC5D95530665}"/>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67F0031-A1FA-0F6E-A072-66921B42B5C1}"/>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8" name="页脚占位符 7">
            <a:extLst>
              <a:ext uri="{FF2B5EF4-FFF2-40B4-BE49-F238E27FC236}">
                <a16:creationId xmlns:a16="http://schemas.microsoft.com/office/drawing/2014/main" id="{5F45F4DE-FFF4-A21F-B006-FC8523C35235}"/>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77CD7ED-08CA-D495-27DA-CE4A0E9E6CCB}"/>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04587788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68D76-4C72-1001-F286-6CC1ADF5137D}"/>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29F94D8-F944-C3BD-D8D0-6B379CF26AF7}"/>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4" name="页脚占位符 3">
            <a:extLst>
              <a:ext uri="{FF2B5EF4-FFF2-40B4-BE49-F238E27FC236}">
                <a16:creationId xmlns:a16="http://schemas.microsoft.com/office/drawing/2014/main" id="{7B63B473-0382-905E-A2A7-E76F10A39ED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6A031A0-B9D5-449C-71E8-5EE1A0C858C7}"/>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41671283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39E3E3E-07AE-A9D4-CE18-6E68D91AEB83}"/>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3" name="页脚占位符 2">
            <a:extLst>
              <a:ext uri="{FF2B5EF4-FFF2-40B4-BE49-F238E27FC236}">
                <a16:creationId xmlns:a16="http://schemas.microsoft.com/office/drawing/2014/main" id="{49B578EB-0268-EBD3-6074-1CE4D3381A9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A921B1D0-C260-C78D-9038-A7FFE4ED127C}"/>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0448527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09CADC-DC9B-E421-479C-175306EE298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DEB2E77-F59F-D7DD-4906-A882C11EFB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CC7EB9D6-F287-94AC-48C8-C6F1FF44F5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BB87458-6975-4344-FE79-96434D0E154C}"/>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20655F48-A265-3AA6-7855-9DEB79A1F5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7E8523-5EE2-9C94-E7F1-5F0B9E9EA25A}"/>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3686596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D12804-2541-245C-F5F2-B1AB95967C6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409348E-F173-9EE8-C431-A0A2B437C2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097A82EA-FEEF-6CA5-5672-CA53EA23DB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DCF668C-C775-B132-DFE5-5804377A7A81}"/>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8836AA60-13AF-64F5-66DA-C051B1541C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80809DA-BD91-4F80-B88E-B692B55F1A05}"/>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157384294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58E44-25A3-D324-3191-DC7E452E1EE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665D06F-158E-E088-E943-AB07227C54C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EE67D29-00B2-0C68-6AF6-8CF48CE420B3}"/>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D8A2AC42-41AC-5CD5-56B4-26BB87FCB9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1873157-1C5F-69B1-96BA-63A5180FB4C3}"/>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89325940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DB0DB60-468E-D154-CC93-67C6280CCEA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34E5848-C8DB-C14A-9198-723B9F3A9D0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975CBC-4361-1CFE-D284-C7ECADC20944}"/>
              </a:ext>
            </a:extLst>
          </p:cNvPr>
          <p:cNvSpPr>
            <a:spLocks noGrp="1"/>
          </p:cNvSpPr>
          <p:nvPr>
            <p:ph type="dt" sz="half" idx="10"/>
          </p:nvPr>
        </p:nvSpPr>
        <p:spPr/>
        <p:txBody>
          <a:body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DF9A52FD-C21C-5CF8-3BBE-4E3D2585D6A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64A33B-9A6F-63C9-2E23-0A7135FC1069}"/>
              </a:ext>
            </a:extLst>
          </p:cNvPr>
          <p:cNvSpPr>
            <a:spLocks noGrp="1"/>
          </p:cNvSpPr>
          <p:nvPr>
            <p:ph type="sldNum" sz="quarter" idx="12"/>
          </p:nvPr>
        </p:nvSpPr>
        <p:spPr/>
        <p:txBody>
          <a:body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366672217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5_标题和内容">
    <p:bg>
      <p:bgRef idx="1001">
        <a:schemeClr val="bg1"/>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816864" y="228600"/>
            <a:ext cx="10871200" cy="990600"/>
          </a:xfrm>
          <a:ln>
            <a:solidFill>
              <a:schemeClr val="accent2"/>
            </a:solidFill>
          </a:ln>
        </p:spPr>
        <p:txBody>
          <a:bodyPr/>
          <a:lstStyle/>
          <a:p>
            <a:r>
              <a:rPr kumimoji="0" lang="zh-CN" altLang="en-US"/>
              <a:t>单击此处编辑母版标题样式</a:t>
            </a:r>
            <a:endParaRPr kumimoji="0" lang="en-US"/>
          </a:p>
        </p:txBody>
      </p:sp>
      <p:sp>
        <p:nvSpPr>
          <p:cNvPr id="8" name="内容占位符 7"/>
          <p:cNvSpPr>
            <a:spLocks noGrp="1"/>
          </p:cNvSpPr>
          <p:nvPr>
            <p:ph sz="quarter" idx="1"/>
          </p:nvPr>
        </p:nvSpPr>
        <p:spPr>
          <a:xfrm>
            <a:off x="816864" y="1600200"/>
            <a:ext cx="10871200" cy="4925144"/>
          </a:xfrm>
          <a:ln>
            <a:solidFill>
              <a:schemeClr val="accent1"/>
            </a:solidFill>
          </a:ln>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Tree>
    <p:extLst>
      <p:ext uri="{BB962C8B-B14F-4D97-AF65-F5344CB8AC3E}">
        <p14:creationId xmlns:p14="http://schemas.microsoft.com/office/powerpoint/2010/main" val="341376891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type="secHead" preserve="1">
  <p:cSld name="1_节标题">
    <p:bg>
      <p:bgRef idx="1003">
        <a:schemeClr val="bg1"/>
      </p:bgRef>
    </p:bg>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1828801" y="2743200"/>
            <a:ext cx="9497484" cy="1673225"/>
          </a:xfrm>
        </p:spPr>
        <p:txBody>
          <a:bodyPr anchor="t"/>
          <a:lstStyle>
            <a:lvl1pPr marL="514350" indent="-514350">
              <a:buFont typeface="+mj-lt"/>
              <a:buAutoNum type="arabicPeriod"/>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a:t>单击此处编辑母版文本样式</a:t>
            </a:r>
          </a:p>
        </p:txBody>
      </p:sp>
      <p:sp>
        <p:nvSpPr>
          <p:cNvPr id="2" name="标题 1"/>
          <p:cNvSpPr>
            <a:spLocks noGrp="1"/>
          </p:cNvSpPr>
          <p:nvPr>
            <p:ph type="title"/>
          </p:nvPr>
        </p:nvSpPr>
        <p:spPr>
          <a:xfrm>
            <a:off x="1828800" y="1600200"/>
            <a:ext cx="10160000" cy="990600"/>
          </a:xfrm>
        </p:spPr>
        <p:txBody>
          <a:bodyPr/>
          <a:lstStyle>
            <a:lvl1pPr algn="l">
              <a:buNone/>
              <a:defRPr sz="4400" b="0" cap="none">
                <a:solidFill>
                  <a:srgbClr val="FFFFFF"/>
                </a:solidFill>
              </a:defRPr>
            </a:lvl1pPr>
          </a:lstStyle>
          <a:p>
            <a:r>
              <a:rPr kumimoji="0" lang="zh-CN" altLang="en-US"/>
              <a:t>单击此处编辑母版标题样式</a:t>
            </a:r>
            <a:endParaRPr kumimoji="0" lang="en-US"/>
          </a:p>
        </p:txBody>
      </p:sp>
    </p:spTree>
    <p:extLst>
      <p:ext uri="{BB962C8B-B14F-4D97-AF65-F5344CB8AC3E}">
        <p14:creationId xmlns:p14="http://schemas.microsoft.com/office/powerpoint/2010/main" val="313345607"/>
      </p:ext>
    </p:extLst>
  </p:cSld>
  <p:clrMapOvr>
    <a:overrideClrMapping bg1="lt1" tx1="dk1" bg2="lt2" tx2="dk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a:t>单击此处编辑母版标题样式</a:t>
            </a:r>
            <a:endParaRPr kumimoji="0" lang="en-US"/>
          </a:p>
        </p:txBody>
      </p:sp>
    </p:spTree>
    <p:extLst>
      <p:ext uri="{BB962C8B-B14F-4D97-AF65-F5344CB8AC3E}">
        <p14:creationId xmlns:p14="http://schemas.microsoft.com/office/powerpoint/2010/main" val="156262601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2_比较">
    <p:spTree>
      <p:nvGrpSpPr>
        <p:cNvPr id="1" name=""/>
        <p:cNvGrpSpPr/>
        <p:nvPr/>
      </p:nvGrpSpPr>
      <p:grpSpPr>
        <a:xfrm>
          <a:off x="0" y="0"/>
          <a:ext cx="0" cy="0"/>
          <a:chOff x="0" y="0"/>
          <a:chExt cx="0" cy="0"/>
        </a:xfrm>
      </p:grpSpPr>
      <p:sp>
        <p:nvSpPr>
          <p:cNvPr id="2" name="标题 1"/>
          <p:cNvSpPr>
            <a:spLocks noGrp="1"/>
          </p:cNvSpPr>
          <p:nvPr>
            <p:ph type="title"/>
          </p:nvPr>
        </p:nvSpPr>
        <p:spPr>
          <a:xfrm>
            <a:off x="711200" y="273050"/>
            <a:ext cx="10871200" cy="869950"/>
          </a:xfrm>
        </p:spPr>
        <p:txBody>
          <a:bodyPr anchor="ctr"/>
          <a:lstStyle>
            <a:lvl1pPr>
              <a:defRPr/>
            </a:lvl1pPr>
          </a:lstStyle>
          <a:p>
            <a:r>
              <a:rPr kumimoji="0" lang="zh-CN" altLang="en-US"/>
              <a:t>单击此处编辑母版标题样式</a:t>
            </a:r>
            <a:endParaRPr kumimoji="0" lang="en-US"/>
          </a:p>
        </p:txBody>
      </p:sp>
      <p:sp>
        <p:nvSpPr>
          <p:cNvPr id="11" name="内容占位符 10"/>
          <p:cNvSpPr>
            <a:spLocks noGrp="1"/>
          </p:cNvSpPr>
          <p:nvPr>
            <p:ph sz="quarter" idx="2"/>
          </p:nvPr>
        </p:nvSpPr>
        <p:spPr>
          <a:xfrm>
            <a:off x="812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3" name="内容占位符 12"/>
          <p:cNvSpPr>
            <a:spLocks noGrp="1"/>
          </p:cNvSpPr>
          <p:nvPr>
            <p:ph sz="quarter" idx="4"/>
          </p:nvPr>
        </p:nvSpPr>
        <p:spPr>
          <a:xfrm>
            <a:off x="6400800" y="2438400"/>
            <a:ext cx="5181600" cy="4158952"/>
          </a:xfrm>
        </p:spPr>
        <p:txBody>
          <a:bodyPr/>
          <a:lstStyle/>
          <a:p>
            <a:pPr lvl="0" eaLnBrk="1" latinLnBrk="0" hangingPunct="1"/>
            <a:r>
              <a:rPr lang="zh-CN" altLang="en-US"/>
              <a:t>单击此处编辑母版文本样式</a:t>
            </a:r>
          </a:p>
          <a:p>
            <a:pPr lvl="1" eaLnBrk="1" latinLnBrk="0" hangingPunct="1"/>
            <a:r>
              <a:rPr lang="zh-CN" altLang="en-US"/>
              <a:t>二级</a:t>
            </a:r>
          </a:p>
          <a:p>
            <a:pPr lvl="2" eaLnBrk="1" latinLnBrk="0" hangingPunct="1"/>
            <a:r>
              <a:rPr lang="zh-CN" altLang="en-US"/>
              <a:t>三级</a:t>
            </a:r>
          </a:p>
          <a:p>
            <a:pPr lvl="3" eaLnBrk="1" latinLnBrk="0" hangingPunct="1"/>
            <a:r>
              <a:rPr lang="zh-CN" altLang="en-US"/>
              <a:t>四级</a:t>
            </a:r>
          </a:p>
          <a:p>
            <a:pPr lvl="4" eaLnBrk="1" latinLnBrk="0" hangingPunct="1"/>
            <a:r>
              <a:rPr lang="zh-CN" altLang="en-US"/>
              <a:t>五级</a:t>
            </a:r>
            <a:endParaRPr kumimoji="0" lang="en-US"/>
          </a:p>
        </p:txBody>
      </p:sp>
      <p:sp>
        <p:nvSpPr>
          <p:cNvPr id="16" name="文本占位符 15"/>
          <p:cNvSpPr>
            <a:spLocks noGrp="1"/>
          </p:cNvSpPr>
          <p:nvPr>
            <p:ph type="body" sz="quarter" idx="1"/>
          </p:nvPr>
        </p:nvSpPr>
        <p:spPr>
          <a:xfrm>
            <a:off x="812800" y="1752600"/>
            <a:ext cx="51816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
        <p:nvSpPr>
          <p:cNvPr id="15" name="文本占位符 14"/>
          <p:cNvSpPr>
            <a:spLocks noGrp="1"/>
          </p:cNvSpPr>
          <p:nvPr>
            <p:ph type="body" sz="quarter" idx="3"/>
          </p:nvPr>
        </p:nvSpPr>
        <p:spPr>
          <a:xfrm>
            <a:off x="6400800" y="1752600"/>
            <a:ext cx="51816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zh-CN" altLang="en-US"/>
              <a:t>单击此处编辑母版文本样式</a:t>
            </a:r>
          </a:p>
        </p:txBody>
      </p:sp>
    </p:spTree>
    <p:extLst>
      <p:ext uri="{BB962C8B-B14F-4D97-AF65-F5344CB8AC3E}">
        <p14:creationId xmlns:p14="http://schemas.microsoft.com/office/powerpoint/2010/main" val="292249092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46C7A-30D2-24D9-F646-61E3B3BF346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43CFF4-6696-C776-C5F2-29DB5D4360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6CD6A8E-94E8-3536-9508-287FC0F0015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0E5B336-2D30-B8F6-E5AA-8EE057B9101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B1E6D3-793B-5AB5-140F-0F553C30869E}"/>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44721164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D38EE3-F410-88CC-6F34-1EF8B12DB5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EABCC7-0640-4AFF-6DDE-5AAEAD27F487}"/>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116C730-062D-6F13-AFAC-50A3DEC4535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703BF99-01D0-4F21-0228-3A3091AF9E9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E1E7117-D8CE-0070-331E-0EE56FDF23E6}"/>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127714342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A00135-11F0-5F9D-75B1-4340D0C9CB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AF886B-8E3A-A2BF-C913-6C96AAFFB4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1FDF36C-58CA-6FE0-DFFE-9A47B50597E4}"/>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13CCEE5-7C1D-BB4F-99CB-2339613F07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B394C05-E17E-EA3F-DA9D-0782549F25F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64305200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F86FB4-76E3-9C2C-EB90-40049549ED2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3817572-DE33-E825-2C6D-51FD98CB54DE}"/>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4" name="页脚占位符 3">
            <a:extLst>
              <a:ext uri="{FF2B5EF4-FFF2-40B4-BE49-F238E27FC236}">
                <a16:creationId xmlns:a16="http://schemas.microsoft.com/office/drawing/2014/main" id="{FD501CE6-E27C-FE5B-AEA3-6898C5F7AA5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881843B-18AD-18BB-6392-9DD2E5DC4701}"/>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4135850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0C78ED2-336B-51AF-A28F-63456F2C9439}"/>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3" name="页脚占位符 2">
            <a:extLst>
              <a:ext uri="{FF2B5EF4-FFF2-40B4-BE49-F238E27FC236}">
                <a16:creationId xmlns:a16="http://schemas.microsoft.com/office/drawing/2014/main" id="{B90AF281-5A52-8897-A691-43227A2D5A0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7C5EE0C-96EE-736B-9044-AC02B75C6FB5}"/>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80587676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1F6188-F6B6-7AE6-07FB-37AA201DBCF4}"/>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6D5F92E9-BBEF-6CEE-A0B8-D18ACEDAF3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68703DC-A6F1-46EA-AC43-43C9628B02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E3B3B43A-D1D9-9A4B-FF1E-8F5BDB099984}"/>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5E0B52EC-1F63-E663-F2E1-ABAC578C50D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89F3A30-23C7-BD1D-E7AE-E0CE82632248}"/>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337768360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0AC396-9193-D45C-F7B9-E19A2903B18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54AFA00-90A1-9A2C-8F36-A6AD53B665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8E20FF49-3F3A-3681-B848-569A8F0BA2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81AB31-C81E-2473-21E0-75E405D590FA}"/>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23A8EBB6-9A7A-E5B0-328F-4573BC64C2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60E2A9E-00C0-D7E5-1A3D-F986253BABEA}"/>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3698963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0C7E27-7B11-630A-C191-E298AA79DAA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E45FF2C-2F7F-84F8-67C4-6351494D015D}"/>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8A900D5-6A66-18E5-4774-D55344D238E8}"/>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BADA3684-5439-31E5-9AE5-C966F3BEA1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13C404E-68DD-0CBF-EE56-1563E8F1F219}"/>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739373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0F7B8C-CBED-0EF6-1934-B9C7DBEA1E2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05A8557-3371-C31A-896F-307ED004D442}"/>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A1FDE1C-77C1-F1A1-F9A3-5DB7293AA73A}"/>
              </a:ext>
            </a:extLst>
          </p:cNvPr>
          <p:cNvSpPr>
            <a:spLocks noGrp="1"/>
          </p:cNvSpPr>
          <p:nvPr>
            <p:ph type="dt" sz="half" idx="10"/>
          </p:nvPr>
        </p:nvSpPr>
        <p:spPr/>
        <p:txBody>
          <a:body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EC3DC546-B736-5BF6-AE31-15F3C6A7669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704A988-B1C5-C36B-F49F-DD5FC6F06F5B}"/>
              </a:ext>
            </a:extLst>
          </p:cNvPr>
          <p:cNvSpPr>
            <a:spLocks noGrp="1"/>
          </p:cNvSpPr>
          <p:nvPr>
            <p:ph type="sldNum" sz="quarter" idx="12"/>
          </p:nvPr>
        </p:nvSpPr>
        <p:spPr/>
        <p:txBody>
          <a:body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128777682"/>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F4521-BA21-4ECD-8BA5-08E49FB53E7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D81F2AD-3AF9-CA84-F57E-AB78FC19B8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B9DC3085-B647-CB24-8E92-EFF06C5B73F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37A0F658-1875-D2C5-5B2A-439A56F5D1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154136-4B8F-0F75-18D9-F4C23941FDF0}"/>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11543442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B132EA-CC52-625C-A7E7-9B84D72BE4B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69D89E-D990-BC31-E367-24F5445EAF0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6A45DAE-BF50-14A3-910A-8CAD0AB3AFA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2F158FEB-D56F-8D18-7C5E-50AEC6BBE4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3DD391D-81F2-13F7-BA5D-A1FDE72BA619}"/>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31212892"/>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431626-E159-D55E-16FB-43208DA3D9B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8B24F23E-1304-B872-EE53-165AB91A11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C4D2F6-774F-3836-A066-7AACA350B1A4}"/>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7FB3EC54-3EE2-7D9E-4EDC-59A1FF70604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2919C52-4CC4-D672-7BA8-4B5955042993}"/>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16743578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FFF654-1F8A-CC8F-7578-5F05E2620284}"/>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418E126-8095-F2C2-9B2B-06B379A552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94A0A86-F730-E065-AD9D-3436612475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E231D4B-3F79-7E87-D6AA-2A710781C6A0}"/>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E5C7D739-BC3B-C730-7739-6F560BD0951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C70F15E-D14C-EB5A-452A-1D9898659B78}"/>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501630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4DB7FA-CAA4-8010-A4D4-3D86302145C1}"/>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A9381EF9-E77F-E781-C801-7CD3E2085C2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05033C01-548A-1A00-5D24-0843F7C71C6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88C7C14-30C6-E379-1321-6D8E3D8025D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5DBC3B0-580D-FE89-8A77-180CDB68B27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18A491B-D1C2-D567-EB3F-E87685574675}"/>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8" name="页脚占位符 7">
            <a:extLst>
              <a:ext uri="{FF2B5EF4-FFF2-40B4-BE49-F238E27FC236}">
                <a16:creationId xmlns:a16="http://schemas.microsoft.com/office/drawing/2014/main" id="{63DAEE90-F458-080D-8427-1A8AD50254C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D933EEF-A9F7-E153-7F2D-5511603D18AB}"/>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75481777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0EF324-4103-62B5-C488-901D116B9A74}"/>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CADB91D-DCE5-7718-0719-2ABDA8AAF03E}"/>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4" name="页脚占位符 3">
            <a:extLst>
              <a:ext uri="{FF2B5EF4-FFF2-40B4-BE49-F238E27FC236}">
                <a16:creationId xmlns:a16="http://schemas.microsoft.com/office/drawing/2014/main" id="{4228E421-B7C0-29C9-928A-CEC95E688172}"/>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62D522AC-8130-93DD-5574-9A4A91BAEE6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4020774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5BBAA7-C184-1D81-FDC5-4E5A972F9DCF}"/>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3" name="页脚占位符 2">
            <a:extLst>
              <a:ext uri="{FF2B5EF4-FFF2-40B4-BE49-F238E27FC236}">
                <a16:creationId xmlns:a16="http://schemas.microsoft.com/office/drawing/2014/main" id="{3B699C48-2D97-0FE3-3077-FDEE983521C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B02FBAB-3374-D838-259B-3615BC94317C}"/>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517789791"/>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9726C2-35DB-76DC-6866-A751170D07B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EDA0F94-D6D8-CD2A-B3F5-8021A0B4E3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7C6FCD2-EAC2-4871-0D90-1C568507C1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10BF72D-5A7A-DCA4-47FC-7B6A0344141B}"/>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835AC7D6-7F03-727A-3F97-C7A2BCF48C5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A7CCAC0-D46F-C924-3668-3086E0CAD97D}"/>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4078994020"/>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699978-0C4E-3FC1-6411-9C8C919EF9B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33FE973-EA23-3EC8-2DCE-2491AD2131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60E8EC95-B3F4-DD32-510B-F2FEC022C3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9129252-8470-E540-D24F-3E642665C2AA}"/>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6" name="页脚占位符 5">
            <a:extLst>
              <a:ext uri="{FF2B5EF4-FFF2-40B4-BE49-F238E27FC236}">
                <a16:creationId xmlns:a16="http://schemas.microsoft.com/office/drawing/2014/main" id="{11E3A8A6-2ABE-EC86-BBCF-0D921FC52CE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A0A20BB-26F8-2FAA-4DF1-5A8CA548FFB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83451545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E5818B-A8DA-9180-6D44-6EA3FCBCCFE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3940409D-9CA0-1AB4-18F7-B8D7E43A5745}"/>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CBAA6F-FD95-9B4A-091D-0FA37C8B61C9}"/>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388EE72B-9DE0-5486-7AE2-7EB12408231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DB542A5-0B57-5FB0-B3DE-D01BC25591FE}"/>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136314520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163D595-C5A4-237C-AFBE-7FB0D02EF137}"/>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AD855C4-1E04-D421-BDA7-3D25B3058B05}"/>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23BF6C5-FEF9-7D28-37E9-AF2C1EE50653}"/>
              </a:ext>
            </a:extLst>
          </p:cNvPr>
          <p:cNvSpPr>
            <a:spLocks noGrp="1"/>
          </p:cNvSpPr>
          <p:nvPr>
            <p:ph type="dt" sz="half" idx="10"/>
          </p:nvPr>
        </p:nvSpPr>
        <p:spPr/>
        <p:txBody>
          <a:body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E11A7E31-CE22-DCE5-C3CD-FA9C687E85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55C11D-F32F-6960-C353-799FACA6CC76}"/>
              </a:ext>
            </a:extLst>
          </p:cNvPr>
          <p:cNvSpPr>
            <a:spLocks noGrp="1"/>
          </p:cNvSpPr>
          <p:nvPr>
            <p:ph type="sldNum" sz="quarter" idx="12"/>
          </p:nvPr>
        </p:nvSpPr>
        <p:spPr/>
        <p:txBody>
          <a:body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26261920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10" Type="http://schemas.openxmlformats.org/officeDocument/2006/relationships/theme" Target="../theme/theme2.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theme" Target="../theme/theme4.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1.xml"/><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theme" Target="../theme/theme5.xml"/><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slideLayout" Target="../slideLayouts/slideLayout64.xml"/><Relationship Id="rId5" Type="http://schemas.openxmlformats.org/officeDocument/2006/relationships/slideLayout" Target="../slideLayouts/slideLayout58.xml"/><Relationship Id="rId10" Type="http://schemas.openxmlformats.org/officeDocument/2006/relationships/slideLayout" Target="../slideLayouts/slideLayout63.xml"/><Relationship Id="rId4" Type="http://schemas.openxmlformats.org/officeDocument/2006/relationships/slideLayout" Target="../slideLayouts/slideLayout57.xml"/><Relationship Id="rId9"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7.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169992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2089573559"/>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3966430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7661183"/>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58"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BD20DCB-D3B3-149B-27FD-3054D608992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E2F6981-36A2-7BE9-2269-D6D548DE1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B62050-5C6C-A75F-FC7B-2AEA8722A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D62E01-43A6-484F-8DB8-44C5F907219B}"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75D0F5FE-152F-CFF4-BA7B-839DED2E6A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13B0E4A5-BA5F-450F-9A8C-84D6C5AEFB8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C9063B-39A7-49ED-B1AE-36655F67A6F1}" type="slidenum">
              <a:rPr lang="zh-CN" altLang="en-US" smtClean="0"/>
              <a:t>‹#›</a:t>
            </a:fld>
            <a:endParaRPr lang="zh-CN" altLang="en-US"/>
          </a:p>
        </p:txBody>
      </p:sp>
    </p:spTree>
    <p:extLst>
      <p:ext uri="{BB962C8B-B14F-4D97-AF65-F5344CB8AC3E}">
        <p14:creationId xmlns:p14="http://schemas.microsoft.com/office/powerpoint/2010/main" val="241290592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AFD0F58-2DD4-24DB-CAF5-100A35453A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8E98D13-6DB6-9F32-9F7E-8F48E6D26D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0C2781A-8698-354B-586C-FD59221A26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DEF4EE-B29E-4005-AD33-D9C483397F1D}"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0F5F4B98-CA80-39D7-1D5D-16BC0340FF6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E0793532-6B8A-8F23-FE53-7D25C1FA79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A6B9092-82E4-433D-A49C-32330960DC52}" type="slidenum">
              <a:rPr lang="zh-CN" altLang="en-US" smtClean="0"/>
              <a:t>‹#›</a:t>
            </a:fld>
            <a:endParaRPr lang="zh-CN" altLang="en-US"/>
          </a:p>
        </p:txBody>
      </p:sp>
    </p:spTree>
    <p:extLst>
      <p:ext uri="{BB962C8B-B14F-4D97-AF65-F5344CB8AC3E}">
        <p14:creationId xmlns:p14="http://schemas.microsoft.com/office/powerpoint/2010/main" val="4260272784"/>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12E724C0-0B17-F9FF-01A9-3BAD287997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7D94CCF3-A116-6948-F878-B6D43F5CBD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4419035-8960-471A-38E8-1D289BDA4BA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4A7872-A109-451C-99CE-17ECD2BA9466}" type="datetimeFigureOut">
              <a:rPr lang="zh-CN" altLang="en-US" smtClean="0"/>
              <a:t>2026/5/26</a:t>
            </a:fld>
            <a:endParaRPr lang="zh-CN" altLang="en-US"/>
          </a:p>
        </p:txBody>
      </p:sp>
      <p:sp>
        <p:nvSpPr>
          <p:cNvPr id="5" name="页脚占位符 4">
            <a:extLst>
              <a:ext uri="{FF2B5EF4-FFF2-40B4-BE49-F238E27FC236}">
                <a16:creationId xmlns:a16="http://schemas.microsoft.com/office/drawing/2014/main" id="{71DCBC91-10CB-2CA2-F4D1-8A5CCA1DB8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C68184D2-4FF4-EFF5-1CF2-DF3CC2E288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47879F-E94B-40BC-8D7D-CB02A80B5D34}" type="slidenum">
              <a:rPr lang="zh-CN" altLang="en-US" smtClean="0"/>
              <a:t>‹#›</a:t>
            </a:fld>
            <a:endParaRPr lang="zh-CN" altLang="en-US"/>
          </a:p>
        </p:txBody>
      </p:sp>
    </p:spTree>
    <p:extLst>
      <p:ext uri="{BB962C8B-B14F-4D97-AF65-F5344CB8AC3E}">
        <p14:creationId xmlns:p14="http://schemas.microsoft.com/office/powerpoint/2010/main" val="737931575"/>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8.png"/><Relationship Id="rId2" Type="http://schemas.openxmlformats.org/officeDocument/2006/relationships/diagramData" Target="../diagrams/data2.xml"/><Relationship Id="rId1" Type="http://schemas.openxmlformats.org/officeDocument/2006/relationships/slideLayout" Target="../slideLayouts/slideLayout50.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3" Type="http://schemas.openxmlformats.org/officeDocument/2006/relationships/diagramLayout" Target="../diagrams/layout3.xml"/><Relationship Id="rId7" Type="http://schemas.openxmlformats.org/officeDocument/2006/relationships/diagramData" Target="../diagrams/data4.xml"/><Relationship Id="rId2" Type="http://schemas.openxmlformats.org/officeDocument/2006/relationships/diagramData" Target="../diagrams/data3.xml"/><Relationship Id="rId1" Type="http://schemas.openxmlformats.org/officeDocument/2006/relationships/slideLayout" Target="../slideLayouts/slideLayout1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51.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4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0.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1.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51.xml"/><Relationship Id="rId4" Type="http://schemas.openxmlformats.org/officeDocument/2006/relationships/image" Target="../media/image24.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5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1.xml"/></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0.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1.xml"/></Relationships>
</file>

<file path=ppt/slides/_rels/slide2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副标题 4">
            <a:extLst>
              <a:ext uri="{FF2B5EF4-FFF2-40B4-BE49-F238E27FC236}">
                <a16:creationId xmlns:a16="http://schemas.microsoft.com/office/drawing/2014/main" id="{BE3B49BE-CD15-77E2-9163-14D70F6E1084}"/>
              </a:ext>
            </a:extLst>
          </p:cNvPr>
          <p:cNvSpPr>
            <a:spLocks noGrp="1"/>
          </p:cNvSpPr>
          <p:nvPr>
            <p:ph type="subTitle" idx="1"/>
          </p:nvPr>
        </p:nvSpPr>
        <p:spPr/>
        <p:txBody>
          <a:bodyPr/>
          <a:lstStyle/>
          <a:p>
            <a:r>
              <a:rPr lang="zh-CN" altLang="en-US"/>
              <a:t>缓存控制与数据库访问控制</a:t>
            </a:r>
          </a:p>
        </p:txBody>
      </p:sp>
      <p:sp>
        <p:nvSpPr>
          <p:cNvPr id="3" name="标题 2"/>
          <p:cNvSpPr>
            <a:spLocks noGrp="1"/>
          </p:cNvSpPr>
          <p:nvPr>
            <p:ph type="ctrTitle"/>
          </p:nvPr>
        </p:nvSpPr>
        <p:spPr/>
        <p:txBody>
          <a:bodyPr/>
          <a:lstStyle/>
          <a:p>
            <a:r>
              <a:rPr lang="en-US" altLang="zh-CN" sz="4000"/>
              <a:t>252602 WEB</a:t>
            </a:r>
            <a:r>
              <a:rPr lang="zh-CN" altLang="en-US" sz="4000"/>
              <a:t>项目应用</a:t>
            </a:r>
          </a:p>
        </p:txBody>
      </p:sp>
      <p:sp>
        <p:nvSpPr>
          <p:cNvPr id="2" name="文本占位符 1"/>
          <p:cNvSpPr>
            <a:spLocks noGrp="1"/>
          </p:cNvSpPr>
          <p:nvPr>
            <p:ph type="body" sz="quarter" idx="10"/>
          </p:nvPr>
        </p:nvSpPr>
        <p:spPr/>
        <p:txBody>
          <a:bodyPr>
            <a:normAutofit fontScale="97500"/>
          </a:bodyPr>
          <a:lstStyle/>
          <a:p>
            <a:pPr lvl="0">
              <a:lnSpc>
                <a:spcPct val="100000"/>
              </a:lnSpc>
              <a:spcBef>
                <a:spcPct val="0"/>
              </a:spcBef>
              <a:spcAft>
                <a:spcPct val="15000"/>
              </a:spcAft>
            </a:pPr>
            <a:r>
              <a:rPr lang="en-US" altLang="zh-CN">
                <a:solidFill>
                  <a:schemeClr val="tx1"/>
                </a:solidFill>
                <a:latin typeface="+mn-ea"/>
              </a:rPr>
              <a:t>2026-5-23</a:t>
            </a:r>
            <a:endParaRPr lang="zh-CN" altLang="en-US">
              <a:solidFill>
                <a:srgbClr val="FFC000"/>
              </a:solidFill>
              <a:latin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79CA544-8678-E563-8725-0339EECD9050}"/>
              </a:ext>
            </a:extLst>
          </p:cNvPr>
          <p:cNvSpPr>
            <a:spLocks noGrp="1"/>
          </p:cNvSpPr>
          <p:nvPr>
            <p:ph type="body" sz="quarter" idx="18"/>
          </p:nvPr>
        </p:nvSpPr>
        <p:spPr/>
        <p:txBody>
          <a:bodyPr/>
          <a:lstStyle/>
          <a:p>
            <a:r>
              <a:rPr lang="zh-CN" altLang="en-US"/>
              <a:t>本次课内容</a:t>
            </a:r>
          </a:p>
        </p:txBody>
      </p:sp>
      <p:graphicFrame>
        <p:nvGraphicFramePr>
          <p:cNvPr id="4" name="内容占位符 3">
            <a:extLst>
              <a:ext uri="{FF2B5EF4-FFF2-40B4-BE49-F238E27FC236}">
                <a16:creationId xmlns:a16="http://schemas.microsoft.com/office/drawing/2014/main" id="{A28D2291-B642-93F4-2AEA-E43F1D6F7DE8}"/>
              </a:ext>
            </a:extLst>
          </p:cNvPr>
          <p:cNvGraphicFramePr>
            <a:graphicFrameLocks noGrp="1"/>
          </p:cNvGraphicFramePr>
          <p:nvPr>
            <p:ph sz="quarter" idx="19"/>
            <p:extLst>
              <p:ext uri="{D42A27DB-BD31-4B8C-83A1-F6EECF244321}">
                <p14:modId xmlns:p14="http://schemas.microsoft.com/office/powerpoint/2010/main" val="791709897"/>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2915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C77AE5E-55A9-F679-21B5-79BB8B3754A7}"/>
              </a:ext>
            </a:extLst>
          </p:cNvPr>
          <p:cNvSpPr>
            <a:spLocks noGrp="1"/>
          </p:cNvSpPr>
          <p:nvPr>
            <p:ph type="body" sz="quarter" idx="10"/>
          </p:nvPr>
        </p:nvSpPr>
        <p:spPr/>
        <p:txBody>
          <a:bodyPr/>
          <a:lstStyle/>
          <a:p>
            <a:pPr lvl="0"/>
            <a:r>
              <a:rPr lang="zh-CN" altLang="en-US"/>
              <a:t>强缓存</a:t>
            </a:r>
          </a:p>
          <a:p>
            <a:pPr lvl="0"/>
            <a:r>
              <a:rPr lang="zh-CN" altLang="en-US"/>
              <a:t>缓存验证</a:t>
            </a:r>
            <a:endParaRPr lang="en-US" altLang="zh-CN"/>
          </a:p>
          <a:p>
            <a:pPr lvl="0"/>
            <a:r>
              <a:rPr lang="zh-CN" altLang="en-US"/>
              <a:t>时间工具类的创建</a:t>
            </a:r>
          </a:p>
          <a:p>
            <a:pPr lvl="0"/>
            <a:r>
              <a:rPr lang="zh-CN" altLang="en-US"/>
              <a:t>作业二</a:t>
            </a:r>
          </a:p>
          <a:p>
            <a:endParaRPr lang="zh-CN" altLang="en-US"/>
          </a:p>
        </p:txBody>
      </p:sp>
      <p:sp>
        <p:nvSpPr>
          <p:cNvPr id="3" name="文本占位符 2">
            <a:extLst>
              <a:ext uri="{FF2B5EF4-FFF2-40B4-BE49-F238E27FC236}">
                <a16:creationId xmlns:a16="http://schemas.microsoft.com/office/drawing/2014/main" id="{C61845B1-F364-3755-ACFC-D1F6A7CEEE79}"/>
              </a:ext>
            </a:extLst>
          </p:cNvPr>
          <p:cNvSpPr>
            <a:spLocks noGrp="1"/>
          </p:cNvSpPr>
          <p:nvPr>
            <p:ph type="body" sz="quarter" idx="12"/>
          </p:nvPr>
        </p:nvSpPr>
        <p:spPr/>
        <p:txBody>
          <a:bodyPr/>
          <a:lstStyle/>
          <a:p>
            <a:r>
              <a:rPr lang="zh-CN" altLang="en-US"/>
              <a:t>缓存控制</a:t>
            </a:r>
          </a:p>
        </p:txBody>
      </p:sp>
    </p:spTree>
    <p:extLst>
      <p:ext uri="{BB962C8B-B14F-4D97-AF65-F5344CB8AC3E}">
        <p14:creationId xmlns:p14="http://schemas.microsoft.com/office/powerpoint/2010/main" val="1474552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3552D0F7-F58D-CF59-C48B-DA29660F3CE3}"/>
              </a:ext>
            </a:extLst>
          </p:cNvPr>
          <p:cNvSpPr>
            <a:spLocks noGrp="1"/>
          </p:cNvSpPr>
          <p:nvPr>
            <p:ph type="body" sz="quarter" idx="18"/>
          </p:nvPr>
        </p:nvSpPr>
        <p:spPr/>
        <p:txBody>
          <a:bodyPr/>
          <a:lstStyle/>
          <a:p>
            <a:r>
              <a:rPr lang="zh-CN" altLang="en-US"/>
              <a:t>缓存控制的三个层面</a:t>
            </a:r>
          </a:p>
        </p:txBody>
      </p:sp>
      <p:pic>
        <p:nvPicPr>
          <p:cNvPr id="8" name="内容占位符 7">
            <a:extLst>
              <a:ext uri="{FF2B5EF4-FFF2-40B4-BE49-F238E27FC236}">
                <a16:creationId xmlns:a16="http://schemas.microsoft.com/office/drawing/2014/main" id="{59A4AB3C-F48E-247B-419E-E456B279B933}"/>
              </a:ext>
            </a:extLst>
          </p:cNvPr>
          <p:cNvPicPr>
            <a:picLocks noGrp="1" noChangeAspect="1"/>
          </p:cNvPicPr>
          <p:nvPr>
            <p:ph sz="quarter" idx="19"/>
          </p:nvPr>
        </p:nvPicPr>
        <p:blipFill>
          <a:blip r:embed="rId2"/>
          <a:stretch>
            <a:fillRect/>
          </a:stretch>
        </p:blipFill>
        <p:spPr>
          <a:xfrm>
            <a:off x="1057905" y="1288066"/>
            <a:ext cx="10076190" cy="2209524"/>
          </a:xfrm>
          <a:prstGeom prst="rect">
            <a:avLst/>
          </a:prstGeom>
        </p:spPr>
      </p:pic>
    </p:spTree>
    <p:extLst>
      <p:ext uri="{BB962C8B-B14F-4D97-AF65-F5344CB8AC3E}">
        <p14:creationId xmlns:p14="http://schemas.microsoft.com/office/powerpoint/2010/main" val="227738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F3D308-9564-D013-54F5-011D0B386266}"/>
            </a:ext>
          </a:extLst>
        </p:cNvPr>
        <p:cNvGrpSpPr/>
        <p:nvPr/>
      </p:nvGrpSpPr>
      <p:grpSpPr>
        <a:xfrm>
          <a:off x="0" y="0"/>
          <a:ext cx="0" cy="0"/>
          <a:chOff x="0" y="0"/>
          <a:chExt cx="0" cy="0"/>
        </a:xfrm>
      </p:grpSpPr>
      <p:sp>
        <p:nvSpPr>
          <p:cNvPr id="4" name="文本占位符 3">
            <a:extLst>
              <a:ext uri="{FF2B5EF4-FFF2-40B4-BE49-F238E27FC236}">
                <a16:creationId xmlns:a16="http://schemas.microsoft.com/office/drawing/2014/main" id="{1ADF45D6-712D-0F33-48C5-3FC8CD26D56F}"/>
              </a:ext>
            </a:extLst>
          </p:cNvPr>
          <p:cNvSpPr>
            <a:spLocks noGrp="1"/>
          </p:cNvSpPr>
          <p:nvPr>
            <p:ph type="body" idx="1"/>
          </p:nvPr>
        </p:nvSpPr>
        <p:spPr/>
        <p:txBody>
          <a:bodyPr/>
          <a:lstStyle/>
          <a:p>
            <a:r>
              <a:rPr lang="zh-CN" altLang="en-US"/>
              <a:t>客户端</a:t>
            </a:r>
          </a:p>
        </p:txBody>
      </p:sp>
      <p:sp>
        <p:nvSpPr>
          <p:cNvPr id="9" name="文本占位符 8">
            <a:extLst>
              <a:ext uri="{FF2B5EF4-FFF2-40B4-BE49-F238E27FC236}">
                <a16:creationId xmlns:a16="http://schemas.microsoft.com/office/drawing/2014/main" id="{08116188-FCE3-AB4C-9C91-1D137BB2AAD4}"/>
              </a:ext>
            </a:extLst>
          </p:cNvPr>
          <p:cNvSpPr>
            <a:spLocks noGrp="1"/>
          </p:cNvSpPr>
          <p:nvPr>
            <p:ph type="body" sz="quarter" idx="3"/>
          </p:nvPr>
        </p:nvSpPr>
        <p:spPr/>
        <p:txBody>
          <a:bodyPr/>
          <a:lstStyle/>
          <a:p>
            <a:r>
              <a:rPr lang="zh-CN" altLang="en-US"/>
              <a:t>服务器端</a:t>
            </a:r>
          </a:p>
        </p:txBody>
      </p:sp>
      <p:sp>
        <p:nvSpPr>
          <p:cNvPr id="10" name="文本占位符 9">
            <a:extLst>
              <a:ext uri="{FF2B5EF4-FFF2-40B4-BE49-F238E27FC236}">
                <a16:creationId xmlns:a16="http://schemas.microsoft.com/office/drawing/2014/main" id="{1D46B645-B8F0-DEB6-8AAB-BE9ABCC0B7D3}"/>
              </a:ext>
            </a:extLst>
          </p:cNvPr>
          <p:cNvSpPr>
            <a:spLocks noGrp="1"/>
          </p:cNvSpPr>
          <p:nvPr>
            <p:ph type="body" sz="quarter" idx="18"/>
          </p:nvPr>
        </p:nvSpPr>
        <p:spPr/>
        <p:txBody>
          <a:bodyPr/>
          <a:lstStyle/>
          <a:p>
            <a:r>
              <a:rPr lang="zh-CN" altLang="en-US"/>
              <a:t>强缓存</a:t>
            </a:r>
          </a:p>
        </p:txBody>
      </p:sp>
      <p:graphicFrame>
        <p:nvGraphicFramePr>
          <p:cNvPr id="13" name="内容占位符 5">
            <a:extLst>
              <a:ext uri="{FF2B5EF4-FFF2-40B4-BE49-F238E27FC236}">
                <a16:creationId xmlns:a16="http://schemas.microsoft.com/office/drawing/2014/main" id="{738FA55A-A8F2-CE61-B009-880A8554B95A}"/>
              </a:ext>
            </a:extLst>
          </p:cNvPr>
          <p:cNvGraphicFramePr>
            <a:graphicFrameLocks noGrp="1"/>
          </p:cNvGraphicFramePr>
          <p:nvPr>
            <p:ph sz="quarter" idx="20"/>
            <p:extLst>
              <p:ext uri="{D42A27DB-BD31-4B8C-83A1-F6EECF244321}">
                <p14:modId xmlns:p14="http://schemas.microsoft.com/office/powerpoint/2010/main" val="3469664920"/>
              </p:ext>
            </p:extLst>
          </p:nvPr>
        </p:nvGraphicFramePr>
        <p:xfrm>
          <a:off x="5334893" y="1831804"/>
          <a:ext cx="6675252" cy="916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标注: 右箭头 13">
            <a:extLst>
              <a:ext uri="{FF2B5EF4-FFF2-40B4-BE49-F238E27FC236}">
                <a16:creationId xmlns:a16="http://schemas.microsoft.com/office/drawing/2014/main" id="{7C5EFEDF-7F1E-92A8-6FB4-3B25E452263F}"/>
              </a:ext>
            </a:extLst>
          </p:cNvPr>
          <p:cNvSpPr/>
          <p:nvPr/>
        </p:nvSpPr>
        <p:spPr>
          <a:xfrm>
            <a:off x="850256" y="2043550"/>
            <a:ext cx="4282678" cy="553348"/>
          </a:xfrm>
          <a:prstGeom prst="rightArrowCallout">
            <a:avLst/>
          </a:prstGeom>
          <a:solidFill>
            <a:srgbClr val="455F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客户端首次请求</a:t>
            </a:r>
          </a:p>
        </p:txBody>
      </p:sp>
      <p:sp>
        <p:nvSpPr>
          <p:cNvPr id="15" name="标注: 右箭头 14">
            <a:extLst>
              <a:ext uri="{FF2B5EF4-FFF2-40B4-BE49-F238E27FC236}">
                <a16:creationId xmlns:a16="http://schemas.microsoft.com/office/drawing/2014/main" id="{218D4B70-AD00-BB11-59CE-65F39282E9F3}"/>
              </a:ext>
            </a:extLst>
          </p:cNvPr>
          <p:cNvSpPr/>
          <p:nvPr/>
        </p:nvSpPr>
        <p:spPr>
          <a:xfrm>
            <a:off x="850256" y="5296480"/>
            <a:ext cx="4282678" cy="553348"/>
          </a:xfrm>
          <a:prstGeom prst="rightArrowCallout">
            <a:avLst/>
          </a:prstGeom>
          <a:solidFill>
            <a:srgbClr val="01B7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客户端再次请求</a:t>
            </a:r>
          </a:p>
        </p:txBody>
      </p:sp>
      <p:sp>
        <p:nvSpPr>
          <p:cNvPr id="3" name="箭头: 环形 2">
            <a:extLst>
              <a:ext uri="{FF2B5EF4-FFF2-40B4-BE49-F238E27FC236}">
                <a16:creationId xmlns:a16="http://schemas.microsoft.com/office/drawing/2014/main" id="{615D6492-2263-6255-F767-A40D0B998E49}"/>
              </a:ext>
            </a:extLst>
          </p:cNvPr>
          <p:cNvSpPr/>
          <p:nvPr/>
        </p:nvSpPr>
        <p:spPr>
          <a:xfrm flipH="1">
            <a:off x="2505319" y="3834230"/>
            <a:ext cx="2399740" cy="2664477"/>
          </a:xfrm>
          <a:prstGeom prst="circular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文本框 5">
            <a:extLst>
              <a:ext uri="{FF2B5EF4-FFF2-40B4-BE49-F238E27FC236}">
                <a16:creationId xmlns:a16="http://schemas.microsoft.com/office/drawing/2014/main" id="{383055F4-4657-23B6-7E85-6FE610D1EA97}"/>
              </a:ext>
            </a:extLst>
          </p:cNvPr>
          <p:cNvSpPr txBox="1"/>
          <p:nvPr/>
        </p:nvSpPr>
        <p:spPr>
          <a:xfrm>
            <a:off x="2364298" y="3091204"/>
            <a:ext cx="2903984" cy="923330"/>
          </a:xfrm>
          <a:prstGeom prst="rect">
            <a:avLst/>
          </a:prstGeom>
          <a:noFill/>
        </p:spPr>
        <p:txBody>
          <a:bodyPr wrap="square">
            <a:spAutoFit/>
          </a:bodyPr>
          <a:lstStyle/>
          <a:p>
            <a:r>
              <a:rPr lang="zh-CN" altLang="en-US"/>
              <a:t>浏览器判断</a:t>
            </a:r>
            <a:r>
              <a:rPr lang="en-US" altLang="zh-CN"/>
              <a:t>Cache-Control</a:t>
            </a:r>
            <a:r>
              <a:rPr lang="zh-CN" altLang="en-US"/>
              <a:t>字段，如果未超过有效期就使用本次缓存</a:t>
            </a:r>
          </a:p>
        </p:txBody>
      </p:sp>
      <p:sp>
        <p:nvSpPr>
          <p:cNvPr id="8" name="矩形 7">
            <a:extLst>
              <a:ext uri="{FF2B5EF4-FFF2-40B4-BE49-F238E27FC236}">
                <a16:creationId xmlns:a16="http://schemas.microsoft.com/office/drawing/2014/main" id="{93097CFE-EB09-4634-2EE7-9698AB3393A2}"/>
              </a:ext>
            </a:extLst>
          </p:cNvPr>
          <p:cNvSpPr/>
          <p:nvPr/>
        </p:nvSpPr>
        <p:spPr>
          <a:xfrm>
            <a:off x="5215716" y="5111489"/>
            <a:ext cx="646331" cy="923330"/>
          </a:xfrm>
          <a:prstGeom prst="rect">
            <a:avLst/>
          </a:prstGeom>
          <a:noFill/>
        </p:spPr>
        <p:txBody>
          <a:bodyPr wrap="none" lIns="91440" tIns="45720" rIns="91440" bIns="45720">
            <a:spAutoFit/>
          </a:bodyPr>
          <a:lstStyle/>
          <a:p>
            <a:pPr algn="ctr"/>
            <a:r>
              <a:rPr lang="en-US" altLang="zh-CN" sz="5400" b="1" cap="none" spc="0">
                <a:ln w="12700">
                  <a:solidFill>
                    <a:srgbClr val="FF0000"/>
                  </a:solidFill>
                  <a:prstDash val="solid"/>
                </a:ln>
                <a:solidFill>
                  <a:srgbClr val="FF0000"/>
                </a:solidFill>
                <a:effectLst>
                  <a:outerShdw dist="38100" dir="2640000" algn="bl" rotWithShape="0">
                    <a:schemeClr val="accent1"/>
                  </a:outerShdw>
                </a:effectLst>
              </a:rPr>
              <a:t>X</a:t>
            </a:r>
            <a:endParaRPr lang="zh-CN" altLang="en-US" sz="5400" b="1" cap="none" spc="0">
              <a:ln w="12700">
                <a:solidFill>
                  <a:srgbClr val="FF0000"/>
                </a:solidFill>
                <a:prstDash val="solid"/>
              </a:ln>
              <a:solidFill>
                <a:srgbClr val="FF0000"/>
              </a:solidFill>
              <a:effectLst>
                <a:outerShdw dist="38100" dir="2640000" algn="bl" rotWithShape="0">
                  <a:schemeClr val="accent1"/>
                </a:outerShdw>
              </a:effectLst>
            </a:endParaRPr>
          </a:p>
        </p:txBody>
      </p:sp>
      <p:pic>
        <p:nvPicPr>
          <p:cNvPr id="11" name="内容占位符 9">
            <a:extLst>
              <a:ext uri="{FF2B5EF4-FFF2-40B4-BE49-F238E27FC236}">
                <a16:creationId xmlns:a16="http://schemas.microsoft.com/office/drawing/2014/main" id="{9F249484-9876-9E35-3F03-1A00951BB42D}"/>
              </a:ext>
            </a:extLst>
          </p:cNvPr>
          <p:cNvPicPr>
            <a:picLocks noGrp="1" noChangeAspect="1"/>
          </p:cNvPicPr>
          <p:nvPr>
            <p:ph sz="quarter" idx="19"/>
          </p:nvPr>
        </p:nvPicPr>
        <p:blipFill>
          <a:blip r:embed="rId7"/>
          <a:stretch>
            <a:fillRect/>
          </a:stretch>
        </p:blipFill>
        <p:spPr>
          <a:xfrm>
            <a:off x="6073007" y="3254707"/>
            <a:ext cx="5551612" cy="2401252"/>
          </a:xfrm>
          <a:prstGeom prst="rect">
            <a:avLst/>
          </a:prstGeom>
        </p:spPr>
      </p:pic>
    </p:spTree>
    <p:extLst>
      <p:ext uri="{BB962C8B-B14F-4D97-AF65-F5344CB8AC3E}">
        <p14:creationId xmlns:p14="http://schemas.microsoft.com/office/powerpoint/2010/main" val="2393813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graphicEl>
                                              <a:dgm id="{246C5806-BE1E-4D40-9292-D849C8D65944}"/>
                                            </p:graphicEl>
                                          </p:spTgt>
                                        </p:tgtEl>
                                        <p:attrNameLst>
                                          <p:attrName>style.visibility</p:attrName>
                                        </p:attrNameLst>
                                      </p:cBhvr>
                                      <p:to>
                                        <p:strVal val="visible"/>
                                      </p:to>
                                    </p:set>
                                    <p:animEffect transition="in" filter="fade">
                                      <p:cBhvr>
                                        <p:cTn id="12" dur="1000"/>
                                        <p:tgtEl>
                                          <p:spTgt spid="13">
                                            <p:graphicEl>
                                              <a:dgm id="{246C5806-BE1E-4D40-9292-D849C8D65944}"/>
                                            </p:graphicEl>
                                          </p:spTgt>
                                        </p:tgtEl>
                                      </p:cBhvr>
                                    </p:animEffect>
                                    <p:anim calcmode="lin" valueType="num">
                                      <p:cBhvr>
                                        <p:cTn id="13" dur="1000" fill="hold"/>
                                        <p:tgtEl>
                                          <p:spTgt spid="13">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14" dur="1000" fill="hold"/>
                                        <p:tgtEl>
                                          <p:spTgt spid="13">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graphicEl>
                                              <a:dgm id="{80279DDB-ACC1-407B-91A9-D6A28AB03E03}"/>
                                            </p:graphicEl>
                                          </p:spTgt>
                                        </p:tgtEl>
                                        <p:attrNameLst>
                                          <p:attrName>style.visibility</p:attrName>
                                        </p:attrNameLst>
                                      </p:cBhvr>
                                      <p:to>
                                        <p:strVal val="visible"/>
                                      </p:to>
                                    </p:set>
                                    <p:animEffect transition="in" filter="fade">
                                      <p:cBhvr>
                                        <p:cTn id="19" dur="1000"/>
                                        <p:tgtEl>
                                          <p:spTgt spid="13">
                                            <p:graphicEl>
                                              <a:dgm id="{80279DDB-ACC1-407B-91A9-D6A28AB03E03}"/>
                                            </p:graphicEl>
                                          </p:spTgt>
                                        </p:tgtEl>
                                      </p:cBhvr>
                                    </p:animEffect>
                                    <p:anim calcmode="lin" valueType="num">
                                      <p:cBhvr>
                                        <p:cTn id="20" dur="1000" fill="hold"/>
                                        <p:tgtEl>
                                          <p:spTgt spid="13">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21" dur="1000" fill="hold"/>
                                        <p:tgtEl>
                                          <p:spTgt spid="13">
                                            <p:graphicEl>
                                              <a:dgm id="{80279DDB-ACC1-407B-91A9-D6A28AB03E03}"/>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graphicEl>
                                              <a:dgm id="{73CBEC61-DBB2-4316-8C75-5E32956CA555}"/>
                                            </p:graphicEl>
                                          </p:spTgt>
                                        </p:tgtEl>
                                        <p:attrNameLst>
                                          <p:attrName>style.visibility</p:attrName>
                                        </p:attrNameLst>
                                      </p:cBhvr>
                                      <p:to>
                                        <p:strVal val="visible"/>
                                      </p:to>
                                    </p:set>
                                    <p:animEffect transition="in" filter="fade">
                                      <p:cBhvr>
                                        <p:cTn id="26" dur="1000"/>
                                        <p:tgtEl>
                                          <p:spTgt spid="13">
                                            <p:graphicEl>
                                              <a:dgm id="{73CBEC61-DBB2-4316-8C75-5E32956CA555}"/>
                                            </p:graphicEl>
                                          </p:spTgt>
                                        </p:tgtEl>
                                      </p:cBhvr>
                                    </p:animEffect>
                                    <p:anim calcmode="lin" valueType="num">
                                      <p:cBhvr>
                                        <p:cTn id="27" dur="1000" fill="hold"/>
                                        <p:tgtEl>
                                          <p:spTgt spid="13">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28" dur="1000" fill="hold"/>
                                        <p:tgtEl>
                                          <p:spTgt spid="13">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3">
                                            <p:graphicEl>
                                              <a:dgm id="{D745E8D3-C440-4552-A5D9-3ED06B80D482}"/>
                                            </p:graphicEl>
                                          </p:spTgt>
                                        </p:tgtEl>
                                        <p:attrNameLst>
                                          <p:attrName>style.visibility</p:attrName>
                                        </p:attrNameLst>
                                      </p:cBhvr>
                                      <p:to>
                                        <p:strVal val="visible"/>
                                      </p:to>
                                    </p:set>
                                    <p:animEffect transition="in" filter="fade">
                                      <p:cBhvr>
                                        <p:cTn id="40" dur="1000"/>
                                        <p:tgtEl>
                                          <p:spTgt spid="13">
                                            <p:graphicEl>
                                              <a:dgm id="{D745E8D3-C440-4552-A5D9-3ED06B80D482}"/>
                                            </p:graphicEl>
                                          </p:spTgt>
                                        </p:tgtEl>
                                      </p:cBhvr>
                                    </p:animEffect>
                                    <p:anim calcmode="lin" valueType="num">
                                      <p:cBhvr>
                                        <p:cTn id="41" dur="1000" fill="hold"/>
                                        <p:tgtEl>
                                          <p:spTgt spid="13">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42" dur="1000" fill="hold"/>
                                        <p:tgtEl>
                                          <p:spTgt spid="13">
                                            <p:graphicEl>
                                              <a:dgm id="{D745E8D3-C440-4552-A5D9-3ED06B80D482}"/>
                                            </p:graphicEl>
                                          </p:spTgt>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graphicEl>
                                              <a:dgm id="{D0CB38BC-4D4B-432A-BA99-AB64C872E229}"/>
                                            </p:graphicEl>
                                          </p:spTgt>
                                        </p:tgtEl>
                                        <p:attrNameLst>
                                          <p:attrName>style.visibility</p:attrName>
                                        </p:attrNameLst>
                                      </p:cBhvr>
                                      <p:to>
                                        <p:strVal val="visible"/>
                                      </p:to>
                                    </p:set>
                                    <p:animEffect transition="in" filter="fade">
                                      <p:cBhvr>
                                        <p:cTn id="45" dur="1000"/>
                                        <p:tgtEl>
                                          <p:spTgt spid="13">
                                            <p:graphicEl>
                                              <a:dgm id="{D0CB38BC-4D4B-432A-BA99-AB64C872E229}"/>
                                            </p:graphicEl>
                                          </p:spTgt>
                                        </p:tgtEl>
                                      </p:cBhvr>
                                    </p:animEffect>
                                    <p:anim calcmode="lin" valueType="num">
                                      <p:cBhvr>
                                        <p:cTn id="46" dur="1000" fill="hold"/>
                                        <p:tgtEl>
                                          <p:spTgt spid="13">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47" dur="1000" fill="hold"/>
                                        <p:tgtEl>
                                          <p:spTgt spid="13">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grpId="0" nodeType="click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wipe(right)">
                                      <p:cBhvr>
                                        <p:cTn id="57" dur="500"/>
                                        <p:tgtEl>
                                          <p:spTgt spid="3"/>
                                        </p:tgtEl>
                                      </p:cBhvr>
                                    </p:animEffect>
                                  </p:childTnLst>
                                </p:cTn>
                              </p:par>
                              <p:par>
                                <p:cTn id="58" presetID="42" presetClass="entr" presetSubtype="0" fill="hold" grpId="0" nodeType="withEffect">
                                  <p:stCondLst>
                                    <p:cond delay="0"/>
                                  </p:stCondLst>
                                  <p:childTnLst>
                                    <p:set>
                                      <p:cBhvr>
                                        <p:cTn id="59" dur="1" fill="hold">
                                          <p:stCondLst>
                                            <p:cond delay="0"/>
                                          </p:stCondLst>
                                        </p:cTn>
                                        <p:tgtEl>
                                          <p:spTgt spid="6"/>
                                        </p:tgtEl>
                                        <p:attrNameLst>
                                          <p:attrName>style.visibility</p:attrName>
                                        </p:attrNameLst>
                                      </p:cBhvr>
                                      <p:to>
                                        <p:strVal val="visible"/>
                                      </p:to>
                                    </p:set>
                                    <p:animEffect transition="in" filter="fade">
                                      <p:cBhvr>
                                        <p:cTn id="60" dur="1000"/>
                                        <p:tgtEl>
                                          <p:spTgt spid="6"/>
                                        </p:tgtEl>
                                      </p:cBhvr>
                                    </p:animEffect>
                                    <p:anim calcmode="lin" valueType="num">
                                      <p:cBhvr>
                                        <p:cTn id="61" dur="1000" fill="hold"/>
                                        <p:tgtEl>
                                          <p:spTgt spid="6"/>
                                        </p:tgtEl>
                                        <p:attrNameLst>
                                          <p:attrName>ppt_x</p:attrName>
                                        </p:attrNameLst>
                                      </p:cBhvr>
                                      <p:tavLst>
                                        <p:tav tm="0">
                                          <p:val>
                                            <p:strVal val="#ppt_x"/>
                                          </p:val>
                                        </p:tav>
                                        <p:tav tm="100000">
                                          <p:val>
                                            <p:strVal val="#ppt_x"/>
                                          </p:val>
                                        </p:tav>
                                      </p:tavLst>
                                    </p:anim>
                                    <p:anim calcmode="lin" valueType="num">
                                      <p:cBhvr>
                                        <p:cTn id="6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8"/>
                                        </p:tgtEl>
                                        <p:attrNameLst>
                                          <p:attrName>style.visibility</p:attrName>
                                        </p:attrNameLst>
                                      </p:cBhvr>
                                      <p:to>
                                        <p:strVal val="visible"/>
                                      </p:to>
                                    </p:set>
                                    <p:animEffect transition="in" filter="fade">
                                      <p:cBhvr>
                                        <p:cTn id="67" dur="1000"/>
                                        <p:tgtEl>
                                          <p:spTgt spid="8"/>
                                        </p:tgtEl>
                                      </p:cBhvr>
                                    </p:animEffect>
                                    <p:anim calcmode="lin" valueType="num">
                                      <p:cBhvr>
                                        <p:cTn id="68" dur="1000" fill="hold"/>
                                        <p:tgtEl>
                                          <p:spTgt spid="8"/>
                                        </p:tgtEl>
                                        <p:attrNameLst>
                                          <p:attrName>ppt_x</p:attrName>
                                        </p:attrNameLst>
                                      </p:cBhvr>
                                      <p:tavLst>
                                        <p:tav tm="0">
                                          <p:val>
                                            <p:strVal val="#ppt_x"/>
                                          </p:val>
                                        </p:tav>
                                        <p:tav tm="100000">
                                          <p:val>
                                            <p:strVal val="#ppt_x"/>
                                          </p:val>
                                        </p:tav>
                                      </p:tavLst>
                                    </p:anim>
                                    <p:anim calcmode="lin" valueType="num">
                                      <p:cBhvr>
                                        <p:cTn id="6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uiExpand="1">
        <p:bldSub>
          <a:bldDgm bld="one"/>
        </p:bldSub>
      </p:bldGraphic>
      <p:bldP spid="14" grpId="0" animBg="1"/>
      <p:bldP spid="15" grpId="0" animBg="1"/>
      <p:bldP spid="3" grpId="0" animBg="1"/>
      <p:bldP spid="6" grpId="0"/>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0BB6491A-F1D9-A795-D5E8-ECDB2F48465C}"/>
              </a:ext>
            </a:extLst>
          </p:cNvPr>
          <p:cNvSpPr>
            <a:spLocks noGrp="1"/>
          </p:cNvSpPr>
          <p:nvPr>
            <p:ph type="body" idx="1"/>
          </p:nvPr>
        </p:nvSpPr>
        <p:spPr/>
        <p:txBody>
          <a:bodyPr/>
          <a:lstStyle/>
          <a:p>
            <a:r>
              <a:rPr lang="zh-CN" altLang="en-US"/>
              <a:t>客户端</a:t>
            </a:r>
          </a:p>
        </p:txBody>
      </p:sp>
      <p:sp>
        <p:nvSpPr>
          <p:cNvPr id="9" name="文本占位符 8">
            <a:extLst>
              <a:ext uri="{FF2B5EF4-FFF2-40B4-BE49-F238E27FC236}">
                <a16:creationId xmlns:a16="http://schemas.microsoft.com/office/drawing/2014/main" id="{E40D83FE-AE0C-1184-19D1-07AD5AD56A39}"/>
              </a:ext>
            </a:extLst>
          </p:cNvPr>
          <p:cNvSpPr>
            <a:spLocks noGrp="1"/>
          </p:cNvSpPr>
          <p:nvPr>
            <p:ph type="body" sz="quarter" idx="3"/>
          </p:nvPr>
        </p:nvSpPr>
        <p:spPr/>
        <p:txBody>
          <a:bodyPr/>
          <a:lstStyle/>
          <a:p>
            <a:r>
              <a:rPr lang="zh-CN" altLang="en-US"/>
              <a:t>服务器端</a:t>
            </a:r>
          </a:p>
        </p:txBody>
      </p:sp>
      <p:sp>
        <p:nvSpPr>
          <p:cNvPr id="10" name="文本占位符 9">
            <a:extLst>
              <a:ext uri="{FF2B5EF4-FFF2-40B4-BE49-F238E27FC236}">
                <a16:creationId xmlns:a16="http://schemas.microsoft.com/office/drawing/2014/main" id="{89BE91EE-3FDC-3FBB-0B60-76EB7543BA11}"/>
              </a:ext>
            </a:extLst>
          </p:cNvPr>
          <p:cNvSpPr>
            <a:spLocks noGrp="1"/>
          </p:cNvSpPr>
          <p:nvPr>
            <p:ph type="body" sz="quarter" idx="18"/>
          </p:nvPr>
        </p:nvSpPr>
        <p:spPr/>
        <p:txBody>
          <a:bodyPr/>
          <a:lstStyle/>
          <a:p>
            <a:r>
              <a:rPr lang="zh-CN" altLang="en-US"/>
              <a:t>缓存验证</a:t>
            </a:r>
          </a:p>
        </p:txBody>
      </p:sp>
      <p:graphicFrame>
        <p:nvGraphicFramePr>
          <p:cNvPr id="13" name="内容占位符 5">
            <a:extLst>
              <a:ext uri="{FF2B5EF4-FFF2-40B4-BE49-F238E27FC236}">
                <a16:creationId xmlns:a16="http://schemas.microsoft.com/office/drawing/2014/main" id="{A5BF603B-5046-FDF2-1975-424B5E1E56D9}"/>
              </a:ext>
            </a:extLst>
          </p:cNvPr>
          <p:cNvGraphicFramePr>
            <a:graphicFrameLocks noGrp="1"/>
          </p:cNvGraphicFramePr>
          <p:nvPr>
            <p:ph sz="quarter" idx="20"/>
            <p:extLst>
              <p:ext uri="{D42A27DB-BD31-4B8C-83A1-F6EECF244321}">
                <p14:modId xmlns:p14="http://schemas.microsoft.com/office/powerpoint/2010/main" val="3445330282"/>
              </p:ext>
            </p:extLst>
          </p:nvPr>
        </p:nvGraphicFramePr>
        <p:xfrm>
          <a:off x="5334893" y="1831804"/>
          <a:ext cx="6675252" cy="9161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标注: 右箭头 13">
            <a:extLst>
              <a:ext uri="{FF2B5EF4-FFF2-40B4-BE49-F238E27FC236}">
                <a16:creationId xmlns:a16="http://schemas.microsoft.com/office/drawing/2014/main" id="{E8F6845C-F9FB-50E0-E619-E3289F8D90B4}"/>
              </a:ext>
            </a:extLst>
          </p:cNvPr>
          <p:cNvSpPr/>
          <p:nvPr/>
        </p:nvSpPr>
        <p:spPr>
          <a:xfrm>
            <a:off x="850257" y="2013217"/>
            <a:ext cx="4282678" cy="553348"/>
          </a:xfrm>
          <a:prstGeom prst="rightArrowCallout">
            <a:avLst/>
          </a:prstGeom>
          <a:solidFill>
            <a:srgbClr val="455F5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客户端首次请求</a:t>
            </a:r>
          </a:p>
        </p:txBody>
      </p:sp>
      <p:sp>
        <p:nvSpPr>
          <p:cNvPr id="15" name="标注: 右箭头 14">
            <a:extLst>
              <a:ext uri="{FF2B5EF4-FFF2-40B4-BE49-F238E27FC236}">
                <a16:creationId xmlns:a16="http://schemas.microsoft.com/office/drawing/2014/main" id="{837BD425-0DBF-75FE-D65C-0349D95B809F}"/>
              </a:ext>
            </a:extLst>
          </p:cNvPr>
          <p:cNvSpPr/>
          <p:nvPr/>
        </p:nvSpPr>
        <p:spPr>
          <a:xfrm>
            <a:off x="850257" y="4509248"/>
            <a:ext cx="4282678" cy="553348"/>
          </a:xfrm>
          <a:prstGeom prst="rightArrowCallout">
            <a:avLst/>
          </a:prstGeom>
          <a:solidFill>
            <a:srgbClr val="01B75B"/>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客户端再次请求</a:t>
            </a:r>
          </a:p>
        </p:txBody>
      </p:sp>
      <p:graphicFrame>
        <p:nvGraphicFramePr>
          <p:cNvPr id="16" name="内容占位符 5">
            <a:extLst>
              <a:ext uri="{FF2B5EF4-FFF2-40B4-BE49-F238E27FC236}">
                <a16:creationId xmlns:a16="http://schemas.microsoft.com/office/drawing/2014/main" id="{1C25C8F3-4028-3CB6-3069-8BF18759C38C}"/>
              </a:ext>
            </a:extLst>
          </p:cNvPr>
          <p:cNvGraphicFramePr>
            <a:graphicFrameLocks/>
          </p:cNvGraphicFramePr>
          <p:nvPr>
            <p:extLst>
              <p:ext uri="{D42A27DB-BD31-4B8C-83A1-F6EECF244321}">
                <p14:modId xmlns:p14="http://schemas.microsoft.com/office/powerpoint/2010/main" val="2676048415"/>
              </p:ext>
            </p:extLst>
          </p:nvPr>
        </p:nvGraphicFramePr>
        <p:xfrm>
          <a:off x="5786376" y="4227942"/>
          <a:ext cx="5924091" cy="274916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 name="箭头: 下 1">
            <a:extLst>
              <a:ext uri="{FF2B5EF4-FFF2-40B4-BE49-F238E27FC236}">
                <a16:creationId xmlns:a16="http://schemas.microsoft.com/office/drawing/2014/main" id="{A46BE077-7B9C-AE49-2537-4F1A91A39465}"/>
              </a:ext>
            </a:extLst>
          </p:cNvPr>
          <p:cNvSpPr/>
          <p:nvPr/>
        </p:nvSpPr>
        <p:spPr>
          <a:xfrm rot="4187556">
            <a:off x="5470779" y="1177529"/>
            <a:ext cx="444356" cy="472075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5526CC00-7CD6-B97C-262E-B70F7D211CFD}"/>
              </a:ext>
            </a:extLst>
          </p:cNvPr>
          <p:cNvSpPr txBox="1"/>
          <p:nvPr/>
        </p:nvSpPr>
        <p:spPr>
          <a:xfrm rot="20303123">
            <a:off x="3526219" y="3026217"/>
            <a:ext cx="2903984" cy="646331"/>
          </a:xfrm>
          <a:prstGeom prst="rect">
            <a:avLst/>
          </a:prstGeom>
          <a:noFill/>
        </p:spPr>
        <p:txBody>
          <a:bodyPr wrap="square">
            <a:spAutoFit/>
          </a:bodyPr>
          <a:lstStyle/>
          <a:p>
            <a:r>
              <a:rPr lang="zh-CN" altLang="en-US"/>
              <a:t>浏览器自动转换为</a:t>
            </a:r>
          </a:p>
          <a:p>
            <a:r>
              <a:rPr lang="en-US" altLang="zh-CN"/>
              <a:t>If-Modified-Since</a:t>
            </a:r>
            <a:r>
              <a:rPr lang="zh-CN" altLang="en-US"/>
              <a:t>字段的值</a:t>
            </a:r>
          </a:p>
        </p:txBody>
      </p:sp>
    </p:spTree>
    <p:extLst>
      <p:ext uri="{BB962C8B-B14F-4D97-AF65-F5344CB8AC3E}">
        <p14:creationId xmlns:p14="http://schemas.microsoft.com/office/powerpoint/2010/main" val="1510429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13">
                                            <p:graphicEl>
                                              <a:dgm id="{246C5806-BE1E-4D40-9292-D849C8D65944}"/>
                                            </p:graphicEl>
                                          </p:spTgt>
                                        </p:tgtEl>
                                        <p:attrNameLst>
                                          <p:attrName>style.visibility</p:attrName>
                                        </p:attrNameLst>
                                      </p:cBhvr>
                                      <p:to>
                                        <p:strVal val="visible"/>
                                      </p:to>
                                    </p:set>
                                    <p:animEffect transition="in" filter="fade">
                                      <p:cBhvr>
                                        <p:cTn id="12" dur="1000"/>
                                        <p:tgtEl>
                                          <p:spTgt spid="13">
                                            <p:graphicEl>
                                              <a:dgm id="{246C5806-BE1E-4D40-9292-D849C8D65944}"/>
                                            </p:graphicEl>
                                          </p:spTgt>
                                        </p:tgtEl>
                                      </p:cBhvr>
                                    </p:animEffect>
                                    <p:anim calcmode="lin" valueType="num">
                                      <p:cBhvr>
                                        <p:cTn id="13" dur="1000" fill="hold"/>
                                        <p:tgtEl>
                                          <p:spTgt spid="13">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14" dur="1000" fill="hold"/>
                                        <p:tgtEl>
                                          <p:spTgt spid="13">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3">
                                            <p:graphicEl>
                                              <a:dgm id="{80279DDB-ACC1-407B-91A9-D6A28AB03E03}"/>
                                            </p:graphicEl>
                                          </p:spTgt>
                                        </p:tgtEl>
                                        <p:attrNameLst>
                                          <p:attrName>style.visibility</p:attrName>
                                        </p:attrNameLst>
                                      </p:cBhvr>
                                      <p:to>
                                        <p:strVal val="visible"/>
                                      </p:to>
                                    </p:set>
                                    <p:animEffect transition="in" filter="fade">
                                      <p:cBhvr>
                                        <p:cTn id="19" dur="1000"/>
                                        <p:tgtEl>
                                          <p:spTgt spid="13">
                                            <p:graphicEl>
                                              <a:dgm id="{80279DDB-ACC1-407B-91A9-D6A28AB03E03}"/>
                                            </p:graphicEl>
                                          </p:spTgt>
                                        </p:tgtEl>
                                      </p:cBhvr>
                                    </p:animEffect>
                                    <p:anim calcmode="lin" valueType="num">
                                      <p:cBhvr>
                                        <p:cTn id="20" dur="1000" fill="hold"/>
                                        <p:tgtEl>
                                          <p:spTgt spid="13">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21" dur="1000" fill="hold"/>
                                        <p:tgtEl>
                                          <p:spTgt spid="13">
                                            <p:graphicEl>
                                              <a:dgm id="{80279DDB-ACC1-407B-91A9-D6A28AB03E03}"/>
                                            </p:graphic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graphicEl>
                                              <a:dgm id="{73CBEC61-DBB2-4316-8C75-5E32956CA555}"/>
                                            </p:graphicEl>
                                          </p:spTgt>
                                        </p:tgtEl>
                                        <p:attrNameLst>
                                          <p:attrName>style.visibility</p:attrName>
                                        </p:attrNameLst>
                                      </p:cBhvr>
                                      <p:to>
                                        <p:strVal val="visible"/>
                                      </p:to>
                                    </p:set>
                                    <p:animEffect transition="in" filter="fade">
                                      <p:cBhvr>
                                        <p:cTn id="24" dur="1000"/>
                                        <p:tgtEl>
                                          <p:spTgt spid="13">
                                            <p:graphicEl>
                                              <a:dgm id="{73CBEC61-DBB2-4316-8C75-5E32956CA555}"/>
                                            </p:graphicEl>
                                          </p:spTgt>
                                        </p:tgtEl>
                                      </p:cBhvr>
                                    </p:animEffect>
                                    <p:anim calcmode="lin" valueType="num">
                                      <p:cBhvr>
                                        <p:cTn id="25" dur="1000" fill="hold"/>
                                        <p:tgtEl>
                                          <p:spTgt spid="13">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26" dur="1000" fill="hold"/>
                                        <p:tgtEl>
                                          <p:spTgt spid="13">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3">
                                            <p:graphicEl>
                                              <a:dgm id="{D745E8D3-C440-4552-A5D9-3ED06B80D482}"/>
                                            </p:graphicEl>
                                          </p:spTgt>
                                        </p:tgtEl>
                                        <p:attrNameLst>
                                          <p:attrName>style.visibility</p:attrName>
                                        </p:attrNameLst>
                                      </p:cBhvr>
                                      <p:to>
                                        <p:strVal val="visible"/>
                                      </p:to>
                                    </p:set>
                                    <p:animEffect transition="in" filter="fade">
                                      <p:cBhvr>
                                        <p:cTn id="31" dur="1000"/>
                                        <p:tgtEl>
                                          <p:spTgt spid="13">
                                            <p:graphicEl>
                                              <a:dgm id="{D745E8D3-C440-4552-A5D9-3ED06B80D482}"/>
                                            </p:graphicEl>
                                          </p:spTgt>
                                        </p:tgtEl>
                                      </p:cBhvr>
                                    </p:animEffect>
                                    <p:anim calcmode="lin" valueType="num">
                                      <p:cBhvr>
                                        <p:cTn id="32" dur="1000" fill="hold"/>
                                        <p:tgtEl>
                                          <p:spTgt spid="13">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33" dur="1000" fill="hold"/>
                                        <p:tgtEl>
                                          <p:spTgt spid="13">
                                            <p:graphicEl>
                                              <a:dgm id="{D745E8D3-C440-4552-A5D9-3ED06B80D482}"/>
                                            </p:graphic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3">
                                            <p:graphicEl>
                                              <a:dgm id="{D0CB38BC-4D4B-432A-BA99-AB64C872E229}"/>
                                            </p:graphicEl>
                                          </p:spTgt>
                                        </p:tgtEl>
                                        <p:attrNameLst>
                                          <p:attrName>style.visibility</p:attrName>
                                        </p:attrNameLst>
                                      </p:cBhvr>
                                      <p:to>
                                        <p:strVal val="visible"/>
                                      </p:to>
                                    </p:set>
                                    <p:animEffect transition="in" filter="fade">
                                      <p:cBhvr>
                                        <p:cTn id="36" dur="1000"/>
                                        <p:tgtEl>
                                          <p:spTgt spid="13">
                                            <p:graphicEl>
                                              <a:dgm id="{D0CB38BC-4D4B-432A-BA99-AB64C872E229}"/>
                                            </p:graphicEl>
                                          </p:spTgt>
                                        </p:tgtEl>
                                      </p:cBhvr>
                                    </p:animEffect>
                                    <p:anim calcmode="lin" valueType="num">
                                      <p:cBhvr>
                                        <p:cTn id="37" dur="1000" fill="hold"/>
                                        <p:tgtEl>
                                          <p:spTgt spid="13">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38" dur="1000" fill="hold"/>
                                        <p:tgtEl>
                                          <p:spTgt spid="13">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right)">
                                      <p:cBhvr>
                                        <p:cTn id="43" dur="500"/>
                                        <p:tgtEl>
                                          <p:spTgt spid="2"/>
                                        </p:tgtEl>
                                      </p:cBhvr>
                                    </p:animEffect>
                                  </p:childTnLst>
                                </p:cTn>
                              </p:par>
                              <p:par>
                                <p:cTn id="44" presetID="42"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1000"/>
                                        <p:tgtEl>
                                          <p:spTgt spid="5"/>
                                        </p:tgtEl>
                                      </p:cBhvr>
                                    </p:animEffect>
                                    <p:anim calcmode="lin" valueType="num">
                                      <p:cBhvr>
                                        <p:cTn id="47" dur="1000" fill="hold"/>
                                        <p:tgtEl>
                                          <p:spTgt spid="5"/>
                                        </p:tgtEl>
                                        <p:attrNameLst>
                                          <p:attrName>ppt_x</p:attrName>
                                        </p:attrNameLst>
                                      </p:cBhvr>
                                      <p:tavLst>
                                        <p:tav tm="0">
                                          <p:val>
                                            <p:strVal val="#ppt_x"/>
                                          </p:val>
                                        </p:tav>
                                        <p:tav tm="100000">
                                          <p:val>
                                            <p:strVal val="#ppt_x"/>
                                          </p:val>
                                        </p:tav>
                                      </p:tavLst>
                                    </p:anim>
                                    <p:anim calcmode="lin" valueType="num">
                                      <p:cBhvr>
                                        <p:cTn id="4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wipe(left)">
                                      <p:cBhvr>
                                        <p:cTn id="53" dur="500"/>
                                        <p:tgtEl>
                                          <p:spTgt spid="15"/>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6">
                                            <p:graphicEl>
                                              <a:dgm id="{246C5806-BE1E-4D40-9292-D849C8D65944}"/>
                                            </p:graphicEl>
                                          </p:spTgt>
                                        </p:tgtEl>
                                        <p:attrNameLst>
                                          <p:attrName>style.visibility</p:attrName>
                                        </p:attrNameLst>
                                      </p:cBhvr>
                                      <p:to>
                                        <p:strVal val="visible"/>
                                      </p:to>
                                    </p:set>
                                    <p:animEffect transition="in" filter="fade">
                                      <p:cBhvr>
                                        <p:cTn id="58" dur="1000"/>
                                        <p:tgtEl>
                                          <p:spTgt spid="16">
                                            <p:graphicEl>
                                              <a:dgm id="{246C5806-BE1E-4D40-9292-D849C8D65944}"/>
                                            </p:graphicEl>
                                          </p:spTgt>
                                        </p:tgtEl>
                                      </p:cBhvr>
                                    </p:animEffect>
                                    <p:anim calcmode="lin" valueType="num">
                                      <p:cBhvr>
                                        <p:cTn id="59" dur="1000" fill="hold"/>
                                        <p:tgtEl>
                                          <p:spTgt spid="16">
                                            <p:graphicEl>
                                              <a:dgm id="{246C5806-BE1E-4D40-9292-D849C8D65944}"/>
                                            </p:graphicEl>
                                          </p:spTgt>
                                        </p:tgtEl>
                                        <p:attrNameLst>
                                          <p:attrName>ppt_x</p:attrName>
                                        </p:attrNameLst>
                                      </p:cBhvr>
                                      <p:tavLst>
                                        <p:tav tm="0">
                                          <p:val>
                                            <p:strVal val="#ppt_x"/>
                                          </p:val>
                                        </p:tav>
                                        <p:tav tm="100000">
                                          <p:val>
                                            <p:strVal val="#ppt_x"/>
                                          </p:val>
                                        </p:tav>
                                      </p:tavLst>
                                    </p:anim>
                                    <p:anim calcmode="lin" valueType="num">
                                      <p:cBhvr>
                                        <p:cTn id="60" dur="1000" fill="hold"/>
                                        <p:tgtEl>
                                          <p:spTgt spid="16">
                                            <p:graphicEl>
                                              <a:dgm id="{246C5806-BE1E-4D40-9292-D849C8D65944}"/>
                                            </p:graphic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6">
                                            <p:graphicEl>
                                              <a:dgm id="{80279DDB-ACC1-407B-91A9-D6A28AB03E03}"/>
                                            </p:graphicEl>
                                          </p:spTgt>
                                        </p:tgtEl>
                                        <p:attrNameLst>
                                          <p:attrName>style.visibility</p:attrName>
                                        </p:attrNameLst>
                                      </p:cBhvr>
                                      <p:to>
                                        <p:strVal val="visible"/>
                                      </p:to>
                                    </p:set>
                                    <p:animEffect transition="in" filter="fade">
                                      <p:cBhvr>
                                        <p:cTn id="65" dur="1000"/>
                                        <p:tgtEl>
                                          <p:spTgt spid="16">
                                            <p:graphicEl>
                                              <a:dgm id="{80279DDB-ACC1-407B-91A9-D6A28AB03E03}"/>
                                            </p:graphicEl>
                                          </p:spTgt>
                                        </p:tgtEl>
                                      </p:cBhvr>
                                    </p:animEffect>
                                    <p:anim calcmode="lin" valueType="num">
                                      <p:cBhvr>
                                        <p:cTn id="66" dur="1000" fill="hold"/>
                                        <p:tgtEl>
                                          <p:spTgt spid="16">
                                            <p:graphicEl>
                                              <a:dgm id="{80279DDB-ACC1-407B-91A9-D6A28AB03E03}"/>
                                            </p:graphicEl>
                                          </p:spTgt>
                                        </p:tgtEl>
                                        <p:attrNameLst>
                                          <p:attrName>ppt_x</p:attrName>
                                        </p:attrNameLst>
                                      </p:cBhvr>
                                      <p:tavLst>
                                        <p:tav tm="0">
                                          <p:val>
                                            <p:strVal val="#ppt_x"/>
                                          </p:val>
                                        </p:tav>
                                        <p:tav tm="100000">
                                          <p:val>
                                            <p:strVal val="#ppt_x"/>
                                          </p:val>
                                        </p:tav>
                                      </p:tavLst>
                                    </p:anim>
                                    <p:anim calcmode="lin" valueType="num">
                                      <p:cBhvr>
                                        <p:cTn id="67" dur="1000" fill="hold"/>
                                        <p:tgtEl>
                                          <p:spTgt spid="16">
                                            <p:graphicEl>
                                              <a:dgm id="{80279DDB-ACC1-407B-91A9-D6A28AB03E03}"/>
                                            </p:graphicEl>
                                          </p:spTgt>
                                        </p:tgtEl>
                                        <p:attrNameLst>
                                          <p:attrName>ppt_y</p:attrName>
                                        </p:attrNameLst>
                                      </p:cBhvr>
                                      <p:tavLst>
                                        <p:tav tm="0">
                                          <p:val>
                                            <p:strVal val="#ppt_y+.1"/>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6">
                                            <p:graphicEl>
                                              <a:dgm id="{73CBEC61-DBB2-4316-8C75-5E32956CA555}"/>
                                            </p:graphicEl>
                                          </p:spTgt>
                                        </p:tgtEl>
                                        <p:attrNameLst>
                                          <p:attrName>style.visibility</p:attrName>
                                        </p:attrNameLst>
                                      </p:cBhvr>
                                      <p:to>
                                        <p:strVal val="visible"/>
                                      </p:to>
                                    </p:set>
                                    <p:animEffect transition="in" filter="fade">
                                      <p:cBhvr>
                                        <p:cTn id="70" dur="1000"/>
                                        <p:tgtEl>
                                          <p:spTgt spid="16">
                                            <p:graphicEl>
                                              <a:dgm id="{73CBEC61-DBB2-4316-8C75-5E32956CA555}"/>
                                            </p:graphicEl>
                                          </p:spTgt>
                                        </p:tgtEl>
                                      </p:cBhvr>
                                    </p:animEffect>
                                    <p:anim calcmode="lin" valueType="num">
                                      <p:cBhvr>
                                        <p:cTn id="71" dur="1000" fill="hold"/>
                                        <p:tgtEl>
                                          <p:spTgt spid="16">
                                            <p:graphicEl>
                                              <a:dgm id="{73CBEC61-DBB2-4316-8C75-5E32956CA555}"/>
                                            </p:graphicEl>
                                          </p:spTgt>
                                        </p:tgtEl>
                                        <p:attrNameLst>
                                          <p:attrName>ppt_x</p:attrName>
                                        </p:attrNameLst>
                                      </p:cBhvr>
                                      <p:tavLst>
                                        <p:tav tm="0">
                                          <p:val>
                                            <p:strVal val="#ppt_x"/>
                                          </p:val>
                                        </p:tav>
                                        <p:tav tm="100000">
                                          <p:val>
                                            <p:strVal val="#ppt_x"/>
                                          </p:val>
                                        </p:tav>
                                      </p:tavLst>
                                    </p:anim>
                                    <p:anim calcmode="lin" valueType="num">
                                      <p:cBhvr>
                                        <p:cTn id="72" dur="1000" fill="hold"/>
                                        <p:tgtEl>
                                          <p:spTgt spid="16">
                                            <p:graphicEl>
                                              <a:dgm id="{73CBEC61-DBB2-4316-8C75-5E32956CA555}"/>
                                            </p:graphic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6">
                                            <p:graphicEl>
                                              <a:dgm id="{D745E8D3-C440-4552-A5D9-3ED06B80D482}"/>
                                            </p:graphicEl>
                                          </p:spTgt>
                                        </p:tgtEl>
                                        <p:attrNameLst>
                                          <p:attrName>style.visibility</p:attrName>
                                        </p:attrNameLst>
                                      </p:cBhvr>
                                      <p:to>
                                        <p:strVal val="visible"/>
                                      </p:to>
                                    </p:set>
                                    <p:animEffect transition="in" filter="fade">
                                      <p:cBhvr>
                                        <p:cTn id="77" dur="1000"/>
                                        <p:tgtEl>
                                          <p:spTgt spid="16">
                                            <p:graphicEl>
                                              <a:dgm id="{D745E8D3-C440-4552-A5D9-3ED06B80D482}"/>
                                            </p:graphicEl>
                                          </p:spTgt>
                                        </p:tgtEl>
                                      </p:cBhvr>
                                    </p:animEffect>
                                    <p:anim calcmode="lin" valueType="num">
                                      <p:cBhvr>
                                        <p:cTn id="78" dur="1000" fill="hold"/>
                                        <p:tgtEl>
                                          <p:spTgt spid="16">
                                            <p:graphicEl>
                                              <a:dgm id="{D745E8D3-C440-4552-A5D9-3ED06B80D482}"/>
                                            </p:graphicEl>
                                          </p:spTgt>
                                        </p:tgtEl>
                                        <p:attrNameLst>
                                          <p:attrName>ppt_x</p:attrName>
                                        </p:attrNameLst>
                                      </p:cBhvr>
                                      <p:tavLst>
                                        <p:tav tm="0">
                                          <p:val>
                                            <p:strVal val="#ppt_x"/>
                                          </p:val>
                                        </p:tav>
                                        <p:tav tm="100000">
                                          <p:val>
                                            <p:strVal val="#ppt_x"/>
                                          </p:val>
                                        </p:tav>
                                      </p:tavLst>
                                    </p:anim>
                                    <p:anim calcmode="lin" valueType="num">
                                      <p:cBhvr>
                                        <p:cTn id="79" dur="1000" fill="hold"/>
                                        <p:tgtEl>
                                          <p:spTgt spid="16">
                                            <p:graphicEl>
                                              <a:dgm id="{D745E8D3-C440-4552-A5D9-3ED06B80D482}"/>
                                            </p:graphic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6">
                                            <p:graphicEl>
                                              <a:dgm id="{D0CB38BC-4D4B-432A-BA99-AB64C872E229}"/>
                                            </p:graphicEl>
                                          </p:spTgt>
                                        </p:tgtEl>
                                        <p:attrNameLst>
                                          <p:attrName>style.visibility</p:attrName>
                                        </p:attrNameLst>
                                      </p:cBhvr>
                                      <p:to>
                                        <p:strVal val="visible"/>
                                      </p:to>
                                    </p:set>
                                    <p:animEffect transition="in" filter="fade">
                                      <p:cBhvr>
                                        <p:cTn id="82" dur="1000"/>
                                        <p:tgtEl>
                                          <p:spTgt spid="16">
                                            <p:graphicEl>
                                              <a:dgm id="{D0CB38BC-4D4B-432A-BA99-AB64C872E229}"/>
                                            </p:graphicEl>
                                          </p:spTgt>
                                        </p:tgtEl>
                                      </p:cBhvr>
                                    </p:animEffect>
                                    <p:anim calcmode="lin" valueType="num">
                                      <p:cBhvr>
                                        <p:cTn id="83" dur="1000" fill="hold"/>
                                        <p:tgtEl>
                                          <p:spTgt spid="16">
                                            <p:graphicEl>
                                              <a:dgm id="{D0CB38BC-4D4B-432A-BA99-AB64C872E229}"/>
                                            </p:graphicEl>
                                          </p:spTgt>
                                        </p:tgtEl>
                                        <p:attrNameLst>
                                          <p:attrName>ppt_x</p:attrName>
                                        </p:attrNameLst>
                                      </p:cBhvr>
                                      <p:tavLst>
                                        <p:tav tm="0">
                                          <p:val>
                                            <p:strVal val="#ppt_x"/>
                                          </p:val>
                                        </p:tav>
                                        <p:tav tm="100000">
                                          <p:val>
                                            <p:strVal val="#ppt_x"/>
                                          </p:val>
                                        </p:tav>
                                      </p:tavLst>
                                    </p:anim>
                                    <p:anim calcmode="lin" valueType="num">
                                      <p:cBhvr>
                                        <p:cTn id="84" dur="1000" fill="hold"/>
                                        <p:tgtEl>
                                          <p:spTgt spid="16">
                                            <p:graphicEl>
                                              <a:dgm id="{D0CB38BC-4D4B-432A-BA99-AB64C872E229}"/>
                                            </p:graphicEl>
                                          </p:spTgt>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16">
                                            <p:graphicEl>
                                              <a:dgm id="{344E676D-F30F-4041-A1F1-A88EC83930BB}"/>
                                            </p:graphicEl>
                                          </p:spTgt>
                                        </p:tgtEl>
                                        <p:attrNameLst>
                                          <p:attrName>style.visibility</p:attrName>
                                        </p:attrNameLst>
                                      </p:cBhvr>
                                      <p:to>
                                        <p:strVal val="visible"/>
                                      </p:to>
                                    </p:set>
                                    <p:animEffect transition="in" filter="fade">
                                      <p:cBhvr>
                                        <p:cTn id="89" dur="1000"/>
                                        <p:tgtEl>
                                          <p:spTgt spid="16">
                                            <p:graphicEl>
                                              <a:dgm id="{344E676D-F30F-4041-A1F1-A88EC83930BB}"/>
                                            </p:graphicEl>
                                          </p:spTgt>
                                        </p:tgtEl>
                                      </p:cBhvr>
                                    </p:animEffect>
                                    <p:anim calcmode="lin" valueType="num">
                                      <p:cBhvr>
                                        <p:cTn id="90" dur="1000" fill="hold"/>
                                        <p:tgtEl>
                                          <p:spTgt spid="16">
                                            <p:graphicEl>
                                              <a:dgm id="{344E676D-F30F-4041-A1F1-A88EC83930BB}"/>
                                            </p:graphicEl>
                                          </p:spTgt>
                                        </p:tgtEl>
                                        <p:attrNameLst>
                                          <p:attrName>ppt_x</p:attrName>
                                        </p:attrNameLst>
                                      </p:cBhvr>
                                      <p:tavLst>
                                        <p:tav tm="0">
                                          <p:val>
                                            <p:strVal val="#ppt_x"/>
                                          </p:val>
                                        </p:tav>
                                        <p:tav tm="100000">
                                          <p:val>
                                            <p:strVal val="#ppt_x"/>
                                          </p:val>
                                        </p:tav>
                                      </p:tavLst>
                                    </p:anim>
                                    <p:anim calcmode="lin" valueType="num">
                                      <p:cBhvr>
                                        <p:cTn id="91" dur="1000" fill="hold"/>
                                        <p:tgtEl>
                                          <p:spTgt spid="16">
                                            <p:graphicEl>
                                              <a:dgm id="{344E676D-F30F-4041-A1F1-A88EC83930BB}"/>
                                            </p:graphicEl>
                                          </p:spTgt>
                                        </p:tgtEl>
                                        <p:attrNameLst>
                                          <p:attrName>ppt_y</p:attrName>
                                        </p:attrNameLst>
                                      </p:cBhvr>
                                      <p:tavLst>
                                        <p:tav tm="0">
                                          <p:val>
                                            <p:strVal val="#ppt_y+.1"/>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16">
                                            <p:graphicEl>
                                              <a:dgm id="{3E506D36-53C4-4825-9B17-CB3B8ABFF7F7}"/>
                                            </p:graphicEl>
                                          </p:spTgt>
                                        </p:tgtEl>
                                        <p:attrNameLst>
                                          <p:attrName>style.visibility</p:attrName>
                                        </p:attrNameLst>
                                      </p:cBhvr>
                                      <p:to>
                                        <p:strVal val="visible"/>
                                      </p:to>
                                    </p:set>
                                    <p:animEffect transition="in" filter="fade">
                                      <p:cBhvr>
                                        <p:cTn id="94" dur="1000"/>
                                        <p:tgtEl>
                                          <p:spTgt spid="16">
                                            <p:graphicEl>
                                              <a:dgm id="{3E506D36-53C4-4825-9B17-CB3B8ABFF7F7}"/>
                                            </p:graphicEl>
                                          </p:spTgt>
                                        </p:tgtEl>
                                      </p:cBhvr>
                                    </p:animEffect>
                                    <p:anim calcmode="lin" valueType="num">
                                      <p:cBhvr>
                                        <p:cTn id="95" dur="1000" fill="hold"/>
                                        <p:tgtEl>
                                          <p:spTgt spid="16">
                                            <p:graphicEl>
                                              <a:dgm id="{3E506D36-53C4-4825-9B17-CB3B8ABFF7F7}"/>
                                            </p:graphicEl>
                                          </p:spTgt>
                                        </p:tgtEl>
                                        <p:attrNameLst>
                                          <p:attrName>ppt_x</p:attrName>
                                        </p:attrNameLst>
                                      </p:cBhvr>
                                      <p:tavLst>
                                        <p:tav tm="0">
                                          <p:val>
                                            <p:strVal val="#ppt_x"/>
                                          </p:val>
                                        </p:tav>
                                        <p:tav tm="100000">
                                          <p:val>
                                            <p:strVal val="#ppt_x"/>
                                          </p:val>
                                        </p:tav>
                                      </p:tavLst>
                                    </p:anim>
                                    <p:anim calcmode="lin" valueType="num">
                                      <p:cBhvr>
                                        <p:cTn id="96" dur="1000" fill="hold"/>
                                        <p:tgtEl>
                                          <p:spTgt spid="16">
                                            <p:graphicEl>
                                              <a:dgm id="{3E506D36-53C4-4825-9B17-CB3B8ABFF7F7}"/>
                                            </p:graphic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grpId="0" nodeType="clickEffect">
                                  <p:stCondLst>
                                    <p:cond delay="0"/>
                                  </p:stCondLst>
                                  <p:childTnLst>
                                    <p:set>
                                      <p:cBhvr>
                                        <p:cTn id="100" dur="1" fill="hold">
                                          <p:stCondLst>
                                            <p:cond delay="0"/>
                                          </p:stCondLst>
                                        </p:cTn>
                                        <p:tgtEl>
                                          <p:spTgt spid="16">
                                            <p:graphicEl>
                                              <a:dgm id="{3D359B19-2F73-4801-874A-671F3748D917}"/>
                                            </p:graphicEl>
                                          </p:spTgt>
                                        </p:tgtEl>
                                        <p:attrNameLst>
                                          <p:attrName>style.visibility</p:attrName>
                                        </p:attrNameLst>
                                      </p:cBhvr>
                                      <p:to>
                                        <p:strVal val="visible"/>
                                      </p:to>
                                    </p:set>
                                    <p:animEffect transition="in" filter="fade">
                                      <p:cBhvr>
                                        <p:cTn id="101" dur="1000"/>
                                        <p:tgtEl>
                                          <p:spTgt spid="16">
                                            <p:graphicEl>
                                              <a:dgm id="{3D359B19-2F73-4801-874A-671F3748D917}"/>
                                            </p:graphicEl>
                                          </p:spTgt>
                                        </p:tgtEl>
                                      </p:cBhvr>
                                    </p:animEffect>
                                    <p:anim calcmode="lin" valueType="num">
                                      <p:cBhvr>
                                        <p:cTn id="102" dur="1000" fill="hold"/>
                                        <p:tgtEl>
                                          <p:spTgt spid="16">
                                            <p:graphicEl>
                                              <a:dgm id="{3D359B19-2F73-4801-874A-671F3748D917}"/>
                                            </p:graphicEl>
                                          </p:spTgt>
                                        </p:tgtEl>
                                        <p:attrNameLst>
                                          <p:attrName>ppt_x</p:attrName>
                                        </p:attrNameLst>
                                      </p:cBhvr>
                                      <p:tavLst>
                                        <p:tav tm="0">
                                          <p:val>
                                            <p:strVal val="#ppt_x"/>
                                          </p:val>
                                        </p:tav>
                                        <p:tav tm="100000">
                                          <p:val>
                                            <p:strVal val="#ppt_x"/>
                                          </p:val>
                                        </p:tav>
                                      </p:tavLst>
                                    </p:anim>
                                    <p:anim calcmode="lin" valueType="num">
                                      <p:cBhvr>
                                        <p:cTn id="103" dur="1000" fill="hold"/>
                                        <p:tgtEl>
                                          <p:spTgt spid="16">
                                            <p:graphicEl>
                                              <a:dgm id="{3D359B19-2F73-4801-874A-671F3748D917}"/>
                                            </p:graphicEl>
                                          </p:spTgt>
                                        </p:tgtEl>
                                        <p:attrNameLst>
                                          <p:attrName>ppt_y</p:attrName>
                                        </p:attrNameLst>
                                      </p:cBhvr>
                                      <p:tavLst>
                                        <p:tav tm="0">
                                          <p:val>
                                            <p:strVal val="#ppt_y+.1"/>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16">
                                            <p:graphicEl>
                                              <a:dgm id="{7EACF0ED-553C-4E12-8D6F-D77B28A2795B}"/>
                                            </p:graphicEl>
                                          </p:spTgt>
                                        </p:tgtEl>
                                        <p:attrNameLst>
                                          <p:attrName>style.visibility</p:attrName>
                                        </p:attrNameLst>
                                      </p:cBhvr>
                                      <p:to>
                                        <p:strVal val="visible"/>
                                      </p:to>
                                    </p:set>
                                    <p:animEffect transition="in" filter="fade">
                                      <p:cBhvr>
                                        <p:cTn id="106" dur="1000"/>
                                        <p:tgtEl>
                                          <p:spTgt spid="16">
                                            <p:graphicEl>
                                              <a:dgm id="{7EACF0ED-553C-4E12-8D6F-D77B28A2795B}"/>
                                            </p:graphicEl>
                                          </p:spTgt>
                                        </p:tgtEl>
                                      </p:cBhvr>
                                    </p:animEffect>
                                    <p:anim calcmode="lin" valueType="num">
                                      <p:cBhvr>
                                        <p:cTn id="107" dur="1000" fill="hold"/>
                                        <p:tgtEl>
                                          <p:spTgt spid="16">
                                            <p:graphicEl>
                                              <a:dgm id="{7EACF0ED-553C-4E12-8D6F-D77B28A2795B}"/>
                                            </p:graphicEl>
                                          </p:spTgt>
                                        </p:tgtEl>
                                        <p:attrNameLst>
                                          <p:attrName>ppt_x</p:attrName>
                                        </p:attrNameLst>
                                      </p:cBhvr>
                                      <p:tavLst>
                                        <p:tav tm="0">
                                          <p:val>
                                            <p:strVal val="#ppt_x"/>
                                          </p:val>
                                        </p:tav>
                                        <p:tav tm="100000">
                                          <p:val>
                                            <p:strVal val="#ppt_x"/>
                                          </p:val>
                                        </p:tav>
                                      </p:tavLst>
                                    </p:anim>
                                    <p:anim calcmode="lin" valueType="num">
                                      <p:cBhvr>
                                        <p:cTn id="108" dur="1000" fill="hold"/>
                                        <p:tgtEl>
                                          <p:spTgt spid="16">
                                            <p:graphicEl>
                                              <a:dgm id="{7EACF0ED-553C-4E12-8D6F-D77B28A2795B}"/>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3" grpId="0" uiExpand="1">
        <p:bldSub>
          <a:bldDgm bld="one"/>
        </p:bldSub>
      </p:bldGraphic>
      <p:bldP spid="14" grpId="0" animBg="1"/>
      <p:bldP spid="15" grpId="0" animBg="1"/>
      <p:bldGraphic spid="16" grpId="0">
        <p:bldSub>
          <a:bldDgm bld="one"/>
        </p:bldSub>
      </p:bldGraphic>
      <p:bldP spid="2" grpId="0" animBg="1"/>
      <p:bldP spid="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占位符 6">
            <a:extLst>
              <a:ext uri="{FF2B5EF4-FFF2-40B4-BE49-F238E27FC236}">
                <a16:creationId xmlns:a16="http://schemas.microsoft.com/office/drawing/2014/main" id="{D94B9B65-DC17-4380-3762-75C9F574F401}"/>
              </a:ext>
            </a:extLst>
          </p:cNvPr>
          <p:cNvSpPr>
            <a:spLocks noGrp="1"/>
          </p:cNvSpPr>
          <p:nvPr>
            <p:ph type="body" sz="quarter" idx="18"/>
          </p:nvPr>
        </p:nvSpPr>
        <p:spPr/>
        <p:txBody>
          <a:bodyPr/>
          <a:lstStyle/>
          <a:p>
            <a:r>
              <a:rPr lang="zh-CN" altLang="en-US"/>
              <a:t>缓存生命周期</a:t>
            </a:r>
          </a:p>
        </p:txBody>
      </p:sp>
      <p:pic>
        <p:nvPicPr>
          <p:cNvPr id="10" name="内容占位符 9">
            <a:extLst>
              <a:ext uri="{FF2B5EF4-FFF2-40B4-BE49-F238E27FC236}">
                <a16:creationId xmlns:a16="http://schemas.microsoft.com/office/drawing/2014/main" id="{7529FEA9-DF5E-C5D7-1289-C21306288AF0}"/>
              </a:ext>
            </a:extLst>
          </p:cNvPr>
          <p:cNvPicPr>
            <a:picLocks noGrp="1" noChangeAspect="1"/>
          </p:cNvPicPr>
          <p:nvPr>
            <p:ph sz="quarter" idx="19"/>
          </p:nvPr>
        </p:nvPicPr>
        <p:blipFill>
          <a:blip r:embed="rId2"/>
          <a:stretch>
            <a:fillRect/>
          </a:stretch>
        </p:blipFill>
        <p:spPr>
          <a:xfrm>
            <a:off x="3237669" y="836613"/>
            <a:ext cx="5773811" cy="5761037"/>
          </a:xfrm>
          <a:prstGeom prst="rect">
            <a:avLst/>
          </a:prstGeom>
          <a:ln>
            <a:solidFill>
              <a:schemeClr val="accent1"/>
            </a:solidFill>
          </a:ln>
        </p:spPr>
      </p:pic>
    </p:spTree>
    <p:extLst>
      <p:ext uri="{BB962C8B-B14F-4D97-AF65-F5344CB8AC3E}">
        <p14:creationId xmlns:p14="http://schemas.microsoft.com/office/powerpoint/2010/main" val="3355547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4D790FB-EAAC-D268-77D0-BE4AE0C87FF0}"/>
              </a:ext>
            </a:extLst>
          </p:cNvPr>
          <p:cNvPicPr>
            <a:picLocks noGrp="1" noChangeAspect="1"/>
          </p:cNvPicPr>
          <p:nvPr>
            <p:ph sz="quarter" idx="19"/>
          </p:nvPr>
        </p:nvPicPr>
        <p:blipFill>
          <a:blip r:embed="rId3"/>
          <a:stretch>
            <a:fillRect/>
          </a:stretch>
        </p:blipFill>
        <p:spPr>
          <a:xfrm>
            <a:off x="850256" y="1102526"/>
            <a:ext cx="5461000" cy="2326474"/>
          </a:xfrm>
          <a:prstGeom prst="rect">
            <a:avLst/>
          </a:prstGeom>
          <a:ln>
            <a:solidFill>
              <a:schemeClr val="accent1"/>
            </a:solidFill>
          </a:ln>
        </p:spPr>
      </p:pic>
      <p:sp>
        <p:nvSpPr>
          <p:cNvPr id="4" name="文本占位符 3">
            <a:extLst>
              <a:ext uri="{FF2B5EF4-FFF2-40B4-BE49-F238E27FC236}">
                <a16:creationId xmlns:a16="http://schemas.microsoft.com/office/drawing/2014/main" id="{0967422D-8C24-B346-A20F-CB8F810769D4}"/>
              </a:ext>
            </a:extLst>
          </p:cNvPr>
          <p:cNvSpPr>
            <a:spLocks noGrp="1"/>
          </p:cNvSpPr>
          <p:nvPr>
            <p:ph type="body" sz="quarter" idx="18"/>
          </p:nvPr>
        </p:nvSpPr>
        <p:spPr/>
        <p:txBody>
          <a:bodyPr/>
          <a:lstStyle/>
          <a:p>
            <a:r>
              <a:rPr lang="zh-CN" altLang="en-US"/>
              <a:t>缓存控制效果</a:t>
            </a:r>
          </a:p>
        </p:txBody>
      </p:sp>
      <p:pic>
        <p:nvPicPr>
          <p:cNvPr id="11" name="内容占位符 7">
            <a:extLst>
              <a:ext uri="{FF2B5EF4-FFF2-40B4-BE49-F238E27FC236}">
                <a16:creationId xmlns:a16="http://schemas.microsoft.com/office/drawing/2014/main" id="{435664D3-88B4-2C8C-1A7C-7CFF6448858E}"/>
              </a:ext>
            </a:extLst>
          </p:cNvPr>
          <p:cNvPicPr>
            <a:picLocks noChangeAspect="1"/>
          </p:cNvPicPr>
          <p:nvPr/>
        </p:nvPicPr>
        <p:blipFill>
          <a:blip r:embed="rId4"/>
          <a:stretch>
            <a:fillRect/>
          </a:stretch>
        </p:blipFill>
        <p:spPr>
          <a:xfrm>
            <a:off x="850256" y="3514778"/>
            <a:ext cx="5461000" cy="1983996"/>
          </a:xfrm>
          <a:prstGeom prst="rect">
            <a:avLst/>
          </a:prstGeom>
          <a:ln>
            <a:solidFill>
              <a:schemeClr val="accent1"/>
            </a:solidFill>
          </a:ln>
        </p:spPr>
      </p:pic>
      <p:sp>
        <p:nvSpPr>
          <p:cNvPr id="15" name="内容占位符 14">
            <a:extLst>
              <a:ext uri="{FF2B5EF4-FFF2-40B4-BE49-F238E27FC236}">
                <a16:creationId xmlns:a16="http://schemas.microsoft.com/office/drawing/2014/main" id="{4CFAF0A8-8205-9FCB-8E2F-7A569D722F93}"/>
              </a:ext>
            </a:extLst>
          </p:cNvPr>
          <p:cNvSpPr>
            <a:spLocks noGrp="1"/>
          </p:cNvSpPr>
          <p:nvPr>
            <p:ph sz="quarter" idx="20"/>
          </p:nvPr>
        </p:nvSpPr>
        <p:spPr>
          <a:xfrm>
            <a:off x="6508741" y="3786911"/>
            <a:ext cx="5461000" cy="2897668"/>
          </a:xfrm>
        </p:spPr>
        <p:txBody>
          <a:bodyPr/>
          <a:lstStyle/>
          <a:p>
            <a:r>
              <a:rPr lang="zh-CN" altLang="en-US"/>
              <a:t>客户端把同一个查询结果缓存</a:t>
            </a:r>
            <a:r>
              <a:rPr lang="en-US" altLang="zh-CN"/>
              <a:t>3600</a:t>
            </a:r>
            <a:r>
              <a:rPr lang="zh-CN" altLang="en-US"/>
              <a:t>秒（</a:t>
            </a:r>
            <a:r>
              <a:rPr lang="en-US" altLang="zh-CN"/>
              <a:t>1</a:t>
            </a:r>
            <a:r>
              <a:rPr lang="zh-CN" altLang="en-US"/>
              <a:t>小时）</a:t>
            </a:r>
            <a:endParaRPr lang="en-US" altLang="zh-CN"/>
          </a:p>
          <a:p>
            <a:r>
              <a:rPr lang="zh-CN" altLang="en-US"/>
              <a:t>解读：地址和参数相同的请求，如果距离上一次请求时间没有超过</a:t>
            </a:r>
            <a:r>
              <a:rPr lang="en-US" altLang="zh-CN"/>
              <a:t>10</a:t>
            </a:r>
            <a:r>
              <a:rPr lang="zh-CN" altLang="en-US"/>
              <a:t>分钟，就使用客户端本地请求，而非真的去服务器端查询结果</a:t>
            </a:r>
          </a:p>
        </p:txBody>
      </p:sp>
      <p:pic>
        <p:nvPicPr>
          <p:cNvPr id="16" name="内容占位符 12">
            <a:extLst>
              <a:ext uri="{FF2B5EF4-FFF2-40B4-BE49-F238E27FC236}">
                <a16:creationId xmlns:a16="http://schemas.microsoft.com/office/drawing/2014/main" id="{D025C389-AA60-C21D-E549-7BE4656E4428}"/>
              </a:ext>
            </a:extLst>
          </p:cNvPr>
          <p:cNvPicPr>
            <a:picLocks noChangeAspect="1"/>
          </p:cNvPicPr>
          <p:nvPr/>
        </p:nvPicPr>
        <p:blipFill>
          <a:blip r:embed="rId5"/>
          <a:stretch>
            <a:fillRect/>
          </a:stretch>
        </p:blipFill>
        <p:spPr>
          <a:xfrm>
            <a:off x="6471964" y="959441"/>
            <a:ext cx="5461000" cy="2827470"/>
          </a:xfrm>
          <a:prstGeom prst="rect">
            <a:avLst/>
          </a:prstGeom>
        </p:spPr>
      </p:pic>
    </p:spTree>
    <p:extLst>
      <p:ext uri="{BB962C8B-B14F-4D97-AF65-F5344CB8AC3E}">
        <p14:creationId xmlns:p14="http://schemas.microsoft.com/office/powerpoint/2010/main" val="10285981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1F6C5236-5C39-8EB4-6084-BF133037E89E}"/>
              </a:ext>
            </a:extLst>
          </p:cNvPr>
          <p:cNvPicPr>
            <a:picLocks noGrp="1" noChangeAspect="1"/>
          </p:cNvPicPr>
          <p:nvPr>
            <p:ph sz="quarter" idx="19"/>
          </p:nvPr>
        </p:nvPicPr>
        <p:blipFill>
          <a:blip r:embed="rId2"/>
          <a:stretch>
            <a:fillRect/>
          </a:stretch>
        </p:blipFill>
        <p:spPr>
          <a:xfrm>
            <a:off x="850256" y="909831"/>
            <a:ext cx="5461000" cy="2408944"/>
          </a:xfrm>
          <a:prstGeom prst="rect">
            <a:avLst/>
          </a:prstGeom>
        </p:spPr>
      </p:pic>
      <p:sp>
        <p:nvSpPr>
          <p:cNvPr id="5" name="内容占位符 4">
            <a:extLst>
              <a:ext uri="{FF2B5EF4-FFF2-40B4-BE49-F238E27FC236}">
                <a16:creationId xmlns:a16="http://schemas.microsoft.com/office/drawing/2014/main" id="{944E4D84-BC83-C48D-F05A-315DCBDB679C}"/>
              </a:ext>
            </a:extLst>
          </p:cNvPr>
          <p:cNvSpPr>
            <a:spLocks noGrp="1"/>
          </p:cNvSpPr>
          <p:nvPr>
            <p:ph sz="quarter" idx="20"/>
          </p:nvPr>
        </p:nvSpPr>
        <p:spPr/>
        <p:txBody>
          <a:bodyPr/>
          <a:lstStyle/>
          <a:p>
            <a:r>
              <a:rPr lang="zh-CN" altLang="en-US"/>
              <a:t>强缓存是指浏览器在缓存有效期内不再发送请求，直接使用本地缓存。</a:t>
            </a:r>
            <a:endParaRPr lang="en-US" altLang="zh-CN"/>
          </a:p>
          <a:p>
            <a:r>
              <a:rPr lang="zh-CN" altLang="en-US"/>
              <a:t>缓存的有效时间由首次请求收到的响应头中的 </a:t>
            </a:r>
            <a:r>
              <a:rPr lang="en-US" altLang="zh-CN"/>
              <a:t>Cache-Control </a:t>
            </a:r>
            <a:r>
              <a:rPr lang="zh-CN" altLang="en-US"/>
              <a:t>决定。 </a:t>
            </a:r>
          </a:p>
        </p:txBody>
      </p:sp>
      <p:sp>
        <p:nvSpPr>
          <p:cNvPr id="2" name="文本占位符 1">
            <a:extLst>
              <a:ext uri="{FF2B5EF4-FFF2-40B4-BE49-F238E27FC236}">
                <a16:creationId xmlns:a16="http://schemas.microsoft.com/office/drawing/2014/main" id="{FBFB2959-F239-20E2-11B0-4C4E9634B877}"/>
              </a:ext>
            </a:extLst>
          </p:cNvPr>
          <p:cNvSpPr>
            <a:spLocks noGrp="1"/>
          </p:cNvSpPr>
          <p:nvPr>
            <p:ph type="body" sz="quarter" idx="18"/>
          </p:nvPr>
        </p:nvSpPr>
        <p:spPr/>
        <p:txBody>
          <a:bodyPr/>
          <a:lstStyle/>
          <a:p>
            <a:r>
              <a:rPr lang="en-US" altLang="zh-CN"/>
              <a:t>HTTP </a:t>
            </a:r>
            <a:r>
              <a:rPr lang="zh-CN" altLang="en-US"/>
              <a:t>缓存头</a:t>
            </a:r>
            <a:r>
              <a:rPr lang="en-US" altLang="zh-CN"/>
              <a:t>——</a:t>
            </a:r>
            <a:r>
              <a:rPr lang="zh-CN" altLang="en-US"/>
              <a:t>强缓存</a:t>
            </a:r>
          </a:p>
        </p:txBody>
      </p:sp>
    </p:spTree>
    <p:extLst>
      <p:ext uri="{BB962C8B-B14F-4D97-AF65-F5344CB8AC3E}">
        <p14:creationId xmlns:p14="http://schemas.microsoft.com/office/powerpoint/2010/main" val="756238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A4AC53C-A4CE-0948-E611-D054E2ACF32D}"/>
              </a:ext>
            </a:extLst>
          </p:cNvPr>
          <p:cNvSpPr>
            <a:spLocks noGrp="1"/>
          </p:cNvSpPr>
          <p:nvPr>
            <p:ph type="body" idx="1"/>
          </p:nvPr>
        </p:nvSpPr>
        <p:spPr/>
        <p:txBody>
          <a:bodyPr/>
          <a:lstStyle/>
          <a:p>
            <a:r>
              <a:rPr lang="zh-CN" altLang="en-US"/>
              <a:t>首次请求</a:t>
            </a:r>
          </a:p>
        </p:txBody>
      </p:sp>
      <p:sp>
        <p:nvSpPr>
          <p:cNvPr id="7" name="文本占位符 6">
            <a:extLst>
              <a:ext uri="{FF2B5EF4-FFF2-40B4-BE49-F238E27FC236}">
                <a16:creationId xmlns:a16="http://schemas.microsoft.com/office/drawing/2014/main" id="{5533FBB4-20F4-0918-BE50-4BC5C060FD70}"/>
              </a:ext>
            </a:extLst>
          </p:cNvPr>
          <p:cNvSpPr>
            <a:spLocks noGrp="1"/>
          </p:cNvSpPr>
          <p:nvPr>
            <p:ph type="body" sz="quarter" idx="3"/>
          </p:nvPr>
        </p:nvSpPr>
        <p:spPr/>
        <p:txBody>
          <a:bodyPr/>
          <a:lstStyle/>
          <a:p>
            <a:r>
              <a:rPr lang="zh-CN" altLang="en-US"/>
              <a:t>重复请求中验证缓存</a:t>
            </a:r>
          </a:p>
        </p:txBody>
      </p:sp>
      <p:pic>
        <p:nvPicPr>
          <p:cNvPr id="6" name="内容占位符 5">
            <a:extLst>
              <a:ext uri="{FF2B5EF4-FFF2-40B4-BE49-F238E27FC236}">
                <a16:creationId xmlns:a16="http://schemas.microsoft.com/office/drawing/2014/main" id="{97935DF9-622C-9CCE-95DD-5E5C6AD5C845}"/>
              </a:ext>
            </a:extLst>
          </p:cNvPr>
          <p:cNvPicPr>
            <a:picLocks noGrp="1" noChangeAspect="1"/>
          </p:cNvPicPr>
          <p:nvPr>
            <p:ph sz="quarter" idx="19"/>
          </p:nvPr>
        </p:nvPicPr>
        <p:blipFill>
          <a:blip r:embed="rId2"/>
          <a:stretch>
            <a:fillRect/>
          </a:stretch>
        </p:blipFill>
        <p:spPr>
          <a:xfrm>
            <a:off x="588963" y="1887435"/>
            <a:ext cx="4859337" cy="1760908"/>
          </a:xfrm>
          <a:prstGeom prst="rect">
            <a:avLst/>
          </a:prstGeom>
        </p:spPr>
      </p:pic>
      <p:pic>
        <p:nvPicPr>
          <p:cNvPr id="11" name="内容占位符 10">
            <a:extLst>
              <a:ext uri="{FF2B5EF4-FFF2-40B4-BE49-F238E27FC236}">
                <a16:creationId xmlns:a16="http://schemas.microsoft.com/office/drawing/2014/main" id="{FE911F67-903D-1CE9-89B4-195B8AAE01F8}"/>
              </a:ext>
            </a:extLst>
          </p:cNvPr>
          <p:cNvPicPr>
            <a:picLocks noGrp="1" noChangeAspect="1"/>
          </p:cNvPicPr>
          <p:nvPr>
            <p:ph sz="quarter" idx="20"/>
          </p:nvPr>
        </p:nvPicPr>
        <p:blipFill>
          <a:blip r:embed="rId3"/>
          <a:stretch>
            <a:fillRect/>
          </a:stretch>
        </p:blipFill>
        <p:spPr>
          <a:xfrm>
            <a:off x="6029325" y="2005920"/>
            <a:ext cx="5184775" cy="4214585"/>
          </a:xfrm>
          <a:prstGeom prst="rect">
            <a:avLst/>
          </a:prstGeom>
        </p:spPr>
      </p:pic>
      <p:sp>
        <p:nvSpPr>
          <p:cNvPr id="8" name="文本占位符 7">
            <a:extLst>
              <a:ext uri="{FF2B5EF4-FFF2-40B4-BE49-F238E27FC236}">
                <a16:creationId xmlns:a16="http://schemas.microsoft.com/office/drawing/2014/main" id="{B7FE50B3-5FC0-B02D-7737-13AB406C9BDC}"/>
              </a:ext>
            </a:extLst>
          </p:cNvPr>
          <p:cNvSpPr>
            <a:spLocks noGrp="1"/>
          </p:cNvSpPr>
          <p:nvPr>
            <p:ph type="body" sz="quarter" idx="18"/>
          </p:nvPr>
        </p:nvSpPr>
        <p:spPr/>
        <p:txBody>
          <a:bodyPr/>
          <a:lstStyle/>
          <a:p>
            <a:r>
              <a:rPr lang="en-US" altLang="zh-CN"/>
              <a:t>HTTP </a:t>
            </a:r>
            <a:r>
              <a:rPr lang="zh-CN" altLang="en-US"/>
              <a:t>缓存头</a:t>
            </a:r>
            <a:r>
              <a:rPr lang="en-US" altLang="zh-CN"/>
              <a:t>——</a:t>
            </a:r>
            <a:r>
              <a:rPr lang="zh-CN" altLang="en-US"/>
              <a:t>协商缓存（验证缓存）</a:t>
            </a:r>
          </a:p>
        </p:txBody>
      </p:sp>
    </p:spTree>
    <p:extLst>
      <p:ext uri="{BB962C8B-B14F-4D97-AF65-F5344CB8AC3E}">
        <p14:creationId xmlns:p14="http://schemas.microsoft.com/office/powerpoint/2010/main" val="13511571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BF46B62-5357-9860-5E88-7DB4CD874479}"/>
              </a:ext>
            </a:extLst>
          </p:cNvPr>
          <p:cNvSpPr>
            <a:spLocks noGrp="1"/>
          </p:cNvSpPr>
          <p:nvPr>
            <p:ph type="body" sz="quarter" idx="18"/>
          </p:nvPr>
        </p:nvSpPr>
        <p:spPr/>
        <p:txBody>
          <a:bodyPr/>
          <a:lstStyle/>
          <a:p>
            <a:r>
              <a:rPr lang="en-US" altLang="zh-CN" b="1"/>
              <a:t>gmdate()</a:t>
            </a:r>
          </a:p>
        </p:txBody>
      </p:sp>
      <p:pic>
        <p:nvPicPr>
          <p:cNvPr id="6" name="内容占位符 5">
            <a:extLst>
              <a:ext uri="{FF2B5EF4-FFF2-40B4-BE49-F238E27FC236}">
                <a16:creationId xmlns:a16="http://schemas.microsoft.com/office/drawing/2014/main" id="{635DA259-D7CD-BC02-BD88-8C90F8F92CBD}"/>
              </a:ext>
            </a:extLst>
          </p:cNvPr>
          <p:cNvPicPr>
            <a:picLocks noGrp="1" noChangeAspect="1"/>
          </p:cNvPicPr>
          <p:nvPr>
            <p:ph sz="quarter" idx="19"/>
          </p:nvPr>
        </p:nvPicPr>
        <p:blipFill>
          <a:blip r:embed="rId2"/>
          <a:stretch>
            <a:fillRect/>
          </a:stretch>
        </p:blipFill>
        <p:spPr>
          <a:xfrm>
            <a:off x="1606389" y="1600428"/>
            <a:ext cx="8366265" cy="3770711"/>
          </a:xfrm>
          <a:prstGeom prst="rect">
            <a:avLst/>
          </a:prstGeom>
        </p:spPr>
      </p:pic>
    </p:spTree>
    <p:extLst>
      <p:ext uri="{BB962C8B-B14F-4D97-AF65-F5344CB8AC3E}">
        <p14:creationId xmlns:p14="http://schemas.microsoft.com/office/powerpoint/2010/main" val="3301025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FA42ABC-2F6C-0328-0814-84B807D26D14}"/>
              </a:ext>
            </a:extLst>
          </p:cNvPr>
          <p:cNvSpPr>
            <a:spLocks noGrp="1"/>
          </p:cNvSpPr>
          <p:nvPr>
            <p:ph type="body" sz="quarter" idx="18"/>
          </p:nvPr>
        </p:nvSpPr>
        <p:spPr/>
        <p:txBody>
          <a:bodyPr/>
          <a:lstStyle/>
          <a:p>
            <a:r>
              <a:rPr lang="zh-CN" altLang="en-US"/>
              <a:t>时间工具类的构建</a:t>
            </a:r>
          </a:p>
        </p:txBody>
      </p:sp>
      <p:sp>
        <p:nvSpPr>
          <p:cNvPr id="4" name="内容占位符 3">
            <a:extLst>
              <a:ext uri="{FF2B5EF4-FFF2-40B4-BE49-F238E27FC236}">
                <a16:creationId xmlns:a16="http://schemas.microsoft.com/office/drawing/2014/main" id="{8EE3DADF-42D7-152A-862C-4D17E7B9D832}"/>
              </a:ext>
            </a:extLst>
          </p:cNvPr>
          <p:cNvSpPr>
            <a:spLocks noGrp="1"/>
          </p:cNvSpPr>
          <p:nvPr>
            <p:ph sz="quarter" idx="19"/>
          </p:nvPr>
        </p:nvSpPr>
        <p:spPr/>
        <p:txBody>
          <a:bodyPr/>
          <a:lstStyle/>
          <a:p>
            <a:r>
              <a:rPr lang="zh-CN" altLang="en-US"/>
              <a:t>练习：构建时间工具类</a:t>
            </a:r>
            <a:r>
              <a:rPr lang="en-US" altLang="zh-CN"/>
              <a:t>TimeTool</a:t>
            </a:r>
            <a:r>
              <a:rPr lang="zh-CN" altLang="en-US"/>
              <a:t>，要求封装三个方法，功能要求为：</a:t>
            </a:r>
          </a:p>
          <a:p>
            <a:pPr marL="914400" lvl="1" indent="-457200">
              <a:buFont typeface="+mj-ea"/>
              <a:buAutoNum type="circleNumDbPlain"/>
            </a:pPr>
            <a:r>
              <a:rPr lang="zh-CN" altLang="en-US"/>
              <a:t>判断学年学期是否符合格式要求，标准学年学期格式为</a:t>
            </a:r>
            <a:r>
              <a:rPr lang="en-US" altLang="zh-CN"/>
              <a:t>252602</a:t>
            </a:r>
          </a:p>
          <a:p>
            <a:pPr marL="914400" lvl="1" indent="-457200">
              <a:buFont typeface="+mj-ea"/>
              <a:buAutoNum type="circleNumDbPlain"/>
            </a:pPr>
            <a:r>
              <a:rPr lang="zh-CN" altLang="en-US"/>
              <a:t>把时间戳转为</a:t>
            </a:r>
            <a:r>
              <a:rPr lang="en-US" altLang="zh-CN"/>
              <a:t>HTTP</a:t>
            </a:r>
            <a:r>
              <a:rPr lang="zh-CN" altLang="en-US"/>
              <a:t>时间格式</a:t>
            </a:r>
            <a:r>
              <a:rPr lang="en-US" altLang="zh-CN"/>
              <a:t>(RFC1123</a:t>
            </a:r>
            <a:r>
              <a:rPr lang="zh-CN" altLang="en-US"/>
              <a:t>标准</a:t>
            </a:r>
            <a:r>
              <a:rPr lang="en-US" altLang="zh-CN"/>
              <a:t>)</a:t>
            </a:r>
          </a:p>
          <a:p>
            <a:pPr marL="914400" lvl="1" indent="-457200">
              <a:buFont typeface="+mj-ea"/>
              <a:buAutoNum type="circleNumDbPlain"/>
            </a:pPr>
            <a:r>
              <a:rPr lang="zh-CN" altLang="en-US"/>
              <a:t>获取当前的学年学期</a:t>
            </a:r>
          </a:p>
        </p:txBody>
      </p:sp>
    </p:spTree>
    <p:extLst>
      <p:ext uri="{BB962C8B-B14F-4D97-AF65-F5344CB8AC3E}">
        <p14:creationId xmlns:p14="http://schemas.microsoft.com/office/powerpoint/2010/main" val="850071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内容占位符 6">
            <a:extLst>
              <a:ext uri="{FF2B5EF4-FFF2-40B4-BE49-F238E27FC236}">
                <a16:creationId xmlns:a16="http://schemas.microsoft.com/office/drawing/2014/main" id="{421DFAC1-8713-E400-7CE7-6F2CA747F868}"/>
              </a:ext>
            </a:extLst>
          </p:cNvPr>
          <p:cNvPicPr>
            <a:picLocks noGrp="1" noChangeAspect="1"/>
          </p:cNvPicPr>
          <p:nvPr>
            <p:ph sz="quarter" idx="19"/>
          </p:nvPr>
        </p:nvPicPr>
        <p:blipFill>
          <a:blip r:embed="rId2"/>
          <a:stretch>
            <a:fillRect/>
          </a:stretch>
        </p:blipFill>
        <p:spPr>
          <a:xfrm>
            <a:off x="1669554" y="1052513"/>
            <a:ext cx="3834202" cy="5329237"/>
          </a:xfrm>
          <a:prstGeom prst="rect">
            <a:avLst/>
          </a:prstGeom>
          <a:ln>
            <a:solidFill>
              <a:schemeClr val="accent1"/>
            </a:solidFill>
          </a:ln>
        </p:spPr>
      </p:pic>
      <p:pic>
        <p:nvPicPr>
          <p:cNvPr id="9" name="内容占位符 8">
            <a:extLst>
              <a:ext uri="{FF2B5EF4-FFF2-40B4-BE49-F238E27FC236}">
                <a16:creationId xmlns:a16="http://schemas.microsoft.com/office/drawing/2014/main" id="{26D89B53-BEA1-6324-73FD-FB659A99409A}"/>
              </a:ext>
            </a:extLst>
          </p:cNvPr>
          <p:cNvPicPr>
            <a:picLocks noGrp="1" noChangeAspect="1"/>
          </p:cNvPicPr>
          <p:nvPr>
            <p:ph sz="quarter" idx="20"/>
          </p:nvPr>
        </p:nvPicPr>
        <p:blipFill>
          <a:blip r:embed="rId3"/>
          <a:stretch>
            <a:fillRect/>
          </a:stretch>
        </p:blipFill>
        <p:spPr>
          <a:xfrm>
            <a:off x="6096000" y="1052513"/>
            <a:ext cx="5461000" cy="4087765"/>
          </a:xfrm>
          <a:prstGeom prst="rect">
            <a:avLst/>
          </a:prstGeom>
          <a:ln>
            <a:solidFill>
              <a:schemeClr val="accent1"/>
            </a:solidFill>
          </a:ln>
        </p:spPr>
      </p:pic>
      <p:sp>
        <p:nvSpPr>
          <p:cNvPr id="2" name="文本占位符 1">
            <a:extLst>
              <a:ext uri="{FF2B5EF4-FFF2-40B4-BE49-F238E27FC236}">
                <a16:creationId xmlns:a16="http://schemas.microsoft.com/office/drawing/2014/main" id="{1BEA1718-3FC9-7C51-D954-FAA5565B974B}"/>
              </a:ext>
            </a:extLst>
          </p:cNvPr>
          <p:cNvSpPr>
            <a:spLocks noGrp="1"/>
          </p:cNvSpPr>
          <p:nvPr>
            <p:ph type="body" sz="quarter" idx="18"/>
          </p:nvPr>
        </p:nvSpPr>
        <p:spPr/>
        <p:txBody>
          <a:bodyPr/>
          <a:lstStyle/>
          <a:p>
            <a:r>
              <a:rPr lang="zh-CN" altLang="en-US"/>
              <a:t>代码参考</a:t>
            </a:r>
          </a:p>
        </p:txBody>
      </p:sp>
    </p:spTree>
    <p:extLst>
      <p:ext uri="{BB962C8B-B14F-4D97-AF65-F5344CB8AC3E}">
        <p14:creationId xmlns:p14="http://schemas.microsoft.com/office/powerpoint/2010/main" val="19712649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DE29325-2747-639B-FE62-A219F0A9A595}"/>
              </a:ext>
            </a:extLst>
          </p:cNvPr>
          <p:cNvSpPr>
            <a:spLocks noGrp="1"/>
          </p:cNvSpPr>
          <p:nvPr>
            <p:ph type="body" sz="quarter" idx="18"/>
          </p:nvPr>
        </p:nvSpPr>
        <p:spPr/>
        <p:txBody>
          <a:bodyPr/>
          <a:lstStyle/>
          <a:p>
            <a:r>
              <a:rPr lang="zh-CN" altLang="en-US"/>
              <a:t>数据表表的字段调整</a:t>
            </a:r>
          </a:p>
        </p:txBody>
      </p:sp>
      <p:graphicFrame>
        <p:nvGraphicFramePr>
          <p:cNvPr id="6" name="内容占位符 5">
            <a:extLst>
              <a:ext uri="{FF2B5EF4-FFF2-40B4-BE49-F238E27FC236}">
                <a16:creationId xmlns:a16="http://schemas.microsoft.com/office/drawing/2014/main" id="{8234113B-C898-937A-6194-1B0836EDEDAE}"/>
              </a:ext>
            </a:extLst>
          </p:cNvPr>
          <p:cNvGraphicFramePr>
            <a:graphicFrameLocks noGrp="1"/>
          </p:cNvGraphicFramePr>
          <p:nvPr>
            <p:ph sz="quarter" idx="19"/>
            <p:extLst>
              <p:ext uri="{D42A27DB-BD31-4B8C-83A1-F6EECF244321}">
                <p14:modId xmlns:p14="http://schemas.microsoft.com/office/powerpoint/2010/main" val="4075467960"/>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84508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D3EDB341-0661-108A-33F6-AD812054F543}"/>
              </a:ext>
            </a:extLst>
          </p:cNvPr>
          <p:cNvSpPr>
            <a:spLocks noGrp="1"/>
          </p:cNvSpPr>
          <p:nvPr>
            <p:ph type="body" sz="quarter" idx="18"/>
          </p:nvPr>
        </p:nvSpPr>
        <p:spPr/>
        <p:txBody>
          <a:bodyPr/>
          <a:lstStyle/>
          <a:p>
            <a:r>
              <a:rPr lang="zh-CN" altLang="en-US"/>
              <a:t>练习</a:t>
            </a:r>
          </a:p>
        </p:txBody>
      </p:sp>
      <p:sp>
        <p:nvSpPr>
          <p:cNvPr id="3" name="内容占位符 2">
            <a:extLst>
              <a:ext uri="{FF2B5EF4-FFF2-40B4-BE49-F238E27FC236}">
                <a16:creationId xmlns:a16="http://schemas.microsoft.com/office/drawing/2014/main" id="{4E0EE49E-AC30-FDD7-622E-789EA53794F8}"/>
              </a:ext>
            </a:extLst>
          </p:cNvPr>
          <p:cNvSpPr>
            <a:spLocks noGrp="1"/>
          </p:cNvSpPr>
          <p:nvPr>
            <p:ph sz="quarter" idx="19"/>
          </p:nvPr>
        </p:nvSpPr>
        <p:spPr/>
        <p:txBody>
          <a:bodyPr/>
          <a:lstStyle/>
          <a:p>
            <a:r>
              <a:rPr lang="zh-CN" altLang="en-US"/>
              <a:t>为</a:t>
            </a:r>
            <a:r>
              <a:rPr lang="en-US" altLang="zh-CN"/>
              <a:t>task</a:t>
            </a:r>
            <a:r>
              <a:rPr lang="zh-CN" altLang="en-US"/>
              <a:t>和</a:t>
            </a:r>
            <a:r>
              <a:rPr lang="en-US" altLang="zh-CN"/>
              <a:t>score</a:t>
            </a:r>
            <a:r>
              <a:rPr lang="zh-CN" altLang="en-US"/>
              <a:t>表添加字段，保存记录最后的修改时间。</a:t>
            </a:r>
          </a:p>
        </p:txBody>
      </p:sp>
    </p:spTree>
    <p:extLst>
      <p:ext uri="{BB962C8B-B14F-4D97-AF65-F5344CB8AC3E}">
        <p14:creationId xmlns:p14="http://schemas.microsoft.com/office/powerpoint/2010/main" val="15029234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B198C14-B913-4717-5D50-49E973F39625}"/>
              </a:ext>
            </a:extLst>
          </p:cNvPr>
          <p:cNvSpPr>
            <a:spLocks noGrp="1"/>
          </p:cNvSpPr>
          <p:nvPr>
            <p:ph type="body" sz="quarter" idx="18"/>
          </p:nvPr>
        </p:nvSpPr>
        <p:spPr/>
        <p:txBody>
          <a:bodyPr/>
          <a:lstStyle/>
          <a:p>
            <a:r>
              <a:rPr lang="zh-CN" altLang="en-US"/>
              <a:t>作业二</a:t>
            </a:r>
          </a:p>
        </p:txBody>
      </p:sp>
      <p:pic>
        <p:nvPicPr>
          <p:cNvPr id="5" name="内容占位符 4">
            <a:extLst>
              <a:ext uri="{FF2B5EF4-FFF2-40B4-BE49-F238E27FC236}">
                <a16:creationId xmlns:a16="http://schemas.microsoft.com/office/drawing/2014/main" id="{B28E04B9-C229-5FF4-F8AC-DB79011AB328}"/>
              </a:ext>
            </a:extLst>
          </p:cNvPr>
          <p:cNvPicPr>
            <a:picLocks noGrp="1" noChangeAspect="1"/>
          </p:cNvPicPr>
          <p:nvPr>
            <p:ph sz="quarter" idx="19"/>
          </p:nvPr>
        </p:nvPicPr>
        <p:blipFill>
          <a:blip r:embed="rId2"/>
          <a:stretch>
            <a:fillRect/>
          </a:stretch>
        </p:blipFill>
        <p:spPr>
          <a:xfrm>
            <a:off x="1771613" y="836613"/>
            <a:ext cx="8705924" cy="5761037"/>
          </a:xfrm>
          <a:prstGeom prst="rect">
            <a:avLst/>
          </a:prstGeom>
        </p:spPr>
      </p:pic>
    </p:spTree>
    <p:extLst>
      <p:ext uri="{BB962C8B-B14F-4D97-AF65-F5344CB8AC3E}">
        <p14:creationId xmlns:p14="http://schemas.microsoft.com/office/powerpoint/2010/main" val="11292910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AE16AB2-0EC2-C20E-D8A0-9C4EC0F6C363}"/>
              </a:ext>
            </a:extLst>
          </p:cNvPr>
          <p:cNvSpPr>
            <a:spLocks noGrp="1"/>
          </p:cNvSpPr>
          <p:nvPr>
            <p:ph type="body" sz="quarter" idx="18"/>
          </p:nvPr>
        </p:nvSpPr>
        <p:spPr/>
        <p:txBody>
          <a:bodyPr/>
          <a:lstStyle/>
          <a:p>
            <a:r>
              <a:rPr lang="en-US" altLang="zh-CN"/>
              <a:t>Sess</a:t>
            </a:r>
            <a:r>
              <a:rPr lang="zh-CN" altLang="en-US"/>
              <a:t>类关于缓存控制的相关方法</a:t>
            </a:r>
          </a:p>
        </p:txBody>
      </p:sp>
      <p:pic>
        <p:nvPicPr>
          <p:cNvPr id="8" name="内容占位符 7">
            <a:extLst>
              <a:ext uri="{FF2B5EF4-FFF2-40B4-BE49-F238E27FC236}">
                <a16:creationId xmlns:a16="http://schemas.microsoft.com/office/drawing/2014/main" id="{60CD50C8-E1DE-EB63-CFC0-7733D57DD35E}"/>
              </a:ext>
            </a:extLst>
          </p:cNvPr>
          <p:cNvPicPr>
            <a:picLocks noGrp="1" noChangeAspect="1"/>
          </p:cNvPicPr>
          <p:nvPr>
            <p:ph sz="quarter" idx="19"/>
          </p:nvPr>
        </p:nvPicPr>
        <p:blipFill>
          <a:blip r:embed="rId2"/>
          <a:stretch>
            <a:fillRect/>
          </a:stretch>
        </p:blipFill>
        <p:spPr>
          <a:xfrm>
            <a:off x="850256" y="1088013"/>
            <a:ext cx="5461000" cy="4277224"/>
          </a:xfrm>
          <a:prstGeom prst="rect">
            <a:avLst/>
          </a:prstGeom>
          <a:ln>
            <a:solidFill>
              <a:schemeClr val="accent1"/>
            </a:solidFill>
          </a:ln>
        </p:spPr>
      </p:pic>
      <p:sp>
        <p:nvSpPr>
          <p:cNvPr id="4" name="文本框 3">
            <a:extLst>
              <a:ext uri="{FF2B5EF4-FFF2-40B4-BE49-F238E27FC236}">
                <a16:creationId xmlns:a16="http://schemas.microsoft.com/office/drawing/2014/main" id="{50F8C2D0-0500-2DCA-956B-3ECEB8CA2CD2}"/>
              </a:ext>
            </a:extLst>
          </p:cNvPr>
          <p:cNvSpPr txBox="1"/>
          <p:nvPr/>
        </p:nvSpPr>
        <p:spPr>
          <a:xfrm>
            <a:off x="1747049" y="5690033"/>
            <a:ext cx="8789746" cy="645433"/>
          </a:xfrm>
          <a:prstGeom prst="rect">
            <a:avLst/>
          </a:prstGeom>
          <a:noFill/>
        </p:spPr>
        <p:txBody>
          <a:bodyPr wrap="square">
            <a:spAutoFit/>
          </a:bodyPr>
          <a:lstStyle/>
          <a:p>
            <a:pPr>
              <a:lnSpc>
                <a:spcPts val="1425"/>
              </a:lnSpc>
              <a:buNone/>
            </a:pPr>
            <a:r>
              <a:rPr lang="en-US" altLang="zh-CN" b="0" i="1">
                <a:solidFill>
                  <a:srgbClr val="2F86D2"/>
                </a:solidFill>
                <a:effectLst/>
                <a:latin typeface="Consolas" panose="020B0609020204030204" pitchFamily="49" charset="0"/>
              </a:rPr>
              <a:t>55</a:t>
            </a:r>
            <a:r>
              <a:rPr lang="zh-CN" altLang="en-US" b="0" i="1">
                <a:solidFill>
                  <a:srgbClr val="2F86D2"/>
                </a:solidFill>
                <a:effectLst/>
                <a:latin typeface="Consolas" panose="020B0609020204030204" pitchFamily="49" charset="0"/>
              </a:rPr>
              <a:t>行也可以使用如下脚本：</a:t>
            </a:r>
            <a:endParaRPr lang="en-US" altLang="zh-CN" b="0" i="1">
              <a:solidFill>
                <a:srgbClr val="2F86D2"/>
              </a:solidFill>
              <a:effectLst/>
              <a:latin typeface="Consolas" panose="020B0609020204030204" pitchFamily="49" charset="0"/>
            </a:endParaRPr>
          </a:p>
          <a:p>
            <a:pPr>
              <a:lnSpc>
                <a:spcPts val="1425"/>
              </a:lnSpc>
              <a:buNone/>
            </a:pPr>
            <a:endParaRPr lang="en-US" altLang="zh-CN" b="0" i="1">
              <a:solidFill>
                <a:srgbClr val="2F86D2"/>
              </a:solidFill>
              <a:effectLst/>
              <a:latin typeface="Consolas" panose="020B0609020204030204" pitchFamily="49" charset="0"/>
            </a:endParaRPr>
          </a:p>
          <a:p>
            <a:pPr>
              <a:lnSpc>
                <a:spcPts val="1425"/>
              </a:lnSpc>
              <a:buNone/>
            </a:pPr>
            <a:r>
              <a:rPr lang="en-US" altLang="zh-CN" b="0" i="1">
                <a:solidFill>
                  <a:srgbClr val="2F86D2"/>
                </a:solidFill>
                <a:effectLst/>
                <a:latin typeface="Consolas" panose="020B0609020204030204" pitchFamily="49" charset="0"/>
              </a:rPr>
              <a:t>$ifModifiedSince</a:t>
            </a:r>
            <a:r>
              <a:rPr lang="en-US" altLang="zh-CN" b="0">
                <a:solidFill>
                  <a:srgbClr val="236EBF"/>
                </a:solidFill>
                <a:effectLst/>
                <a:latin typeface="Consolas" panose="020B0609020204030204" pitchFamily="49" charset="0"/>
              </a:rPr>
              <a:t> </a:t>
            </a:r>
            <a:r>
              <a:rPr lang="en-US" altLang="zh-CN" b="0" i="1">
                <a:solidFill>
                  <a:srgbClr val="7B30D0"/>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a:solidFill>
                  <a:srgbClr val="08134A"/>
                </a:solidFill>
                <a:effectLst/>
                <a:latin typeface="Consolas" panose="020B0609020204030204" pitchFamily="49" charset="0"/>
              </a:rPr>
              <a:t>getallheaders</a:t>
            </a:r>
            <a:r>
              <a:rPr lang="en-US" altLang="zh-CN" b="0">
                <a:solidFill>
                  <a:srgbClr val="236EBF"/>
                </a:solidFill>
                <a:effectLst/>
                <a:latin typeface="Consolas" panose="020B0609020204030204" pitchFamily="49" charset="0"/>
              </a:rPr>
              <a:t>()[</a:t>
            </a:r>
            <a:r>
              <a:rPr lang="en-US" altLang="zh-CN" b="0">
                <a:solidFill>
                  <a:srgbClr val="D86DB6"/>
                </a:solidFill>
                <a:effectLst/>
                <a:latin typeface="Consolas" panose="020B0609020204030204" pitchFamily="49" charset="0"/>
              </a:rPr>
              <a:t>'</a:t>
            </a:r>
            <a:r>
              <a:rPr lang="en-US" altLang="zh-CN" b="0">
                <a:solidFill>
                  <a:srgbClr val="A44185"/>
                </a:solidFill>
                <a:effectLst/>
                <a:latin typeface="Consolas" panose="020B0609020204030204" pitchFamily="49" charset="0"/>
              </a:rPr>
              <a:t>If-Modified-Since</a:t>
            </a:r>
            <a:r>
              <a:rPr lang="en-US" altLang="zh-CN" b="0">
                <a:solidFill>
                  <a:srgbClr val="D86DB6"/>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i="1">
                <a:solidFill>
                  <a:srgbClr val="7B30D0"/>
                </a:solidFill>
                <a:effectLst/>
                <a:latin typeface="Consolas" panose="020B0609020204030204" pitchFamily="49" charset="0"/>
              </a:rPr>
              <a:t>??</a:t>
            </a:r>
            <a:r>
              <a:rPr lang="en-US" altLang="zh-CN" b="0">
                <a:solidFill>
                  <a:srgbClr val="236EBF"/>
                </a:solidFill>
                <a:effectLst/>
                <a:latin typeface="Consolas" panose="020B0609020204030204" pitchFamily="49" charset="0"/>
              </a:rPr>
              <a:t> </a:t>
            </a:r>
            <a:r>
              <a:rPr lang="en-US" altLang="zh-CN" b="0">
                <a:solidFill>
                  <a:srgbClr val="D86DB6"/>
                </a:solidFill>
                <a:effectLst/>
                <a:latin typeface="Consolas" panose="020B0609020204030204" pitchFamily="49" charset="0"/>
              </a:rPr>
              <a:t>''</a:t>
            </a:r>
            <a:r>
              <a:rPr lang="en-US" altLang="zh-CN" b="0">
                <a:solidFill>
                  <a:srgbClr val="236EBF"/>
                </a:solidFill>
                <a:effectLst/>
                <a:latin typeface="Consolas" panose="020B0609020204030204" pitchFamily="49" charset="0"/>
              </a:rPr>
              <a:t>;</a:t>
            </a:r>
          </a:p>
        </p:txBody>
      </p:sp>
      <p:pic>
        <p:nvPicPr>
          <p:cNvPr id="9" name="内容占位符 8">
            <a:extLst>
              <a:ext uri="{FF2B5EF4-FFF2-40B4-BE49-F238E27FC236}">
                <a16:creationId xmlns:a16="http://schemas.microsoft.com/office/drawing/2014/main" id="{E96D6E46-CF16-93EE-0043-04ACADA8B629}"/>
              </a:ext>
            </a:extLst>
          </p:cNvPr>
          <p:cNvPicPr>
            <a:picLocks noGrp="1" noChangeAspect="1"/>
          </p:cNvPicPr>
          <p:nvPr>
            <p:ph sz="quarter" idx="20"/>
          </p:nvPr>
        </p:nvPicPr>
        <p:blipFill>
          <a:blip r:embed="rId3"/>
          <a:stretch>
            <a:fillRect/>
          </a:stretch>
        </p:blipFill>
        <p:spPr>
          <a:xfrm>
            <a:off x="6442137" y="1088013"/>
            <a:ext cx="5461000" cy="2127131"/>
          </a:xfrm>
          <a:prstGeom prst="rect">
            <a:avLst/>
          </a:prstGeom>
          <a:ln>
            <a:solidFill>
              <a:schemeClr val="accent1"/>
            </a:solidFill>
          </a:ln>
        </p:spPr>
      </p:pic>
    </p:spTree>
    <p:extLst>
      <p:ext uri="{BB962C8B-B14F-4D97-AF65-F5344CB8AC3E}">
        <p14:creationId xmlns:p14="http://schemas.microsoft.com/office/powerpoint/2010/main" val="3984887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F7B3A-6FB0-0AED-7297-FAC9E4007348}"/>
            </a:ext>
          </a:extLst>
        </p:cNvPr>
        <p:cNvGrpSpPr/>
        <p:nvPr/>
      </p:nvGrpSpPr>
      <p:grpSpPr>
        <a:xfrm>
          <a:off x="0" y="0"/>
          <a:ext cx="0" cy="0"/>
          <a:chOff x="0" y="0"/>
          <a:chExt cx="0" cy="0"/>
        </a:xfrm>
      </p:grpSpPr>
      <p:sp>
        <p:nvSpPr>
          <p:cNvPr id="2" name="文本占位符 1">
            <a:extLst>
              <a:ext uri="{FF2B5EF4-FFF2-40B4-BE49-F238E27FC236}">
                <a16:creationId xmlns:a16="http://schemas.microsoft.com/office/drawing/2014/main" id="{230EF0C3-A66F-037C-45A6-A6F32F1E5A7F}"/>
              </a:ext>
            </a:extLst>
          </p:cNvPr>
          <p:cNvSpPr>
            <a:spLocks noGrp="1"/>
          </p:cNvSpPr>
          <p:nvPr>
            <p:ph type="body" sz="quarter" idx="18"/>
          </p:nvPr>
        </p:nvSpPr>
        <p:spPr/>
        <p:txBody>
          <a:bodyPr/>
          <a:lstStyle/>
          <a:p>
            <a:r>
              <a:rPr lang="en-US" altLang="zh-CN"/>
              <a:t>Task</a:t>
            </a:r>
            <a:r>
              <a:rPr lang="zh-CN" altLang="zh-CN"/>
              <a:t>类的</a:t>
            </a:r>
            <a:r>
              <a:rPr lang="en-US" altLang="zh-CN"/>
              <a:t>search</a:t>
            </a:r>
            <a:r>
              <a:rPr lang="zh-CN" altLang="zh-CN"/>
              <a:t>方法因此需要增加缓存控制逻辑</a:t>
            </a:r>
            <a:endParaRPr lang="zh-CN" altLang="en-US"/>
          </a:p>
        </p:txBody>
      </p:sp>
      <p:pic>
        <p:nvPicPr>
          <p:cNvPr id="5" name="内容占位符 4">
            <a:extLst>
              <a:ext uri="{FF2B5EF4-FFF2-40B4-BE49-F238E27FC236}">
                <a16:creationId xmlns:a16="http://schemas.microsoft.com/office/drawing/2014/main" id="{0D920525-F378-AA3A-9B7F-CAE3486E8E54}"/>
              </a:ext>
            </a:extLst>
          </p:cNvPr>
          <p:cNvPicPr>
            <a:picLocks noGrp="1" noChangeAspect="1"/>
          </p:cNvPicPr>
          <p:nvPr>
            <p:ph sz="quarter" idx="19"/>
          </p:nvPr>
        </p:nvPicPr>
        <p:blipFill>
          <a:blip r:embed="rId3"/>
          <a:stretch>
            <a:fillRect/>
          </a:stretch>
        </p:blipFill>
        <p:spPr>
          <a:xfrm>
            <a:off x="3259627" y="836613"/>
            <a:ext cx="5729896" cy="5761037"/>
          </a:xfrm>
          <a:prstGeom prst="rect">
            <a:avLst/>
          </a:prstGeom>
          <a:ln>
            <a:solidFill>
              <a:schemeClr val="accent1"/>
            </a:solidFill>
          </a:ln>
        </p:spPr>
      </p:pic>
    </p:spTree>
    <p:extLst>
      <p:ext uri="{BB962C8B-B14F-4D97-AF65-F5344CB8AC3E}">
        <p14:creationId xmlns:p14="http://schemas.microsoft.com/office/powerpoint/2010/main" val="175641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7A9C7B2-32F8-08F1-C888-30289E60209A}"/>
              </a:ext>
            </a:extLst>
          </p:cNvPr>
          <p:cNvSpPr>
            <a:spLocks noGrp="1"/>
          </p:cNvSpPr>
          <p:nvPr>
            <p:ph type="body" sz="quarter" idx="18"/>
          </p:nvPr>
        </p:nvSpPr>
        <p:spPr/>
        <p:txBody>
          <a:bodyPr/>
          <a:lstStyle/>
          <a:p>
            <a:r>
              <a:rPr lang="zh-CN" altLang="en-US"/>
              <a:t>老师首次查询请求结果</a:t>
            </a:r>
          </a:p>
        </p:txBody>
      </p:sp>
      <p:pic>
        <p:nvPicPr>
          <p:cNvPr id="6" name="内容占位符 5">
            <a:extLst>
              <a:ext uri="{FF2B5EF4-FFF2-40B4-BE49-F238E27FC236}">
                <a16:creationId xmlns:a16="http://schemas.microsoft.com/office/drawing/2014/main" id="{C5989EE3-8271-2B0E-6BE8-10514EB33484}"/>
              </a:ext>
            </a:extLst>
          </p:cNvPr>
          <p:cNvPicPr>
            <a:picLocks noGrp="1" noChangeAspect="1"/>
          </p:cNvPicPr>
          <p:nvPr>
            <p:ph sz="quarter" idx="19"/>
          </p:nvPr>
        </p:nvPicPr>
        <p:blipFill>
          <a:blip r:embed="rId3"/>
          <a:stretch>
            <a:fillRect/>
          </a:stretch>
        </p:blipFill>
        <p:spPr>
          <a:xfrm>
            <a:off x="850900" y="1458021"/>
            <a:ext cx="5461000" cy="4518221"/>
          </a:xfrm>
          <a:prstGeom prst="rect">
            <a:avLst/>
          </a:prstGeom>
          <a:ln>
            <a:solidFill>
              <a:schemeClr val="accent1"/>
            </a:solidFill>
          </a:ln>
        </p:spPr>
      </p:pic>
      <p:pic>
        <p:nvPicPr>
          <p:cNvPr id="10" name="内容占位符 9">
            <a:extLst>
              <a:ext uri="{FF2B5EF4-FFF2-40B4-BE49-F238E27FC236}">
                <a16:creationId xmlns:a16="http://schemas.microsoft.com/office/drawing/2014/main" id="{23DCBF80-8762-4533-FD0E-CFD6717FAFD9}"/>
              </a:ext>
            </a:extLst>
          </p:cNvPr>
          <p:cNvPicPr>
            <a:picLocks noGrp="1" noChangeAspect="1"/>
          </p:cNvPicPr>
          <p:nvPr>
            <p:ph sz="quarter" idx="20"/>
          </p:nvPr>
        </p:nvPicPr>
        <p:blipFill>
          <a:blip r:embed="rId4"/>
          <a:stretch>
            <a:fillRect/>
          </a:stretch>
        </p:blipFill>
        <p:spPr>
          <a:xfrm>
            <a:off x="7347897" y="991614"/>
            <a:ext cx="3798076" cy="5329238"/>
          </a:xfrm>
          <a:prstGeom prst="rect">
            <a:avLst/>
          </a:prstGeom>
          <a:ln>
            <a:solidFill>
              <a:schemeClr val="accent1"/>
            </a:solidFill>
          </a:ln>
        </p:spPr>
      </p:pic>
    </p:spTree>
    <p:extLst>
      <p:ext uri="{BB962C8B-B14F-4D97-AF65-F5344CB8AC3E}">
        <p14:creationId xmlns:p14="http://schemas.microsoft.com/office/powerpoint/2010/main" val="26795840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3DE9DC7-81B9-E809-1FF2-F09A438402E4}"/>
              </a:ext>
            </a:extLst>
          </p:cNvPr>
          <p:cNvPicPr>
            <a:picLocks noGrp="1" noChangeAspect="1"/>
          </p:cNvPicPr>
          <p:nvPr>
            <p:ph sz="quarter" idx="19"/>
          </p:nvPr>
        </p:nvPicPr>
        <p:blipFill>
          <a:blip r:embed="rId2"/>
          <a:stretch>
            <a:fillRect/>
          </a:stretch>
        </p:blipFill>
        <p:spPr>
          <a:xfrm>
            <a:off x="850900" y="1422387"/>
            <a:ext cx="5461000" cy="4589488"/>
          </a:xfrm>
          <a:prstGeom prst="rect">
            <a:avLst/>
          </a:prstGeom>
          <a:ln>
            <a:solidFill>
              <a:schemeClr val="accent1"/>
            </a:solidFill>
          </a:ln>
        </p:spPr>
      </p:pic>
      <p:pic>
        <p:nvPicPr>
          <p:cNvPr id="8" name="内容占位符 7">
            <a:extLst>
              <a:ext uri="{FF2B5EF4-FFF2-40B4-BE49-F238E27FC236}">
                <a16:creationId xmlns:a16="http://schemas.microsoft.com/office/drawing/2014/main" id="{24CDC854-FE2B-75D3-5322-88385C6A4426}"/>
              </a:ext>
            </a:extLst>
          </p:cNvPr>
          <p:cNvPicPr>
            <a:picLocks noGrp="1" noChangeAspect="1"/>
          </p:cNvPicPr>
          <p:nvPr>
            <p:ph sz="quarter" idx="20"/>
          </p:nvPr>
        </p:nvPicPr>
        <p:blipFill>
          <a:blip r:embed="rId3"/>
          <a:stretch>
            <a:fillRect/>
          </a:stretch>
        </p:blipFill>
        <p:spPr>
          <a:xfrm>
            <a:off x="6385805" y="1422387"/>
            <a:ext cx="5461000" cy="2688384"/>
          </a:xfrm>
          <a:prstGeom prst="rect">
            <a:avLst/>
          </a:prstGeom>
          <a:ln>
            <a:solidFill>
              <a:schemeClr val="accent1"/>
            </a:solidFill>
          </a:ln>
        </p:spPr>
      </p:pic>
      <p:sp>
        <p:nvSpPr>
          <p:cNvPr id="4" name="文本占位符 3">
            <a:extLst>
              <a:ext uri="{FF2B5EF4-FFF2-40B4-BE49-F238E27FC236}">
                <a16:creationId xmlns:a16="http://schemas.microsoft.com/office/drawing/2014/main" id="{D72692D2-DE96-4D5C-77B1-AECD80A477D4}"/>
              </a:ext>
            </a:extLst>
          </p:cNvPr>
          <p:cNvSpPr>
            <a:spLocks noGrp="1"/>
          </p:cNvSpPr>
          <p:nvPr>
            <p:ph type="body" sz="quarter" idx="18"/>
          </p:nvPr>
        </p:nvSpPr>
        <p:spPr/>
        <p:txBody>
          <a:bodyPr/>
          <a:lstStyle/>
          <a:p>
            <a:r>
              <a:rPr lang="zh-CN" altLang="en-US"/>
              <a:t>老师再次查询请求结果</a:t>
            </a:r>
          </a:p>
        </p:txBody>
      </p:sp>
    </p:spTree>
    <p:extLst>
      <p:ext uri="{BB962C8B-B14F-4D97-AF65-F5344CB8AC3E}">
        <p14:creationId xmlns:p14="http://schemas.microsoft.com/office/powerpoint/2010/main" val="1625992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CB95C93-EB5A-2290-5621-44BDD56E02EE}"/>
              </a:ext>
            </a:extLst>
          </p:cNvPr>
          <p:cNvSpPr>
            <a:spLocks noGrp="1"/>
          </p:cNvSpPr>
          <p:nvPr>
            <p:ph type="body" sz="quarter" idx="18"/>
          </p:nvPr>
        </p:nvSpPr>
        <p:spPr/>
        <p:txBody>
          <a:bodyPr/>
          <a:lstStyle/>
          <a:p>
            <a:r>
              <a:rPr lang="zh-CN" altLang="en-US"/>
              <a:t>学生首次查询结果</a:t>
            </a:r>
          </a:p>
        </p:txBody>
      </p:sp>
      <p:pic>
        <p:nvPicPr>
          <p:cNvPr id="6" name="内容占位符 5">
            <a:extLst>
              <a:ext uri="{FF2B5EF4-FFF2-40B4-BE49-F238E27FC236}">
                <a16:creationId xmlns:a16="http://schemas.microsoft.com/office/drawing/2014/main" id="{937EBAD7-A822-4BA3-6447-7064A00D523C}"/>
              </a:ext>
            </a:extLst>
          </p:cNvPr>
          <p:cNvPicPr>
            <a:picLocks noGrp="1" noChangeAspect="1"/>
          </p:cNvPicPr>
          <p:nvPr>
            <p:ph sz="quarter" idx="19"/>
          </p:nvPr>
        </p:nvPicPr>
        <p:blipFill>
          <a:blip r:embed="rId2"/>
          <a:stretch>
            <a:fillRect/>
          </a:stretch>
        </p:blipFill>
        <p:spPr>
          <a:xfrm>
            <a:off x="1062558" y="1022350"/>
            <a:ext cx="4894846" cy="5329237"/>
          </a:xfrm>
          <a:prstGeom prst="rect">
            <a:avLst/>
          </a:prstGeom>
          <a:ln>
            <a:solidFill>
              <a:schemeClr val="accent1"/>
            </a:solidFill>
          </a:ln>
        </p:spPr>
      </p:pic>
      <p:pic>
        <p:nvPicPr>
          <p:cNvPr id="10" name="内容占位符 9">
            <a:extLst>
              <a:ext uri="{FF2B5EF4-FFF2-40B4-BE49-F238E27FC236}">
                <a16:creationId xmlns:a16="http://schemas.microsoft.com/office/drawing/2014/main" id="{B3CD7988-1A88-554D-0439-F170154F3566}"/>
              </a:ext>
            </a:extLst>
          </p:cNvPr>
          <p:cNvPicPr>
            <a:picLocks noGrp="1" noChangeAspect="1"/>
          </p:cNvPicPr>
          <p:nvPr>
            <p:ph sz="quarter" idx="20"/>
          </p:nvPr>
        </p:nvPicPr>
        <p:blipFill>
          <a:blip r:embed="rId3"/>
          <a:stretch>
            <a:fillRect/>
          </a:stretch>
        </p:blipFill>
        <p:spPr>
          <a:xfrm>
            <a:off x="6508750" y="2346287"/>
            <a:ext cx="5461000" cy="2681364"/>
          </a:xfrm>
          <a:prstGeom prst="rect">
            <a:avLst/>
          </a:prstGeom>
          <a:ln>
            <a:solidFill>
              <a:schemeClr val="accent1"/>
            </a:solidFill>
          </a:ln>
        </p:spPr>
      </p:pic>
    </p:spTree>
    <p:extLst>
      <p:ext uri="{BB962C8B-B14F-4D97-AF65-F5344CB8AC3E}">
        <p14:creationId xmlns:p14="http://schemas.microsoft.com/office/powerpoint/2010/main" val="2812688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1FAE60B6-93FE-ACCF-541D-FE3726D02DDB}"/>
              </a:ext>
            </a:extLst>
          </p:cNvPr>
          <p:cNvPicPr>
            <a:picLocks noGrp="1" noChangeAspect="1"/>
          </p:cNvPicPr>
          <p:nvPr>
            <p:ph sz="quarter" idx="19"/>
          </p:nvPr>
        </p:nvPicPr>
        <p:blipFill>
          <a:blip r:embed="rId2"/>
          <a:stretch>
            <a:fillRect/>
          </a:stretch>
        </p:blipFill>
        <p:spPr>
          <a:xfrm>
            <a:off x="850900" y="1652692"/>
            <a:ext cx="5461000" cy="4128878"/>
          </a:xfrm>
          <a:prstGeom prst="rect">
            <a:avLst/>
          </a:prstGeom>
        </p:spPr>
      </p:pic>
      <p:pic>
        <p:nvPicPr>
          <p:cNvPr id="8" name="内容占位符 7">
            <a:extLst>
              <a:ext uri="{FF2B5EF4-FFF2-40B4-BE49-F238E27FC236}">
                <a16:creationId xmlns:a16="http://schemas.microsoft.com/office/drawing/2014/main" id="{DD106019-D467-EBCB-EE89-09249AA79322}"/>
              </a:ext>
            </a:extLst>
          </p:cNvPr>
          <p:cNvPicPr>
            <a:picLocks noGrp="1" noChangeAspect="1"/>
          </p:cNvPicPr>
          <p:nvPr>
            <p:ph sz="quarter" idx="20"/>
          </p:nvPr>
        </p:nvPicPr>
        <p:blipFill>
          <a:blip r:embed="rId3"/>
          <a:stretch>
            <a:fillRect/>
          </a:stretch>
        </p:blipFill>
        <p:spPr>
          <a:xfrm>
            <a:off x="6508750" y="2360030"/>
            <a:ext cx="5461000" cy="2653878"/>
          </a:xfrm>
          <a:prstGeom prst="rect">
            <a:avLst/>
          </a:prstGeom>
        </p:spPr>
      </p:pic>
      <p:sp>
        <p:nvSpPr>
          <p:cNvPr id="4" name="文本占位符 3">
            <a:extLst>
              <a:ext uri="{FF2B5EF4-FFF2-40B4-BE49-F238E27FC236}">
                <a16:creationId xmlns:a16="http://schemas.microsoft.com/office/drawing/2014/main" id="{F39ECF5D-91D4-654C-94A0-9FA839A6FF65}"/>
              </a:ext>
            </a:extLst>
          </p:cNvPr>
          <p:cNvSpPr>
            <a:spLocks noGrp="1"/>
          </p:cNvSpPr>
          <p:nvPr>
            <p:ph type="body" sz="quarter" idx="18"/>
          </p:nvPr>
        </p:nvSpPr>
        <p:spPr/>
        <p:txBody>
          <a:bodyPr/>
          <a:lstStyle/>
          <a:p>
            <a:r>
              <a:rPr lang="zh-CN" altLang="en-US"/>
              <a:t>学生再次查询结果</a:t>
            </a:r>
          </a:p>
        </p:txBody>
      </p:sp>
    </p:spTree>
    <p:extLst>
      <p:ext uri="{BB962C8B-B14F-4D97-AF65-F5344CB8AC3E}">
        <p14:creationId xmlns:p14="http://schemas.microsoft.com/office/powerpoint/2010/main" val="1345291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977BC71B-B2EB-C924-C00B-A8E7141A1AF0}"/>
              </a:ext>
            </a:extLst>
          </p:cNvPr>
          <p:cNvPicPr>
            <a:picLocks noGrp="1" noChangeAspect="1"/>
          </p:cNvPicPr>
          <p:nvPr>
            <p:ph sz="quarter" idx="19"/>
          </p:nvPr>
        </p:nvPicPr>
        <p:blipFill>
          <a:blip r:embed="rId2"/>
          <a:stretch>
            <a:fillRect/>
          </a:stretch>
        </p:blipFill>
        <p:spPr>
          <a:xfrm>
            <a:off x="876638" y="2021893"/>
            <a:ext cx="5409524" cy="3390476"/>
          </a:xfrm>
          <a:prstGeom prst="rect">
            <a:avLst/>
          </a:prstGeom>
        </p:spPr>
      </p:pic>
      <p:pic>
        <p:nvPicPr>
          <p:cNvPr id="8" name="内容占位符 7">
            <a:extLst>
              <a:ext uri="{FF2B5EF4-FFF2-40B4-BE49-F238E27FC236}">
                <a16:creationId xmlns:a16="http://schemas.microsoft.com/office/drawing/2014/main" id="{41A0EE6B-6988-A0E7-A4B9-3AD3C8564E67}"/>
              </a:ext>
            </a:extLst>
          </p:cNvPr>
          <p:cNvPicPr>
            <a:picLocks noGrp="1" noChangeAspect="1"/>
          </p:cNvPicPr>
          <p:nvPr>
            <p:ph sz="quarter" idx="20"/>
          </p:nvPr>
        </p:nvPicPr>
        <p:blipFill>
          <a:blip r:embed="rId3"/>
          <a:stretch>
            <a:fillRect/>
          </a:stretch>
        </p:blipFill>
        <p:spPr>
          <a:xfrm>
            <a:off x="6977613" y="1052512"/>
            <a:ext cx="3908552" cy="5329238"/>
          </a:xfrm>
          <a:prstGeom prst="rect">
            <a:avLst/>
          </a:prstGeom>
          <a:ln>
            <a:solidFill>
              <a:schemeClr val="accent1"/>
            </a:solidFill>
          </a:ln>
        </p:spPr>
      </p:pic>
      <p:sp>
        <p:nvSpPr>
          <p:cNvPr id="4" name="文本占位符 3">
            <a:extLst>
              <a:ext uri="{FF2B5EF4-FFF2-40B4-BE49-F238E27FC236}">
                <a16:creationId xmlns:a16="http://schemas.microsoft.com/office/drawing/2014/main" id="{018E898F-9197-BA75-EF90-419571AC0CB3}"/>
              </a:ext>
            </a:extLst>
          </p:cNvPr>
          <p:cNvSpPr>
            <a:spLocks noGrp="1"/>
          </p:cNvSpPr>
          <p:nvPr>
            <p:ph type="body" sz="quarter" idx="18"/>
          </p:nvPr>
        </p:nvSpPr>
        <p:spPr/>
        <p:txBody>
          <a:bodyPr/>
          <a:lstStyle/>
          <a:p>
            <a:r>
              <a:rPr lang="zh-CN" altLang="en-US"/>
              <a:t>学生第三次查询结果（增加教学任务）</a:t>
            </a:r>
          </a:p>
        </p:txBody>
      </p:sp>
    </p:spTree>
    <p:extLst>
      <p:ext uri="{BB962C8B-B14F-4D97-AF65-F5344CB8AC3E}">
        <p14:creationId xmlns:p14="http://schemas.microsoft.com/office/powerpoint/2010/main" val="3910129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655D40B4-25A5-E7BA-17A6-F1D915B7BBE5}"/>
              </a:ext>
            </a:extLst>
          </p:cNvPr>
          <p:cNvSpPr>
            <a:spLocks noGrp="1"/>
          </p:cNvSpPr>
          <p:nvPr>
            <p:ph type="body" sz="quarter" idx="10"/>
          </p:nvPr>
        </p:nvSpPr>
        <p:spPr/>
        <p:txBody>
          <a:bodyPr/>
          <a:lstStyle/>
          <a:p>
            <a:pPr lvl="0"/>
            <a:r>
              <a:rPr lang="zh-CN" altLang="en-US"/>
              <a:t>数据库访问控制的方案对比</a:t>
            </a:r>
          </a:p>
          <a:p>
            <a:pPr lvl="0"/>
            <a:r>
              <a:rPr lang="zh-CN" altLang="en-US"/>
              <a:t>数据库访问控制实施</a:t>
            </a:r>
          </a:p>
          <a:p>
            <a:pPr lvl="0"/>
            <a:r>
              <a:rPr lang="zh-CN" altLang="en-US"/>
              <a:t>作业三</a:t>
            </a:r>
          </a:p>
          <a:p>
            <a:endParaRPr lang="zh-CN" altLang="en-US"/>
          </a:p>
        </p:txBody>
      </p:sp>
      <p:sp>
        <p:nvSpPr>
          <p:cNvPr id="6" name="文本占位符 5">
            <a:extLst>
              <a:ext uri="{FF2B5EF4-FFF2-40B4-BE49-F238E27FC236}">
                <a16:creationId xmlns:a16="http://schemas.microsoft.com/office/drawing/2014/main" id="{5DD5A3FB-EC14-9E92-EE1B-B059AD7F0B0C}"/>
              </a:ext>
            </a:extLst>
          </p:cNvPr>
          <p:cNvSpPr>
            <a:spLocks noGrp="1"/>
          </p:cNvSpPr>
          <p:nvPr>
            <p:ph type="body" sz="quarter" idx="12"/>
          </p:nvPr>
        </p:nvSpPr>
        <p:spPr/>
        <p:txBody>
          <a:bodyPr/>
          <a:lstStyle/>
          <a:p>
            <a:r>
              <a:rPr lang="zh-CN" altLang="en-US"/>
              <a:t>数据库访问控制</a:t>
            </a:r>
          </a:p>
        </p:txBody>
      </p:sp>
    </p:spTree>
    <p:extLst>
      <p:ext uri="{BB962C8B-B14F-4D97-AF65-F5344CB8AC3E}">
        <p14:creationId xmlns:p14="http://schemas.microsoft.com/office/powerpoint/2010/main" val="11677338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3C6E5712-262E-9A98-403F-058A5ACC7B62}"/>
              </a:ext>
            </a:extLst>
          </p:cNvPr>
          <p:cNvSpPr>
            <a:spLocks noGrp="1"/>
          </p:cNvSpPr>
          <p:nvPr>
            <p:ph type="body" sz="quarter" idx="18"/>
          </p:nvPr>
        </p:nvSpPr>
        <p:spPr/>
        <p:txBody>
          <a:bodyPr/>
          <a:lstStyle/>
          <a:p>
            <a:r>
              <a:rPr lang="zh-CN" altLang="en-US"/>
              <a:t>两种可选方案的对比</a:t>
            </a:r>
          </a:p>
        </p:txBody>
      </p:sp>
      <p:graphicFrame>
        <p:nvGraphicFramePr>
          <p:cNvPr id="6" name="内容占位符 5">
            <a:extLst>
              <a:ext uri="{FF2B5EF4-FFF2-40B4-BE49-F238E27FC236}">
                <a16:creationId xmlns:a16="http://schemas.microsoft.com/office/drawing/2014/main" id="{104D6FEF-5DD8-D716-2481-D002B37052DF}"/>
              </a:ext>
            </a:extLst>
          </p:cNvPr>
          <p:cNvGraphicFramePr>
            <a:graphicFrameLocks noGrp="1"/>
          </p:cNvGraphicFramePr>
          <p:nvPr>
            <p:ph sz="quarter" idx="19"/>
            <p:extLst>
              <p:ext uri="{D42A27DB-BD31-4B8C-83A1-F6EECF244321}">
                <p14:modId xmlns:p14="http://schemas.microsoft.com/office/powerpoint/2010/main" val="1138023469"/>
              </p:ext>
            </p:extLst>
          </p:nvPr>
        </p:nvGraphicFramePr>
        <p:xfrm>
          <a:off x="536573" y="836614"/>
          <a:ext cx="11150601" cy="6103496"/>
        </p:xfrm>
        <a:graphic>
          <a:graphicData uri="http://schemas.openxmlformats.org/drawingml/2006/table">
            <a:tbl>
              <a:tblPr firstRow="1" bandRow="1">
                <a:tableStyleId>{5C22544A-7EE6-4342-B048-85BDC9FD1C3A}</a:tableStyleId>
              </a:tblPr>
              <a:tblGrid>
                <a:gridCol w="2101852">
                  <a:extLst>
                    <a:ext uri="{9D8B030D-6E8A-4147-A177-3AD203B41FA5}">
                      <a16:colId xmlns:a16="http://schemas.microsoft.com/office/drawing/2014/main" val="848818658"/>
                    </a:ext>
                  </a:extLst>
                </a:gridCol>
                <a:gridCol w="4705350">
                  <a:extLst>
                    <a:ext uri="{9D8B030D-6E8A-4147-A177-3AD203B41FA5}">
                      <a16:colId xmlns:a16="http://schemas.microsoft.com/office/drawing/2014/main" val="1385806978"/>
                    </a:ext>
                  </a:extLst>
                </a:gridCol>
                <a:gridCol w="4343399">
                  <a:extLst>
                    <a:ext uri="{9D8B030D-6E8A-4147-A177-3AD203B41FA5}">
                      <a16:colId xmlns:a16="http://schemas.microsoft.com/office/drawing/2014/main" val="3031337545"/>
                    </a:ext>
                  </a:extLst>
                </a:gridCol>
              </a:tblGrid>
              <a:tr h="306573">
                <a:tc>
                  <a:txBody>
                    <a:bodyPr/>
                    <a:lstStyle/>
                    <a:p>
                      <a:pPr algn="l">
                        <a:lnSpc>
                          <a:spcPts val="1875"/>
                        </a:lnSpc>
                        <a:buNone/>
                      </a:pPr>
                      <a:r>
                        <a:rPr lang="zh-CN" altLang="en-US" sz="1600" b="0">
                          <a:effectLst/>
                          <a:latin typeface="quote-cjk-patch"/>
                        </a:rPr>
                        <a:t>维度</a:t>
                      </a:r>
                    </a:p>
                  </a:txBody>
                  <a:tcPr marR="76200" marT="47625" marB="47625" anchor="ctr"/>
                </a:tc>
                <a:tc>
                  <a:txBody>
                    <a:bodyPr/>
                    <a:lstStyle/>
                    <a:p>
                      <a:pPr algn="l">
                        <a:lnSpc>
                          <a:spcPts val="1875"/>
                        </a:lnSpc>
                        <a:buNone/>
                      </a:pPr>
                      <a:r>
                        <a:rPr lang="zh-CN" altLang="en-US" sz="1600" b="0">
                          <a:effectLst/>
                          <a:latin typeface="quote-cjk-patch"/>
                        </a:rPr>
                        <a:t>方案</a:t>
                      </a:r>
                      <a:r>
                        <a:rPr lang="en-US" altLang="zh-CN" sz="1600" b="0">
                          <a:effectLst/>
                          <a:latin typeface="quote-cjk-patch"/>
                        </a:rPr>
                        <a:t>A</a:t>
                      </a:r>
                      <a:r>
                        <a:rPr lang="zh-CN" altLang="en-US" sz="1600" b="0">
                          <a:effectLst/>
                          <a:latin typeface="quote-cjk-patch"/>
                        </a:rPr>
                        <a:t>：数据库用户级</a:t>
                      </a:r>
                    </a:p>
                  </a:txBody>
                  <a:tcPr marL="76200" marR="76200" marT="47625" marB="47625" anchor="ctr"/>
                </a:tc>
                <a:tc>
                  <a:txBody>
                    <a:bodyPr/>
                    <a:lstStyle/>
                    <a:p>
                      <a:pPr algn="l">
                        <a:lnSpc>
                          <a:spcPts val="1875"/>
                        </a:lnSpc>
                        <a:buNone/>
                      </a:pPr>
                      <a:r>
                        <a:rPr lang="zh-CN" altLang="en-US" sz="1600" b="0">
                          <a:effectLst/>
                          <a:latin typeface="quote-cjk-patch"/>
                        </a:rPr>
                        <a:t>方案</a:t>
                      </a:r>
                      <a:r>
                        <a:rPr lang="en-US" altLang="zh-CN" sz="1600" b="0">
                          <a:effectLst/>
                          <a:latin typeface="quote-cjk-patch"/>
                        </a:rPr>
                        <a:t>B</a:t>
                      </a:r>
                      <a:r>
                        <a:rPr lang="zh-CN" altLang="en-US" sz="1600" b="0">
                          <a:effectLst/>
                          <a:latin typeface="quote-cjk-patch"/>
                        </a:rPr>
                        <a:t>：应用层控制</a:t>
                      </a:r>
                    </a:p>
                  </a:txBody>
                  <a:tcPr marL="76200" marR="76200" marT="47625" marB="47625" anchor="ctr"/>
                </a:tc>
                <a:extLst>
                  <a:ext uri="{0D108BD9-81ED-4DB2-BD59-A6C34878D82A}">
                    <a16:rowId xmlns:a16="http://schemas.microsoft.com/office/drawing/2014/main" val="3504733822"/>
                  </a:ext>
                </a:extLst>
              </a:tr>
              <a:tr h="965995">
                <a:tc>
                  <a:txBody>
                    <a:bodyPr/>
                    <a:lstStyle/>
                    <a:p>
                      <a:pPr>
                        <a:lnSpc>
                          <a:spcPts val="1875"/>
                        </a:lnSpc>
                        <a:buNone/>
                      </a:pPr>
                      <a:r>
                        <a:rPr lang="zh-CN" altLang="en-US" sz="1600" b="1">
                          <a:effectLst/>
                          <a:latin typeface="quote-cjk-patch"/>
                        </a:rPr>
                        <a:t>安全性</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a:t>
                      </a:r>
                      <a:r>
                        <a:rPr lang="zh-CN" altLang="en-US" sz="1600" b="1">
                          <a:effectLst/>
                          <a:latin typeface="quote-cjk-patch"/>
                        </a:rPr>
                        <a:t>极高</a:t>
                      </a:r>
                      <a:br>
                        <a:rPr lang="zh-CN" altLang="en-US" sz="1600" b="0">
                          <a:effectLst/>
                          <a:latin typeface="quote-cjk-patch"/>
                        </a:rPr>
                      </a:br>
                      <a:r>
                        <a:rPr lang="en-US" altLang="zh-CN" sz="1600" b="0">
                          <a:effectLst/>
                          <a:latin typeface="quote-cjk-patch"/>
                        </a:rPr>
                        <a:t>• </a:t>
                      </a:r>
                      <a:r>
                        <a:rPr lang="zh-CN" altLang="en-US" sz="1600" b="0">
                          <a:effectLst/>
                          <a:latin typeface="quote-cjk-patch"/>
                        </a:rPr>
                        <a:t>数据库层强制隔离</a:t>
                      </a:r>
                      <a:br>
                        <a:rPr lang="zh-CN" altLang="en-US" sz="1600" b="0">
                          <a:effectLst/>
                          <a:latin typeface="quote-cjk-patch"/>
                        </a:rPr>
                      </a:br>
                      <a:r>
                        <a:rPr lang="en-US" altLang="zh-CN" sz="1600" b="0">
                          <a:effectLst/>
                          <a:latin typeface="quote-cjk-patch"/>
                        </a:rPr>
                        <a:t>• </a:t>
                      </a:r>
                      <a:r>
                        <a:rPr lang="zh-CN" altLang="en-US" sz="1600" b="0">
                          <a:effectLst/>
                          <a:latin typeface="quote-cjk-patch"/>
                        </a:rPr>
                        <a:t>即使</a:t>
                      </a:r>
                      <a:r>
                        <a:rPr lang="en-US" altLang="zh-CN" sz="1600" b="0">
                          <a:effectLst/>
                          <a:latin typeface="quote-cjk-patch"/>
                        </a:rPr>
                        <a:t>SQL</a:t>
                      </a:r>
                      <a:r>
                        <a:rPr lang="zh-CN" altLang="en-US" sz="1600" b="0">
                          <a:effectLst/>
                          <a:latin typeface="quote-cjk-patch"/>
                        </a:rPr>
                        <a:t>注入也无法修改数据</a:t>
                      </a:r>
                      <a:br>
                        <a:rPr lang="zh-CN" altLang="en-US" sz="1600" b="0">
                          <a:effectLst/>
                          <a:latin typeface="quote-cjk-patch"/>
                        </a:rPr>
                      </a:br>
                      <a:r>
                        <a:rPr lang="en-US" altLang="zh-CN" sz="1600" b="0">
                          <a:effectLst/>
                          <a:latin typeface="quote-cjk-patch"/>
                        </a:rPr>
                        <a:t>• </a:t>
                      </a:r>
                      <a:r>
                        <a:rPr lang="zh-CN" altLang="en-US" sz="1600" b="0">
                          <a:effectLst/>
                          <a:latin typeface="quote-cjk-patch"/>
                        </a:rPr>
                        <a:t>符合最小权限原则</a:t>
                      </a:r>
                    </a:p>
                  </a:txBody>
                  <a:tcPr marL="76200" marR="76200" marT="47625" marB="47625" anchor="ctr"/>
                </a:tc>
                <a:tc>
                  <a:txBody>
                    <a:bodyPr/>
                    <a:lstStyle/>
                    <a:p>
                      <a:pPr>
                        <a:lnSpc>
                          <a:spcPts val="1875"/>
                        </a:lnSpc>
                        <a:buNone/>
                      </a:pPr>
                      <a:r>
                        <a:rPr lang="zh-CN" altLang="en-US" sz="1600" b="0">
                          <a:effectLst/>
                          <a:latin typeface="quote-cjk-patch"/>
                        </a:rPr>
                        <a:t>⭐⭐⭐ 中等</a:t>
                      </a:r>
                      <a:br>
                        <a:rPr lang="zh-CN" altLang="en-US" sz="1600" b="0">
                          <a:effectLst/>
                          <a:latin typeface="quote-cjk-patch"/>
                        </a:rPr>
                      </a:br>
                      <a:r>
                        <a:rPr lang="en-US" altLang="zh-CN" sz="1600" b="0">
                          <a:effectLst/>
                          <a:latin typeface="quote-cjk-patch"/>
                        </a:rPr>
                        <a:t>• </a:t>
                      </a:r>
                      <a:r>
                        <a:rPr lang="zh-CN" altLang="en-US" sz="1600" b="0">
                          <a:effectLst/>
                          <a:latin typeface="quote-cjk-patch"/>
                        </a:rPr>
                        <a:t>代码</a:t>
                      </a:r>
                      <a:r>
                        <a:rPr lang="en-US" altLang="zh-CN" sz="1600" b="0">
                          <a:effectLst/>
                          <a:latin typeface="quote-cjk-patch"/>
                        </a:rPr>
                        <a:t>bug</a:t>
                      </a:r>
                      <a:r>
                        <a:rPr lang="zh-CN" altLang="en-US" sz="1600" b="0">
                          <a:effectLst/>
                          <a:latin typeface="quote-cjk-patch"/>
                        </a:rPr>
                        <a:t>可能绕过检查</a:t>
                      </a:r>
                      <a:br>
                        <a:rPr lang="zh-CN" altLang="en-US" sz="1600" b="0">
                          <a:effectLst/>
                          <a:latin typeface="quote-cjk-patch"/>
                        </a:rPr>
                      </a:br>
                      <a:r>
                        <a:rPr lang="en-US" altLang="zh-CN" sz="1600" b="0">
                          <a:effectLst/>
                          <a:latin typeface="quote-cjk-patch"/>
                        </a:rPr>
                        <a:t>• SQL</a:t>
                      </a:r>
                      <a:r>
                        <a:rPr lang="zh-CN" altLang="en-US" sz="1600" b="0">
                          <a:effectLst/>
                          <a:latin typeface="quote-cjk-patch"/>
                        </a:rPr>
                        <a:t>注入可能提权</a:t>
                      </a:r>
                      <a:br>
                        <a:rPr lang="zh-CN" altLang="en-US" sz="1600" b="0">
                          <a:effectLst/>
                          <a:latin typeface="quote-cjk-patch"/>
                        </a:rPr>
                      </a:br>
                      <a:r>
                        <a:rPr lang="en-US" altLang="zh-CN" sz="1600" b="0">
                          <a:effectLst/>
                          <a:latin typeface="quote-cjk-patch"/>
                        </a:rPr>
                        <a:t>• </a:t>
                      </a:r>
                      <a:r>
                        <a:rPr lang="zh-CN" altLang="en-US" sz="1600" b="0">
                          <a:effectLst/>
                          <a:latin typeface="quote-cjk-patch"/>
                        </a:rPr>
                        <a:t>依赖开发者遵守规则</a:t>
                      </a:r>
                    </a:p>
                  </a:txBody>
                  <a:tcPr marL="76200" marT="47625" marB="47625" anchor="ctr"/>
                </a:tc>
                <a:extLst>
                  <a:ext uri="{0D108BD9-81ED-4DB2-BD59-A6C34878D82A}">
                    <a16:rowId xmlns:a16="http://schemas.microsoft.com/office/drawing/2014/main" val="1519978117"/>
                  </a:ext>
                </a:extLst>
              </a:tr>
              <a:tr h="746188">
                <a:tc>
                  <a:txBody>
                    <a:bodyPr/>
                    <a:lstStyle/>
                    <a:p>
                      <a:pPr>
                        <a:lnSpc>
                          <a:spcPts val="1875"/>
                        </a:lnSpc>
                        <a:buNone/>
                      </a:pPr>
                      <a:r>
                        <a:rPr lang="zh-CN" altLang="en-US" sz="1600" b="1">
                          <a:effectLst/>
                          <a:latin typeface="quote-cjk-patch"/>
                        </a:rPr>
                        <a:t>性能</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较好</a:t>
                      </a:r>
                      <a:br>
                        <a:rPr lang="zh-CN" altLang="en-US" sz="1600" b="0">
                          <a:effectLst/>
                          <a:latin typeface="quote-cjk-patch"/>
                        </a:rPr>
                      </a:br>
                      <a:r>
                        <a:rPr lang="en-US" altLang="zh-CN" sz="1600" b="0">
                          <a:effectLst/>
                          <a:latin typeface="quote-cjk-patch"/>
                        </a:rPr>
                        <a:t>• </a:t>
                      </a:r>
                      <a:r>
                        <a:rPr lang="zh-CN" altLang="en-US" sz="1600" b="0">
                          <a:effectLst/>
                          <a:latin typeface="quote-cjk-patch"/>
                        </a:rPr>
                        <a:t>无额外代码判断开销</a:t>
                      </a:r>
                      <a:br>
                        <a:rPr lang="zh-CN" altLang="en-US" sz="1600" b="0">
                          <a:effectLst/>
                          <a:latin typeface="quote-cjk-patch"/>
                        </a:rPr>
                      </a:br>
                      <a:r>
                        <a:rPr lang="en-US" altLang="zh-CN" sz="1600" b="0">
                          <a:effectLst/>
                          <a:latin typeface="quote-cjk-patch"/>
                        </a:rPr>
                        <a:t>• </a:t>
                      </a:r>
                      <a:r>
                        <a:rPr lang="zh-CN" altLang="en-US" sz="1600" b="0">
                          <a:effectLst/>
                          <a:latin typeface="quote-cjk-patch"/>
                        </a:rPr>
                        <a:t>连接池需维护两个连接</a:t>
                      </a:r>
                    </a:p>
                  </a:txBody>
                  <a:tcPr marL="76200" marR="76200" marT="47625" marB="47625" anchor="ctr"/>
                </a:tc>
                <a:tc>
                  <a:txBody>
                    <a:bodyPr/>
                    <a:lstStyle/>
                    <a:p>
                      <a:pPr>
                        <a:lnSpc>
                          <a:spcPts val="1875"/>
                        </a:lnSpc>
                        <a:buNone/>
                      </a:pPr>
                      <a:r>
                        <a:rPr lang="zh-CN" altLang="en-US" sz="1600" b="0">
                          <a:effectLst/>
                          <a:latin typeface="quote-cjk-patch"/>
                        </a:rPr>
                        <a:t>⭐⭐⭐ 一般</a:t>
                      </a:r>
                      <a:br>
                        <a:rPr lang="zh-CN" altLang="en-US" sz="1600" b="0">
                          <a:effectLst/>
                          <a:latin typeface="quote-cjk-patch"/>
                        </a:rPr>
                      </a:br>
                      <a:r>
                        <a:rPr lang="en-US" altLang="zh-CN" sz="1600" b="0">
                          <a:effectLst/>
                          <a:latin typeface="quote-cjk-patch"/>
                        </a:rPr>
                        <a:t>• </a:t>
                      </a:r>
                      <a:r>
                        <a:rPr lang="zh-CN" altLang="en-US" sz="1600" b="0">
                          <a:effectLst/>
                          <a:latin typeface="quote-cjk-patch"/>
                        </a:rPr>
                        <a:t>每次操作都有数组</a:t>
                      </a:r>
                      <a:r>
                        <a:rPr lang="en-US" altLang="zh-CN" sz="1600" b="0">
                          <a:effectLst/>
                          <a:latin typeface="quote-cjk-patch"/>
                        </a:rPr>
                        <a:t>/</a:t>
                      </a:r>
                      <a:r>
                        <a:rPr lang="zh-CN" altLang="en-US" sz="1600" b="0">
                          <a:effectLst/>
                          <a:latin typeface="quote-cjk-patch"/>
                        </a:rPr>
                        <a:t>白名单判断</a:t>
                      </a:r>
                      <a:br>
                        <a:rPr lang="zh-CN" altLang="en-US" sz="1600" b="0">
                          <a:effectLst/>
                          <a:latin typeface="quote-cjk-patch"/>
                        </a:rPr>
                      </a:br>
                      <a:r>
                        <a:rPr lang="en-US" altLang="zh-CN" sz="1600" b="0">
                          <a:effectLst/>
                          <a:latin typeface="quote-cjk-patch"/>
                        </a:rPr>
                        <a:t>• </a:t>
                      </a:r>
                      <a:r>
                        <a:rPr lang="zh-CN" altLang="en-US" sz="1600" b="0">
                          <a:effectLst/>
                          <a:latin typeface="quote-cjk-patch"/>
                        </a:rPr>
                        <a:t>内存开销略大</a:t>
                      </a:r>
                    </a:p>
                  </a:txBody>
                  <a:tcPr marL="76200" marT="47625" marB="47625" anchor="ctr"/>
                </a:tc>
                <a:extLst>
                  <a:ext uri="{0D108BD9-81ED-4DB2-BD59-A6C34878D82A}">
                    <a16:rowId xmlns:a16="http://schemas.microsoft.com/office/drawing/2014/main" val="1865844499"/>
                  </a:ext>
                </a:extLst>
              </a:tr>
              <a:tr h="746188">
                <a:tc>
                  <a:txBody>
                    <a:bodyPr/>
                    <a:lstStyle/>
                    <a:p>
                      <a:pPr>
                        <a:lnSpc>
                          <a:spcPts val="1875"/>
                        </a:lnSpc>
                        <a:buNone/>
                      </a:pPr>
                      <a:r>
                        <a:rPr lang="zh-CN" altLang="en-US" sz="1600" b="1">
                          <a:effectLst/>
                          <a:latin typeface="quote-cjk-patch"/>
                        </a:rPr>
                        <a:t>实现复杂度</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a:t>
                      </a:r>
                      <a:r>
                        <a:rPr lang="zh-CN" altLang="en-US" sz="1600" b="1">
                          <a:effectLst/>
                          <a:latin typeface="quote-cjk-patch"/>
                        </a:rPr>
                        <a:t>极简</a:t>
                      </a:r>
                      <a:br>
                        <a:rPr lang="zh-CN" altLang="en-US" sz="1600" b="0">
                          <a:effectLst/>
                          <a:latin typeface="quote-cjk-patch"/>
                        </a:rPr>
                      </a:br>
                      <a:r>
                        <a:rPr lang="en-US" altLang="zh-CN" sz="1600" b="0">
                          <a:effectLst/>
                          <a:latin typeface="quote-cjk-patch"/>
                        </a:rPr>
                        <a:t>• </a:t>
                      </a:r>
                      <a:r>
                        <a:rPr lang="zh-CN" altLang="en-US" sz="1600" b="0">
                          <a:effectLst/>
                          <a:latin typeface="quote-cjk-patch"/>
                        </a:rPr>
                        <a:t>只需配置两个用户</a:t>
                      </a:r>
                      <a:br>
                        <a:rPr lang="zh-CN" altLang="en-US" sz="1600" b="0">
                          <a:effectLst/>
                          <a:latin typeface="quote-cjk-patch"/>
                        </a:rPr>
                      </a:br>
                      <a:r>
                        <a:rPr lang="en-US" altLang="zh-CN" sz="1600" b="0">
                          <a:effectLst/>
                          <a:latin typeface="quote-cjk-patch"/>
                        </a:rPr>
                        <a:t>• </a:t>
                      </a:r>
                      <a:r>
                        <a:rPr lang="zh-CN" altLang="en-US" sz="1600" b="0">
                          <a:effectLst/>
                          <a:latin typeface="quote-cjk-patch"/>
                        </a:rPr>
                        <a:t>数据库端设置权限即可</a:t>
                      </a:r>
                    </a:p>
                  </a:txBody>
                  <a:tcPr marL="76200" marR="76200" marT="47625" marB="47625" anchor="ctr"/>
                </a:tc>
                <a:tc>
                  <a:txBody>
                    <a:bodyPr/>
                    <a:lstStyle/>
                    <a:p>
                      <a:pPr>
                        <a:lnSpc>
                          <a:spcPts val="1875"/>
                        </a:lnSpc>
                        <a:buNone/>
                      </a:pPr>
                      <a:r>
                        <a:rPr lang="zh-CN" altLang="en-US" sz="1600" b="0">
                          <a:effectLst/>
                          <a:latin typeface="quote-cjk-patch"/>
                        </a:rPr>
                        <a:t>⭐⭐ 复杂</a:t>
                      </a:r>
                      <a:br>
                        <a:rPr lang="zh-CN" altLang="en-US" sz="1600" b="0">
                          <a:effectLst/>
                          <a:latin typeface="quote-cjk-patch"/>
                        </a:rPr>
                      </a:br>
                      <a:r>
                        <a:rPr lang="en-US" altLang="zh-CN" sz="1600" b="0">
                          <a:effectLst/>
                          <a:latin typeface="quote-cjk-patch"/>
                        </a:rPr>
                        <a:t>• </a:t>
                      </a:r>
                      <a:r>
                        <a:rPr lang="zh-CN" altLang="en-US" sz="1600" b="0">
                          <a:effectLst/>
                          <a:latin typeface="quote-cjk-patch"/>
                        </a:rPr>
                        <a:t>需实现白名单、日志、版本控制等</a:t>
                      </a:r>
                      <a:br>
                        <a:rPr lang="zh-CN" altLang="en-US" sz="1600" b="0">
                          <a:effectLst/>
                          <a:latin typeface="quote-cjk-patch"/>
                        </a:rPr>
                      </a:br>
                      <a:r>
                        <a:rPr lang="en-US" altLang="zh-CN" sz="1600" b="0">
                          <a:effectLst/>
                          <a:latin typeface="quote-cjk-patch"/>
                        </a:rPr>
                        <a:t>• </a:t>
                      </a:r>
                      <a:r>
                        <a:rPr lang="zh-CN" altLang="en-US" sz="1600" b="0">
                          <a:effectLst/>
                          <a:latin typeface="quote-cjk-patch"/>
                        </a:rPr>
                        <a:t>每个业务都要写检查代码</a:t>
                      </a:r>
                    </a:p>
                  </a:txBody>
                  <a:tcPr marL="76200" marT="47625" marB="47625" anchor="ctr"/>
                </a:tc>
                <a:extLst>
                  <a:ext uri="{0D108BD9-81ED-4DB2-BD59-A6C34878D82A}">
                    <a16:rowId xmlns:a16="http://schemas.microsoft.com/office/drawing/2014/main" val="1982144133"/>
                  </a:ext>
                </a:extLst>
              </a:tr>
              <a:tr h="965995">
                <a:tc>
                  <a:txBody>
                    <a:bodyPr/>
                    <a:lstStyle/>
                    <a:p>
                      <a:pPr>
                        <a:lnSpc>
                          <a:spcPts val="1875"/>
                        </a:lnSpc>
                        <a:buNone/>
                      </a:pPr>
                      <a:r>
                        <a:rPr lang="zh-CN" altLang="en-US" sz="1600" b="1">
                          <a:effectLst/>
                          <a:latin typeface="quote-cjk-patch"/>
                        </a:rPr>
                        <a:t>灵活性</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较差</a:t>
                      </a:r>
                      <a:br>
                        <a:rPr lang="zh-CN" altLang="en-US" sz="1600" b="0">
                          <a:effectLst/>
                          <a:latin typeface="quote-cjk-patch"/>
                        </a:rPr>
                      </a:br>
                      <a:r>
                        <a:rPr lang="en-US" altLang="zh-CN" sz="1600" b="0">
                          <a:effectLst/>
                          <a:latin typeface="quote-cjk-patch"/>
                        </a:rPr>
                        <a:t>• </a:t>
                      </a:r>
                      <a:r>
                        <a:rPr lang="zh-CN" altLang="en-US" sz="1600" b="0">
                          <a:effectLst/>
                          <a:latin typeface="quote-cjk-patch"/>
                        </a:rPr>
                        <a:t>粒度只能到表级别</a:t>
                      </a:r>
                      <a:br>
                        <a:rPr lang="zh-CN" altLang="en-US" sz="1600" b="0">
                          <a:effectLst/>
                          <a:latin typeface="quote-cjk-patch"/>
                        </a:rPr>
                      </a:br>
                      <a:r>
                        <a:rPr lang="en-US" altLang="zh-CN" sz="1600" b="0">
                          <a:effectLst/>
                          <a:latin typeface="quote-cjk-patch"/>
                        </a:rPr>
                        <a:t>• </a:t>
                      </a:r>
                      <a:r>
                        <a:rPr lang="zh-CN" altLang="en-US" sz="1600" b="0">
                          <a:effectLst/>
                          <a:latin typeface="quote-cjk-patch"/>
                        </a:rPr>
                        <a:t>无法实现行级权限</a:t>
                      </a:r>
                      <a:br>
                        <a:rPr lang="zh-CN" altLang="en-US" sz="1600" b="0">
                          <a:effectLst/>
                          <a:latin typeface="quote-cjk-patch"/>
                        </a:rPr>
                      </a:br>
                      <a:r>
                        <a:rPr lang="en-US" altLang="zh-CN" sz="1600" b="0">
                          <a:effectLst/>
                          <a:latin typeface="quote-cjk-patch"/>
                        </a:rPr>
                        <a:t>• </a:t>
                      </a:r>
                      <a:r>
                        <a:rPr lang="zh-CN" altLang="en-US" sz="1600" b="0">
                          <a:effectLst/>
                          <a:latin typeface="quote-cjk-patch"/>
                        </a:rPr>
                        <a:t>修改权限需</a:t>
                      </a:r>
                      <a:r>
                        <a:rPr lang="en-US" altLang="zh-CN" sz="1600" b="0">
                          <a:effectLst/>
                          <a:latin typeface="quote-cjk-patch"/>
                        </a:rPr>
                        <a:t>DBA</a:t>
                      </a:r>
                      <a:r>
                        <a:rPr lang="zh-CN" altLang="en-US" sz="1600" b="0">
                          <a:effectLst/>
                          <a:latin typeface="quote-cjk-patch"/>
                        </a:rPr>
                        <a:t>介入</a:t>
                      </a:r>
                    </a:p>
                  </a:txBody>
                  <a:tcPr marL="76200" marR="76200" marT="47625" marB="47625" anchor="ctr"/>
                </a:tc>
                <a:tc>
                  <a:txBody>
                    <a:bodyPr/>
                    <a:lstStyle/>
                    <a:p>
                      <a:pPr>
                        <a:lnSpc>
                          <a:spcPts val="1875"/>
                        </a:lnSpc>
                        <a:buNone/>
                      </a:pPr>
                      <a:r>
                        <a:rPr lang="zh-CN" altLang="en-US" sz="1600" b="0">
                          <a:effectLst/>
                          <a:latin typeface="quote-cjk-patch"/>
                        </a:rPr>
                        <a:t>⭐⭐⭐⭐ 灵活</a:t>
                      </a:r>
                      <a:br>
                        <a:rPr lang="zh-CN" altLang="en-US" sz="1600" b="0">
                          <a:effectLst/>
                          <a:latin typeface="quote-cjk-patch"/>
                        </a:rPr>
                      </a:br>
                      <a:r>
                        <a:rPr lang="en-US" altLang="zh-CN" sz="1600" b="0">
                          <a:effectLst/>
                          <a:latin typeface="quote-cjk-patch"/>
                        </a:rPr>
                        <a:t>• </a:t>
                      </a:r>
                      <a:r>
                        <a:rPr lang="zh-CN" altLang="en-US" sz="1600" b="0">
                          <a:effectLst/>
                          <a:latin typeface="quote-cjk-patch"/>
                        </a:rPr>
                        <a:t>可实现字段级</a:t>
                      </a:r>
                      <a:r>
                        <a:rPr lang="en-US" altLang="zh-CN" sz="1600" b="0">
                          <a:effectLst/>
                          <a:latin typeface="quote-cjk-patch"/>
                        </a:rPr>
                        <a:t>/</a:t>
                      </a:r>
                      <a:r>
                        <a:rPr lang="zh-CN" altLang="en-US" sz="1600" b="0">
                          <a:effectLst/>
                          <a:latin typeface="quote-cjk-patch"/>
                        </a:rPr>
                        <a:t>行级控制</a:t>
                      </a:r>
                      <a:br>
                        <a:rPr lang="zh-CN" altLang="en-US" sz="1600" b="0">
                          <a:effectLst/>
                          <a:latin typeface="quote-cjk-patch"/>
                        </a:rPr>
                      </a:br>
                      <a:r>
                        <a:rPr lang="en-US" altLang="zh-CN" sz="1600" b="0">
                          <a:effectLst/>
                          <a:latin typeface="quote-cjk-patch"/>
                        </a:rPr>
                        <a:t>• </a:t>
                      </a:r>
                      <a:r>
                        <a:rPr lang="zh-CN" altLang="en-US" sz="1600" b="0">
                          <a:effectLst/>
                          <a:latin typeface="quote-cjk-patch"/>
                        </a:rPr>
                        <a:t>可动态调整（如</a:t>
                      </a:r>
                      <a:r>
                        <a:rPr lang="en-US" altLang="zh-CN" sz="1600" b="0">
                          <a:effectLst/>
                          <a:latin typeface="quote-cjk-patch"/>
                        </a:rPr>
                        <a:t>VIP</a:t>
                      </a:r>
                      <a:r>
                        <a:rPr lang="zh-CN" altLang="en-US" sz="1600" b="0">
                          <a:effectLst/>
                          <a:latin typeface="quote-cjk-patch"/>
                        </a:rPr>
                        <a:t>用户特殊权限）</a:t>
                      </a:r>
                    </a:p>
                  </a:txBody>
                  <a:tcPr marL="76200" marT="47625" marB="47625" anchor="ctr"/>
                </a:tc>
                <a:extLst>
                  <a:ext uri="{0D108BD9-81ED-4DB2-BD59-A6C34878D82A}">
                    <a16:rowId xmlns:a16="http://schemas.microsoft.com/office/drawing/2014/main" val="4232484305"/>
                  </a:ext>
                </a:extLst>
              </a:tr>
              <a:tr h="746188">
                <a:tc>
                  <a:txBody>
                    <a:bodyPr/>
                    <a:lstStyle/>
                    <a:p>
                      <a:pPr>
                        <a:lnSpc>
                          <a:spcPts val="1875"/>
                        </a:lnSpc>
                        <a:buNone/>
                      </a:pPr>
                      <a:r>
                        <a:rPr lang="zh-CN" altLang="en-US" sz="1600" b="1">
                          <a:effectLst/>
                          <a:latin typeface="quote-cjk-patch"/>
                        </a:rPr>
                        <a:t>维护成本</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a:t>
                      </a:r>
                      <a:r>
                        <a:rPr lang="zh-CN" altLang="en-US" sz="1600" b="1">
                          <a:effectLst/>
                          <a:latin typeface="quote-cjk-patch"/>
                        </a:rPr>
                        <a:t>极低</a:t>
                      </a:r>
                      <a:br>
                        <a:rPr lang="zh-CN" altLang="en-US" sz="1600" b="0">
                          <a:effectLst/>
                          <a:latin typeface="quote-cjk-patch"/>
                        </a:rPr>
                      </a:br>
                      <a:r>
                        <a:rPr lang="en-US" altLang="zh-CN" sz="1600" b="0">
                          <a:effectLst/>
                          <a:latin typeface="quote-cjk-patch"/>
                        </a:rPr>
                        <a:t>• </a:t>
                      </a:r>
                      <a:r>
                        <a:rPr lang="zh-CN" altLang="en-US" sz="1600" b="0">
                          <a:effectLst/>
                          <a:latin typeface="quote-cjk-patch"/>
                        </a:rPr>
                        <a:t>权限集中在数据库</a:t>
                      </a:r>
                      <a:br>
                        <a:rPr lang="zh-CN" altLang="en-US" sz="1600" b="0">
                          <a:effectLst/>
                          <a:latin typeface="quote-cjk-patch"/>
                        </a:rPr>
                      </a:br>
                      <a:r>
                        <a:rPr lang="en-US" altLang="zh-CN" sz="1600" b="0">
                          <a:effectLst/>
                          <a:latin typeface="quote-cjk-patch"/>
                        </a:rPr>
                        <a:t>• </a:t>
                      </a:r>
                      <a:r>
                        <a:rPr lang="zh-CN" altLang="en-US" sz="1600" b="0">
                          <a:effectLst/>
                          <a:latin typeface="quote-cjk-patch"/>
                        </a:rPr>
                        <a:t>无需修改代码</a:t>
                      </a:r>
                    </a:p>
                  </a:txBody>
                  <a:tcPr marL="76200" marR="76200" marT="47625" marB="47625" anchor="ctr"/>
                </a:tc>
                <a:tc>
                  <a:txBody>
                    <a:bodyPr/>
                    <a:lstStyle/>
                    <a:p>
                      <a:pPr>
                        <a:lnSpc>
                          <a:spcPts val="1875"/>
                        </a:lnSpc>
                        <a:buNone/>
                      </a:pPr>
                      <a:r>
                        <a:rPr lang="zh-CN" altLang="en-US" sz="1600" b="0">
                          <a:effectLst/>
                          <a:latin typeface="quote-cjk-patch"/>
                        </a:rPr>
                        <a:t>⭐⭐ 较高</a:t>
                      </a:r>
                      <a:br>
                        <a:rPr lang="zh-CN" altLang="en-US" sz="1600" b="0">
                          <a:effectLst/>
                          <a:latin typeface="quote-cjk-patch"/>
                        </a:rPr>
                      </a:br>
                      <a:r>
                        <a:rPr lang="en-US" altLang="zh-CN" sz="1600" b="0">
                          <a:effectLst/>
                          <a:latin typeface="quote-cjk-patch"/>
                        </a:rPr>
                        <a:t>• </a:t>
                      </a:r>
                      <a:r>
                        <a:rPr lang="zh-CN" altLang="en-US" sz="1600" b="0">
                          <a:effectLst/>
                          <a:latin typeface="quote-cjk-patch"/>
                        </a:rPr>
                        <a:t>业务逻辑变更需同步改代码</a:t>
                      </a:r>
                      <a:br>
                        <a:rPr lang="zh-CN" altLang="en-US" sz="1600" b="0">
                          <a:effectLst/>
                          <a:latin typeface="quote-cjk-patch"/>
                        </a:rPr>
                      </a:br>
                      <a:r>
                        <a:rPr lang="en-US" altLang="zh-CN" sz="1600" b="0">
                          <a:effectLst/>
                          <a:latin typeface="quote-cjk-patch"/>
                        </a:rPr>
                        <a:t>• </a:t>
                      </a:r>
                      <a:r>
                        <a:rPr lang="zh-CN" altLang="en-US" sz="1600" b="0">
                          <a:effectLst/>
                          <a:latin typeface="quote-cjk-patch"/>
                        </a:rPr>
                        <a:t>容易遗漏权限检查</a:t>
                      </a:r>
                    </a:p>
                  </a:txBody>
                  <a:tcPr marL="76200" marT="47625" marB="47625" anchor="ctr"/>
                </a:tc>
                <a:extLst>
                  <a:ext uri="{0D108BD9-81ED-4DB2-BD59-A6C34878D82A}">
                    <a16:rowId xmlns:a16="http://schemas.microsoft.com/office/drawing/2014/main" val="2742113621"/>
                  </a:ext>
                </a:extLst>
              </a:tr>
              <a:tr h="746188">
                <a:tc>
                  <a:txBody>
                    <a:bodyPr/>
                    <a:lstStyle/>
                    <a:p>
                      <a:pPr>
                        <a:lnSpc>
                          <a:spcPts val="1875"/>
                        </a:lnSpc>
                        <a:buNone/>
                      </a:pPr>
                      <a:r>
                        <a:rPr lang="zh-CN" altLang="en-US" sz="1600" b="1">
                          <a:effectLst/>
                          <a:latin typeface="quote-cjk-patch"/>
                        </a:rPr>
                        <a:t>审计追溯</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 较弱</a:t>
                      </a:r>
                      <a:br>
                        <a:rPr lang="zh-CN" altLang="en-US" sz="1600" b="0">
                          <a:effectLst/>
                          <a:latin typeface="quote-cjk-patch"/>
                        </a:rPr>
                      </a:br>
                      <a:r>
                        <a:rPr lang="en-US" altLang="zh-CN" sz="1600" b="0">
                          <a:effectLst/>
                          <a:latin typeface="quote-cjk-patch"/>
                        </a:rPr>
                        <a:t>• </a:t>
                      </a:r>
                      <a:r>
                        <a:rPr lang="zh-CN" altLang="en-US" sz="1600" b="0">
                          <a:effectLst/>
                          <a:latin typeface="quote-cjk-patch"/>
                        </a:rPr>
                        <a:t>只能知道是哪个数据库用户操作</a:t>
                      </a:r>
                      <a:br>
                        <a:rPr lang="zh-CN" altLang="en-US" sz="1600" b="0">
                          <a:effectLst/>
                          <a:latin typeface="quote-cjk-patch"/>
                        </a:rPr>
                      </a:br>
                      <a:r>
                        <a:rPr lang="en-US" altLang="zh-CN" sz="1600" b="0">
                          <a:effectLst/>
                          <a:latin typeface="quote-cjk-patch"/>
                        </a:rPr>
                        <a:t>• </a:t>
                      </a:r>
                      <a:r>
                        <a:rPr lang="zh-CN" altLang="en-US" sz="1600" b="0">
                          <a:effectLst/>
                          <a:latin typeface="quote-cjk-patch"/>
                        </a:rPr>
                        <a:t>无法区分具体业务操作</a:t>
                      </a:r>
                    </a:p>
                  </a:txBody>
                  <a:tcPr marL="76200" marR="76200" marT="47625" marB="47625" anchor="ctr"/>
                </a:tc>
                <a:tc>
                  <a:txBody>
                    <a:bodyPr/>
                    <a:lstStyle/>
                    <a:p>
                      <a:pPr>
                        <a:lnSpc>
                          <a:spcPts val="1875"/>
                        </a:lnSpc>
                        <a:buNone/>
                      </a:pPr>
                      <a:r>
                        <a:rPr lang="zh-CN" altLang="en-US" sz="1600" b="0">
                          <a:effectLst/>
                          <a:latin typeface="quote-cjk-patch"/>
                        </a:rPr>
                        <a:t>⭐⭐⭐⭐ 较强</a:t>
                      </a:r>
                      <a:br>
                        <a:rPr lang="zh-CN" altLang="en-US" sz="1600" b="0">
                          <a:effectLst/>
                          <a:latin typeface="quote-cjk-patch"/>
                        </a:rPr>
                      </a:br>
                      <a:r>
                        <a:rPr lang="en-US" altLang="zh-CN" sz="1600" b="0">
                          <a:effectLst/>
                          <a:latin typeface="quote-cjk-patch"/>
                        </a:rPr>
                        <a:t>• </a:t>
                      </a:r>
                      <a:r>
                        <a:rPr lang="zh-CN" altLang="en-US" sz="1600" b="0">
                          <a:effectLst/>
                          <a:latin typeface="quote-cjk-patch"/>
                        </a:rPr>
                        <a:t>可记录操作人、时间、数据变更</a:t>
                      </a:r>
                      <a:br>
                        <a:rPr lang="zh-CN" altLang="en-US" sz="1600" b="0">
                          <a:effectLst/>
                          <a:latin typeface="quote-cjk-patch"/>
                        </a:rPr>
                      </a:br>
                      <a:r>
                        <a:rPr lang="en-US" altLang="zh-CN" sz="1600" b="0">
                          <a:effectLst/>
                          <a:latin typeface="quote-cjk-patch"/>
                        </a:rPr>
                        <a:t>• </a:t>
                      </a:r>
                      <a:r>
                        <a:rPr lang="zh-CN" altLang="en-US" sz="1600" b="0">
                          <a:effectLst/>
                          <a:latin typeface="quote-cjk-patch"/>
                        </a:rPr>
                        <a:t>便于业务审计</a:t>
                      </a:r>
                    </a:p>
                  </a:txBody>
                  <a:tcPr marL="76200" marT="47625" marB="47625" anchor="ctr"/>
                </a:tc>
                <a:extLst>
                  <a:ext uri="{0D108BD9-81ED-4DB2-BD59-A6C34878D82A}">
                    <a16:rowId xmlns:a16="http://schemas.microsoft.com/office/drawing/2014/main" val="3492233981"/>
                  </a:ext>
                </a:extLst>
              </a:tr>
              <a:tr h="369446">
                <a:tc>
                  <a:txBody>
                    <a:bodyPr/>
                    <a:lstStyle/>
                    <a:p>
                      <a:pPr>
                        <a:lnSpc>
                          <a:spcPts val="1875"/>
                        </a:lnSpc>
                        <a:buNone/>
                      </a:pPr>
                      <a:r>
                        <a:rPr lang="zh-CN" altLang="en-US" sz="1600" b="1">
                          <a:effectLst/>
                          <a:latin typeface="quote-cjk-patch"/>
                        </a:rPr>
                        <a:t>适用场景</a:t>
                      </a:r>
                      <a:endParaRPr lang="zh-CN" altLang="en-US" sz="1600" b="0">
                        <a:effectLst/>
                        <a:latin typeface="quote-cjk-patch"/>
                      </a:endParaRPr>
                    </a:p>
                  </a:txBody>
                  <a:tcPr marR="76200" marT="47625" marB="47625" anchor="ctr"/>
                </a:tc>
                <a:tc>
                  <a:txBody>
                    <a:bodyPr/>
                    <a:lstStyle/>
                    <a:p>
                      <a:pPr>
                        <a:lnSpc>
                          <a:spcPts val="1875"/>
                        </a:lnSpc>
                        <a:buNone/>
                      </a:pPr>
                      <a:r>
                        <a:rPr lang="zh-CN" altLang="en-US" sz="1600" b="0">
                          <a:effectLst/>
                          <a:latin typeface="quote-cjk-patch"/>
                        </a:rPr>
                        <a:t>简单</a:t>
                      </a:r>
                      <a:r>
                        <a:rPr lang="en-US" altLang="zh-CN" sz="1600" b="0">
                          <a:effectLst/>
                          <a:latin typeface="quote-cjk-patch"/>
                        </a:rPr>
                        <a:t>CRUD</a:t>
                      </a:r>
                      <a:r>
                        <a:rPr lang="zh-CN" altLang="en-US" sz="1600" b="0">
                          <a:effectLst/>
                          <a:latin typeface="quote-cjk-patch"/>
                        </a:rPr>
                        <a:t>、</a:t>
                      </a:r>
                      <a:r>
                        <a:rPr lang="en-US" altLang="zh-CN" sz="1600" b="0">
                          <a:effectLst/>
                          <a:latin typeface="quote-cjk-patch"/>
                        </a:rPr>
                        <a:t>API</a:t>
                      </a:r>
                      <a:r>
                        <a:rPr lang="zh-CN" altLang="en-US" sz="1600" b="0">
                          <a:effectLst/>
                          <a:latin typeface="quote-cjk-patch"/>
                        </a:rPr>
                        <a:t>接口、报表系统</a:t>
                      </a:r>
                    </a:p>
                  </a:txBody>
                  <a:tcPr marL="76200" marR="76200" marT="47625" marB="47625" anchor="ctr"/>
                </a:tc>
                <a:tc>
                  <a:txBody>
                    <a:bodyPr/>
                    <a:lstStyle/>
                    <a:p>
                      <a:pPr>
                        <a:lnSpc>
                          <a:spcPts val="1875"/>
                        </a:lnSpc>
                        <a:buNone/>
                      </a:pPr>
                      <a:r>
                        <a:rPr lang="zh-CN" altLang="en-US" sz="1600" b="0">
                          <a:effectLst/>
                          <a:latin typeface="quote-cjk-patch"/>
                        </a:rPr>
                        <a:t>复杂业务逻辑、多租户、需要精细控制</a:t>
                      </a:r>
                    </a:p>
                  </a:txBody>
                  <a:tcPr marL="76200" marT="47625" marB="47625" anchor="ctr"/>
                </a:tc>
                <a:extLst>
                  <a:ext uri="{0D108BD9-81ED-4DB2-BD59-A6C34878D82A}">
                    <a16:rowId xmlns:a16="http://schemas.microsoft.com/office/drawing/2014/main" val="1738347242"/>
                  </a:ext>
                </a:extLst>
              </a:tr>
            </a:tbl>
          </a:graphicData>
        </a:graphic>
      </p:graphicFrame>
      <p:sp>
        <p:nvSpPr>
          <p:cNvPr id="7" name="矩形 6">
            <a:extLst>
              <a:ext uri="{FF2B5EF4-FFF2-40B4-BE49-F238E27FC236}">
                <a16:creationId xmlns:a16="http://schemas.microsoft.com/office/drawing/2014/main" id="{015168C4-191A-5DAE-5E4D-A9F60732D743}"/>
              </a:ext>
            </a:extLst>
          </p:cNvPr>
          <p:cNvSpPr/>
          <p:nvPr/>
        </p:nvSpPr>
        <p:spPr>
          <a:xfrm>
            <a:off x="2533650" y="733425"/>
            <a:ext cx="4810125" cy="6206685"/>
          </a:xfrm>
          <a:prstGeom prst="rect">
            <a:avLst/>
          </a:prstGeom>
          <a:solidFill>
            <a:srgbClr val="FF0000">
              <a:alpha val="34118"/>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zh-CN" altLang="en-US" sz="3200">
                <a:solidFill>
                  <a:srgbClr val="FF0000"/>
                </a:solidFill>
                <a:highlight>
                  <a:srgbClr val="FFFF00"/>
                </a:highlight>
              </a:rPr>
              <a:t>课程选择</a:t>
            </a:r>
          </a:p>
        </p:txBody>
      </p:sp>
    </p:spTree>
    <p:extLst>
      <p:ext uri="{BB962C8B-B14F-4D97-AF65-F5344CB8AC3E}">
        <p14:creationId xmlns:p14="http://schemas.microsoft.com/office/powerpoint/2010/main" val="339182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D17D24E-F230-5E5F-9094-FC5F36EBE21A}"/>
              </a:ext>
            </a:extLst>
          </p:cNvPr>
          <p:cNvSpPr>
            <a:spLocks noGrp="1"/>
          </p:cNvSpPr>
          <p:nvPr>
            <p:ph type="body" sz="quarter" idx="18"/>
          </p:nvPr>
        </p:nvSpPr>
        <p:spPr/>
        <p:txBody>
          <a:bodyPr/>
          <a:lstStyle/>
          <a:p>
            <a:r>
              <a:rPr lang="zh-CN" altLang="en-US"/>
              <a:t>数据库用户级实施步骤</a:t>
            </a:r>
          </a:p>
        </p:txBody>
      </p:sp>
      <p:graphicFrame>
        <p:nvGraphicFramePr>
          <p:cNvPr id="4" name="内容占位符 3">
            <a:extLst>
              <a:ext uri="{FF2B5EF4-FFF2-40B4-BE49-F238E27FC236}">
                <a16:creationId xmlns:a16="http://schemas.microsoft.com/office/drawing/2014/main" id="{F549A328-8045-A9BE-3E45-A37C7E5932CD}"/>
              </a:ext>
            </a:extLst>
          </p:cNvPr>
          <p:cNvGraphicFramePr>
            <a:graphicFrameLocks noGrp="1"/>
          </p:cNvGraphicFramePr>
          <p:nvPr>
            <p:ph sz="quarter" idx="19"/>
            <p:extLst>
              <p:ext uri="{D42A27DB-BD31-4B8C-83A1-F6EECF244321}">
                <p14:modId xmlns:p14="http://schemas.microsoft.com/office/powerpoint/2010/main" val="211373141"/>
              </p:ext>
            </p:extLst>
          </p:nvPr>
        </p:nvGraphicFramePr>
        <p:xfrm>
          <a:off x="536575" y="836613"/>
          <a:ext cx="11176000" cy="57610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964475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内容占位符 7">
            <a:extLst>
              <a:ext uri="{FF2B5EF4-FFF2-40B4-BE49-F238E27FC236}">
                <a16:creationId xmlns:a16="http://schemas.microsoft.com/office/drawing/2014/main" id="{8B733620-AC30-C612-6C13-01DD054E14CE}"/>
              </a:ext>
            </a:extLst>
          </p:cNvPr>
          <p:cNvPicPr>
            <a:picLocks noGrp="1" noChangeAspect="1"/>
          </p:cNvPicPr>
          <p:nvPr>
            <p:ph sz="quarter" idx="19"/>
          </p:nvPr>
        </p:nvPicPr>
        <p:blipFill>
          <a:blip r:embed="rId2"/>
          <a:stretch>
            <a:fillRect/>
          </a:stretch>
        </p:blipFill>
        <p:spPr>
          <a:xfrm>
            <a:off x="1283897" y="990906"/>
            <a:ext cx="9780655" cy="2949128"/>
          </a:xfrm>
          <a:prstGeom prst="rect">
            <a:avLst/>
          </a:prstGeom>
          <a:ln>
            <a:solidFill>
              <a:schemeClr val="accent1"/>
            </a:solidFill>
          </a:ln>
        </p:spPr>
      </p:pic>
      <p:sp>
        <p:nvSpPr>
          <p:cNvPr id="5" name="内容占位符 4">
            <a:extLst>
              <a:ext uri="{FF2B5EF4-FFF2-40B4-BE49-F238E27FC236}">
                <a16:creationId xmlns:a16="http://schemas.microsoft.com/office/drawing/2014/main" id="{656B37C9-1D23-B6B2-6ADB-03D539D3870F}"/>
              </a:ext>
            </a:extLst>
          </p:cNvPr>
          <p:cNvSpPr>
            <a:spLocks noGrp="1"/>
          </p:cNvSpPr>
          <p:nvPr>
            <p:ph sz="quarter" idx="20"/>
          </p:nvPr>
        </p:nvSpPr>
        <p:spPr>
          <a:xfrm>
            <a:off x="850256" y="4276725"/>
            <a:ext cx="11119485" cy="2075309"/>
          </a:xfrm>
        </p:spPr>
        <p:txBody>
          <a:bodyPr/>
          <a:lstStyle/>
          <a:p>
            <a:r>
              <a:rPr lang="zh-CN" altLang="en-US"/>
              <a:t>练习：为当前项目创建三个用户，对当前数据库所有表的权限分别是：</a:t>
            </a:r>
            <a:endParaRPr lang="en-US" altLang="zh-CN"/>
          </a:p>
          <a:p>
            <a:pPr lvl="1"/>
            <a:r>
              <a:rPr lang="zh-CN" altLang="en-US"/>
              <a:t>用户</a:t>
            </a:r>
            <a:r>
              <a:rPr lang="en-US" altLang="zh-CN"/>
              <a:t>1</a:t>
            </a:r>
            <a:r>
              <a:rPr lang="zh-CN" altLang="en-US"/>
              <a:t>：只读</a:t>
            </a:r>
            <a:endParaRPr lang="en-US" altLang="zh-CN"/>
          </a:p>
          <a:p>
            <a:pPr lvl="1"/>
            <a:r>
              <a:rPr lang="zh-CN" altLang="en-US"/>
              <a:t>用户</a:t>
            </a:r>
            <a:r>
              <a:rPr lang="en-US" altLang="zh-CN"/>
              <a:t>2</a:t>
            </a:r>
            <a:r>
              <a:rPr lang="zh-CN" altLang="en-US"/>
              <a:t>：读</a:t>
            </a:r>
            <a:r>
              <a:rPr lang="en-US" altLang="zh-CN"/>
              <a:t>+</a:t>
            </a:r>
            <a:r>
              <a:rPr lang="zh-CN" altLang="en-US"/>
              <a:t>改</a:t>
            </a:r>
            <a:endParaRPr lang="en-US" altLang="zh-CN"/>
          </a:p>
          <a:p>
            <a:pPr lvl="1"/>
            <a:r>
              <a:rPr lang="zh-CN" altLang="en-US"/>
              <a:t>用户</a:t>
            </a:r>
            <a:r>
              <a:rPr lang="en-US" altLang="zh-CN"/>
              <a:t>3</a:t>
            </a:r>
            <a:r>
              <a:rPr lang="zh-CN" altLang="en-US"/>
              <a:t>：读</a:t>
            </a:r>
            <a:r>
              <a:rPr lang="en-US" altLang="zh-CN"/>
              <a:t>+</a:t>
            </a:r>
            <a:r>
              <a:rPr lang="zh-CN" altLang="en-US"/>
              <a:t>插入</a:t>
            </a:r>
          </a:p>
        </p:txBody>
      </p:sp>
      <p:sp>
        <p:nvSpPr>
          <p:cNvPr id="2" name="文本占位符 1">
            <a:extLst>
              <a:ext uri="{FF2B5EF4-FFF2-40B4-BE49-F238E27FC236}">
                <a16:creationId xmlns:a16="http://schemas.microsoft.com/office/drawing/2014/main" id="{30BB0133-1044-7D0D-63BB-259B1C578105}"/>
              </a:ext>
            </a:extLst>
          </p:cNvPr>
          <p:cNvSpPr>
            <a:spLocks noGrp="1"/>
          </p:cNvSpPr>
          <p:nvPr>
            <p:ph type="body" sz="quarter" idx="18"/>
          </p:nvPr>
        </p:nvSpPr>
        <p:spPr/>
        <p:txBody>
          <a:bodyPr/>
          <a:lstStyle/>
          <a:p>
            <a:r>
              <a:rPr lang="zh-CN" altLang="en-US"/>
              <a:t>用户创建</a:t>
            </a:r>
          </a:p>
        </p:txBody>
      </p:sp>
    </p:spTree>
    <p:extLst>
      <p:ext uri="{BB962C8B-B14F-4D97-AF65-F5344CB8AC3E}">
        <p14:creationId xmlns:p14="http://schemas.microsoft.com/office/powerpoint/2010/main" val="25493035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内容占位符 5">
            <a:extLst>
              <a:ext uri="{FF2B5EF4-FFF2-40B4-BE49-F238E27FC236}">
                <a16:creationId xmlns:a16="http://schemas.microsoft.com/office/drawing/2014/main" id="{F71F5D57-6C29-1698-E862-93FF9BF9B3D1}"/>
              </a:ext>
            </a:extLst>
          </p:cNvPr>
          <p:cNvPicPr>
            <a:picLocks noGrp="1" noChangeAspect="1"/>
          </p:cNvPicPr>
          <p:nvPr>
            <p:ph sz="quarter" idx="19"/>
          </p:nvPr>
        </p:nvPicPr>
        <p:blipFill>
          <a:blip r:embed="rId2"/>
          <a:stretch>
            <a:fillRect/>
          </a:stretch>
        </p:blipFill>
        <p:spPr>
          <a:xfrm>
            <a:off x="850900" y="2066606"/>
            <a:ext cx="5461000" cy="3301051"/>
          </a:xfrm>
          <a:prstGeom prst="rect">
            <a:avLst/>
          </a:prstGeom>
        </p:spPr>
      </p:pic>
      <p:sp>
        <p:nvSpPr>
          <p:cNvPr id="3" name="内容占位符 2">
            <a:extLst>
              <a:ext uri="{FF2B5EF4-FFF2-40B4-BE49-F238E27FC236}">
                <a16:creationId xmlns:a16="http://schemas.microsoft.com/office/drawing/2014/main" id="{CB3214C2-96B0-8A9E-45BA-7C38E528DCA7}"/>
              </a:ext>
            </a:extLst>
          </p:cNvPr>
          <p:cNvSpPr>
            <a:spLocks noGrp="1"/>
          </p:cNvSpPr>
          <p:nvPr>
            <p:ph sz="quarter" idx="20"/>
          </p:nvPr>
        </p:nvSpPr>
        <p:spPr/>
        <p:txBody>
          <a:bodyPr/>
          <a:lstStyle/>
          <a:p>
            <a:r>
              <a:rPr lang="zh-CN" altLang="en-US"/>
              <a:t>练习：在配置文件</a:t>
            </a:r>
            <a:r>
              <a:rPr lang="en-US" altLang="zh-CN"/>
              <a:t>database.php</a:t>
            </a:r>
            <a:r>
              <a:rPr lang="zh-CN" altLang="en-US"/>
              <a:t>中添加</a:t>
            </a:r>
            <a:r>
              <a:rPr lang="en-US" altLang="zh-CN"/>
              <a:t>3</a:t>
            </a:r>
            <a:r>
              <a:rPr lang="zh-CN" altLang="en-US"/>
              <a:t>个场景，权限分别是：</a:t>
            </a:r>
            <a:endParaRPr lang="en-US" altLang="zh-CN"/>
          </a:p>
          <a:p>
            <a:pPr lvl="1"/>
            <a:r>
              <a:rPr lang="zh-CN" altLang="en-US"/>
              <a:t>只读</a:t>
            </a:r>
            <a:endParaRPr lang="en-US" altLang="zh-CN"/>
          </a:p>
          <a:p>
            <a:pPr lvl="1"/>
            <a:r>
              <a:rPr lang="zh-CN" altLang="en-US"/>
              <a:t>读</a:t>
            </a:r>
            <a:r>
              <a:rPr lang="en-US" altLang="zh-CN"/>
              <a:t>+</a:t>
            </a:r>
            <a:r>
              <a:rPr lang="zh-CN" altLang="en-US"/>
              <a:t>改</a:t>
            </a:r>
            <a:endParaRPr lang="en-US" altLang="zh-CN"/>
          </a:p>
          <a:p>
            <a:pPr lvl="1"/>
            <a:r>
              <a:rPr lang="zh-CN" altLang="en-US"/>
              <a:t>读</a:t>
            </a:r>
            <a:r>
              <a:rPr lang="en-US" altLang="zh-CN"/>
              <a:t>+</a:t>
            </a:r>
            <a:r>
              <a:rPr lang="zh-CN" altLang="en-US"/>
              <a:t>插入</a:t>
            </a:r>
          </a:p>
        </p:txBody>
      </p:sp>
      <p:sp>
        <p:nvSpPr>
          <p:cNvPr id="4" name="文本占位符 3">
            <a:extLst>
              <a:ext uri="{FF2B5EF4-FFF2-40B4-BE49-F238E27FC236}">
                <a16:creationId xmlns:a16="http://schemas.microsoft.com/office/drawing/2014/main" id="{17CFC2A2-8FFD-2F4F-339D-433DE89EFA90}"/>
              </a:ext>
            </a:extLst>
          </p:cNvPr>
          <p:cNvSpPr>
            <a:spLocks noGrp="1"/>
          </p:cNvSpPr>
          <p:nvPr>
            <p:ph type="body" sz="quarter" idx="18"/>
          </p:nvPr>
        </p:nvSpPr>
        <p:spPr/>
        <p:txBody>
          <a:bodyPr/>
          <a:lstStyle/>
          <a:p>
            <a:r>
              <a:rPr lang="zh-CN" altLang="en-US"/>
              <a:t>修改配置文件</a:t>
            </a:r>
          </a:p>
        </p:txBody>
      </p:sp>
    </p:spTree>
    <p:extLst>
      <p:ext uri="{BB962C8B-B14F-4D97-AF65-F5344CB8AC3E}">
        <p14:creationId xmlns:p14="http://schemas.microsoft.com/office/powerpoint/2010/main" val="13277205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E98B8D5-4E41-14E8-691C-C37BB723DFD9}"/>
              </a:ext>
            </a:extLst>
          </p:cNvPr>
          <p:cNvSpPr>
            <a:spLocks noGrp="1"/>
          </p:cNvSpPr>
          <p:nvPr>
            <p:ph type="body" idx="1"/>
          </p:nvPr>
        </p:nvSpPr>
        <p:spPr/>
        <p:txBody>
          <a:bodyPr/>
          <a:lstStyle/>
          <a:p>
            <a:r>
              <a:rPr lang="zh-CN" altLang="en-US"/>
              <a:t>只读场景适用于：</a:t>
            </a:r>
          </a:p>
        </p:txBody>
      </p:sp>
      <p:sp>
        <p:nvSpPr>
          <p:cNvPr id="5" name="文本占位符 4">
            <a:extLst>
              <a:ext uri="{FF2B5EF4-FFF2-40B4-BE49-F238E27FC236}">
                <a16:creationId xmlns:a16="http://schemas.microsoft.com/office/drawing/2014/main" id="{49BA9BA9-F953-1A9E-FDEB-84708DE239ED}"/>
              </a:ext>
            </a:extLst>
          </p:cNvPr>
          <p:cNvSpPr>
            <a:spLocks noGrp="1"/>
          </p:cNvSpPr>
          <p:nvPr>
            <p:ph type="body" sz="quarter" idx="3"/>
          </p:nvPr>
        </p:nvSpPr>
        <p:spPr/>
        <p:txBody>
          <a:bodyPr/>
          <a:lstStyle/>
          <a:p>
            <a:r>
              <a:rPr lang="zh-CN" altLang="en-US"/>
              <a:t>读</a:t>
            </a:r>
            <a:r>
              <a:rPr lang="en-US" altLang="zh-CN"/>
              <a:t>+</a:t>
            </a:r>
            <a:r>
              <a:rPr lang="zh-CN" altLang="en-US"/>
              <a:t>改场景适用于</a:t>
            </a:r>
          </a:p>
        </p:txBody>
      </p:sp>
      <p:sp>
        <p:nvSpPr>
          <p:cNvPr id="2" name="内容占位符 1">
            <a:extLst>
              <a:ext uri="{FF2B5EF4-FFF2-40B4-BE49-F238E27FC236}">
                <a16:creationId xmlns:a16="http://schemas.microsoft.com/office/drawing/2014/main" id="{41A51AC8-9EF4-69EC-8D28-F06A7C73981C}"/>
              </a:ext>
            </a:extLst>
          </p:cNvPr>
          <p:cNvSpPr>
            <a:spLocks noGrp="1"/>
          </p:cNvSpPr>
          <p:nvPr>
            <p:ph sz="quarter" idx="19"/>
          </p:nvPr>
        </p:nvSpPr>
        <p:spPr/>
        <p:txBody>
          <a:bodyPr/>
          <a:lstStyle/>
          <a:p>
            <a:r>
              <a:rPr lang="zh-CN" altLang="en-US"/>
              <a:t>登录认证</a:t>
            </a:r>
            <a:endParaRPr lang="en-US" altLang="zh-CN"/>
          </a:p>
          <a:p>
            <a:r>
              <a:rPr lang="zh-CN" altLang="en-US"/>
              <a:t>教学任务查询</a:t>
            </a:r>
          </a:p>
        </p:txBody>
      </p:sp>
      <p:sp>
        <p:nvSpPr>
          <p:cNvPr id="7" name="内容占位符 6">
            <a:extLst>
              <a:ext uri="{FF2B5EF4-FFF2-40B4-BE49-F238E27FC236}">
                <a16:creationId xmlns:a16="http://schemas.microsoft.com/office/drawing/2014/main" id="{E148BB02-65FF-20AB-8120-2E74114A8A05}"/>
              </a:ext>
            </a:extLst>
          </p:cNvPr>
          <p:cNvSpPr>
            <a:spLocks noGrp="1"/>
          </p:cNvSpPr>
          <p:nvPr>
            <p:ph sz="quarter" idx="20"/>
          </p:nvPr>
        </p:nvSpPr>
        <p:spPr/>
        <p:txBody>
          <a:bodyPr/>
          <a:lstStyle/>
          <a:p>
            <a:r>
              <a:rPr lang="zh-CN" altLang="en-US"/>
              <a:t>修改密码</a:t>
            </a:r>
          </a:p>
        </p:txBody>
      </p:sp>
      <p:sp>
        <p:nvSpPr>
          <p:cNvPr id="6" name="文本占位符 5">
            <a:extLst>
              <a:ext uri="{FF2B5EF4-FFF2-40B4-BE49-F238E27FC236}">
                <a16:creationId xmlns:a16="http://schemas.microsoft.com/office/drawing/2014/main" id="{E3D2BF95-B984-86C5-0C57-DB35402E2F4A}"/>
              </a:ext>
            </a:extLst>
          </p:cNvPr>
          <p:cNvSpPr>
            <a:spLocks noGrp="1"/>
          </p:cNvSpPr>
          <p:nvPr>
            <p:ph type="body" sz="quarter" idx="18"/>
          </p:nvPr>
        </p:nvSpPr>
        <p:spPr/>
        <p:txBody>
          <a:bodyPr/>
          <a:lstStyle/>
          <a:p>
            <a:r>
              <a:rPr lang="zh-CN" altLang="en-US"/>
              <a:t>练习：为功能的数据库访问匹配“最小权限”场景</a:t>
            </a:r>
          </a:p>
          <a:p>
            <a:endParaRPr lang="zh-CN" altLang="en-US"/>
          </a:p>
        </p:txBody>
      </p:sp>
    </p:spTree>
    <p:extLst>
      <p:ext uri="{BB962C8B-B14F-4D97-AF65-F5344CB8AC3E}">
        <p14:creationId xmlns:p14="http://schemas.microsoft.com/office/powerpoint/2010/main" val="20052852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占位符 5">
            <a:extLst>
              <a:ext uri="{FF2B5EF4-FFF2-40B4-BE49-F238E27FC236}">
                <a16:creationId xmlns:a16="http://schemas.microsoft.com/office/drawing/2014/main" id="{358D7B5D-760E-DA3B-AA31-6CE73452546D}"/>
              </a:ext>
            </a:extLst>
          </p:cNvPr>
          <p:cNvSpPr>
            <a:spLocks noGrp="1"/>
          </p:cNvSpPr>
          <p:nvPr>
            <p:ph type="body" sz="quarter" idx="18"/>
          </p:nvPr>
        </p:nvSpPr>
        <p:spPr>
          <a:prstGeom prst="rect">
            <a:avLst/>
          </a:prstGeom>
        </p:spPr>
        <p:txBody>
          <a:bodyPr/>
          <a:lstStyle/>
          <a:p>
            <a:r>
              <a:rPr lang="zh-CN" altLang="en-US"/>
              <a:t>作业三</a:t>
            </a:r>
          </a:p>
        </p:txBody>
      </p:sp>
      <p:sp>
        <p:nvSpPr>
          <p:cNvPr id="7" name="内容占位符 6">
            <a:extLst>
              <a:ext uri="{FF2B5EF4-FFF2-40B4-BE49-F238E27FC236}">
                <a16:creationId xmlns:a16="http://schemas.microsoft.com/office/drawing/2014/main" id="{115EBC58-FD40-5E90-AFF2-6413FBA8D3B2}"/>
              </a:ext>
            </a:extLst>
          </p:cNvPr>
          <p:cNvSpPr>
            <a:spLocks noGrp="1"/>
          </p:cNvSpPr>
          <p:nvPr>
            <p:ph sz="quarter" idx="19"/>
          </p:nvPr>
        </p:nvSpPr>
        <p:spPr/>
        <p:txBody>
          <a:bodyPr/>
          <a:lstStyle/>
          <a:p>
            <a:r>
              <a:rPr lang="zh-CN" altLang="en-US"/>
              <a:t>为当前项目创建三个用户，对当前数据库所有表的权限分别是：</a:t>
            </a:r>
            <a:endParaRPr lang="en-US" altLang="zh-CN"/>
          </a:p>
          <a:p>
            <a:pPr lvl="1"/>
            <a:r>
              <a:rPr lang="zh-CN" altLang="en-US"/>
              <a:t>用户</a:t>
            </a:r>
            <a:r>
              <a:rPr lang="en-US" altLang="zh-CN"/>
              <a:t>1</a:t>
            </a:r>
            <a:r>
              <a:rPr lang="zh-CN" altLang="en-US"/>
              <a:t>：只读</a:t>
            </a:r>
            <a:endParaRPr lang="en-US" altLang="zh-CN"/>
          </a:p>
          <a:p>
            <a:pPr lvl="1"/>
            <a:r>
              <a:rPr lang="zh-CN" altLang="en-US"/>
              <a:t>用户</a:t>
            </a:r>
            <a:r>
              <a:rPr lang="en-US" altLang="zh-CN"/>
              <a:t>2</a:t>
            </a:r>
            <a:r>
              <a:rPr lang="zh-CN" altLang="en-US"/>
              <a:t>：读</a:t>
            </a:r>
            <a:r>
              <a:rPr lang="en-US" altLang="zh-CN"/>
              <a:t>+</a:t>
            </a:r>
            <a:r>
              <a:rPr lang="zh-CN" altLang="en-US"/>
              <a:t>改</a:t>
            </a:r>
            <a:endParaRPr lang="en-US" altLang="zh-CN"/>
          </a:p>
          <a:p>
            <a:pPr lvl="1"/>
            <a:r>
              <a:rPr lang="zh-CN" altLang="en-US"/>
              <a:t>用户</a:t>
            </a:r>
            <a:r>
              <a:rPr lang="en-US" altLang="zh-CN"/>
              <a:t>3</a:t>
            </a:r>
            <a:r>
              <a:rPr lang="zh-CN" altLang="en-US"/>
              <a:t>：读</a:t>
            </a:r>
            <a:r>
              <a:rPr lang="en-US" altLang="zh-CN"/>
              <a:t>+</a:t>
            </a:r>
            <a:r>
              <a:rPr lang="zh-CN" altLang="en-US"/>
              <a:t>插入</a:t>
            </a:r>
          </a:p>
          <a:p>
            <a:r>
              <a:rPr lang="zh-CN" altLang="en-US"/>
              <a:t>在配置文件</a:t>
            </a:r>
            <a:r>
              <a:rPr lang="en-US" altLang="zh-CN"/>
              <a:t>database.php</a:t>
            </a:r>
            <a:r>
              <a:rPr lang="zh-CN" altLang="en-US"/>
              <a:t>中添加</a:t>
            </a:r>
            <a:r>
              <a:rPr lang="en-US" altLang="zh-CN"/>
              <a:t>3</a:t>
            </a:r>
            <a:r>
              <a:rPr lang="zh-CN" altLang="en-US"/>
              <a:t>个场景，权限分别是：</a:t>
            </a:r>
            <a:endParaRPr lang="en-US" altLang="zh-CN"/>
          </a:p>
          <a:p>
            <a:pPr lvl="1"/>
            <a:r>
              <a:rPr lang="zh-CN" altLang="en-US"/>
              <a:t>只读</a:t>
            </a:r>
            <a:endParaRPr lang="en-US" altLang="zh-CN"/>
          </a:p>
          <a:p>
            <a:pPr lvl="1"/>
            <a:r>
              <a:rPr lang="zh-CN" altLang="en-US"/>
              <a:t>读</a:t>
            </a:r>
            <a:r>
              <a:rPr lang="en-US" altLang="zh-CN"/>
              <a:t>+</a:t>
            </a:r>
            <a:r>
              <a:rPr lang="zh-CN" altLang="en-US"/>
              <a:t>改</a:t>
            </a:r>
            <a:endParaRPr lang="en-US" altLang="zh-CN"/>
          </a:p>
          <a:p>
            <a:pPr lvl="1"/>
            <a:r>
              <a:rPr lang="zh-CN" altLang="en-US"/>
              <a:t>读</a:t>
            </a:r>
            <a:r>
              <a:rPr lang="en-US" altLang="zh-CN"/>
              <a:t>+</a:t>
            </a:r>
            <a:r>
              <a:rPr lang="zh-CN" altLang="en-US"/>
              <a:t>插入</a:t>
            </a:r>
          </a:p>
          <a:p>
            <a:r>
              <a:rPr lang="zh-CN" altLang="en-US"/>
              <a:t>为功能的数据库访问匹配“最小权限”场景</a:t>
            </a:r>
          </a:p>
          <a:p>
            <a:endParaRPr lang="zh-CN" altLang="en-US"/>
          </a:p>
        </p:txBody>
      </p:sp>
    </p:spTree>
    <p:extLst>
      <p:ext uri="{BB962C8B-B14F-4D97-AF65-F5344CB8AC3E}">
        <p14:creationId xmlns:p14="http://schemas.microsoft.com/office/powerpoint/2010/main" val="16985270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作业二</a:t>
            </a:r>
            <a:r>
              <a:rPr lang="en-US" altLang="zh-CN"/>
              <a:t>~</a:t>
            </a:r>
            <a:r>
              <a:rPr lang="zh-CN" altLang="en-US"/>
              <a:t>三的提交要求（第十三次课）</a:t>
            </a:r>
          </a:p>
        </p:txBody>
      </p:sp>
      <p:grpSp>
        <p:nvGrpSpPr>
          <p:cNvPr id="5" name="组合 4"/>
          <p:cNvGrpSpPr/>
          <p:nvPr/>
        </p:nvGrpSpPr>
        <p:grpSpPr>
          <a:xfrm>
            <a:off x="817563" y="1710901"/>
            <a:ext cx="10871200" cy="5092379"/>
            <a:chOff x="817563" y="1710901"/>
            <a:chExt cx="10871200" cy="5092379"/>
          </a:xfrm>
        </p:grpSpPr>
        <p:sp>
          <p:nvSpPr>
            <p:cNvPr id="6" name="任意多边形 5"/>
            <p:cNvSpPr/>
            <p:nvPr/>
          </p:nvSpPr>
          <p:spPr>
            <a:xfrm>
              <a:off x="817563" y="1991341"/>
              <a:ext cx="10871200" cy="3776776"/>
            </a:xfrm>
            <a:custGeom>
              <a:avLst/>
              <a:gdLst>
                <a:gd name="connsiteX0" fmla="*/ 0 w 10871200"/>
                <a:gd name="connsiteY0" fmla="*/ 0 h 3112200"/>
                <a:gd name="connsiteX1" fmla="*/ 10871200 w 10871200"/>
                <a:gd name="connsiteY1" fmla="*/ 0 h 3112200"/>
                <a:gd name="connsiteX2" fmla="*/ 10871200 w 10871200"/>
                <a:gd name="connsiteY2" fmla="*/ 3112200 h 3112200"/>
                <a:gd name="connsiteX3" fmla="*/ 0 w 10871200"/>
                <a:gd name="connsiteY3" fmla="*/ 3112200 h 3112200"/>
                <a:gd name="connsiteX4" fmla="*/ 0 w 10871200"/>
                <a:gd name="connsiteY4" fmla="*/ 0 h 3112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3112200">
                  <a:moveTo>
                    <a:pt x="0" y="0"/>
                  </a:moveTo>
                  <a:lnTo>
                    <a:pt x="10871200" y="0"/>
                  </a:lnTo>
                  <a:lnTo>
                    <a:pt x="10871200" y="3112200"/>
                  </a:lnTo>
                  <a:lnTo>
                    <a:pt x="0" y="3112200"/>
                  </a:lnTo>
                  <a:lnTo>
                    <a:pt x="0" y="0"/>
                  </a:lnTo>
                  <a:close/>
                </a:path>
              </a:pathLst>
            </a:custGeom>
          </p:spPr>
          <p:style>
            <a:lnRef idx="2">
              <a:schemeClr val="accent5">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85344" numCol="1" spcCol="1270" anchor="t" anchorCtr="0">
              <a:noAutofit/>
            </a:bodyPr>
            <a:lstStyle/>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Task</a:t>
              </a:r>
              <a:r>
                <a:rPr lang="zh-CN" altLang="en-US" sz="1600"/>
                <a:t>类的完整代码截图；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a:t>
              </a:r>
              <a:r>
                <a:rPr lang="en-US" altLang="zh-CN" sz="1600"/>
                <a:t>Sess</a:t>
              </a:r>
              <a:r>
                <a:rPr lang="zh-CN" altLang="en-US" sz="1600"/>
                <a:t>类缓存控制方法的代码截图；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教学任务查询页面的完整代码截图；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练习：</a:t>
              </a:r>
              <a:r>
                <a:rPr lang="en-US" altLang="zh-CN" sz="1600"/>
                <a:t>TimeTool</a:t>
              </a:r>
              <a:r>
                <a:rPr lang="zh-CN" altLang="en-US" sz="1600"/>
                <a:t>类的代码截图；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作业二 教学任务查询在</a:t>
              </a:r>
              <a:r>
                <a:rPr lang="en-US" altLang="zh-CN" sz="1600"/>
                <a:t>postman</a:t>
              </a:r>
              <a:r>
                <a:rPr lang="zh-CN" altLang="en-US" sz="1600"/>
                <a:t>的预览截图，含请求体和响应体内容完整代码截图（学生身份请求查询成功、教师身份请求查询失败、学生身份请求返回</a:t>
              </a:r>
              <a:r>
                <a:rPr lang="en-US" altLang="zh-CN" sz="1600"/>
                <a:t>304</a:t>
              </a:r>
              <a:r>
                <a:rPr lang="zh-CN" altLang="en-US" sz="1600"/>
                <a:t>）；</a:t>
              </a:r>
              <a:endParaRPr lang="en-US" altLang="zh-CN" sz="1600"/>
            </a:p>
            <a:p>
              <a:pPr marL="228600" lvl="1" indent="-228600" defTabSz="533400">
                <a:lnSpc>
                  <a:spcPts val="2300"/>
                </a:lnSpc>
                <a:spcBef>
                  <a:spcPct val="0"/>
                </a:spcBef>
                <a:spcAft>
                  <a:spcPct val="15000"/>
                </a:spcAft>
                <a:buFont typeface="+mj-ea"/>
                <a:buAutoNum type="circleNumDbPlain"/>
              </a:pPr>
              <a:r>
                <a:rPr lang="en-US" altLang="zh-CN" sz="1600"/>
                <a:t>api</a:t>
              </a:r>
              <a:r>
                <a:rPr lang="zh-CN" altLang="en-US" sz="1600"/>
                <a:t>接口的共享地址（文本）；</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a:t>
              </a:r>
              <a:r>
                <a:rPr lang="en-US" altLang="zh-CN" sz="1600"/>
                <a:t>mysql</a:t>
              </a:r>
              <a:r>
                <a:rPr lang="zh-CN" altLang="en-US" sz="1600"/>
                <a:t>用户创建和授权代码截图；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a:t>
              </a:r>
              <a:r>
                <a:rPr lang="en-US" altLang="zh-CN" sz="1600"/>
                <a:t>database.php</a:t>
              </a:r>
              <a:r>
                <a:rPr lang="zh-CN" altLang="en-US" sz="1600"/>
                <a:t>配置文件代码截图；</a:t>
              </a:r>
              <a:endParaRPr lang="en-US" altLang="zh-CN" sz="1600"/>
            </a:p>
            <a:p>
              <a:pPr marL="228600" lvl="1" indent="-228600" defTabSz="533400">
                <a:lnSpc>
                  <a:spcPts val="2300"/>
                </a:lnSpc>
                <a:spcBef>
                  <a:spcPct val="0"/>
                </a:spcBef>
                <a:spcAft>
                  <a:spcPct val="15000"/>
                </a:spcAft>
                <a:buFont typeface="+mj-ea"/>
                <a:buAutoNum type="circleNumDbPlain"/>
              </a:pPr>
              <a:r>
                <a:rPr lang="zh-CN" altLang="en-US" sz="1600"/>
                <a:t>作业三 登录认证、修改密码和教学任务查询页面调用</a:t>
              </a:r>
              <a:r>
                <a:rPr lang="en-US" altLang="zh-CN" sz="1600"/>
                <a:t>DB</a:t>
              </a:r>
              <a:r>
                <a:rPr lang="zh-CN" altLang="en-US" sz="1600"/>
                <a:t>类的</a:t>
              </a:r>
              <a:r>
                <a:rPr lang="en-US" altLang="zh-CN" sz="1600"/>
                <a:t>getInstance</a:t>
              </a:r>
              <a:r>
                <a:rPr lang="zh-CN" altLang="en-US" sz="1600"/>
                <a:t>方法代码截图。</a:t>
              </a: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a:p>
              <a:pPr marL="228600" lvl="1" indent="-228600" defTabSz="533400">
                <a:lnSpc>
                  <a:spcPts val="2300"/>
                </a:lnSpc>
                <a:spcBef>
                  <a:spcPct val="0"/>
                </a:spcBef>
                <a:spcAft>
                  <a:spcPct val="15000"/>
                </a:spcAft>
                <a:buFont typeface="+mj-ea"/>
                <a:buAutoNum type="circleNumDbPlain"/>
              </a:pPr>
              <a:endParaRPr lang="en-US" altLang="zh-CN" sz="1600"/>
            </a:p>
          </p:txBody>
        </p:sp>
        <p:sp>
          <p:nvSpPr>
            <p:cNvPr id="7" name="任意多边形 6"/>
            <p:cNvSpPr/>
            <p:nvPr/>
          </p:nvSpPr>
          <p:spPr>
            <a:xfrm>
              <a:off x="1361123" y="1710901"/>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提交内容（合并</a:t>
              </a:r>
              <a:r>
                <a:rPr lang="en-US" altLang="zh-CN" sz="1900" kern="1200"/>
                <a:t>8</a:t>
              </a:r>
              <a:r>
                <a:rPr lang="zh-CN" altLang="en-US" sz="1900" kern="1200"/>
                <a:t>张图片为一个文件，允许是图片或</a:t>
              </a:r>
              <a:r>
                <a:rPr lang="en-US" altLang="zh-CN" sz="1900" kern="1200"/>
                <a:t>pdf</a:t>
              </a:r>
              <a:r>
                <a:rPr lang="zh-CN" altLang="en-US" sz="1900" kern="1200"/>
                <a:t>）</a:t>
              </a:r>
            </a:p>
          </p:txBody>
        </p:sp>
        <p:sp>
          <p:nvSpPr>
            <p:cNvPr id="8" name="任意多边形 7"/>
            <p:cNvSpPr/>
            <p:nvPr/>
          </p:nvSpPr>
          <p:spPr>
            <a:xfrm>
              <a:off x="817563" y="6035703"/>
              <a:ext cx="10871200" cy="767577"/>
            </a:xfrm>
            <a:custGeom>
              <a:avLst/>
              <a:gdLst>
                <a:gd name="connsiteX0" fmla="*/ 0 w 10871200"/>
                <a:gd name="connsiteY0" fmla="*/ 0 h 1316700"/>
                <a:gd name="connsiteX1" fmla="*/ 10871200 w 10871200"/>
                <a:gd name="connsiteY1" fmla="*/ 0 h 1316700"/>
                <a:gd name="connsiteX2" fmla="*/ 10871200 w 10871200"/>
                <a:gd name="connsiteY2" fmla="*/ 1316700 h 1316700"/>
                <a:gd name="connsiteX3" fmla="*/ 0 w 10871200"/>
                <a:gd name="connsiteY3" fmla="*/ 1316700 h 1316700"/>
                <a:gd name="connsiteX4" fmla="*/ 0 w 10871200"/>
                <a:gd name="connsiteY4" fmla="*/ 0 h 1316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871200" h="1316700">
                  <a:moveTo>
                    <a:pt x="0" y="0"/>
                  </a:moveTo>
                  <a:lnTo>
                    <a:pt x="10871200" y="0"/>
                  </a:lnTo>
                  <a:lnTo>
                    <a:pt x="10871200" y="1316700"/>
                  </a:lnTo>
                  <a:lnTo>
                    <a:pt x="0" y="1316700"/>
                  </a:lnTo>
                  <a:lnTo>
                    <a:pt x="0" y="0"/>
                  </a:lnTo>
                  <a:close/>
                </a:path>
              </a:pathLst>
            </a:custGeom>
          </p:spPr>
          <p:style>
            <a:lnRef idx="2">
              <a:schemeClr val="accent5">
                <a:hueOff val="-3010874"/>
                <a:satOff val="15631"/>
                <a:lumOff val="1137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43726" tIns="395732" rIns="843726" bIns="135128" numCol="1" spcCol="1270" anchor="t" anchorCtr="0">
              <a:noAutofit/>
            </a:bodyPr>
            <a:lstStyle/>
            <a:p>
              <a:pPr lvl="1" indent="-457200" algn="l" defTabSz="844550">
                <a:lnSpc>
                  <a:spcPct val="90000"/>
                </a:lnSpc>
                <a:spcBef>
                  <a:spcPct val="0"/>
                </a:spcBef>
                <a:spcAft>
                  <a:spcPct val="15000"/>
                </a:spcAft>
                <a:buFont typeface="+mj-ea"/>
                <a:buAutoNum type="circleNumDbPlain"/>
              </a:pPr>
              <a:r>
                <a:rPr lang="zh-CN" altLang="en-US" sz="1900" kern="1200"/>
                <a:t>图片显眼位置写入学号；方法的注释写入学号。</a:t>
              </a:r>
            </a:p>
          </p:txBody>
        </p:sp>
        <p:sp>
          <p:nvSpPr>
            <p:cNvPr id="9" name="任意多边形 8"/>
            <p:cNvSpPr/>
            <p:nvPr/>
          </p:nvSpPr>
          <p:spPr>
            <a:xfrm>
              <a:off x="1361123" y="5768117"/>
              <a:ext cx="7609840" cy="560880"/>
            </a:xfrm>
            <a:custGeom>
              <a:avLst/>
              <a:gdLst>
                <a:gd name="connsiteX0" fmla="*/ 0 w 7609840"/>
                <a:gd name="connsiteY0" fmla="*/ 93482 h 560880"/>
                <a:gd name="connsiteX1" fmla="*/ 93482 w 7609840"/>
                <a:gd name="connsiteY1" fmla="*/ 0 h 560880"/>
                <a:gd name="connsiteX2" fmla="*/ 7516358 w 7609840"/>
                <a:gd name="connsiteY2" fmla="*/ 0 h 560880"/>
                <a:gd name="connsiteX3" fmla="*/ 7609840 w 7609840"/>
                <a:gd name="connsiteY3" fmla="*/ 93482 h 560880"/>
                <a:gd name="connsiteX4" fmla="*/ 7609840 w 7609840"/>
                <a:gd name="connsiteY4" fmla="*/ 467398 h 560880"/>
                <a:gd name="connsiteX5" fmla="*/ 7516358 w 7609840"/>
                <a:gd name="connsiteY5" fmla="*/ 560880 h 560880"/>
                <a:gd name="connsiteX6" fmla="*/ 93482 w 7609840"/>
                <a:gd name="connsiteY6" fmla="*/ 560880 h 560880"/>
                <a:gd name="connsiteX7" fmla="*/ 0 w 7609840"/>
                <a:gd name="connsiteY7" fmla="*/ 467398 h 560880"/>
                <a:gd name="connsiteX8" fmla="*/ 0 w 7609840"/>
                <a:gd name="connsiteY8" fmla="*/ 93482 h 560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609840" h="560880">
                  <a:moveTo>
                    <a:pt x="0" y="93482"/>
                  </a:moveTo>
                  <a:cubicBezTo>
                    <a:pt x="0" y="41853"/>
                    <a:pt x="41853" y="0"/>
                    <a:pt x="93482" y="0"/>
                  </a:cubicBezTo>
                  <a:lnTo>
                    <a:pt x="7516358" y="0"/>
                  </a:lnTo>
                  <a:cubicBezTo>
                    <a:pt x="7567987" y="0"/>
                    <a:pt x="7609840" y="41853"/>
                    <a:pt x="7609840" y="93482"/>
                  </a:cubicBezTo>
                  <a:lnTo>
                    <a:pt x="7609840" y="467398"/>
                  </a:lnTo>
                  <a:cubicBezTo>
                    <a:pt x="7609840" y="519027"/>
                    <a:pt x="7567987" y="560880"/>
                    <a:pt x="7516358" y="560880"/>
                  </a:cubicBezTo>
                  <a:lnTo>
                    <a:pt x="93482" y="560880"/>
                  </a:lnTo>
                  <a:cubicBezTo>
                    <a:pt x="41853" y="560880"/>
                    <a:pt x="0" y="519027"/>
                    <a:pt x="0" y="467398"/>
                  </a:cubicBezTo>
                  <a:lnTo>
                    <a:pt x="0" y="93482"/>
                  </a:lnTo>
                  <a:close/>
                </a:path>
              </a:pathLst>
            </a:custGeom>
          </p:spPr>
          <p:style>
            <a:lnRef idx="2">
              <a:schemeClr val="lt1">
                <a:hueOff val="0"/>
                <a:satOff val="0"/>
                <a:lumOff val="0"/>
                <a:alphaOff val="0"/>
              </a:schemeClr>
            </a:lnRef>
            <a:fillRef idx="1">
              <a:schemeClr val="accent5">
                <a:hueOff val="-3010874"/>
                <a:satOff val="15631"/>
                <a:lumOff val="11372"/>
                <a:alphaOff val="0"/>
              </a:schemeClr>
            </a:fillRef>
            <a:effectRef idx="0">
              <a:schemeClr val="accent5">
                <a:hueOff val="-3010874"/>
                <a:satOff val="15631"/>
                <a:lumOff val="11372"/>
                <a:alphaOff val="0"/>
              </a:schemeClr>
            </a:effectRef>
            <a:fontRef idx="minor">
              <a:schemeClr val="lt1"/>
            </a:fontRef>
          </p:style>
          <p:txBody>
            <a:bodyPr spcFirstLastPara="0" vert="horz" wrap="square" lIns="315014" tIns="27380" rIns="315014" bIns="27380" numCol="1" spcCol="1270" anchor="ctr" anchorCtr="0">
              <a:noAutofit/>
            </a:bodyPr>
            <a:lstStyle/>
            <a:p>
              <a:pPr lvl="0" algn="l" defTabSz="844550">
                <a:lnSpc>
                  <a:spcPct val="90000"/>
                </a:lnSpc>
                <a:spcBef>
                  <a:spcPct val="0"/>
                </a:spcBef>
                <a:spcAft>
                  <a:spcPct val="35000"/>
                </a:spcAft>
              </a:pPr>
              <a:r>
                <a:rPr lang="zh-CN" altLang="en-US" sz="1900" kern="1200"/>
                <a:t>提交标识</a:t>
              </a: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7354004"/>
      </p:ext>
    </p:extLst>
  </p:cSld>
  <p:clrMapOvr>
    <a:masterClrMapping/>
  </p:clrMapOvr>
</p:sld>
</file>

<file path=ppt/theme/theme1.xml><?xml version="1.0" encoding="utf-8"?>
<a:theme xmlns:a="http://schemas.openxmlformats.org/drawingml/2006/main" name="2026绿色主题">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26绿色主题" id="{9D59F0FF-9DE1-4FD8-B542-85E5090F44B8}" vid="{7C6C7B51-D446-4378-B131-6CFA378A3A87}"/>
    </a:ext>
  </a:extLst>
</a:theme>
</file>

<file path=ppt/theme/theme2.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主题1">
  <a:themeElements>
    <a:clrScheme name="自定义 12">
      <a:dk1>
        <a:srgbClr val="000000"/>
      </a:dk1>
      <a:lt1>
        <a:srgbClr val="FFFFFF"/>
      </a:lt1>
      <a:dk2>
        <a:srgbClr val="455F51"/>
      </a:dk2>
      <a:lt2>
        <a:srgbClr val="E2DFCC"/>
      </a:lt2>
      <a:accent1>
        <a:srgbClr val="0BB863"/>
      </a:accent1>
      <a:accent2>
        <a:srgbClr val="16D180"/>
      </a:accent2>
      <a:accent3>
        <a:srgbClr val="1CDF8B"/>
      </a:accent3>
      <a:accent4>
        <a:srgbClr val="47D396"/>
      </a:accent4>
      <a:accent5>
        <a:srgbClr val="FCCE00"/>
      </a:accent5>
      <a:accent6>
        <a:srgbClr val="FCB903"/>
      </a:accent6>
      <a:hlink>
        <a:srgbClr val="EE7B08"/>
      </a:hlink>
      <a:folHlink>
        <a:srgbClr val="977B2D"/>
      </a:folHlink>
    </a:clrScheme>
    <a:fontScheme name="自定义 1">
      <a:majorFont>
        <a:latin typeface="微软雅黑"/>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2094BA78-B0FD-4069-8085-5BDBD23254F9}" vid="{597F16F3-6BD7-41B8-9533-1A7E1BB3BB65}"/>
    </a:ext>
  </a:extLst>
</a:theme>
</file>

<file path=ppt/theme/theme5.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4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2488</TotalTime>
  <Words>1135</Words>
  <Application>Microsoft Office PowerPoint</Application>
  <PresentationFormat>宽屏</PresentationFormat>
  <Paragraphs>161</Paragraphs>
  <Slides>32</Slides>
  <Notes>6</Notes>
  <HiddenSlides>0</HiddenSlides>
  <MMClips>0</MMClips>
  <ScaleCrop>false</ScaleCrop>
  <HeadingPairs>
    <vt:vector size="6" baseType="variant">
      <vt:variant>
        <vt:lpstr>已用的字体</vt:lpstr>
      </vt:variant>
      <vt:variant>
        <vt:i4>7</vt:i4>
      </vt:variant>
      <vt:variant>
        <vt:lpstr>主题</vt:lpstr>
      </vt:variant>
      <vt:variant>
        <vt:i4>7</vt:i4>
      </vt:variant>
      <vt:variant>
        <vt:lpstr>幻灯片标题</vt:lpstr>
      </vt:variant>
      <vt:variant>
        <vt:i4>32</vt:i4>
      </vt:variant>
    </vt:vector>
  </HeadingPairs>
  <TitlesOfParts>
    <vt:vector size="46" baseType="lpstr">
      <vt:lpstr>quote-cjk-patch</vt:lpstr>
      <vt:lpstr>等线</vt:lpstr>
      <vt:lpstr>等线 Light</vt:lpstr>
      <vt:lpstr>Arial</vt:lpstr>
      <vt:lpstr>Calibri</vt:lpstr>
      <vt:lpstr>Consolas</vt:lpstr>
      <vt:lpstr>Wingdings</vt:lpstr>
      <vt:lpstr>2026绿色主题</vt:lpstr>
      <vt:lpstr>1_自定义设计方案</vt:lpstr>
      <vt:lpstr>自定义设计方案</vt:lpstr>
      <vt:lpstr>主题1</vt:lpstr>
      <vt:lpstr>2_自定义设计方案</vt:lpstr>
      <vt:lpstr>3_自定义设计方案</vt:lpstr>
      <vt:lpstr>4_自定义设计方案</vt:lpstr>
      <vt:lpstr>252602 WEB项目应用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作业二~三的提交要求（第十三次课）</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荣枝 桂</dc:creator>
  <cp:lastModifiedBy>荣枝 桂</cp:lastModifiedBy>
  <cp:revision>647</cp:revision>
  <dcterms:created xsi:type="dcterms:W3CDTF">2026-03-27T11:24:42Z</dcterms:created>
  <dcterms:modified xsi:type="dcterms:W3CDTF">2026-05-26T13:51:54Z</dcterms:modified>
</cp:coreProperties>
</file>