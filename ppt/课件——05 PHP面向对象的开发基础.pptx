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702" r:id="rId2"/>
    <p:sldMasterId id="2147483680" r:id="rId3"/>
    <p:sldMasterId id="2147483690" r:id="rId4"/>
  </p:sldMasterIdLst>
  <p:notesMasterIdLst>
    <p:notesMasterId r:id="rId44"/>
  </p:notesMasterIdLst>
  <p:sldIdLst>
    <p:sldId id="1307" r:id="rId5"/>
    <p:sldId id="315" r:id="rId6"/>
    <p:sldId id="1209" r:id="rId7"/>
    <p:sldId id="1210" r:id="rId8"/>
    <p:sldId id="1220" r:id="rId9"/>
    <p:sldId id="1225" r:id="rId10"/>
    <p:sldId id="1228" r:id="rId11"/>
    <p:sldId id="1325" r:id="rId12"/>
    <p:sldId id="1297" r:id="rId13"/>
    <p:sldId id="1308" r:id="rId14"/>
    <p:sldId id="1316" r:id="rId15"/>
    <p:sldId id="1319" r:id="rId16"/>
    <p:sldId id="1212" r:id="rId17"/>
    <p:sldId id="1289" r:id="rId18"/>
    <p:sldId id="1221" r:id="rId19"/>
    <p:sldId id="1320" r:id="rId20"/>
    <p:sldId id="1326" r:id="rId21"/>
    <p:sldId id="1321" r:id="rId22"/>
    <p:sldId id="1223" r:id="rId23"/>
    <p:sldId id="1288" r:id="rId24"/>
    <p:sldId id="1311" r:id="rId25"/>
    <p:sldId id="1312" r:id="rId26"/>
    <p:sldId id="1323" r:id="rId27"/>
    <p:sldId id="1322" r:id="rId28"/>
    <p:sldId id="1324" r:id="rId29"/>
    <p:sldId id="1313" r:id="rId30"/>
    <p:sldId id="1309" r:id="rId31"/>
    <p:sldId id="1314" r:id="rId32"/>
    <p:sldId id="1315" r:id="rId33"/>
    <p:sldId id="1283" r:id="rId34"/>
    <p:sldId id="1213" r:id="rId35"/>
    <p:sldId id="1232" r:id="rId36"/>
    <p:sldId id="1233" r:id="rId37"/>
    <p:sldId id="1290" r:id="rId38"/>
    <p:sldId id="1291" r:id="rId39"/>
    <p:sldId id="1317" r:id="rId40"/>
    <p:sldId id="1318" r:id="rId41"/>
    <p:sldId id="463" r:id="rId42"/>
    <p:sldId id="313" r:id="rId43"/>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B592"/>
    <a:srgbClr val="FF0000"/>
    <a:srgbClr val="E8E4D3"/>
    <a:srgbClr val="72A376"/>
    <a:srgbClr val="676A55"/>
    <a:srgbClr val="7030A0"/>
    <a:srgbClr val="5E614E"/>
    <a:srgbClr val="E8B7B7"/>
    <a:srgbClr val="C0BEA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6" autoAdjust="0"/>
    <p:restoredTop sz="99349" autoAdjust="0"/>
  </p:normalViewPr>
  <p:slideViewPr>
    <p:cSldViewPr>
      <p:cViewPr varScale="1">
        <p:scale>
          <a:sx n="96" d="100"/>
          <a:sy n="96" d="100"/>
        </p:scale>
        <p:origin x="168" y="57"/>
      </p:cViewPr>
      <p:guideLst>
        <p:guide orient="horz" pos="2160"/>
        <p:guide pos="3840"/>
      </p:guideLst>
    </p:cSldViewPr>
  </p:slideViewPr>
  <p:notesTextViewPr>
    <p:cViewPr>
      <p:scale>
        <a:sx n="100" d="100"/>
        <a:sy n="100" d="100"/>
      </p:scale>
      <p:origin x="0" y="0"/>
    </p:cViewPr>
  </p:notesTextViewPr>
  <p:sorterViewPr>
    <p:cViewPr>
      <p:scale>
        <a:sx n="200" d="100"/>
        <a:sy n="200" d="100"/>
      </p:scale>
      <p:origin x="0" y="-49239"/>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DEDA035-B0A7-4C0C-8C0D-79BA2943E6A4}" type="doc">
      <dgm:prSet loTypeId="urn:microsoft.com/office/officeart/2005/8/layout/list1#1" loCatId="list" qsTypeId="urn:microsoft.com/office/officeart/2005/8/quickstyle/simple1#2" qsCatId="simple" csTypeId="urn:microsoft.com/office/officeart/2005/8/colors/colorful2#1" csCatId="colorful" phldr="1"/>
      <dgm:spPr/>
      <dgm:t>
        <a:bodyPr/>
        <a:lstStyle/>
        <a:p>
          <a:endParaRPr lang="zh-CN" altLang="en-US"/>
        </a:p>
      </dgm:t>
    </dgm:pt>
    <dgm:pt modelId="{054C87B8-2EB5-4ABC-AA8B-0DF786FD51E9}">
      <dgm:prSet phldrT="[文本]"/>
      <dgm:spPr/>
      <dgm:t>
        <a:bodyPr/>
        <a:lstStyle/>
        <a:p>
          <a:r>
            <a:rPr lang="zh-CN" altLang="en-US" b="0">
              <a:latin typeface="+mn-ea"/>
              <a:ea typeface="+mn-ea"/>
            </a:rPr>
            <a:t>类的概述</a:t>
          </a:r>
        </a:p>
      </dgm:t>
    </dgm:pt>
    <dgm:pt modelId="{6317FE85-F5BF-4518-9F01-7176466E2FD5}" type="parTrans" cxnId="{FD5ED671-5192-41B1-90FB-B24103BFB845}">
      <dgm:prSet/>
      <dgm:spPr/>
      <dgm:t>
        <a:bodyPr/>
        <a:lstStyle/>
        <a:p>
          <a:endParaRPr lang="zh-CN" altLang="en-US"/>
        </a:p>
      </dgm:t>
    </dgm:pt>
    <dgm:pt modelId="{46970678-7D67-49EC-A9A4-F80BD68FA7CC}" type="sibTrans" cxnId="{FD5ED671-5192-41B1-90FB-B24103BFB845}">
      <dgm:prSet/>
      <dgm:spPr/>
      <dgm:t>
        <a:bodyPr/>
        <a:lstStyle/>
        <a:p>
          <a:endParaRPr lang="zh-CN" altLang="en-US"/>
        </a:p>
      </dgm:t>
    </dgm:pt>
    <dgm:pt modelId="{20F618B0-D77D-4153-939B-9786BBFA24A2}">
      <dgm:prSet phldrT="[文本]" phldr="0" custT="0"/>
      <dgm:spPr/>
      <dgm:t>
        <a:bodyPr vert="horz" wrap="square"/>
        <a:lstStyle/>
        <a:p>
          <a:pPr>
            <a:lnSpc>
              <a:spcPct val="100000"/>
            </a:lnSpc>
            <a:spcBef>
              <a:spcPct val="0"/>
            </a:spcBef>
            <a:spcAft>
              <a:spcPct val="15000"/>
            </a:spcAft>
          </a:pPr>
          <a:r>
            <a:rPr lang="zh-CN" altLang="en-US" b="0">
              <a:latin typeface="+mn-ea"/>
              <a:ea typeface="+mn-ea"/>
            </a:rPr>
            <a:t>类的定义和实例化</a:t>
          </a:r>
        </a:p>
      </dgm:t>
    </dgm:pt>
    <dgm:pt modelId="{E5592CA3-B654-47C6-BCFD-2425C0F3D99E}" type="parTrans" cxnId="{4CD50E32-10EE-4EDD-BC8B-B31B66857238}">
      <dgm:prSet/>
      <dgm:spPr/>
      <dgm:t>
        <a:bodyPr/>
        <a:lstStyle/>
        <a:p>
          <a:endParaRPr lang="zh-CN" altLang="en-US"/>
        </a:p>
      </dgm:t>
    </dgm:pt>
    <dgm:pt modelId="{1225C1D3-1AEE-4906-A9BD-D7604983C812}" type="sibTrans" cxnId="{4CD50E32-10EE-4EDD-BC8B-B31B66857238}">
      <dgm:prSet/>
      <dgm:spPr/>
      <dgm:t>
        <a:bodyPr/>
        <a:lstStyle/>
        <a:p>
          <a:endParaRPr lang="zh-CN" altLang="en-US"/>
        </a:p>
      </dgm:t>
    </dgm:pt>
    <dgm:pt modelId="{82C5978A-FC0B-4F04-9E60-FC4624547176}">
      <dgm:prSet phldr="0" custT="0"/>
      <dgm:spPr/>
      <dgm:t>
        <a:bodyPr vert="horz" wrap="square"/>
        <a:lstStyle/>
        <a:p>
          <a:pPr>
            <a:lnSpc>
              <a:spcPct val="100000"/>
            </a:lnSpc>
            <a:spcBef>
              <a:spcPct val="0"/>
            </a:spcBef>
            <a:spcAft>
              <a:spcPct val="15000"/>
            </a:spcAft>
          </a:pPr>
          <a:r>
            <a:rPr lang="zh-CN" altLang="en-US" b="0">
              <a:latin typeface="+mn-ea"/>
              <a:ea typeface="+mn-ea"/>
            </a:rPr>
            <a:t>访问控制、对象继承</a:t>
          </a:r>
        </a:p>
      </dgm:t>
    </dgm:pt>
    <dgm:pt modelId="{A7DE4E69-E59A-45F3-B268-6724F63EC7BD}" type="parTrans" cxnId="{4DD0DAF7-0A16-417C-9CCB-DE9A0C5288E4}">
      <dgm:prSet/>
      <dgm:spPr/>
      <dgm:t>
        <a:bodyPr/>
        <a:lstStyle/>
        <a:p>
          <a:endParaRPr lang="zh-CN" altLang="en-US"/>
        </a:p>
      </dgm:t>
    </dgm:pt>
    <dgm:pt modelId="{E1A593FF-29A6-49C0-8352-F4567B5318D4}" type="sibTrans" cxnId="{4DD0DAF7-0A16-417C-9CCB-DE9A0C5288E4}">
      <dgm:prSet/>
      <dgm:spPr/>
      <dgm:t>
        <a:bodyPr/>
        <a:lstStyle/>
        <a:p>
          <a:endParaRPr lang="zh-CN" altLang="en-US"/>
        </a:p>
      </dgm:t>
    </dgm:pt>
    <dgm:pt modelId="{59EF6387-4650-46F7-AB41-8B6837686BA2}">
      <dgm:prSet phldr="0" custT="0"/>
      <dgm:spPr/>
      <dgm:t>
        <a:bodyPr vert="horz" wrap="square"/>
        <a:lstStyle/>
        <a:p>
          <a:pPr>
            <a:lnSpc>
              <a:spcPct val="100000"/>
            </a:lnSpc>
            <a:spcBef>
              <a:spcPct val="0"/>
            </a:spcBef>
            <a:spcAft>
              <a:spcPct val="15000"/>
            </a:spcAft>
          </a:pPr>
          <a:r>
            <a:rPr lang="zh-CN" altLang="en-US" b="0">
              <a:latin typeface="+mn-ea"/>
              <a:ea typeface="+mn-ea"/>
            </a:rPr>
            <a:t>作业一、作业二、作业三</a:t>
          </a:r>
        </a:p>
      </dgm:t>
    </dgm:pt>
    <dgm:pt modelId="{9B10E206-1042-441F-A15E-1E3332979B18}" type="parTrans" cxnId="{89B93E87-5483-4F83-AFEE-E6C8FB5FDC55}">
      <dgm:prSet/>
      <dgm:spPr/>
      <dgm:t>
        <a:bodyPr/>
        <a:lstStyle/>
        <a:p>
          <a:endParaRPr lang="zh-CN" altLang="en-US"/>
        </a:p>
      </dgm:t>
    </dgm:pt>
    <dgm:pt modelId="{45C9AB55-EBC1-4D3E-AD58-1EFF211B7B45}" type="sibTrans" cxnId="{89B93E87-5483-4F83-AFEE-E6C8FB5FDC55}">
      <dgm:prSet/>
      <dgm:spPr/>
      <dgm:t>
        <a:bodyPr/>
        <a:lstStyle/>
        <a:p>
          <a:endParaRPr lang="zh-CN" altLang="en-US"/>
        </a:p>
      </dgm:t>
    </dgm:pt>
    <dgm:pt modelId="{9C3142E8-C689-49DB-9E41-56CCE5FEC426}">
      <dgm:prSet phldr="0" custT="0"/>
      <dgm:spPr/>
      <dgm:t>
        <a:bodyPr vert="horz" wrap="square"/>
        <a:lstStyle/>
        <a:p>
          <a:pPr>
            <a:lnSpc>
              <a:spcPct val="100000"/>
            </a:lnSpc>
            <a:spcBef>
              <a:spcPct val="0"/>
            </a:spcBef>
            <a:spcAft>
              <a:spcPct val="15000"/>
            </a:spcAft>
          </a:pPr>
          <a:r>
            <a:rPr lang="zh-CN" altLang="en-US" b="0">
              <a:latin typeface="+mn-ea"/>
              <a:ea typeface="+mn-ea"/>
            </a:rPr>
            <a:t>静态资源</a:t>
          </a:r>
        </a:p>
      </dgm:t>
    </dgm:pt>
    <dgm:pt modelId="{C4F58612-0232-4A90-B737-0B0913808E74}" type="parTrans" cxnId="{2257A5E5-CFBC-4D64-A290-D2D43915D6C5}">
      <dgm:prSet/>
      <dgm:spPr/>
      <dgm:t>
        <a:bodyPr/>
        <a:lstStyle/>
        <a:p>
          <a:endParaRPr lang="zh-CN" altLang="en-US"/>
        </a:p>
      </dgm:t>
    </dgm:pt>
    <dgm:pt modelId="{314EA1C7-EC43-43C0-8019-F7E5808072D9}" type="sibTrans" cxnId="{2257A5E5-CFBC-4D64-A290-D2D43915D6C5}">
      <dgm:prSet/>
      <dgm:spPr/>
      <dgm:t>
        <a:bodyPr/>
        <a:lstStyle/>
        <a:p>
          <a:endParaRPr lang="zh-CN" altLang="en-US"/>
        </a:p>
      </dgm:t>
    </dgm:pt>
    <dgm:pt modelId="{D65E40D0-0BA4-4C9E-9B1C-D384FBF0F486}" type="pres">
      <dgm:prSet presAssocID="{3DEDA035-B0A7-4C0C-8C0D-79BA2943E6A4}" presName="linear" presStyleCnt="0">
        <dgm:presLayoutVars>
          <dgm:dir/>
          <dgm:animLvl val="lvl"/>
          <dgm:resizeHandles val="exact"/>
        </dgm:presLayoutVars>
      </dgm:prSet>
      <dgm:spPr/>
    </dgm:pt>
    <dgm:pt modelId="{B542E9E9-6671-4D94-8B20-57155A7BE63D}" type="pres">
      <dgm:prSet presAssocID="{054C87B8-2EB5-4ABC-AA8B-0DF786FD51E9}" presName="parentLin" presStyleCnt="0"/>
      <dgm:spPr/>
    </dgm:pt>
    <dgm:pt modelId="{4CE66DCA-3F29-4B7C-96D8-402837F530E3}" type="pres">
      <dgm:prSet presAssocID="{054C87B8-2EB5-4ABC-AA8B-0DF786FD51E9}" presName="parentLeftMargin" presStyleLbl="node1" presStyleIdx="0" presStyleCnt="1"/>
      <dgm:spPr/>
    </dgm:pt>
    <dgm:pt modelId="{084B8888-0683-44C7-8CAA-99BDC1841A86}" type="pres">
      <dgm:prSet presAssocID="{054C87B8-2EB5-4ABC-AA8B-0DF786FD51E9}" presName="parentText" presStyleLbl="node1" presStyleIdx="0" presStyleCnt="1">
        <dgm:presLayoutVars>
          <dgm:chMax val="0"/>
          <dgm:bulletEnabled val="1"/>
        </dgm:presLayoutVars>
      </dgm:prSet>
      <dgm:spPr/>
    </dgm:pt>
    <dgm:pt modelId="{1CED4EA1-2E15-483F-9D6F-ED61A29A643E}" type="pres">
      <dgm:prSet presAssocID="{054C87B8-2EB5-4ABC-AA8B-0DF786FD51E9}" presName="negativeSpace" presStyleCnt="0"/>
      <dgm:spPr/>
    </dgm:pt>
    <dgm:pt modelId="{3EA188CD-7EDC-4F00-8568-340AB63DDCE0}" type="pres">
      <dgm:prSet presAssocID="{054C87B8-2EB5-4ABC-AA8B-0DF786FD51E9}" presName="childText" presStyleLbl="conFgAcc1" presStyleIdx="0" presStyleCnt="1">
        <dgm:presLayoutVars>
          <dgm:bulletEnabled val="1"/>
        </dgm:presLayoutVars>
      </dgm:prSet>
      <dgm:spPr/>
    </dgm:pt>
  </dgm:ptLst>
  <dgm:cxnLst>
    <dgm:cxn modelId="{BA2B7E16-B809-40C7-8CEC-5F6C82DB3160}" type="presOf" srcId="{59EF6387-4650-46F7-AB41-8B6837686BA2}" destId="{3EA188CD-7EDC-4F00-8568-340AB63DDCE0}" srcOrd="0" destOrd="3" presId="urn:microsoft.com/office/officeart/2005/8/layout/list1#1"/>
    <dgm:cxn modelId="{9E1F972A-6C1D-4F72-B71D-C4F719A3960C}" type="presOf" srcId="{20F618B0-D77D-4153-939B-9786BBFA24A2}" destId="{3EA188CD-7EDC-4F00-8568-340AB63DDCE0}" srcOrd="0" destOrd="0" presId="urn:microsoft.com/office/officeart/2005/8/layout/list1#1"/>
    <dgm:cxn modelId="{5FE13F30-AB0B-4F71-8768-DBE659B93DDA}" type="presOf" srcId="{9C3142E8-C689-49DB-9E41-56CCE5FEC426}" destId="{3EA188CD-7EDC-4F00-8568-340AB63DDCE0}" srcOrd="0" destOrd="2" presId="urn:microsoft.com/office/officeart/2005/8/layout/list1#1"/>
    <dgm:cxn modelId="{4CD50E32-10EE-4EDD-BC8B-B31B66857238}" srcId="{054C87B8-2EB5-4ABC-AA8B-0DF786FD51E9}" destId="{20F618B0-D77D-4153-939B-9786BBFA24A2}" srcOrd="0" destOrd="0" parTransId="{E5592CA3-B654-47C6-BCFD-2425C0F3D99E}" sibTransId="{1225C1D3-1AEE-4906-A9BD-D7604983C812}"/>
    <dgm:cxn modelId="{F1FD4734-9C13-488D-979D-3EF55D3F7639}" type="presOf" srcId="{3DEDA035-B0A7-4C0C-8C0D-79BA2943E6A4}" destId="{D65E40D0-0BA4-4C9E-9B1C-D384FBF0F486}" srcOrd="0" destOrd="0" presId="urn:microsoft.com/office/officeart/2005/8/layout/list1#1"/>
    <dgm:cxn modelId="{77B78D5F-A400-46DD-8F5B-BF1E1D306012}" type="presOf" srcId="{054C87B8-2EB5-4ABC-AA8B-0DF786FD51E9}" destId="{4CE66DCA-3F29-4B7C-96D8-402837F530E3}" srcOrd="0" destOrd="0" presId="urn:microsoft.com/office/officeart/2005/8/layout/list1#1"/>
    <dgm:cxn modelId="{FD5ED671-5192-41B1-90FB-B24103BFB845}" srcId="{3DEDA035-B0A7-4C0C-8C0D-79BA2943E6A4}" destId="{054C87B8-2EB5-4ABC-AA8B-0DF786FD51E9}" srcOrd="0" destOrd="0" parTransId="{6317FE85-F5BF-4518-9F01-7176466E2FD5}" sibTransId="{46970678-7D67-49EC-A9A4-F80BD68FA7CC}"/>
    <dgm:cxn modelId="{89B93E87-5483-4F83-AFEE-E6C8FB5FDC55}" srcId="{054C87B8-2EB5-4ABC-AA8B-0DF786FD51E9}" destId="{59EF6387-4650-46F7-AB41-8B6837686BA2}" srcOrd="3" destOrd="0" parTransId="{9B10E206-1042-441F-A15E-1E3332979B18}" sibTransId="{45C9AB55-EBC1-4D3E-AD58-1EFF211B7B45}"/>
    <dgm:cxn modelId="{3B27BEBC-DACA-4F06-8C45-12FEA7851587}" type="presOf" srcId="{82C5978A-FC0B-4F04-9E60-FC4624547176}" destId="{3EA188CD-7EDC-4F00-8568-340AB63DDCE0}" srcOrd="0" destOrd="1" presId="urn:microsoft.com/office/officeart/2005/8/layout/list1#1"/>
    <dgm:cxn modelId="{C42624D7-CB2E-44C9-BA10-146F9D041847}" type="presOf" srcId="{054C87B8-2EB5-4ABC-AA8B-0DF786FD51E9}" destId="{084B8888-0683-44C7-8CAA-99BDC1841A86}" srcOrd="1" destOrd="0" presId="urn:microsoft.com/office/officeart/2005/8/layout/list1#1"/>
    <dgm:cxn modelId="{2257A5E5-CFBC-4D64-A290-D2D43915D6C5}" srcId="{054C87B8-2EB5-4ABC-AA8B-0DF786FD51E9}" destId="{9C3142E8-C689-49DB-9E41-56CCE5FEC426}" srcOrd="2" destOrd="0" parTransId="{C4F58612-0232-4A90-B737-0B0913808E74}" sibTransId="{314EA1C7-EC43-43C0-8019-F7E5808072D9}"/>
    <dgm:cxn modelId="{4DD0DAF7-0A16-417C-9CCB-DE9A0C5288E4}" srcId="{054C87B8-2EB5-4ABC-AA8B-0DF786FD51E9}" destId="{82C5978A-FC0B-4F04-9E60-FC4624547176}" srcOrd="1" destOrd="0" parTransId="{A7DE4E69-E59A-45F3-B268-6724F63EC7BD}" sibTransId="{E1A593FF-29A6-49C0-8352-F4567B5318D4}"/>
    <dgm:cxn modelId="{87C57DF2-66F8-4BB7-9D6E-E679C03B06FF}" type="presParOf" srcId="{D65E40D0-0BA4-4C9E-9B1C-D384FBF0F486}" destId="{B542E9E9-6671-4D94-8B20-57155A7BE63D}" srcOrd="0" destOrd="0" presId="urn:microsoft.com/office/officeart/2005/8/layout/list1#1"/>
    <dgm:cxn modelId="{C251D952-C5ED-44E2-B26E-C81F4435FD36}" type="presParOf" srcId="{B542E9E9-6671-4D94-8B20-57155A7BE63D}" destId="{4CE66DCA-3F29-4B7C-96D8-402837F530E3}" srcOrd="0" destOrd="0" presId="urn:microsoft.com/office/officeart/2005/8/layout/list1#1"/>
    <dgm:cxn modelId="{DDD00688-D9D4-4B3B-8373-F3A8A55397A3}" type="presParOf" srcId="{B542E9E9-6671-4D94-8B20-57155A7BE63D}" destId="{084B8888-0683-44C7-8CAA-99BDC1841A86}" srcOrd="1" destOrd="0" presId="urn:microsoft.com/office/officeart/2005/8/layout/list1#1"/>
    <dgm:cxn modelId="{23E6B299-2393-448E-A51E-590E148AA085}" type="presParOf" srcId="{D65E40D0-0BA4-4C9E-9B1C-D384FBF0F486}" destId="{1CED4EA1-2E15-483F-9D6F-ED61A29A643E}" srcOrd="1" destOrd="0" presId="urn:microsoft.com/office/officeart/2005/8/layout/list1#1"/>
    <dgm:cxn modelId="{F5863CB5-7834-4737-B357-564A7809522A}" type="presParOf" srcId="{D65E40D0-0BA4-4C9E-9B1C-D384FBF0F486}" destId="{3EA188CD-7EDC-4F00-8568-340AB63DDCE0}" srcOrd="2"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B37886-4182-4F3A-AD48-676E92E01340}" type="doc">
      <dgm:prSet loTypeId="urn:microsoft.com/office/officeart/2005/8/layout/list1" loCatId="list" qsTypeId="urn:microsoft.com/office/officeart/2005/8/quickstyle/simple1" qsCatId="simple" csTypeId="urn:microsoft.com/office/officeart/2005/8/colors/accent5_4" csCatId="accent5" phldr="1"/>
      <dgm:spPr/>
      <dgm:t>
        <a:bodyPr/>
        <a:lstStyle/>
        <a:p>
          <a:endParaRPr lang="zh-CN" altLang="en-US"/>
        </a:p>
      </dgm:t>
    </dgm:pt>
    <dgm:pt modelId="{9F16454E-C9DE-4E87-A442-7795C0993765}">
      <dgm:prSet phldrT="[文本]"/>
      <dgm:spPr/>
      <dgm:t>
        <a:bodyPr/>
        <a:lstStyle/>
        <a:p>
          <a:pPr>
            <a:buFont typeface="+mj-lt"/>
            <a:buAutoNum type="arabicParenR"/>
          </a:pPr>
          <a:r>
            <a:rPr lang="en-US"/>
            <a:t>Getter/Setter</a:t>
          </a:r>
          <a:r>
            <a:rPr lang="zh-CN"/>
            <a:t>模式</a:t>
          </a:r>
          <a:endParaRPr lang="zh-CN" altLang="en-US"/>
        </a:p>
      </dgm:t>
    </dgm:pt>
    <dgm:pt modelId="{C91934D5-4114-496D-BBC9-C9611BFC582E}" type="parTrans" cxnId="{113B569F-0B5C-409E-8A40-E29D94A7284E}">
      <dgm:prSet/>
      <dgm:spPr/>
      <dgm:t>
        <a:bodyPr/>
        <a:lstStyle/>
        <a:p>
          <a:endParaRPr lang="zh-CN" altLang="en-US"/>
        </a:p>
      </dgm:t>
    </dgm:pt>
    <dgm:pt modelId="{0B6A6098-2E0A-4EE8-8490-98F7D3E81A05}" type="sibTrans" cxnId="{113B569F-0B5C-409E-8A40-E29D94A7284E}">
      <dgm:prSet/>
      <dgm:spPr/>
      <dgm:t>
        <a:bodyPr/>
        <a:lstStyle/>
        <a:p>
          <a:endParaRPr lang="zh-CN" altLang="en-US"/>
        </a:p>
      </dgm:t>
    </dgm:pt>
    <dgm:pt modelId="{8FBBB50E-B5F9-4F21-86BB-34AB68E516EC}">
      <dgm:prSet/>
      <dgm:spPr/>
      <dgm:t>
        <a:bodyPr/>
        <a:lstStyle/>
        <a:p>
          <a:pPr>
            <a:buFont typeface="+mj-lt"/>
            <a:buAutoNum type="arabicParenR"/>
          </a:pPr>
          <a:r>
            <a:rPr lang="zh-CN"/>
            <a:t>只读属性</a:t>
          </a:r>
        </a:p>
      </dgm:t>
    </dgm:pt>
    <dgm:pt modelId="{13B2C4E2-6BA8-45E3-847B-F970E6AB4A7B}" type="parTrans" cxnId="{C9D36126-5F43-475F-8F05-3E478CC20E67}">
      <dgm:prSet/>
      <dgm:spPr/>
      <dgm:t>
        <a:bodyPr/>
        <a:lstStyle/>
        <a:p>
          <a:endParaRPr lang="zh-CN" altLang="en-US"/>
        </a:p>
      </dgm:t>
    </dgm:pt>
    <dgm:pt modelId="{F1BBAED5-A0C5-4C74-85D2-A6C542B452B8}" type="sibTrans" cxnId="{C9D36126-5F43-475F-8F05-3E478CC20E67}">
      <dgm:prSet/>
      <dgm:spPr/>
      <dgm:t>
        <a:bodyPr/>
        <a:lstStyle/>
        <a:p>
          <a:endParaRPr lang="zh-CN" altLang="en-US"/>
        </a:p>
      </dgm:t>
    </dgm:pt>
    <dgm:pt modelId="{437EE2A6-0F2A-46FA-BED9-0535752C1512}">
      <dgm:prSet/>
      <dgm:spPr/>
      <dgm:t>
        <a:bodyPr/>
        <a:lstStyle/>
        <a:p>
          <a:pPr>
            <a:buFont typeface="+mj-lt"/>
            <a:buAutoNum type="arabicParenR"/>
          </a:pPr>
          <a:r>
            <a:rPr lang="zh-CN"/>
            <a:t>计算属性</a:t>
          </a:r>
        </a:p>
      </dgm:t>
    </dgm:pt>
    <dgm:pt modelId="{9741AD63-D771-41C3-A926-36BCE3CE5126}" type="parTrans" cxnId="{1A73AD2A-5F32-486D-830E-7C09964E8A01}">
      <dgm:prSet/>
      <dgm:spPr/>
      <dgm:t>
        <a:bodyPr/>
        <a:lstStyle/>
        <a:p>
          <a:endParaRPr lang="zh-CN" altLang="en-US"/>
        </a:p>
      </dgm:t>
    </dgm:pt>
    <dgm:pt modelId="{FAA126EB-220E-4B6C-8A55-276845653B1C}" type="sibTrans" cxnId="{1A73AD2A-5F32-486D-830E-7C09964E8A01}">
      <dgm:prSet/>
      <dgm:spPr/>
      <dgm:t>
        <a:bodyPr/>
        <a:lstStyle/>
        <a:p>
          <a:endParaRPr lang="zh-CN" altLang="en-US"/>
        </a:p>
      </dgm:t>
    </dgm:pt>
    <dgm:pt modelId="{28A5E81A-9132-4021-B3E6-919D0B552219}">
      <dgm:prSet phldrT="[文本]"/>
      <dgm:spPr/>
      <dgm:t>
        <a:bodyPr/>
        <a:lstStyle/>
        <a:p>
          <a:pPr>
            <a:buFont typeface="+mj-lt"/>
            <a:buAutoNum type="arabicParenR"/>
          </a:pPr>
          <a:r>
            <a:rPr lang="zh-CN"/>
            <a:t>通过</a:t>
          </a:r>
          <a:r>
            <a:rPr lang="en-US"/>
            <a:t>Getter</a:t>
          </a:r>
          <a:r>
            <a:rPr lang="zh-CN"/>
            <a:t>方法获取属性的值，通过</a:t>
          </a:r>
          <a:r>
            <a:rPr lang="en-US"/>
            <a:t>Setter</a:t>
          </a:r>
          <a:r>
            <a:rPr lang="zh-CN"/>
            <a:t>方法设置属性的值，外部需要通过方法</a:t>
          </a:r>
          <a:r>
            <a:rPr lang="en-US"/>
            <a:t>Getter</a:t>
          </a:r>
          <a:r>
            <a:rPr lang="zh-CN"/>
            <a:t>和</a:t>
          </a:r>
          <a:r>
            <a:rPr lang="en-US"/>
            <a:t>Setter</a:t>
          </a:r>
          <a:r>
            <a:rPr lang="zh-CN"/>
            <a:t>来间接访问属性；</a:t>
          </a:r>
          <a:endParaRPr lang="zh-CN" altLang="en-US"/>
        </a:p>
      </dgm:t>
    </dgm:pt>
    <dgm:pt modelId="{EE604B0B-10CE-4AFF-8240-AA41509ED864}" type="parTrans" cxnId="{70A5D871-93D9-4D86-BC97-68DC20C6E6EB}">
      <dgm:prSet/>
      <dgm:spPr/>
      <dgm:t>
        <a:bodyPr/>
        <a:lstStyle/>
        <a:p>
          <a:endParaRPr lang="zh-CN" altLang="en-US"/>
        </a:p>
      </dgm:t>
    </dgm:pt>
    <dgm:pt modelId="{89C5175C-C66D-4E5B-A47B-52860177F8DA}" type="sibTrans" cxnId="{70A5D871-93D9-4D86-BC97-68DC20C6E6EB}">
      <dgm:prSet/>
      <dgm:spPr/>
      <dgm:t>
        <a:bodyPr/>
        <a:lstStyle/>
        <a:p>
          <a:endParaRPr lang="zh-CN" altLang="en-US"/>
        </a:p>
      </dgm:t>
    </dgm:pt>
    <dgm:pt modelId="{18E31595-0941-4210-BA7A-358B8AC17317}">
      <dgm:prSet/>
      <dgm:spPr/>
      <dgm:t>
        <a:bodyPr/>
        <a:lstStyle/>
        <a:p>
          <a:pPr>
            <a:buFont typeface="+mj-lt"/>
            <a:buAutoNum type="arabicParenR"/>
          </a:pPr>
          <a:r>
            <a:rPr lang="zh-CN"/>
            <a:t>属性只能访问，不能修改；</a:t>
          </a:r>
        </a:p>
      </dgm:t>
    </dgm:pt>
    <dgm:pt modelId="{0E84AAC4-F00C-4880-9572-AB647D642240}" type="parTrans" cxnId="{7155637A-E367-4FDC-B172-5916552EE639}">
      <dgm:prSet/>
      <dgm:spPr/>
      <dgm:t>
        <a:bodyPr/>
        <a:lstStyle/>
        <a:p>
          <a:endParaRPr lang="zh-CN" altLang="en-US"/>
        </a:p>
      </dgm:t>
    </dgm:pt>
    <dgm:pt modelId="{D5C69422-8A78-4FCB-A4AB-BE4FDDF30621}" type="sibTrans" cxnId="{7155637A-E367-4FDC-B172-5916552EE639}">
      <dgm:prSet/>
      <dgm:spPr/>
      <dgm:t>
        <a:bodyPr/>
        <a:lstStyle/>
        <a:p>
          <a:endParaRPr lang="zh-CN" altLang="en-US"/>
        </a:p>
      </dgm:t>
    </dgm:pt>
    <dgm:pt modelId="{272F6F3C-5B79-4E6C-852E-64135E8D18B8}">
      <dgm:prSet/>
      <dgm:spPr/>
      <dgm:t>
        <a:bodyPr/>
        <a:lstStyle/>
        <a:p>
          <a:pPr>
            <a:buFont typeface="+mj-lt"/>
            <a:buAutoNum type="arabicParenR"/>
          </a:pPr>
          <a:r>
            <a:rPr lang="zh-CN"/>
            <a:t>基于其他数据完成计算。</a:t>
          </a:r>
        </a:p>
      </dgm:t>
    </dgm:pt>
    <dgm:pt modelId="{37629448-FFD0-4A94-A452-81C1DEF887B8}" type="parTrans" cxnId="{517CAF0C-054B-4769-8527-9288D252EF3C}">
      <dgm:prSet/>
      <dgm:spPr/>
      <dgm:t>
        <a:bodyPr/>
        <a:lstStyle/>
        <a:p>
          <a:endParaRPr lang="zh-CN" altLang="en-US"/>
        </a:p>
      </dgm:t>
    </dgm:pt>
    <dgm:pt modelId="{455B53D6-202C-4B4F-9675-796BB7155544}" type="sibTrans" cxnId="{517CAF0C-054B-4769-8527-9288D252EF3C}">
      <dgm:prSet/>
      <dgm:spPr/>
      <dgm:t>
        <a:bodyPr/>
        <a:lstStyle/>
        <a:p>
          <a:endParaRPr lang="zh-CN" altLang="en-US"/>
        </a:p>
      </dgm:t>
    </dgm:pt>
    <dgm:pt modelId="{0BBD1381-6DB5-44B4-8C23-B3F16E62BCBF}" type="pres">
      <dgm:prSet presAssocID="{EFB37886-4182-4F3A-AD48-676E92E01340}" presName="linear" presStyleCnt="0">
        <dgm:presLayoutVars>
          <dgm:dir/>
          <dgm:animLvl val="lvl"/>
          <dgm:resizeHandles val="exact"/>
        </dgm:presLayoutVars>
      </dgm:prSet>
      <dgm:spPr/>
    </dgm:pt>
    <dgm:pt modelId="{7E72A4EF-810E-4D4A-A2D6-6E942400484B}" type="pres">
      <dgm:prSet presAssocID="{9F16454E-C9DE-4E87-A442-7795C0993765}" presName="parentLin" presStyleCnt="0"/>
      <dgm:spPr/>
    </dgm:pt>
    <dgm:pt modelId="{A1D4692D-2A6A-4174-9830-8D10B7AABDF8}" type="pres">
      <dgm:prSet presAssocID="{9F16454E-C9DE-4E87-A442-7795C0993765}" presName="parentLeftMargin" presStyleLbl="node1" presStyleIdx="0" presStyleCnt="3"/>
      <dgm:spPr/>
    </dgm:pt>
    <dgm:pt modelId="{AF13AC85-751C-472A-819E-ECFDEE187470}" type="pres">
      <dgm:prSet presAssocID="{9F16454E-C9DE-4E87-A442-7795C0993765}" presName="parentText" presStyleLbl="node1" presStyleIdx="0" presStyleCnt="3">
        <dgm:presLayoutVars>
          <dgm:chMax val="0"/>
          <dgm:bulletEnabled val="1"/>
        </dgm:presLayoutVars>
      </dgm:prSet>
      <dgm:spPr/>
    </dgm:pt>
    <dgm:pt modelId="{EEE7B8A0-D10F-4E30-A9A6-B14459E07817}" type="pres">
      <dgm:prSet presAssocID="{9F16454E-C9DE-4E87-A442-7795C0993765}" presName="negativeSpace" presStyleCnt="0"/>
      <dgm:spPr/>
    </dgm:pt>
    <dgm:pt modelId="{9F3289A6-63A8-4C2C-A3C7-ED8D3B4A493A}" type="pres">
      <dgm:prSet presAssocID="{9F16454E-C9DE-4E87-A442-7795C0993765}" presName="childText" presStyleLbl="conFgAcc1" presStyleIdx="0" presStyleCnt="3">
        <dgm:presLayoutVars>
          <dgm:bulletEnabled val="1"/>
        </dgm:presLayoutVars>
      </dgm:prSet>
      <dgm:spPr/>
    </dgm:pt>
    <dgm:pt modelId="{13BA6B5E-ED58-46C4-8EEC-94EB94226AB2}" type="pres">
      <dgm:prSet presAssocID="{0B6A6098-2E0A-4EE8-8490-98F7D3E81A05}" presName="spaceBetweenRectangles" presStyleCnt="0"/>
      <dgm:spPr/>
    </dgm:pt>
    <dgm:pt modelId="{66BC2BB7-1266-4765-B7A0-F206ECE98FAD}" type="pres">
      <dgm:prSet presAssocID="{8FBBB50E-B5F9-4F21-86BB-34AB68E516EC}" presName="parentLin" presStyleCnt="0"/>
      <dgm:spPr/>
    </dgm:pt>
    <dgm:pt modelId="{E29683CA-7C7D-4FCB-B43B-4409B14CE6FF}" type="pres">
      <dgm:prSet presAssocID="{8FBBB50E-B5F9-4F21-86BB-34AB68E516EC}" presName="parentLeftMargin" presStyleLbl="node1" presStyleIdx="0" presStyleCnt="3"/>
      <dgm:spPr/>
    </dgm:pt>
    <dgm:pt modelId="{F1A3AB55-6C0B-4210-A730-E5B738B1D21B}" type="pres">
      <dgm:prSet presAssocID="{8FBBB50E-B5F9-4F21-86BB-34AB68E516EC}" presName="parentText" presStyleLbl="node1" presStyleIdx="1" presStyleCnt="3">
        <dgm:presLayoutVars>
          <dgm:chMax val="0"/>
          <dgm:bulletEnabled val="1"/>
        </dgm:presLayoutVars>
      </dgm:prSet>
      <dgm:spPr/>
    </dgm:pt>
    <dgm:pt modelId="{542EED5E-6EA5-4547-A5D7-B8C9ACBBCCDD}" type="pres">
      <dgm:prSet presAssocID="{8FBBB50E-B5F9-4F21-86BB-34AB68E516EC}" presName="negativeSpace" presStyleCnt="0"/>
      <dgm:spPr/>
    </dgm:pt>
    <dgm:pt modelId="{92A703C6-B3DB-48BE-8FE4-E7989A29A618}" type="pres">
      <dgm:prSet presAssocID="{8FBBB50E-B5F9-4F21-86BB-34AB68E516EC}" presName="childText" presStyleLbl="conFgAcc1" presStyleIdx="1" presStyleCnt="3">
        <dgm:presLayoutVars>
          <dgm:bulletEnabled val="1"/>
        </dgm:presLayoutVars>
      </dgm:prSet>
      <dgm:spPr/>
    </dgm:pt>
    <dgm:pt modelId="{7A18CE7D-96D8-4C18-AA2F-BAC91262676F}" type="pres">
      <dgm:prSet presAssocID="{F1BBAED5-A0C5-4C74-85D2-A6C542B452B8}" presName="spaceBetweenRectangles" presStyleCnt="0"/>
      <dgm:spPr/>
    </dgm:pt>
    <dgm:pt modelId="{C6E0DB76-88D9-44F2-9E4D-18748F3EB6CA}" type="pres">
      <dgm:prSet presAssocID="{437EE2A6-0F2A-46FA-BED9-0535752C1512}" presName="parentLin" presStyleCnt="0"/>
      <dgm:spPr/>
    </dgm:pt>
    <dgm:pt modelId="{F8FACA4C-DE6C-4AB1-8A65-36B150AB6D48}" type="pres">
      <dgm:prSet presAssocID="{437EE2A6-0F2A-46FA-BED9-0535752C1512}" presName="parentLeftMargin" presStyleLbl="node1" presStyleIdx="1" presStyleCnt="3"/>
      <dgm:spPr/>
    </dgm:pt>
    <dgm:pt modelId="{4F2F49C6-5489-48E7-80EC-EDA577A1E96C}" type="pres">
      <dgm:prSet presAssocID="{437EE2A6-0F2A-46FA-BED9-0535752C1512}" presName="parentText" presStyleLbl="node1" presStyleIdx="2" presStyleCnt="3">
        <dgm:presLayoutVars>
          <dgm:chMax val="0"/>
          <dgm:bulletEnabled val="1"/>
        </dgm:presLayoutVars>
      </dgm:prSet>
      <dgm:spPr/>
    </dgm:pt>
    <dgm:pt modelId="{7B1ED5BF-6757-4B83-A6DA-EBC3C8F7440B}" type="pres">
      <dgm:prSet presAssocID="{437EE2A6-0F2A-46FA-BED9-0535752C1512}" presName="negativeSpace" presStyleCnt="0"/>
      <dgm:spPr/>
    </dgm:pt>
    <dgm:pt modelId="{47F87A6D-39E6-4D13-95B7-D74D70FAA122}" type="pres">
      <dgm:prSet presAssocID="{437EE2A6-0F2A-46FA-BED9-0535752C1512}" presName="childText" presStyleLbl="conFgAcc1" presStyleIdx="2" presStyleCnt="3">
        <dgm:presLayoutVars>
          <dgm:bulletEnabled val="1"/>
        </dgm:presLayoutVars>
      </dgm:prSet>
      <dgm:spPr/>
    </dgm:pt>
  </dgm:ptLst>
  <dgm:cxnLst>
    <dgm:cxn modelId="{517CAF0C-054B-4769-8527-9288D252EF3C}" srcId="{437EE2A6-0F2A-46FA-BED9-0535752C1512}" destId="{272F6F3C-5B79-4E6C-852E-64135E8D18B8}" srcOrd="0" destOrd="0" parTransId="{37629448-FFD0-4A94-A452-81C1DEF887B8}" sibTransId="{455B53D6-202C-4B4F-9675-796BB7155544}"/>
    <dgm:cxn modelId="{E6424E15-5BC8-4FBD-8CFD-DB9756410FDA}" type="presOf" srcId="{437EE2A6-0F2A-46FA-BED9-0535752C1512}" destId="{F8FACA4C-DE6C-4AB1-8A65-36B150AB6D48}" srcOrd="0" destOrd="0" presId="urn:microsoft.com/office/officeart/2005/8/layout/list1"/>
    <dgm:cxn modelId="{C9D36126-5F43-475F-8F05-3E478CC20E67}" srcId="{EFB37886-4182-4F3A-AD48-676E92E01340}" destId="{8FBBB50E-B5F9-4F21-86BB-34AB68E516EC}" srcOrd="1" destOrd="0" parTransId="{13B2C4E2-6BA8-45E3-847B-F970E6AB4A7B}" sibTransId="{F1BBAED5-A0C5-4C74-85D2-A6C542B452B8}"/>
    <dgm:cxn modelId="{1A73AD2A-5F32-486D-830E-7C09964E8A01}" srcId="{EFB37886-4182-4F3A-AD48-676E92E01340}" destId="{437EE2A6-0F2A-46FA-BED9-0535752C1512}" srcOrd="2" destOrd="0" parTransId="{9741AD63-D771-41C3-A926-36BCE3CE5126}" sibTransId="{FAA126EB-220E-4B6C-8A55-276845653B1C}"/>
    <dgm:cxn modelId="{41A2DD3E-59B0-450A-8176-D442C26705E4}" type="presOf" srcId="{272F6F3C-5B79-4E6C-852E-64135E8D18B8}" destId="{47F87A6D-39E6-4D13-95B7-D74D70FAA122}" srcOrd="0" destOrd="0" presId="urn:microsoft.com/office/officeart/2005/8/layout/list1"/>
    <dgm:cxn modelId="{B3229D69-B5D8-4695-90C2-8D96D4AC309E}" type="presOf" srcId="{EFB37886-4182-4F3A-AD48-676E92E01340}" destId="{0BBD1381-6DB5-44B4-8C23-B3F16E62BCBF}" srcOrd="0" destOrd="0" presId="urn:microsoft.com/office/officeart/2005/8/layout/list1"/>
    <dgm:cxn modelId="{70A5D871-93D9-4D86-BC97-68DC20C6E6EB}" srcId="{9F16454E-C9DE-4E87-A442-7795C0993765}" destId="{28A5E81A-9132-4021-B3E6-919D0B552219}" srcOrd="0" destOrd="0" parTransId="{EE604B0B-10CE-4AFF-8240-AA41509ED864}" sibTransId="{89C5175C-C66D-4E5B-A47B-52860177F8DA}"/>
    <dgm:cxn modelId="{779C7276-4361-4127-B38C-0D92BB10626A}" type="presOf" srcId="{18E31595-0941-4210-BA7A-358B8AC17317}" destId="{92A703C6-B3DB-48BE-8FE4-E7989A29A618}" srcOrd="0" destOrd="0" presId="urn:microsoft.com/office/officeart/2005/8/layout/list1"/>
    <dgm:cxn modelId="{7155637A-E367-4FDC-B172-5916552EE639}" srcId="{8FBBB50E-B5F9-4F21-86BB-34AB68E516EC}" destId="{18E31595-0941-4210-BA7A-358B8AC17317}" srcOrd="0" destOrd="0" parTransId="{0E84AAC4-F00C-4880-9572-AB647D642240}" sibTransId="{D5C69422-8A78-4FCB-A4AB-BE4FDDF30621}"/>
    <dgm:cxn modelId="{113B569F-0B5C-409E-8A40-E29D94A7284E}" srcId="{EFB37886-4182-4F3A-AD48-676E92E01340}" destId="{9F16454E-C9DE-4E87-A442-7795C0993765}" srcOrd="0" destOrd="0" parTransId="{C91934D5-4114-496D-BBC9-C9611BFC582E}" sibTransId="{0B6A6098-2E0A-4EE8-8490-98F7D3E81A05}"/>
    <dgm:cxn modelId="{3C1282A7-CD75-4FCE-820F-AAD48C06BDDD}" type="presOf" srcId="{28A5E81A-9132-4021-B3E6-919D0B552219}" destId="{9F3289A6-63A8-4C2C-A3C7-ED8D3B4A493A}" srcOrd="0" destOrd="0" presId="urn:microsoft.com/office/officeart/2005/8/layout/list1"/>
    <dgm:cxn modelId="{FD085AB2-CDF3-4C01-A198-BCC117CF6F76}" type="presOf" srcId="{8FBBB50E-B5F9-4F21-86BB-34AB68E516EC}" destId="{F1A3AB55-6C0B-4210-A730-E5B738B1D21B}" srcOrd="1" destOrd="0" presId="urn:microsoft.com/office/officeart/2005/8/layout/list1"/>
    <dgm:cxn modelId="{950692D4-DCD1-4E2B-B593-74E51F94024D}" type="presOf" srcId="{8FBBB50E-B5F9-4F21-86BB-34AB68E516EC}" destId="{E29683CA-7C7D-4FCB-B43B-4409B14CE6FF}" srcOrd="0" destOrd="0" presId="urn:microsoft.com/office/officeart/2005/8/layout/list1"/>
    <dgm:cxn modelId="{7C5EC2DB-56CC-416B-AA31-551E6086F3E1}" type="presOf" srcId="{9F16454E-C9DE-4E87-A442-7795C0993765}" destId="{AF13AC85-751C-472A-819E-ECFDEE187470}" srcOrd="1" destOrd="0" presId="urn:microsoft.com/office/officeart/2005/8/layout/list1"/>
    <dgm:cxn modelId="{3ED15CDF-96EB-4C64-A768-66ACBE900CF8}" type="presOf" srcId="{9F16454E-C9DE-4E87-A442-7795C0993765}" destId="{A1D4692D-2A6A-4174-9830-8D10B7AABDF8}" srcOrd="0" destOrd="0" presId="urn:microsoft.com/office/officeart/2005/8/layout/list1"/>
    <dgm:cxn modelId="{C2DA9DF1-F2B4-4F19-A909-12C71A9F82E6}" type="presOf" srcId="{437EE2A6-0F2A-46FA-BED9-0535752C1512}" destId="{4F2F49C6-5489-48E7-80EC-EDA577A1E96C}" srcOrd="1" destOrd="0" presId="urn:microsoft.com/office/officeart/2005/8/layout/list1"/>
    <dgm:cxn modelId="{2842E57D-D1D5-4672-AE96-93A2B09D7CB4}" type="presParOf" srcId="{0BBD1381-6DB5-44B4-8C23-B3F16E62BCBF}" destId="{7E72A4EF-810E-4D4A-A2D6-6E942400484B}" srcOrd="0" destOrd="0" presId="urn:microsoft.com/office/officeart/2005/8/layout/list1"/>
    <dgm:cxn modelId="{5843E25D-948B-44D2-BD1D-5BE310CDAC97}" type="presParOf" srcId="{7E72A4EF-810E-4D4A-A2D6-6E942400484B}" destId="{A1D4692D-2A6A-4174-9830-8D10B7AABDF8}" srcOrd="0" destOrd="0" presId="urn:microsoft.com/office/officeart/2005/8/layout/list1"/>
    <dgm:cxn modelId="{2F525D34-4C94-4F12-90C2-0B2E48A30847}" type="presParOf" srcId="{7E72A4EF-810E-4D4A-A2D6-6E942400484B}" destId="{AF13AC85-751C-472A-819E-ECFDEE187470}" srcOrd="1" destOrd="0" presId="urn:microsoft.com/office/officeart/2005/8/layout/list1"/>
    <dgm:cxn modelId="{F7397015-D01A-4AA0-B3BF-6028E7FA0DDD}" type="presParOf" srcId="{0BBD1381-6DB5-44B4-8C23-B3F16E62BCBF}" destId="{EEE7B8A0-D10F-4E30-A9A6-B14459E07817}" srcOrd="1" destOrd="0" presId="urn:microsoft.com/office/officeart/2005/8/layout/list1"/>
    <dgm:cxn modelId="{7836E5E9-51BF-48F3-8CD2-3329D3A51FB2}" type="presParOf" srcId="{0BBD1381-6DB5-44B4-8C23-B3F16E62BCBF}" destId="{9F3289A6-63A8-4C2C-A3C7-ED8D3B4A493A}" srcOrd="2" destOrd="0" presId="urn:microsoft.com/office/officeart/2005/8/layout/list1"/>
    <dgm:cxn modelId="{44416B5D-BA30-45C7-9496-43F4744C1726}" type="presParOf" srcId="{0BBD1381-6DB5-44B4-8C23-B3F16E62BCBF}" destId="{13BA6B5E-ED58-46C4-8EEC-94EB94226AB2}" srcOrd="3" destOrd="0" presId="urn:microsoft.com/office/officeart/2005/8/layout/list1"/>
    <dgm:cxn modelId="{2503930A-CE9F-42FD-B6AD-CD9CE0389021}" type="presParOf" srcId="{0BBD1381-6DB5-44B4-8C23-B3F16E62BCBF}" destId="{66BC2BB7-1266-4765-B7A0-F206ECE98FAD}" srcOrd="4" destOrd="0" presId="urn:microsoft.com/office/officeart/2005/8/layout/list1"/>
    <dgm:cxn modelId="{B89CB122-3FFC-4905-83D2-66573C9F5CB3}" type="presParOf" srcId="{66BC2BB7-1266-4765-B7A0-F206ECE98FAD}" destId="{E29683CA-7C7D-4FCB-B43B-4409B14CE6FF}" srcOrd="0" destOrd="0" presId="urn:microsoft.com/office/officeart/2005/8/layout/list1"/>
    <dgm:cxn modelId="{0F02EFF0-1B27-4E5D-9F9B-16499F1E235E}" type="presParOf" srcId="{66BC2BB7-1266-4765-B7A0-F206ECE98FAD}" destId="{F1A3AB55-6C0B-4210-A730-E5B738B1D21B}" srcOrd="1" destOrd="0" presId="urn:microsoft.com/office/officeart/2005/8/layout/list1"/>
    <dgm:cxn modelId="{C61FFA46-5DD3-4008-9C0C-CD3249118CCF}" type="presParOf" srcId="{0BBD1381-6DB5-44B4-8C23-B3F16E62BCBF}" destId="{542EED5E-6EA5-4547-A5D7-B8C9ACBBCCDD}" srcOrd="5" destOrd="0" presId="urn:microsoft.com/office/officeart/2005/8/layout/list1"/>
    <dgm:cxn modelId="{F0CC7DD1-61A7-4147-9423-C64C929935D4}" type="presParOf" srcId="{0BBD1381-6DB5-44B4-8C23-B3F16E62BCBF}" destId="{92A703C6-B3DB-48BE-8FE4-E7989A29A618}" srcOrd="6" destOrd="0" presId="urn:microsoft.com/office/officeart/2005/8/layout/list1"/>
    <dgm:cxn modelId="{9498B9F3-756B-4731-B0DD-04C5A5F25E21}" type="presParOf" srcId="{0BBD1381-6DB5-44B4-8C23-B3F16E62BCBF}" destId="{7A18CE7D-96D8-4C18-AA2F-BAC91262676F}" srcOrd="7" destOrd="0" presId="urn:microsoft.com/office/officeart/2005/8/layout/list1"/>
    <dgm:cxn modelId="{6F5D7885-C577-444B-992D-E2FC5A3B46F3}" type="presParOf" srcId="{0BBD1381-6DB5-44B4-8C23-B3F16E62BCBF}" destId="{C6E0DB76-88D9-44F2-9E4D-18748F3EB6CA}" srcOrd="8" destOrd="0" presId="urn:microsoft.com/office/officeart/2005/8/layout/list1"/>
    <dgm:cxn modelId="{987EB3A2-93F5-47E9-A9BA-EF381BC0D036}" type="presParOf" srcId="{C6E0DB76-88D9-44F2-9E4D-18748F3EB6CA}" destId="{F8FACA4C-DE6C-4AB1-8A65-36B150AB6D48}" srcOrd="0" destOrd="0" presId="urn:microsoft.com/office/officeart/2005/8/layout/list1"/>
    <dgm:cxn modelId="{86DD6BFD-9DD4-43C0-AF22-6995E838F50C}" type="presParOf" srcId="{C6E0DB76-88D9-44F2-9E4D-18748F3EB6CA}" destId="{4F2F49C6-5489-48E7-80EC-EDA577A1E96C}" srcOrd="1" destOrd="0" presId="urn:microsoft.com/office/officeart/2005/8/layout/list1"/>
    <dgm:cxn modelId="{85C3846B-19FF-4285-9C5B-20FF4985441A}" type="presParOf" srcId="{0BBD1381-6DB5-44B4-8C23-B3F16E62BCBF}" destId="{7B1ED5BF-6757-4B83-A6DA-EBC3C8F7440B}" srcOrd="9" destOrd="0" presId="urn:microsoft.com/office/officeart/2005/8/layout/list1"/>
    <dgm:cxn modelId="{1A0E0BBA-7498-457A-ADF9-E214F348F7B7}" type="presParOf" srcId="{0BBD1381-6DB5-44B4-8C23-B3F16E62BCBF}" destId="{47F87A6D-39E6-4D13-95B7-D74D70FAA12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6E7668-C319-49E0-A711-FADBC9559348}" type="doc">
      <dgm:prSet loTypeId="urn:microsoft.com/office/officeart/2005/8/layout/hierarchy5" loCatId="hierarchy" qsTypeId="urn:microsoft.com/office/officeart/2005/8/quickstyle/simple2" qsCatId="simple" csTypeId="urn:microsoft.com/office/officeart/2005/8/colors/colorful4" csCatId="colorful" phldr="1"/>
      <dgm:spPr/>
      <dgm:t>
        <a:bodyPr/>
        <a:lstStyle/>
        <a:p>
          <a:endParaRPr lang="zh-CN" altLang="en-US"/>
        </a:p>
      </dgm:t>
    </dgm:pt>
    <dgm:pt modelId="{D929E5BC-3CA0-49EC-A2D1-ABBD685C129C}">
      <dgm:prSet phldrT="[文本]"/>
      <dgm:spPr/>
      <dgm:t>
        <a:bodyPr/>
        <a:lstStyle/>
        <a:p>
          <a:r>
            <a:rPr lang="en-US" altLang="zh-CN"/>
            <a:t>login</a:t>
          </a:r>
          <a:r>
            <a:rPr lang="zh-CN" altLang="en-US"/>
            <a:t>方法</a:t>
          </a:r>
        </a:p>
      </dgm:t>
    </dgm:pt>
    <dgm:pt modelId="{6FE76D4B-58BB-4018-918F-C508A9734A7C}" type="parTrans" cxnId="{F7F1E41E-D4D7-4062-8FBD-0EB3212BEE48}">
      <dgm:prSet/>
      <dgm:spPr/>
      <dgm:t>
        <a:bodyPr/>
        <a:lstStyle/>
        <a:p>
          <a:endParaRPr lang="zh-CN" altLang="en-US"/>
        </a:p>
      </dgm:t>
    </dgm:pt>
    <dgm:pt modelId="{53C8C38C-D111-4334-9477-6EF1BC770810}" type="sibTrans" cxnId="{F7F1E41E-D4D7-4062-8FBD-0EB3212BEE48}">
      <dgm:prSet/>
      <dgm:spPr/>
      <dgm:t>
        <a:bodyPr/>
        <a:lstStyle/>
        <a:p>
          <a:endParaRPr lang="zh-CN" altLang="en-US"/>
        </a:p>
      </dgm:t>
    </dgm:pt>
    <dgm:pt modelId="{C9055410-C90D-4B3F-9BA8-552BD7863B87}">
      <dgm:prSet phldrT="[文本]">
        <dgm:style>
          <a:lnRef idx="0">
            <a:scrgbClr r="0" g="0" b="0"/>
          </a:lnRef>
          <a:fillRef idx="0">
            <a:scrgbClr r="0" g="0" b="0"/>
          </a:fillRef>
          <a:effectRef idx="0">
            <a:scrgbClr r="0" g="0" b="0"/>
          </a:effectRef>
          <a:fontRef idx="minor">
            <a:schemeClr val="accent6"/>
          </a:fontRef>
        </dgm:style>
      </dgm:prSet>
      <dgm:spPr>
        <a:noFill/>
        <a:ln w="9525" cap="flat" cmpd="sng" algn="ctr">
          <a:solidFill>
            <a:schemeClr val="accent6"/>
          </a:solidFill>
          <a:prstDash val="solid"/>
          <a:round/>
          <a:headEnd type="none" w="med" len="med"/>
          <a:tailEnd type="none" w="med" len="med"/>
        </a:ln>
      </dgm:spPr>
      <dgm:t>
        <a:bodyPr/>
        <a:lstStyle/>
        <a:p>
          <a:r>
            <a:rPr lang="en-US" altLang="zh-CN"/>
            <a:t>userSql</a:t>
          </a:r>
          <a:r>
            <a:rPr lang="zh-CN" altLang="en-US"/>
            <a:t>方法</a:t>
          </a:r>
        </a:p>
      </dgm:t>
    </dgm:pt>
    <dgm:pt modelId="{6F1535B9-87CD-4EC0-98AA-420073A94727}" type="parTrans" cxnId="{F51D79A2-898B-4432-A840-F7BF53343FD2}">
      <dgm:prSet/>
      <dgm:spPr/>
      <dgm:t>
        <a:bodyPr/>
        <a:lstStyle/>
        <a:p>
          <a:endParaRPr lang="zh-CN" altLang="en-US"/>
        </a:p>
      </dgm:t>
    </dgm:pt>
    <dgm:pt modelId="{C0CD3910-DE7D-4D8B-ABC5-E6216627FF2F}" type="sibTrans" cxnId="{F51D79A2-898B-4432-A840-F7BF53343FD2}">
      <dgm:prSet/>
      <dgm:spPr/>
      <dgm:t>
        <a:bodyPr/>
        <a:lstStyle/>
        <a:p>
          <a:endParaRPr lang="zh-CN" altLang="en-US"/>
        </a:p>
      </dgm:t>
    </dgm:pt>
    <dgm:pt modelId="{2443B51F-DB4B-4386-957E-E48C44C1F43A}">
      <dgm:prSet phldrT="[文本]"/>
      <dgm:spPr/>
      <dgm:t>
        <a:bodyPr/>
        <a:lstStyle/>
        <a:p>
          <a:r>
            <a:rPr lang="en-US" altLang="zh-CN"/>
            <a:t>Stu</a:t>
          </a:r>
          <a:r>
            <a:rPr lang="zh-CN" altLang="en-US"/>
            <a:t>类重写</a:t>
          </a:r>
          <a:r>
            <a:rPr lang="en-US" altLang="zh-CN"/>
            <a:t>userSql</a:t>
          </a:r>
          <a:r>
            <a:rPr lang="zh-CN" altLang="en-US"/>
            <a:t>方法</a:t>
          </a:r>
        </a:p>
      </dgm:t>
    </dgm:pt>
    <dgm:pt modelId="{B1930AC4-577D-4B7A-B28C-F3A4CEB5D1A4}" type="parTrans" cxnId="{00DE7D2B-8C5E-410A-9070-3FAA15905652}">
      <dgm:prSet/>
      <dgm:spPr/>
      <dgm:t>
        <a:bodyPr/>
        <a:lstStyle/>
        <a:p>
          <a:endParaRPr lang="zh-CN" altLang="en-US"/>
        </a:p>
      </dgm:t>
    </dgm:pt>
    <dgm:pt modelId="{99F70819-838F-4FEB-BC5B-F979A99580BF}" type="sibTrans" cxnId="{00DE7D2B-8C5E-410A-9070-3FAA15905652}">
      <dgm:prSet/>
      <dgm:spPr/>
      <dgm:t>
        <a:bodyPr/>
        <a:lstStyle/>
        <a:p>
          <a:endParaRPr lang="zh-CN" altLang="en-US"/>
        </a:p>
      </dgm:t>
    </dgm:pt>
    <dgm:pt modelId="{D772662B-F77D-47B6-BE8E-FDEC0426C0ED}">
      <dgm:prSet phldrT="[文本]"/>
      <dgm:spPr>
        <a:solidFill>
          <a:schemeClr val="accent3">
            <a:lumMod val="50000"/>
          </a:schemeClr>
        </a:solidFill>
      </dgm:spPr>
      <dgm:t>
        <a:bodyPr/>
        <a:lstStyle/>
        <a:p>
          <a:r>
            <a:rPr lang="en-US" altLang="zh-CN"/>
            <a:t>Te</a:t>
          </a:r>
          <a:r>
            <a:rPr lang="zh-CN" altLang="en-US"/>
            <a:t>类重写</a:t>
          </a:r>
          <a:r>
            <a:rPr lang="en-US" altLang="zh-CN"/>
            <a:t>userSql</a:t>
          </a:r>
          <a:r>
            <a:rPr lang="zh-CN" altLang="en-US"/>
            <a:t>方法</a:t>
          </a:r>
        </a:p>
      </dgm:t>
    </dgm:pt>
    <dgm:pt modelId="{D53A0938-D6DE-40C3-ACF6-7D0DD323C6E4}" type="parTrans" cxnId="{388614BF-F141-4A6D-A735-AB5144B51C26}">
      <dgm:prSet/>
      <dgm:spPr/>
      <dgm:t>
        <a:bodyPr/>
        <a:lstStyle/>
        <a:p>
          <a:endParaRPr lang="zh-CN" altLang="en-US"/>
        </a:p>
      </dgm:t>
    </dgm:pt>
    <dgm:pt modelId="{CCFB7773-1E0A-488B-AA07-88BDFCA7FD51}" type="sibTrans" cxnId="{388614BF-F141-4A6D-A735-AB5144B51C26}">
      <dgm:prSet/>
      <dgm:spPr/>
      <dgm:t>
        <a:bodyPr/>
        <a:lstStyle/>
        <a:p>
          <a:endParaRPr lang="zh-CN" altLang="en-US"/>
        </a:p>
      </dgm:t>
    </dgm:pt>
    <dgm:pt modelId="{2E056F3B-A942-4EEE-9B09-D0263BF6AF81}" type="pres">
      <dgm:prSet presAssocID="{8F6E7668-C319-49E0-A711-FADBC9559348}" presName="mainComposite" presStyleCnt="0">
        <dgm:presLayoutVars>
          <dgm:chPref val="1"/>
          <dgm:dir/>
          <dgm:animOne val="branch"/>
          <dgm:animLvl val="lvl"/>
          <dgm:resizeHandles val="exact"/>
        </dgm:presLayoutVars>
      </dgm:prSet>
      <dgm:spPr/>
    </dgm:pt>
    <dgm:pt modelId="{2B6AAB9C-4EA4-414C-9CB5-FB1789E74447}" type="pres">
      <dgm:prSet presAssocID="{8F6E7668-C319-49E0-A711-FADBC9559348}" presName="hierFlow" presStyleCnt="0"/>
      <dgm:spPr/>
    </dgm:pt>
    <dgm:pt modelId="{D3043F65-953C-477B-949D-28452AE09A61}" type="pres">
      <dgm:prSet presAssocID="{8F6E7668-C319-49E0-A711-FADBC9559348}" presName="hierChild1" presStyleCnt="0">
        <dgm:presLayoutVars>
          <dgm:chPref val="1"/>
          <dgm:animOne val="branch"/>
          <dgm:animLvl val="lvl"/>
        </dgm:presLayoutVars>
      </dgm:prSet>
      <dgm:spPr/>
    </dgm:pt>
    <dgm:pt modelId="{ED0C4B6C-0856-4718-AC1E-08D556098B0D}" type="pres">
      <dgm:prSet presAssocID="{D929E5BC-3CA0-49EC-A2D1-ABBD685C129C}" presName="Name17" presStyleCnt="0"/>
      <dgm:spPr/>
    </dgm:pt>
    <dgm:pt modelId="{FAEEF1F6-768E-4615-AB5F-D3269DDC9DD1}" type="pres">
      <dgm:prSet presAssocID="{D929E5BC-3CA0-49EC-A2D1-ABBD685C129C}" presName="level1Shape" presStyleLbl="node0" presStyleIdx="0" presStyleCnt="1">
        <dgm:presLayoutVars>
          <dgm:chPref val="3"/>
        </dgm:presLayoutVars>
      </dgm:prSet>
      <dgm:spPr/>
    </dgm:pt>
    <dgm:pt modelId="{29D418BE-9125-4A55-B7DB-C048C28DDC4A}" type="pres">
      <dgm:prSet presAssocID="{D929E5BC-3CA0-49EC-A2D1-ABBD685C129C}" presName="hierChild2" presStyleCnt="0"/>
      <dgm:spPr/>
    </dgm:pt>
    <dgm:pt modelId="{4F80F661-6857-462A-B29A-8E78933A02B6}" type="pres">
      <dgm:prSet presAssocID="{6F1535B9-87CD-4EC0-98AA-420073A94727}" presName="Name25" presStyleLbl="parChTrans1D2" presStyleIdx="0" presStyleCnt="1"/>
      <dgm:spPr/>
    </dgm:pt>
    <dgm:pt modelId="{BD934FA1-ECF3-4DDE-8B2E-FEB180E50C13}" type="pres">
      <dgm:prSet presAssocID="{6F1535B9-87CD-4EC0-98AA-420073A94727}" presName="connTx" presStyleLbl="parChTrans1D2" presStyleIdx="0" presStyleCnt="1"/>
      <dgm:spPr/>
    </dgm:pt>
    <dgm:pt modelId="{47B8A11D-E337-4B1C-B3DE-DA22032D1419}" type="pres">
      <dgm:prSet presAssocID="{C9055410-C90D-4B3F-9BA8-552BD7863B87}" presName="Name30" presStyleCnt="0"/>
      <dgm:spPr/>
    </dgm:pt>
    <dgm:pt modelId="{EE313CDB-18A7-45EE-9D63-5ECFFF04A0F0}" type="pres">
      <dgm:prSet presAssocID="{C9055410-C90D-4B3F-9BA8-552BD7863B87}" presName="level2Shape" presStyleLbl="node2" presStyleIdx="0" presStyleCnt="1"/>
      <dgm:spPr/>
    </dgm:pt>
    <dgm:pt modelId="{2157C3A7-E1D3-420D-81B3-88BAE1A08766}" type="pres">
      <dgm:prSet presAssocID="{C9055410-C90D-4B3F-9BA8-552BD7863B87}" presName="hierChild3" presStyleCnt="0"/>
      <dgm:spPr/>
    </dgm:pt>
    <dgm:pt modelId="{B1B9140F-4FA9-43C3-86A8-BDFA1BAE373C}" type="pres">
      <dgm:prSet presAssocID="{B1930AC4-577D-4B7A-B28C-F3A4CEB5D1A4}" presName="Name25" presStyleLbl="parChTrans1D3" presStyleIdx="0" presStyleCnt="2"/>
      <dgm:spPr/>
    </dgm:pt>
    <dgm:pt modelId="{03AA066E-10F2-407B-9ED5-0580D09360D9}" type="pres">
      <dgm:prSet presAssocID="{B1930AC4-577D-4B7A-B28C-F3A4CEB5D1A4}" presName="connTx" presStyleLbl="parChTrans1D3" presStyleIdx="0" presStyleCnt="2"/>
      <dgm:spPr/>
    </dgm:pt>
    <dgm:pt modelId="{EE98D22C-F786-4D20-AE84-A4010DC9DCD9}" type="pres">
      <dgm:prSet presAssocID="{2443B51F-DB4B-4386-957E-E48C44C1F43A}" presName="Name30" presStyleCnt="0"/>
      <dgm:spPr/>
    </dgm:pt>
    <dgm:pt modelId="{BFA2E8D3-7F37-4A2B-9C4A-88FF3A4E678B}" type="pres">
      <dgm:prSet presAssocID="{2443B51F-DB4B-4386-957E-E48C44C1F43A}" presName="level2Shape" presStyleLbl="node3" presStyleIdx="0" presStyleCnt="2"/>
      <dgm:spPr/>
    </dgm:pt>
    <dgm:pt modelId="{FBFE65B5-04E2-4643-9AA3-D3354F120FAC}" type="pres">
      <dgm:prSet presAssocID="{2443B51F-DB4B-4386-957E-E48C44C1F43A}" presName="hierChild3" presStyleCnt="0"/>
      <dgm:spPr/>
    </dgm:pt>
    <dgm:pt modelId="{C08A1759-C0BA-4B68-8314-AA8049FAEAA0}" type="pres">
      <dgm:prSet presAssocID="{D53A0938-D6DE-40C3-ACF6-7D0DD323C6E4}" presName="Name25" presStyleLbl="parChTrans1D3" presStyleIdx="1" presStyleCnt="2"/>
      <dgm:spPr/>
    </dgm:pt>
    <dgm:pt modelId="{1DD2291C-58F1-49DA-ACA5-42B9649AE731}" type="pres">
      <dgm:prSet presAssocID="{D53A0938-D6DE-40C3-ACF6-7D0DD323C6E4}" presName="connTx" presStyleLbl="parChTrans1D3" presStyleIdx="1" presStyleCnt="2"/>
      <dgm:spPr/>
    </dgm:pt>
    <dgm:pt modelId="{8A49D5A5-2C1B-49B6-866D-08EEC00636DF}" type="pres">
      <dgm:prSet presAssocID="{D772662B-F77D-47B6-BE8E-FDEC0426C0ED}" presName="Name30" presStyleCnt="0"/>
      <dgm:spPr/>
    </dgm:pt>
    <dgm:pt modelId="{B9584D42-9542-420F-80EA-FD09855F67AB}" type="pres">
      <dgm:prSet presAssocID="{D772662B-F77D-47B6-BE8E-FDEC0426C0ED}" presName="level2Shape" presStyleLbl="node3" presStyleIdx="1" presStyleCnt="2"/>
      <dgm:spPr/>
    </dgm:pt>
    <dgm:pt modelId="{DD469314-515F-435B-8AF9-2776613ED585}" type="pres">
      <dgm:prSet presAssocID="{D772662B-F77D-47B6-BE8E-FDEC0426C0ED}" presName="hierChild3" presStyleCnt="0"/>
      <dgm:spPr/>
    </dgm:pt>
    <dgm:pt modelId="{3EF361D7-A37B-4F1D-BDEA-7E48638271CC}" type="pres">
      <dgm:prSet presAssocID="{8F6E7668-C319-49E0-A711-FADBC9559348}" presName="bgShapesFlow" presStyleCnt="0"/>
      <dgm:spPr/>
    </dgm:pt>
  </dgm:ptLst>
  <dgm:cxnLst>
    <dgm:cxn modelId="{63C9F504-3C14-479F-8FB1-B5E7541C6FCC}" type="presOf" srcId="{D53A0938-D6DE-40C3-ACF6-7D0DD323C6E4}" destId="{C08A1759-C0BA-4B68-8314-AA8049FAEAA0}" srcOrd="0" destOrd="0" presId="urn:microsoft.com/office/officeart/2005/8/layout/hierarchy5"/>
    <dgm:cxn modelId="{9FE6980F-1326-4AB4-86AE-5C9162EDD720}" type="presOf" srcId="{8F6E7668-C319-49E0-A711-FADBC9559348}" destId="{2E056F3B-A942-4EEE-9B09-D0263BF6AF81}" srcOrd="0" destOrd="0" presId="urn:microsoft.com/office/officeart/2005/8/layout/hierarchy5"/>
    <dgm:cxn modelId="{75D5BA11-4844-4A04-92DA-43FD61B60E1A}" type="presOf" srcId="{2443B51F-DB4B-4386-957E-E48C44C1F43A}" destId="{BFA2E8D3-7F37-4A2B-9C4A-88FF3A4E678B}" srcOrd="0" destOrd="0" presId="urn:microsoft.com/office/officeart/2005/8/layout/hierarchy5"/>
    <dgm:cxn modelId="{F7F1E41E-D4D7-4062-8FBD-0EB3212BEE48}" srcId="{8F6E7668-C319-49E0-A711-FADBC9559348}" destId="{D929E5BC-3CA0-49EC-A2D1-ABBD685C129C}" srcOrd="0" destOrd="0" parTransId="{6FE76D4B-58BB-4018-918F-C508A9734A7C}" sibTransId="{53C8C38C-D111-4334-9477-6EF1BC770810}"/>
    <dgm:cxn modelId="{00DE7D2B-8C5E-410A-9070-3FAA15905652}" srcId="{C9055410-C90D-4B3F-9BA8-552BD7863B87}" destId="{2443B51F-DB4B-4386-957E-E48C44C1F43A}" srcOrd="0" destOrd="0" parTransId="{B1930AC4-577D-4B7A-B28C-F3A4CEB5D1A4}" sibTransId="{99F70819-838F-4FEB-BC5B-F979A99580BF}"/>
    <dgm:cxn modelId="{C1BC7531-2051-452D-8C37-AE604F0D3FA4}" type="presOf" srcId="{D772662B-F77D-47B6-BE8E-FDEC0426C0ED}" destId="{B9584D42-9542-420F-80EA-FD09855F67AB}" srcOrd="0" destOrd="0" presId="urn:microsoft.com/office/officeart/2005/8/layout/hierarchy5"/>
    <dgm:cxn modelId="{BDD3F948-6C17-4754-A98A-40A05D568FB0}" type="presOf" srcId="{C9055410-C90D-4B3F-9BA8-552BD7863B87}" destId="{EE313CDB-18A7-45EE-9D63-5ECFFF04A0F0}" srcOrd="0" destOrd="0" presId="urn:microsoft.com/office/officeart/2005/8/layout/hierarchy5"/>
    <dgm:cxn modelId="{5FADEC6F-804B-4CCC-A1E8-9A5664AB5DE9}" type="presOf" srcId="{B1930AC4-577D-4B7A-B28C-F3A4CEB5D1A4}" destId="{B1B9140F-4FA9-43C3-86A8-BDFA1BAE373C}" srcOrd="0" destOrd="0" presId="urn:microsoft.com/office/officeart/2005/8/layout/hierarchy5"/>
    <dgm:cxn modelId="{60DBAB73-F1D7-40CC-94FE-356F3D073106}" type="presOf" srcId="{6F1535B9-87CD-4EC0-98AA-420073A94727}" destId="{4F80F661-6857-462A-B29A-8E78933A02B6}" srcOrd="0" destOrd="0" presId="urn:microsoft.com/office/officeart/2005/8/layout/hierarchy5"/>
    <dgm:cxn modelId="{0EBFCD59-FF5F-4510-B10E-7A4A22FBD89E}" type="presOf" srcId="{6F1535B9-87CD-4EC0-98AA-420073A94727}" destId="{BD934FA1-ECF3-4DDE-8B2E-FEB180E50C13}" srcOrd="1" destOrd="0" presId="urn:microsoft.com/office/officeart/2005/8/layout/hierarchy5"/>
    <dgm:cxn modelId="{F51D79A2-898B-4432-A840-F7BF53343FD2}" srcId="{D929E5BC-3CA0-49EC-A2D1-ABBD685C129C}" destId="{C9055410-C90D-4B3F-9BA8-552BD7863B87}" srcOrd="0" destOrd="0" parTransId="{6F1535B9-87CD-4EC0-98AA-420073A94727}" sibTransId="{C0CD3910-DE7D-4D8B-ABC5-E6216627FF2F}"/>
    <dgm:cxn modelId="{388614BF-F141-4A6D-A735-AB5144B51C26}" srcId="{C9055410-C90D-4B3F-9BA8-552BD7863B87}" destId="{D772662B-F77D-47B6-BE8E-FDEC0426C0ED}" srcOrd="1" destOrd="0" parTransId="{D53A0938-D6DE-40C3-ACF6-7D0DD323C6E4}" sibTransId="{CCFB7773-1E0A-488B-AA07-88BDFCA7FD51}"/>
    <dgm:cxn modelId="{58F26ACB-2317-45CF-BCFB-22F8E3FCD04F}" type="presOf" srcId="{D53A0938-D6DE-40C3-ACF6-7D0DD323C6E4}" destId="{1DD2291C-58F1-49DA-ACA5-42B9649AE731}" srcOrd="1" destOrd="0" presId="urn:microsoft.com/office/officeart/2005/8/layout/hierarchy5"/>
    <dgm:cxn modelId="{4E67E2E9-793A-4A2F-ADE0-0F418BE39D2D}" type="presOf" srcId="{D929E5BC-3CA0-49EC-A2D1-ABBD685C129C}" destId="{FAEEF1F6-768E-4615-AB5F-D3269DDC9DD1}" srcOrd="0" destOrd="0" presId="urn:microsoft.com/office/officeart/2005/8/layout/hierarchy5"/>
    <dgm:cxn modelId="{C4D815F4-5753-4E2E-874D-CCA8A12222BE}" type="presOf" srcId="{B1930AC4-577D-4B7A-B28C-F3A4CEB5D1A4}" destId="{03AA066E-10F2-407B-9ED5-0580D09360D9}" srcOrd="1" destOrd="0" presId="urn:microsoft.com/office/officeart/2005/8/layout/hierarchy5"/>
    <dgm:cxn modelId="{2B1B0298-80DF-401A-8FAB-951BE7D68D38}" type="presParOf" srcId="{2E056F3B-A942-4EEE-9B09-D0263BF6AF81}" destId="{2B6AAB9C-4EA4-414C-9CB5-FB1789E74447}" srcOrd="0" destOrd="0" presId="urn:microsoft.com/office/officeart/2005/8/layout/hierarchy5"/>
    <dgm:cxn modelId="{CBA925BE-7831-458C-92BD-6BE8D00D4D57}" type="presParOf" srcId="{2B6AAB9C-4EA4-414C-9CB5-FB1789E74447}" destId="{D3043F65-953C-477B-949D-28452AE09A61}" srcOrd="0" destOrd="0" presId="urn:microsoft.com/office/officeart/2005/8/layout/hierarchy5"/>
    <dgm:cxn modelId="{CC7FD922-A4B6-49E8-A743-52127EF58C21}" type="presParOf" srcId="{D3043F65-953C-477B-949D-28452AE09A61}" destId="{ED0C4B6C-0856-4718-AC1E-08D556098B0D}" srcOrd="0" destOrd="0" presId="urn:microsoft.com/office/officeart/2005/8/layout/hierarchy5"/>
    <dgm:cxn modelId="{4B292DEE-AA54-4AFC-8210-3015EA594288}" type="presParOf" srcId="{ED0C4B6C-0856-4718-AC1E-08D556098B0D}" destId="{FAEEF1F6-768E-4615-AB5F-D3269DDC9DD1}" srcOrd="0" destOrd="0" presId="urn:microsoft.com/office/officeart/2005/8/layout/hierarchy5"/>
    <dgm:cxn modelId="{4B195D7E-B943-4553-925A-7CFD8F0714E6}" type="presParOf" srcId="{ED0C4B6C-0856-4718-AC1E-08D556098B0D}" destId="{29D418BE-9125-4A55-B7DB-C048C28DDC4A}" srcOrd="1" destOrd="0" presId="urn:microsoft.com/office/officeart/2005/8/layout/hierarchy5"/>
    <dgm:cxn modelId="{93FFB776-11CE-4387-AE20-BF3B8C9B8F4A}" type="presParOf" srcId="{29D418BE-9125-4A55-B7DB-C048C28DDC4A}" destId="{4F80F661-6857-462A-B29A-8E78933A02B6}" srcOrd="0" destOrd="0" presId="urn:microsoft.com/office/officeart/2005/8/layout/hierarchy5"/>
    <dgm:cxn modelId="{8B14E7A2-A293-4761-9398-5E9098A14B00}" type="presParOf" srcId="{4F80F661-6857-462A-B29A-8E78933A02B6}" destId="{BD934FA1-ECF3-4DDE-8B2E-FEB180E50C13}" srcOrd="0" destOrd="0" presId="urn:microsoft.com/office/officeart/2005/8/layout/hierarchy5"/>
    <dgm:cxn modelId="{D88E63D9-7D95-4923-9E14-F2E05CC7B4B7}" type="presParOf" srcId="{29D418BE-9125-4A55-B7DB-C048C28DDC4A}" destId="{47B8A11D-E337-4B1C-B3DE-DA22032D1419}" srcOrd="1" destOrd="0" presId="urn:microsoft.com/office/officeart/2005/8/layout/hierarchy5"/>
    <dgm:cxn modelId="{481B9BA4-002A-43AD-A365-8054FE6655F2}" type="presParOf" srcId="{47B8A11D-E337-4B1C-B3DE-DA22032D1419}" destId="{EE313CDB-18A7-45EE-9D63-5ECFFF04A0F0}" srcOrd="0" destOrd="0" presId="urn:microsoft.com/office/officeart/2005/8/layout/hierarchy5"/>
    <dgm:cxn modelId="{B7D7C962-920A-43C6-AF7B-BF31DF85099F}" type="presParOf" srcId="{47B8A11D-E337-4B1C-B3DE-DA22032D1419}" destId="{2157C3A7-E1D3-420D-81B3-88BAE1A08766}" srcOrd="1" destOrd="0" presId="urn:microsoft.com/office/officeart/2005/8/layout/hierarchy5"/>
    <dgm:cxn modelId="{E5367028-670C-4D26-BAAD-5BD55B471DE8}" type="presParOf" srcId="{2157C3A7-E1D3-420D-81B3-88BAE1A08766}" destId="{B1B9140F-4FA9-43C3-86A8-BDFA1BAE373C}" srcOrd="0" destOrd="0" presId="urn:microsoft.com/office/officeart/2005/8/layout/hierarchy5"/>
    <dgm:cxn modelId="{1837D682-D3B8-41D1-9A6D-D9E1A57D2551}" type="presParOf" srcId="{B1B9140F-4FA9-43C3-86A8-BDFA1BAE373C}" destId="{03AA066E-10F2-407B-9ED5-0580D09360D9}" srcOrd="0" destOrd="0" presId="urn:microsoft.com/office/officeart/2005/8/layout/hierarchy5"/>
    <dgm:cxn modelId="{DF27545B-F91E-479B-912D-57D9E960647B}" type="presParOf" srcId="{2157C3A7-E1D3-420D-81B3-88BAE1A08766}" destId="{EE98D22C-F786-4D20-AE84-A4010DC9DCD9}" srcOrd="1" destOrd="0" presId="urn:microsoft.com/office/officeart/2005/8/layout/hierarchy5"/>
    <dgm:cxn modelId="{B0EC947D-D957-43AB-99BF-4CFAE6DEAD47}" type="presParOf" srcId="{EE98D22C-F786-4D20-AE84-A4010DC9DCD9}" destId="{BFA2E8D3-7F37-4A2B-9C4A-88FF3A4E678B}" srcOrd="0" destOrd="0" presId="urn:microsoft.com/office/officeart/2005/8/layout/hierarchy5"/>
    <dgm:cxn modelId="{49C543F7-52DD-444F-A590-9F114B47C229}" type="presParOf" srcId="{EE98D22C-F786-4D20-AE84-A4010DC9DCD9}" destId="{FBFE65B5-04E2-4643-9AA3-D3354F120FAC}" srcOrd="1" destOrd="0" presId="urn:microsoft.com/office/officeart/2005/8/layout/hierarchy5"/>
    <dgm:cxn modelId="{07632A22-E75B-4204-8956-9937FDDA218A}" type="presParOf" srcId="{2157C3A7-E1D3-420D-81B3-88BAE1A08766}" destId="{C08A1759-C0BA-4B68-8314-AA8049FAEAA0}" srcOrd="2" destOrd="0" presId="urn:microsoft.com/office/officeart/2005/8/layout/hierarchy5"/>
    <dgm:cxn modelId="{73D77C71-4410-4285-B046-1F91A804FDA6}" type="presParOf" srcId="{C08A1759-C0BA-4B68-8314-AA8049FAEAA0}" destId="{1DD2291C-58F1-49DA-ACA5-42B9649AE731}" srcOrd="0" destOrd="0" presId="urn:microsoft.com/office/officeart/2005/8/layout/hierarchy5"/>
    <dgm:cxn modelId="{3CCBBE75-B917-4017-AA73-D9D3A50DDC2F}" type="presParOf" srcId="{2157C3A7-E1D3-420D-81B3-88BAE1A08766}" destId="{8A49D5A5-2C1B-49B6-866D-08EEC00636DF}" srcOrd="3" destOrd="0" presId="urn:microsoft.com/office/officeart/2005/8/layout/hierarchy5"/>
    <dgm:cxn modelId="{F84952F8-099C-40FA-BF04-AD826380496C}" type="presParOf" srcId="{8A49D5A5-2C1B-49B6-866D-08EEC00636DF}" destId="{B9584D42-9542-420F-80EA-FD09855F67AB}" srcOrd="0" destOrd="0" presId="urn:microsoft.com/office/officeart/2005/8/layout/hierarchy5"/>
    <dgm:cxn modelId="{3270CBB2-257C-4FA1-8CB4-967F472A5414}" type="presParOf" srcId="{8A49D5A5-2C1B-49B6-866D-08EEC00636DF}" destId="{DD469314-515F-435B-8AF9-2776613ED585}" srcOrd="1" destOrd="0" presId="urn:microsoft.com/office/officeart/2005/8/layout/hierarchy5"/>
    <dgm:cxn modelId="{E232F722-66BB-4AA1-BE20-640869B9FDA6}" type="presParOf" srcId="{2E056F3B-A942-4EEE-9B09-D0263BF6AF81}" destId="{3EF361D7-A37B-4F1D-BDEA-7E48638271CC}"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36150F-8094-430F-A2BF-538741B25E7A}"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zh-CN" altLang="en-US"/>
        </a:p>
      </dgm:t>
    </dgm:pt>
    <dgm:pt modelId="{82F6B701-AA85-4DF3-BC37-B4BB4AA88A0D}">
      <dgm:prSet phldrT="[文本]"/>
      <dgm:spPr/>
      <dgm:t>
        <a:bodyPr/>
        <a:lstStyle/>
        <a:p>
          <a:pPr>
            <a:buNone/>
          </a:pPr>
          <a:r>
            <a:rPr lang="zh-CN"/>
            <a:t>多态</a:t>
          </a:r>
          <a:endParaRPr lang="zh-CN" altLang="en-US"/>
        </a:p>
      </dgm:t>
    </dgm:pt>
    <dgm:pt modelId="{3370E3A7-CAC1-44AE-84C2-F580294B488F}" type="parTrans" cxnId="{4EF1472A-D7BD-4C3C-A1B1-A3C3AEA0CCBB}">
      <dgm:prSet/>
      <dgm:spPr/>
      <dgm:t>
        <a:bodyPr/>
        <a:lstStyle/>
        <a:p>
          <a:endParaRPr lang="zh-CN" altLang="en-US"/>
        </a:p>
      </dgm:t>
    </dgm:pt>
    <dgm:pt modelId="{B092FC83-AF4D-42CF-9503-5FE3F8C48A5E}" type="sibTrans" cxnId="{4EF1472A-D7BD-4C3C-A1B1-A3C3AEA0CCBB}">
      <dgm:prSet/>
      <dgm:spPr/>
      <dgm:t>
        <a:bodyPr/>
        <a:lstStyle/>
        <a:p>
          <a:endParaRPr lang="zh-CN" altLang="en-US"/>
        </a:p>
      </dgm:t>
    </dgm:pt>
    <dgm:pt modelId="{D8136184-26FF-4BBB-8841-9FBC2BF0083C}">
      <dgm:prSet phldrT="[文本]"/>
      <dgm:spPr/>
      <dgm:t>
        <a:bodyPr/>
        <a:lstStyle/>
        <a:p>
          <a:r>
            <a:rPr lang="zh-CN" altLang="en-US"/>
            <a:t>多态与继承的关系</a:t>
          </a:r>
        </a:p>
      </dgm:t>
    </dgm:pt>
    <dgm:pt modelId="{A4BE75B4-11B3-4121-A862-33D068AA3B9F}" type="parTrans" cxnId="{C736503C-77A1-4625-A8B5-90FAE2B9BB78}">
      <dgm:prSet/>
      <dgm:spPr/>
      <dgm:t>
        <a:bodyPr/>
        <a:lstStyle/>
        <a:p>
          <a:endParaRPr lang="zh-CN" altLang="en-US"/>
        </a:p>
      </dgm:t>
    </dgm:pt>
    <dgm:pt modelId="{35D9B2E2-40E9-46E2-B023-DA3F52D74CB4}" type="sibTrans" cxnId="{C736503C-77A1-4625-A8B5-90FAE2B9BB78}">
      <dgm:prSet/>
      <dgm:spPr/>
      <dgm:t>
        <a:bodyPr/>
        <a:lstStyle/>
        <a:p>
          <a:endParaRPr lang="zh-CN" altLang="en-US"/>
        </a:p>
      </dgm:t>
    </dgm:pt>
    <dgm:pt modelId="{0F03167F-2AB3-4734-8CCB-9CDB8A948DD7}">
      <dgm:prSet phldrT="[文本]"/>
      <dgm:spPr/>
      <dgm:t>
        <a:bodyPr/>
        <a:lstStyle/>
        <a:p>
          <a:pPr>
            <a:buNone/>
          </a:pPr>
          <a:r>
            <a:rPr lang="zh-CN" altLang="en-US"/>
            <a:t>如果</a:t>
          </a:r>
          <a:r>
            <a:rPr lang="zh-CN"/>
            <a:t>不需要多态，继承将毫无意义，因为多态赋予继承真正的价值</a:t>
          </a:r>
          <a:endParaRPr lang="zh-CN" altLang="en-US"/>
        </a:p>
      </dgm:t>
    </dgm:pt>
    <dgm:pt modelId="{28B6778B-E0CF-49A7-9820-E3AAD1768DD8}" type="parTrans" cxnId="{DB851402-B6B3-4DF2-906C-E4AF672289E1}">
      <dgm:prSet/>
      <dgm:spPr/>
      <dgm:t>
        <a:bodyPr/>
        <a:lstStyle/>
        <a:p>
          <a:endParaRPr lang="zh-CN" altLang="en-US"/>
        </a:p>
      </dgm:t>
    </dgm:pt>
    <dgm:pt modelId="{3D547C55-3FAA-4EB4-A857-42A41F472BBC}" type="sibTrans" cxnId="{DB851402-B6B3-4DF2-906C-E4AF672289E1}">
      <dgm:prSet/>
      <dgm:spPr/>
      <dgm:t>
        <a:bodyPr/>
        <a:lstStyle/>
        <a:p>
          <a:endParaRPr lang="zh-CN" altLang="en-US"/>
        </a:p>
      </dgm:t>
    </dgm:pt>
    <dgm:pt modelId="{2C7D8AAC-A070-47E8-A057-15C96F470610}">
      <dgm:prSet phldrT="[文本]"/>
      <dgm:spPr/>
      <dgm:t>
        <a:bodyPr/>
        <a:lstStyle/>
        <a:p>
          <a:pPr>
            <a:buNone/>
          </a:pPr>
          <a:r>
            <a:rPr lang="zh-CN"/>
            <a:t>面向对象编程的三大特性之一，意为</a:t>
          </a:r>
          <a:r>
            <a:rPr lang="en-US"/>
            <a:t>"</a:t>
          </a:r>
          <a:r>
            <a:rPr lang="zh-CN"/>
            <a:t>多种形态</a:t>
          </a:r>
          <a:r>
            <a:rPr lang="en-US"/>
            <a:t>"</a:t>
          </a:r>
          <a:r>
            <a:rPr lang="zh-CN"/>
            <a:t>。</a:t>
          </a:r>
          <a:endParaRPr lang="zh-CN" altLang="en-US"/>
        </a:p>
      </dgm:t>
    </dgm:pt>
    <dgm:pt modelId="{8B323F36-DC05-4EAA-8AC2-A378B77E7BC1}" type="parTrans" cxnId="{23600E2C-D70D-4123-8F63-E6FC30E9EF51}">
      <dgm:prSet/>
      <dgm:spPr/>
      <dgm:t>
        <a:bodyPr/>
        <a:lstStyle/>
        <a:p>
          <a:endParaRPr lang="zh-CN" altLang="en-US"/>
        </a:p>
      </dgm:t>
    </dgm:pt>
    <dgm:pt modelId="{CE59F3BE-CC52-4F49-B02C-D519E36C8782}" type="sibTrans" cxnId="{23600E2C-D70D-4123-8F63-E6FC30E9EF51}">
      <dgm:prSet/>
      <dgm:spPr/>
      <dgm:t>
        <a:bodyPr/>
        <a:lstStyle/>
        <a:p>
          <a:endParaRPr lang="zh-CN" altLang="en-US"/>
        </a:p>
      </dgm:t>
    </dgm:pt>
    <dgm:pt modelId="{C6302C60-B417-4EB4-8170-E8C35F3C781C}">
      <dgm:prSet phldrT="[文本]"/>
      <dgm:spPr/>
      <dgm:t>
        <a:bodyPr/>
        <a:lstStyle/>
        <a:p>
          <a:pPr>
            <a:buNone/>
          </a:pPr>
          <a:r>
            <a:rPr lang="zh-CN" altLang="en-US"/>
            <a:t>本质</a:t>
          </a:r>
        </a:p>
      </dgm:t>
    </dgm:pt>
    <dgm:pt modelId="{2E70C785-02C5-431B-9044-1485ACBF9DA5}" type="parTrans" cxnId="{A133C638-3D8B-42C3-99F4-158B375B043C}">
      <dgm:prSet/>
      <dgm:spPr/>
      <dgm:t>
        <a:bodyPr/>
        <a:lstStyle/>
        <a:p>
          <a:endParaRPr lang="zh-CN" altLang="en-US"/>
        </a:p>
      </dgm:t>
    </dgm:pt>
    <dgm:pt modelId="{DA2218F0-0282-4C2D-B54D-AEA757262A8F}" type="sibTrans" cxnId="{A133C638-3D8B-42C3-99F4-158B375B043C}">
      <dgm:prSet/>
      <dgm:spPr/>
      <dgm:t>
        <a:bodyPr/>
        <a:lstStyle/>
        <a:p>
          <a:endParaRPr lang="zh-CN" altLang="en-US"/>
        </a:p>
      </dgm:t>
    </dgm:pt>
    <dgm:pt modelId="{AE45FFCA-0282-474B-937C-B77E1A187DD3}">
      <dgm:prSet phldrT="[文本]"/>
      <dgm:spPr/>
      <dgm:t>
        <a:bodyPr/>
        <a:lstStyle/>
        <a:p>
          <a:pPr>
            <a:buNone/>
          </a:pPr>
          <a:r>
            <a:rPr lang="zh-CN"/>
            <a:t>它允许同一个接口表现出不同的行为。</a:t>
          </a:r>
          <a:endParaRPr lang="zh-CN" altLang="en-US"/>
        </a:p>
      </dgm:t>
    </dgm:pt>
    <dgm:pt modelId="{C568D548-4099-46F9-8819-3510CAB1C706}" type="parTrans" cxnId="{8A5D8E1C-F85F-4D0C-9C7E-3DF81E6B5F3B}">
      <dgm:prSet/>
      <dgm:spPr/>
      <dgm:t>
        <a:bodyPr/>
        <a:lstStyle/>
        <a:p>
          <a:endParaRPr lang="zh-CN" altLang="en-US"/>
        </a:p>
      </dgm:t>
    </dgm:pt>
    <dgm:pt modelId="{738E5F0B-98A0-402F-8D0E-4F82916C55EE}" type="sibTrans" cxnId="{8A5D8E1C-F85F-4D0C-9C7E-3DF81E6B5F3B}">
      <dgm:prSet/>
      <dgm:spPr/>
      <dgm:t>
        <a:bodyPr/>
        <a:lstStyle/>
        <a:p>
          <a:endParaRPr lang="zh-CN" altLang="en-US"/>
        </a:p>
      </dgm:t>
    </dgm:pt>
    <dgm:pt modelId="{37DBC9AD-2D2D-4E59-8AD5-D48361E83205}">
      <dgm:prSet phldrT="[文本]"/>
      <dgm:spPr/>
      <dgm:t>
        <a:bodyPr/>
        <a:lstStyle/>
        <a:p>
          <a:pPr>
            <a:buNone/>
          </a:pPr>
          <a:r>
            <a:rPr lang="zh-CN"/>
            <a:t>简单来说就是同一个方法名，不同的对象表现出不同的行为。</a:t>
          </a:r>
          <a:endParaRPr lang="zh-CN" altLang="en-US"/>
        </a:p>
      </dgm:t>
    </dgm:pt>
    <dgm:pt modelId="{313C336F-2CF9-492D-B830-521E674932AE}" type="parTrans" cxnId="{FED27AF7-9D24-4354-A138-89F2A2524FE1}">
      <dgm:prSet/>
      <dgm:spPr/>
      <dgm:t>
        <a:bodyPr/>
        <a:lstStyle/>
        <a:p>
          <a:endParaRPr lang="zh-CN" altLang="en-US"/>
        </a:p>
      </dgm:t>
    </dgm:pt>
    <dgm:pt modelId="{C9D20FCF-F58D-4894-8F73-2C332E95DCB8}" type="sibTrans" cxnId="{FED27AF7-9D24-4354-A138-89F2A2524FE1}">
      <dgm:prSet/>
      <dgm:spPr/>
      <dgm:t>
        <a:bodyPr/>
        <a:lstStyle/>
        <a:p>
          <a:endParaRPr lang="zh-CN" altLang="en-US"/>
        </a:p>
      </dgm:t>
    </dgm:pt>
    <dgm:pt modelId="{4C1087BF-CA45-409B-B13F-6EE5BFF036EF}">
      <dgm:prSet phldrT="[文本]"/>
      <dgm:spPr/>
      <dgm:t>
        <a:bodyPr/>
        <a:lstStyle/>
        <a:p>
          <a:pPr>
            <a:buNone/>
          </a:pPr>
          <a:r>
            <a:rPr lang="zh-CN" altLang="en-US"/>
            <a:t>继承的目的</a:t>
          </a:r>
        </a:p>
      </dgm:t>
    </dgm:pt>
    <dgm:pt modelId="{6B6469D7-CF18-498D-93B5-90DEA0801CAF}" type="parTrans" cxnId="{0859F121-F39D-44BD-AB72-78CE338BD418}">
      <dgm:prSet/>
      <dgm:spPr/>
      <dgm:t>
        <a:bodyPr/>
        <a:lstStyle/>
        <a:p>
          <a:endParaRPr lang="zh-CN" altLang="en-US"/>
        </a:p>
      </dgm:t>
    </dgm:pt>
    <dgm:pt modelId="{AB64C5F6-F1D3-4D8F-B81E-BF93EA423C76}" type="sibTrans" cxnId="{0859F121-F39D-44BD-AB72-78CE338BD418}">
      <dgm:prSet/>
      <dgm:spPr/>
      <dgm:t>
        <a:bodyPr/>
        <a:lstStyle/>
        <a:p>
          <a:endParaRPr lang="zh-CN" altLang="en-US"/>
        </a:p>
      </dgm:t>
    </dgm:pt>
    <dgm:pt modelId="{D6C5C838-1FB4-4DBC-9B05-D00F29107A74}">
      <dgm:prSet/>
      <dgm:spPr/>
      <dgm:t>
        <a:bodyPr/>
        <a:lstStyle/>
        <a:p>
          <a:pPr>
            <a:buNone/>
          </a:pPr>
          <a:r>
            <a:rPr lang="zh-CN"/>
            <a:t>首选就是实现多态，其次才是代码复用</a:t>
          </a:r>
          <a:endParaRPr lang="zh-CN" altLang="en-US"/>
        </a:p>
      </dgm:t>
    </dgm:pt>
    <dgm:pt modelId="{BA0374A8-AED0-4146-86D4-C8C88FDF7A0F}" type="parTrans" cxnId="{356DF106-0C20-4BB4-B3FA-3B5FCE1A76BF}">
      <dgm:prSet/>
      <dgm:spPr/>
      <dgm:t>
        <a:bodyPr/>
        <a:lstStyle/>
        <a:p>
          <a:endParaRPr lang="zh-CN" altLang="en-US"/>
        </a:p>
      </dgm:t>
    </dgm:pt>
    <dgm:pt modelId="{ABA307F2-28D2-4F25-B2C5-F356A2D82CC5}" type="sibTrans" cxnId="{356DF106-0C20-4BB4-B3FA-3B5FCE1A76BF}">
      <dgm:prSet/>
      <dgm:spPr/>
      <dgm:t>
        <a:bodyPr/>
        <a:lstStyle/>
        <a:p>
          <a:endParaRPr lang="zh-CN" altLang="en-US"/>
        </a:p>
      </dgm:t>
    </dgm:pt>
    <dgm:pt modelId="{B84626A4-E7AA-4F94-8EA0-B1024488B207}" type="pres">
      <dgm:prSet presAssocID="{0436150F-8094-430F-A2BF-538741B25E7A}" presName="linear" presStyleCnt="0">
        <dgm:presLayoutVars>
          <dgm:dir/>
          <dgm:animLvl val="lvl"/>
          <dgm:resizeHandles val="exact"/>
        </dgm:presLayoutVars>
      </dgm:prSet>
      <dgm:spPr/>
    </dgm:pt>
    <dgm:pt modelId="{21821ACF-1E27-41AF-8CF6-A2C65CF81BD1}" type="pres">
      <dgm:prSet presAssocID="{82F6B701-AA85-4DF3-BC37-B4BB4AA88A0D}" presName="parentLin" presStyleCnt="0"/>
      <dgm:spPr/>
    </dgm:pt>
    <dgm:pt modelId="{C870FF8E-9DF0-4B3A-9004-9E888E16604B}" type="pres">
      <dgm:prSet presAssocID="{82F6B701-AA85-4DF3-BC37-B4BB4AA88A0D}" presName="parentLeftMargin" presStyleLbl="node1" presStyleIdx="0" presStyleCnt="4"/>
      <dgm:spPr/>
    </dgm:pt>
    <dgm:pt modelId="{66CABEC9-79BA-43B5-A99B-944F597E3F2D}" type="pres">
      <dgm:prSet presAssocID="{82F6B701-AA85-4DF3-BC37-B4BB4AA88A0D}" presName="parentText" presStyleLbl="node1" presStyleIdx="0" presStyleCnt="4">
        <dgm:presLayoutVars>
          <dgm:chMax val="0"/>
          <dgm:bulletEnabled val="1"/>
        </dgm:presLayoutVars>
      </dgm:prSet>
      <dgm:spPr/>
    </dgm:pt>
    <dgm:pt modelId="{5B9DDB7B-FEA4-4D2F-950E-D2B6FD50AD99}" type="pres">
      <dgm:prSet presAssocID="{82F6B701-AA85-4DF3-BC37-B4BB4AA88A0D}" presName="negativeSpace" presStyleCnt="0"/>
      <dgm:spPr/>
    </dgm:pt>
    <dgm:pt modelId="{3B8F3E4A-9B0F-470D-A069-B14F05957252}" type="pres">
      <dgm:prSet presAssocID="{82F6B701-AA85-4DF3-BC37-B4BB4AA88A0D}" presName="childText" presStyleLbl="conFgAcc1" presStyleIdx="0" presStyleCnt="4">
        <dgm:presLayoutVars>
          <dgm:bulletEnabled val="1"/>
        </dgm:presLayoutVars>
      </dgm:prSet>
      <dgm:spPr/>
    </dgm:pt>
    <dgm:pt modelId="{A83E95EE-6864-4000-A74D-3720AA74207F}" type="pres">
      <dgm:prSet presAssocID="{B092FC83-AF4D-42CF-9503-5FE3F8C48A5E}" presName="spaceBetweenRectangles" presStyleCnt="0"/>
      <dgm:spPr/>
    </dgm:pt>
    <dgm:pt modelId="{0CEE078F-6DA9-49EC-87A1-BD521581FDCC}" type="pres">
      <dgm:prSet presAssocID="{C6302C60-B417-4EB4-8170-E8C35F3C781C}" presName="parentLin" presStyleCnt="0"/>
      <dgm:spPr/>
    </dgm:pt>
    <dgm:pt modelId="{F92A1011-064F-4285-BE55-1EFFA3541CC6}" type="pres">
      <dgm:prSet presAssocID="{C6302C60-B417-4EB4-8170-E8C35F3C781C}" presName="parentLeftMargin" presStyleLbl="node1" presStyleIdx="0" presStyleCnt="4"/>
      <dgm:spPr/>
    </dgm:pt>
    <dgm:pt modelId="{AE1F26CE-7939-4766-B543-04368C1EFA4A}" type="pres">
      <dgm:prSet presAssocID="{C6302C60-B417-4EB4-8170-E8C35F3C781C}" presName="parentText" presStyleLbl="node1" presStyleIdx="1" presStyleCnt="4">
        <dgm:presLayoutVars>
          <dgm:chMax val="0"/>
          <dgm:bulletEnabled val="1"/>
        </dgm:presLayoutVars>
      </dgm:prSet>
      <dgm:spPr/>
    </dgm:pt>
    <dgm:pt modelId="{A9E68056-8BB8-4E02-A3E8-7D43070C3366}" type="pres">
      <dgm:prSet presAssocID="{C6302C60-B417-4EB4-8170-E8C35F3C781C}" presName="negativeSpace" presStyleCnt="0"/>
      <dgm:spPr/>
    </dgm:pt>
    <dgm:pt modelId="{6F878884-AE37-4B8A-90B5-5D57646975EB}" type="pres">
      <dgm:prSet presAssocID="{C6302C60-B417-4EB4-8170-E8C35F3C781C}" presName="childText" presStyleLbl="conFgAcc1" presStyleIdx="1" presStyleCnt="4">
        <dgm:presLayoutVars>
          <dgm:bulletEnabled val="1"/>
        </dgm:presLayoutVars>
      </dgm:prSet>
      <dgm:spPr/>
    </dgm:pt>
    <dgm:pt modelId="{DB9BBB40-6F64-4D41-87CB-4E41A01BAB20}" type="pres">
      <dgm:prSet presAssocID="{DA2218F0-0282-4C2D-B54D-AEA757262A8F}" presName="spaceBetweenRectangles" presStyleCnt="0"/>
      <dgm:spPr/>
    </dgm:pt>
    <dgm:pt modelId="{DC497D1A-F5BF-411D-AFCD-9ED25E10B1B2}" type="pres">
      <dgm:prSet presAssocID="{D8136184-26FF-4BBB-8841-9FBC2BF0083C}" presName="parentLin" presStyleCnt="0"/>
      <dgm:spPr/>
    </dgm:pt>
    <dgm:pt modelId="{FF3F843C-04D0-42E5-8216-627C18B5C153}" type="pres">
      <dgm:prSet presAssocID="{D8136184-26FF-4BBB-8841-9FBC2BF0083C}" presName="parentLeftMargin" presStyleLbl="node1" presStyleIdx="1" presStyleCnt="4"/>
      <dgm:spPr/>
    </dgm:pt>
    <dgm:pt modelId="{35E05F91-144D-49D1-B41E-4B8FA1D16176}" type="pres">
      <dgm:prSet presAssocID="{D8136184-26FF-4BBB-8841-9FBC2BF0083C}" presName="parentText" presStyleLbl="node1" presStyleIdx="2" presStyleCnt="4">
        <dgm:presLayoutVars>
          <dgm:chMax val="0"/>
          <dgm:bulletEnabled val="1"/>
        </dgm:presLayoutVars>
      </dgm:prSet>
      <dgm:spPr/>
    </dgm:pt>
    <dgm:pt modelId="{C5C0A4FF-CFB4-49FA-BD61-8E7454D1BF94}" type="pres">
      <dgm:prSet presAssocID="{D8136184-26FF-4BBB-8841-9FBC2BF0083C}" presName="negativeSpace" presStyleCnt="0"/>
      <dgm:spPr/>
    </dgm:pt>
    <dgm:pt modelId="{F06083D6-8E80-41A1-B484-628A0E45FA50}" type="pres">
      <dgm:prSet presAssocID="{D8136184-26FF-4BBB-8841-9FBC2BF0083C}" presName="childText" presStyleLbl="conFgAcc1" presStyleIdx="2" presStyleCnt="4">
        <dgm:presLayoutVars>
          <dgm:bulletEnabled val="1"/>
        </dgm:presLayoutVars>
      </dgm:prSet>
      <dgm:spPr/>
    </dgm:pt>
    <dgm:pt modelId="{027C86F4-0FD6-4953-B3B2-4A7E2910A8CB}" type="pres">
      <dgm:prSet presAssocID="{35D9B2E2-40E9-46E2-B023-DA3F52D74CB4}" presName="spaceBetweenRectangles" presStyleCnt="0"/>
      <dgm:spPr/>
    </dgm:pt>
    <dgm:pt modelId="{6A7D54F4-C4A0-4AC9-886D-B6AE5B5D15D0}" type="pres">
      <dgm:prSet presAssocID="{4C1087BF-CA45-409B-B13F-6EE5BFF036EF}" presName="parentLin" presStyleCnt="0"/>
      <dgm:spPr/>
    </dgm:pt>
    <dgm:pt modelId="{A8010371-1F74-4C37-A4B4-64D5E8D9EBDF}" type="pres">
      <dgm:prSet presAssocID="{4C1087BF-CA45-409B-B13F-6EE5BFF036EF}" presName="parentLeftMargin" presStyleLbl="node1" presStyleIdx="2" presStyleCnt="4"/>
      <dgm:spPr/>
    </dgm:pt>
    <dgm:pt modelId="{D3E0EE31-B80A-42FE-825B-ABC763626866}" type="pres">
      <dgm:prSet presAssocID="{4C1087BF-CA45-409B-B13F-6EE5BFF036EF}" presName="parentText" presStyleLbl="node1" presStyleIdx="3" presStyleCnt="4">
        <dgm:presLayoutVars>
          <dgm:chMax val="0"/>
          <dgm:bulletEnabled val="1"/>
        </dgm:presLayoutVars>
      </dgm:prSet>
      <dgm:spPr/>
    </dgm:pt>
    <dgm:pt modelId="{6432770B-8953-4445-94F8-3D80F232D644}" type="pres">
      <dgm:prSet presAssocID="{4C1087BF-CA45-409B-B13F-6EE5BFF036EF}" presName="negativeSpace" presStyleCnt="0"/>
      <dgm:spPr/>
    </dgm:pt>
    <dgm:pt modelId="{A3F9668C-D2CC-45BA-80F3-8EA9B5DFB4C7}" type="pres">
      <dgm:prSet presAssocID="{4C1087BF-CA45-409B-B13F-6EE5BFF036EF}" presName="childText" presStyleLbl="conFgAcc1" presStyleIdx="3" presStyleCnt="4">
        <dgm:presLayoutVars>
          <dgm:bulletEnabled val="1"/>
        </dgm:presLayoutVars>
      </dgm:prSet>
      <dgm:spPr/>
    </dgm:pt>
  </dgm:ptLst>
  <dgm:cxnLst>
    <dgm:cxn modelId="{DB851402-B6B3-4DF2-906C-E4AF672289E1}" srcId="{D8136184-26FF-4BBB-8841-9FBC2BF0083C}" destId="{0F03167F-2AB3-4734-8CCB-9CDB8A948DD7}" srcOrd="0" destOrd="0" parTransId="{28B6778B-E0CF-49A7-9820-E3AAD1768DD8}" sibTransId="{3D547C55-3FAA-4EB4-A857-42A41F472BBC}"/>
    <dgm:cxn modelId="{356DF106-0C20-4BB4-B3FA-3B5FCE1A76BF}" srcId="{4C1087BF-CA45-409B-B13F-6EE5BFF036EF}" destId="{D6C5C838-1FB4-4DBC-9B05-D00F29107A74}" srcOrd="0" destOrd="0" parTransId="{BA0374A8-AED0-4146-86D4-C8C88FDF7A0F}" sibTransId="{ABA307F2-28D2-4F25-B2C5-F356A2D82CC5}"/>
    <dgm:cxn modelId="{6C7FBE17-E0EF-4EB8-9F2C-0299A8C1EC41}" type="presOf" srcId="{37DBC9AD-2D2D-4E59-8AD5-D48361E83205}" destId="{6F878884-AE37-4B8A-90B5-5D57646975EB}" srcOrd="0" destOrd="1" presId="urn:microsoft.com/office/officeart/2005/8/layout/list1"/>
    <dgm:cxn modelId="{ACE2D419-96C7-4845-A73C-31E2E0654896}" type="presOf" srcId="{D8136184-26FF-4BBB-8841-9FBC2BF0083C}" destId="{35E05F91-144D-49D1-B41E-4B8FA1D16176}" srcOrd="1" destOrd="0" presId="urn:microsoft.com/office/officeart/2005/8/layout/list1"/>
    <dgm:cxn modelId="{8A5D8E1C-F85F-4D0C-9C7E-3DF81E6B5F3B}" srcId="{C6302C60-B417-4EB4-8170-E8C35F3C781C}" destId="{AE45FFCA-0282-474B-937C-B77E1A187DD3}" srcOrd="0" destOrd="0" parTransId="{C568D548-4099-46F9-8819-3510CAB1C706}" sibTransId="{738E5F0B-98A0-402F-8D0E-4F82916C55EE}"/>
    <dgm:cxn modelId="{0859F121-F39D-44BD-AB72-78CE338BD418}" srcId="{0436150F-8094-430F-A2BF-538741B25E7A}" destId="{4C1087BF-CA45-409B-B13F-6EE5BFF036EF}" srcOrd="3" destOrd="0" parTransId="{6B6469D7-CF18-498D-93B5-90DEA0801CAF}" sibTransId="{AB64C5F6-F1D3-4D8F-B81E-BF93EA423C76}"/>
    <dgm:cxn modelId="{0F9A7924-8B79-4142-801E-1A3BFA845B20}" type="presOf" srcId="{4C1087BF-CA45-409B-B13F-6EE5BFF036EF}" destId="{D3E0EE31-B80A-42FE-825B-ABC763626866}" srcOrd="1" destOrd="0" presId="urn:microsoft.com/office/officeart/2005/8/layout/list1"/>
    <dgm:cxn modelId="{4EF1472A-D7BD-4C3C-A1B1-A3C3AEA0CCBB}" srcId="{0436150F-8094-430F-A2BF-538741B25E7A}" destId="{82F6B701-AA85-4DF3-BC37-B4BB4AA88A0D}" srcOrd="0" destOrd="0" parTransId="{3370E3A7-CAC1-44AE-84C2-F580294B488F}" sibTransId="{B092FC83-AF4D-42CF-9503-5FE3F8C48A5E}"/>
    <dgm:cxn modelId="{23600E2C-D70D-4123-8F63-E6FC30E9EF51}" srcId="{82F6B701-AA85-4DF3-BC37-B4BB4AA88A0D}" destId="{2C7D8AAC-A070-47E8-A057-15C96F470610}" srcOrd="0" destOrd="0" parTransId="{8B323F36-DC05-4EAA-8AC2-A378B77E7BC1}" sibTransId="{CE59F3BE-CC52-4F49-B02C-D519E36C8782}"/>
    <dgm:cxn modelId="{A133C638-3D8B-42C3-99F4-158B375B043C}" srcId="{0436150F-8094-430F-A2BF-538741B25E7A}" destId="{C6302C60-B417-4EB4-8170-E8C35F3C781C}" srcOrd="1" destOrd="0" parTransId="{2E70C785-02C5-431B-9044-1485ACBF9DA5}" sibTransId="{DA2218F0-0282-4C2D-B54D-AEA757262A8F}"/>
    <dgm:cxn modelId="{C736503C-77A1-4625-A8B5-90FAE2B9BB78}" srcId="{0436150F-8094-430F-A2BF-538741B25E7A}" destId="{D8136184-26FF-4BBB-8841-9FBC2BF0083C}" srcOrd="2" destOrd="0" parTransId="{A4BE75B4-11B3-4121-A862-33D068AA3B9F}" sibTransId="{35D9B2E2-40E9-46E2-B023-DA3F52D74CB4}"/>
    <dgm:cxn modelId="{0E909F5E-12F2-44C7-8ED4-DD610E7723CF}" type="presOf" srcId="{0436150F-8094-430F-A2BF-538741B25E7A}" destId="{B84626A4-E7AA-4F94-8EA0-B1024488B207}" srcOrd="0" destOrd="0" presId="urn:microsoft.com/office/officeart/2005/8/layout/list1"/>
    <dgm:cxn modelId="{8AA8BE60-7276-46C1-9CDD-AAC7141D99B7}" type="presOf" srcId="{C6302C60-B417-4EB4-8170-E8C35F3C781C}" destId="{AE1F26CE-7939-4766-B543-04368C1EFA4A}" srcOrd="1" destOrd="0" presId="urn:microsoft.com/office/officeart/2005/8/layout/list1"/>
    <dgm:cxn modelId="{D4024642-FE04-48C8-A2D5-1E6D3C016BB2}" type="presOf" srcId="{C6302C60-B417-4EB4-8170-E8C35F3C781C}" destId="{F92A1011-064F-4285-BE55-1EFFA3541CC6}" srcOrd="0" destOrd="0" presId="urn:microsoft.com/office/officeart/2005/8/layout/list1"/>
    <dgm:cxn modelId="{BE58C34B-7CBE-4757-8F1C-46E921C677D7}" type="presOf" srcId="{2C7D8AAC-A070-47E8-A057-15C96F470610}" destId="{3B8F3E4A-9B0F-470D-A069-B14F05957252}" srcOrd="0" destOrd="0" presId="urn:microsoft.com/office/officeart/2005/8/layout/list1"/>
    <dgm:cxn modelId="{B3981574-31E0-40FD-9B6F-A10CF1F1EF91}" type="presOf" srcId="{D8136184-26FF-4BBB-8841-9FBC2BF0083C}" destId="{FF3F843C-04D0-42E5-8216-627C18B5C153}" srcOrd="0" destOrd="0" presId="urn:microsoft.com/office/officeart/2005/8/layout/list1"/>
    <dgm:cxn modelId="{5946898F-9D3C-4120-A2B4-E974DE0AB9BE}" type="presOf" srcId="{D6C5C838-1FB4-4DBC-9B05-D00F29107A74}" destId="{A3F9668C-D2CC-45BA-80F3-8EA9B5DFB4C7}" srcOrd="0" destOrd="0" presId="urn:microsoft.com/office/officeart/2005/8/layout/list1"/>
    <dgm:cxn modelId="{24B35E9C-0BF7-4C87-B48B-75FB8B4A24EA}" type="presOf" srcId="{82F6B701-AA85-4DF3-BC37-B4BB4AA88A0D}" destId="{66CABEC9-79BA-43B5-A99B-944F597E3F2D}" srcOrd="1" destOrd="0" presId="urn:microsoft.com/office/officeart/2005/8/layout/list1"/>
    <dgm:cxn modelId="{ECC4DEA9-633D-45DB-B8C9-B78B1B7C1C35}" type="presOf" srcId="{0F03167F-2AB3-4734-8CCB-9CDB8A948DD7}" destId="{F06083D6-8E80-41A1-B484-628A0E45FA50}" srcOrd="0" destOrd="0" presId="urn:microsoft.com/office/officeart/2005/8/layout/list1"/>
    <dgm:cxn modelId="{1FB759BC-D00C-4225-81D9-68DF907C2F18}" type="presOf" srcId="{4C1087BF-CA45-409B-B13F-6EE5BFF036EF}" destId="{A8010371-1F74-4C37-A4B4-64D5E8D9EBDF}" srcOrd="0" destOrd="0" presId="urn:microsoft.com/office/officeart/2005/8/layout/list1"/>
    <dgm:cxn modelId="{007DACC7-C503-41BF-B61C-5F848A4CCC8E}" type="presOf" srcId="{82F6B701-AA85-4DF3-BC37-B4BB4AA88A0D}" destId="{C870FF8E-9DF0-4B3A-9004-9E888E16604B}" srcOrd="0" destOrd="0" presId="urn:microsoft.com/office/officeart/2005/8/layout/list1"/>
    <dgm:cxn modelId="{594598E4-E2F8-429B-B407-326D7D69C9E8}" type="presOf" srcId="{AE45FFCA-0282-474B-937C-B77E1A187DD3}" destId="{6F878884-AE37-4B8A-90B5-5D57646975EB}" srcOrd="0" destOrd="0" presId="urn:microsoft.com/office/officeart/2005/8/layout/list1"/>
    <dgm:cxn modelId="{FED27AF7-9D24-4354-A138-89F2A2524FE1}" srcId="{C6302C60-B417-4EB4-8170-E8C35F3C781C}" destId="{37DBC9AD-2D2D-4E59-8AD5-D48361E83205}" srcOrd="1" destOrd="0" parTransId="{313C336F-2CF9-492D-B830-521E674932AE}" sibTransId="{C9D20FCF-F58D-4894-8F73-2C332E95DCB8}"/>
    <dgm:cxn modelId="{BFAFBD00-FA8C-448E-BC1F-A95127EE7098}" type="presParOf" srcId="{B84626A4-E7AA-4F94-8EA0-B1024488B207}" destId="{21821ACF-1E27-41AF-8CF6-A2C65CF81BD1}" srcOrd="0" destOrd="0" presId="urn:microsoft.com/office/officeart/2005/8/layout/list1"/>
    <dgm:cxn modelId="{4EFE1F19-A9CB-4507-9A34-6490BF5DF488}" type="presParOf" srcId="{21821ACF-1E27-41AF-8CF6-A2C65CF81BD1}" destId="{C870FF8E-9DF0-4B3A-9004-9E888E16604B}" srcOrd="0" destOrd="0" presId="urn:microsoft.com/office/officeart/2005/8/layout/list1"/>
    <dgm:cxn modelId="{36E4FD50-8A74-419E-8CA1-1454746A329A}" type="presParOf" srcId="{21821ACF-1E27-41AF-8CF6-A2C65CF81BD1}" destId="{66CABEC9-79BA-43B5-A99B-944F597E3F2D}" srcOrd="1" destOrd="0" presId="urn:microsoft.com/office/officeart/2005/8/layout/list1"/>
    <dgm:cxn modelId="{AE9C8FF5-2B48-4AED-9491-B411224DB69E}" type="presParOf" srcId="{B84626A4-E7AA-4F94-8EA0-B1024488B207}" destId="{5B9DDB7B-FEA4-4D2F-950E-D2B6FD50AD99}" srcOrd="1" destOrd="0" presId="urn:microsoft.com/office/officeart/2005/8/layout/list1"/>
    <dgm:cxn modelId="{3A655C39-905F-4BAD-A72E-D15692A5E738}" type="presParOf" srcId="{B84626A4-E7AA-4F94-8EA0-B1024488B207}" destId="{3B8F3E4A-9B0F-470D-A069-B14F05957252}" srcOrd="2" destOrd="0" presId="urn:microsoft.com/office/officeart/2005/8/layout/list1"/>
    <dgm:cxn modelId="{BE67E546-2719-4A18-81D2-119CD1FFB0BA}" type="presParOf" srcId="{B84626A4-E7AA-4F94-8EA0-B1024488B207}" destId="{A83E95EE-6864-4000-A74D-3720AA74207F}" srcOrd="3" destOrd="0" presId="urn:microsoft.com/office/officeart/2005/8/layout/list1"/>
    <dgm:cxn modelId="{52B3A4BE-4319-495E-B5F6-C80A07218941}" type="presParOf" srcId="{B84626A4-E7AA-4F94-8EA0-B1024488B207}" destId="{0CEE078F-6DA9-49EC-87A1-BD521581FDCC}" srcOrd="4" destOrd="0" presId="urn:microsoft.com/office/officeart/2005/8/layout/list1"/>
    <dgm:cxn modelId="{B24CA637-2ACD-460B-9915-01AF69D8277C}" type="presParOf" srcId="{0CEE078F-6DA9-49EC-87A1-BD521581FDCC}" destId="{F92A1011-064F-4285-BE55-1EFFA3541CC6}" srcOrd="0" destOrd="0" presId="urn:microsoft.com/office/officeart/2005/8/layout/list1"/>
    <dgm:cxn modelId="{E523C658-CE3A-4B00-A4F9-20AEEF9011DB}" type="presParOf" srcId="{0CEE078F-6DA9-49EC-87A1-BD521581FDCC}" destId="{AE1F26CE-7939-4766-B543-04368C1EFA4A}" srcOrd="1" destOrd="0" presId="urn:microsoft.com/office/officeart/2005/8/layout/list1"/>
    <dgm:cxn modelId="{C59306F3-8FE3-43ED-85DA-B4FAA599EFE2}" type="presParOf" srcId="{B84626A4-E7AA-4F94-8EA0-B1024488B207}" destId="{A9E68056-8BB8-4E02-A3E8-7D43070C3366}" srcOrd="5" destOrd="0" presId="urn:microsoft.com/office/officeart/2005/8/layout/list1"/>
    <dgm:cxn modelId="{6AAB5D54-2B04-4283-9D9F-F66A4F0B6DD7}" type="presParOf" srcId="{B84626A4-E7AA-4F94-8EA0-B1024488B207}" destId="{6F878884-AE37-4B8A-90B5-5D57646975EB}" srcOrd="6" destOrd="0" presId="urn:microsoft.com/office/officeart/2005/8/layout/list1"/>
    <dgm:cxn modelId="{95957D27-B778-4783-B6EB-E0EDF5623570}" type="presParOf" srcId="{B84626A4-E7AA-4F94-8EA0-B1024488B207}" destId="{DB9BBB40-6F64-4D41-87CB-4E41A01BAB20}" srcOrd="7" destOrd="0" presId="urn:microsoft.com/office/officeart/2005/8/layout/list1"/>
    <dgm:cxn modelId="{F4481E5F-FC47-4E58-A035-06508716F540}" type="presParOf" srcId="{B84626A4-E7AA-4F94-8EA0-B1024488B207}" destId="{DC497D1A-F5BF-411D-AFCD-9ED25E10B1B2}" srcOrd="8" destOrd="0" presId="urn:microsoft.com/office/officeart/2005/8/layout/list1"/>
    <dgm:cxn modelId="{9A144080-F97A-4143-A55A-37DCAD9A502D}" type="presParOf" srcId="{DC497D1A-F5BF-411D-AFCD-9ED25E10B1B2}" destId="{FF3F843C-04D0-42E5-8216-627C18B5C153}" srcOrd="0" destOrd="0" presId="urn:microsoft.com/office/officeart/2005/8/layout/list1"/>
    <dgm:cxn modelId="{D38E9339-6B2E-4398-A8D7-0B5A02E3A7D9}" type="presParOf" srcId="{DC497D1A-F5BF-411D-AFCD-9ED25E10B1B2}" destId="{35E05F91-144D-49D1-B41E-4B8FA1D16176}" srcOrd="1" destOrd="0" presId="urn:microsoft.com/office/officeart/2005/8/layout/list1"/>
    <dgm:cxn modelId="{41A13159-450D-4695-A26C-1DDDE5B1D419}" type="presParOf" srcId="{B84626A4-E7AA-4F94-8EA0-B1024488B207}" destId="{C5C0A4FF-CFB4-49FA-BD61-8E7454D1BF94}" srcOrd="9" destOrd="0" presId="urn:microsoft.com/office/officeart/2005/8/layout/list1"/>
    <dgm:cxn modelId="{F91413D1-B231-4386-8881-28460CB570E6}" type="presParOf" srcId="{B84626A4-E7AA-4F94-8EA0-B1024488B207}" destId="{F06083D6-8E80-41A1-B484-628A0E45FA50}" srcOrd="10" destOrd="0" presId="urn:microsoft.com/office/officeart/2005/8/layout/list1"/>
    <dgm:cxn modelId="{640EC30C-D6DA-4671-9305-79BBA76BC800}" type="presParOf" srcId="{B84626A4-E7AA-4F94-8EA0-B1024488B207}" destId="{027C86F4-0FD6-4953-B3B2-4A7E2910A8CB}" srcOrd="11" destOrd="0" presId="urn:microsoft.com/office/officeart/2005/8/layout/list1"/>
    <dgm:cxn modelId="{3B04E34C-E48E-466F-9FDF-499759F4146F}" type="presParOf" srcId="{B84626A4-E7AA-4F94-8EA0-B1024488B207}" destId="{6A7D54F4-C4A0-4AC9-886D-B6AE5B5D15D0}" srcOrd="12" destOrd="0" presId="urn:microsoft.com/office/officeart/2005/8/layout/list1"/>
    <dgm:cxn modelId="{07267A37-0A2F-4151-ADE8-B0794CEE5C2B}" type="presParOf" srcId="{6A7D54F4-C4A0-4AC9-886D-B6AE5B5D15D0}" destId="{A8010371-1F74-4C37-A4B4-64D5E8D9EBDF}" srcOrd="0" destOrd="0" presId="urn:microsoft.com/office/officeart/2005/8/layout/list1"/>
    <dgm:cxn modelId="{E125565D-793A-4EFA-AE88-BC30057F2C8B}" type="presParOf" srcId="{6A7D54F4-C4A0-4AC9-886D-B6AE5B5D15D0}" destId="{D3E0EE31-B80A-42FE-825B-ABC763626866}" srcOrd="1" destOrd="0" presId="urn:microsoft.com/office/officeart/2005/8/layout/list1"/>
    <dgm:cxn modelId="{C2B74117-2539-46C6-B1B7-D408ACD39598}" type="presParOf" srcId="{B84626A4-E7AA-4F94-8EA0-B1024488B207}" destId="{6432770B-8953-4445-94F8-3D80F232D644}" srcOrd="13" destOrd="0" presId="urn:microsoft.com/office/officeart/2005/8/layout/list1"/>
    <dgm:cxn modelId="{CC1D1670-B8A5-4851-874F-D6E296FE330D}" type="presParOf" srcId="{B84626A4-E7AA-4F94-8EA0-B1024488B207}" destId="{A3F9668C-D2CC-45BA-80F3-8EA9B5DFB4C7}"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9F4788-04D1-40D8-9F15-F7265A15CA0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6E51D864-38CD-4961-9EC9-2531C90043F9}">
      <dgm:prSet phldrT="[文本]"/>
      <dgm:spPr/>
      <dgm:t>
        <a:bodyPr/>
        <a:lstStyle/>
        <a:p>
          <a:r>
            <a:rPr lang="zh-CN" altLang="en-US"/>
            <a:t>什么是静态成员</a:t>
          </a:r>
        </a:p>
      </dgm:t>
    </dgm:pt>
    <dgm:pt modelId="{BCAAFD51-D338-4788-855B-1679DF19BB9D}" type="parTrans" cxnId="{2331C5AD-DB7C-4DC7-B660-02F749550BCF}">
      <dgm:prSet/>
      <dgm:spPr/>
      <dgm:t>
        <a:bodyPr/>
        <a:lstStyle/>
        <a:p>
          <a:endParaRPr lang="zh-CN" altLang="en-US"/>
        </a:p>
      </dgm:t>
    </dgm:pt>
    <dgm:pt modelId="{135A9573-FAF0-4F7B-AE67-975E0937CB16}" type="sibTrans" cxnId="{2331C5AD-DB7C-4DC7-B660-02F749550BCF}">
      <dgm:prSet/>
      <dgm:spPr/>
      <dgm:t>
        <a:bodyPr/>
        <a:lstStyle/>
        <a:p>
          <a:endParaRPr lang="zh-CN" altLang="en-US"/>
        </a:p>
      </dgm:t>
    </dgm:pt>
    <dgm:pt modelId="{45469A89-C1AA-45EB-B9BD-ABE3C8B1C39D}">
      <dgm:prSet phldrT="[文本]"/>
      <dgm:spPr/>
      <dgm:t>
        <a:bodyPr/>
        <a:lstStyle/>
        <a:p>
          <a:r>
            <a:rPr lang="zh-CN" altLang="en-US"/>
            <a:t>如何定义</a:t>
          </a:r>
        </a:p>
      </dgm:t>
    </dgm:pt>
    <dgm:pt modelId="{8B78AC79-2632-46A8-8DA1-C245591B41B2}" type="parTrans" cxnId="{4489D58E-F277-4F6F-8B74-0E1A0CC2BE18}">
      <dgm:prSet/>
      <dgm:spPr/>
      <dgm:t>
        <a:bodyPr/>
        <a:lstStyle/>
        <a:p>
          <a:endParaRPr lang="zh-CN" altLang="en-US"/>
        </a:p>
      </dgm:t>
    </dgm:pt>
    <dgm:pt modelId="{D04020D7-A060-48F5-8DAE-D18E16472A2E}" type="sibTrans" cxnId="{4489D58E-F277-4F6F-8B74-0E1A0CC2BE18}">
      <dgm:prSet/>
      <dgm:spPr/>
      <dgm:t>
        <a:bodyPr/>
        <a:lstStyle/>
        <a:p>
          <a:endParaRPr lang="zh-CN" altLang="en-US"/>
        </a:p>
      </dgm:t>
    </dgm:pt>
    <dgm:pt modelId="{0025368C-D950-49B5-8F66-573364467F9C}">
      <dgm:prSet phldrT="[文本]"/>
      <dgm:spPr/>
      <dgm:t>
        <a:bodyPr/>
        <a:lstStyle/>
        <a:p>
          <a:pPr>
            <a:buNone/>
          </a:pPr>
          <a:r>
            <a:rPr lang="zh-CN" altLang="en-US" b="0" i="0"/>
            <a:t>静态成员属于类本身，而不是类的实例。无论创建多少个对象，静态成员在内存中只有一份拷贝。</a:t>
          </a:r>
          <a:endParaRPr lang="zh-CN" altLang="en-US"/>
        </a:p>
      </dgm:t>
    </dgm:pt>
    <dgm:pt modelId="{B345FF26-7938-4BC8-8327-AAAFB32D725F}" type="parTrans" cxnId="{3D7FE911-19B8-423A-BDF5-4CA0E7BAA4B7}">
      <dgm:prSet/>
      <dgm:spPr/>
      <dgm:t>
        <a:bodyPr/>
        <a:lstStyle/>
        <a:p>
          <a:endParaRPr lang="zh-CN" altLang="en-US"/>
        </a:p>
      </dgm:t>
    </dgm:pt>
    <dgm:pt modelId="{32D2D995-F76B-42C5-9589-05872009B1F7}" type="sibTrans" cxnId="{3D7FE911-19B8-423A-BDF5-4CA0E7BAA4B7}">
      <dgm:prSet/>
      <dgm:spPr/>
      <dgm:t>
        <a:bodyPr/>
        <a:lstStyle/>
        <a:p>
          <a:endParaRPr lang="zh-CN" altLang="en-US"/>
        </a:p>
      </dgm:t>
    </dgm:pt>
    <dgm:pt modelId="{53820D4A-7E43-40F5-850A-67C3C996CEBE}">
      <dgm:prSet phldrT="[文本]"/>
      <dgm:spPr/>
      <dgm:t>
        <a:bodyPr/>
        <a:lstStyle/>
        <a:p>
          <a:pPr>
            <a:buNone/>
          </a:pPr>
          <a:r>
            <a:rPr lang="en-US" altLang="zh-CN" sz="1900" b="0" i="1" kern="1200"/>
            <a:t>// </a:t>
          </a:r>
          <a:r>
            <a:rPr lang="zh-CN" altLang="en-US" sz="1900" b="0" i="1" kern="1200"/>
            <a:t>静态属性</a:t>
          </a:r>
          <a:endParaRPr lang="zh-CN" altLang="en-US" sz="1900" kern="1200"/>
        </a:p>
      </dgm:t>
    </dgm:pt>
    <dgm:pt modelId="{60A44F73-F03C-4A1B-84D7-9808CAB8EB22}" type="parTrans" cxnId="{B90B7D21-5481-4B46-BF81-9F29384DB10C}">
      <dgm:prSet/>
      <dgm:spPr/>
      <dgm:t>
        <a:bodyPr/>
        <a:lstStyle/>
        <a:p>
          <a:endParaRPr lang="zh-CN" altLang="en-US"/>
        </a:p>
      </dgm:t>
    </dgm:pt>
    <dgm:pt modelId="{D03C4F38-4E14-4DBE-B282-DCA73B279946}" type="sibTrans" cxnId="{B90B7D21-5481-4B46-BF81-9F29384DB10C}">
      <dgm:prSet/>
      <dgm:spPr/>
      <dgm:t>
        <a:bodyPr/>
        <a:lstStyle/>
        <a:p>
          <a:endParaRPr lang="zh-CN" altLang="en-US"/>
        </a:p>
      </dgm:t>
    </dgm:pt>
    <dgm:pt modelId="{23B5232B-F186-497D-B1A1-FF3ED5F31C9E}">
      <dgm:prSet/>
      <dgm:spPr/>
      <dgm:t>
        <a:bodyPr/>
        <a:lstStyle/>
        <a:p>
          <a:pPr>
            <a:buNone/>
          </a:pPr>
          <a:r>
            <a:rPr lang="en-US" sz="1900" b="0" kern="1200"/>
            <a:t>public </a:t>
          </a:r>
          <a:r>
            <a:rPr lang="en-US" sz="1900" b="0" kern="1200">
              <a:highlight>
                <a:srgbClr val="FFFF00"/>
              </a:highlight>
            </a:rPr>
            <a:t>static</a:t>
          </a:r>
          <a:r>
            <a:rPr lang="en-US" sz="1900" b="0" kern="1200"/>
            <a:t> $publicStatic = "</a:t>
          </a:r>
          <a:r>
            <a:rPr lang="zh-CN" altLang="en-US" sz="1900" b="0" kern="1200"/>
            <a:t>公共静态</a:t>
          </a:r>
          <a:r>
            <a:rPr lang="en-US" altLang="zh-CN" sz="1900" b="0" kern="1200"/>
            <a:t>";</a:t>
          </a:r>
        </a:p>
      </dgm:t>
    </dgm:pt>
    <dgm:pt modelId="{9D66374E-4644-4F0A-87DD-67570B0D06DB}" type="parTrans" cxnId="{13AECC34-A50C-40C0-858B-2E6655851661}">
      <dgm:prSet/>
      <dgm:spPr/>
      <dgm:t>
        <a:bodyPr/>
        <a:lstStyle/>
        <a:p>
          <a:endParaRPr lang="zh-CN" altLang="en-US"/>
        </a:p>
      </dgm:t>
    </dgm:pt>
    <dgm:pt modelId="{6D286F9B-A60E-489A-A7E0-092DCD43963B}" type="sibTrans" cxnId="{13AECC34-A50C-40C0-858B-2E6655851661}">
      <dgm:prSet/>
      <dgm:spPr/>
      <dgm:t>
        <a:bodyPr/>
        <a:lstStyle/>
        <a:p>
          <a:endParaRPr lang="zh-CN" altLang="en-US"/>
        </a:p>
      </dgm:t>
    </dgm:pt>
    <dgm:pt modelId="{D6E77775-0D60-48B4-A7C0-0716784FC9DA}">
      <dgm:prSet custT="1"/>
      <dgm:spPr/>
      <dgm:t>
        <a:bodyPr/>
        <a:lstStyle/>
        <a:p>
          <a:pPr>
            <a:buNone/>
          </a:pPr>
          <a:r>
            <a:rPr lang="en-US" sz="1900" b="0" kern="1200"/>
            <a:t>private </a:t>
          </a:r>
          <a:r>
            <a:rPr lang="en-US" sz="1900" b="0" kern="1200">
              <a:solidFill>
                <a:srgbClr val="000000">
                  <a:hueOff val="0"/>
                  <a:satOff val="0"/>
                  <a:lumOff val="0"/>
                  <a:alphaOff val="0"/>
                </a:srgbClr>
              </a:solidFill>
              <a:highlight>
                <a:srgbClr val="FFFF00"/>
              </a:highlight>
              <a:latin typeface="Arial"/>
              <a:ea typeface="微软雅黑"/>
              <a:cs typeface="+mn-cs"/>
            </a:rPr>
            <a:t>static</a:t>
          </a:r>
          <a:r>
            <a:rPr lang="en-US" sz="1900" b="0" kern="1200"/>
            <a:t> function privateMethod() {</a:t>
          </a:r>
          <a:endParaRPr lang="en-US" altLang="zh-CN" sz="1900" b="0" kern="1200"/>
        </a:p>
      </dgm:t>
    </dgm:pt>
    <dgm:pt modelId="{4EE60234-D024-4150-9BD2-A36761A969CD}" type="parTrans" cxnId="{87F8D3B2-F107-449B-AD00-2A9FA0A9195F}">
      <dgm:prSet/>
      <dgm:spPr/>
      <dgm:t>
        <a:bodyPr/>
        <a:lstStyle/>
        <a:p>
          <a:endParaRPr lang="zh-CN" altLang="en-US"/>
        </a:p>
      </dgm:t>
    </dgm:pt>
    <dgm:pt modelId="{4564BBBE-88D9-41C9-A10F-7FBC75108ABB}" type="sibTrans" cxnId="{87F8D3B2-F107-449B-AD00-2A9FA0A9195F}">
      <dgm:prSet/>
      <dgm:spPr/>
      <dgm:t>
        <a:bodyPr/>
        <a:lstStyle/>
        <a:p>
          <a:endParaRPr lang="zh-CN" altLang="en-US"/>
        </a:p>
      </dgm:t>
    </dgm:pt>
    <dgm:pt modelId="{6915B7D1-B556-4173-983E-555C698873A2}">
      <dgm:prSet/>
      <dgm:spPr/>
      <dgm:t>
        <a:bodyPr/>
        <a:lstStyle/>
        <a:p>
          <a:pPr>
            <a:buNone/>
          </a:pPr>
          <a:r>
            <a:rPr lang="en-US" sz="1900" b="0" kern="1200"/>
            <a:t>return self::$privateStatic;</a:t>
          </a:r>
        </a:p>
      </dgm:t>
    </dgm:pt>
    <dgm:pt modelId="{FCB2F74D-CAAB-494C-AB9A-F2B931E0D4EF}" type="parTrans" cxnId="{97929D70-3F12-4B33-93C6-8A2F656B7065}">
      <dgm:prSet/>
      <dgm:spPr/>
      <dgm:t>
        <a:bodyPr/>
        <a:lstStyle/>
        <a:p>
          <a:endParaRPr lang="zh-CN" altLang="en-US"/>
        </a:p>
      </dgm:t>
    </dgm:pt>
    <dgm:pt modelId="{53AE4C9D-433B-486D-82EC-82B993AC809A}" type="sibTrans" cxnId="{97929D70-3F12-4B33-93C6-8A2F656B7065}">
      <dgm:prSet/>
      <dgm:spPr/>
      <dgm:t>
        <a:bodyPr/>
        <a:lstStyle/>
        <a:p>
          <a:endParaRPr lang="zh-CN" altLang="en-US"/>
        </a:p>
      </dgm:t>
    </dgm:pt>
    <dgm:pt modelId="{99C242A9-A455-4064-80C8-137D122562B4}">
      <dgm:prSet/>
      <dgm:spPr/>
      <dgm:t>
        <a:bodyPr/>
        <a:lstStyle/>
        <a:p>
          <a:pPr>
            <a:buNone/>
          </a:pPr>
          <a:r>
            <a:rPr lang="en-US" altLang="zh-CN" sz="1900" b="0" kern="1200"/>
            <a:t>}</a:t>
          </a:r>
        </a:p>
      </dgm:t>
    </dgm:pt>
    <dgm:pt modelId="{6F49BFBA-3336-48FC-81EA-9EEB8F393B18}" type="parTrans" cxnId="{A07050B5-22C8-41C8-85E4-D82D671000A0}">
      <dgm:prSet/>
      <dgm:spPr/>
      <dgm:t>
        <a:bodyPr/>
        <a:lstStyle/>
        <a:p>
          <a:endParaRPr lang="zh-CN" altLang="en-US"/>
        </a:p>
      </dgm:t>
    </dgm:pt>
    <dgm:pt modelId="{7D0F5393-C7DA-419E-8153-0B7568156727}" type="sibTrans" cxnId="{A07050B5-22C8-41C8-85E4-D82D671000A0}">
      <dgm:prSet/>
      <dgm:spPr/>
      <dgm:t>
        <a:bodyPr/>
        <a:lstStyle/>
        <a:p>
          <a:endParaRPr lang="zh-CN" altLang="en-US"/>
        </a:p>
      </dgm:t>
    </dgm:pt>
    <dgm:pt modelId="{BC137686-8E9D-40C8-B08F-01F5C2D777DC}">
      <dgm:prSet/>
      <dgm:spPr/>
      <dgm:t>
        <a:bodyPr/>
        <a:lstStyle/>
        <a:p>
          <a:pPr>
            <a:buNone/>
          </a:pPr>
          <a:r>
            <a:rPr lang="en-US" altLang="zh-CN" sz="1900" b="0" kern="1200"/>
            <a:t>// </a:t>
          </a:r>
          <a:r>
            <a:rPr lang="zh-CN" altLang="en-US" sz="1900" b="0" kern="1200"/>
            <a:t>静态方法</a:t>
          </a:r>
          <a:endParaRPr lang="en-US" altLang="zh-CN" sz="1900" b="0" kern="1200"/>
        </a:p>
      </dgm:t>
    </dgm:pt>
    <dgm:pt modelId="{1AC53587-AA94-4073-903C-49E08BBD4AEE}" type="parTrans" cxnId="{18301488-8DA8-4414-94F8-F9BF418E4FD1}">
      <dgm:prSet/>
      <dgm:spPr/>
      <dgm:t>
        <a:bodyPr/>
        <a:lstStyle/>
        <a:p>
          <a:endParaRPr lang="zh-CN" altLang="en-US"/>
        </a:p>
      </dgm:t>
    </dgm:pt>
    <dgm:pt modelId="{3C03BAA5-4C96-4E78-8F77-DA566234FA5D}" type="sibTrans" cxnId="{18301488-8DA8-4414-94F8-F9BF418E4FD1}">
      <dgm:prSet/>
      <dgm:spPr/>
      <dgm:t>
        <a:bodyPr/>
        <a:lstStyle/>
        <a:p>
          <a:endParaRPr lang="zh-CN" altLang="en-US"/>
        </a:p>
      </dgm:t>
    </dgm:pt>
    <dgm:pt modelId="{6DD0F571-FA02-4AFF-994B-FF6C9C822A80}">
      <dgm:prSet custT="1"/>
      <dgm:spPr/>
      <dgm:t>
        <a:bodyPr/>
        <a:lstStyle/>
        <a:p>
          <a:pPr>
            <a:buNone/>
          </a:pPr>
          <a:r>
            <a:rPr lang="en-US" altLang="zh-CN" sz="1900" b="0" kern="1200">
              <a:solidFill>
                <a:srgbClr val="000000">
                  <a:hueOff val="0"/>
                  <a:satOff val="0"/>
                  <a:lumOff val="0"/>
                  <a:alphaOff val="0"/>
                </a:srgbClr>
              </a:solidFill>
              <a:latin typeface="Arial"/>
              <a:ea typeface="微软雅黑"/>
              <a:cs typeface="+mn-cs"/>
            </a:rPr>
            <a:t>// </a:t>
          </a:r>
          <a:r>
            <a:rPr lang="zh-CN" altLang="zh-CN" sz="1900" b="0" kern="1200">
              <a:solidFill>
                <a:srgbClr val="000000">
                  <a:hueOff val="0"/>
                  <a:satOff val="0"/>
                  <a:lumOff val="0"/>
                  <a:alphaOff val="0"/>
                </a:srgbClr>
              </a:solidFill>
              <a:latin typeface="Arial"/>
              <a:ea typeface="微软雅黑"/>
              <a:cs typeface="+mn-cs"/>
            </a:rPr>
            <a:t>静态常量</a:t>
          </a:r>
          <a:endParaRPr lang="en-US" altLang="zh-CN" sz="1900" b="0" kern="1200">
            <a:solidFill>
              <a:srgbClr val="000000">
                <a:hueOff val="0"/>
                <a:satOff val="0"/>
                <a:lumOff val="0"/>
                <a:alphaOff val="0"/>
              </a:srgbClr>
            </a:solidFill>
            <a:latin typeface="Arial"/>
            <a:ea typeface="微软雅黑"/>
            <a:cs typeface="+mn-cs"/>
          </a:endParaRPr>
        </a:p>
      </dgm:t>
    </dgm:pt>
    <dgm:pt modelId="{2C8EBFE5-355D-4BC8-8737-1A3DA5717C1B}" type="parTrans" cxnId="{C8598ED2-482C-4634-81D3-5A228B74837D}">
      <dgm:prSet/>
      <dgm:spPr/>
      <dgm:t>
        <a:bodyPr/>
        <a:lstStyle/>
        <a:p>
          <a:endParaRPr lang="zh-CN" altLang="en-US"/>
        </a:p>
      </dgm:t>
    </dgm:pt>
    <dgm:pt modelId="{342B51AC-CCF1-425B-9F21-7F7EDEB4846D}" type="sibTrans" cxnId="{C8598ED2-482C-4634-81D3-5A228B74837D}">
      <dgm:prSet/>
      <dgm:spPr/>
      <dgm:t>
        <a:bodyPr/>
        <a:lstStyle/>
        <a:p>
          <a:endParaRPr lang="zh-CN" altLang="en-US"/>
        </a:p>
      </dgm:t>
    </dgm:pt>
    <dgm:pt modelId="{73E2F4CE-E738-4586-9E31-B80D07FDC3BF}">
      <dgm:prSet custT="1"/>
      <dgm:spPr/>
      <dgm:t>
        <a:bodyPr/>
        <a:lstStyle/>
        <a:p>
          <a:pPr>
            <a:buNone/>
          </a:pPr>
          <a:r>
            <a:rPr lang="en-US" altLang="zh-CN" sz="1900" b="0" kern="1200">
              <a:solidFill>
                <a:srgbClr val="000000">
                  <a:hueOff val="0"/>
                  <a:satOff val="0"/>
                  <a:lumOff val="0"/>
                  <a:alphaOff val="0"/>
                </a:srgbClr>
              </a:solidFill>
              <a:latin typeface="Arial"/>
              <a:ea typeface="微软雅黑"/>
              <a:cs typeface="+mn-cs"/>
            </a:rPr>
            <a:t> </a:t>
          </a:r>
          <a:r>
            <a:rPr lang="en-US" altLang="zh-CN" sz="1900" b="0" kern="1200">
              <a:solidFill>
                <a:srgbClr val="000000">
                  <a:hueOff val="0"/>
                  <a:satOff val="0"/>
                  <a:lumOff val="0"/>
                  <a:alphaOff val="0"/>
                </a:srgbClr>
              </a:solidFill>
              <a:highlight>
                <a:srgbClr val="FFFF00"/>
              </a:highlight>
              <a:latin typeface="Arial"/>
              <a:ea typeface="微软雅黑"/>
              <a:cs typeface="+mn-cs"/>
            </a:rPr>
            <a:t>const</a:t>
          </a:r>
          <a:r>
            <a:rPr lang="en-US" altLang="zh-CN" sz="1900" b="0" kern="1200">
              <a:solidFill>
                <a:srgbClr val="000000">
                  <a:hueOff val="0"/>
                  <a:satOff val="0"/>
                  <a:lumOff val="0"/>
                  <a:alphaOff val="0"/>
                </a:srgbClr>
              </a:solidFill>
              <a:latin typeface="Arial"/>
              <a:ea typeface="微软雅黑"/>
              <a:cs typeface="+mn-cs"/>
            </a:rPr>
            <a:t> STATUS_ACTIVE = 1;</a:t>
          </a:r>
          <a:endParaRPr lang="zh-CN" altLang="zh-CN" sz="1900" b="0" kern="1200">
            <a:solidFill>
              <a:srgbClr val="000000">
                <a:hueOff val="0"/>
                <a:satOff val="0"/>
                <a:lumOff val="0"/>
                <a:alphaOff val="0"/>
              </a:srgbClr>
            </a:solidFill>
            <a:latin typeface="Arial"/>
            <a:ea typeface="微软雅黑"/>
            <a:cs typeface="+mn-cs"/>
          </a:endParaRPr>
        </a:p>
      </dgm:t>
    </dgm:pt>
    <dgm:pt modelId="{9AABDC1E-9468-450A-A71D-D89EC024A738}" type="parTrans" cxnId="{B732047E-DB22-470B-9384-437E39525F53}">
      <dgm:prSet/>
      <dgm:spPr/>
      <dgm:t>
        <a:bodyPr/>
        <a:lstStyle/>
        <a:p>
          <a:endParaRPr lang="zh-CN" altLang="en-US"/>
        </a:p>
      </dgm:t>
    </dgm:pt>
    <dgm:pt modelId="{A003431A-3759-4FCF-B5A4-2A5CBABBE44A}" type="sibTrans" cxnId="{B732047E-DB22-470B-9384-437E39525F53}">
      <dgm:prSet/>
      <dgm:spPr/>
      <dgm:t>
        <a:bodyPr/>
        <a:lstStyle/>
        <a:p>
          <a:endParaRPr lang="zh-CN" altLang="en-US"/>
        </a:p>
      </dgm:t>
    </dgm:pt>
    <dgm:pt modelId="{DC9188AB-BB23-45D0-AAE2-17B5F7C7DC2C}" type="pres">
      <dgm:prSet presAssocID="{CA9F4788-04D1-40D8-9F15-F7265A15CA08}" presName="linear" presStyleCnt="0">
        <dgm:presLayoutVars>
          <dgm:dir/>
          <dgm:animLvl val="lvl"/>
          <dgm:resizeHandles val="exact"/>
        </dgm:presLayoutVars>
      </dgm:prSet>
      <dgm:spPr/>
    </dgm:pt>
    <dgm:pt modelId="{590DB723-D80F-4E99-AD85-593B731DCBDC}" type="pres">
      <dgm:prSet presAssocID="{6E51D864-38CD-4961-9EC9-2531C90043F9}" presName="parentLin" presStyleCnt="0"/>
      <dgm:spPr/>
    </dgm:pt>
    <dgm:pt modelId="{189C5B13-FF5B-498A-8B47-EBAB1B68898E}" type="pres">
      <dgm:prSet presAssocID="{6E51D864-38CD-4961-9EC9-2531C90043F9}" presName="parentLeftMargin" presStyleLbl="node1" presStyleIdx="0" presStyleCnt="2"/>
      <dgm:spPr/>
    </dgm:pt>
    <dgm:pt modelId="{7EC3D839-DDCE-4D0A-91DC-B0545DEB29DD}" type="pres">
      <dgm:prSet presAssocID="{6E51D864-38CD-4961-9EC9-2531C90043F9}" presName="parentText" presStyleLbl="node1" presStyleIdx="0" presStyleCnt="2">
        <dgm:presLayoutVars>
          <dgm:chMax val="0"/>
          <dgm:bulletEnabled val="1"/>
        </dgm:presLayoutVars>
      </dgm:prSet>
      <dgm:spPr/>
    </dgm:pt>
    <dgm:pt modelId="{319F7669-B5EB-4DDD-9F33-5A8E2B0F9ABB}" type="pres">
      <dgm:prSet presAssocID="{6E51D864-38CD-4961-9EC9-2531C90043F9}" presName="negativeSpace" presStyleCnt="0"/>
      <dgm:spPr/>
    </dgm:pt>
    <dgm:pt modelId="{BFA60F67-F120-4DCF-AF79-1550719FD357}" type="pres">
      <dgm:prSet presAssocID="{6E51D864-38CD-4961-9EC9-2531C90043F9}" presName="childText" presStyleLbl="conFgAcc1" presStyleIdx="0" presStyleCnt="2">
        <dgm:presLayoutVars>
          <dgm:bulletEnabled val="1"/>
        </dgm:presLayoutVars>
      </dgm:prSet>
      <dgm:spPr/>
    </dgm:pt>
    <dgm:pt modelId="{154EC54F-BB63-46D2-A989-92903C60E0E9}" type="pres">
      <dgm:prSet presAssocID="{135A9573-FAF0-4F7B-AE67-975E0937CB16}" presName="spaceBetweenRectangles" presStyleCnt="0"/>
      <dgm:spPr/>
    </dgm:pt>
    <dgm:pt modelId="{DB838A24-2657-4C35-9E6C-F9DE500E2553}" type="pres">
      <dgm:prSet presAssocID="{45469A89-C1AA-45EB-B9BD-ABE3C8B1C39D}" presName="parentLin" presStyleCnt="0"/>
      <dgm:spPr/>
    </dgm:pt>
    <dgm:pt modelId="{213BB12E-075D-4B00-A0A2-C016D6516DAD}" type="pres">
      <dgm:prSet presAssocID="{45469A89-C1AA-45EB-B9BD-ABE3C8B1C39D}" presName="parentLeftMargin" presStyleLbl="node1" presStyleIdx="0" presStyleCnt="2"/>
      <dgm:spPr/>
    </dgm:pt>
    <dgm:pt modelId="{9704E92B-C064-470B-BECC-7FAC613ACF7D}" type="pres">
      <dgm:prSet presAssocID="{45469A89-C1AA-45EB-B9BD-ABE3C8B1C39D}" presName="parentText" presStyleLbl="node1" presStyleIdx="1" presStyleCnt="2">
        <dgm:presLayoutVars>
          <dgm:chMax val="0"/>
          <dgm:bulletEnabled val="1"/>
        </dgm:presLayoutVars>
      </dgm:prSet>
      <dgm:spPr/>
    </dgm:pt>
    <dgm:pt modelId="{305F34C9-0024-464C-A112-3AB8B9FD38A2}" type="pres">
      <dgm:prSet presAssocID="{45469A89-C1AA-45EB-B9BD-ABE3C8B1C39D}" presName="negativeSpace" presStyleCnt="0"/>
      <dgm:spPr/>
    </dgm:pt>
    <dgm:pt modelId="{6AEEA304-1EA8-4F41-9616-620DF1A38BB7}" type="pres">
      <dgm:prSet presAssocID="{45469A89-C1AA-45EB-B9BD-ABE3C8B1C39D}" presName="childText" presStyleLbl="conFgAcc1" presStyleIdx="1" presStyleCnt="2">
        <dgm:presLayoutVars>
          <dgm:bulletEnabled val="1"/>
        </dgm:presLayoutVars>
      </dgm:prSet>
      <dgm:spPr/>
    </dgm:pt>
  </dgm:ptLst>
  <dgm:cxnLst>
    <dgm:cxn modelId="{B5235900-9C8D-4F2B-BEAD-21669573389F}" type="presOf" srcId="{6915B7D1-B556-4173-983E-555C698873A2}" destId="{6AEEA304-1EA8-4F41-9616-620DF1A38BB7}" srcOrd="0" destOrd="6" presId="urn:microsoft.com/office/officeart/2005/8/layout/list1"/>
    <dgm:cxn modelId="{4F65CA06-EF70-4C61-9506-BC8357137D39}" type="presOf" srcId="{6DD0F571-FA02-4AFF-994B-FF6C9C822A80}" destId="{6AEEA304-1EA8-4F41-9616-620DF1A38BB7}" srcOrd="0" destOrd="2" presId="urn:microsoft.com/office/officeart/2005/8/layout/list1"/>
    <dgm:cxn modelId="{54C52A09-2D97-4B16-8231-39832ED7A1D8}" type="presOf" srcId="{D6E77775-0D60-48B4-A7C0-0716784FC9DA}" destId="{6AEEA304-1EA8-4F41-9616-620DF1A38BB7}" srcOrd="0" destOrd="5" presId="urn:microsoft.com/office/officeart/2005/8/layout/list1"/>
    <dgm:cxn modelId="{AD9B850C-B9E1-40E0-AA2D-7867FB79C51B}" type="presOf" srcId="{0025368C-D950-49B5-8F66-573364467F9C}" destId="{BFA60F67-F120-4DCF-AF79-1550719FD357}" srcOrd="0" destOrd="0" presId="urn:microsoft.com/office/officeart/2005/8/layout/list1"/>
    <dgm:cxn modelId="{3D7FE911-19B8-423A-BDF5-4CA0E7BAA4B7}" srcId="{6E51D864-38CD-4961-9EC9-2531C90043F9}" destId="{0025368C-D950-49B5-8F66-573364467F9C}" srcOrd="0" destOrd="0" parTransId="{B345FF26-7938-4BC8-8327-AAAFB32D725F}" sibTransId="{32D2D995-F76B-42C5-9589-05872009B1F7}"/>
    <dgm:cxn modelId="{B90B7D21-5481-4B46-BF81-9F29384DB10C}" srcId="{45469A89-C1AA-45EB-B9BD-ABE3C8B1C39D}" destId="{53820D4A-7E43-40F5-850A-67C3C996CEBE}" srcOrd="0" destOrd="0" parTransId="{60A44F73-F03C-4A1B-84D7-9808CAB8EB22}" sibTransId="{D03C4F38-4E14-4DBE-B282-DCA73B279946}"/>
    <dgm:cxn modelId="{13AECC34-A50C-40C0-858B-2E6655851661}" srcId="{45469A89-C1AA-45EB-B9BD-ABE3C8B1C39D}" destId="{23B5232B-F186-497D-B1A1-FF3ED5F31C9E}" srcOrd="1" destOrd="0" parTransId="{9D66374E-4644-4F0A-87DD-67570B0D06DB}" sibTransId="{6D286F9B-A60E-489A-A7E0-092DCD43963B}"/>
    <dgm:cxn modelId="{81548A5C-81CE-49FA-96C9-A09FBA9AB4E1}" type="presOf" srcId="{6E51D864-38CD-4961-9EC9-2531C90043F9}" destId="{7EC3D839-DDCE-4D0A-91DC-B0545DEB29DD}" srcOrd="1" destOrd="0" presId="urn:microsoft.com/office/officeart/2005/8/layout/list1"/>
    <dgm:cxn modelId="{A6E9985F-8932-4724-BC2C-BD8EDF8C2EF8}" type="presOf" srcId="{53820D4A-7E43-40F5-850A-67C3C996CEBE}" destId="{6AEEA304-1EA8-4F41-9616-620DF1A38BB7}" srcOrd="0" destOrd="0" presId="urn:microsoft.com/office/officeart/2005/8/layout/list1"/>
    <dgm:cxn modelId="{EBBDEC42-D2D9-4B1B-8599-F2789A923AA9}" type="presOf" srcId="{23B5232B-F186-497D-B1A1-FF3ED5F31C9E}" destId="{6AEEA304-1EA8-4F41-9616-620DF1A38BB7}" srcOrd="0" destOrd="1" presId="urn:microsoft.com/office/officeart/2005/8/layout/list1"/>
    <dgm:cxn modelId="{0DD63A44-67F1-4639-BADB-F884343BBE59}" type="presOf" srcId="{99C242A9-A455-4064-80C8-137D122562B4}" destId="{6AEEA304-1EA8-4F41-9616-620DF1A38BB7}" srcOrd="0" destOrd="7" presId="urn:microsoft.com/office/officeart/2005/8/layout/list1"/>
    <dgm:cxn modelId="{97929D70-3F12-4B33-93C6-8A2F656B7065}" srcId="{45469A89-C1AA-45EB-B9BD-ABE3C8B1C39D}" destId="{6915B7D1-B556-4173-983E-555C698873A2}" srcOrd="6" destOrd="0" parTransId="{FCB2F74D-CAAB-494C-AB9A-F2B931E0D4EF}" sibTransId="{53AE4C9D-433B-486D-82EC-82B993AC809A}"/>
    <dgm:cxn modelId="{B732047E-DB22-470B-9384-437E39525F53}" srcId="{45469A89-C1AA-45EB-B9BD-ABE3C8B1C39D}" destId="{73E2F4CE-E738-4586-9E31-B80D07FDC3BF}" srcOrd="3" destOrd="0" parTransId="{9AABDC1E-9468-450A-A71D-D89EC024A738}" sibTransId="{A003431A-3759-4FCF-B5A4-2A5CBABBE44A}"/>
    <dgm:cxn modelId="{18301488-8DA8-4414-94F8-F9BF418E4FD1}" srcId="{45469A89-C1AA-45EB-B9BD-ABE3C8B1C39D}" destId="{BC137686-8E9D-40C8-B08F-01F5C2D777DC}" srcOrd="4" destOrd="0" parTransId="{1AC53587-AA94-4073-903C-49E08BBD4AEE}" sibTransId="{3C03BAA5-4C96-4E78-8F77-DA566234FA5D}"/>
    <dgm:cxn modelId="{4489D58E-F277-4F6F-8B74-0E1A0CC2BE18}" srcId="{CA9F4788-04D1-40D8-9F15-F7265A15CA08}" destId="{45469A89-C1AA-45EB-B9BD-ABE3C8B1C39D}" srcOrd="1" destOrd="0" parTransId="{8B78AC79-2632-46A8-8DA1-C245591B41B2}" sibTransId="{D04020D7-A060-48F5-8DAE-D18E16472A2E}"/>
    <dgm:cxn modelId="{0E13D3A3-C1E9-4ADE-9899-62E7DD21C0B7}" type="presOf" srcId="{BC137686-8E9D-40C8-B08F-01F5C2D777DC}" destId="{6AEEA304-1EA8-4F41-9616-620DF1A38BB7}" srcOrd="0" destOrd="4" presId="urn:microsoft.com/office/officeart/2005/8/layout/list1"/>
    <dgm:cxn modelId="{2331C5AD-DB7C-4DC7-B660-02F749550BCF}" srcId="{CA9F4788-04D1-40D8-9F15-F7265A15CA08}" destId="{6E51D864-38CD-4961-9EC9-2531C90043F9}" srcOrd="0" destOrd="0" parTransId="{BCAAFD51-D338-4788-855B-1679DF19BB9D}" sibTransId="{135A9573-FAF0-4F7B-AE67-975E0937CB16}"/>
    <dgm:cxn modelId="{87F8D3B2-F107-449B-AD00-2A9FA0A9195F}" srcId="{45469A89-C1AA-45EB-B9BD-ABE3C8B1C39D}" destId="{D6E77775-0D60-48B4-A7C0-0716784FC9DA}" srcOrd="5" destOrd="0" parTransId="{4EE60234-D024-4150-9BD2-A36761A969CD}" sibTransId="{4564BBBE-88D9-41C9-A10F-7FBC75108ABB}"/>
    <dgm:cxn modelId="{A07050B5-22C8-41C8-85E4-D82D671000A0}" srcId="{45469A89-C1AA-45EB-B9BD-ABE3C8B1C39D}" destId="{99C242A9-A455-4064-80C8-137D122562B4}" srcOrd="7" destOrd="0" parTransId="{6F49BFBA-3336-48FC-81EA-9EEB8F393B18}" sibTransId="{7D0F5393-C7DA-419E-8153-0B7568156727}"/>
    <dgm:cxn modelId="{B0BD26B8-0ECF-48FC-9B01-D10CF34D3505}" type="presOf" srcId="{6E51D864-38CD-4961-9EC9-2531C90043F9}" destId="{189C5B13-FF5B-498A-8B47-EBAB1B68898E}" srcOrd="0" destOrd="0" presId="urn:microsoft.com/office/officeart/2005/8/layout/list1"/>
    <dgm:cxn modelId="{C8598ED2-482C-4634-81D3-5A228B74837D}" srcId="{45469A89-C1AA-45EB-B9BD-ABE3C8B1C39D}" destId="{6DD0F571-FA02-4AFF-994B-FF6C9C822A80}" srcOrd="2" destOrd="0" parTransId="{2C8EBFE5-355D-4BC8-8737-1A3DA5717C1B}" sibTransId="{342B51AC-CCF1-425B-9F21-7F7EDEB4846D}"/>
    <dgm:cxn modelId="{803A8DDA-3872-456D-BD41-77A889DB841D}" type="presOf" srcId="{CA9F4788-04D1-40D8-9F15-F7265A15CA08}" destId="{DC9188AB-BB23-45D0-AAE2-17B5F7C7DC2C}" srcOrd="0" destOrd="0" presId="urn:microsoft.com/office/officeart/2005/8/layout/list1"/>
    <dgm:cxn modelId="{8E15D3DF-4D24-412D-8F89-674E5D4A2B0B}" type="presOf" srcId="{45469A89-C1AA-45EB-B9BD-ABE3C8B1C39D}" destId="{9704E92B-C064-470B-BECC-7FAC613ACF7D}" srcOrd="1" destOrd="0" presId="urn:microsoft.com/office/officeart/2005/8/layout/list1"/>
    <dgm:cxn modelId="{0D2A69E7-BEF1-42F4-9920-793DF9FA5169}" type="presOf" srcId="{45469A89-C1AA-45EB-B9BD-ABE3C8B1C39D}" destId="{213BB12E-075D-4B00-A0A2-C016D6516DAD}" srcOrd="0" destOrd="0" presId="urn:microsoft.com/office/officeart/2005/8/layout/list1"/>
    <dgm:cxn modelId="{DD949AEF-EF2D-4C15-AE59-FBD08C74F5B6}" type="presOf" srcId="{73E2F4CE-E738-4586-9E31-B80D07FDC3BF}" destId="{6AEEA304-1EA8-4F41-9616-620DF1A38BB7}" srcOrd="0" destOrd="3" presId="urn:microsoft.com/office/officeart/2005/8/layout/list1"/>
    <dgm:cxn modelId="{14A2E816-D868-449A-989A-93759107A9FB}" type="presParOf" srcId="{DC9188AB-BB23-45D0-AAE2-17B5F7C7DC2C}" destId="{590DB723-D80F-4E99-AD85-593B731DCBDC}" srcOrd="0" destOrd="0" presId="urn:microsoft.com/office/officeart/2005/8/layout/list1"/>
    <dgm:cxn modelId="{9CCD5996-068A-456B-8D4F-3B3B7A1D8A5D}" type="presParOf" srcId="{590DB723-D80F-4E99-AD85-593B731DCBDC}" destId="{189C5B13-FF5B-498A-8B47-EBAB1B68898E}" srcOrd="0" destOrd="0" presId="urn:microsoft.com/office/officeart/2005/8/layout/list1"/>
    <dgm:cxn modelId="{A0284B74-B823-4BC8-890C-7A28465C0944}" type="presParOf" srcId="{590DB723-D80F-4E99-AD85-593B731DCBDC}" destId="{7EC3D839-DDCE-4D0A-91DC-B0545DEB29DD}" srcOrd="1" destOrd="0" presId="urn:microsoft.com/office/officeart/2005/8/layout/list1"/>
    <dgm:cxn modelId="{3B7BA098-2019-4898-908D-13122CEF6CBC}" type="presParOf" srcId="{DC9188AB-BB23-45D0-AAE2-17B5F7C7DC2C}" destId="{319F7669-B5EB-4DDD-9F33-5A8E2B0F9ABB}" srcOrd="1" destOrd="0" presId="urn:microsoft.com/office/officeart/2005/8/layout/list1"/>
    <dgm:cxn modelId="{2D47DB7B-6AB7-4EAC-936E-8EC423EB569F}" type="presParOf" srcId="{DC9188AB-BB23-45D0-AAE2-17B5F7C7DC2C}" destId="{BFA60F67-F120-4DCF-AF79-1550719FD357}" srcOrd="2" destOrd="0" presId="urn:microsoft.com/office/officeart/2005/8/layout/list1"/>
    <dgm:cxn modelId="{D0BBF51F-1B54-4999-A66A-1315C352CFCD}" type="presParOf" srcId="{DC9188AB-BB23-45D0-AAE2-17B5F7C7DC2C}" destId="{154EC54F-BB63-46D2-A989-92903C60E0E9}" srcOrd="3" destOrd="0" presId="urn:microsoft.com/office/officeart/2005/8/layout/list1"/>
    <dgm:cxn modelId="{0D8062CF-82BC-4B8A-8073-FA76C0A88BC1}" type="presParOf" srcId="{DC9188AB-BB23-45D0-AAE2-17B5F7C7DC2C}" destId="{DB838A24-2657-4C35-9E6C-F9DE500E2553}" srcOrd="4" destOrd="0" presId="urn:microsoft.com/office/officeart/2005/8/layout/list1"/>
    <dgm:cxn modelId="{1E6153B5-8A71-459F-BEF1-CBF6C2DAEB3C}" type="presParOf" srcId="{DB838A24-2657-4C35-9E6C-F9DE500E2553}" destId="{213BB12E-075D-4B00-A0A2-C016D6516DAD}" srcOrd="0" destOrd="0" presId="urn:microsoft.com/office/officeart/2005/8/layout/list1"/>
    <dgm:cxn modelId="{8922A1A1-0823-4723-9090-8119D0FBC736}" type="presParOf" srcId="{DB838A24-2657-4C35-9E6C-F9DE500E2553}" destId="{9704E92B-C064-470B-BECC-7FAC613ACF7D}" srcOrd="1" destOrd="0" presId="urn:microsoft.com/office/officeart/2005/8/layout/list1"/>
    <dgm:cxn modelId="{2FA626BA-C180-4F0D-BCE5-74A85E20AB96}" type="presParOf" srcId="{DC9188AB-BB23-45D0-AAE2-17B5F7C7DC2C}" destId="{305F34C9-0024-464C-A112-3AB8B9FD38A2}" srcOrd="5" destOrd="0" presId="urn:microsoft.com/office/officeart/2005/8/layout/list1"/>
    <dgm:cxn modelId="{199A1A60-9883-46A5-8709-927C7776A8B0}" type="presParOf" srcId="{DC9188AB-BB23-45D0-AAE2-17B5F7C7DC2C}" destId="{6AEEA304-1EA8-4F41-9616-620DF1A38BB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E1E3D0-1C23-4090-987C-7F968F703BA3}" type="doc">
      <dgm:prSet loTypeId="urn:microsoft.com/office/officeart/2005/8/layout/bList2#1" loCatId="list" qsTypeId="urn:microsoft.com/office/officeart/2005/8/quickstyle/simple1#3" qsCatId="simple" csTypeId="urn:microsoft.com/office/officeart/2005/8/colors/accent1_2#1" csCatId="accent1" phldr="1"/>
      <dgm:spPr/>
    </dgm:pt>
    <dgm:pt modelId="{DBF2D485-6E77-4739-AD52-2622E3A89909}">
      <dgm:prSet phldrT="[文本]"/>
      <dgm:spPr/>
      <dgm:t>
        <a:bodyPr/>
        <a:lstStyle/>
        <a:p>
          <a:r>
            <a:rPr lang="en-US" altLang="zh-CN"/>
            <a:t>$this</a:t>
          </a:r>
          <a:endParaRPr lang="zh-CN" altLang="en-US"/>
        </a:p>
      </dgm:t>
    </dgm:pt>
    <dgm:pt modelId="{7D6D4260-227F-4528-89B3-C3EFE0E95F36}" type="parTrans" cxnId="{C827DD68-A31D-4DFC-9CC8-805DA6A2EC8C}">
      <dgm:prSet/>
      <dgm:spPr/>
      <dgm:t>
        <a:bodyPr/>
        <a:lstStyle/>
        <a:p>
          <a:endParaRPr lang="zh-CN" altLang="en-US"/>
        </a:p>
      </dgm:t>
    </dgm:pt>
    <dgm:pt modelId="{9B66868C-A45F-4572-A453-98E744353FD4}" type="sibTrans" cxnId="{C827DD68-A31D-4DFC-9CC8-805DA6A2EC8C}">
      <dgm:prSet/>
      <dgm:spPr/>
      <dgm:t>
        <a:bodyPr/>
        <a:lstStyle/>
        <a:p>
          <a:endParaRPr lang="zh-CN" altLang="en-US"/>
        </a:p>
      </dgm:t>
    </dgm:pt>
    <dgm:pt modelId="{03EBF24D-5EDB-4385-BBE3-221D9B9CDBAF}">
      <dgm:prSet phldrT="[文本]"/>
      <dgm:spPr/>
      <dgm:t>
        <a:bodyPr/>
        <a:lstStyle/>
        <a:p>
          <a:r>
            <a:rPr lang="en-US" altLang="zh-CN"/>
            <a:t>self</a:t>
          </a:r>
          <a:endParaRPr lang="zh-CN" altLang="en-US"/>
        </a:p>
      </dgm:t>
    </dgm:pt>
    <dgm:pt modelId="{F1880534-7738-403E-92AE-505D48B8E528}" type="parTrans" cxnId="{718B68FF-1939-4992-A6ED-6D8847B9844E}">
      <dgm:prSet/>
      <dgm:spPr/>
      <dgm:t>
        <a:bodyPr/>
        <a:lstStyle/>
        <a:p>
          <a:endParaRPr lang="zh-CN" altLang="en-US"/>
        </a:p>
      </dgm:t>
    </dgm:pt>
    <dgm:pt modelId="{823D7A86-96F4-43FB-9149-37F6F8BA9B37}" type="sibTrans" cxnId="{718B68FF-1939-4992-A6ED-6D8847B9844E}">
      <dgm:prSet/>
      <dgm:spPr/>
      <dgm:t>
        <a:bodyPr/>
        <a:lstStyle/>
        <a:p>
          <a:endParaRPr lang="zh-CN" altLang="en-US"/>
        </a:p>
      </dgm:t>
    </dgm:pt>
    <dgm:pt modelId="{96DD53D9-4723-466B-8527-B2D540D8BCED}">
      <dgm:prSet phldrT="[文本]"/>
      <dgm:spPr/>
      <dgm:t>
        <a:bodyPr/>
        <a:lstStyle/>
        <a:p>
          <a:r>
            <a:rPr lang="en-US" altLang="zh-CN"/>
            <a:t>parent</a:t>
          </a:r>
          <a:endParaRPr lang="zh-CN" altLang="en-US"/>
        </a:p>
      </dgm:t>
    </dgm:pt>
    <dgm:pt modelId="{D3A64282-B708-48F6-89A5-7D25D4F5C132}" type="parTrans" cxnId="{8697BC4F-B3AD-48B9-B52C-2151DDC42C39}">
      <dgm:prSet/>
      <dgm:spPr/>
      <dgm:t>
        <a:bodyPr/>
        <a:lstStyle/>
        <a:p>
          <a:endParaRPr lang="zh-CN" altLang="en-US"/>
        </a:p>
      </dgm:t>
    </dgm:pt>
    <dgm:pt modelId="{1B775615-934E-47B9-8AAE-5D8CADC4E863}" type="sibTrans" cxnId="{8697BC4F-B3AD-48B9-B52C-2151DDC42C39}">
      <dgm:prSet/>
      <dgm:spPr/>
      <dgm:t>
        <a:bodyPr/>
        <a:lstStyle/>
        <a:p>
          <a:endParaRPr lang="zh-CN" altLang="en-US"/>
        </a:p>
      </dgm:t>
    </dgm:pt>
    <dgm:pt modelId="{C8832C82-53DB-4357-8861-59B11462C1CE}">
      <dgm:prSet phldrT="[文本]"/>
      <dgm:spPr/>
      <dgm:t>
        <a:bodyPr/>
        <a:lstStyle/>
        <a:p>
          <a:r>
            <a:rPr lang="zh-CN" altLang="en-US"/>
            <a:t>代表：实例化对象</a:t>
          </a:r>
        </a:p>
      </dgm:t>
    </dgm:pt>
    <dgm:pt modelId="{C4C9F8E9-65E6-4760-AB57-A1278D8A4E0F}" type="parTrans" cxnId="{F795BDFF-9F3A-46D4-A0DC-55879D80B32F}">
      <dgm:prSet/>
      <dgm:spPr/>
      <dgm:t>
        <a:bodyPr/>
        <a:lstStyle/>
        <a:p>
          <a:endParaRPr lang="zh-CN" altLang="en-US"/>
        </a:p>
      </dgm:t>
    </dgm:pt>
    <dgm:pt modelId="{7A1E112A-A8BC-45BD-B236-F30B1814D9FD}" type="sibTrans" cxnId="{F795BDFF-9F3A-46D4-A0DC-55879D80B32F}">
      <dgm:prSet/>
      <dgm:spPr/>
      <dgm:t>
        <a:bodyPr/>
        <a:lstStyle/>
        <a:p>
          <a:endParaRPr lang="zh-CN" altLang="en-US"/>
        </a:p>
      </dgm:t>
    </dgm:pt>
    <dgm:pt modelId="{141E12B6-6073-428E-8FD3-3D64A98A6928}">
      <dgm:prSet phldrT="[文本]"/>
      <dgm:spPr/>
      <dgm:t>
        <a:bodyPr/>
        <a:lstStyle/>
        <a:p>
          <a:r>
            <a:rPr lang="zh-CN" altLang="en-US"/>
            <a:t>访问除静态属性外的资源</a:t>
          </a:r>
        </a:p>
      </dgm:t>
    </dgm:pt>
    <dgm:pt modelId="{28240F0C-10B3-402F-AD30-DEDA18866AE5}" type="parTrans" cxnId="{CC2555BF-0D0C-4A54-80C6-C8E6E04B45FC}">
      <dgm:prSet/>
      <dgm:spPr/>
      <dgm:t>
        <a:bodyPr/>
        <a:lstStyle/>
        <a:p>
          <a:endParaRPr lang="zh-CN" altLang="en-US"/>
        </a:p>
      </dgm:t>
    </dgm:pt>
    <dgm:pt modelId="{2063673F-D089-4BAC-AD95-63F9F5F75C3A}" type="sibTrans" cxnId="{CC2555BF-0D0C-4A54-80C6-C8E6E04B45FC}">
      <dgm:prSet/>
      <dgm:spPr/>
      <dgm:t>
        <a:bodyPr/>
        <a:lstStyle/>
        <a:p>
          <a:endParaRPr lang="zh-CN" altLang="en-US"/>
        </a:p>
      </dgm:t>
    </dgm:pt>
    <dgm:pt modelId="{D28AD859-6914-40F8-8082-2FAB2612A174}">
      <dgm:prSet phldrT="[文本]"/>
      <dgm:spPr/>
      <dgm:t>
        <a:bodyPr/>
        <a:lstStyle/>
        <a:p>
          <a:r>
            <a:rPr lang="zh-CN" altLang="en-US"/>
            <a:t>运算符：</a:t>
          </a:r>
          <a:r>
            <a:rPr lang="en-US" altLang="zh-CN"/>
            <a:t>-&gt; </a:t>
          </a:r>
          <a:r>
            <a:rPr lang="zh-CN" altLang="en-US"/>
            <a:t>和</a:t>
          </a:r>
          <a:r>
            <a:rPr lang="en-US" altLang="zh-CN"/>
            <a:t> ::</a:t>
          </a:r>
          <a:endParaRPr lang="zh-CN" altLang="en-US"/>
        </a:p>
      </dgm:t>
    </dgm:pt>
    <dgm:pt modelId="{9A25F298-5560-4A12-BD77-73052E60E122}" type="parTrans" cxnId="{9B6F8C6C-5B0D-4A46-9612-EA360900D471}">
      <dgm:prSet/>
      <dgm:spPr/>
      <dgm:t>
        <a:bodyPr/>
        <a:lstStyle/>
        <a:p>
          <a:endParaRPr lang="zh-CN" altLang="en-US"/>
        </a:p>
      </dgm:t>
    </dgm:pt>
    <dgm:pt modelId="{C55400D4-74CF-46DA-B8AA-43061790C04F}" type="sibTrans" cxnId="{9B6F8C6C-5B0D-4A46-9612-EA360900D471}">
      <dgm:prSet/>
      <dgm:spPr/>
      <dgm:t>
        <a:bodyPr/>
        <a:lstStyle/>
        <a:p>
          <a:endParaRPr lang="zh-CN" altLang="en-US"/>
        </a:p>
      </dgm:t>
    </dgm:pt>
    <dgm:pt modelId="{5A6C4D3E-0494-4330-BB61-B4AEC1C858EE}">
      <dgm:prSet phldrT="[文本]"/>
      <dgm:spPr/>
      <dgm:t>
        <a:bodyPr/>
        <a:lstStyle/>
        <a:p>
          <a:r>
            <a:rPr lang="zh-CN" altLang="en-US"/>
            <a:t>代表：本类，无实例化</a:t>
          </a:r>
        </a:p>
      </dgm:t>
    </dgm:pt>
    <dgm:pt modelId="{0B6A0BFE-5512-4486-BEAB-030D2A5AB6EC}" type="parTrans" cxnId="{4A6EAD4E-FE02-40E1-8C95-287B379492E7}">
      <dgm:prSet/>
      <dgm:spPr/>
      <dgm:t>
        <a:bodyPr/>
        <a:lstStyle/>
        <a:p>
          <a:endParaRPr lang="zh-CN" altLang="en-US"/>
        </a:p>
      </dgm:t>
    </dgm:pt>
    <dgm:pt modelId="{9516981A-6931-47BD-8824-C75132F6DE90}" type="sibTrans" cxnId="{4A6EAD4E-FE02-40E1-8C95-287B379492E7}">
      <dgm:prSet/>
      <dgm:spPr/>
      <dgm:t>
        <a:bodyPr/>
        <a:lstStyle/>
        <a:p>
          <a:endParaRPr lang="zh-CN" altLang="en-US"/>
        </a:p>
      </dgm:t>
    </dgm:pt>
    <dgm:pt modelId="{B6E25BAB-9432-4BA3-A04E-0535381611E6}">
      <dgm:prSet phldrT="[文本]"/>
      <dgm:spPr/>
      <dgm:t>
        <a:bodyPr/>
        <a:lstStyle/>
        <a:p>
          <a:r>
            <a:rPr lang="zh-CN" altLang="en-US"/>
            <a:t>运算符</a:t>
          </a:r>
          <a:r>
            <a:rPr lang="en-US" altLang="zh-CN"/>
            <a:t>::</a:t>
          </a:r>
          <a:endParaRPr lang="zh-CN" altLang="en-US"/>
        </a:p>
      </dgm:t>
    </dgm:pt>
    <dgm:pt modelId="{F45E6374-E80D-47D3-A1B2-B8E9D6E7719B}" type="parTrans" cxnId="{3103095D-A7E7-460E-BCC0-EF8D90E819EB}">
      <dgm:prSet/>
      <dgm:spPr/>
      <dgm:t>
        <a:bodyPr/>
        <a:lstStyle/>
        <a:p>
          <a:endParaRPr lang="zh-CN" altLang="en-US"/>
        </a:p>
      </dgm:t>
    </dgm:pt>
    <dgm:pt modelId="{561349EC-5318-423C-A277-1AF2CD3845D5}" type="sibTrans" cxnId="{3103095D-A7E7-460E-BCC0-EF8D90E819EB}">
      <dgm:prSet/>
      <dgm:spPr/>
      <dgm:t>
        <a:bodyPr/>
        <a:lstStyle/>
        <a:p>
          <a:endParaRPr lang="zh-CN" altLang="en-US"/>
        </a:p>
      </dgm:t>
    </dgm:pt>
    <dgm:pt modelId="{2B4885A3-4B06-436D-A5DA-6335325FE5ED}">
      <dgm:prSet phldrT="[文本]"/>
      <dgm:spPr/>
      <dgm:t>
        <a:bodyPr/>
        <a:lstStyle/>
        <a:p>
          <a:r>
            <a:rPr lang="zh-CN" altLang="en-US"/>
            <a:t>访问静态属性、静态方法和</a:t>
          </a:r>
          <a:r>
            <a:rPr lang="en-US" altLang="zh-CN"/>
            <a:t>const</a:t>
          </a:r>
          <a:r>
            <a:rPr lang="zh-CN" altLang="en-US"/>
            <a:t>常量</a:t>
          </a:r>
        </a:p>
      </dgm:t>
    </dgm:pt>
    <dgm:pt modelId="{24F706D3-B01F-4AC2-B765-1CB2993F0773}" type="parTrans" cxnId="{41762247-D8AD-46EF-B383-99F8D3A084A0}">
      <dgm:prSet/>
      <dgm:spPr/>
      <dgm:t>
        <a:bodyPr/>
        <a:lstStyle/>
        <a:p>
          <a:endParaRPr lang="zh-CN" altLang="en-US"/>
        </a:p>
      </dgm:t>
    </dgm:pt>
    <dgm:pt modelId="{BB6779BD-C44C-49FD-815C-37D3C654584F}" type="sibTrans" cxnId="{41762247-D8AD-46EF-B383-99F8D3A084A0}">
      <dgm:prSet/>
      <dgm:spPr/>
      <dgm:t>
        <a:bodyPr/>
        <a:lstStyle/>
        <a:p>
          <a:endParaRPr lang="zh-CN" altLang="en-US"/>
        </a:p>
      </dgm:t>
    </dgm:pt>
    <dgm:pt modelId="{2641F813-0B13-4C4B-B1E7-933C0523071D}">
      <dgm:prSet phldrT="[文本]"/>
      <dgm:spPr/>
      <dgm:t>
        <a:bodyPr/>
        <a:lstStyle/>
        <a:p>
          <a:r>
            <a:rPr lang="zh-CN" altLang="en-US"/>
            <a:t>代表：父类（继承）</a:t>
          </a:r>
        </a:p>
      </dgm:t>
    </dgm:pt>
    <dgm:pt modelId="{4F89322E-0B8E-4DAF-A775-BE97E32A0EC4}" type="parTrans" cxnId="{D957425D-42E0-43E2-AFCC-598D6A2BB1CA}">
      <dgm:prSet/>
      <dgm:spPr/>
      <dgm:t>
        <a:bodyPr/>
        <a:lstStyle/>
        <a:p>
          <a:endParaRPr lang="zh-CN" altLang="en-US"/>
        </a:p>
      </dgm:t>
    </dgm:pt>
    <dgm:pt modelId="{97C17125-12C9-48EB-A445-B5F810A095BF}" type="sibTrans" cxnId="{D957425D-42E0-43E2-AFCC-598D6A2BB1CA}">
      <dgm:prSet/>
      <dgm:spPr/>
      <dgm:t>
        <a:bodyPr/>
        <a:lstStyle/>
        <a:p>
          <a:endParaRPr lang="zh-CN" altLang="en-US"/>
        </a:p>
      </dgm:t>
    </dgm:pt>
    <dgm:pt modelId="{DE982B5F-B019-43B5-A130-A29DEAFABBFD}">
      <dgm:prSet phldrT="[文本]"/>
      <dgm:spPr/>
      <dgm:t>
        <a:bodyPr/>
        <a:lstStyle/>
        <a:p>
          <a:r>
            <a:rPr lang="zh-CN" altLang="en-US"/>
            <a:t>运算符</a:t>
          </a:r>
          <a:r>
            <a:rPr lang="en-US" altLang="zh-CN"/>
            <a:t>::</a:t>
          </a:r>
          <a:endParaRPr lang="zh-CN" altLang="en-US"/>
        </a:p>
      </dgm:t>
    </dgm:pt>
    <dgm:pt modelId="{82BE6DAA-0D4C-485A-B8A9-D6101E83D3B6}" type="parTrans" cxnId="{5153D24D-E3A3-4AAF-9529-B11159B7A0D2}">
      <dgm:prSet/>
      <dgm:spPr/>
      <dgm:t>
        <a:bodyPr/>
        <a:lstStyle/>
        <a:p>
          <a:endParaRPr lang="zh-CN" altLang="en-US"/>
        </a:p>
      </dgm:t>
    </dgm:pt>
    <dgm:pt modelId="{5CD14BB0-B1B8-442C-A0C5-E2FEBB154EE4}" type="sibTrans" cxnId="{5153D24D-E3A3-4AAF-9529-B11159B7A0D2}">
      <dgm:prSet/>
      <dgm:spPr/>
      <dgm:t>
        <a:bodyPr/>
        <a:lstStyle/>
        <a:p>
          <a:endParaRPr lang="zh-CN" altLang="en-US"/>
        </a:p>
      </dgm:t>
    </dgm:pt>
    <dgm:pt modelId="{40D808E0-F96E-47A6-98F5-88DBED422F87}">
      <dgm:prSet phldrT="[文本]"/>
      <dgm:spPr/>
      <dgm:t>
        <a:bodyPr/>
        <a:lstStyle/>
        <a:p>
          <a:r>
            <a:rPr lang="zh-CN" altLang="en-US"/>
            <a:t>访问父类中被覆盖的方法</a:t>
          </a:r>
        </a:p>
      </dgm:t>
    </dgm:pt>
    <dgm:pt modelId="{7CEBD775-EC3C-4BB5-9E76-0AA31E96F630}" type="parTrans" cxnId="{0D3967AA-A34A-451D-AD25-B8612E8B015E}">
      <dgm:prSet/>
      <dgm:spPr/>
      <dgm:t>
        <a:bodyPr/>
        <a:lstStyle/>
        <a:p>
          <a:endParaRPr lang="zh-CN" altLang="en-US"/>
        </a:p>
      </dgm:t>
    </dgm:pt>
    <dgm:pt modelId="{7ACBD575-8081-4385-ABF8-74D53CC24369}" type="sibTrans" cxnId="{0D3967AA-A34A-451D-AD25-B8612E8B015E}">
      <dgm:prSet/>
      <dgm:spPr/>
      <dgm:t>
        <a:bodyPr/>
        <a:lstStyle/>
        <a:p>
          <a:endParaRPr lang="zh-CN" altLang="en-US"/>
        </a:p>
      </dgm:t>
    </dgm:pt>
    <dgm:pt modelId="{0F4D5C8A-BB5B-45FC-95A5-C1A3717E5B83}">
      <dgm:prSet phldrT="[文本]"/>
      <dgm:spPr/>
      <dgm:t>
        <a:bodyPr/>
        <a:lstStyle/>
        <a:p>
          <a:r>
            <a:rPr lang="zh-CN" altLang="en-US">
              <a:solidFill>
                <a:srgbClr val="FF0000"/>
              </a:solidFill>
            </a:rPr>
            <a:t>静态方法中不允许使用</a:t>
          </a:r>
        </a:p>
      </dgm:t>
    </dgm:pt>
    <dgm:pt modelId="{C2662661-1B0D-48DD-895B-1FA98FB18A33}" type="parTrans" cxnId="{67B36D79-8E87-4B90-81BD-3AABAB4C3B71}">
      <dgm:prSet/>
      <dgm:spPr/>
      <dgm:t>
        <a:bodyPr/>
        <a:lstStyle/>
        <a:p>
          <a:endParaRPr lang="zh-CN" altLang="en-US"/>
        </a:p>
      </dgm:t>
    </dgm:pt>
    <dgm:pt modelId="{126D0EB1-A3C9-4B29-9243-371065F25AA6}" type="sibTrans" cxnId="{67B36D79-8E87-4B90-81BD-3AABAB4C3B71}">
      <dgm:prSet/>
      <dgm:spPr/>
      <dgm:t>
        <a:bodyPr/>
        <a:lstStyle/>
        <a:p>
          <a:endParaRPr lang="zh-CN" altLang="en-US"/>
        </a:p>
      </dgm:t>
    </dgm:pt>
    <dgm:pt modelId="{E251B82A-6F03-48F4-9790-97D333735D2E}" type="pres">
      <dgm:prSet presAssocID="{D3E1E3D0-1C23-4090-987C-7F968F703BA3}" presName="diagram" presStyleCnt="0">
        <dgm:presLayoutVars>
          <dgm:dir/>
          <dgm:animLvl val="lvl"/>
          <dgm:resizeHandles val="exact"/>
        </dgm:presLayoutVars>
      </dgm:prSet>
      <dgm:spPr/>
    </dgm:pt>
    <dgm:pt modelId="{AE8C763C-D5A5-4CED-A63E-8FB99FC97B48}" type="pres">
      <dgm:prSet presAssocID="{DBF2D485-6E77-4739-AD52-2622E3A89909}" presName="compNode" presStyleCnt="0"/>
      <dgm:spPr/>
    </dgm:pt>
    <dgm:pt modelId="{E98B6026-1682-43B0-AACD-2F6C8226DF8F}" type="pres">
      <dgm:prSet presAssocID="{DBF2D485-6E77-4739-AD52-2622E3A89909}" presName="childRect" presStyleLbl="bgAcc1" presStyleIdx="0" presStyleCnt="3">
        <dgm:presLayoutVars>
          <dgm:bulletEnabled val="1"/>
        </dgm:presLayoutVars>
      </dgm:prSet>
      <dgm:spPr/>
    </dgm:pt>
    <dgm:pt modelId="{27E85ABF-75B0-4183-AA6C-8E0F38ADA268}" type="pres">
      <dgm:prSet presAssocID="{DBF2D485-6E77-4739-AD52-2622E3A89909}" presName="parentText" presStyleLbl="node1" presStyleIdx="0" presStyleCnt="0">
        <dgm:presLayoutVars>
          <dgm:chMax val="0"/>
          <dgm:bulletEnabled val="1"/>
        </dgm:presLayoutVars>
      </dgm:prSet>
      <dgm:spPr/>
    </dgm:pt>
    <dgm:pt modelId="{F130B496-DEDC-49A2-8847-E9BAD9E1F1F1}" type="pres">
      <dgm:prSet presAssocID="{DBF2D485-6E77-4739-AD52-2622E3A89909}" presName="parentRect" presStyleLbl="alignNode1" presStyleIdx="0" presStyleCnt="3"/>
      <dgm:spPr/>
    </dgm:pt>
    <dgm:pt modelId="{D06C036E-F3CC-48AA-AB1D-AB0E69A4CC76}" type="pres">
      <dgm:prSet presAssocID="{DBF2D485-6E77-4739-AD52-2622E3A89909}" presName="adorn" presStyleLbl="fgAccFollowNode1" presStyleIdx="0" presStyleCnt="3"/>
      <dgm:spPr/>
    </dgm:pt>
    <dgm:pt modelId="{5095F39D-EA3F-4B94-A44B-9ADB3663B916}" type="pres">
      <dgm:prSet presAssocID="{9B66868C-A45F-4572-A453-98E744353FD4}" presName="sibTrans" presStyleLbl="sibTrans2D1" presStyleIdx="0" presStyleCnt="0"/>
      <dgm:spPr/>
    </dgm:pt>
    <dgm:pt modelId="{D7087834-B177-4C09-944F-CA760C9326BE}" type="pres">
      <dgm:prSet presAssocID="{03EBF24D-5EDB-4385-BBE3-221D9B9CDBAF}" presName="compNode" presStyleCnt="0"/>
      <dgm:spPr/>
    </dgm:pt>
    <dgm:pt modelId="{CBC7DEE7-DDFF-47E4-B665-1EC495FD43B5}" type="pres">
      <dgm:prSet presAssocID="{03EBF24D-5EDB-4385-BBE3-221D9B9CDBAF}" presName="childRect" presStyleLbl="bgAcc1" presStyleIdx="1" presStyleCnt="3">
        <dgm:presLayoutVars>
          <dgm:bulletEnabled val="1"/>
        </dgm:presLayoutVars>
      </dgm:prSet>
      <dgm:spPr/>
    </dgm:pt>
    <dgm:pt modelId="{B109FDDC-F3CB-4621-B4BC-23CFE9CCB037}" type="pres">
      <dgm:prSet presAssocID="{03EBF24D-5EDB-4385-BBE3-221D9B9CDBAF}" presName="parentText" presStyleLbl="node1" presStyleIdx="0" presStyleCnt="0">
        <dgm:presLayoutVars>
          <dgm:chMax val="0"/>
          <dgm:bulletEnabled val="1"/>
        </dgm:presLayoutVars>
      </dgm:prSet>
      <dgm:spPr/>
    </dgm:pt>
    <dgm:pt modelId="{BDFDA49F-66BD-4276-A901-AF21A3E88614}" type="pres">
      <dgm:prSet presAssocID="{03EBF24D-5EDB-4385-BBE3-221D9B9CDBAF}" presName="parentRect" presStyleLbl="alignNode1" presStyleIdx="1" presStyleCnt="3"/>
      <dgm:spPr/>
    </dgm:pt>
    <dgm:pt modelId="{DCF577F2-4A57-41DA-9A22-F21F6EBC8A2D}" type="pres">
      <dgm:prSet presAssocID="{03EBF24D-5EDB-4385-BBE3-221D9B9CDBAF}" presName="adorn" presStyleLbl="fgAccFollowNode1" presStyleIdx="1" presStyleCnt="3"/>
      <dgm:spPr/>
    </dgm:pt>
    <dgm:pt modelId="{7692CF55-C239-4799-AF92-6E69AC86FE32}" type="pres">
      <dgm:prSet presAssocID="{823D7A86-96F4-43FB-9149-37F6F8BA9B37}" presName="sibTrans" presStyleLbl="sibTrans2D1" presStyleIdx="0" presStyleCnt="0"/>
      <dgm:spPr/>
    </dgm:pt>
    <dgm:pt modelId="{A45D9DAA-7729-4803-A076-39EBC5A8E31F}" type="pres">
      <dgm:prSet presAssocID="{96DD53D9-4723-466B-8527-B2D540D8BCED}" presName="compNode" presStyleCnt="0"/>
      <dgm:spPr/>
    </dgm:pt>
    <dgm:pt modelId="{793A3431-0493-4489-A9EA-351773778724}" type="pres">
      <dgm:prSet presAssocID="{96DD53D9-4723-466B-8527-B2D540D8BCED}" presName="childRect" presStyleLbl="bgAcc1" presStyleIdx="2" presStyleCnt="3">
        <dgm:presLayoutVars>
          <dgm:bulletEnabled val="1"/>
        </dgm:presLayoutVars>
      </dgm:prSet>
      <dgm:spPr/>
    </dgm:pt>
    <dgm:pt modelId="{589E3D7B-5E02-4E51-95A9-8BF136758591}" type="pres">
      <dgm:prSet presAssocID="{96DD53D9-4723-466B-8527-B2D540D8BCED}" presName="parentText" presStyleLbl="node1" presStyleIdx="0" presStyleCnt="0">
        <dgm:presLayoutVars>
          <dgm:chMax val="0"/>
          <dgm:bulletEnabled val="1"/>
        </dgm:presLayoutVars>
      </dgm:prSet>
      <dgm:spPr/>
    </dgm:pt>
    <dgm:pt modelId="{D9A4C1AE-255C-453A-98F1-0C48C3A7DBF1}" type="pres">
      <dgm:prSet presAssocID="{96DD53D9-4723-466B-8527-B2D540D8BCED}" presName="parentRect" presStyleLbl="alignNode1" presStyleIdx="2" presStyleCnt="3"/>
      <dgm:spPr/>
    </dgm:pt>
    <dgm:pt modelId="{B37B15F6-7EAC-4C08-BBE0-26085D1FCEA6}" type="pres">
      <dgm:prSet presAssocID="{96DD53D9-4723-466B-8527-B2D540D8BCED}" presName="adorn" presStyleLbl="fgAccFollowNode1" presStyleIdx="2" presStyleCnt="3"/>
      <dgm:spPr/>
    </dgm:pt>
  </dgm:ptLst>
  <dgm:cxnLst>
    <dgm:cxn modelId="{3AFCA107-9548-4284-9262-335A5EE6B601}" type="presOf" srcId="{B6E25BAB-9432-4BA3-A04E-0535381611E6}" destId="{CBC7DEE7-DDFF-47E4-B665-1EC495FD43B5}" srcOrd="0" destOrd="2" presId="urn:microsoft.com/office/officeart/2005/8/layout/bList2#1"/>
    <dgm:cxn modelId="{A3E2EB0C-950F-485D-BBE3-5BBC00F12591}" type="presOf" srcId="{823D7A86-96F4-43FB-9149-37F6F8BA9B37}" destId="{7692CF55-C239-4799-AF92-6E69AC86FE32}" srcOrd="0" destOrd="0" presId="urn:microsoft.com/office/officeart/2005/8/layout/bList2#1"/>
    <dgm:cxn modelId="{DEBBF60C-645C-442D-9433-D7289181F0F3}" type="presOf" srcId="{96DD53D9-4723-466B-8527-B2D540D8BCED}" destId="{D9A4C1AE-255C-453A-98F1-0C48C3A7DBF1}" srcOrd="1" destOrd="0" presId="urn:microsoft.com/office/officeart/2005/8/layout/bList2#1"/>
    <dgm:cxn modelId="{527A3B0D-1F62-4B3F-9B90-7D36126BCF23}" type="presOf" srcId="{DBF2D485-6E77-4739-AD52-2622E3A89909}" destId="{F130B496-DEDC-49A2-8847-E9BAD9E1F1F1}" srcOrd="1" destOrd="0" presId="urn:microsoft.com/office/officeart/2005/8/layout/bList2#1"/>
    <dgm:cxn modelId="{0B0F370F-7480-46EF-96D1-E3118E7FEB5E}" type="presOf" srcId="{2B4885A3-4B06-436D-A5DA-6335325FE5ED}" destId="{CBC7DEE7-DDFF-47E4-B665-1EC495FD43B5}" srcOrd="0" destOrd="1" presId="urn:microsoft.com/office/officeart/2005/8/layout/bList2#1"/>
    <dgm:cxn modelId="{BC9CB51F-8891-4DFF-883C-B114A23CC0AA}" type="presOf" srcId="{03EBF24D-5EDB-4385-BBE3-221D9B9CDBAF}" destId="{B109FDDC-F3CB-4621-B4BC-23CFE9CCB037}" srcOrd="0" destOrd="0" presId="urn:microsoft.com/office/officeart/2005/8/layout/bList2#1"/>
    <dgm:cxn modelId="{8A647A23-006E-4C2F-9575-8BAB376C50B9}" type="presOf" srcId="{03EBF24D-5EDB-4385-BBE3-221D9B9CDBAF}" destId="{BDFDA49F-66BD-4276-A901-AF21A3E88614}" srcOrd="1" destOrd="0" presId="urn:microsoft.com/office/officeart/2005/8/layout/bList2#1"/>
    <dgm:cxn modelId="{04085233-9A2D-427D-8B6C-4B118D5E23B5}" type="presOf" srcId="{0F4D5C8A-BB5B-45FC-95A5-C1A3717E5B83}" destId="{E98B6026-1682-43B0-AACD-2F6C8226DF8F}" srcOrd="0" destOrd="3" presId="urn:microsoft.com/office/officeart/2005/8/layout/bList2#1"/>
    <dgm:cxn modelId="{6A12025B-298F-446B-8694-748DB17A06D1}" type="presOf" srcId="{40D808E0-F96E-47A6-98F5-88DBED422F87}" destId="{793A3431-0493-4489-A9EA-351773778724}" srcOrd="0" destOrd="1" presId="urn:microsoft.com/office/officeart/2005/8/layout/bList2#1"/>
    <dgm:cxn modelId="{3103095D-A7E7-460E-BCC0-EF8D90E819EB}" srcId="{03EBF24D-5EDB-4385-BBE3-221D9B9CDBAF}" destId="{B6E25BAB-9432-4BA3-A04E-0535381611E6}" srcOrd="2" destOrd="0" parTransId="{F45E6374-E80D-47D3-A1B2-B8E9D6E7719B}" sibTransId="{561349EC-5318-423C-A277-1AF2CD3845D5}"/>
    <dgm:cxn modelId="{D957425D-42E0-43E2-AFCC-598D6A2BB1CA}" srcId="{96DD53D9-4723-466B-8527-B2D540D8BCED}" destId="{2641F813-0B13-4C4B-B1E7-933C0523071D}" srcOrd="0" destOrd="0" parTransId="{4F89322E-0B8E-4DAF-A775-BE97E32A0EC4}" sibTransId="{97C17125-12C9-48EB-A445-B5F810A095BF}"/>
    <dgm:cxn modelId="{41762247-D8AD-46EF-B383-99F8D3A084A0}" srcId="{03EBF24D-5EDB-4385-BBE3-221D9B9CDBAF}" destId="{2B4885A3-4B06-436D-A5DA-6335325FE5ED}" srcOrd="1" destOrd="0" parTransId="{24F706D3-B01F-4AC2-B765-1CB2993F0773}" sibTransId="{BB6779BD-C44C-49FD-815C-37D3C654584F}"/>
    <dgm:cxn modelId="{C827DD68-A31D-4DFC-9CC8-805DA6A2EC8C}" srcId="{D3E1E3D0-1C23-4090-987C-7F968F703BA3}" destId="{DBF2D485-6E77-4739-AD52-2622E3A89909}" srcOrd="0" destOrd="0" parTransId="{7D6D4260-227F-4528-89B3-C3EFE0E95F36}" sibTransId="{9B66868C-A45F-4572-A453-98E744353FD4}"/>
    <dgm:cxn modelId="{9B6F8C6C-5B0D-4A46-9612-EA360900D471}" srcId="{DBF2D485-6E77-4739-AD52-2622E3A89909}" destId="{D28AD859-6914-40F8-8082-2FAB2612A174}" srcOrd="2" destOrd="0" parTransId="{9A25F298-5560-4A12-BD77-73052E60E122}" sibTransId="{C55400D4-74CF-46DA-B8AA-43061790C04F}"/>
    <dgm:cxn modelId="{5153D24D-E3A3-4AAF-9529-B11159B7A0D2}" srcId="{96DD53D9-4723-466B-8527-B2D540D8BCED}" destId="{DE982B5F-B019-43B5-A130-A29DEAFABBFD}" srcOrd="2" destOrd="0" parTransId="{82BE6DAA-0D4C-485A-B8A9-D6101E83D3B6}" sibTransId="{5CD14BB0-B1B8-442C-A0C5-E2FEBB154EE4}"/>
    <dgm:cxn modelId="{4A6EAD4E-FE02-40E1-8C95-287B379492E7}" srcId="{03EBF24D-5EDB-4385-BBE3-221D9B9CDBAF}" destId="{5A6C4D3E-0494-4330-BB61-B4AEC1C858EE}" srcOrd="0" destOrd="0" parTransId="{0B6A0BFE-5512-4486-BEAB-030D2A5AB6EC}" sibTransId="{9516981A-6931-47BD-8824-C75132F6DE90}"/>
    <dgm:cxn modelId="{8697BC4F-B3AD-48B9-B52C-2151DDC42C39}" srcId="{D3E1E3D0-1C23-4090-987C-7F968F703BA3}" destId="{96DD53D9-4723-466B-8527-B2D540D8BCED}" srcOrd="2" destOrd="0" parTransId="{D3A64282-B708-48F6-89A5-7D25D4F5C132}" sibTransId="{1B775615-934E-47B9-8AAE-5D8CADC4E863}"/>
    <dgm:cxn modelId="{FF569C76-D441-492F-B82F-EC47A3450F7A}" type="presOf" srcId="{141E12B6-6073-428E-8FD3-3D64A98A6928}" destId="{E98B6026-1682-43B0-AACD-2F6C8226DF8F}" srcOrd="0" destOrd="1" presId="urn:microsoft.com/office/officeart/2005/8/layout/bList2#1"/>
    <dgm:cxn modelId="{9378F776-CF3A-45BB-9DF5-BF1EC904B870}" type="presOf" srcId="{DBF2D485-6E77-4739-AD52-2622E3A89909}" destId="{27E85ABF-75B0-4183-AA6C-8E0F38ADA268}" srcOrd="0" destOrd="0" presId="urn:microsoft.com/office/officeart/2005/8/layout/bList2#1"/>
    <dgm:cxn modelId="{67B36D79-8E87-4B90-81BD-3AABAB4C3B71}" srcId="{DBF2D485-6E77-4739-AD52-2622E3A89909}" destId="{0F4D5C8A-BB5B-45FC-95A5-C1A3717E5B83}" srcOrd="3" destOrd="0" parTransId="{C2662661-1B0D-48DD-895B-1FA98FB18A33}" sibTransId="{126D0EB1-A3C9-4B29-9243-371065F25AA6}"/>
    <dgm:cxn modelId="{20F5AF93-3C5C-4F6A-B8ED-234643BC5173}" type="presOf" srcId="{9B66868C-A45F-4572-A453-98E744353FD4}" destId="{5095F39D-EA3F-4B94-A44B-9ADB3663B916}" srcOrd="0" destOrd="0" presId="urn:microsoft.com/office/officeart/2005/8/layout/bList2#1"/>
    <dgm:cxn modelId="{6855A198-78D6-49A6-94B8-C43D8D3F4D7E}" type="presOf" srcId="{D3E1E3D0-1C23-4090-987C-7F968F703BA3}" destId="{E251B82A-6F03-48F4-9790-97D333735D2E}" srcOrd="0" destOrd="0" presId="urn:microsoft.com/office/officeart/2005/8/layout/bList2#1"/>
    <dgm:cxn modelId="{4541D49C-A8B5-48C1-8474-533D1C299FD1}" type="presOf" srcId="{C8832C82-53DB-4357-8861-59B11462C1CE}" destId="{E98B6026-1682-43B0-AACD-2F6C8226DF8F}" srcOrd="0" destOrd="0" presId="urn:microsoft.com/office/officeart/2005/8/layout/bList2#1"/>
    <dgm:cxn modelId="{0D3967AA-A34A-451D-AD25-B8612E8B015E}" srcId="{96DD53D9-4723-466B-8527-B2D540D8BCED}" destId="{40D808E0-F96E-47A6-98F5-88DBED422F87}" srcOrd="1" destOrd="0" parTransId="{7CEBD775-EC3C-4BB5-9E76-0AA31E96F630}" sibTransId="{7ACBD575-8081-4385-ABF8-74D53CC24369}"/>
    <dgm:cxn modelId="{F5D636B1-1D2E-4A69-93A9-89C47F3D8484}" type="presOf" srcId="{5A6C4D3E-0494-4330-BB61-B4AEC1C858EE}" destId="{CBC7DEE7-DDFF-47E4-B665-1EC495FD43B5}" srcOrd="0" destOrd="0" presId="urn:microsoft.com/office/officeart/2005/8/layout/bList2#1"/>
    <dgm:cxn modelId="{CC2555BF-0D0C-4A54-80C6-C8E6E04B45FC}" srcId="{DBF2D485-6E77-4739-AD52-2622E3A89909}" destId="{141E12B6-6073-428E-8FD3-3D64A98A6928}" srcOrd="1" destOrd="0" parTransId="{28240F0C-10B3-402F-AD30-DEDA18866AE5}" sibTransId="{2063673F-D089-4BAC-AD95-63F9F5F75C3A}"/>
    <dgm:cxn modelId="{6823A7D8-9A56-4E78-839D-372DF4BEAB8E}" type="presOf" srcId="{96DD53D9-4723-466B-8527-B2D540D8BCED}" destId="{589E3D7B-5E02-4E51-95A9-8BF136758591}" srcOrd="0" destOrd="0" presId="urn:microsoft.com/office/officeart/2005/8/layout/bList2#1"/>
    <dgm:cxn modelId="{85FBF3F0-C94A-4594-8894-060DEDF796F0}" type="presOf" srcId="{2641F813-0B13-4C4B-B1E7-933C0523071D}" destId="{793A3431-0493-4489-A9EA-351773778724}" srcOrd="0" destOrd="0" presId="urn:microsoft.com/office/officeart/2005/8/layout/bList2#1"/>
    <dgm:cxn modelId="{BDDDA4F2-65C1-49A8-AED4-7FCA17B194C0}" type="presOf" srcId="{DE982B5F-B019-43B5-A130-A29DEAFABBFD}" destId="{793A3431-0493-4489-A9EA-351773778724}" srcOrd="0" destOrd="2" presId="urn:microsoft.com/office/officeart/2005/8/layout/bList2#1"/>
    <dgm:cxn modelId="{542C82F6-0330-4492-A788-1B2B078EC5EF}" type="presOf" srcId="{D28AD859-6914-40F8-8082-2FAB2612A174}" destId="{E98B6026-1682-43B0-AACD-2F6C8226DF8F}" srcOrd="0" destOrd="2" presId="urn:microsoft.com/office/officeart/2005/8/layout/bList2#1"/>
    <dgm:cxn modelId="{718B68FF-1939-4992-A6ED-6D8847B9844E}" srcId="{D3E1E3D0-1C23-4090-987C-7F968F703BA3}" destId="{03EBF24D-5EDB-4385-BBE3-221D9B9CDBAF}" srcOrd="1" destOrd="0" parTransId="{F1880534-7738-403E-92AE-505D48B8E528}" sibTransId="{823D7A86-96F4-43FB-9149-37F6F8BA9B37}"/>
    <dgm:cxn modelId="{F795BDFF-9F3A-46D4-A0DC-55879D80B32F}" srcId="{DBF2D485-6E77-4739-AD52-2622E3A89909}" destId="{C8832C82-53DB-4357-8861-59B11462C1CE}" srcOrd="0" destOrd="0" parTransId="{C4C9F8E9-65E6-4760-AB57-A1278D8A4E0F}" sibTransId="{7A1E112A-A8BC-45BD-B236-F30B1814D9FD}"/>
    <dgm:cxn modelId="{14A0D589-4D25-4060-BCA8-B740CD6BA068}" type="presParOf" srcId="{E251B82A-6F03-48F4-9790-97D333735D2E}" destId="{AE8C763C-D5A5-4CED-A63E-8FB99FC97B48}" srcOrd="0" destOrd="0" presId="urn:microsoft.com/office/officeart/2005/8/layout/bList2#1"/>
    <dgm:cxn modelId="{20F97360-55F5-49EF-8FA6-5196DE9E7F2A}" type="presParOf" srcId="{AE8C763C-D5A5-4CED-A63E-8FB99FC97B48}" destId="{E98B6026-1682-43B0-AACD-2F6C8226DF8F}" srcOrd="0" destOrd="0" presId="urn:microsoft.com/office/officeart/2005/8/layout/bList2#1"/>
    <dgm:cxn modelId="{B32DE665-43CA-4D24-9DE1-AAD3F7EF2C51}" type="presParOf" srcId="{AE8C763C-D5A5-4CED-A63E-8FB99FC97B48}" destId="{27E85ABF-75B0-4183-AA6C-8E0F38ADA268}" srcOrd="1" destOrd="0" presId="urn:microsoft.com/office/officeart/2005/8/layout/bList2#1"/>
    <dgm:cxn modelId="{4B94E3CB-5527-48C4-9ECE-CE8DF49D0E42}" type="presParOf" srcId="{AE8C763C-D5A5-4CED-A63E-8FB99FC97B48}" destId="{F130B496-DEDC-49A2-8847-E9BAD9E1F1F1}" srcOrd="2" destOrd="0" presId="urn:microsoft.com/office/officeart/2005/8/layout/bList2#1"/>
    <dgm:cxn modelId="{0A82745C-C76D-4CBB-AF3E-165F3A0E9427}" type="presParOf" srcId="{AE8C763C-D5A5-4CED-A63E-8FB99FC97B48}" destId="{D06C036E-F3CC-48AA-AB1D-AB0E69A4CC76}" srcOrd="3" destOrd="0" presId="urn:microsoft.com/office/officeart/2005/8/layout/bList2#1"/>
    <dgm:cxn modelId="{3E40D17B-0518-4A7A-AB26-7BE345922BAF}" type="presParOf" srcId="{E251B82A-6F03-48F4-9790-97D333735D2E}" destId="{5095F39D-EA3F-4B94-A44B-9ADB3663B916}" srcOrd="1" destOrd="0" presId="urn:microsoft.com/office/officeart/2005/8/layout/bList2#1"/>
    <dgm:cxn modelId="{47B924EC-BB69-448F-8AF7-E65EAAE26095}" type="presParOf" srcId="{E251B82A-6F03-48F4-9790-97D333735D2E}" destId="{D7087834-B177-4C09-944F-CA760C9326BE}" srcOrd="2" destOrd="0" presId="urn:microsoft.com/office/officeart/2005/8/layout/bList2#1"/>
    <dgm:cxn modelId="{3C177BB6-7C08-4C80-ACDB-5865ABBF9A59}" type="presParOf" srcId="{D7087834-B177-4C09-944F-CA760C9326BE}" destId="{CBC7DEE7-DDFF-47E4-B665-1EC495FD43B5}" srcOrd="0" destOrd="0" presId="urn:microsoft.com/office/officeart/2005/8/layout/bList2#1"/>
    <dgm:cxn modelId="{7C5DB279-4A2A-44CE-AF31-C5BDA5B926C1}" type="presParOf" srcId="{D7087834-B177-4C09-944F-CA760C9326BE}" destId="{B109FDDC-F3CB-4621-B4BC-23CFE9CCB037}" srcOrd="1" destOrd="0" presId="urn:microsoft.com/office/officeart/2005/8/layout/bList2#1"/>
    <dgm:cxn modelId="{23DB73C5-AF9E-45B9-ADDF-9DB3D8A5270F}" type="presParOf" srcId="{D7087834-B177-4C09-944F-CA760C9326BE}" destId="{BDFDA49F-66BD-4276-A901-AF21A3E88614}" srcOrd="2" destOrd="0" presId="urn:microsoft.com/office/officeart/2005/8/layout/bList2#1"/>
    <dgm:cxn modelId="{6D05B5CF-5768-4496-8C83-E90445795D1F}" type="presParOf" srcId="{D7087834-B177-4C09-944F-CA760C9326BE}" destId="{DCF577F2-4A57-41DA-9A22-F21F6EBC8A2D}" srcOrd="3" destOrd="0" presId="urn:microsoft.com/office/officeart/2005/8/layout/bList2#1"/>
    <dgm:cxn modelId="{0F060D61-8393-40B6-AE78-8733C5D09972}" type="presParOf" srcId="{E251B82A-6F03-48F4-9790-97D333735D2E}" destId="{7692CF55-C239-4799-AF92-6E69AC86FE32}" srcOrd="3" destOrd="0" presId="urn:microsoft.com/office/officeart/2005/8/layout/bList2#1"/>
    <dgm:cxn modelId="{CF840170-DE45-42CB-93CE-65D4451C1C18}" type="presParOf" srcId="{E251B82A-6F03-48F4-9790-97D333735D2E}" destId="{A45D9DAA-7729-4803-A076-39EBC5A8E31F}" srcOrd="4" destOrd="0" presId="urn:microsoft.com/office/officeart/2005/8/layout/bList2#1"/>
    <dgm:cxn modelId="{AB73D35A-C498-4C13-B515-02E48AC54BF8}" type="presParOf" srcId="{A45D9DAA-7729-4803-A076-39EBC5A8E31F}" destId="{793A3431-0493-4489-A9EA-351773778724}" srcOrd="0" destOrd="0" presId="urn:microsoft.com/office/officeart/2005/8/layout/bList2#1"/>
    <dgm:cxn modelId="{82788D9C-22D7-4019-916B-27615D495EB7}" type="presParOf" srcId="{A45D9DAA-7729-4803-A076-39EBC5A8E31F}" destId="{589E3D7B-5E02-4E51-95A9-8BF136758591}" srcOrd="1" destOrd="0" presId="urn:microsoft.com/office/officeart/2005/8/layout/bList2#1"/>
    <dgm:cxn modelId="{0399EBA7-C168-4971-9BD7-22C760CC4F05}" type="presParOf" srcId="{A45D9DAA-7729-4803-A076-39EBC5A8E31F}" destId="{D9A4C1AE-255C-453A-98F1-0C48C3A7DBF1}" srcOrd="2" destOrd="0" presId="urn:microsoft.com/office/officeart/2005/8/layout/bList2#1"/>
    <dgm:cxn modelId="{5FF0F3E6-F4CE-4201-9F10-59D8925BE469}" type="presParOf" srcId="{A45D9DAA-7729-4803-A076-39EBC5A8E31F}" destId="{B37B15F6-7EAC-4C08-BBE0-26085D1FCEA6}" srcOrd="3" destOrd="0" presId="urn:microsoft.com/office/officeart/2005/8/layout/b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188CD-7EDC-4F00-8568-340AB63DDCE0}">
      <dsp:nvSpPr>
        <dsp:cNvPr id="0" name=""/>
        <dsp:cNvSpPr/>
      </dsp:nvSpPr>
      <dsp:spPr>
        <a:xfrm>
          <a:off x="0" y="592663"/>
          <a:ext cx="10879980" cy="4662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4407" tIns="770636" rIns="844407" bIns="263144" numCol="1" spcCol="1270" anchor="t" anchorCtr="0">
          <a:noAutofit/>
        </a:bodyPr>
        <a:lstStyle/>
        <a:p>
          <a:pPr marL="285750" lvl="1" indent="-285750" algn="l" defTabSz="1644650">
            <a:lnSpc>
              <a:spcPct val="100000"/>
            </a:lnSpc>
            <a:spcBef>
              <a:spcPct val="0"/>
            </a:spcBef>
            <a:spcAft>
              <a:spcPct val="15000"/>
            </a:spcAft>
            <a:buChar char="•"/>
          </a:pPr>
          <a:r>
            <a:rPr lang="zh-CN" altLang="en-US" sz="3700" b="0" kern="1200">
              <a:latin typeface="+mn-ea"/>
              <a:ea typeface="+mn-ea"/>
            </a:rPr>
            <a:t>类的定义和实例化</a:t>
          </a:r>
        </a:p>
        <a:p>
          <a:pPr marL="285750" lvl="1" indent="-285750" algn="l" defTabSz="1644650">
            <a:lnSpc>
              <a:spcPct val="100000"/>
            </a:lnSpc>
            <a:spcBef>
              <a:spcPct val="0"/>
            </a:spcBef>
            <a:spcAft>
              <a:spcPct val="15000"/>
            </a:spcAft>
            <a:buChar char="•"/>
          </a:pPr>
          <a:r>
            <a:rPr lang="zh-CN" altLang="en-US" sz="3700" b="0" kern="1200">
              <a:latin typeface="+mn-ea"/>
              <a:ea typeface="+mn-ea"/>
            </a:rPr>
            <a:t>访问控制、对象继承</a:t>
          </a:r>
        </a:p>
        <a:p>
          <a:pPr marL="285750" lvl="1" indent="-285750" algn="l" defTabSz="1644650">
            <a:lnSpc>
              <a:spcPct val="100000"/>
            </a:lnSpc>
            <a:spcBef>
              <a:spcPct val="0"/>
            </a:spcBef>
            <a:spcAft>
              <a:spcPct val="15000"/>
            </a:spcAft>
            <a:buChar char="•"/>
          </a:pPr>
          <a:r>
            <a:rPr lang="zh-CN" altLang="en-US" sz="3700" b="0" kern="1200">
              <a:latin typeface="+mn-ea"/>
              <a:ea typeface="+mn-ea"/>
            </a:rPr>
            <a:t>静态资源</a:t>
          </a:r>
        </a:p>
        <a:p>
          <a:pPr marL="285750" lvl="1" indent="-285750" algn="l" defTabSz="1644650">
            <a:lnSpc>
              <a:spcPct val="100000"/>
            </a:lnSpc>
            <a:spcBef>
              <a:spcPct val="0"/>
            </a:spcBef>
            <a:spcAft>
              <a:spcPct val="15000"/>
            </a:spcAft>
            <a:buChar char="•"/>
          </a:pPr>
          <a:r>
            <a:rPr lang="zh-CN" altLang="en-US" sz="3700" b="0" kern="1200">
              <a:latin typeface="+mn-ea"/>
              <a:ea typeface="+mn-ea"/>
            </a:rPr>
            <a:t>作业一、作业二、作业三</a:t>
          </a:r>
        </a:p>
      </dsp:txBody>
      <dsp:txXfrm>
        <a:off x="0" y="592663"/>
        <a:ext cx="10879980" cy="4662000"/>
      </dsp:txXfrm>
    </dsp:sp>
    <dsp:sp modelId="{084B8888-0683-44C7-8CAA-99BDC1841A86}">
      <dsp:nvSpPr>
        <dsp:cNvPr id="0" name=""/>
        <dsp:cNvSpPr/>
      </dsp:nvSpPr>
      <dsp:spPr>
        <a:xfrm>
          <a:off x="543999" y="46543"/>
          <a:ext cx="7615986" cy="1092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866" tIns="0" rIns="287866" bIns="0" numCol="1" spcCol="1270" anchor="ctr" anchorCtr="0">
          <a:noAutofit/>
        </a:bodyPr>
        <a:lstStyle/>
        <a:p>
          <a:pPr marL="0" lvl="0" indent="0" algn="l" defTabSz="1644650">
            <a:lnSpc>
              <a:spcPct val="90000"/>
            </a:lnSpc>
            <a:spcBef>
              <a:spcPct val="0"/>
            </a:spcBef>
            <a:spcAft>
              <a:spcPct val="35000"/>
            </a:spcAft>
            <a:buNone/>
          </a:pPr>
          <a:r>
            <a:rPr lang="zh-CN" altLang="en-US" sz="3700" b="0" kern="1200">
              <a:latin typeface="+mn-ea"/>
              <a:ea typeface="+mn-ea"/>
            </a:rPr>
            <a:t>类的概述</a:t>
          </a:r>
        </a:p>
      </dsp:txBody>
      <dsp:txXfrm>
        <a:off x="597318" y="99862"/>
        <a:ext cx="7509348" cy="9856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3289A6-63A8-4C2C-A3C7-ED8D3B4A493A}">
      <dsp:nvSpPr>
        <dsp:cNvPr id="0" name=""/>
        <dsp:cNvSpPr/>
      </dsp:nvSpPr>
      <dsp:spPr>
        <a:xfrm>
          <a:off x="0" y="282694"/>
          <a:ext cx="9073008" cy="1015875"/>
        </a:xfrm>
        <a:prstGeom prst="rect">
          <a:avLst/>
        </a:prstGeom>
        <a:solidFill>
          <a:schemeClr val="lt1">
            <a:alpha val="90000"/>
            <a:hueOff val="0"/>
            <a:satOff val="0"/>
            <a:lumOff val="0"/>
            <a:alphaOff val="0"/>
          </a:schemeClr>
        </a:solidFill>
        <a:ln w="12700" cap="flat" cmpd="sng" algn="ctr">
          <a:solidFill>
            <a:schemeClr val="accent5">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04166" tIns="312420" rIns="704166" bIns="106680" numCol="1" spcCol="1270" anchor="t" anchorCtr="0">
          <a:noAutofit/>
        </a:bodyPr>
        <a:lstStyle/>
        <a:p>
          <a:pPr marL="114300" lvl="1" indent="-114300" algn="l" defTabSz="666750">
            <a:lnSpc>
              <a:spcPct val="90000"/>
            </a:lnSpc>
            <a:spcBef>
              <a:spcPct val="0"/>
            </a:spcBef>
            <a:spcAft>
              <a:spcPct val="15000"/>
            </a:spcAft>
            <a:buFont typeface="+mj-lt"/>
            <a:buAutoNum type="arabicParenR"/>
          </a:pPr>
          <a:r>
            <a:rPr lang="zh-CN" sz="1500" kern="1200"/>
            <a:t>通过</a:t>
          </a:r>
          <a:r>
            <a:rPr lang="en-US" sz="1500" kern="1200"/>
            <a:t>Getter</a:t>
          </a:r>
          <a:r>
            <a:rPr lang="zh-CN" sz="1500" kern="1200"/>
            <a:t>方法获取属性的值，通过</a:t>
          </a:r>
          <a:r>
            <a:rPr lang="en-US" sz="1500" kern="1200"/>
            <a:t>Setter</a:t>
          </a:r>
          <a:r>
            <a:rPr lang="zh-CN" sz="1500" kern="1200"/>
            <a:t>方法设置属性的值，外部需要通过方法</a:t>
          </a:r>
          <a:r>
            <a:rPr lang="en-US" sz="1500" kern="1200"/>
            <a:t>Getter</a:t>
          </a:r>
          <a:r>
            <a:rPr lang="zh-CN" sz="1500" kern="1200"/>
            <a:t>和</a:t>
          </a:r>
          <a:r>
            <a:rPr lang="en-US" sz="1500" kern="1200"/>
            <a:t>Setter</a:t>
          </a:r>
          <a:r>
            <a:rPr lang="zh-CN" sz="1500" kern="1200"/>
            <a:t>来间接访问属性；</a:t>
          </a:r>
          <a:endParaRPr lang="zh-CN" altLang="en-US" sz="1500" kern="1200"/>
        </a:p>
      </dsp:txBody>
      <dsp:txXfrm>
        <a:off x="0" y="282694"/>
        <a:ext cx="9073008" cy="1015875"/>
      </dsp:txXfrm>
    </dsp:sp>
    <dsp:sp modelId="{AF13AC85-751C-472A-819E-ECFDEE187470}">
      <dsp:nvSpPr>
        <dsp:cNvPr id="0" name=""/>
        <dsp:cNvSpPr/>
      </dsp:nvSpPr>
      <dsp:spPr>
        <a:xfrm>
          <a:off x="453650" y="61293"/>
          <a:ext cx="6351105" cy="442800"/>
        </a:xfrm>
        <a:prstGeom prst="roundRect">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0057" tIns="0" rIns="240057" bIns="0" numCol="1" spcCol="1270" anchor="ctr" anchorCtr="0">
          <a:noAutofit/>
        </a:bodyPr>
        <a:lstStyle/>
        <a:p>
          <a:pPr marL="0" lvl="0" indent="0" algn="l" defTabSz="666750">
            <a:lnSpc>
              <a:spcPct val="90000"/>
            </a:lnSpc>
            <a:spcBef>
              <a:spcPct val="0"/>
            </a:spcBef>
            <a:spcAft>
              <a:spcPct val="35000"/>
            </a:spcAft>
            <a:buFont typeface="+mj-lt"/>
            <a:buNone/>
          </a:pPr>
          <a:r>
            <a:rPr lang="en-US" sz="1500" kern="1200"/>
            <a:t>Getter/Setter</a:t>
          </a:r>
          <a:r>
            <a:rPr lang="zh-CN" sz="1500" kern="1200"/>
            <a:t>模式</a:t>
          </a:r>
          <a:endParaRPr lang="zh-CN" altLang="en-US" sz="1500" kern="1200"/>
        </a:p>
      </dsp:txBody>
      <dsp:txXfrm>
        <a:off x="475266" y="82909"/>
        <a:ext cx="6307873" cy="399568"/>
      </dsp:txXfrm>
    </dsp:sp>
    <dsp:sp modelId="{92A703C6-B3DB-48BE-8FE4-E7989A29A618}">
      <dsp:nvSpPr>
        <dsp:cNvPr id="0" name=""/>
        <dsp:cNvSpPr/>
      </dsp:nvSpPr>
      <dsp:spPr>
        <a:xfrm>
          <a:off x="0" y="1600969"/>
          <a:ext cx="9073008" cy="732375"/>
        </a:xfrm>
        <a:prstGeom prst="rect">
          <a:avLst/>
        </a:prstGeom>
        <a:solidFill>
          <a:schemeClr val="lt1">
            <a:alpha val="90000"/>
            <a:hueOff val="0"/>
            <a:satOff val="0"/>
            <a:lumOff val="0"/>
            <a:alphaOff val="0"/>
          </a:schemeClr>
        </a:solidFill>
        <a:ln w="12700" cap="flat" cmpd="sng" algn="ctr">
          <a:solidFill>
            <a:schemeClr val="accent5">
              <a:shade val="50000"/>
              <a:hueOff val="-313589"/>
              <a:satOff val="-2817"/>
              <a:lumOff val="322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04166" tIns="312420" rIns="704166" bIns="106680" numCol="1" spcCol="1270" anchor="t" anchorCtr="0">
          <a:noAutofit/>
        </a:bodyPr>
        <a:lstStyle/>
        <a:p>
          <a:pPr marL="114300" lvl="1" indent="-114300" algn="l" defTabSz="666750">
            <a:lnSpc>
              <a:spcPct val="90000"/>
            </a:lnSpc>
            <a:spcBef>
              <a:spcPct val="0"/>
            </a:spcBef>
            <a:spcAft>
              <a:spcPct val="15000"/>
            </a:spcAft>
            <a:buFont typeface="+mj-lt"/>
            <a:buAutoNum type="arabicParenR"/>
          </a:pPr>
          <a:r>
            <a:rPr lang="zh-CN" sz="1500" kern="1200"/>
            <a:t>属性只能访问，不能修改；</a:t>
          </a:r>
        </a:p>
      </dsp:txBody>
      <dsp:txXfrm>
        <a:off x="0" y="1600969"/>
        <a:ext cx="9073008" cy="732375"/>
      </dsp:txXfrm>
    </dsp:sp>
    <dsp:sp modelId="{F1A3AB55-6C0B-4210-A730-E5B738B1D21B}">
      <dsp:nvSpPr>
        <dsp:cNvPr id="0" name=""/>
        <dsp:cNvSpPr/>
      </dsp:nvSpPr>
      <dsp:spPr>
        <a:xfrm>
          <a:off x="453650" y="1379569"/>
          <a:ext cx="6351105" cy="442800"/>
        </a:xfrm>
        <a:prstGeom prst="roundRect">
          <a:avLst/>
        </a:prstGeom>
        <a:solidFill>
          <a:schemeClr val="accent5">
            <a:shade val="50000"/>
            <a:hueOff val="-313589"/>
            <a:satOff val="-2817"/>
            <a:lumOff val="322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0057" tIns="0" rIns="240057" bIns="0" numCol="1" spcCol="1270" anchor="ctr" anchorCtr="0">
          <a:noAutofit/>
        </a:bodyPr>
        <a:lstStyle/>
        <a:p>
          <a:pPr marL="0" lvl="0" indent="0" algn="l" defTabSz="666750">
            <a:lnSpc>
              <a:spcPct val="90000"/>
            </a:lnSpc>
            <a:spcBef>
              <a:spcPct val="0"/>
            </a:spcBef>
            <a:spcAft>
              <a:spcPct val="35000"/>
            </a:spcAft>
            <a:buFont typeface="+mj-lt"/>
            <a:buNone/>
          </a:pPr>
          <a:r>
            <a:rPr lang="zh-CN" sz="1500" kern="1200"/>
            <a:t>只读属性</a:t>
          </a:r>
        </a:p>
      </dsp:txBody>
      <dsp:txXfrm>
        <a:off x="475266" y="1401185"/>
        <a:ext cx="6307873" cy="399568"/>
      </dsp:txXfrm>
    </dsp:sp>
    <dsp:sp modelId="{47F87A6D-39E6-4D13-95B7-D74D70FAA122}">
      <dsp:nvSpPr>
        <dsp:cNvPr id="0" name=""/>
        <dsp:cNvSpPr/>
      </dsp:nvSpPr>
      <dsp:spPr>
        <a:xfrm>
          <a:off x="0" y="2635744"/>
          <a:ext cx="9073008" cy="732375"/>
        </a:xfrm>
        <a:prstGeom prst="rect">
          <a:avLst/>
        </a:prstGeom>
        <a:solidFill>
          <a:schemeClr val="lt1">
            <a:alpha val="90000"/>
            <a:hueOff val="0"/>
            <a:satOff val="0"/>
            <a:lumOff val="0"/>
            <a:alphaOff val="0"/>
          </a:schemeClr>
        </a:solidFill>
        <a:ln w="12700" cap="flat" cmpd="sng" algn="ctr">
          <a:solidFill>
            <a:schemeClr val="accent5">
              <a:shade val="50000"/>
              <a:hueOff val="-313589"/>
              <a:satOff val="-2817"/>
              <a:lumOff val="322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04166" tIns="312420" rIns="704166" bIns="106680" numCol="1" spcCol="1270" anchor="t" anchorCtr="0">
          <a:noAutofit/>
        </a:bodyPr>
        <a:lstStyle/>
        <a:p>
          <a:pPr marL="114300" lvl="1" indent="-114300" algn="l" defTabSz="666750">
            <a:lnSpc>
              <a:spcPct val="90000"/>
            </a:lnSpc>
            <a:spcBef>
              <a:spcPct val="0"/>
            </a:spcBef>
            <a:spcAft>
              <a:spcPct val="15000"/>
            </a:spcAft>
            <a:buFont typeface="+mj-lt"/>
            <a:buAutoNum type="arabicParenR"/>
          </a:pPr>
          <a:r>
            <a:rPr lang="zh-CN" sz="1500" kern="1200"/>
            <a:t>基于其他数据完成计算。</a:t>
          </a:r>
        </a:p>
      </dsp:txBody>
      <dsp:txXfrm>
        <a:off x="0" y="2635744"/>
        <a:ext cx="9073008" cy="732375"/>
      </dsp:txXfrm>
    </dsp:sp>
    <dsp:sp modelId="{4F2F49C6-5489-48E7-80EC-EDA577A1E96C}">
      <dsp:nvSpPr>
        <dsp:cNvPr id="0" name=""/>
        <dsp:cNvSpPr/>
      </dsp:nvSpPr>
      <dsp:spPr>
        <a:xfrm>
          <a:off x="453650" y="2414344"/>
          <a:ext cx="6351105" cy="442800"/>
        </a:xfrm>
        <a:prstGeom prst="roundRect">
          <a:avLst/>
        </a:prstGeom>
        <a:solidFill>
          <a:schemeClr val="accent5">
            <a:shade val="50000"/>
            <a:hueOff val="-313589"/>
            <a:satOff val="-2817"/>
            <a:lumOff val="322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0057" tIns="0" rIns="240057" bIns="0" numCol="1" spcCol="1270" anchor="ctr" anchorCtr="0">
          <a:noAutofit/>
        </a:bodyPr>
        <a:lstStyle/>
        <a:p>
          <a:pPr marL="0" lvl="0" indent="0" algn="l" defTabSz="666750">
            <a:lnSpc>
              <a:spcPct val="90000"/>
            </a:lnSpc>
            <a:spcBef>
              <a:spcPct val="0"/>
            </a:spcBef>
            <a:spcAft>
              <a:spcPct val="35000"/>
            </a:spcAft>
            <a:buFont typeface="+mj-lt"/>
            <a:buNone/>
          </a:pPr>
          <a:r>
            <a:rPr lang="zh-CN" sz="1500" kern="1200"/>
            <a:t>计算属性</a:t>
          </a:r>
        </a:p>
      </dsp:txBody>
      <dsp:txXfrm>
        <a:off x="475266" y="2435960"/>
        <a:ext cx="6307873"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EF1F6-768E-4615-AB5F-D3269DDC9DD1}">
      <dsp:nvSpPr>
        <dsp:cNvPr id="0" name=""/>
        <dsp:cNvSpPr/>
      </dsp:nvSpPr>
      <dsp:spPr>
        <a:xfrm>
          <a:off x="208" y="1170880"/>
          <a:ext cx="1364304" cy="68215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t>login</a:t>
          </a:r>
          <a:r>
            <a:rPr lang="zh-CN" altLang="en-US" sz="1500" kern="1200"/>
            <a:t>方法</a:t>
          </a:r>
        </a:p>
      </dsp:txBody>
      <dsp:txXfrm>
        <a:off x="20188" y="1190860"/>
        <a:ext cx="1324344" cy="642192"/>
      </dsp:txXfrm>
    </dsp:sp>
    <dsp:sp modelId="{4F80F661-6857-462A-B29A-8E78933A02B6}">
      <dsp:nvSpPr>
        <dsp:cNvPr id="0" name=""/>
        <dsp:cNvSpPr/>
      </dsp:nvSpPr>
      <dsp:spPr>
        <a:xfrm>
          <a:off x="1364513" y="1491654"/>
          <a:ext cx="545721" cy="40605"/>
        </a:xfrm>
        <a:custGeom>
          <a:avLst/>
          <a:gdLst/>
          <a:ahLst/>
          <a:cxnLst/>
          <a:rect l="0" t="0" r="0" b="0"/>
          <a:pathLst>
            <a:path>
              <a:moveTo>
                <a:pt x="0" y="20302"/>
              </a:moveTo>
              <a:lnTo>
                <a:pt x="545721" y="2030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623730" y="1498313"/>
        <a:ext cx="27286" cy="27286"/>
      </dsp:txXfrm>
    </dsp:sp>
    <dsp:sp modelId="{EE313CDB-18A7-45EE-9D63-5ECFFF04A0F0}">
      <dsp:nvSpPr>
        <dsp:cNvPr id="0" name=""/>
        <dsp:cNvSpPr/>
      </dsp:nvSpPr>
      <dsp:spPr>
        <a:xfrm>
          <a:off x="1910235" y="1170880"/>
          <a:ext cx="1364304" cy="682152"/>
        </a:xfrm>
        <a:prstGeom prst="roundRect">
          <a:avLst>
            <a:gd name="adj" fmla="val 10000"/>
          </a:avLst>
        </a:prstGeom>
        <a:noFill/>
        <a:ln w="9525" cap="flat" cmpd="sng" algn="ctr">
          <a:solidFill>
            <a:schemeClr val="accent6"/>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6"/>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t>userSql</a:t>
          </a:r>
          <a:r>
            <a:rPr lang="zh-CN" altLang="en-US" sz="1500" kern="1200"/>
            <a:t>方法</a:t>
          </a:r>
        </a:p>
      </dsp:txBody>
      <dsp:txXfrm>
        <a:off x="1930215" y="1190860"/>
        <a:ext cx="1324344" cy="642192"/>
      </dsp:txXfrm>
    </dsp:sp>
    <dsp:sp modelId="{B1B9140F-4FA9-43C3-86A8-BDFA1BAE373C}">
      <dsp:nvSpPr>
        <dsp:cNvPr id="0" name=""/>
        <dsp:cNvSpPr/>
      </dsp:nvSpPr>
      <dsp:spPr>
        <a:xfrm rot="19457599">
          <a:off x="3211371" y="1295535"/>
          <a:ext cx="672058" cy="40605"/>
        </a:xfrm>
        <a:custGeom>
          <a:avLst/>
          <a:gdLst/>
          <a:ahLst/>
          <a:cxnLst/>
          <a:rect l="0" t="0" r="0" b="0"/>
          <a:pathLst>
            <a:path>
              <a:moveTo>
                <a:pt x="0" y="20302"/>
              </a:moveTo>
              <a:lnTo>
                <a:pt x="672058" y="2030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530599" y="1299036"/>
        <a:ext cx="33602" cy="33602"/>
      </dsp:txXfrm>
    </dsp:sp>
    <dsp:sp modelId="{BFA2E8D3-7F37-4A2B-9C4A-88FF3A4E678B}">
      <dsp:nvSpPr>
        <dsp:cNvPr id="0" name=""/>
        <dsp:cNvSpPr/>
      </dsp:nvSpPr>
      <dsp:spPr>
        <a:xfrm>
          <a:off x="3820261" y="778643"/>
          <a:ext cx="1364304" cy="68215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t>Stu</a:t>
          </a:r>
          <a:r>
            <a:rPr lang="zh-CN" altLang="en-US" sz="1500" kern="1200"/>
            <a:t>类重写</a:t>
          </a:r>
          <a:r>
            <a:rPr lang="en-US" altLang="zh-CN" sz="1500" kern="1200"/>
            <a:t>userSql</a:t>
          </a:r>
          <a:r>
            <a:rPr lang="zh-CN" altLang="en-US" sz="1500" kern="1200"/>
            <a:t>方法</a:t>
          </a:r>
        </a:p>
      </dsp:txBody>
      <dsp:txXfrm>
        <a:off x="3840241" y="798623"/>
        <a:ext cx="1324344" cy="642192"/>
      </dsp:txXfrm>
    </dsp:sp>
    <dsp:sp modelId="{C08A1759-C0BA-4B68-8314-AA8049FAEAA0}">
      <dsp:nvSpPr>
        <dsp:cNvPr id="0" name=""/>
        <dsp:cNvSpPr/>
      </dsp:nvSpPr>
      <dsp:spPr>
        <a:xfrm rot="2142401">
          <a:off x="3211371" y="1687773"/>
          <a:ext cx="672058" cy="40605"/>
        </a:xfrm>
        <a:custGeom>
          <a:avLst/>
          <a:gdLst/>
          <a:ahLst/>
          <a:cxnLst/>
          <a:rect l="0" t="0" r="0" b="0"/>
          <a:pathLst>
            <a:path>
              <a:moveTo>
                <a:pt x="0" y="20302"/>
              </a:moveTo>
              <a:lnTo>
                <a:pt x="672058" y="2030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530599" y="1691274"/>
        <a:ext cx="33602" cy="33602"/>
      </dsp:txXfrm>
    </dsp:sp>
    <dsp:sp modelId="{B9584D42-9542-420F-80EA-FD09855F67AB}">
      <dsp:nvSpPr>
        <dsp:cNvPr id="0" name=""/>
        <dsp:cNvSpPr/>
      </dsp:nvSpPr>
      <dsp:spPr>
        <a:xfrm>
          <a:off x="3820261" y="1563118"/>
          <a:ext cx="1364304" cy="682152"/>
        </a:xfrm>
        <a:prstGeom prst="roundRect">
          <a:avLst>
            <a:gd name="adj" fmla="val 10000"/>
          </a:avLst>
        </a:prstGeom>
        <a:solidFill>
          <a:schemeClr val="accent3">
            <a:lumMod val="5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altLang="zh-CN" sz="1500" kern="1200"/>
            <a:t>Te</a:t>
          </a:r>
          <a:r>
            <a:rPr lang="zh-CN" altLang="en-US" sz="1500" kern="1200"/>
            <a:t>类重写</a:t>
          </a:r>
          <a:r>
            <a:rPr lang="en-US" altLang="zh-CN" sz="1500" kern="1200"/>
            <a:t>userSql</a:t>
          </a:r>
          <a:r>
            <a:rPr lang="zh-CN" altLang="en-US" sz="1500" kern="1200"/>
            <a:t>方法</a:t>
          </a:r>
        </a:p>
      </dsp:txBody>
      <dsp:txXfrm>
        <a:off x="3840241" y="1583098"/>
        <a:ext cx="1324344" cy="6421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F3E4A-9B0F-470D-A069-B14F05957252}">
      <dsp:nvSpPr>
        <dsp:cNvPr id="0" name=""/>
        <dsp:cNvSpPr/>
      </dsp:nvSpPr>
      <dsp:spPr>
        <a:xfrm>
          <a:off x="0" y="366390"/>
          <a:ext cx="11176000" cy="927675"/>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None/>
          </a:pPr>
          <a:r>
            <a:rPr lang="zh-CN" sz="1900" kern="1200"/>
            <a:t>面向对象编程的三大特性之一，意为</a:t>
          </a:r>
          <a:r>
            <a:rPr lang="en-US" sz="1900" kern="1200"/>
            <a:t>"</a:t>
          </a:r>
          <a:r>
            <a:rPr lang="zh-CN" sz="1900" kern="1200"/>
            <a:t>多种形态</a:t>
          </a:r>
          <a:r>
            <a:rPr lang="en-US" sz="1900" kern="1200"/>
            <a:t>"</a:t>
          </a:r>
          <a:r>
            <a:rPr lang="zh-CN" sz="1900" kern="1200"/>
            <a:t>。</a:t>
          </a:r>
          <a:endParaRPr lang="zh-CN" altLang="en-US" sz="1900" kern="1200"/>
        </a:p>
      </dsp:txBody>
      <dsp:txXfrm>
        <a:off x="0" y="366390"/>
        <a:ext cx="11176000" cy="927675"/>
      </dsp:txXfrm>
    </dsp:sp>
    <dsp:sp modelId="{66CABEC9-79BA-43B5-A99B-944F597E3F2D}">
      <dsp:nvSpPr>
        <dsp:cNvPr id="0" name=""/>
        <dsp:cNvSpPr/>
      </dsp:nvSpPr>
      <dsp:spPr>
        <a:xfrm>
          <a:off x="558800" y="85950"/>
          <a:ext cx="7823200" cy="56088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sz="1900" kern="1200"/>
            <a:t>多态</a:t>
          </a:r>
          <a:endParaRPr lang="zh-CN" altLang="en-US" sz="1900" kern="1200"/>
        </a:p>
      </dsp:txBody>
      <dsp:txXfrm>
        <a:off x="586180" y="113330"/>
        <a:ext cx="7768440" cy="506120"/>
      </dsp:txXfrm>
    </dsp:sp>
    <dsp:sp modelId="{6F878884-AE37-4B8A-90B5-5D57646975EB}">
      <dsp:nvSpPr>
        <dsp:cNvPr id="0" name=""/>
        <dsp:cNvSpPr/>
      </dsp:nvSpPr>
      <dsp:spPr>
        <a:xfrm>
          <a:off x="0" y="1677105"/>
          <a:ext cx="11176000" cy="1376550"/>
        </a:xfrm>
        <a:prstGeom prst="rect">
          <a:avLst/>
        </a:prstGeom>
        <a:solidFill>
          <a:schemeClr val="lt1">
            <a:alpha val="90000"/>
            <a:hueOff val="0"/>
            <a:satOff val="0"/>
            <a:lumOff val="0"/>
            <a:alphaOff val="0"/>
          </a:schemeClr>
        </a:solidFill>
        <a:ln w="6350" cap="flat" cmpd="sng" algn="ctr">
          <a:solidFill>
            <a:schemeClr val="accent4">
              <a:hueOff val="-2096192"/>
              <a:satOff val="12865"/>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None/>
          </a:pPr>
          <a:r>
            <a:rPr lang="zh-CN" sz="1900" kern="1200"/>
            <a:t>它允许同一个接口表现出不同的行为。</a:t>
          </a:r>
          <a:endParaRPr lang="zh-CN" altLang="en-US" sz="1900" kern="1200"/>
        </a:p>
        <a:p>
          <a:pPr marL="171450" lvl="1" indent="-171450" algn="l" defTabSz="844550">
            <a:lnSpc>
              <a:spcPct val="90000"/>
            </a:lnSpc>
            <a:spcBef>
              <a:spcPct val="0"/>
            </a:spcBef>
            <a:spcAft>
              <a:spcPct val="15000"/>
            </a:spcAft>
            <a:buNone/>
          </a:pPr>
          <a:r>
            <a:rPr lang="zh-CN" sz="1900" kern="1200"/>
            <a:t>简单来说就是同一个方法名，不同的对象表现出不同的行为。</a:t>
          </a:r>
          <a:endParaRPr lang="zh-CN" altLang="en-US" sz="1900" kern="1200"/>
        </a:p>
      </dsp:txBody>
      <dsp:txXfrm>
        <a:off x="0" y="1677105"/>
        <a:ext cx="11176000" cy="1376550"/>
      </dsp:txXfrm>
    </dsp:sp>
    <dsp:sp modelId="{AE1F26CE-7939-4766-B543-04368C1EFA4A}">
      <dsp:nvSpPr>
        <dsp:cNvPr id="0" name=""/>
        <dsp:cNvSpPr/>
      </dsp:nvSpPr>
      <dsp:spPr>
        <a:xfrm>
          <a:off x="558800" y="1396665"/>
          <a:ext cx="7823200" cy="560880"/>
        </a:xfrm>
        <a:prstGeom prst="roundRect">
          <a:avLst/>
        </a:prstGeom>
        <a:gradFill rotWithShape="0">
          <a:gsLst>
            <a:gs pos="0">
              <a:schemeClr val="accent4">
                <a:hueOff val="-2096192"/>
                <a:satOff val="12865"/>
                <a:lumOff val="-1961"/>
                <a:alphaOff val="0"/>
                <a:lumMod val="110000"/>
                <a:satMod val="105000"/>
                <a:tint val="67000"/>
              </a:schemeClr>
            </a:gs>
            <a:gs pos="50000">
              <a:schemeClr val="accent4">
                <a:hueOff val="-2096192"/>
                <a:satOff val="12865"/>
                <a:lumOff val="-1961"/>
                <a:alphaOff val="0"/>
                <a:lumMod val="105000"/>
                <a:satMod val="103000"/>
                <a:tint val="73000"/>
              </a:schemeClr>
            </a:gs>
            <a:gs pos="100000">
              <a:schemeClr val="accent4">
                <a:hueOff val="-2096192"/>
                <a:satOff val="12865"/>
                <a:lumOff val="-196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本质</a:t>
          </a:r>
        </a:p>
      </dsp:txBody>
      <dsp:txXfrm>
        <a:off x="586180" y="1424045"/>
        <a:ext cx="7768440" cy="506120"/>
      </dsp:txXfrm>
    </dsp:sp>
    <dsp:sp modelId="{F06083D6-8E80-41A1-B484-628A0E45FA50}">
      <dsp:nvSpPr>
        <dsp:cNvPr id="0" name=""/>
        <dsp:cNvSpPr/>
      </dsp:nvSpPr>
      <dsp:spPr>
        <a:xfrm>
          <a:off x="0" y="3436695"/>
          <a:ext cx="11176000" cy="927675"/>
        </a:xfrm>
        <a:prstGeom prst="rect">
          <a:avLst/>
        </a:prstGeom>
        <a:solidFill>
          <a:schemeClr val="lt1">
            <a:alpha val="90000"/>
            <a:hueOff val="0"/>
            <a:satOff val="0"/>
            <a:lumOff val="0"/>
            <a:alphaOff val="0"/>
          </a:schemeClr>
        </a:solidFill>
        <a:ln w="6350" cap="flat" cmpd="sng" algn="ctr">
          <a:solidFill>
            <a:schemeClr val="accent4">
              <a:hueOff val="-4192384"/>
              <a:satOff val="25731"/>
              <a:lumOff val="-392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None/>
          </a:pPr>
          <a:r>
            <a:rPr lang="zh-CN" altLang="en-US" sz="1900" kern="1200"/>
            <a:t>如果</a:t>
          </a:r>
          <a:r>
            <a:rPr lang="zh-CN" sz="1900" kern="1200"/>
            <a:t>不需要多态，继承将毫无意义，因为多态赋予继承真正的价值</a:t>
          </a:r>
          <a:endParaRPr lang="zh-CN" altLang="en-US" sz="1900" kern="1200"/>
        </a:p>
      </dsp:txBody>
      <dsp:txXfrm>
        <a:off x="0" y="3436695"/>
        <a:ext cx="11176000" cy="927675"/>
      </dsp:txXfrm>
    </dsp:sp>
    <dsp:sp modelId="{35E05F91-144D-49D1-B41E-4B8FA1D16176}">
      <dsp:nvSpPr>
        <dsp:cNvPr id="0" name=""/>
        <dsp:cNvSpPr/>
      </dsp:nvSpPr>
      <dsp:spPr>
        <a:xfrm>
          <a:off x="558800" y="3156255"/>
          <a:ext cx="7823200" cy="560880"/>
        </a:xfrm>
        <a:prstGeom prst="roundRect">
          <a:avLst/>
        </a:prstGeom>
        <a:gradFill rotWithShape="0">
          <a:gsLst>
            <a:gs pos="0">
              <a:schemeClr val="accent4">
                <a:hueOff val="-4192384"/>
                <a:satOff val="25731"/>
                <a:lumOff val="-3921"/>
                <a:alphaOff val="0"/>
                <a:lumMod val="110000"/>
                <a:satMod val="105000"/>
                <a:tint val="67000"/>
              </a:schemeClr>
            </a:gs>
            <a:gs pos="50000">
              <a:schemeClr val="accent4">
                <a:hueOff val="-4192384"/>
                <a:satOff val="25731"/>
                <a:lumOff val="-3921"/>
                <a:alphaOff val="0"/>
                <a:lumMod val="105000"/>
                <a:satMod val="103000"/>
                <a:tint val="73000"/>
              </a:schemeClr>
            </a:gs>
            <a:gs pos="100000">
              <a:schemeClr val="accent4">
                <a:hueOff val="-4192384"/>
                <a:satOff val="25731"/>
                <a:lumOff val="-392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多态与继承的关系</a:t>
          </a:r>
        </a:p>
      </dsp:txBody>
      <dsp:txXfrm>
        <a:off x="586180" y="3183635"/>
        <a:ext cx="7768440" cy="506120"/>
      </dsp:txXfrm>
    </dsp:sp>
    <dsp:sp modelId="{A3F9668C-D2CC-45BA-80F3-8EA9B5DFB4C7}">
      <dsp:nvSpPr>
        <dsp:cNvPr id="0" name=""/>
        <dsp:cNvSpPr/>
      </dsp:nvSpPr>
      <dsp:spPr>
        <a:xfrm>
          <a:off x="0" y="4747411"/>
          <a:ext cx="11176000" cy="927675"/>
        </a:xfrm>
        <a:prstGeom prst="rect">
          <a:avLst/>
        </a:prstGeom>
        <a:solidFill>
          <a:schemeClr val="lt1">
            <a:alpha val="90000"/>
            <a:hueOff val="0"/>
            <a:satOff val="0"/>
            <a:lumOff val="0"/>
            <a:alphaOff val="0"/>
          </a:schemeClr>
        </a:solidFill>
        <a:ln w="6350" cap="flat" cmpd="sng" algn="ctr">
          <a:solidFill>
            <a:schemeClr val="accent4">
              <a:hueOff val="-6288576"/>
              <a:satOff val="38596"/>
              <a:lumOff val="-588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None/>
          </a:pPr>
          <a:r>
            <a:rPr lang="zh-CN" sz="1900" kern="1200"/>
            <a:t>首选就是实现多态，其次才是代码复用</a:t>
          </a:r>
          <a:endParaRPr lang="zh-CN" altLang="en-US" sz="1900" kern="1200"/>
        </a:p>
      </dsp:txBody>
      <dsp:txXfrm>
        <a:off x="0" y="4747411"/>
        <a:ext cx="11176000" cy="927675"/>
      </dsp:txXfrm>
    </dsp:sp>
    <dsp:sp modelId="{D3E0EE31-B80A-42FE-825B-ABC763626866}">
      <dsp:nvSpPr>
        <dsp:cNvPr id="0" name=""/>
        <dsp:cNvSpPr/>
      </dsp:nvSpPr>
      <dsp:spPr>
        <a:xfrm>
          <a:off x="558800" y="4466971"/>
          <a:ext cx="7823200" cy="560880"/>
        </a:xfrm>
        <a:prstGeom prst="roundRect">
          <a:avLst/>
        </a:prstGeom>
        <a:gradFill rotWithShape="0">
          <a:gsLst>
            <a:gs pos="0">
              <a:schemeClr val="accent4">
                <a:hueOff val="-6288576"/>
                <a:satOff val="38596"/>
                <a:lumOff val="-5882"/>
                <a:alphaOff val="0"/>
                <a:lumMod val="110000"/>
                <a:satMod val="105000"/>
                <a:tint val="67000"/>
              </a:schemeClr>
            </a:gs>
            <a:gs pos="50000">
              <a:schemeClr val="accent4">
                <a:hueOff val="-6288576"/>
                <a:satOff val="38596"/>
                <a:lumOff val="-5882"/>
                <a:alphaOff val="0"/>
                <a:lumMod val="105000"/>
                <a:satMod val="103000"/>
                <a:tint val="73000"/>
              </a:schemeClr>
            </a:gs>
            <a:gs pos="100000">
              <a:schemeClr val="accent4">
                <a:hueOff val="-6288576"/>
                <a:satOff val="38596"/>
                <a:lumOff val="-588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继承的目的</a:t>
          </a:r>
        </a:p>
      </dsp:txBody>
      <dsp:txXfrm>
        <a:off x="586180" y="4494351"/>
        <a:ext cx="7768440"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60F67-F120-4DCF-AF79-1550719FD357}">
      <dsp:nvSpPr>
        <dsp:cNvPr id="0" name=""/>
        <dsp:cNvSpPr/>
      </dsp:nvSpPr>
      <dsp:spPr>
        <a:xfrm>
          <a:off x="0" y="343643"/>
          <a:ext cx="11176000" cy="1489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58216" rIns="867382" bIns="156464" numCol="1" spcCol="1270" anchor="t" anchorCtr="0">
          <a:noAutofit/>
        </a:bodyPr>
        <a:lstStyle/>
        <a:p>
          <a:pPr marL="228600" lvl="1" indent="-228600" algn="l" defTabSz="977900">
            <a:lnSpc>
              <a:spcPct val="90000"/>
            </a:lnSpc>
            <a:spcBef>
              <a:spcPct val="0"/>
            </a:spcBef>
            <a:spcAft>
              <a:spcPct val="15000"/>
            </a:spcAft>
            <a:buNone/>
          </a:pPr>
          <a:r>
            <a:rPr lang="zh-CN" altLang="en-US" sz="2200" b="0" i="0" kern="1200"/>
            <a:t>静态成员属于类本身，而不是类的实例。无论创建多少个对象，静态成员在内存中只有一份拷贝。</a:t>
          </a:r>
          <a:endParaRPr lang="zh-CN" altLang="en-US" sz="2200" kern="1200"/>
        </a:p>
      </dsp:txBody>
      <dsp:txXfrm>
        <a:off x="0" y="343643"/>
        <a:ext cx="11176000" cy="1489950"/>
      </dsp:txXfrm>
    </dsp:sp>
    <dsp:sp modelId="{7EC3D839-DDCE-4D0A-91DC-B0545DEB29DD}">
      <dsp:nvSpPr>
        <dsp:cNvPr id="0" name=""/>
        <dsp:cNvSpPr/>
      </dsp:nvSpPr>
      <dsp:spPr>
        <a:xfrm>
          <a:off x="558800" y="18923"/>
          <a:ext cx="782320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kern="1200"/>
            <a:t>什么是静态成员</a:t>
          </a:r>
        </a:p>
      </dsp:txBody>
      <dsp:txXfrm>
        <a:off x="590503" y="50626"/>
        <a:ext cx="7759794" cy="586034"/>
      </dsp:txXfrm>
    </dsp:sp>
    <dsp:sp modelId="{6AEEA304-1EA8-4F41-9616-620DF1A38BB7}">
      <dsp:nvSpPr>
        <dsp:cNvPr id="0" name=""/>
        <dsp:cNvSpPr/>
      </dsp:nvSpPr>
      <dsp:spPr>
        <a:xfrm>
          <a:off x="0" y="2277113"/>
          <a:ext cx="11176000" cy="3465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58216" rIns="867382" bIns="135128" numCol="1" spcCol="1270" anchor="t" anchorCtr="0">
          <a:noAutofit/>
        </a:bodyPr>
        <a:lstStyle/>
        <a:p>
          <a:pPr marL="171450" lvl="1" indent="-171450" algn="l" defTabSz="844550">
            <a:lnSpc>
              <a:spcPct val="90000"/>
            </a:lnSpc>
            <a:spcBef>
              <a:spcPct val="0"/>
            </a:spcBef>
            <a:spcAft>
              <a:spcPct val="15000"/>
            </a:spcAft>
            <a:buNone/>
          </a:pPr>
          <a:r>
            <a:rPr lang="en-US" altLang="zh-CN" sz="1900" b="0" i="1" kern="1200"/>
            <a:t>// </a:t>
          </a:r>
          <a:r>
            <a:rPr lang="zh-CN" altLang="en-US" sz="1900" b="0" i="1" kern="1200"/>
            <a:t>静态属性</a:t>
          </a:r>
          <a:endParaRPr lang="zh-CN" altLang="en-US" sz="1900" kern="1200"/>
        </a:p>
        <a:p>
          <a:pPr marL="171450" lvl="1" indent="-171450" algn="l" defTabSz="844550">
            <a:lnSpc>
              <a:spcPct val="90000"/>
            </a:lnSpc>
            <a:spcBef>
              <a:spcPct val="0"/>
            </a:spcBef>
            <a:spcAft>
              <a:spcPct val="15000"/>
            </a:spcAft>
            <a:buNone/>
          </a:pPr>
          <a:r>
            <a:rPr lang="en-US" sz="1900" b="0" kern="1200"/>
            <a:t>public </a:t>
          </a:r>
          <a:r>
            <a:rPr lang="en-US" sz="1900" b="0" kern="1200">
              <a:highlight>
                <a:srgbClr val="FFFF00"/>
              </a:highlight>
            </a:rPr>
            <a:t>static</a:t>
          </a:r>
          <a:r>
            <a:rPr lang="en-US" sz="1900" b="0" kern="1200"/>
            <a:t> $publicStatic = "</a:t>
          </a:r>
          <a:r>
            <a:rPr lang="zh-CN" altLang="en-US" sz="1900" b="0" kern="1200"/>
            <a:t>公共静态</a:t>
          </a:r>
          <a:r>
            <a:rPr lang="en-US" altLang="zh-CN" sz="1900" b="0" kern="1200"/>
            <a:t>";</a:t>
          </a:r>
        </a:p>
        <a:p>
          <a:pPr marL="171450" lvl="1" indent="-171450" algn="l" defTabSz="844550">
            <a:lnSpc>
              <a:spcPct val="90000"/>
            </a:lnSpc>
            <a:spcBef>
              <a:spcPct val="0"/>
            </a:spcBef>
            <a:spcAft>
              <a:spcPct val="15000"/>
            </a:spcAft>
            <a:buNone/>
          </a:pPr>
          <a:r>
            <a:rPr lang="en-US" altLang="zh-CN" sz="1900" b="0" kern="1200">
              <a:solidFill>
                <a:srgbClr val="000000">
                  <a:hueOff val="0"/>
                  <a:satOff val="0"/>
                  <a:lumOff val="0"/>
                  <a:alphaOff val="0"/>
                </a:srgbClr>
              </a:solidFill>
              <a:latin typeface="Arial"/>
              <a:ea typeface="微软雅黑"/>
              <a:cs typeface="+mn-cs"/>
            </a:rPr>
            <a:t>// </a:t>
          </a:r>
          <a:r>
            <a:rPr lang="zh-CN" altLang="zh-CN" sz="1900" b="0" kern="1200">
              <a:solidFill>
                <a:srgbClr val="000000">
                  <a:hueOff val="0"/>
                  <a:satOff val="0"/>
                  <a:lumOff val="0"/>
                  <a:alphaOff val="0"/>
                </a:srgbClr>
              </a:solidFill>
              <a:latin typeface="Arial"/>
              <a:ea typeface="微软雅黑"/>
              <a:cs typeface="+mn-cs"/>
            </a:rPr>
            <a:t>静态常量</a:t>
          </a:r>
          <a:endParaRPr lang="en-US" altLang="zh-CN" sz="1900" b="0" kern="1200">
            <a:solidFill>
              <a:srgbClr val="000000">
                <a:hueOff val="0"/>
                <a:satOff val="0"/>
                <a:lumOff val="0"/>
                <a:alphaOff val="0"/>
              </a:srgbClr>
            </a:solidFill>
            <a:latin typeface="Arial"/>
            <a:ea typeface="微软雅黑"/>
            <a:cs typeface="+mn-cs"/>
          </a:endParaRPr>
        </a:p>
        <a:p>
          <a:pPr marL="171450" lvl="1" indent="-171450" algn="l" defTabSz="844550">
            <a:lnSpc>
              <a:spcPct val="90000"/>
            </a:lnSpc>
            <a:spcBef>
              <a:spcPct val="0"/>
            </a:spcBef>
            <a:spcAft>
              <a:spcPct val="15000"/>
            </a:spcAft>
            <a:buNone/>
          </a:pPr>
          <a:r>
            <a:rPr lang="en-US" altLang="zh-CN" sz="1900" b="0" kern="1200">
              <a:solidFill>
                <a:srgbClr val="000000">
                  <a:hueOff val="0"/>
                  <a:satOff val="0"/>
                  <a:lumOff val="0"/>
                  <a:alphaOff val="0"/>
                </a:srgbClr>
              </a:solidFill>
              <a:latin typeface="Arial"/>
              <a:ea typeface="微软雅黑"/>
              <a:cs typeface="+mn-cs"/>
            </a:rPr>
            <a:t> </a:t>
          </a:r>
          <a:r>
            <a:rPr lang="en-US" altLang="zh-CN" sz="1900" b="0" kern="1200">
              <a:solidFill>
                <a:srgbClr val="000000">
                  <a:hueOff val="0"/>
                  <a:satOff val="0"/>
                  <a:lumOff val="0"/>
                  <a:alphaOff val="0"/>
                </a:srgbClr>
              </a:solidFill>
              <a:highlight>
                <a:srgbClr val="FFFF00"/>
              </a:highlight>
              <a:latin typeface="Arial"/>
              <a:ea typeface="微软雅黑"/>
              <a:cs typeface="+mn-cs"/>
            </a:rPr>
            <a:t>const</a:t>
          </a:r>
          <a:r>
            <a:rPr lang="en-US" altLang="zh-CN" sz="1900" b="0" kern="1200">
              <a:solidFill>
                <a:srgbClr val="000000">
                  <a:hueOff val="0"/>
                  <a:satOff val="0"/>
                  <a:lumOff val="0"/>
                  <a:alphaOff val="0"/>
                </a:srgbClr>
              </a:solidFill>
              <a:latin typeface="Arial"/>
              <a:ea typeface="微软雅黑"/>
              <a:cs typeface="+mn-cs"/>
            </a:rPr>
            <a:t> STATUS_ACTIVE = 1;</a:t>
          </a:r>
          <a:endParaRPr lang="zh-CN" altLang="zh-CN" sz="1900" b="0" kern="1200">
            <a:solidFill>
              <a:srgbClr val="000000">
                <a:hueOff val="0"/>
                <a:satOff val="0"/>
                <a:lumOff val="0"/>
                <a:alphaOff val="0"/>
              </a:srgbClr>
            </a:solidFill>
            <a:latin typeface="Arial"/>
            <a:ea typeface="微软雅黑"/>
            <a:cs typeface="+mn-cs"/>
          </a:endParaRPr>
        </a:p>
        <a:p>
          <a:pPr marL="171450" lvl="1" indent="-171450" algn="l" defTabSz="844550">
            <a:lnSpc>
              <a:spcPct val="90000"/>
            </a:lnSpc>
            <a:spcBef>
              <a:spcPct val="0"/>
            </a:spcBef>
            <a:spcAft>
              <a:spcPct val="15000"/>
            </a:spcAft>
            <a:buNone/>
          </a:pPr>
          <a:r>
            <a:rPr lang="en-US" altLang="zh-CN" sz="1900" b="0" kern="1200"/>
            <a:t>// </a:t>
          </a:r>
          <a:r>
            <a:rPr lang="zh-CN" altLang="en-US" sz="1900" b="0" kern="1200"/>
            <a:t>静态方法</a:t>
          </a:r>
          <a:endParaRPr lang="en-US" altLang="zh-CN" sz="1900" b="0" kern="1200"/>
        </a:p>
        <a:p>
          <a:pPr marL="171450" lvl="1" indent="-171450" algn="l" defTabSz="844550">
            <a:lnSpc>
              <a:spcPct val="90000"/>
            </a:lnSpc>
            <a:spcBef>
              <a:spcPct val="0"/>
            </a:spcBef>
            <a:spcAft>
              <a:spcPct val="15000"/>
            </a:spcAft>
            <a:buNone/>
          </a:pPr>
          <a:r>
            <a:rPr lang="en-US" sz="1900" b="0" kern="1200"/>
            <a:t>private </a:t>
          </a:r>
          <a:r>
            <a:rPr lang="en-US" sz="1900" b="0" kern="1200">
              <a:solidFill>
                <a:srgbClr val="000000">
                  <a:hueOff val="0"/>
                  <a:satOff val="0"/>
                  <a:lumOff val="0"/>
                  <a:alphaOff val="0"/>
                </a:srgbClr>
              </a:solidFill>
              <a:highlight>
                <a:srgbClr val="FFFF00"/>
              </a:highlight>
              <a:latin typeface="Arial"/>
              <a:ea typeface="微软雅黑"/>
              <a:cs typeface="+mn-cs"/>
            </a:rPr>
            <a:t>static</a:t>
          </a:r>
          <a:r>
            <a:rPr lang="en-US" sz="1900" b="0" kern="1200"/>
            <a:t> function privateMethod() {</a:t>
          </a:r>
          <a:endParaRPr lang="en-US" altLang="zh-CN" sz="1900" b="0" kern="1200"/>
        </a:p>
        <a:p>
          <a:pPr marL="171450" lvl="1" indent="-171450" algn="l" defTabSz="844550">
            <a:lnSpc>
              <a:spcPct val="90000"/>
            </a:lnSpc>
            <a:spcBef>
              <a:spcPct val="0"/>
            </a:spcBef>
            <a:spcAft>
              <a:spcPct val="15000"/>
            </a:spcAft>
            <a:buNone/>
          </a:pPr>
          <a:r>
            <a:rPr lang="en-US" sz="1900" b="0" kern="1200"/>
            <a:t>return self::$privateStatic;</a:t>
          </a:r>
        </a:p>
        <a:p>
          <a:pPr marL="171450" lvl="1" indent="-171450" algn="l" defTabSz="844550">
            <a:lnSpc>
              <a:spcPct val="90000"/>
            </a:lnSpc>
            <a:spcBef>
              <a:spcPct val="0"/>
            </a:spcBef>
            <a:spcAft>
              <a:spcPct val="15000"/>
            </a:spcAft>
            <a:buNone/>
          </a:pPr>
          <a:r>
            <a:rPr lang="en-US" altLang="zh-CN" sz="1900" b="0" kern="1200"/>
            <a:t>}</a:t>
          </a:r>
        </a:p>
      </dsp:txBody>
      <dsp:txXfrm>
        <a:off x="0" y="2277113"/>
        <a:ext cx="11176000" cy="3465000"/>
      </dsp:txXfrm>
    </dsp:sp>
    <dsp:sp modelId="{9704E92B-C064-470B-BECC-7FAC613ACF7D}">
      <dsp:nvSpPr>
        <dsp:cNvPr id="0" name=""/>
        <dsp:cNvSpPr/>
      </dsp:nvSpPr>
      <dsp:spPr>
        <a:xfrm>
          <a:off x="558800" y="1952393"/>
          <a:ext cx="782320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kern="1200"/>
            <a:t>如何定义</a:t>
          </a:r>
        </a:p>
      </dsp:txBody>
      <dsp:txXfrm>
        <a:off x="590503" y="1984096"/>
        <a:ext cx="7759794" cy="5860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8B6026-1682-43B0-AACD-2F6C8226DF8F}">
      <dsp:nvSpPr>
        <dsp:cNvPr id="0" name=""/>
        <dsp:cNvSpPr/>
      </dsp:nvSpPr>
      <dsp:spPr bwMode="white">
        <a:xfrm>
          <a:off x="7347" y="641459"/>
          <a:ext cx="3173524" cy="236896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80010" rIns="26670" bIns="26670"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代表：实例化对象</a:t>
          </a:r>
        </a:p>
        <a:p>
          <a:pPr marL="228600" lvl="1" indent="-228600" algn="l" defTabSz="933450">
            <a:lnSpc>
              <a:spcPct val="90000"/>
            </a:lnSpc>
            <a:spcBef>
              <a:spcPct val="0"/>
            </a:spcBef>
            <a:spcAft>
              <a:spcPct val="15000"/>
            </a:spcAft>
            <a:buChar char="•"/>
          </a:pPr>
          <a:r>
            <a:rPr lang="zh-CN" altLang="en-US" sz="2100" kern="1200"/>
            <a:t>访问除静态属性外的资源</a:t>
          </a:r>
        </a:p>
        <a:p>
          <a:pPr marL="228600" lvl="1" indent="-228600" algn="l" defTabSz="933450">
            <a:lnSpc>
              <a:spcPct val="90000"/>
            </a:lnSpc>
            <a:spcBef>
              <a:spcPct val="0"/>
            </a:spcBef>
            <a:spcAft>
              <a:spcPct val="15000"/>
            </a:spcAft>
            <a:buChar char="•"/>
          </a:pPr>
          <a:r>
            <a:rPr lang="zh-CN" altLang="en-US" sz="2100" kern="1200"/>
            <a:t>运算符：</a:t>
          </a:r>
          <a:r>
            <a:rPr lang="en-US" altLang="zh-CN" sz="2100" kern="1200"/>
            <a:t>-&gt; </a:t>
          </a:r>
          <a:r>
            <a:rPr lang="zh-CN" altLang="en-US" sz="2100" kern="1200"/>
            <a:t>和</a:t>
          </a:r>
          <a:r>
            <a:rPr lang="en-US" altLang="zh-CN" sz="2100" kern="1200"/>
            <a:t> ::</a:t>
          </a:r>
          <a:endParaRPr lang="zh-CN" altLang="en-US" sz="2100" kern="1200"/>
        </a:p>
        <a:p>
          <a:pPr marL="228600" lvl="1" indent="-228600" algn="l" defTabSz="933450">
            <a:lnSpc>
              <a:spcPct val="90000"/>
            </a:lnSpc>
            <a:spcBef>
              <a:spcPct val="0"/>
            </a:spcBef>
            <a:spcAft>
              <a:spcPct val="15000"/>
            </a:spcAft>
            <a:buChar char="•"/>
          </a:pPr>
          <a:r>
            <a:rPr lang="zh-CN" altLang="en-US" sz="2100" kern="1200">
              <a:solidFill>
                <a:srgbClr val="FF0000"/>
              </a:solidFill>
            </a:rPr>
            <a:t>静态方法中不允许使用</a:t>
          </a:r>
        </a:p>
      </dsp:txBody>
      <dsp:txXfrm>
        <a:off x="62855" y="696967"/>
        <a:ext cx="3062508" cy="2313460"/>
      </dsp:txXfrm>
    </dsp:sp>
    <dsp:sp modelId="{F130B496-DEDC-49A2-8847-E9BAD9E1F1F1}">
      <dsp:nvSpPr>
        <dsp:cNvPr id="0" name=""/>
        <dsp:cNvSpPr/>
      </dsp:nvSpPr>
      <dsp:spPr bwMode="white">
        <a:xfrm>
          <a:off x="7347" y="3010427"/>
          <a:ext cx="3173524" cy="101865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0" rIns="69850" bIns="0" numCol="1" spcCol="1270" anchor="ctr" anchorCtr="0">
          <a:noAutofit/>
        </a:bodyPr>
        <a:lstStyle/>
        <a:p>
          <a:pPr marL="0" lvl="0" indent="0" algn="l" defTabSz="2444750">
            <a:lnSpc>
              <a:spcPct val="90000"/>
            </a:lnSpc>
            <a:spcBef>
              <a:spcPct val="0"/>
            </a:spcBef>
            <a:spcAft>
              <a:spcPct val="35000"/>
            </a:spcAft>
            <a:buNone/>
          </a:pPr>
          <a:r>
            <a:rPr lang="en-US" altLang="zh-CN" sz="5500" kern="1200"/>
            <a:t>$this</a:t>
          </a:r>
          <a:endParaRPr lang="zh-CN" altLang="en-US" sz="5500" kern="1200"/>
        </a:p>
      </dsp:txBody>
      <dsp:txXfrm>
        <a:off x="7347" y="3010427"/>
        <a:ext cx="2234876" cy="1018656"/>
      </dsp:txXfrm>
    </dsp:sp>
    <dsp:sp modelId="{D06C036E-F3CC-48AA-AB1D-AB0E69A4CC76}">
      <dsp:nvSpPr>
        <dsp:cNvPr id="0" name=""/>
        <dsp:cNvSpPr/>
      </dsp:nvSpPr>
      <dsp:spPr>
        <a:xfrm>
          <a:off x="2331997" y="3172232"/>
          <a:ext cx="1110733" cy="11107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C7DEE7-DDFF-47E4-B665-1EC495FD43B5}">
      <dsp:nvSpPr>
        <dsp:cNvPr id="0" name=""/>
        <dsp:cNvSpPr/>
      </dsp:nvSpPr>
      <dsp:spPr bwMode="white">
        <a:xfrm>
          <a:off x="3717908" y="641459"/>
          <a:ext cx="3173524" cy="236896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80010" rIns="26670" bIns="26670"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代表：本类，无实例化</a:t>
          </a:r>
        </a:p>
        <a:p>
          <a:pPr marL="228600" lvl="1" indent="-228600" algn="l" defTabSz="933450">
            <a:lnSpc>
              <a:spcPct val="90000"/>
            </a:lnSpc>
            <a:spcBef>
              <a:spcPct val="0"/>
            </a:spcBef>
            <a:spcAft>
              <a:spcPct val="15000"/>
            </a:spcAft>
            <a:buChar char="•"/>
          </a:pPr>
          <a:r>
            <a:rPr lang="zh-CN" altLang="en-US" sz="2100" kern="1200"/>
            <a:t>访问静态属性、静态方法和</a:t>
          </a:r>
          <a:r>
            <a:rPr lang="en-US" altLang="zh-CN" sz="2100" kern="1200"/>
            <a:t>const</a:t>
          </a:r>
          <a:r>
            <a:rPr lang="zh-CN" altLang="en-US" sz="2100" kern="1200"/>
            <a:t>常量</a:t>
          </a:r>
        </a:p>
        <a:p>
          <a:pPr marL="228600" lvl="1" indent="-228600" algn="l" defTabSz="933450">
            <a:lnSpc>
              <a:spcPct val="90000"/>
            </a:lnSpc>
            <a:spcBef>
              <a:spcPct val="0"/>
            </a:spcBef>
            <a:spcAft>
              <a:spcPct val="15000"/>
            </a:spcAft>
            <a:buChar char="•"/>
          </a:pPr>
          <a:r>
            <a:rPr lang="zh-CN" altLang="en-US" sz="2100" kern="1200"/>
            <a:t>运算符</a:t>
          </a:r>
          <a:r>
            <a:rPr lang="en-US" altLang="zh-CN" sz="2100" kern="1200"/>
            <a:t>::</a:t>
          </a:r>
          <a:endParaRPr lang="zh-CN" altLang="en-US" sz="2100" kern="1200"/>
        </a:p>
      </dsp:txBody>
      <dsp:txXfrm>
        <a:off x="3773416" y="696967"/>
        <a:ext cx="3062508" cy="2313460"/>
      </dsp:txXfrm>
    </dsp:sp>
    <dsp:sp modelId="{BDFDA49F-66BD-4276-A901-AF21A3E88614}">
      <dsp:nvSpPr>
        <dsp:cNvPr id="0" name=""/>
        <dsp:cNvSpPr/>
      </dsp:nvSpPr>
      <dsp:spPr bwMode="white">
        <a:xfrm>
          <a:off x="3717908" y="3010427"/>
          <a:ext cx="3173524" cy="101865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0" rIns="69850" bIns="0" numCol="1" spcCol="1270" anchor="ctr" anchorCtr="0">
          <a:noAutofit/>
        </a:bodyPr>
        <a:lstStyle/>
        <a:p>
          <a:pPr marL="0" lvl="0" indent="0" algn="l" defTabSz="2444750">
            <a:lnSpc>
              <a:spcPct val="90000"/>
            </a:lnSpc>
            <a:spcBef>
              <a:spcPct val="0"/>
            </a:spcBef>
            <a:spcAft>
              <a:spcPct val="35000"/>
            </a:spcAft>
            <a:buNone/>
          </a:pPr>
          <a:r>
            <a:rPr lang="en-US" altLang="zh-CN" sz="5500" kern="1200"/>
            <a:t>self</a:t>
          </a:r>
          <a:endParaRPr lang="zh-CN" altLang="en-US" sz="5500" kern="1200"/>
        </a:p>
      </dsp:txBody>
      <dsp:txXfrm>
        <a:off x="3717908" y="3010427"/>
        <a:ext cx="2234876" cy="1018656"/>
      </dsp:txXfrm>
    </dsp:sp>
    <dsp:sp modelId="{DCF577F2-4A57-41DA-9A22-F21F6EBC8A2D}">
      <dsp:nvSpPr>
        <dsp:cNvPr id="0" name=""/>
        <dsp:cNvSpPr/>
      </dsp:nvSpPr>
      <dsp:spPr>
        <a:xfrm>
          <a:off x="6042558" y="3172232"/>
          <a:ext cx="1110733" cy="11107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3A3431-0493-4489-A9EA-351773778724}">
      <dsp:nvSpPr>
        <dsp:cNvPr id="0" name=""/>
        <dsp:cNvSpPr/>
      </dsp:nvSpPr>
      <dsp:spPr bwMode="white">
        <a:xfrm>
          <a:off x="7428468" y="641459"/>
          <a:ext cx="3173524" cy="236896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80010" rIns="26670" bIns="26670"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代表：父类（继承）</a:t>
          </a:r>
        </a:p>
        <a:p>
          <a:pPr marL="228600" lvl="1" indent="-228600" algn="l" defTabSz="933450">
            <a:lnSpc>
              <a:spcPct val="90000"/>
            </a:lnSpc>
            <a:spcBef>
              <a:spcPct val="0"/>
            </a:spcBef>
            <a:spcAft>
              <a:spcPct val="15000"/>
            </a:spcAft>
            <a:buChar char="•"/>
          </a:pPr>
          <a:r>
            <a:rPr lang="zh-CN" altLang="en-US" sz="2100" kern="1200"/>
            <a:t>访问父类中被覆盖的方法</a:t>
          </a:r>
        </a:p>
        <a:p>
          <a:pPr marL="228600" lvl="1" indent="-228600" algn="l" defTabSz="933450">
            <a:lnSpc>
              <a:spcPct val="90000"/>
            </a:lnSpc>
            <a:spcBef>
              <a:spcPct val="0"/>
            </a:spcBef>
            <a:spcAft>
              <a:spcPct val="15000"/>
            </a:spcAft>
            <a:buChar char="•"/>
          </a:pPr>
          <a:r>
            <a:rPr lang="zh-CN" altLang="en-US" sz="2100" kern="1200"/>
            <a:t>运算符</a:t>
          </a:r>
          <a:r>
            <a:rPr lang="en-US" altLang="zh-CN" sz="2100" kern="1200"/>
            <a:t>::</a:t>
          </a:r>
          <a:endParaRPr lang="zh-CN" altLang="en-US" sz="2100" kern="1200"/>
        </a:p>
      </dsp:txBody>
      <dsp:txXfrm>
        <a:off x="7483976" y="696967"/>
        <a:ext cx="3062508" cy="2313460"/>
      </dsp:txXfrm>
    </dsp:sp>
    <dsp:sp modelId="{D9A4C1AE-255C-453A-98F1-0C48C3A7DBF1}">
      <dsp:nvSpPr>
        <dsp:cNvPr id="0" name=""/>
        <dsp:cNvSpPr/>
      </dsp:nvSpPr>
      <dsp:spPr bwMode="white">
        <a:xfrm>
          <a:off x="7428468" y="3010427"/>
          <a:ext cx="3173524" cy="101865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0" rIns="69850" bIns="0" numCol="1" spcCol="1270" anchor="ctr" anchorCtr="0">
          <a:noAutofit/>
        </a:bodyPr>
        <a:lstStyle/>
        <a:p>
          <a:pPr marL="0" lvl="0" indent="0" algn="l" defTabSz="2444750">
            <a:lnSpc>
              <a:spcPct val="90000"/>
            </a:lnSpc>
            <a:spcBef>
              <a:spcPct val="0"/>
            </a:spcBef>
            <a:spcAft>
              <a:spcPct val="35000"/>
            </a:spcAft>
            <a:buNone/>
          </a:pPr>
          <a:r>
            <a:rPr lang="en-US" altLang="zh-CN" sz="5500" kern="1200"/>
            <a:t>parent</a:t>
          </a:r>
          <a:endParaRPr lang="zh-CN" altLang="en-US" sz="5500" kern="1200"/>
        </a:p>
      </dsp:txBody>
      <dsp:txXfrm>
        <a:off x="7428468" y="3010427"/>
        <a:ext cx="2234876" cy="1018656"/>
      </dsp:txXfrm>
    </dsp:sp>
    <dsp:sp modelId="{B37B15F6-7EAC-4C08-BBE0-26085D1FCEA6}">
      <dsp:nvSpPr>
        <dsp:cNvPr id="0" name=""/>
        <dsp:cNvSpPr/>
      </dsp:nvSpPr>
      <dsp:spPr>
        <a:xfrm>
          <a:off x="9753118" y="3172232"/>
          <a:ext cx="1110733" cy="1110733"/>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List2#1">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61AC39-F736-4EC7-B04C-6E29A3CD4AC8}" type="datetimeFigureOut">
              <a:rPr lang="zh-CN" altLang="en-US" smtClean="0"/>
              <a:t>2026/3/29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97A32B-B1EA-4C6B-AAB6-0303326BB3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97A32B-B1EA-4C6B-AAB6-0303326BB354}"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0845086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44095005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20851483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6033924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userDrawn="1"/>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70247056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endParaRPr lang="zh-CN" altLang="en-US" dirty="0"/>
          </a:p>
        </p:txBody>
      </p:sp>
    </p:spTree>
    <p:extLst>
      <p:ext uri="{BB962C8B-B14F-4D97-AF65-F5344CB8AC3E}">
        <p14:creationId xmlns:p14="http://schemas.microsoft.com/office/powerpoint/2010/main" val="316535606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118340789"/>
      </p:ext>
    </p:extLst>
  </p:cSld>
  <p:clrMapOvr>
    <a:overrideClrMapping bg1="lt1" tx1="dk1" bg2="lt2" tx2="dk2" accent1="accent1" accent2="accent2" accent3="accent3" accent4="accent4" accent5="accent5" accent6="accent6" hlink="hlink" folHlink="folHlink"/>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54718150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1908017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04825260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4040940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userDrawn="1"/>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16112527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userDrawn="1"/>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userDrawn="1"/>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userDrawn="1"/>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3929932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149786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463260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73226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07736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882095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8181509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601352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837731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271742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379937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3243868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246465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313579602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252503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1008261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4015740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0409318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517791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9429405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7238123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7547041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7956843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9689525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2972989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734250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568739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515056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2737902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3955486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85940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0649356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5380391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58842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7585404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918659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8050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813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02212886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14706649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2026/3/29</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804846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a:extLst>
              <a:ext uri="{FF2B5EF4-FFF2-40B4-BE49-F238E27FC236}">
                <a16:creationId xmlns:a16="http://schemas.microsoft.com/office/drawing/2014/main" id="{CF7F2ED8-B66B-759B-2AF4-A7E5FA66F76F}"/>
              </a:ext>
            </a:extLst>
          </p:cNvPr>
          <p:cNvSpPr>
            <a:spLocks noGrp="1"/>
          </p:cNvSpPr>
          <p:nvPr>
            <p:ph type="subTitle" idx="1"/>
          </p:nvPr>
        </p:nvSpPr>
        <p:spPr/>
        <p:txBody>
          <a:bodyPr/>
          <a:lstStyle/>
          <a:p>
            <a:r>
              <a:rPr lang="en-US" altLang="zh-CN"/>
              <a:t>PHP</a:t>
            </a:r>
            <a:r>
              <a:rPr lang="zh-CN" altLang="en-US"/>
              <a:t>面向对象的开发基础</a:t>
            </a:r>
          </a:p>
        </p:txBody>
      </p:sp>
      <p:sp>
        <p:nvSpPr>
          <p:cNvPr id="3" name="标题 2">
            <a:extLst>
              <a:ext uri="{FF2B5EF4-FFF2-40B4-BE49-F238E27FC236}">
                <a16:creationId xmlns:a16="http://schemas.microsoft.com/office/drawing/2014/main" id="{1135F64E-1184-0B05-FCD5-A4DF2846F09E}"/>
              </a:ext>
            </a:extLst>
          </p:cNvPr>
          <p:cNvSpPr>
            <a:spLocks noGrp="1"/>
          </p:cNvSpPr>
          <p:nvPr>
            <p:ph type="ctrTitle"/>
          </p:nvPr>
        </p:nvSpPr>
        <p:spPr/>
        <p:txBody>
          <a:bodyPr/>
          <a:lstStyle/>
          <a:p>
            <a:r>
              <a:rPr lang="en-US" altLang="zh-CN" sz="4000"/>
              <a:t>25-26-02 WEB</a:t>
            </a:r>
            <a:r>
              <a:rPr lang="zh-CN" altLang="en-US" sz="4000"/>
              <a:t>项目应用</a:t>
            </a:r>
          </a:p>
        </p:txBody>
      </p:sp>
      <p:sp>
        <p:nvSpPr>
          <p:cNvPr id="5" name="文本占位符 4">
            <a:extLst>
              <a:ext uri="{FF2B5EF4-FFF2-40B4-BE49-F238E27FC236}">
                <a16:creationId xmlns:a16="http://schemas.microsoft.com/office/drawing/2014/main" id="{04BB9ED8-0DE5-06A7-F3CE-46CFECCF645A}"/>
              </a:ext>
            </a:extLst>
          </p:cNvPr>
          <p:cNvSpPr>
            <a:spLocks noGrp="1"/>
          </p:cNvSpPr>
          <p:nvPr>
            <p:ph type="body" sz="quarter" idx="10"/>
          </p:nvPr>
        </p:nvSpPr>
        <p:spPr/>
        <p:txBody>
          <a:bodyPr/>
          <a:lstStyle/>
          <a:p>
            <a:r>
              <a:rPr lang="en-US" altLang="zh-CN"/>
              <a:t>2026-3-27</a:t>
            </a:r>
            <a:endParaRPr lang="zh-CN" altLang="en-US"/>
          </a:p>
        </p:txBody>
      </p:sp>
    </p:spTree>
    <p:extLst>
      <p:ext uri="{BB962C8B-B14F-4D97-AF65-F5344CB8AC3E}">
        <p14:creationId xmlns:p14="http://schemas.microsoft.com/office/powerpoint/2010/main" val="3086125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27C4774E-E330-8501-F93A-B1DAE173B9D1}"/>
              </a:ext>
            </a:extLst>
          </p:cNvPr>
          <p:cNvSpPr>
            <a:spLocks noGrp="1"/>
          </p:cNvSpPr>
          <p:nvPr>
            <p:ph type="body" sz="quarter" idx="4294967295"/>
          </p:nvPr>
        </p:nvSpPr>
        <p:spPr>
          <a:xfrm>
            <a:off x="850256" y="100867"/>
            <a:ext cx="5101728" cy="553348"/>
          </a:xfrm>
          <a:prstGeom prst="rect">
            <a:avLst/>
          </a:prstGeom>
        </p:spPr>
        <p:txBody>
          <a:bodyPr/>
          <a:lstStyle/>
          <a:p>
            <a:r>
              <a:rPr lang="en-US" altLang="zh-CN"/>
              <a:t>4</a:t>
            </a:r>
            <a:r>
              <a:rPr lang="zh-CN" altLang="en-US"/>
              <a:t>节课内容</a:t>
            </a:r>
          </a:p>
        </p:txBody>
      </p:sp>
      <p:graphicFrame>
        <p:nvGraphicFramePr>
          <p:cNvPr id="3" name="图示 2"/>
          <p:cNvGraphicFramePr/>
          <p:nvPr>
            <p:extLst>
              <p:ext uri="{D42A27DB-BD31-4B8C-83A1-F6EECF244321}">
                <p14:modId xmlns:p14="http://schemas.microsoft.com/office/powerpoint/2010/main" val="2990391778"/>
              </p:ext>
            </p:extLst>
          </p:nvPr>
        </p:nvGraphicFramePr>
        <p:xfrm>
          <a:off x="623392" y="1124744"/>
          <a:ext cx="10879980" cy="5301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zh-CN" altLang="en-US" sz="4000">
                <a:solidFill>
                  <a:srgbClr val="00B050"/>
                </a:solidFill>
                <a:highlight>
                  <a:srgbClr val="FFFF00"/>
                </a:highlight>
                <a:latin typeface="+mn-ea"/>
              </a:rPr>
              <a:t>类的定义和实例化</a:t>
            </a:r>
          </a:p>
          <a:p>
            <a:pPr lvl="0">
              <a:lnSpc>
                <a:spcPct val="100000"/>
              </a:lnSpc>
              <a:spcBef>
                <a:spcPct val="0"/>
              </a:spcBef>
              <a:spcAft>
                <a:spcPct val="15000"/>
              </a:spcAft>
            </a:pPr>
            <a:r>
              <a:rPr lang="zh-CN" altLang="en-US" sz="4000">
                <a:solidFill>
                  <a:srgbClr val="00B050"/>
                </a:solidFill>
                <a:latin typeface="+mn-ea"/>
              </a:rPr>
              <a:t>访问控制</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latin typeface="+mn-ea"/>
              </a:rPr>
              <a:t>对象继承</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latin typeface="+mn-ea"/>
              </a:rPr>
              <a:t>静态资源</a:t>
            </a:r>
          </a:p>
        </p:txBody>
      </p:sp>
      <p:sp>
        <p:nvSpPr>
          <p:cNvPr id="3" name="标题 2"/>
          <p:cNvSpPr>
            <a:spLocks noGrp="1"/>
          </p:cNvSpPr>
          <p:nvPr>
            <p:ph type="title" idx="4294967295"/>
          </p:nvPr>
        </p:nvSpPr>
        <p:spPr>
          <a:xfrm>
            <a:off x="2032000" y="1600200"/>
            <a:ext cx="10160000" cy="990600"/>
          </a:xfrm>
        </p:spPr>
        <p:txBody>
          <a:bodyPr/>
          <a:lstStyle/>
          <a:p>
            <a:r>
              <a:rPr lang="zh-CN" altLang="en-US"/>
              <a:t>类的概述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F6B823B2-546D-40FA-078A-D56747BC4D44}"/>
              </a:ext>
            </a:extLst>
          </p:cNvPr>
          <p:cNvSpPr>
            <a:spLocks noGrp="1"/>
          </p:cNvSpPr>
          <p:nvPr>
            <p:ph type="body" sz="quarter" idx="4294967295"/>
          </p:nvPr>
        </p:nvSpPr>
        <p:spPr>
          <a:xfrm>
            <a:off x="850256" y="100867"/>
            <a:ext cx="5101728" cy="553348"/>
          </a:xfrm>
          <a:prstGeom prst="rect">
            <a:avLst/>
          </a:prstGeom>
        </p:spPr>
        <p:txBody>
          <a:bodyPr/>
          <a:lstStyle/>
          <a:p>
            <a:r>
              <a:rPr lang="zh-CN" altLang="en-US"/>
              <a:t>类的定义</a:t>
            </a:r>
          </a:p>
        </p:txBody>
      </p:sp>
      <p:pic>
        <p:nvPicPr>
          <p:cNvPr id="8" name="内容占位符 7"/>
          <p:cNvPicPr>
            <a:picLocks noGrp="1" noChangeAspect="1"/>
          </p:cNvPicPr>
          <p:nvPr>
            <p:ph sz="quarter" idx="19"/>
          </p:nvPr>
        </p:nvPicPr>
        <p:blipFill>
          <a:blip r:embed="rId2"/>
          <a:stretch>
            <a:fillRect/>
          </a:stretch>
        </p:blipFill>
        <p:spPr>
          <a:xfrm>
            <a:off x="850900" y="1407356"/>
            <a:ext cx="5461000" cy="4619551"/>
          </a:xfrm>
          <a:prstGeom prst="rect">
            <a:avLst/>
          </a:prstGeom>
        </p:spPr>
      </p:pic>
      <p:sp>
        <p:nvSpPr>
          <p:cNvPr id="7" name="内容占位符 6"/>
          <p:cNvSpPr>
            <a:spLocks noGrp="1"/>
          </p:cNvSpPr>
          <p:nvPr>
            <p:ph sz="quarter" idx="20"/>
          </p:nvPr>
        </p:nvSpPr>
        <p:spPr/>
        <p:txBody>
          <a:bodyPr>
            <a:normAutofit/>
          </a:bodyPr>
          <a:lstStyle/>
          <a:p>
            <a:r>
              <a:rPr lang="zh-CN" altLang="en-US"/>
              <a:t>定义：</a:t>
            </a:r>
            <a:endParaRPr lang="en-US" altLang="zh-CN"/>
          </a:p>
          <a:p>
            <a:pPr lvl="1"/>
            <a:r>
              <a:rPr lang="zh-CN" altLang="en-US"/>
              <a:t>以关键字 </a:t>
            </a:r>
            <a:r>
              <a:rPr lang="en-US" altLang="zh-CN" sz="2900">
                <a:solidFill>
                  <a:srgbClr val="FF0000"/>
                </a:solidFill>
              </a:rPr>
              <a:t>class</a:t>
            </a:r>
            <a:r>
              <a:rPr lang="en-US" altLang="zh-CN"/>
              <a:t> </a:t>
            </a:r>
            <a:r>
              <a:rPr lang="zh-CN" altLang="en-US"/>
              <a:t>开头，后面跟着类名；</a:t>
            </a:r>
            <a:endParaRPr lang="en-US" altLang="zh-CN"/>
          </a:p>
          <a:p>
            <a:pPr lvl="1"/>
            <a:r>
              <a:rPr lang="zh-CN" altLang="en-US"/>
              <a:t>接着是一对花括号，里面包含有类的属性与方法的定义。</a:t>
            </a:r>
            <a:endParaRPr lang="en-US" altLang="zh-CN"/>
          </a:p>
          <a:p>
            <a:r>
              <a:rPr lang="zh-CN" altLang="en-US"/>
              <a:t>总结：类是</a:t>
            </a:r>
            <a:r>
              <a:rPr lang="zh-CN" altLang="en-US">
                <a:solidFill>
                  <a:srgbClr val="FF0000"/>
                </a:solidFill>
              </a:rPr>
              <a:t>常量</a:t>
            </a:r>
            <a:r>
              <a:rPr lang="zh-CN" altLang="en-US"/>
              <a:t>、</a:t>
            </a:r>
            <a:r>
              <a:rPr lang="zh-CN" altLang="en-US">
                <a:solidFill>
                  <a:srgbClr val="FF0000"/>
                </a:solidFill>
              </a:rPr>
              <a:t>变量</a:t>
            </a:r>
            <a:r>
              <a:rPr lang="zh-CN" altLang="en-US"/>
              <a:t>（属性）与</a:t>
            </a:r>
            <a:r>
              <a:rPr lang="zh-CN" altLang="en-US">
                <a:solidFill>
                  <a:srgbClr val="FF0000"/>
                </a:solidFill>
              </a:rPr>
              <a:t>函数</a:t>
            </a:r>
            <a:r>
              <a:rPr lang="zh-CN" altLang="en-US"/>
              <a:t>（方法）的集合。</a:t>
            </a:r>
          </a:p>
          <a:p>
            <a:r>
              <a:rPr lang="zh-CN" altLang="en-US"/>
              <a:t>类名：</a:t>
            </a:r>
            <a:endParaRPr lang="en-US" altLang="zh-CN"/>
          </a:p>
          <a:p>
            <a:pPr lvl="1"/>
            <a:r>
              <a:rPr lang="zh-CN" altLang="en-US"/>
              <a:t>非 </a:t>
            </a:r>
            <a:r>
              <a:rPr lang="en-US" altLang="zh-CN"/>
              <a:t>PHP </a:t>
            </a:r>
            <a:r>
              <a:rPr lang="zh-CN" altLang="en-US"/>
              <a:t>保留字；</a:t>
            </a:r>
            <a:endParaRPr lang="en-US" altLang="zh-CN"/>
          </a:p>
          <a:p>
            <a:pPr lvl="1"/>
            <a:r>
              <a:rPr lang="zh-CN" altLang="en-US" sz="2900">
                <a:solidFill>
                  <a:srgbClr val="FF0000"/>
                </a:solidFill>
              </a:rPr>
              <a:t>以字母或下划线开头</a:t>
            </a:r>
            <a:r>
              <a:rPr lang="zh-CN" altLang="en-US"/>
              <a:t>，后面跟着若干字母，数字或下划线；</a:t>
            </a:r>
            <a:endParaRPr lang="en-US" altLang="zh-CN"/>
          </a:p>
          <a:p>
            <a:pPr lvl="1"/>
            <a:r>
              <a:rPr lang="zh-CN" altLang="en-US"/>
              <a:t>大驼峰命名。</a:t>
            </a:r>
          </a:p>
        </p:txBody>
      </p:sp>
      <p:sp>
        <p:nvSpPr>
          <p:cNvPr id="2" name="矩形 1"/>
          <p:cNvSpPr/>
          <p:nvPr/>
        </p:nvSpPr>
        <p:spPr>
          <a:xfrm>
            <a:off x="852836" y="1844824"/>
            <a:ext cx="2402880" cy="43204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a:cxnSpLocks/>
          </p:cNvCxnSpPr>
          <p:nvPr/>
        </p:nvCxnSpPr>
        <p:spPr>
          <a:xfrm flipV="1">
            <a:off x="3255716" y="1771361"/>
            <a:ext cx="3776388" cy="27449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9" name="对角圆角矩形 8"/>
          <p:cNvSpPr/>
          <p:nvPr/>
        </p:nvSpPr>
        <p:spPr>
          <a:xfrm>
            <a:off x="1333881" y="2981959"/>
            <a:ext cx="4104456" cy="432048"/>
          </a:xfrm>
          <a:prstGeom prst="round2DiagRect">
            <a:avLst/>
          </a:prstGeom>
          <a:solidFill>
            <a:srgbClr val="7030A0">
              <a:alpha val="3607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a:cxnSpLocks/>
            <a:stCxn id="9" idx="0"/>
          </p:cNvCxnSpPr>
          <p:nvPr/>
        </p:nvCxnSpPr>
        <p:spPr>
          <a:xfrm flipV="1">
            <a:off x="5438337" y="3140968"/>
            <a:ext cx="4186055" cy="57015"/>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3" name="对角圆角矩形 12"/>
          <p:cNvSpPr/>
          <p:nvPr/>
        </p:nvSpPr>
        <p:spPr>
          <a:xfrm>
            <a:off x="1415480" y="4071809"/>
            <a:ext cx="3960440" cy="1063773"/>
          </a:xfrm>
          <a:prstGeom prst="round2DiagRect">
            <a:avLst/>
          </a:prstGeom>
          <a:solidFill>
            <a:srgbClr val="0070C0">
              <a:alpha val="36078"/>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a:cxnSpLocks/>
          </p:cNvCxnSpPr>
          <p:nvPr/>
        </p:nvCxnSpPr>
        <p:spPr>
          <a:xfrm flipV="1">
            <a:off x="5375920" y="3740504"/>
            <a:ext cx="2016224" cy="984640"/>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96090" y="2708920"/>
            <a:ext cx="4651838" cy="308446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p:nvPr/>
        </p:nvCxnSpPr>
        <p:spPr>
          <a:xfrm flipV="1">
            <a:off x="5447928" y="3140968"/>
            <a:ext cx="1440160" cy="93610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3935760" y="1877255"/>
            <a:ext cx="1980029" cy="523220"/>
          </a:xfrm>
          <a:prstGeom prst="rect">
            <a:avLst/>
          </a:prstGeom>
          <a:noFill/>
        </p:spPr>
        <p:txBody>
          <a:bodyPr wrap="none" lIns="91440" tIns="45720" rIns="91440" bIns="45720">
            <a:spAutoFit/>
          </a:bodyPr>
          <a:lstStyle/>
          <a:p>
            <a:pPr algn="ctr"/>
            <a:r>
              <a:rPr lang="zh-CN" altLang="en-US" sz="2800" b="0" cap="none" spc="0">
                <a:ln w="0"/>
                <a:solidFill>
                  <a:schemeClr val="tx1"/>
                </a:solidFill>
                <a:effectLst>
                  <a:outerShdw blurRad="38100" dist="19050" dir="2700000" algn="tl" rotWithShape="0">
                    <a:schemeClr val="dk1">
                      <a:alpha val="40000"/>
                    </a:schemeClr>
                  </a:outerShdw>
                </a:effectLst>
              </a:rPr>
              <a:t>大驼峰命名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1000"/>
                                        <p:tgtEl>
                                          <p:spTgt spid="7">
                                            <p:txEl>
                                              <p:pRg st="1" end="1"/>
                                            </p:txEl>
                                          </p:spTgt>
                                        </p:tgtEl>
                                      </p:cBhvr>
                                    </p:animEffect>
                                    <p:anim calcmode="lin" valueType="num">
                                      <p:cBhvr>
                                        <p:cTn id="1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3000"/>
                            </p:stCondLst>
                            <p:childTnLst>
                              <p:par>
                                <p:cTn id="26" presetID="42" presetClass="entr" presetSubtype="0" fill="hold" grpId="0"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fade">
                                      <p:cBhvr>
                                        <p:cTn id="35" dur="1000"/>
                                        <p:tgtEl>
                                          <p:spTgt spid="7">
                                            <p:txEl>
                                              <p:pRg st="2" end="2"/>
                                            </p:txEl>
                                          </p:spTgt>
                                        </p:tgtEl>
                                      </p:cBhvr>
                                    </p:animEffect>
                                    <p:anim calcmode="lin" valueType="num">
                                      <p:cBhvr>
                                        <p:cTn id="36"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2" presetClass="entr" presetSubtype="8"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0-#ppt_w/2"/>
                                          </p:val>
                                        </p:tav>
                                        <p:tav tm="100000">
                                          <p:val>
                                            <p:strVal val="#ppt_x"/>
                                          </p:val>
                                        </p:tav>
                                      </p:tavLst>
                                    </p:anim>
                                    <p:anim calcmode="lin" valueType="num">
                                      <p:cBhvr additive="base">
                                        <p:cTn id="42" dur="500" fill="hold"/>
                                        <p:tgtEl>
                                          <p:spTgt spid="18"/>
                                        </p:tgtEl>
                                        <p:attrNameLst>
                                          <p:attrName>ppt_y</p:attrName>
                                        </p:attrNameLst>
                                      </p:cBhvr>
                                      <p:tavLst>
                                        <p:tav tm="0">
                                          <p:val>
                                            <p:strVal val="#ppt_y"/>
                                          </p:val>
                                        </p:tav>
                                        <p:tav tm="100000">
                                          <p:val>
                                            <p:strVal val="#ppt_y"/>
                                          </p:val>
                                        </p:tav>
                                      </p:tavLst>
                                    </p:anim>
                                  </p:childTnLst>
                                </p:cTn>
                              </p:par>
                            </p:childTnLst>
                          </p:cTn>
                        </p:par>
                        <p:par>
                          <p:cTn id="43" fill="hold">
                            <p:stCondLst>
                              <p:cond delay="15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animEffect transition="in" filter="fade">
                                      <p:cBhvr>
                                        <p:cTn id="51" dur="1000"/>
                                        <p:tgtEl>
                                          <p:spTgt spid="7">
                                            <p:txEl>
                                              <p:pRg st="3" end="3"/>
                                            </p:txEl>
                                          </p:spTgt>
                                        </p:tgtEl>
                                      </p:cBhvr>
                                    </p:animEffect>
                                    <p:anim calcmode="lin" valueType="num">
                                      <p:cBhvr>
                                        <p:cTn id="5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2" presetClass="entr" presetSubtype="8"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0-#ppt_w/2"/>
                                          </p:val>
                                        </p:tav>
                                        <p:tav tm="100000">
                                          <p:val>
                                            <p:strVal val="#ppt_x"/>
                                          </p:val>
                                        </p:tav>
                                      </p:tavLst>
                                    </p:anim>
                                    <p:anim calcmode="lin" valueType="num">
                                      <p:cBhvr additive="base">
                                        <p:cTn id="58" dur="500" fill="hold"/>
                                        <p:tgtEl>
                                          <p:spTgt spid="9"/>
                                        </p:tgtEl>
                                        <p:attrNameLst>
                                          <p:attrName>ppt_y</p:attrName>
                                        </p:attrNameLst>
                                      </p:cBhvr>
                                      <p:tavLst>
                                        <p:tav tm="0">
                                          <p:val>
                                            <p:strVal val="#ppt_y"/>
                                          </p:val>
                                        </p:tav>
                                        <p:tav tm="100000">
                                          <p:val>
                                            <p:strVal val="#ppt_y"/>
                                          </p:val>
                                        </p:tav>
                                      </p:tavLst>
                                    </p:anim>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par>
                          <p:cTn id="63" fill="hold">
                            <p:stCondLst>
                              <p:cond delay="2000"/>
                            </p:stCondLst>
                            <p:childTnLst>
                              <p:par>
                                <p:cTn id="64" presetID="2" presetClass="entr" presetSubtype="8" fill="hold" grpId="0" nodeType="after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0-#ppt_w/2"/>
                                          </p:val>
                                        </p:tav>
                                        <p:tav tm="100000">
                                          <p:val>
                                            <p:strVal val="#ppt_x"/>
                                          </p:val>
                                        </p:tav>
                                      </p:tavLst>
                                    </p:anim>
                                    <p:anim calcmode="lin" valueType="num">
                                      <p:cBhvr additive="base">
                                        <p:cTn id="67" dur="500" fill="hold"/>
                                        <p:tgtEl>
                                          <p:spTgt spid="13"/>
                                        </p:tgtEl>
                                        <p:attrNameLst>
                                          <p:attrName>ppt_y</p:attrName>
                                        </p:attrNameLst>
                                      </p:cBhvr>
                                      <p:tavLst>
                                        <p:tav tm="0">
                                          <p:val>
                                            <p:strVal val="#ppt_y"/>
                                          </p:val>
                                        </p:tav>
                                        <p:tav tm="100000">
                                          <p:val>
                                            <p:strVal val="#ppt_y"/>
                                          </p:val>
                                        </p:tav>
                                      </p:tavLst>
                                    </p:anim>
                                  </p:childTnLst>
                                </p:cTn>
                              </p:par>
                            </p:childTnLst>
                          </p:cTn>
                        </p:par>
                        <p:par>
                          <p:cTn id="68" fill="hold">
                            <p:stCondLst>
                              <p:cond delay="2500"/>
                            </p:stCondLst>
                            <p:childTnLst>
                              <p:par>
                                <p:cTn id="69" presetID="22" presetClass="entr" presetSubtype="8"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7">
                                            <p:txEl>
                                              <p:pRg st="4" end="4"/>
                                            </p:txEl>
                                          </p:spTgt>
                                        </p:tgtEl>
                                        <p:attrNameLst>
                                          <p:attrName>style.visibility</p:attrName>
                                        </p:attrNameLst>
                                      </p:cBhvr>
                                      <p:to>
                                        <p:strVal val="visible"/>
                                      </p:to>
                                    </p:set>
                                    <p:animEffect transition="in" filter="fade">
                                      <p:cBhvr>
                                        <p:cTn id="76" dur="1000"/>
                                        <p:tgtEl>
                                          <p:spTgt spid="7">
                                            <p:txEl>
                                              <p:pRg st="4" end="4"/>
                                            </p:txEl>
                                          </p:spTgt>
                                        </p:tgtEl>
                                      </p:cBhvr>
                                    </p:animEffect>
                                    <p:anim calcmode="lin" valueType="num">
                                      <p:cBhvr>
                                        <p:cTn id="77"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78"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79" fill="hold">
                            <p:stCondLst>
                              <p:cond delay="1000"/>
                            </p:stCondLst>
                            <p:childTnLst>
                              <p:par>
                                <p:cTn id="80" presetID="42" presetClass="entr" presetSubtype="0" fill="hold" nodeType="afterEffect">
                                  <p:stCondLst>
                                    <p:cond delay="0"/>
                                  </p:stCondLst>
                                  <p:childTnLst>
                                    <p:set>
                                      <p:cBhvr>
                                        <p:cTn id="81" dur="1" fill="hold">
                                          <p:stCondLst>
                                            <p:cond delay="0"/>
                                          </p:stCondLst>
                                        </p:cTn>
                                        <p:tgtEl>
                                          <p:spTgt spid="7">
                                            <p:txEl>
                                              <p:pRg st="5" end="5"/>
                                            </p:txEl>
                                          </p:spTgt>
                                        </p:tgtEl>
                                        <p:attrNameLst>
                                          <p:attrName>style.visibility</p:attrName>
                                        </p:attrNameLst>
                                      </p:cBhvr>
                                      <p:to>
                                        <p:strVal val="visible"/>
                                      </p:to>
                                    </p:set>
                                    <p:animEffect transition="in" filter="fade">
                                      <p:cBhvr>
                                        <p:cTn id="82" dur="1000"/>
                                        <p:tgtEl>
                                          <p:spTgt spid="7">
                                            <p:txEl>
                                              <p:pRg st="5" end="5"/>
                                            </p:txEl>
                                          </p:spTgt>
                                        </p:tgtEl>
                                      </p:cBhvr>
                                    </p:animEffect>
                                    <p:anim calcmode="lin" valueType="num">
                                      <p:cBhvr>
                                        <p:cTn id="8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8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7">
                                            <p:txEl>
                                              <p:pRg st="6" end="6"/>
                                            </p:txEl>
                                          </p:spTgt>
                                        </p:tgtEl>
                                        <p:attrNameLst>
                                          <p:attrName>style.visibility</p:attrName>
                                        </p:attrNameLst>
                                      </p:cBhvr>
                                      <p:to>
                                        <p:strVal val="visible"/>
                                      </p:to>
                                    </p:set>
                                    <p:animEffect transition="in" filter="fade">
                                      <p:cBhvr>
                                        <p:cTn id="89" dur="1000"/>
                                        <p:tgtEl>
                                          <p:spTgt spid="7">
                                            <p:txEl>
                                              <p:pRg st="6" end="6"/>
                                            </p:txEl>
                                          </p:spTgt>
                                        </p:tgtEl>
                                      </p:cBhvr>
                                    </p:animEffect>
                                    <p:anim calcmode="lin" valueType="num">
                                      <p:cBhvr>
                                        <p:cTn id="9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7">
                                            <p:txEl>
                                              <p:pRg st="7" end="7"/>
                                            </p:txEl>
                                          </p:spTgt>
                                        </p:tgtEl>
                                        <p:attrNameLst>
                                          <p:attrName>style.visibility</p:attrName>
                                        </p:attrNameLst>
                                      </p:cBhvr>
                                      <p:to>
                                        <p:strVal val="visible"/>
                                      </p:to>
                                    </p:set>
                                    <p:animEffect transition="in" filter="fade">
                                      <p:cBhvr>
                                        <p:cTn id="96" dur="1000"/>
                                        <p:tgtEl>
                                          <p:spTgt spid="7">
                                            <p:txEl>
                                              <p:pRg st="7" end="7"/>
                                            </p:txEl>
                                          </p:spTgt>
                                        </p:tgtEl>
                                      </p:cBhvr>
                                    </p:animEffect>
                                    <p:anim calcmode="lin" valueType="num">
                                      <p:cBhvr>
                                        <p:cTn id="9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9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3" grpId="0" animBg="1"/>
      <p:bldP spid="18" grpId="0" animBg="1"/>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sz="quarter" idx="19"/>
          </p:nvPr>
        </p:nvPicPr>
        <p:blipFill>
          <a:blip r:embed="rId2"/>
          <a:stretch>
            <a:fillRect/>
          </a:stretch>
        </p:blipFill>
        <p:spPr>
          <a:xfrm>
            <a:off x="1411702" y="1052513"/>
            <a:ext cx="4339395" cy="5329237"/>
          </a:xfrm>
          <a:prstGeom prst="rect">
            <a:avLst/>
          </a:prstGeom>
        </p:spPr>
      </p:pic>
      <p:sp>
        <p:nvSpPr>
          <p:cNvPr id="4" name="内容占位符 3"/>
          <p:cNvSpPr>
            <a:spLocks noGrp="1"/>
          </p:cNvSpPr>
          <p:nvPr>
            <p:ph sz="quarter" idx="20"/>
          </p:nvPr>
        </p:nvSpPr>
        <p:spPr/>
        <p:txBody>
          <a:bodyPr/>
          <a:lstStyle/>
          <a:p>
            <a:r>
              <a:rPr lang="zh-CN" altLang="en-US"/>
              <a:t>创建一个新的对象 </a:t>
            </a:r>
            <a:r>
              <a:rPr lang="en-US" altLang="zh-CN"/>
              <a:t>object</a:t>
            </a:r>
            <a:r>
              <a:rPr lang="zh-CN" altLang="en-US"/>
              <a:t>，使用 </a:t>
            </a:r>
            <a:r>
              <a:rPr lang="en-US" altLang="zh-CN"/>
              <a:t>new </a:t>
            </a:r>
            <a:r>
              <a:rPr lang="zh-CN" altLang="en-US"/>
              <a:t>语句实例化一个类</a:t>
            </a:r>
            <a:endParaRPr lang="en-US" altLang="zh-CN"/>
          </a:p>
          <a:p>
            <a:endParaRPr lang="en-US" altLang="zh-CN"/>
          </a:p>
          <a:p>
            <a:r>
              <a:rPr lang="zh-CN" altLang="en-US"/>
              <a:t>指向结构体成员运算符（单箭头运算符）：</a:t>
            </a:r>
            <a:r>
              <a:rPr lang="en-US" altLang="zh-CN"/>
              <a:t>-&gt;</a:t>
            </a:r>
          </a:p>
          <a:p>
            <a:endParaRPr lang="en-US" altLang="zh-CN"/>
          </a:p>
          <a:p>
            <a:r>
              <a:rPr lang="zh-CN" altLang="en-US"/>
              <a:t>方法不能单独调用，如：</a:t>
            </a:r>
            <a:endParaRPr lang="en-US" altLang="zh-CN"/>
          </a:p>
          <a:p>
            <a:pPr lvl="1"/>
            <a:r>
              <a:rPr lang="en-US" altLang="zh-CN"/>
              <a:t>do_foo();</a:t>
            </a:r>
          </a:p>
          <a:p>
            <a:endParaRPr lang="zh-CN" altLang="en-US"/>
          </a:p>
        </p:txBody>
      </p:sp>
      <p:sp>
        <p:nvSpPr>
          <p:cNvPr id="8" name="对角圆角矩形 7"/>
          <p:cNvSpPr/>
          <p:nvPr/>
        </p:nvSpPr>
        <p:spPr>
          <a:xfrm>
            <a:off x="1398258" y="5005005"/>
            <a:ext cx="3744416" cy="847749"/>
          </a:xfrm>
          <a:prstGeom prst="round2DiagRect">
            <a:avLst/>
          </a:prstGeom>
          <a:solidFill>
            <a:srgbClr val="0070C0">
              <a:alpha val="36078"/>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cxnSpLocks/>
          </p:cNvCxnSpPr>
          <p:nvPr/>
        </p:nvCxnSpPr>
        <p:spPr>
          <a:xfrm flipV="1">
            <a:off x="5231904" y="4509120"/>
            <a:ext cx="1728192" cy="919760"/>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占位符 11">
            <a:extLst>
              <a:ext uri="{FF2B5EF4-FFF2-40B4-BE49-F238E27FC236}">
                <a16:creationId xmlns:a16="http://schemas.microsoft.com/office/drawing/2014/main" id="{E05A62BC-DDBC-E1F3-E073-2B19F4B55729}"/>
              </a:ext>
            </a:extLst>
          </p:cNvPr>
          <p:cNvSpPr>
            <a:spLocks noGrp="1"/>
          </p:cNvSpPr>
          <p:nvPr>
            <p:ph type="body" sz="quarter" idx="4294967295"/>
          </p:nvPr>
        </p:nvSpPr>
        <p:spPr>
          <a:xfrm>
            <a:off x="850256" y="100867"/>
            <a:ext cx="5101728" cy="553348"/>
          </a:xfrm>
          <a:prstGeom prst="rect">
            <a:avLst/>
          </a:prstGeom>
        </p:spPr>
        <p:txBody>
          <a:bodyPr/>
          <a:lstStyle/>
          <a:p>
            <a:r>
              <a:rPr lang="zh-CN" altLang="en-US"/>
              <a:t>类的实例化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0-#ppt_w/2"/>
                                          </p:val>
                                        </p:tav>
                                        <p:tav tm="100000">
                                          <p:val>
                                            <p:strVal val="#ppt_x"/>
                                          </p:val>
                                        </p:tav>
                                      </p:tavLst>
                                    </p:anim>
                                    <p:anim calcmode="lin" valueType="num">
                                      <p:cBhvr additive="base">
                                        <p:cTn id="21" dur="500" fill="hold"/>
                                        <p:tgtEl>
                                          <p:spTgt spid="8"/>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fade">
                                      <p:cBhvr>
                                        <p:cTn id="29" dur="1000"/>
                                        <p:tgtEl>
                                          <p:spTgt spid="4">
                                            <p:txEl>
                                              <p:pRg st="2" end="2"/>
                                            </p:txEl>
                                          </p:spTgt>
                                        </p:tgtEl>
                                      </p:cBhvr>
                                    </p:animEffect>
                                    <p:anim calcmode="lin" valueType="num">
                                      <p:cBhvr>
                                        <p:cTn id="3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Effect transition="in" filter="fade">
                                      <p:cBhvr>
                                        <p:cTn id="36" dur="1000"/>
                                        <p:tgtEl>
                                          <p:spTgt spid="4">
                                            <p:txEl>
                                              <p:pRg st="4" end="4"/>
                                            </p:txEl>
                                          </p:spTgt>
                                        </p:tgtEl>
                                      </p:cBhvr>
                                    </p:animEffect>
                                    <p:anim calcmode="lin" valueType="num">
                                      <p:cBhvr>
                                        <p:cTn id="3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Effect transition="in" filter="fade">
                                      <p:cBhvr>
                                        <p:cTn id="41" dur="1000"/>
                                        <p:tgtEl>
                                          <p:spTgt spid="4">
                                            <p:txEl>
                                              <p:pRg st="5" end="5"/>
                                            </p:txEl>
                                          </p:spTgt>
                                        </p:tgtEl>
                                      </p:cBhvr>
                                    </p:animEffect>
                                    <p:anim calcmode="lin" valueType="num">
                                      <p:cBhvr>
                                        <p:cTn id="4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sz="quarter" idx="19"/>
          </p:nvPr>
        </p:nvSpPr>
        <p:spPr/>
        <p:txBody>
          <a:bodyPr>
            <a:normAutofit lnSpcReduction="10000"/>
          </a:bodyPr>
          <a:lstStyle/>
          <a:p>
            <a:pPr marL="0" indent="0">
              <a:buNone/>
            </a:pPr>
            <a:r>
              <a:rPr lang="en-US" altLang="zh-CN"/>
              <a:t>&lt;?php</a:t>
            </a:r>
          </a:p>
          <a:p>
            <a:pPr marL="0" indent="0">
              <a:buNone/>
            </a:pPr>
            <a:r>
              <a:rPr lang="en-US" altLang="zh-CN"/>
              <a:t>function show_item(){</a:t>
            </a:r>
          </a:p>
          <a:p>
            <a:pPr marL="0" indent="0">
              <a:buNone/>
            </a:pPr>
            <a:r>
              <a:rPr lang="en-US" altLang="zh-CN"/>
              <a:t> echo 'showItem Function';</a:t>
            </a:r>
          </a:p>
          <a:p>
            <a:pPr marL="0" indent="0">
              <a:buNone/>
            </a:pPr>
            <a:r>
              <a:rPr lang="en-US" altLang="zh-CN"/>
              <a:t>}</a:t>
            </a:r>
          </a:p>
          <a:p>
            <a:pPr marL="0" indent="0">
              <a:buNone/>
            </a:pPr>
            <a:r>
              <a:rPr lang="en-US" altLang="zh-CN"/>
              <a:t>class Bar</a:t>
            </a:r>
          </a:p>
          <a:p>
            <a:pPr marL="0" indent="0">
              <a:buNone/>
            </a:pPr>
            <a:r>
              <a:rPr lang="en-US" altLang="zh-CN"/>
              <a:t>{</a:t>
            </a:r>
          </a:p>
          <a:p>
            <a:pPr marL="0" indent="0">
              <a:buNone/>
            </a:pPr>
            <a:r>
              <a:rPr lang="en-US" altLang="zh-CN"/>
              <a:t>    public function test()</a:t>
            </a:r>
          </a:p>
          <a:p>
            <a:pPr marL="0" indent="0">
              <a:buNone/>
            </a:pPr>
            <a:r>
              <a:rPr lang="en-US" altLang="zh-CN"/>
              <a:t>    {</a:t>
            </a:r>
          </a:p>
          <a:p>
            <a:pPr marL="0" indent="0">
              <a:buNone/>
            </a:pPr>
            <a:r>
              <a:rPr lang="en-US" altLang="zh-CN"/>
              <a:t>        echo 'test function';</a:t>
            </a:r>
          </a:p>
          <a:p>
            <a:pPr marL="0" indent="0">
              <a:buNone/>
            </a:pPr>
            <a:r>
              <a:rPr lang="en-US" altLang="zh-CN"/>
              <a:t>    }</a:t>
            </a:r>
          </a:p>
          <a:p>
            <a:pPr marL="0" indent="0">
              <a:buNone/>
            </a:pPr>
            <a:r>
              <a:rPr lang="en-US" altLang="zh-CN"/>
              <a:t>}</a:t>
            </a:r>
          </a:p>
          <a:p>
            <a:pPr marL="0" indent="0">
              <a:buNone/>
            </a:pPr>
            <a:endParaRPr lang="zh-CN" altLang="en-US"/>
          </a:p>
        </p:txBody>
      </p:sp>
      <p:sp>
        <p:nvSpPr>
          <p:cNvPr id="8" name="内容占位符 7"/>
          <p:cNvSpPr>
            <a:spLocks noGrp="1"/>
          </p:cNvSpPr>
          <p:nvPr>
            <p:ph sz="quarter" idx="20"/>
          </p:nvPr>
        </p:nvSpPr>
        <p:spPr/>
        <p:txBody>
          <a:bodyPr>
            <a:normAutofit/>
          </a:bodyPr>
          <a:lstStyle/>
          <a:p>
            <a:pPr marL="514350" indent="-514350">
              <a:lnSpc>
                <a:spcPct val="220000"/>
              </a:lnSpc>
              <a:buFont typeface="+mj-lt"/>
              <a:buAutoNum type="alphaUcPeriod"/>
            </a:pPr>
            <a:r>
              <a:rPr lang="en-US" altLang="zh-CN" sz="3500"/>
              <a:t>show_item();</a:t>
            </a:r>
          </a:p>
          <a:p>
            <a:pPr marL="514350" indent="-514350">
              <a:lnSpc>
                <a:spcPct val="220000"/>
              </a:lnSpc>
              <a:buFont typeface="+mj-lt"/>
              <a:buAutoNum type="alphaUcPeriod"/>
            </a:pPr>
            <a:r>
              <a:rPr lang="en-US" altLang="zh-CN"/>
              <a:t>test();</a:t>
            </a:r>
          </a:p>
          <a:p>
            <a:pPr marL="514350" indent="-514350">
              <a:lnSpc>
                <a:spcPct val="220000"/>
              </a:lnSpc>
              <a:buFont typeface="+mj-lt"/>
              <a:buAutoNum type="alphaUcPeriod"/>
            </a:pPr>
            <a:r>
              <a:rPr lang="en-US" altLang="zh-CN"/>
              <a:t>(new Bar)-&gt;test();</a:t>
            </a:r>
          </a:p>
          <a:p>
            <a:pPr marL="514350" indent="-514350">
              <a:lnSpc>
                <a:spcPct val="220000"/>
              </a:lnSpc>
              <a:buFont typeface="+mj-lt"/>
              <a:buAutoNum type="alphaUcPeriod"/>
            </a:pPr>
            <a:r>
              <a:rPr lang="en-US" altLang="zh-CN"/>
              <a:t>$myBar = new Bar;</a:t>
            </a:r>
            <a:br>
              <a:rPr lang="en-US" altLang="zh-CN"/>
            </a:br>
            <a:r>
              <a:rPr lang="en-US" altLang="zh-CN"/>
              <a:t>$myBar-&gt;test();</a:t>
            </a:r>
            <a:endParaRPr lang="zh-CN" altLang="en-US"/>
          </a:p>
        </p:txBody>
      </p:sp>
      <p:sp>
        <p:nvSpPr>
          <p:cNvPr id="3" name="文本占位符 2">
            <a:extLst>
              <a:ext uri="{FF2B5EF4-FFF2-40B4-BE49-F238E27FC236}">
                <a16:creationId xmlns:a16="http://schemas.microsoft.com/office/drawing/2014/main" id="{61CD5EA8-1B5C-B9B9-B47D-7ABF2040D6BE}"/>
              </a:ext>
            </a:extLst>
          </p:cNvPr>
          <p:cNvSpPr>
            <a:spLocks noGrp="1"/>
          </p:cNvSpPr>
          <p:nvPr>
            <p:ph type="body" sz="quarter" idx="18"/>
          </p:nvPr>
        </p:nvSpPr>
        <p:spPr>
          <a:prstGeom prst="rect">
            <a:avLst/>
          </a:prstGeom>
        </p:spPr>
        <p:txBody>
          <a:bodyPr/>
          <a:lstStyle/>
          <a:p>
            <a:r>
              <a:rPr lang="zh-CN" altLang="en-US"/>
              <a:t>提问：根据左边的定义，判断右边哪些语句执行会出错？</a:t>
            </a:r>
          </a:p>
        </p:txBody>
      </p:sp>
      <p:sp>
        <p:nvSpPr>
          <p:cNvPr id="5" name="灯片编号占位符 4"/>
          <p:cNvSpPr>
            <a:spLocks noGrp="1"/>
          </p:cNvSpPr>
          <p:nvPr>
            <p:ph type="sldNum" sz="quarter" idx="4294967295"/>
          </p:nvPr>
        </p:nvSpPr>
        <p:spPr>
          <a:xfrm>
            <a:off x="0" y="0"/>
            <a:ext cx="0" cy="0"/>
          </a:xfrm>
        </p:spPr>
        <p:txBody>
          <a:bodyPr>
            <a:normAutofit fontScale="25000" lnSpcReduction="20000"/>
          </a:bodyPr>
          <a:lstStyle/>
          <a:p>
            <a:fld id="{0C913308-F349-4B6D-A68A-DD1791B4A57B}"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sz="quarter" idx="19"/>
          </p:nvPr>
        </p:nvPicPr>
        <p:blipFill>
          <a:blip r:embed="rId2"/>
          <a:stretch>
            <a:fillRect/>
          </a:stretch>
        </p:blipFill>
        <p:spPr>
          <a:xfrm>
            <a:off x="1027220" y="1052513"/>
            <a:ext cx="5108360" cy="5329237"/>
          </a:xfrm>
          <a:prstGeom prst="rect">
            <a:avLst/>
          </a:prstGeom>
        </p:spPr>
      </p:pic>
      <p:sp>
        <p:nvSpPr>
          <p:cNvPr id="4" name="内容占位符 3"/>
          <p:cNvSpPr>
            <a:spLocks noGrp="1"/>
          </p:cNvSpPr>
          <p:nvPr>
            <p:ph sz="quarter" idx="20"/>
          </p:nvPr>
        </p:nvSpPr>
        <p:spPr/>
        <p:txBody>
          <a:bodyPr/>
          <a:lstStyle/>
          <a:p>
            <a:r>
              <a:rPr lang="en-US" altLang="zh-CN"/>
              <a:t>__construct</a:t>
            </a:r>
            <a:r>
              <a:rPr lang="zh-CN" altLang="en-US"/>
              <a:t>：具有构造函数的类会在每次创建新对象时先调用此方法，所以非常适合在使用对象之前做一些初始化工作。 </a:t>
            </a:r>
            <a:endParaRPr lang="en-US" altLang="zh-CN"/>
          </a:p>
          <a:p>
            <a:r>
              <a:rPr lang="en-US" altLang="zh-CN"/>
              <a:t>$myFoo = new Bar('pk');</a:t>
            </a:r>
            <a:endParaRPr lang="zh-CN" altLang="en-US"/>
          </a:p>
        </p:txBody>
      </p:sp>
      <p:sp>
        <p:nvSpPr>
          <p:cNvPr id="3" name="文本占位符 2">
            <a:extLst>
              <a:ext uri="{FF2B5EF4-FFF2-40B4-BE49-F238E27FC236}">
                <a16:creationId xmlns:a16="http://schemas.microsoft.com/office/drawing/2014/main" id="{BF353295-7E50-3F91-85BA-8C19ADD8EEC2}"/>
              </a:ext>
            </a:extLst>
          </p:cNvPr>
          <p:cNvSpPr>
            <a:spLocks noGrp="1"/>
          </p:cNvSpPr>
          <p:nvPr>
            <p:ph type="body" sz="quarter" idx="18"/>
          </p:nvPr>
        </p:nvSpPr>
        <p:spPr/>
        <p:txBody>
          <a:bodyPr/>
          <a:lstStyle/>
          <a:p>
            <a:r>
              <a:rPr lang="zh-CN" altLang="en-US"/>
              <a:t>构造方法</a:t>
            </a:r>
            <a:r>
              <a:rPr lang="en-US" altLang="zh-CN"/>
              <a:t>__construct</a:t>
            </a:r>
            <a:endParaRPr lang="zh-CN" altLang="en-US"/>
          </a:p>
        </p:txBody>
      </p:sp>
      <p:sp>
        <p:nvSpPr>
          <p:cNvPr id="5" name="灯片编号占位符 4"/>
          <p:cNvSpPr>
            <a:spLocks noGrp="1"/>
          </p:cNvSpPr>
          <p:nvPr>
            <p:ph type="sldNum" sz="quarter" idx="4294967295"/>
          </p:nvPr>
        </p:nvSpPr>
        <p:spPr>
          <a:xfrm>
            <a:off x="9448800" y="6356350"/>
            <a:ext cx="2743200" cy="365125"/>
          </a:xfrm>
          <a:prstGeom prst="rect">
            <a:avLst/>
          </a:prstGeom>
        </p:spPr>
        <p:txBody>
          <a:bodyPr>
            <a:normAutofit lnSpcReduction="10000"/>
          </a:bodyPr>
          <a:lstStyle/>
          <a:p>
            <a:fld id="{0C913308-F349-4B6D-A68A-DD1791B4A57B}"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E2E534C-22E3-3156-8D3A-310E28B16EEF}"/>
              </a:ext>
            </a:extLst>
          </p:cNvPr>
          <p:cNvSpPr>
            <a:spLocks noGrp="1"/>
          </p:cNvSpPr>
          <p:nvPr>
            <p:ph type="body" sz="quarter" idx="18"/>
          </p:nvPr>
        </p:nvSpPr>
        <p:spPr/>
        <p:txBody>
          <a:bodyPr/>
          <a:lstStyle/>
          <a:p>
            <a:r>
              <a:rPr lang="zh-CN" altLang="en-US"/>
              <a:t>访问资源的运算符</a:t>
            </a:r>
          </a:p>
        </p:txBody>
      </p:sp>
      <p:graphicFrame>
        <p:nvGraphicFramePr>
          <p:cNvPr id="6" name="内容占位符 5">
            <a:extLst>
              <a:ext uri="{FF2B5EF4-FFF2-40B4-BE49-F238E27FC236}">
                <a16:creationId xmlns:a16="http://schemas.microsoft.com/office/drawing/2014/main" id="{1D53621B-A4AC-766B-0FEE-EEFF01D5E6E9}"/>
              </a:ext>
            </a:extLst>
          </p:cNvPr>
          <p:cNvGraphicFramePr>
            <a:graphicFrameLocks noGrp="1"/>
          </p:cNvGraphicFramePr>
          <p:nvPr>
            <p:ph sz="quarter" idx="19"/>
            <p:extLst>
              <p:ext uri="{D42A27DB-BD31-4B8C-83A1-F6EECF244321}">
                <p14:modId xmlns:p14="http://schemas.microsoft.com/office/powerpoint/2010/main" val="857636482"/>
              </p:ext>
            </p:extLst>
          </p:nvPr>
        </p:nvGraphicFramePr>
        <p:xfrm>
          <a:off x="1415480" y="2276872"/>
          <a:ext cx="9045649" cy="2736303"/>
        </p:xfrm>
        <a:graphic>
          <a:graphicData uri="http://schemas.openxmlformats.org/drawingml/2006/table">
            <a:tbl>
              <a:tblPr firstRow="1" firstCol="1" bandRow="1">
                <a:tableStyleId>{5C22544A-7EE6-4342-B048-85BDC9FD1C3A}</a:tableStyleId>
              </a:tblPr>
              <a:tblGrid>
                <a:gridCol w="1744001">
                  <a:extLst>
                    <a:ext uri="{9D8B030D-6E8A-4147-A177-3AD203B41FA5}">
                      <a16:colId xmlns:a16="http://schemas.microsoft.com/office/drawing/2014/main" val="3841679018"/>
                    </a:ext>
                  </a:extLst>
                </a:gridCol>
                <a:gridCol w="3775654">
                  <a:extLst>
                    <a:ext uri="{9D8B030D-6E8A-4147-A177-3AD203B41FA5}">
                      <a16:colId xmlns:a16="http://schemas.microsoft.com/office/drawing/2014/main" val="2885102763"/>
                    </a:ext>
                  </a:extLst>
                </a:gridCol>
                <a:gridCol w="3525994">
                  <a:extLst>
                    <a:ext uri="{9D8B030D-6E8A-4147-A177-3AD203B41FA5}">
                      <a16:colId xmlns:a16="http://schemas.microsoft.com/office/drawing/2014/main" val="3223271874"/>
                    </a:ext>
                  </a:extLst>
                </a:gridCol>
              </a:tblGrid>
              <a:tr h="912101">
                <a:tc>
                  <a:txBody>
                    <a:bodyPr/>
                    <a:lstStyle/>
                    <a:p>
                      <a:pPr indent="304800" algn="ctr">
                        <a:lnSpc>
                          <a:spcPts val="1600"/>
                        </a:lnSpc>
                        <a:buNone/>
                      </a:pPr>
                      <a:r>
                        <a:rPr lang="zh-CN" sz="1800" kern="100">
                          <a:effectLst/>
                        </a:rPr>
                        <a:t>操作符</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zh-CN" sz="1800" kern="100">
                          <a:effectLst/>
                        </a:rPr>
                        <a:t>用途</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zh-CN" sz="1800" kern="100">
                          <a:effectLst/>
                        </a:rPr>
                        <a:t>示例</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46140603"/>
                  </a:ext>
                </a:extLst>
              </a:tr>
              <a:tr h="912101">
                <a:tc>
                  <a:txBody>
                    <a:bodyPr/>
                    <a:lstStyle/>
                    <a:p>
                      <a:pPr indent="0" algn="ctr">
                        <a:lnSpc>
                          <a:spcPts val="1600"/>
                        </a:lnSpc>
                        <a:buNone/>
                      </a:pPr>
                      <a:r>
                        <a:rPr lang="en-US" sz="1800" kern="100">
                          <a:effectLst/>
                        </a:rPr>
                        <a:t>::</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zh-CN" sz="1800" kern="100">
                          <a:effectLst/>
                        </a:rPr>
                        <a:t>访问静态成员、常量</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1800" kern="100">
                          <a:effectLst/>
                        </a:rPr>
                        <a:t>ClassName::method()</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92856240"/>
                  </a:ext>
                </a:extLst>
              </a:tr>
              <a:tr h="912101">
                <a:tc>
                  <a:txBody>
                    <a:bodyPr/>
                    <a:lstStyle/>
                    <a:p>
                      <a:pPr indent="0" algn="ctr">
                        <a:lnSpc>
                          <a:spcPts val="1600"/>
                        </a:lnSpc>
                        <a:buNone/>
                      </a:pPr>
                      <a:r>
                        <a:rPr lang="en-US" sz="1800" kern="100">
                          <a:effectLst/>
                        </a:rPr>
                        <a:t>-&gt;</a:t>
                      </a:r>
                    </a:p>
                    <a:p>
                      <a:pPr indent="0" algn="ctr">
                        <a:lnSpc>
                          <a:spcPts val="1600"/>
                        </a:lnSpc>
                        <a:buNone/>
                      </a:pPr>
                      <a:endParaRPr lang="en-US" sz="1800" kern="100">
                        <a:effectLst/>
                      </a:endParaRPr>
                    </a:p>
                    <a:p>
                      <a:pPr indent="0" algn="ctr">
                        <a:lnSpc>
                          <a:spcPts val="1600"/>
                        </a:lnSpc>
                        <a:buNone/>
                      </a:pPr>
                      <a:r>
                        <a:rPr lang="zh-CN" altLang="en-US" sz="1800" kern="100">
                          <a:effectLst/>
                          <a:latin typeface="微软雅黑" panose="020B0503020204020204" pitchFamily="34" charset="-122"/>
                          <a:ea typeface="微软雅黑" panose="020B0503020204020204" pitchFamily="34" charset="-122"/>
                          <a:cs typeface="Times New Roman" panose="02020603050405020304" pitchFamily="18" charset="0"/>
                        </a:rPr>
                        <a:t>（单箭头运算符）</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zh-CN" sz="1800" kern="100">
                          <a:effectLst/>
                        </a:rPr>
                        <a:t>访问实例成员</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1800" kern="100">
                          <a:effectLst/>
                        </a:rPr>
                        <a:t>$object-&gt;method()</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98127110"/>
                  </a:ext>
                </a:extLst>
              </a:tr>
            </a:tbl>
          </a:graphicData>
        </a:graphic>
      </p:graphicFrame>
    </p:spTree>
    <p:extLst>
      <p:ext uri="{BB962C8B-B14F-4D97-AF65-F5344CB8AC3E}">
        <p14:creationId xmlns:p14="http://schemas.microsoft.com/office/powerpoint/2010/main" val="98227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9"/>
          </p:nvPr>
        </p:nvSpPr>
        <p:spPr/>
        <p:txBody>
          <a:bodyPr/>
          <a:lstStyle/>
          <a:p>
            <a:r>
              <a:rPr lang="zh-CN" altLang="en-US" sz="2400"/>
              <a:t>为项目定义一个用户类，要求</a:t>
            </a:r>
            <a:endParaRPr lang="en-US" altLang="zh-CN" sz="2400"/>
          </a:p>
          <a:p>
            <a:pPr lvl="1"/>
            <a:r>
              <a:rPr lang="zh-CN" altLang="en-US" sz="2000"/>
              <a:t>类的名字为</a:t>
            </a:r>
            <a:r>
              <a:rPr lang="en-US" altLang="zh-CN" sz="2000"/>
              <a:t>User</a:t>
            </a:r>
            <a:r>
              <a:rPr lang="zh-CN" altLang="en-US" sz="2000"/>
              <a:t>，定义类的文件为</a:t>
            </a:r>
            <a:r>
              <a:rPr lang="en-US" altLang="zh-CN" sz="2000"/>
              <a:t>/api/User.php</a:t>
            </a:r>
            <a:r>
              <a:rPr lang="zh-CN" altLang="en-US" sz="2000"/>
              <a:t>；</a:t>
            </a:r>
            <a:endParaRPr lang="en-US" altLang="zh-CN" sz="2000"/>
          </a:p>
          <a:p>
            <a:pPr lvl="1"/>
            <a:r>
              <a:rPr lang="zh-CN" altLang="en-US" sz="2000"/>
              <a:t>类要求有构造函数，函数功能为打印：</a:t>
            </a:r>
            <a:br>
              <a:rPr lang="en-US" altLang="zh-CN" sz="2000"/>
            </a:br>
            <a:r>
              <a:rPr lang="zh-CN" altLang="en-US" sz="2000"/>
              <a:t>‘用户类实例化完毕’</a:t>
            </a:r>
            <a:endParaRPr lang="en-US" altLang="zh-CN" sz="2000"/>
          </a:p>
          <a:p>
            <a:pPr lvl="1"/>
            <a:r>
              <a:rPr lang="zh-CN" altLang="en-US" sz="2000"/>
              <a:t>完成类的定义后直接调用类，要求把创建的对象赋值给变量。</a:t>
            </a:r>
            <a:endParaRPr lang="en-US" altLang="zh-CN" sz="2000"/>
          </a:p>
          <a:p>
            <a:r>
              <a:rPr lang="zh-CN" altLang="en-US" sz="2400"/>
              <a:t>注意：如果需要调用类，需要先把类定义的文件通过文件包含引入到当前文件（建议使用绝对路径）。</a:t>
            </a:r>
            <a:endParaRPr lang="en-US" altLang="zh-CN" sz="2400"/>
          </a:p>
          <a:p>
            <a:r>
              <a:rPr lang="zh-CN" altLang="en-US" sz="2400"/>
              <a:t>如何获取当前文件的绝对路径：</a:t>
            </a:r>
            <a:r>
              <a:rPr lang="en-US" altLang="zh-CN" sz="2400">
                <a:highlight>
                  <a:srgbClr val="FFFF00"/>
                </a:highlight>
              </a:rPr>
              <a:t>__DIR__</a:t>
            </a:r>
            <a:r>
              <a:rPr lang="zh-CN" altLang="en-US" sz="2400"/>
              <a:t>是</a:t>
            </a:r>
            <a:r>
              <a:rPr lang="en-US" altLang="zh-CN" sz="2400"/>
              <a:t>PHP</a:t>
            </a:r>
            <a:r>
              <a:rPr lang="zh-CN" altLang="en-US" sz="2400"/>
              <a:t>定义的魔术常量，可用于计算当前文件的绝对路径</a:t>
            </a:r>
            <a:endParaRPr lang="zh-CN" altLang="en-US" sz="2400" dirty="0"/>
          </a:p>
        </p:txBody>
      </p:sp>
      <p:sp>
        <p:nvSpPr>
          <p:cNvPr id="3" name="文本占位符 2">
            <a:extLst>
              <a:ext uri="{FF2B5EF4-FFF2-40B4-BE49-F238E27FC236}">
                <a16:creationId xmlns:a16="http://schemas.microsoft.com/office/drawing/2014/main" id="{3B9CEC6F-1C3D-D5A6-6123-F5CE3DC8F1E6}"/>
              </a:ext>
            </a:extLst>
          </p:cNvPr>
          <p:cNvSpPr>
            <a:spLocks noGrp="1"/>
          </p:cNvSpPr>
          <p:nvPr>
            <p:ph type="body" sz="quarter" idx="18"/>
          </p:nvPr>
        </p:nvSpPr>
        <p:spPr/>
        <p:txBody>
          <a:bodyPr/>
          <a:lstStyle/>
          <a:p>
            <a:r>
              <a:rPr lang="zh-CN" altLang="en-US"/>
              <a:t>作业一</a:t>
            </a:r>
          </a:p>
        </p:txBody>
      </p:sp>
      <p:sp>
        <p:nvSpPr>
          <p:cNvPr id="5" name="灯片编号占位符 4"/>
          <p:cNvSpPr>
            <a:spLocks noGrp="1"/>
          </p:cNvSpPr>
          <p:nvPr>
            <p:ph type="sldNum" sz="quarter" idx="4294967295"/>
          </p:nvPr>
        </p:nvSpPr>
        <p:spPr>
          <a:xfrm>
            <a:off x="0" y="1271588"/>
            <a:ext cx="711200" cy="244475"/>
          </a:xfrm>
          <a:prstGeom prst="rect">
            <a:avLst/>
          </a:prstGeom>
        </p:spPr>
        <p:txBody>
          <a:bodyPr>
            <a:normAutofit fontScale="62500" lnSpcReduction="20000"/>
          </a:bodyPr>
          <a:lstStyle/>
          <a:p>
            <a:fld id="{0C913308-F349-4B6D-A68A-DD1791B4A57B}" type="slidenum">
              <a:rPr lang="zh-CN" altLang="en-US" smtClean="0"/>
              <a:t>9</a:t>
            </a:fld>
            <a:endParaRPr lang="zh-CN" altLang="en-US"/>
          </a:p>
        </p:txBody>
      </p:sp>
      <p:pic>
        <p:nvPicPr>
          <p:cNvPr id="7" name="内容占位符 6">
            <a:extLst>
              <a:ext uri="{FF2B5EF4-FFF2-40B4-BE49-F238E27FC236}">
                <a16:creationId xmlns:a16="http://schemas.microsoft.com/office/drawing/2014/main" id="{2D4C7507-BE29-1A36-2A23-27042ADBB8B3}"/>
              </a:ext>
            </a:extLst>
          </p:cNvPr>
          <p:cNvPicPr>
            <a:picLocks noGrp="1" noChangeAspect="1"/>
          </p:cNvPicPr>
          <p:nvPr>
            <p:ph sz="quarter" idx="20"/>
          </p:nvPr>
        </p:nvPicPr>
        <p:blipFill>
          <a:blip r:embed="rId2">
            <a:extLst>
              <a:ext uri="{28A0092B-C50C-407E-A947-70E740481C1C}">
                <a14:useLocalDpi xmlns:a14="http://schemas.microsoft.com/office/drawing/2010/main" val="0"/>
              </a:ext>
            </a:extLst>
          </a:blip>
          <a:stretch>
            <a:fillRect/>
          </a:stretch>
        </p:blipFill>
        <p:spPr>
          <a:xfrm>
            <a:off x="6699669" y="1052513"/>
            <a:ext cx="5461000" cy="1944045"/>
          </a:xfrm>
          <a:prstGeom prst="rect">
            <a:avLst/>
          </a:prstGeom>
          <a:ln>
            <a:solidFill>
              <a:schemeClr val="accent6">
                <a:lumMod val="75000"/>
              </a:schemeClr>
            </a:solidFill>
          </a:ln>
        </p:spPr>
      </p:pic>
    </p:spTree>
    <p:extLst>
      <p:ext uri="{BB962C8B-B14F-4D97-AF65-F5344CB8AC3E}">
        <p14:creationId xmlns:p14="http://schemas.microsoft.com/office/powerpoint/2010/main" val="4233947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4D72-E546-9E7D-A83A-3FE6B60A33B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1122F56-EDDE-6CD5-70E4-CE151730030E}"/>
              </a:ext>
            </a:extLst>
          </p:cNvPr>
          <p:cNvSpPr>
            <a:spLocks noGrp="1"/>
          </p:cNvSpPr>
          <p:nvPr>
            <p:ph type="body" sz="quarter" idx="10"/>
          </p:nvPr>
        </p:nvSpPr>
        <p:spPr/>
        <p:txBody>
          <a:bodyPr>
            <a:normAutofit fontScale="97500"/>
          </a:bodyPr>
          <a:lstStyle/>
          <a:p>
            <a:pPr lvl="0">
              <a:lnSpc>
                <a:spcPct val="100000"/>
              </a:lnSpc>
              <a:spcBef>
                <a:spcPct val="0"/>
              </a:spcBef>
              <a:spcAft>
                <a:spcPct val="15000"/>
              </a:spcAft>
            </a:pPr>
            <a:r>
              <a:rPr lang="zh-CN" altLang="en-US" sz="4000">
                <a:solidFill>
                  <a:srgbClr val="00B050"/>
                </a:solidFill>
                <a:latin typeface="+mn-ea"/>
              </a:rPr>
              <a:t>类的定义和实例化</a:t>
            </a:r>
          </a:p>
          <a:p>
            <a:pPr lvl="0">
              <a:lnSpc>
                <a:spcPct val="100000"/>
              </a:lnSpc>
              <a:spcBef>
                <a:spcPct val="0"/>
              </a:spcBef>
              <a:spcAft>
                <a:spcPct val="15000"/>
              </a:spcAft>
            </a:pPr>
            <a:r>
              <a:rPr lang="zh-CN" altLang="en-US" sz="4000">
                <a:solidFill>
                  <a:srgbClr val="00B050"/>
                </a:solidFill>
                <a:highlight>
                  <a:srgbClr val="FFFF00"/>
                </a:highlight>
                <a:latin typeface="+mn-ea"/>
              </a:rPr>
              <a:t>访问控制</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latin typeface="+mn-ea"/>
              </a:rPr>
              <a:t>对象继承</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latin typeface="+mn-ea"/>
              </a:rPr>
              <a:t>静态资源</a:t>
            </a:r>
          </a:p>
        </p:txBody>
      </p:sp>
      <p:sp>
        <p:nvSpPr>
          <p:cNvPr id="3" name="标题 2">
            <a:extLst>
              <a:ext uri="{FF2B5EF4-FFF2-40B4-BE49-F238E27FC236}">
                <a16:creationId xmlns:a16="http://schemas.microsoft.com/office/drawing/2014/main" id="{A4A2AC45-4911-61A6-9654-04B3E1A371E2}"/>
              </a:ext>
            </a:extLst>
          </p:cNvPr>
          <p:cNvSpPr>
            <a:spLocks noGrp="1"/>
          </p:cNvSpPr>
          <p:nvPr>
            <p:ph type="title" idx="4294967295"/>
          </p:nvPr>
        </p:nvSpPr>
        <p:spPr>
          <a:xfrm>
            <a:off x="2032000" y="1600200"/>
            <a:ext cx="10160000" cy="990600"/>
          </a:xfrm>
        </p:spPr>
        <p:txBody>
          <a:bodyPr/>
          <a:lstStyle/>
          <a:p>
            <a:r>
              <a:rPr lang="zh-CN" altLang="en-US"/>
              <a:t>类的概述</a:t>
            </a:r>
          </a:p>
        </p:txBody>
      </p:sp>
    </p:spTree>
    <p:extLst>
      <p:ext uri="{BB962C8B-B14F-4D97-AF65-F5344CB8AC3E}">
        <p14:creationId xmlns:p14="http://schemas.microsoft.com/office/powerpoint/2010/main" val="2368763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03BC598-F185-8008-F38B-ACE272DAE05C}"/>
              </a:ext>
            </a:extLst>
          </p:cNvPr>
          <p:cNvSpPr>
            <a:spLocks noGrp="1"/>
          </p:cNvSpPr>
          <p:nvPr>
            <p:ph type="body" sz="quarter" idx="18"/>
          </p:nvPr>
        </p:nvSpPr>
        <p:spPr/>
        <p:txBody>
          <a:bodyPr/>
          <a:lstStyle/>
          <a:p>
            <a:r>
              <a:rPr lang="en-US" altLang="zh-CN"/>
              <a:t>PHP</a:t>
            </a:r>
            <a:r>
              <a:rPr lang="zh-CN" altLang="en-US"/>
              <a:t>类的三大特性之一</a:t>
            </a:r>
            <a:r>
              <a:rPr lang="en-US" altLang="zh-CN"/>
              <a:t>——</a:t>
            </a:r>
            <a:r>
              <a:rPr lang="zh-CN" altLang="en-US"/>
              <a:t>封装</a:t>
            </a:r>
          </a:p>
        </p:txBody>
      </p:sp>
      <p:graphicFrame>
        <p:nvGraphicFramePr>
          <p:cNvPr id="5" name="内容占位符 4">
            <a:extLst>
              <a:ext uri="{FF2B5EF4-FFF2-40B4-BE49-F238E27FC236}">
                <a16:creationId xmlns:a16="http://schemas.microsoft.com/office/drawing/2014/main" id="{B937B4F4-3858-BFE4-61EB-E7862FE45BEF}"/>
              </a:ext>
            </a:extLst>
          </p:cNvPr>
          <p:cNvGraphicFramePr>
            <a:graphicFrameLocks noGrp="1"/>
          </p:cNvGraphicFramePr>
          <p:nvPr>
            <p:ph sz="quarter" idx="19"/>
            <p:extLst>
              <p:ext uri="{D42A27DB-BD31-4B8C-83A1-F6EECF244321}">
                <p14:modId xmlns:p14="http://schemas.microsoft.com/office/powerpoint/2010/main" val="743849457"/>
              </p:ext>
            </p:extLst>
          </p:nvPr>
        </p:nvGraphicFramePr>
        <p:xfrm>
          <a:off x="948456" y="1196752"/>
          <a:ext cx="10513167" cy="5400602"/>
        </p:xfrm>
        <a:graphic>
          <a:graphicData uri="http://schemas.openxmlformats.org/drawingml/2006/table">
            <a:tbl>
              <a:tblPr>
                <a:tableStyleId>{8799B23B-EC83-4686-B30A-512413B5E67A}</a:tableStyleId>
              </a:tblPr>
              <a:tblGrid>
                <a:gridCol w="3024336">
                  <a:extLst>
                    <a:ext uri="{9D8B030D-6E8A-4147-A177-3AD203B41FA5}">
                      <a16:colId xmlns:a16="http://schemas.microsoft.com/office/drawing/2014/main" val="3336478184"/>
                    </a:ext>
                  </a:extLst>
                </a:gridCol>
                <a:gridCol w="3984442">
                  <a:extLst>
                    <a:ext uri="{9D8B030D-6E8A-4147-A177-3AD203B41FA5}">
                      <a16:colId xmlns:a16="http://schemas.microsoft.com/office/drawing/2014/main" val="675787148"/>
                    </a:ext>
                  </a:extLst>
                </a:gridCol>
                <a:gridCol w="3504389">
                  <a:extLst>
                    <a:ext uri="{9D8B030D-6E8A-4147-A177-3AD203B41FA5}">
                      <a16:colId xmlns:a16="http://schemas.microsoft.com/office/drawing/2014/main" val="4033071763"/>
                    </a:ext>
                  </a:extLst>
                </a:gridCol>
              </a:tblGrid>
              <a:tr h="762364">
                <a:tc>
                  <a:txBody>
                    <a:bodyPr/>
                    <a:lstStyle/>
                    <a:p>
                      <a:pPr algn="l">
                        <a:lnSpc>
                          <a:spcPts val="1875"/>
                        </a:lnSpc>
                        <a:buNone/>
                      </a:pPr>
                      <a:r>
                        <a:rPr lang="zh-CN" altLang="en-US" sz="1800" b="0">
                          <a:effectLst/>
                        </a:rPr>
                        <a:t>优势</a:t>
                      </a:r>
                      <a:endParaRPr lang="zh-CN" altLang="en-US" sz="1800" b="0">
                        <a:effectLst/>
                        <a:latin typeface="quote-cjk-patch"/>
                      </a:endParaRPr>
                    </a:p>
                  </a:txBody>
                  <a:tcPr marL="73350" marR="61125" marT="38203" marB="38203" anchor="ctr"/>
                </a:tc>
                <a:tc>
                  <a:txBody>
                    <a:bodyPr/>
                    <a:lstStyle/>
                    <a:p>
                      <a:pPr algn="l">
                        <a:lnSpc>
                          <a:spcPts val="1875"/>
                        </a:lnSpc>
                        <a:buNone/>
                      </a:pPr>
                      <a:r>
                        <a:rPr lang="zh-CN" altLang="en-US" sz="1800" b="0">
                          <a:effectLst/>
                        </a:rPr>
                        <a:t>说明</a:t>
                      </a:r>
                      <a:endParaRPr lang="zh-CN" altLang="en-US" sz="1800" b="0">
                        <a:effectLst/>
                        <a:latin typeface="quote-cjk-patch"/>
                      </a:endParaRPr>
                    </a:p>
                  </a:txBody>
                  <a:tcPr marL="61125" marR="61125" marT="38203" marB="38203" anchor="ctr"/>
                </a:tc>
                <a:tc>
                  <a:txBody>
                    <a:bodyPr/>
                    <a:lstStyle/>
                    <a:p>
                      <a:pPr algn="l">
                        <a:lnSpc>
                          <a:spcPts val="1875"/>
                        </a:lnSpc>
                        <a:buNone/>
                      </a:pPr>
                      <a:r>
                        <a:rPr lang="zh-CN" altLang="en-US" sz="1800" b="0">
                          <a:effectLst/>
                        </a:rPr>
                        <a:t>示例</a:t>
                      </a:r>
                      <a:endParaRPr lang="zh-CN" altLang="en-US" sz="1800" b="0">
                        <a:effectLst/>
                        <a:latin typeface="quote-cjk-patch"/>
                      </a:endParaRPr>
                    </a:p>
                  </a:txBody>
                  <a:tcPr marL="61125" marR="61125" marT="38203" marB="38203" anchor="ctr"/>
                </a:tc>
                <a:extLst>
                  <a:ext uri="{0D108BD9-81ED-4DB2-BD59-A6C34878D82A}">
                    <a16:rowId xmlns:a16="http://schemas.microsoft.com/office/drawing/2014/main" val="1694645313"/>
                  </a:ext>
                </a:extLst>
              </a:tr>
              <a:tr h="882039">
                <a:tc>
                  <a:txBody>
                    <a:bodyPr/>
                    <a:lstStyle/>
                    <a:p>
                      <a:pPr>
                        <a:lnSpc>
                          <a:spcPts val="1875"/>
                        </a:lnSpc>
                        <a:buNone/>
                      </a:pPr>
                      <a:r>
                        <a:rPr lang="zh-CN" altLang="en-US" sz="1800" b="1">
                          <a:effectLst/>
                        </a:rPr>
                        <a:t>数据保护</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防止外部直接修改内部状态</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余额不能直接修改，必须通过</a:t>
                      </a:r>
                      <a:r>
                        <a:rPr lang="en-US" sz="1800" b="0">
                          <a:effectLst/>
                        </a:rPr>
                        <a:t>deposit/withdraw</a:t>
                      </a:r>
                      <a:endParaRPr lang="en-US" sz="1800" b="0">
                        <a:effectLst/>
                        <a:latin typeface="quote-cjk-patch"/>
                      </a:endParaRPr>
                    </a:p>
                  </a:txBody>
                  <a:tcPr marL="61125" marR="73350" marT="38203" marB="38203" anchor="ctr"/>
                </a:tc>
                <a:extLst>
                  <a:ext uri="{0D108BD9-81ED-4DB2-BD59-A6C34878D82A}">
                    <a16:rowId xmlns:a16="http://schemas.microsoft.com/office/drawing/2014/main" val="3747700715"/>
                  </a:ext>
                </a:extLst>
              </a:tr>
              <a:tr h="718540">
                <a:tc>
                  <a:txBody>
                    <a:bodyPr/>
                    <a:lstStyle/>
                    <a:p>
                      <a:pPr>
                        <a:lnSpc>
                          <a:spcPts val="1875"/>
                        </a:lnSpc>
                        <a:buNone/>
                      </a:pPr>
                      <a:r>
                        <a:rPr lang="zh-CN" altLang="en-US" sz="1800" b="1">
                          <a:effectLst/>
                        </a:rPr>
                        <a:t>验证控制</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在</a:t>
                      </a:r>
                      <a:r>
                        <a:rPr lang="en-US" altLang="zh-CN" sz="1800" b="0">
                          <a:effectLst/>
                        </a:rPr>
                        <a:t>setter</a:t>
                      </a:r>
                      <a:r>
                        <a:rPr lang="zh-CN" altLang="en-US" sz="1800" b="0">
                          <a:effectLst/>
                        </a:rPr>
                        <a:t>中添加验证逻辑</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年龄必须在合理范围，邮箱格式正确</a:t>
                      </a:r>
                      <a:endParaRPr lang="zh-CN" altLang="en-US" sz="1800" b="0">
                        <a:effectLst/>
                        <a:latin typeface="quote-cjk-patch"/>
                      </a:endParaRPr>
                    </a:p>
                  </a:txBody>
                  <a:tcPr marL="61125" marR="73350" marT="38203" marB="38203" anchor="ctr"/>
                </a:tc>
                <a:extLst>
                  <a:ext uri="{0D108BD9-81ED-4DB2-BD59-A6C34878D82A}">
                    <a16:rowId xmlns:a16="http://schemas.microsoft.com/office/drawing/2014/main" val="3051891199"/>
                  </a:ext>
                </a:extLst>
              </a:tr>
              <a:tr h="1045540">
                <a:tc>
                  <a:txBody>
                    <a:bodyPr/>
                    <a:lstStyle/>
                    <a:p>
                      <a:pPr>
                        <a:lnSpc>
                          <a:spcPts val="1875"/>
                        </a:lnSpc>
                        <a:buNone/>
                      </a:pPr>
                      <a:r>
                        <a:rPr lang="zh-CN" altLang="en-US" sz="1800" b="1">
                          <a:effectLst/>
                        </a:rPr>
                        <a:t>隐藏实现</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内部变化不影响外部调用</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数据库从</a:t>
                      </a:r>
                      <a:r>
                        <a:rPr lang="en-US" altLang="zh-CN" sz="1800" b="0">
                          <a:effectLst/>
                        </a:rPr>
                        <a:t>MySQL</a:t>
                      </a:r>
                      <a:r>
                        <a:rPr lang="zh-CN" altLang="en-US" sz="1800" b="0">
                          <a:effectLst/>
                        </a:rPr>
                        <a:t>换成</a:t>
                      </a:r>
                      <a:r>
                        <a:rPr lang="en-US" altLang="zh-CN" sz="1800" b="0">
                          <a:effectLst/>
                        </a:rPr>
                        <a:t>PostgreSQL</a:t>
                      </a:r>
                      <a:r>
                        <a:rPr lang="zh-CN" altLang="en-US" sz="1800" b="0">
                          <a:effectLst/>
                        </a:rPr>
                        <a:t>，外部无感知</a:t>
                      </a:r>
                      <a:endParaRPr lang="zh-CN" altLang="en-US" sz="1800" b="0">
                        <a:effectLst/>
                        <a:latin typeface="quote-cjk-patch"/>
                      </a:endParaRPr>
                    </a:p>
                  </a:txBody>
                  <a:tcPr marL="61125" marR="73350" marT="38203" marB="38203" anchor="ctr"/>
                </a:tc>
                <a:extLst>
                  <a:ext uri="{0D108BD9-81ED-4DB2-BD59-A6C34878D82A}">
                    <a16:rowId xmlns:a16="http://schemas.microsoft.com/office/drawing/2014/main" val="1370311163"/>
                  </a:ext>
                </a:extLst>
              </a:tr>
              <a:tr h="718540">
                <a:tc>
                  <a:txBody>
                    <a:bodyPr/>
                    <a:lstStyle/>
                    <a:p>
                      <a:pPr>
                        <a:lnSpc>
                          <a:spcPts val="1875"/>
                        </a:lnSpc>
                        <a:buNone/>
                      </a:pPr>
                      <a:r>
                        <a:rPr lang="zh-CN" altLang="en-US" sz="1800" b="1">
                          <a:effectLst/>
                        </a:rPr>
                        <a:t>降低耦合</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减少模块间的依赖</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用户类只暴露方法，不暴露数据结构</a:t>
                      </a:r>
                      <a:endParaRPr lang="zh-CN" altLang="en-US" sz="1800" b="0">
                        <a:effectLst/>
                        <a:latin typeface="quote-cjk-patch"/>
                      </a:endParaRPr>
                    </a:p>
                  </a:txBody>
                  <a:tcPr marL="61125" marR="73350" marT="38203" marB="38203" anchor="ctr"/>
                </a:tc>
                <a:extLst>
                  <a:ext uri="{0D108BD9-81ED-4DB2-BD59-A6C34878D82A}">
                    <a16:rowId xmlns:a16="http://schemas.microsoft.com/office/drawing/2014/main" val="4117298938"/>
                  </a:ext>
                </a:extLst>
              </a:tr>
              <a:tr h="718540">
                <a:tc>
                  <a:txBody>
                    <a:bodyPr/>
                    <a:lstStyle/>
                    <a:p>
                      <a:pPr>
                        <a:lnSpc>
                          <a:spcPts val="1875"/>
                        </a:lnSpc>
                        <a:buNone/>
                      </a:pPr>
                      <a:r>
                        <a:rPr lang="zh-CN" altLang="en-US" sz="1800" b="1">
                          <a:effectLst/>
                        </a:rPr>
                        <a:t>易于维护</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修改内部逻辑不影响外部</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修改成绩计算算法，外部调用不变</a:t>
                      </a:r>
                      <a:endParaRPr lang="zh-CN" altLang="en-US" sz="1800" b="0">
                        <a:effectLst/>
                        <a:latin typeface="quote-cjk-patch"/>
                      </a:endParaRPr>
                    </a:p>
                  </a:txBody>
                  <a:tcPr marL="61125" marR="73350" marT="38203" marB="38203" anchor="ctr"/>
                </a:tc>
                <a:extLst>
                  <a:ext uri="{0D108BD9-81ED-4DB2-BD59-A6C34878D82A}">
                    <a16:rowId xmlns:a16="http://schemas.microsoft.com/office/drawing/2014/main" val="2275285363"/>
                  </a:ext>
                </a:extLst>
              </a:tr>
              <a:tr h="555039">
                <a:tc>
                  <a:txBody>
                    <a:bodyPr/>
                    <a:lstStyle/>
                    <a:p>
                      <a:pPr>
                        <a:lnSpc>
                          <a:spcPts val="1875"/>
                        </a:lnSpc>
                        <a:buNone/>
                      </a:pPr>
                      <a:r>
                        <a:rPr lang="zh-CN" altLang="en-US" sz="1800" b="1">
                          <a:effectLst/>
                        </a:rPr>
                        <a:t>增强安全</a:t>
                      </a:r>
                      <a:endParaRPr lang="zh-CN" altLang="en-US" sz="1800" b="0">
                        <a:effectLst/>
                        <a:latin typeface="quote-cjk-patch"/>
                      </a:endParaRPr>
                    </a:p>
                  </a:txBody>
                  <a:tcPr marL="73350" marR="61125" marT="38203" marB="38203" anchor="ctr"/>
                </a:tc>
                <a:tc>
                  <a:txBody>
                    <a:bodyPr/>
                    <a:lstStyle/>
                    <a:p>
                      <a:pPr>
                        <a:lnSpc>
                          <a:spcPts val="1875"/>
                        </a:lnSpc>
                        <a:buNone/>
                      </a:pPr>
                      <a:r>
                        <a:rPr lang="zh-CN" altLang="en-US" sz="1800" b="0">
                          <a:effectLst/>
                        </a:rPr>
                        <a:t>限制敏感数据访问</a:t>
                      </a:r>
                      <a:endParaRPr lang="zh-CN" altLang="en-US" sz="1800" b="0">
                        <a:effectLst/>
                        <a:latin typeface="quote-cjk-patch"/>
                      </a:endParaRPr>
                    </a:p>
                  </a:txBody>
                  <a:tcPr marL="61125" marR="61125" marT="38203" marB="38203" anchor="ctr"/>
                </a:tc>
                <a:tc>
                  <a:txBody>
                    <a:bodyPr/>
                    <a:lstStyle/>
                    <a:p>
                      <a:pPr>
                        <a:lnSpc>
                          <a:spcPts val="1875"/>
                        </a:lnSpc>
                        <a:buNone/>
                      </a:pPr>
                      <a:r>
                        <a:rPr lang="zh-CN" altLang="en-US" sz="1800" b="0">
                          <a:effectLst/>
                        </a:rPr>
                        <a:t>密码、身份证号等私有化</a:t>
                      </a:r>
                      <a:endParaRPr lang="zh-CN" altLang="en-US" sz="1800" b="0">
                        <a:effectLst/>
                        <a:latin typeface="quote-cjk-patch"/>
                      </a:endParaRPr>
                    </a:p>
                  </a:txBody>
                  <a:tcPr marL="61125" marR="73350" marT="38203" marB="38203" anchor="ctr"/>
                </a:tc>
                <a:extLst>
                  <a:ext uri="{0D108BD9-81ED-4DB2-BD59-A6C34878D82A}">
                    <a16:rowId xmlns:a16="http://schemas.microsoft.com/office/drawing/2014/main" val="1585010005"/>
                  </a:ext>
                </a:extLst>
              </a:tr>
            </a:tbl>
          </a:graphicData>
        </a:graphic>
      </p:graphicFrame>
    </p:spTree>
    <p:extLst>
      <p:ext uri="{BB962C8B-B14F-4D97-AF65-F5344CB8AC3E}">
        <p14:creationId xmlns:p14="http://schemas.microsoft.com/office/powerpoint/2010/main" val="2632988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9EAD31E-E435-E370-3CDE-C4E7BC513EA5}"/>
              </a:ext>
            </a:extLst>
          </p:cNvPr>
          <p:cNvSpPr>
            <a:spLocks noGrp="1"/>
          </p:cNvSpPr>
          <p:nvPr>
            <p:ph type="body" sz="quarter" idx="18"/>
          </p:nvPr>
        </p:nvSpPr>
        <p:spPr/>
        <p:txBody>
          <a:bodyPr/>
          <a:lstStyle/>
          <a:p>
            <a:r>
              <a:rPr lang="zh-CN" altLang="zh-CN"/>
              <a:t>封装</a:t>
            </a:r>
            <a:r>
              <a:rPr lang="en-US" altLang="zh-CN"/>
              <a:t> = </a:t>
            </a:r>
            <a:r>
              <a:rPr lang="zh-CN" altLang="zh-CN"/>
              <a:t>访问控制</a:t>
            </a:r>
            <a:r>
              <a:rPr lang="en-US" altLang="zh-CN"/>
              <a:t> + </a:t>
            </a:r>
            <a:r>
              <a:rPr lang="zh-CN" altLang="zh-CN"/>
              <a:t>行为控制</a:t>
            </a:r>
          </a:p>
        </p:txBody>
      </p:sp>
      <p:graphicFrame>
        <p:nvGraphicFramePr>
          <p:cNvPr id="4" name="内容占位符 3">
            <a:extLst>
              <a:ext uri="{FF2B5EF4-FFF2-40B4-BE49-F238E27FC236}">
                <a16:creationId xmlns:a16="http://schemas.microsoft.com/office/drawing/2014/main" id="{84A84C42-9103-954C-8B13-007FE1E96A39}"/>
              </a:ext>
            </a:extLst>
          </p:cNvPr>
          <p:cNvGraphicFramePr>
            <a:graphicFrameLocks noGrp="1"/>
          </p:cNvGraphicFramePr>
          <p:nvPr>
            <p:ph sz="quarter" idx="19"/>
            <p:extLst>
              <p:ext uri="{D42A27DB-BD31-4B8C-83A1-F6EECF244321}">
                <p14:modId xmlns:p14="http://schemas.microsoft.com/office/powerpoint/2010/main" val="1508366111"/>
              </p:ext>
            </p:extLst>
          </p:nvPr>
        </p:nvGraphicFramePr>
        <p:xfrm>
          <a:off x="263352" y="781467"/>
          <a:ext cx="9500852" cy="2232248"/>
        </p:xfrm>
        <a:graphic>
          <a:graphicData uri="http://schemas.openxmlformats.org/drawingml/2006/table">
            <a:tbl>
              <a:tblPr firstRow="1" firstCol="1" bandRow="1">
                <a:tableStyleId>{5C22544A-7EE6-4342-B048-85BDC9FD1C3A}</a:tableStyleId>
              </a:tblPr>
              <a:tblGrid>
                <a:gridCol w="2039291">
                  <a:extLst>
                    <a:ext uri="{9D8B030D-6E8A-4147-A177-3AD203B41FA5}">
                      <a16:colId xmlns:a16="http://schemas.microsoft.com/office/drawing/2014/main" val="4133987723"/>
                    </a:ext>
                  </a:extLst>
                </a:gridCol>
                <a:gridCol w="2387091">
                  <a:extLst>
                    <a:ext uri="{9D8B030D-6E8A-4147-A177-3AD203B41FA5}">
                      <a16:colId xmlns:a16="http://schemas.microsoft.com/office/drawing/2014/main" val="3397007347"/>
                    </a:ext>
                  </a:extLst>
                </a:gridCol>
                <a:gridCol w="3164416">
                  <a:extLst>
                    <a:ext uri="{9D8B030D-6E8A-4147-A177-3AD203B41FA5}">
                      <a16:colId xmlns:a16="http://schemas.microsoft.com/office/drawing/2014/main" val="33121198"/>
                    </a:ext>
                  </a:extLst>
                </a:gridCol>
                <a:gridCol w="1910054">
                  <a:extLst>
                    <a:ext uri="{9D8B030D-6E8A-4147-A177-3AD203B41FA5}">
                      <a16:colId xmlns:a16="http://schemas.microsoft.com/office/drawing/2014/main" val="959386545"/>
                    </a:ext>
                  </a:extLst>
                </a:gridCol>
              </a:tblGrid>
              <a:tr h="558062">
                <a:tc>
                  <a:txBody>
                    <a:bodyPr/>
                    <a:lstStyle/>
                    <a:p>
                      <a:pPr algn="ctr">
                        <a:lnSpc>
                          <a:spcPts val="1600"/>
                        </a:lnSpc>
                        <a:buNone/>
                      </a:pPr>
                      <a:r>
                        <a:rPr lang="zh-CN" sz="1050" kern="100">
                          <a:effectLst/>
                        </a:rPr>
                        <a:t>访问级别</a:t>
                      </a:r>
                      <a:endParaRPr lang="zh-CN" sz="1050" b="1"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控制范围</a:t>
                      </a:r>
                      <a:endParaRPr lang="zh-CN" sz="1050" b="1"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主要用途</a:t>
                      </a:r>
                      <a:endParaRPr lang="zh-CN" sz="1050" b="1"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封装强度</a:t>
                      </a:r>
                      <a:endParaRPr lang="zh-CN" sz="1050" b="1"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49152903"/>
                  </a:ext>
                </a:extLst>
              </a:tr>
              <a:tr h="558062">
                <a:tc>
                  <a:txBody>
                    <a:bodyPr/>
                    <a:lstStyle/>
                    <a:p>
                      <a:pPr algn="ctr">
                        <a:lnSpc>
                          <a:spcPts val="1600"/>
                        </a:lnSpc>
                        <a:buNone/>
                      </a:pPr>
                      <a:r>
                        <a:rPr lang="en-US" sz="1050" kern="100">
                          <a:effectLst/>
                        </a:rPr>
                        <a:t>private</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仅当前类</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内部实现细节、敏感数据</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最强</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91824194"/>
                  </a:ext>
                </a:extLst>
              </a:tr>
              <a:tr h="558062">
                <a:tc>
                  <a:txBody>
                    <a:bodyPr/>
                    <a:lstStyle/>
                    <a:p>
                      <a:pPr algn="ctr">
                        <a:lnSpc>
                          <a:spcPts val="1600"/>
                        </a:lnSpc>
                        <a:buNone/>
                      </a:pPr>
                      <a:r>
                        <a:rPr lang="en-US" sz="1050" kern="100">
                          <a:effectLst/>
                        </a:rPr>
                        <a:t>protected</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当前类</a:t>
                      </a:r>
                      <a:r>
                        <a:rPr lang="en-US" sz="1050" kern="100">
                          <a:effectLst/>
                        </a:rPr>
                        <a:t> + </a:t>
                      </a:r>
                      <a:r>
                        <a:rPr lang="zh-CN" sz="1050" kern="100">
                          <a:effectLst/>
                        </a:rPr>
                        <a:t>子类</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家族共享、扩展点</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中等</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0211150"/>
                  </a:ext>
                </a:extLst>
              </a:tr>
              <a:tr h="558062">
                <a:tc>
                  <a:txBody>
                    <a:bodyPr/>
                    <a:lstStyle/>
                    <a:p>
                      <a:pPr algn="ctr">
                        <a:lnSpc>
                          <a:spcPts val="1600"/>
                        </a:lnSpc>
                        <a:buNone/>
                      </a:pPr>
                      <a:r>
                        <a:rPr lang="en-US" sz="1050" kern="100">
                          <a:effectLst/>
                        </a:rPr>
                        <a:t>public</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所有人</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对外</a:t>
                      </a:r>
                      <a:r>
                        <a:rPr lang="en-US" sz="1050" kern="100">
                          <a:effectLst/>
                        </a:rPr>
                        <a:t>API</a:t>
                      </a:r>
                      <a:r>
                        <a:rPr lang="zh-CN" sz="1050" kern="100">
                          <a:effectLst/>
                        </a:rPr>
                        <a:t>、稳定接口</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050" kern="100">
                          <a:effectLst/>
                        </a:rPr>
                        <a:t>最弱</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27620851"/>
                  </a:ext>
                </a:extLst>
              </a:tr>
            </a:tbl>
          </a:graphicData>
        </a:graphic>
      </p:graphicFrame>
      <p:graphicFrame>
        <p:nvGraphicFramePr>
          <p:cNvPr id="5" name="图示 4">
            <a:extLst>
              <a:ext uri="{FF2B5EF4-FFF2-40B4-BE49-F238E27FC236}">
                <a16:creationId xmlns:a16="http://schemas.microsoft.com/office/drawing/2014/main" id="{C91BE57B-EFF3-F465-E976-2361FDAA028C}"/>
              </a:ext>
            </a:extLst>
          </p:cNvPr>
          <p:cNvGraphicFramePr/>
          <p:nvPr>
            <p:extLst>
              <p:ext uri="{D42A27DB-BD31-4B8C-83A1-F6EECF244321}">
                <p14:modId xmlns:p14="http://schemas.microsoft.com/office/powerpoint/2010/main" val="593190881"/>
              </p:ext>
            </p:extLst>
          </p:nvPr>
        </p:nvGraphicFramePr>
        <p:xfrm>
          <a:off x="335360" y="3136200"/>
          <a:ext cx="9073008" cy="3429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标注: 线形 5">
            <a:extLst>
              <a:ext uri="{FF2B5EF4-FFF2-40B4-BE49-F238E27FC236}">
                <a16:creationId xmlns:a16="http://schemas.microsoft.com/office/drawing/2014/main" id="{D9EDEC98-6E39-1F04-DE9E-E3E2B775C9E0}"/>
              </a:ext>
            </a:extLst>
          </p:cNvPr>
          <p:cNvSpPr/>
          <p:nvPr/>
        </p:nvSpPr>
        <p:spPr>
          <a:xfrm>
            <a:off x="10308468" y="908720"/>
            <a:ext cx="1800200" cy="720080"/>
          </a:xfrm>
          <a:prstGeom prst="borderCallout1">
            <a:avLst>
              <a:gd name="adj1" fmla="val 18750"/>
              <a:gd name="adj2" fmla="val -8333"/>
              <a:gd name="adj3" fmla="val 93176"/>
              <a:gd name="adj4" fmla="val -3060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访问控制：</a:t>
            </a:r>
            <a:endParaRPr lang="en-US" altLang="zh-CN"/>
          </a:p>
          <a:p>
            <a:pPr algn="ctr"/>
            <a:r>
              <a:rPr lang="zh-CN" altLang="en-US"/>
              <a:t>谁能访问</a:t>
            </a:r>
          </a:p>
        </p:txBody>
      </p:sp>
      <p:sp>
        <p:nvSpPr>
          <p:cNvPr id="7" name="标注: 线形 6">
            <a:extLst>
              <a:ext uri="{FF2B5EF4-FFF2-40B4-BE49-F238E27FC236}">
                <a16:creationId xmlns:a16="http://schemas.microsoft.com/office/drawing/2014/main" id="{505BBB2D-838A-0DD4-3DCC-6681076EC2CB}"/>
              </a:ext>
            </a:extLst>
          </p:cNvPr>
          <p:cNvSpPr/>
          <p:nvPr/>
        </p:nvSpPr>
        <p:spPr>
          <a:xfrm>
            <a:off x="10308468" y="3645024"/>
            <a:ext cx="1800200" cy="720080"/>
          </a:xfrm>
          <a:prstGeom prst="borderCallout1">
            <a:avLst>
              <a:gd name="adj1" fmla="val 18750"/>
              <a:gd name="adj2" fmla="val -8333"/>
              <a:gd name="adj3" fmla="val 93176"/>
              <a:gd name="adj4" fmla="val -46338"/>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a:t>行为控制：</a:t>
            </a:r>
            <a:endParaRPr lang="en-US" altLang="zh-CN"/>
          </a:p>
          <a:p>
            <a:pPr algn="ctr"/>
            <a:r>
              <a:rPr lang="zh-CN" altLang="en-US"/>
              <a:t>如何访问</a:t>
            </a:r>
            <a:r>
              <a:rPr lang="en-US" altLang="zh-CN"/>
              <a:t>/</a:t>
            </a:r>
            <a:r>
              <a:rPr lang="zh-CN" altLang="en-US"/>
              <a:t>修改</a:t>
            </a:r>
          </a:p>
        </p:txBody>
      </p:sp>
    </p:spTree>
    <p:extLst>
      <p:ext uri="{BB962C8B-B14F-4D97-AF65-F5344CB8AC3E}">
        <p14:creationId xmlns:p14="http://schemas.microsoft.com/office/powerpoint/2010/main" val="119004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9"/>
          </p:nvPr>
        </p:nvSpPr>
        <p:spPr/>
        <p:txBody>
          <a:bodyPr>
            <a:normAutofit/>
          </a:bodyPr>
          <a:lstStyle/>
          <a:p>
            <a:r>
              <a:rPr lang="en-US" altLang="zh-CN"/>
              <a:t>4</a:t>
            </a:r>
            <a:r>
              <a:rPr lang="zh-CN" altLang="en-US"/>
              <a:t>个关键字修饰变量、方法：</a:t>
            </a:r>
            <a:endParaRPr lang="en-US" altLang="zh-CN"/>
          </a:p>
          <a:p>
            <a:pPr lvl="1"/>
            <a:r>
              <a:rPr lang="en-US" altLang="zh-CN"/>
              <a:t>public</a:t>
            </a:r>
            <a:r>
              <a:rPr lang="zh-CN" altLang="en-US"/>
              <a:t>（默认）：可以在任何地方被访问； </a:t>
            </a:r>
            <a:endParaRPr lang="en-US" altLang="zh-CN"/>
          </a:p>
          <a:p>
            <a:pPr lvl="1"/>
            <a:r>
              <a:rPr lang="en-US" altLang="zh-CN"/>
              <a:t>protected</a:t>
            </a:r>
            <a:r>
              <a:rPr lang="zh-CN" altLang="en-US"/>
              <a:t>：可以被其自身以及其子类和父类访问；</a:t>
            </a:r>
            <a:endParaRPr lang="en-US" altLang="zh-CN"/>
          </a:p>
          <a:p>
            <a:pPr lvl="1"/>
            <a:r>
              <a:rPr lang="en-US" altLang="zh-CN"/>
              <a:t>private</a:t>
            </a:r>
            <a:r>
              <a:rPr lang="zh-CN" altLang="en-US"/>
              <a:t>：只能被其定义所在的类访问</a:t>
            </a:r>
            <a:r>
              <a:rPr lang="en-US" altLang="zh-CN"/>
              <a:t>;</a:t>
            </a:r>
          </a:p>
          <a:p>
            <a:pPr lvl="1"/>
            <a:r>
              <a:rPr lang="en-US" altLang="zh-CN"/>
              <a:t>readonly</a:t>
            </a:r>
            <a:r>
              <a:rPr lang="zh-CN" altLang="en-US"/>
              <a:t>：</a:t>
            </a:r>
            <a:r>
              <a:rPr lang="en-US" altLang="zh-CN"/>
              <a:t>PHP 8.1.0</a:t>
            </a:r>
            <a:r>
              <a:rPr lang="zh-CN" altLang="en-US"/>
              <a:t>，初始化后不允许修改值。</a:t>
            </a:r>
            <a:endParaRPr lang="en-US" altLang="zh-CN"/>
          </a:p>
        </p:txBody>
      </p:sp>
      <p:pic>
        <p:nvPicPr>
          <p:cNvPr id="8" name="内容占位符 7"/>
          <p:cNvPicPr>
            <a:picLocks noGrp="1" noChangeAspect="1"/>
          </p:cNvPicPr>
          <p:nvPr>
            <p:ph sz="quarter" idx="20"/>
          </p:nvPr>
        </p:nvPicPr>
        <p:blipFill>
          <a:blip r:embed="rId2"/>
          <a:stretch>
            <a:fillRect/>
          </a:stretch>
        </p:blipFill>
        <p:spPr>
          <a:xfrm>
            <a:off x="6508750" y="1151723"/>
            <a:ext cx="5461000" cy="5070492"/>
          </a:xfrm>
          <a:prstGeom prst="rect">
            <a:avLst/>
          </a:prstGeom>
        </p:spPr>
      </p:pic>
      <p:sp>
        <p:nvSpPr>
          <p:cNvPr id="3" name="文本占位符 2">
            <a:extLst>
              <a:ext uri="{FF2B5EF4-FFF2-40B4-BE49-F238E27FC236}">
                <a16:creationId xmlns:a16="http://schemas.microsoft.com/office/drawing/2014/main" id="{6108F1D9-5E66-430F-D82E-E96CC885154D}"/>
              </a:ext>
            </a:extLst>
          </p:cNvPr>
          <p:cNvSpPr>
            <a:spLocks noGrp="1"/>
          </p:cNvSpPr>
          <p:nvPr>
            <p:ph type="body" sz="quarter" idx="18"/>
          </p:nvPr>
        </p:nvSpPr>
        <p:spPr/>
        <p:txBody>
          <a:bodyPr/>
          <a:lstStyle/>
          <a:p>
            <a:r>
              <a:rPr lang="zh-CN" altLang="en-US"/>
              <a:t>访问控制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A07F471-AC24-F83D-BD60-5E2402081587}"/>
              </a:ext>
            </a:extLst>
          </p:cNvPr>
          <p:cNvSpPr>
            <a:spLocks noGrp="1"/>
          </p:cNvSpPr>
          <p:nvPr>
            <p:ph type="body" sz="quarter" idx="18"/>
          </p:nvPr>
        </p:nvSpPr>
        <p:spPr/>
        <p:txBody>
          <a:bodyPr/>
          <a:lstStyle/>
          <a:p>
            <a:r>
              <a:rPr lang="zh-CN" altLang="en-US"/>
              <a:t>下面哪些方法可以在类的外部调用</a:t>
            </a:r>
          </a:p>
        </p:txBody>
      </p:sp>
      <p:pic>
        <p:nvPicPr>
          <p:cNvPr id="11" name="内容占位符 8"/>
          <p:cNvPicPr>
            <a:picLocks noChangeAspect="1"/>
          </p:cNvPicPr>
          <p:nvPr/>
        </p:nvPicPr>
        <p:blipFill>
          <a:blip r:embed="rId2"/>
          <a:stretch>
            <a:fillRect/>
          </a:stretch>
        </p:blipFill>
        <p:spPr>
          <a:xfrm>
            <a:off x="812800" y="3294649"/>
            <a:ext cx="5181600" cy="3038763"/>
          </a:xfrm>
          <a:prstGeom prst="rect">
            <a:avLst/>
          </a:prstGeom>
          <a:ln>
            <a:solidFill>
              <a:schemeClr val="accent1"/>
            </a:solidFill>
          </a:ln>
        </p:spPr>
      </p:pic>
      <p:pic>
        <p:nvPicPr>
          <p:cNvPr id="7" name="内容占位符 5"/>
          <p:cNvPicPr>
            <a:picLocks noGrp="1" noChangeAspect="1"/>
          </p:cNvPicPr>
          <p:nvPr>
            <p:ph sz="quarter" idx="19"/>
          </p:nvPr>
        </p:nvPicPr>
        <p:blipFill>
          <a:blip r:embed="rId3"/>
          <a:stretch>
            <a:fillRect/>
          </a:stretch>
        </p:blipFill>
        <p:spPr>
          <a:xfrm>
            <a:off x="860678" y="1124744"/>
            <a:ext cx="5461000" cy="1534130"/>
          </a:xfrm>
          <a:prstGeom prst="rect">
            <a:avLst/>
          </a:prstGeom>
          <a:ln>
            <a:solidFill>
              <a:schemeClr val="accent1"/>
            </a:solidFill>
          </a:ln>
        </p:spPr>
      </p:pic>
      <p:pic>
        <p:nvPicPr>
          <p:cNvPr id="9" name="内容占位符 11"/>
          <p:cNvPicPr>
            <a:picLocks noGrp="1" noChangeAspect="1"/>
          </p:cNvPicPr>
          <p:nvPr>
            <p:ph sz="quarter" idx="20"/>
          </p:nvPr>
        </p:nvPicPr>
        <p:blipFill>
          <a:blip r:embed="rId4"/>
          <a:stretch>
            <a:fillRect/>
          </a:stretch>
        </p:blipFill>
        <p:spPr>
          <a:xfrm>
            <a:off x="6528048" y="894930"/>
            <a:ext cx="5461000" cy="4799438"/>
          </a:xfrm>
          <a:prstGeom prst="rect">
            <a:avLst/>
          </a:prstGeom>
          <a:ln>
            <a:solidFill>
              <a:schemeClr val="accent1"/>
            </a:solidFill>
          </a:ln>
        </p:spPr>
      </p:pic>
      <p:pic>
        <p:nvPicPr>
          <p:cNvPr id="17" name="内容占位符 14"/>
          <p:cNvPicPr>
            <a:picLocks noChangeAspect="1"/>
          </p:cNvPicPr>
          <p:nvPr/>
        </p:nvPicPr>
        <p:blipFill>
          <a:blip r:embed="rId5"/>
          <a:stretch>
            <a:fillRect/>
          </a:stretch>
        </p:blipFill>
        <p:spPr>
          <a:xfrm>
            <a:off x="6513760" y="4509120"/>
            <a:ext cx="5181600" cy="2025771"/>
          </a:xfrm>
          <a:prstGeom prst="rect">
            <a:avLst/>
          </a:prstGeom>
          <a:ln>
            <a:solidFill>
              <a:schemeClr val="accent1"/>
            </a:solidFill>
          </a:ln>
        </p:spPr>
      </p:pic>
    </p:spTree>
    <p:extLst>
      <p:ext uri="{BB962C8B-B14F-4D97-AF65-F5344CB8AC3E}">
        <p14:creationId xmlns:p14="http://schemas.microsoft.com/office/powerpoint/2010/main" val="113898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B9AE334-6E37-E29F-3C53-48DE436C30D1}"/>
              </a:ext>
            </a:extLst>
          </p:cNvPr>
          <p:cNvSpPr>
            <a:spLocks noGrp="1"/>
          </p:cNvSpPr>
          <p:nvPr>
            <p:ph type="body" sz="quarter" idx="18"/>
          </p:nvPr>
        </p:nvSpPr>
        <p:spPr/>
        <p:txBody>
          <a:bodyPr/>
          <a:lstStyle/>
          <a:p>
            <a:r>
              <a:rPr lang="en-US" altLang="zh-CN"/>
              <a:t>Readonly</a:t>
            </a:r>
            <a:endParaRPr lang="zh-CN" altLang="en-US"/>
          </a:p>
        </p:txBody>
      </p:sp>
      <p:pic>
        <p:nvPicPr>
          <p:cNvPr id="9" name="内容占位符 8"/>
          <p:cNvPicPr>
            <a:picLocks noGrp="1" noChangeAspect="1"/>
          </p:cNvPicPr>
          <p:nvPr>
            <p:ph sz="quarter" idx="19"/>
          </p:nvPr>
        </p:nvPicPr>
        <p:blipFill>
          <a:blip r:embed="rId2"/>
          <a:stretch>
            <a:fillRect/>
          </a:stretch>
        </p:blipFill>
        <p:spPr>
          <a:xfrm>
            <a:off x="790281" y="836613"/>
            <a:ext cx="10668587" cy="57610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B859AE00-1999-9BBB-E775-D690D8823964}"/>
              </a:ext>
            </a:extLst>
          </p:cNvPr>
          <p:cNvPicPr>
            <a:picLocks noGrp="1" noChangeAspect="1"/>
          </p:cNvPicPr>
          <p:nvPr>
            <p:ph sz="quarter" idx="19"/>
          </p:nvPr>
        </p:nvPicPr>
        <p:blipFill>
          <a:blip r:embed="rId2"/>
          <a:stretch>
            <a:fillRect/>
          </a:stretch>
        </p:blipFill>
        <p:spPr>
          <a:xfrm>
            <a:off x="1990765" y="1052513"/>
            <a:ext cx="3181269" cy="5329237"/>
          </a:xfrm>
          <a:prstGeom prst="rect">
            <a:avLst/>
          </a:prstGeom>
          <a:ln>
            <a:solidFill>
              <a:schemeClr val="accent1"/>
            </a:solidFill>
          </a:ln>
        </p:spPr>
      </p:pic>
      <p:pic>
        <p:nvPicPr>
          <p:cNvPr id="10" name="内容占位符 9">
            <a:extLst>
              <a:ext uri="{FF2B5EF4-FFF2-40B4-BE49-F238E27FC236}">
                <a16:creationId xmlns:a16="http://schemas.microsoft.com/office/drawing/2014/main" id="{48C6B68F-D293-73BA-903F-6B5A496F9607}"/>
              </a:ext>
            </a:extLst>
          </p:cNvPr>
          <p:cNvPicPr>
            <a:picLocks noGrp="1" noChangeAspect="1"/>
          </p:cNvPicPr>
          <p:nvPr>
            <p:ph sz="quarter" idx="20"/>
          </p:nvPr>
        </p:nvPicPr>
        <p:blipFill>
          <a:blip r:embed="rId3"/>
          <a:stretch>
            <a:fillRect/>
          </a:stretch>
        </p:blipFill>
        <p:spPr>
          <a:xfrm>
            <a:off x="6533637" y="1022350"/>
            <a:ext cx="5411226" cy="5329238"/>
          </a:xfrm>
          <a:prstGeom prst="rect">
            <a:avLst/>
          </a:prstGeom>
          <a:ln>
            <a:solidFill>
              <a:schemeClr val="accent1"/>
            </a:solidFill>
          </a:ln>
        </p:spPr>
      </p:pic>
      <p:sp>
        <p:nvSpPr>
          <p:cNvPr id="4" name="文本占位符 3">
            <a:extLst>
              <a:ext uri="{FF2B5EF4-FFF2-40B4-BE49-F238E27FC236}">
                <a16:creationId xmlns:a16="http://schemas.microsoft.com/office/drawing/2014/main" id="{54444D86-8CFD-626D-8489-733697EB2F10}"/>
              </a:ext>
            </a:extLst>
          </p:cNvPr>
          <p:cNvSpPr>
            <a:spLocks noGrp="1"/>
          </p:cNvSpPr>
          <p:nvPr>
            <p:ph type="body" sz="quarter" idx="18"/>
          </p:nvPr>
        </p:nvSpPr>
        <p:spPr/>
        <p:txBody>
          <a:bodyPr/>
          <a:lstStyle/>
          <a:p>
            <a:r>
              <a:rPr lang="zh-CN" altLang="zh-CN"/>
              <a:t>实例</a:t>
            </a:r>
            <a:r>
              <a:rPr lang="en-US" altLang="zh-CN"/>
              <a:t>4</a:t>
            </a:r>
            <a:r>
              <a:rPr lang="zh-CN" altLang="zh-CN"/>
              <a:t>展示了利用</a:t>
            </a:r>
            <a:r>
              <a:rPr lang="en-US" altLang="zh-CN"/>
              <a:t>Getter/Setter</a:t>
            </a:r>
            <a:r>
              <a:rPr lang="zh-CN" altLang="zh-CN"/>
              <a:t>实现的</a:t>
            </a:r>
            <a:r>
              <a:rPr lang="zh-CN" altLang="en-US"/>
              <a:t>行为控制</a:t>
            </a:r>
          </a:p>
        </p:txBody>
      </p:sp>
    </p:spTree>
    <p:extLst>
      <p:ext uri="{BB962C8B-B14F-4D97-AF65-F5344CB8AC3E}">
        <p14:creationId xmlns:p14="http://schemas.microsoft.com/office/powerpoint/2010/main" val="75136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D6D05180-ECED-BAFB-5162-8268CBBB241F}"/>
              </a:ext>
            </a:extLst>
          </p:cNvPr>
          <p:cNvPicPr>
            <a:picLocks noGrp="1" noChangeAspect="1"/>
          </p:cNvPicPr>
          <p:nvPr>
            <p:ph sz="quarter" idx="19"/>
          </p:nvPr>
        </p:nvPicPr>
        <p:blipFill>
          <a:blip r:embed="rId2"/>
          <a:stretch>
            <a:fillRect/>
          </a:stretch>
        </p:blipFill>
        <p:spPr>
          <a:xfrm>
            <a:off x="850900" y="1493040"/>
            <a:ext cx="5461000" cy="4448182"/>
          </a:xfrm>
          <a:prstGeom prst="rect">
            <a:avLst/>
          </a:prstGeom>
        </p:spPr>
      </p:pic>
      <p:sp>
        <p:nvSpPr>
          <p:cNvPr id="3" name="内容占位符 2">
            <a:extLst>
              <a:ext uri="{FF2B5EF4-FFF2-40B4-BE49-F238E27FC236}">
                <a16:creationId xmlns:a16="http://schemas.microsoft.com/office/drawing/2014/main" id="{ABAC4052-175B-530B-AD37-90D3792C6C40}"/>
              </a:ext>
            </a:extLst>
          </p:cNvPr>
          <p:cNvSpPr>
            <a:spLocks noGrp="1"/>
          </p:cNvSpPr>
          <p:nvPr>
            <p:ph sz="quarter" idx="20"/>
          </p:nvPr>
        </p:nvSpPr>
        <p:spPr/>
        <p:txBody>
          <a:bodyPr/>
          <a:lstStyle/>
          <a:p>
            <a:r>
              <a:rPr lang="zh-CN" altLang="en-US"/>
              <a:t>左边展示了</a:t>
            </a:r>
            <a:r>
              <a:rPr lang="en-US" altLang="zh-CN"/>
              <a:t>PHP</a:t>
            </a:r>
            <a:r>
              <a:rPr lang="zh-CN" altLang="en-US"/>
              <a:t>核心类</a:t>
            </a:r>
            <a:r>
              <a:rPr lang="en-US" altLang="zh-CN"/>
              <a:t>Exception</a:t>
            </a:r>
            <a:r>
              <a:rPr lang="zh-CN" altLang="en-US"/>
              <a:t>的属性和方法列表，请问哪些方法是用于行为控制的</a:t>
            </a:r>
            <a:r>
              <a:rPr lang="en-US" altLang="zh-CN"/>
              <a:t>Getter/Setter</a:t>
            </a:r>
            <a:r>
              <a:rPr lang="zh-CN" altLang="en-US"/>
              <a:t>，对应的属性是哪个？</a:t>
            </a:r>
          </a:p>
        </p:txBody>
      </p:sp>
      <p:sp>
        <p:nvSpPr>
          <p:cNvPr id="4" name="文本占位符 3">
            <a:extLst>
              <a:ext uri="{FF2B5EF4-FFF2-40B4-BE49-F238E27FC236}">
                <a16:creationId xmlns:a16="http://schemas.microsoft.com/office/drawing/2014/main" id="{56F70E48-4153-AD86-6F57-5DBB8E66DE50}"/>
              </a:ext>
            </a:extLst>
          </p:cNvPr>
          <p:cNvSpPr>
            <a:spLocks noGrp="1"/>
          </p:cNvSpPr>
          <p:nvPr>
            <p:ph type="body" sz="quarter" idx="18"/>
          </p:nvPr>
        </p:nvSpPr>
        <p:spPr/>
        <p:txBody>
          <a:bodyPr/>
          <a:lstStyle/>
          <a:p>
            <a:r>
              <a:rPr lang="zh-CN" altLang="en-US"/>
              <a:t>封装案例分析</a:t>
            </a:r>
          </a:p>
        </p:txBody>
      </p:sp>
    </p:spTree>
    <p:extLst>
      <p:ext uri="{BB962C8B-B14F-4D97-AF65-F5344CB8AC3E}">
        <p14:creationId xmlns:p14="http://schemas.microsoft.com/office/powerpoint/2010/main" val="1795706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110EE-6FBB-EAE0-501B-AE78753BC02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29384D3-95A8-5AF8-5D25-63BC0A2418D6}"/>
              </a:ext>
            </a:extLst>
          </p:cNvPr>
          <p:cNvSpPr>
            <a:spLocks noGrp="1"/>
          </p:cNvSpPr>
          <p:nvPr>
            <p:ph type="body" sz="quarter" idx="10"/>
          </p:nvPr>
        </p:nvSpPr>
        <p:spPr/>
        <p:txBody>
          <a:bodyPr>
            <a:normAutofit fontScale="97500"/>
          </a:bodyPr>
          <a:lstStyle/>
          <a:p>
            <a:pPr lvl="0">
              <a:lnSpc>
                <a:spcPct val="100000"/>
              </a:lnSpc>
              <a:spcBef>
                <a:spcPct val="0"/>
              </a:spcBef>
              <a:spcAft>
                <a:spcPct val="15000"/>
              </a:spcAft>
            </a:pPr>
            <a:r>
              <a:rPr lang="zh-CN" altLang="en-US" sz="4000">
                <a:solidFill>
                  <a:srgbClr val="00B050"/>
                </a:solidFill>
                <a:latin typeface="+mn-ea"/>
              </a:rPr>
              <a:t>类的定义和实例化</a:t>
            </a:r>
          </a:p>
          <a:p>
            <a:pPr lvl="0">
              <a:lnSpc>
                <a:spcPct val="100000"/>
              </a:lnSpc>
              <a:spcBef>
                <a:spcPct val="0"/>
              </a:spcBef>
              <a:spcAft>
                <a:spcPct val="15000"/>
              </a:spcAft>
            </a:pPr>
            <a:r>
              <a:rPr lang="zh-CN" altLang="en-US" sz="4000">
                <a:solidFill>
                  <a:srgbClr val="00B050"/>
                </a:solidFill>
                <a:latin typeface="+mn-ea"/>
              </a:rPr>
              <a:t>访问控制</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highlight>
                  <a:srgbClr val="FFFF00"/>
                </a:highlight>
                <a:latin typeface="+mn-ea"/>
              </a:rPr>
              <a:t>对象继承</a:t>
            </a:r>
            <a:endParaRPr lang="en-US" altLang="zh-CN" sz="4000">
              <a:solidFill>
                <a:srgbClr val="00B050"/>
              </a:solidFill>
              <a:highlight>
                <a:srgbClr val="FFFF00"/>
              </a:highlight>
              <a:latin typeface="+mn-ea"/>
            </a:endParaRPr>
          </a:p>
          <a:p>
            <a:pPr lvl="0">
              <a:lnSpc>
                <a:spcPct val="100000"/>
              </a:lnSpc>
              <a:spcBef>
                <a:spcPct val="0"/>
              </a:spcBef>
              <a:spcAft>
                <a:spcPct val="15000"/>
              </a:spcAft>
            </a:pPr>
            <a:r>
              <a:rPr lang="zh-CN" altLang="en-US" sz="4000">
                <a:solidFill>
                  <a:srgbClr val="00B050"/>
                </a:solidFill>
                <a:latin typeface="+mn-ea"/>
              </a:rPr>
              <a:t>静态资源</a:t>
            </a:r>
          </a:p>
        </p:txBody>
      </p:sp>
      <p:sp>
        <p:nvSpPr>
          <p:cNvPr id="3" name="标题 2">
            <a:extLst>
              <a:ext uri="{FF2B5EF4-FFF2-40B4-BE49-F238E27FC236}">
                <a16:creationId xmlns:a16="http://schemas.microsoft.com/office/drawing/2014/main" id="{D6B5C5D3-5EA3-EF1E-E804-364D0114B493}"/>
              </a:ext>
            </a:extLst>
          </p:cNvPr>
          <p:cNvSpPr>
            <a:spLocks noGrp="1"/>
          </p:cNvSpPr>
          <p:nvPr>
            <p:ph type="title" idx="4294967295"/>
          </p:nvPr>
        </p:nvSpPr>
        <p:spPr>
          <a:xfrm>
            <a:off x="2032000" y="1600200"/>
            <a:ext cx="10160000" cy="990600"/>
          </a:xfrm>
        </p:spPr>
        <p:txBody>
          <a:bodyPr/>
          <a:lstStyle/>
          <a:p>
            <a:r>
              <a:rPr lang="zh-CN" altLang="en-US"/>
              <a:t>类的概述</a:t>
            </a:r>
          </a:p>
        </p:txBody>
      </p:sp>
    </p:spTree>
    <p:extLst>
      <p:ext uri="{BB962C8B-B14F-4D97-AF65-F5344CB8AC3E}">
        <p14:creationId xmlns:p14="http://schemas.microsoft.com/office/powerpoint/2010/main" val="2127467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p:cNvPicPr>
            <a:picLocks noGrp="1" noChangeAspect="1"/>
          </p:cNvPicPr>
          <p:nvPr>
            <p:ph sz="quarter" idx="19"/>
          </p:nvPr>
        </p:nvPicPr>
        <p:blipFill>
          <a:blip r:embed="rId2"/>
          <a:stretch>
            <a:fillRect/>
          </a:stretch>
        </p:blipFill>
        <p:spPr>
          <a:xfrm>
            <a:off x="1683077" y="1052513"/>
            <a:ext cx="3796645" cy="5329237"/>
          </a:xfrm>
          <a:prstGeom prst="rect">
            <a:avLst/>
          </a:prstGeom>
        </p:spPr>
      </p:pic>
      <p:sp>
        <p:nvSpPr>
          <p:cNvPr id="5" name="内容占位符 4"/>
          <p:cNvSpPr>
            <a:spLocks noGrp="1"/>
          </p:cNvSpPr>
          <p:nvPr>
            <p:ph sz="quarter" idx="20"/>
          </p:nvPr>
        </p:nvSpPr>
        <p:spPr/>
        <p:txBody>
          <a:bodyPr/>
          <a:lstStyle/>
          <a:p>
            <a:r>
              <a:rPr lang="zh-CN" altLang="en-US"/>
              <a:t>当扩展一个类，子类就会继承父类所有 </a:t>
            </a:r>
            <a:r>
              <a:rPr lang="en-US" altLang="zh-CN"/>
              <a:t>public </a:t>
            </a:r>
            <a:r>
              <a:rPr lang="zh-CN" altLang="en-US"/>
              <a:t>和 </a:t>
            </a:r>
            <a:r>
              <a:rPr lang="en-US" altLang="zh-CN"/>
              <a:t>protected </a:t>
            </a:r>
            <a:r>
              <a:rPr lang="zh-CN" altLang="en-US"/>
              <a:t>的方法，属性和常量；</a:t>
            </a:r>
            <a:endParaRPr lang="en-US" altLang="zh-CN"/>
          </a:p>
          <a:p>
            <a:r>
              <a:rPr lang="zh-CN" altLang="en-US"/>
              <a:t>子类可修改继承方法的功能，可放宽限制，如</a:t>
            </a:r>
            <a:r>
              <a:rPr lang="en-US" altLang="zh-CN"/>
              <a:t>protected</a:t>
            </a:r>
            <a:r>
              <a:rPr lang="zh-CN" altLang="en-US"/>
              <a:t>到</a:t>
            </a:r>
            <a:r>
              <a:rPr lang="en-US" altLang="zh-CN"/>
              <a:t>public</a:t>
            </a:r>
            <a:r>
              <a:rPr lang="zh-CN" altLang="en-US"/>
              <a:t>（反之不可行）；</a:t>
            </a:r>
            <a:endParaRPr lang="en-US" altLang="zh-CN"/>
          </a:p>
          <a:p>
            <a:endParaRPr lang="zh-CN" altLang="en-US"/>
          </a:p>
        </p:txBody>
      </p:sp>
      <p:sp>
        <p:nvSpPr>
          <p:cNvPr id="3" name="文本占位符 2">
            <a:extLst>
              <a:ext uri="{FF2B5EF4-FFF2-40B4-BE49-F238E27FC236}">
                <a16:creationId xmlns:a16="http://schemas.microsoft.com/office/drawing/2014/main" id="{0FDAF5E5-43C6-1FA5-B240-FC9EBD6AFB46}"/>
              </a:ext>
            </a:extLst>
          </p:cNvPr>
          <p:cNvSpPr>
            <a:spLocks noGrp="1"/>
          </p:cNvSpPr>
          <p:nvPr>
            <p:ph type="body" sz="quarter" idx="18"/>
          </p:nvPr>
        </p:nvSpPr>
        <p:spPr/>
        <p:txBody>
          <a:bodyPr/>
          <a:lstStyle/>
          <a:p>
            <a:r>
              <a:rPr lang="zh-CN" altLang="en-US"/>
              <a:t>对象继承</a:t>
            </a:r>
            <a:r>
              <a:rPr lang="en-US" altLang="zh-CN"/>
              <a:t>extends</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9A0F2BD-15EA-8A88-5B63-C1D05E33E2EE}"/>
              </a:ext>
            </a:extLst>
          </p:cNvPr>
          <p:cNvSpPr>
            <a:spLocks noGrp="1"/>
          </p:cNvSpPr>
          <p:nvPr>
            <p:ph type="body" sz="quarter" idx="18"/>
          </p:nvPr>
        </p:nvSpPr>
        <p:spPr/>
        <p:txBody>
          <a:bodyPr/>
          <a:lstStyle/>
          <a:p>
            <a:r>
              <a:rPr lang="zh-CN" altLang="en-US"/>
              <a:t>下面哪些方法可以被子类继承</a:t>
            </a:r>
          </a:p>
        </p:txBody>
      </p:sp>
      <p:pic>
        <p:nvPicPr>
          <p:cNvPr id="8" name="内容占位符 5"/>
          <p:cNvPicPr>
            <a:picLocks noChangeAspect="1"/>
          </p:cNvPicPr>
          <p:nvPr/>
        </p:nvPicPr>
        <p:blipFill>
          <a:blip r:embed="rId2"/>
          <a:stretch>
            <a:fillRect/>
          </a:stretch>
        </p:blipFill>
        <p:spPr>
          <a:xfrm>
            <a:off x="747254" y="1246612"/>
            <a:ext cx="5181600" cy="1455640"/>
          </a:xfrm>
          <a:prstGeom prst="rect">
            <a:avLst/>
          </a:prstGeom>
          <a:ln>
            <a:solidFill>
              <a:schemeClr val="accent1"/>
            </a:solidFill>
          </a:ln>
        </p:spPr>
      </p:pic>
      <p:pic>
        <p:nvPicPr>
          <p:cNvPr id="11" name="内容占位符 8"/>
          <p:cNvPicPr>
            <a:picLocks noChangeAspect="1"/>
          </p:cNvPicPr>
          <p:nvPr/>
        </p:nvPicPr>
        <p:blipFill>
          <a:blip r:embed="rId3"/>
          <a:stretch>
            <a:fillRect/>
          </a:stretch>
        </p:blipFill>
        <p:spPr>
          <a:xfrm>
            <a:off x="604169" y="2852936"/>
            <a:ext cx="5181600" cy="3038763"/>
          </a:xfrm>
          <a:prstGeom prst="rect">
            <a:avLst/>
          </a:prstGeom>
          <a:ln>
            <a:solidFill>
              <a:schemeClr val="accent1"/>
            </a:solidFill>
          </a:ln>
        </p:spPr>
      </p:pic>
      <p:pic>
        <p:nvPicPr>
          <p:cNvPr id="14" name="内容占位符 11"/>
          <p:cNvPicPr>
            <a:picLocks noChangeAspect="1"/>
          </p:cNvPicPr>
          <p:nvPr/>
        </p:nvPicPr>
        <p:blipFill>
          <a:blip r:embed="rId4"/>
          <a:stretch>
            <a:fillRect/>
          </a:stretch>
        </p:blipFill>
        <p:spPr>
          <a:xfrm>
            <a:off x="6528048" y="1265414"/>
            <a:ext cx="3990032" cy="3506668"/>
          </a:xfrm>
          <a:prstGeom prst="rect">
            <a:avLst/>
          </a:prstGeom>
          <a:ln>
            <a:solidFill>
              <a:schemeClr val="accent1"/>
            </a:solidFill>
          </a:ln>
        </p:spPr>
      </p:pic>
      <p:pic>
        <p:nvPicPr>
          <p:cNvPr id="17" name="内容占位符 14"/>
          <p:cNvPicPr>
            <a:picLocks noChangeAspect="1"/>
          </p:cNvPicPr>
          <p:nvPr/>
        </p:nvPicPr>
        <p:blipFill>
          <a:blip r:embed="rId5"/>
          <a:stretch>
            <a:fillRect/>
          </a:stretch>
        </p:blipFill>
        <p:spPr>
          <a:xfrm>
            <a:off x="6312024" y="4509120"/>
            <a:ext cx="5181600" cy="2025771"/>
          </a:xfrm>
          <a:prstGeom prst="rect">
            <a:avLst/>
          </a:prstGeom>
          <a:ln>
            <a:solidFill>
              <a:schemeClr val="accent1"/>
            </a:solidFill>
          </a:ln>
        </p:spPr>
      </p:pic>
    </p:spTree>
    <p:extLst>
      <p:ext uri="{BB962C8B-B14F-4D97-AF65-F5344CB8AC3E}">
        <p14:creationId xmlns:p14="http://schemas.microsoft.com/office/powerpoint/2010/main" val="3578125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CF20F7-7D81-2197-AE4E-8CDD643A5542}"/>
              </a:ext>
            </a:extLst>
          </p:cNvPr>
          <p:cNvSpPr>
            <a:spLocks noGrp="1"/>
          </p:cNvSpPr>
          <p:nvPr>
            <p:ph sz="quarter" idx="19"/>
          </p:nvPr>
        </p:nvSpPr>
        <p:spPr/>
        <p:txBody>
          <a:bodyPr/>
          <a:lstStyle/>
          <a:p>
            <a:r>
              <a:rPr lang="zh-CN" altLang="en-US"/>
              <a:t>定义两个子类</a:t>
            </a:r>
            <a:r>
              <a:rPr lang="en-US" altLang="zh-CN"/>
              <a:t>Stu</a:t>
            </a:r>
            <a:r>
              <a:rPr lang="zh-CN" altLang="en-US"/>
              <a:t>和</a:t>
            </a:r>
            <a:r>
              <a:rPr lang="en-US" altLang="zh-CN"/>
              <a:t>Te</a:t>
            </a:r>
            <a:r>
              <a:rPr lang="zh-CN" altLang="en-US"/>
              <a:t>，继承作业一完成的</a:t>
            </a:r>
            <a:r>
              <a:rPr lang="en-US" altLang="zh-CN"/>
              <a:t>User</a:t>
            </a:r>
            <a:r>
              <a:rPr lang="zh-CN" altLang="en-US"/>
              <a:t>类，要求</a:t>
            </a:r>
            <a:endParaRPr lang="en-US" altLang="zh-CN"/>
          </a:p>
          <a:p>
            <a:pPr lvl="1"/>
            <a:r>
              <a:rPr lang="zh-CN" altLang="en-US"/>
              <a:t>在</a:t>
            </a:r>
            <a:r>
              <a:rPr lang="en-US" altLang="zh-CN"/>
              <a:t>User</a:t>
            </a:r>
            <a:r>
              <a:rPr lang="zh-CN" altLang="en-US"/>
              <a:t>类中定义</a:t>
            </a:r>
            <a:r>
              <a:rPr lang="en-US" altLang="zh-CN"/>
              <a:t>login</a:t>
            </a:r>
            <a:r>
              <a:rPr lang="zh-CN" altLang="en-US"/>
              <a:t>方法（</a:t>
            </a:r>
            <a:r>
              <a:rPr lang="en-US" altLang="zh-CN"/>
              <a:t>public</a:t>
            </a:r>
            <a:r>
              <a:rPr lang="zh-CN" altLang="en-US"/>
              <a:t>），利用</a:t>
            </a:r>
            <a:r>
              <a:rPr lang="en-US" altLang="zh-CN"/>
              <a:t>echo</a:t>
            </a:r>
            <a:r>
              <a:rPr lang="zh-CN" altLang="en-US"/>
              <a:t>输出‘登录成功’（或‘登录失败’）；</a:t>
            </a:r>
            <a:endParaRPr lang="en-US" altLang="zh-CN"/>
          </a:p>
          <a:p>
            <a:pPr lvl="1"/>
            <a:r>
              <a:rPr lang="zh-CN" altLang="en-US"/>
              <a:t>在</a:t>
            </a:r>
            <a:r>
              <a:rPr lang="en-US" altLang="zh-CN"/>
              <a:t>index.php</a:t>
            </a:r>
            <a:r>
              <a:rPr lang="zh-CN" altLang="en-US"/>
              <a:t>实例化</a:t>
            </a:r>
            <a:r>
              <a:rPr lang="en-US" altLang="zh-CN"/>
              <a:t>Stu</a:t>
            </a:r>
            <a:r>
              <a:rPr lang="zh-CN" altLang="en-US"/>
              <a:t>类和</a:t>
            </a:r>
            <a:r>
              <a:rPr lang="en-US" altLang="zh-CN"/>
              <a:t>Te</a:t>
            </a:r>
            <a:r>
              <a:rPr lang="zh-CN" altLang="en-US"/>
              <a:t>类，分别调用</a:t>
            </a:r>
            <a:r>
              <a:rPr lang="en-US" altLang="zh-CN"/>
              <a:t>login</a:t>
            </a:r>
            <a:r>
              <a:rPr lang="zh-CN" altLang="en-US"/>
              <a:t>方法，输出相应的字符串。</a:t>
            </a:r>
            <a:endParaRPr lang="en-US" altLang="zh-CN"/>
          </a:p>
        </p:txBody>
      </p:sp>
      <p:sp>
        <p:nvSpPr>
          <p:cNvPr id="2" name="文本占位符 1">
            <a:extLst>
              <a:ext uri="{FF2B5EF4-FFF2-40B4-BE49-F238E27FC236}">
                <a16:creationId xmlns:a16="http://schemas.microsoft.com/office/drawing/2014/main" id="{7361EED2-4D80-4F23-1E6A-9E305BC16EAE}"/>
              </a:ext>
            </a:extLst>
          </p:cNvPr>
          <p:cNvSpPr>
            <a:spLocks noGrp="1"/>
          </p:cNvSpPr>
          <p:nvPr>
            <p:ph type="body" sz="quarter" idx="18"/>
          </p:nvPr>
        </p:nvSpPr>
        <p:spPr/>
        <p:txBody>
          <a:bodyPr/>
          <a:lstStyle/>
          <a:p>
            <a:r>
              <a:rPr lang="zh-CN" altLang="en-US"/>
              <a:t>作业二</a:t>
            </a:r>
          </a:p>
        </p:txBody>
      </p:sp>
      <p:pic>
        <p:nvPicPr>
          <p:cNvPr id="14" name="内容占位符 13">
            <a:extLst>
              <a:ext uri="{FF2B5EF4-FFF2-40B4-BE49-F238E27FC236}">
                <a16:creationId xmlns:a16="http://schemas.microsoft.com/office/drawing/2014/main" id="{62855621-E604-BE93-65D4-199F7B12F5AC}"/>
              </a:ext>
            </a:extLst>
          </p:cNvPr>
          <p:cNvPicPr>
            <a:picLocks noGrp="1" noChangeAspect="1"/>
          </p:cNvPicPr>
          <p:nvPr>
            <p:ph sz="quarter" idx="20"/>
          </p:nvPr>
        </p:nvPicPr>
        <p:blipFill>
          <a:blip r:embed="rId2"/>
          <a:stretch>
            <a:fillRect/>
          </a:stretch>
        </p:blipFill>
        <p:spPr>
          <a:xfrm>
            <a:off x="6456040" y="1052513"/>
            <a:ext cx="5461000" cy="3560910"/>
          </a:xfrm>
          <a:prstGeom prst="rect">
            <a:avLst/>
          </a:prstGeom>
        </p:spPr>
      </p:pic>
    </p:spTree>
    <p:extLst>
      <p:ext uri="{BB962C8B-B14F-4D97-AF65-F5344CB8AC3E}">
        <p14:creationId xmlns:p14="http://schemas.microsoft.com/office/powerpoint/2010/main" val="1213897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A6DE4114-6AD3-3D17-AC00-27011E723175}"/>
              </a:ext>
            </a:extLst>
          </p:cNvPr>
          <p:cNvSpPr>
            <a:spLocks noGrp="1"/>
          </p:cNvSpPr>
          <p:nvPr>
            <p:ph type="body" idx="1"/>
          </p:nvPr>
        </p:nvSpPr>
        <p:spPr/>
        <p:txBody>
          <a:bodyPr/>
          <a:lstStyle/>
          <a:p>
            <a:r>
              <a:rPr lang="zh-CN" altLang="en-US"/>
              <a:t>发现问题</a:t>
            </a:r>
          </a:p>
        </p:txBody>
      </p:sp>
      <p:sp>
        <p:nvSpPr>
          <p:cNvPr id="5" name="文本占位符 4">
            <a:extLst>
              <a:ext uri="{FF2B5EF4-FFF2-40B4-BE49-F238E27FC236}">
                <a16:creationId xmlns:a16="http://schemas.microsoft.com/office/drawing/2014/main" id="{F2270D2C-BFFE-54E6-5EE2-A7D7BD35CC19}"/>
              </a:ext>
            </a:extLst>
          </p:cNvPr>
          <p:cNvSpPr>
            <a:spLocks noGrp="1"/>
          </p:cNvSpPr>
          <p:nvPr>
            <p:ph type="body" sz="quarter" idx="3"/>
          </p:nvPr>
        </p:nvSpPr>
        <p:spPr/>
        <p:txBody>
          <a:bodyPr/>
          <a:lstStyle/>
          <a:p>
            <a:r>
              <a:rPr lang="zh-CN" altLang="en-US"/>
              <a:t>分析问题</a:t>
            </a:r>
          </a:p>
        </p:txBody>
      </p:sp>
      <p:pic>
        <p:nvPicPr>
          <p:cNvPr id="9" name="内容占位符 13">
            <a:extLst>
              <a:ext uri="{FF2B5EF4-FFF2-40B4-BE49-F238E27FC236}">
                <a16:creationId xmlns:a16="http://schemas.microsoft.com/office/drawing/2014/main" id="{684E876C-489A-33CF-6BAC-D99CBBDA5E66}"/>
              </a:ext>
            </a:extLst>
          </p:cNvPr>
          <p:cNvPicPr>
            <a:picLocks noGrp="1" noChangeAspect="1"/>
          </p:cNvPicPr>
          <p:nvPr>
            <p:ph sz="quarter" idx="19"/>
          </p:nvPr>
        </p:nvPicPr>
        <p:blipFill>
          <a:blip r:embed="rId2"/>
          <a:stretch>
            <a:fillRect/>
          </a:stretch>
        </p:blipFill>
        <p:spPr>
          <a:xfrm>
            <a:off x="623392" y="1844706"/>
            <a:ext cx="4859337" cy="3168588"/>
          </a:xfrm>
          <a:prstGeom prst="rect">
            <a:avLst/>
          </a:prstGeom>
        </p:spPr>
      </p:pic>
      <p:sp>
        <p:nvSpPr>
          <p:cNvPr id="3" name="内容占位符 2">
            <a:extLst>
              <a:ext uri="{FF2B5EF4-FFF2-40B4-BE49-F238E27FC236}">
                <a16:creationId xmlns:a16="http://schemas.microsoft.com/office/drawing/2014/main" id="{0688EC1F-1A2E-B75E-E2EB-D469CFA5AFAB}"/>
              </a:ext>
            </a:extLst>
          </p:cNvPr>
          <p:cNvSpPr>
            <a:spLocks noGrp="1"/>
          </p:cNvSpPr>
          <p:nvPr>
            <p:ph sz="quarter" idx="20"/>
          </p:nvPr>
        </p:nvSpPr>
        <p:spPr/>
        <p:txBody>
          <a:bodyPr/>
          <a:lstStyle/>
          <a:p>
            <a:r>
              <a:rPr lang="zh-CN" altLang="en-US"/>
              <a:t>引申：未来学生和老师登录使用</a:t>
            </a:r>
            <a:r>
              <a:rPr lang="zh-CN" altLang="en-US">
                <a:highlight>
                  <a:srgbClr val="FFFF00"/>
                </a:highlight>
              </a:rPr>
              <a:t>不一样的表</a:t>
            </a:r>
            <a:r>
              <a:rPr lang="zh-CN" altLang="en-US"/>
              <a:t>、</a:t>
            </a:r>
            <a:r>
              <a:rPr lang="zh-CN" altLang="en-US">
                <a:highlight>
                  <a:srgbClr val="FFFF00"/>
                </a:highlight>
              </a:rPr>
              <a:t>不一样的字段验证登录</a:t>
            </a:r>
            <a:endParaRPr lang="en-US" altLang="zh-CN">
              <a:highlight>
                <a:srgbClr val="FFFF00"/>
              </a:highlight>
            </a:endParaRPr>
          </a:p>
          <a:p>
            <a:r>
              <a:rPr lang="zh-CN" altLang="en-US"/>
              <a:t>如果使用</a:t>
            </a:r>
            <a:r>
              <a:rPr lang="en-US" altLang="zh-CN"/>
              <a:t>User</a:t>
            </a:r>
            <a:r>
              <a:rPr lang="zh-CN" altLang="en-US"/>
              <a:t>类的</a:t>
            </a:r>
            <a:r>
              <a:rPr lang="en-US" altLang="zh-CN"/>
              <a:t>login</a:t>
            </a:r>
            <a:r>
              <a:rPr lang="zh-CN" altLang="en-US"/>
              <a:t>方法，就无法应对这两种情况</a:t>
            </a:r>
            <a:endParaRPr lang="en-US" altLang="zh-CN"/>
          </a:p>
          <a:p>
            <a:r>
              <a:rPr lang="zh-CN" altLang="en-US"/>
              <a:t>解决问题的关键，就是如何让</a:t>
            </a:r>
            <a:r>
              <a:rPr lang="zh-CN" altLang="en-US">
                <a:highlight>
                  <a:srgbClr val="FFFF00"/>
                </a:highlight>
              </a:rPr>
              <a:t>同一个</a:t>
            </a:r>
            <a:r>
              <a:rPr lang="en-US" altLang="zh-CN">
                <a:highlight>
                  <a:srgbClr val="FFFF00"/>
                </a:highlight>
              </a:rPr>
              <a:t>login</a:t>
            </a:r>
            <a:r>
              <a:rPr lang="zh-CN" altLang="en-US"/>
              <a:t>方法，</a:t>
            </a:r>
            <a:r>
              <a:rPr lang="zh-CN" altLang="en-US">
                <a:highlight>
                  <a:srgbClr val="FFFF00"/>
                </a:highlight>
              </a:rPr>
              <a:t>面对不同的用户</a:t>
            </a:r>
            <a:r>
              <a:rPr lang="zh-CN" altLang="en-US"/>
              <a:t>，</a:t>
            </a:r>
            <a:r>
              <a:rPr lang="zh-CN" altLang="en-US">
                <a:highlight>
                  <a:srgbClr val="FFFF00"/>
                </a:highlight>
              </a:rPr>
              <a:t>执行不一样的动作</a:t>
            </a:r>
            <a:r>
              <a:rPr lang="zh-CN" altLang="en-US"/>
              <a:t>？</a:t>
            </a:r>
          </a:p>
        </p:txBody>
      </p:sp>
      <p:sp>
        <p:nvSpPr>
          <p:cNvPr id="6" name="文本占位符 5">
            <a:extLst>
              <a:ext uri="{FF2B5EF4-FFF2-40B4-BE49-F238E27FC236}">
                <a16:creationId xmlns:a16="http://schemas.microsoft.com/office/drawing/2014/main" id="{BD1D6390-FD5D-6CC6-A1BC-F4125106213A}"/>
              </a:ext>
            </a:extLst>
          </p:cNvPr>
          <p:cNvSpPr>
            <a:spLocks noGrp="1"/>
          </p:cNvSpPr>
          <p:nvPr>
            <p:ph type="body" sz="quarter" idx="18"/>
          </p:nvPr>
        </p:nvSpPr>
        <p:spPr/>
        <p:txBody>
          <a:bodyPr/>
          <a:lstStyle/>
          <a:p>
            <a:r>
              <a:rPr lang="zh-CN" altLang="en-US"/>
              <a:t>作业二分析</a:t>
            </a:r>
          </a:p>
        </p:txBody>
      </p:sp>
      <p:sp>
        <p:nvSpPr>
          <p:cNvPr id="11" name="文本框 10">
            <a:extLst>
              <a:ext uri="{FF2B5EF4-FFF2-40B4-BE49-F238E27FC236}">
                <a16:creationId xmlns:a16="http://schemas.microsoft.com/office/drawing/2014/main" id="{C2598989-5311-27E7-B864-202C386DA351}"/>
              </a:ext>
            </a:extLst>
          </p:cNvPr>
          <p:cNvSpPr txBox="1"/>
          <p:nvPr/>
        </p:nvSpPr>
        <p:spPr>
          <a:xfrm>
            <a:off x="695400" y="4437230"/>
            <a:ext cx="4859337" cy="2015958"/>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nchor="ctr">
            <a:noAutofit/>
          </a:bodyPr>
          <a:lstStyle/>
          <a:p>
            <a:pPr algn="ctr"/>
            <a:r>
              <a:rPr lang="zh-CN" altLang="en-US" sz="2800"/>
              <a:t>学生和老师登录后打印一样的信息，如何区分？</a:t>
            </a:r>
            <a:endParaRPr lang="en-US" altLang="zh-CN" sz="2800"/>
          </a:p>
          <a:p>
            <a:pPr algn="ctr"/>
            <a:r>
              <a:rPr lang="zh-CN" altLang="en-US" sz="2800"/>
              <a:t>如何不能区分，为何要定义两个子类？</a:t>
            </a:r>
            <a:endParaRPr lang="en-US" altLang="zh-CN" sz="2800"/>
          </a:p>
        </p:txBody>
      </p:sp>
    </p:spTree>
    <p:extLst>
      <p:ext uri="{BB962C8B-B14F-4D97-AF65-F5344CB8AC3E}">
        <p14:creationId xmlns:p14="http://schemas.microsoft.com/office/powerpoint/2010/main" val="4012101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9">
            <a:extLst>
              <a:ext uri="{FF2B5EF4-FFF2-40B4-BE49-F238E27FC236}">
                <a16:creationId xmlns:a16="http://schemas.microsoft.com/office/drawing/2014/main" id="{34BAE568-7C94-DE62-889B-EF90901138D0}"/>
              </a:ext>
            </a:extLst>
          </p:cNvPr>
          <p:cNvPicPr>
            <a:picLocks noGrp="1" noChangeAspect="1"/>
          </p:cNvPicPr>
          <p:nvPr>
            <p:ph sz="quarter" idx="19"/>
          </p:nvPr>
        </p:nvPicPr>
        <p:blipFill>
          <a:blip r:embed="rId2"/>
          <a:stretch>
            <a:fillRect/>
          </a:stretch>
        </p:blipFill>
        <p:spPr>
          <a:xfrm>
            <a:off x="1267087" y="1052513"/>
            <a:ext cx="4628625" cy="5329237"/>
          </a:xfrm>
          <a:prstGeom prst="rect">
            <a:avLst/>
          </a:prstGeom>
        </p:spPr>
      </p:pic>
      <p:pic>
        <p:nvPicPr>
          <p:cNvPr id="12" name="内容占位符 11">
            <a:extLst>
              <a:ext uri="{FF2B5EF4-FFF2-40B4-BE49-F238E27FC236}">
                <a16:creationId xmlns:a16="http://schemas.microsoft.com/office/drawing/2014/main" id="{EF53AE98-8D5B-FF40-0AAE-A576A7A61900}"/>
              </a:ext>
            </a:extLst>
          </p:cNvPr>
          <p:cNvPicPr>
            <a:picLocks noGrp="1" noChangeAspect="1"/>
          </p:cNvPicPr>
          <p:nvPr>
            <p:ph sz="quarter" idx="20"/>
          </p:nvPr>
        </p:nvPicPr>
        <p:blipFill>
          <a:blip r:embed="rId3"/>
          <a:stretch>
            <a:fillRect/>
          </a:stretch>
        </p:blipFill>
        <p:spPr>
          <a:xfrm>
            <a:off x="6384032" y="980728"/>
            <a:ext cx="5461000" cy="2899885"/>
          </a:xfrm>
          <a:prstGeom prst="rect">
            <a:avLst/>
          </a:prstGeom>
        </p:spPr>
      </p:pic>
      <p:sp>
        <p:nvSpPr>
          <p:cNvPr id="6" name="文本占位符 5">
            <a:extLst>
              <a:ext uri="{FF2B5EF4-FFF2-40B4-BE49-F238E27FC236}">
                <a16:creationId xmlns:a16="http://schemas.microsoft.com/office/drawing/2014/main" id="{6019FA17-799C-65C2-1D6A-1A4127666572}"/>
              </a:ext>
            </a:extLst>
          </p:cNvPr>
          <p:cNvSpPr>
            <a:spLocks noGrp="1"/>
          </p:cNvSpPr>
          <p:nvPr>
            <p:ph type="body" sz="quarter" idx="18"/>
          </p:nvPr>
        </p:nvSpPr>
        <p:spPr>
          <a:prstGeom prst="rect">
            <a:avLst/>
          </a:prstGeom>
        </p:spPr>
        <p:txBody>
          <a:bodyPr/>
          <a:lstStyle/>
          <a:p>
            <a:r>
              <a:rPr lang="zh-CN" altLang="en-US"/>
              <a:t>参考案例</a:t>
            </a:r>
          </a:p>
        </p:txBody>
      </p:sp>
    </p:spTree>
    <p:extLst>
      <p:ext uri="{BB962C8B-B14F-4D97-AF65-F5344CB8AC3E}">
        <p14:creationId xmlns:p14="http://schemas.microsoft.com/office/powerpoint/2010/main" val="81310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94491-9527-E285-2443-3051C9F389E7}"/>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A73A5EF-08B7-F8A8-581D-C52F5CB669D5}"/>
              </a:ext>
            </a:extLst>
          </p:cNvPr>
          <p:cNvSpPr>
            <a:spLocks noGrp="1"/>
          </p:cNvSpPr>
          <p:nvPr>
            <p:ph type="body" idx="1"/>
          </p:nvPr>
        </p:nvSpPr>
        <p:spPr/>
        <p:txBody>
          <a:bodyPr/>
          <a:lstStyle/>
          <a:p>
            <a:r>
              <a:rPr lang="zh-CN" altLang="en-US"/>
              <a:t>解决思路</a:t>
            </a:r>
          </a:p>
        </p:txBody>
      </p:sp>
      <p:sp>
        <p:nvSpPr>
          <p:cNvPr id="5" name="文本占位符 4">
            <a:extLst>
              <a:ext uri="{FF2B5EF4-FFF2-40B4-BE49-F238E27FC236}">
                <a16:creationId xmlns:a16="http://schemas.microsoft.com/office/drawing/2014/main" id="{C17786D8-79D1-54C1-D174-892B2B5E703E}"/>
              </a:ext>
            </a:extLst>
          </p:cNvPr>
          <p:cNvSpPr>
            <a:spLocks noGrp="1"/>
          </p:cNvSpPr>
          <p:nvPr>
            <p:ph type="body" sz="quarter" idx="3"/>
          </p:nvPr>
        </p:nvSpPr>
        <p:spPr/>
        <p:txBody>
          <a:bodyPr/>
          <a:lstStyle/>
          <a:p>
            <a:r>
              <a:rPr lang="zh-CN" altLang="en-US"/>
              <a:t>执行原理</a:t>
            </a:r>
          </a:p>
        </p:txBody>
      </p:sp>
      <p:sp>
        <p:nvSpPr>
          <p:cNvPr id="2" name="内容占位符 1">
            <a:extLst>
              <a:ext uri="{FF2B5EF4-FFF2-40B4-BE49-F238E27FC236}">
                <a16:creationId xmlns:a16="http://schemas.microsoft.com/office/drawing/2014/main" id="{0427ED2B-D7FD-46EB-4C45-2B8E544680D7}"/>
              </a:ext>
            </a:extLst>
          </p:cNvPr>
          <p:cNvSpPr>
            <a:spLocks noGrp="1"/>
          </p:cNvSpPr>
          <p:nvPr>
            <p:ph sz="quarter" idx="19"/>
          </p:nvPr>
        </p:nvSpPr>
        <p:spPr/>
        <p:txBody>
          <a:bodyPr/>
          <a:lstStyle/>
          <a:p>
            <a:r>
              <a:rPr lang="zh-CN" altLang="en-US"/>
              <a:t>在父类中定义一个可被继承、可被重写的方法</a:t>
            </a:r>
            <a:r>
              <a:rPr lang="en-US" altLang="zh-CN"/>
              <a:t>A</a:t>
            </a:r>
            <a:r>
              <a:rPr lang="zh-CN" altLang="en-US"/>
              <a:t>（不带</a:t>
            </a:r>
            <a:r>
              <a:rPr lang="en-US" altLang="zh-CN"/>
              <a:t>final</a:t>
            </a:r>
            <a:r>
              <a:rPr lang="zh-CN" altLang="en-US"/>
              <a:t>标志的方法）</a:t>
            </a:r>
            <a:endParaRPr lang="en-US" altLang="zh-CN"/>
          </a:p>
          <a:p>
            <a:r>
              <a:rPr lang="zh-CN" altLang="en-US"/>
              <a:t>让父类的</a:t>
            </a:r>
            <a:r>
              <a:rPr lang="en-US" altLang="zh-CN"/>
              <a:t>login</a:t>
            </a:r>
            <a:r>
              <a:rPr lang="zh-CN" altLang="en-US"/>
              <a:t>方法</a:t>
            </a:r>
            <a:r>
              <a:rPr lang="zh-CN" altLang="en-US">
                <a:highlight>
                  <a:srgbClr val="FFFF00"/>
                </a:highlight>
              </a:rPr>
              <a:t>调用</a:t>
            </a:r>
            <a:r>
              <a:rPr lang="zh-CN" altLang="en-US"/>
              <a:t>这个方法</a:t>
            </a:r>
            <a:r>
              <a:rPr lang="en-US" altLang="zh-CN"/>
              <a:t>A</a:t>
            </a:r>
            <a:r>
              <a:rPr lang="zh-CN" altLang="en-US"/>
              <a:t>；</a:t>
            </a:r>
            <a:endParaRPr lang="en-US" altLang="zh-CN"/>
          </a:p>
          <a:p>
            <a:r>
              <a:rPr lang="zh-CN" altLang="en-US"/>
              <a:t>在</a:t>
            </a:r>
            <a:r>
              <a:rPr lang="en-US" altLang="zh-CN"/>
              <a:t>Stu</a:t>
            </a:r>
            <a:r>
              <a:rPr lang="zh-CN" altLang="en-US"/>
              <a:t>类和</a:t>
            </a:r>
            <a:r>
              <a:rPr lang="en-US" altLang="zh-CN"/>
              <a:t>Te</a:t>
            </a:r>
            <a:r>
              <a:rPr lang="zh-CN" altLang="en-US"/>
              <a:t>类中</a:t>
            </a:r>
            <a:r>
              <a:rPr lang="zh-CN" altLang="en-US">
                <a:highlight>
                  <a:srgbClr val="FFFF00"/>
                </a:highlight>
              </a:rPr>
              <a:t>重写</a:t>
            </a:r>
            <a:r>
              <a:rPr lang="zh-CN" altLang="en-US"/>
              <a:t>父类的方法</a:t>
            </a:r>
            <a:r>
              <a:rPr lang="en-US" altLang="zh-CN"/>
              <a:t>A</a:t>
            </a:r>
            <a:r>
              <a:rPr lang="zh-CN" altLang="en-US"/>
              <a:t>；</a:t>
            </a:r>
            <a:endParaRPr lang="en-US" altLang="zh-CN"/>
          </a:p>
          <a:p>
            <a:r>
              <a:rPr lang="zh-CN" altLang="en-US"/>
              <a:t>当</a:t>
            </a:r>
            <a:r>
              <a:rPr lang="en-US" altLang="zh-CN"/>
              <a:t>login</a:t>
            </a:r>
            <a:r>
              <a:rPr lang="zh-CN" altLang="en-US"/>
              <a:t>方法遇到不同的子类实例，就会去调用每个子类重写的方法</a:t>
            </a:r>
            <a:r>
              <a:rPr lang="en-US" altLang="zh-CN"/>
              <a:t>A</a:t>
            </a:r>
            <a:r>
              <a:rPr lang="zh-CN" altLang="en-US"/>
              <a:t>，从而产生不一样的结果。</a:t>
            </a:r>
          </a:p>
        </p:txBody>
      </p:sp>
      <p:sp>
        <p:nvSpPr>
          <p:cNvPr id="6" name="文本占位符 5">
            <a:extLst>
              <a:ext uri="{FF2B5EF4-FFF2-40B4-BE49-F238E27FC236}">
                <a16:creationId xmlns:a16="http://schemas.microsoft.com/office/drawing/2014/main" id="{C7B5DE11-2BB4-B926-2C91-18009A58F25E}"/>
              </a:ext>
            </a:extLst>
          </p:cNvPr>
          <p:cNvSpPr>
            <a:spLocks noGrp="1"/>
          </p:cNvSpPr>
          <p:nvPr>
            <p:ph type="body" sz="quarter" idx="18"/>
          </p:nvPr>
        </p:nvSpPr>
        <p:spPr/>
        <p:txBody>
          <a:bodyPr/>
          <a:lstStyle/>
          <a:p>
            <a:r>
              <a:rPr lang="zh-CN" altLang="en-US"/>
              <a:t>作业二分析</a:t>
            </a:r>
          </a:p>
        </p:txBody>
      </p:sp>
      <p:graphicFrame>
        <p:nvGraphicFramePr>
          <p:cNvPr id="11" name="内容占位符 10">
            <a:extLst>
              <a:ext uri="{FF2B5EF4-FFF2-40B4-BE49-F238E27FC236}">
                <a16:creationId xmlns:a16="http://schemas.microsoft.com/office/drawing/2014/main" id="{0E213111-1A42-34A9-F406-C292A9DC4088}"/>
              </a:ext>
            </a:extLst>
          </p:cNvPr>
          <p:cNvGraphicFramePr>
            <a:graphicFrameLocks noGrp="1"/>
          </p:cNvGraphicFramePr>
          <p:nvPr>
            <p:ph sz="quarter" idx="20"/>
            <p:extLst>
              <p:ext uri="{D42A27DB-BD31-4B8C-83A1-F6EECF244321}">
                <p14:modId xmlns:p14="http://schemas.microsoft.com/office/powerpoint/2010/main" val="1291421435"/>
              </p:ext>
            </p:extLst>
          </p:nvPr>
        </p:nvGraphicFramePr>
        <p:xfrm>
          <a:off x="5997575" y="1700808"/>
          <a:ext cx="5184775" cy="3023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文本框 12">
            <a:extLst>
              <a:ext uri="{FF2B5EF4-FFF2-40B4-BE49-F238E27FC236}">
                <a16:creationId xmlns:a16="http://schemas.microsoft.com/office/drawing/2014/main" id="{C0A938D7-EEA7-81F3-A0B3-8C211E0A6453}"/>
              </a:ext>
            </a:extLst>
          </p:cNvPr>
          <p:cNvSpPr txBox="1"/>
          <p:nvPr/>
        </p:nvSpPr>
        <p:spPr>
          <a:xfrm>
            <a:off x="6528048" y="4757953"/>
            <a:ext cx="4859337" cy="12959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nchor="ctr">
            <a:noAutofit/>
          </a:bodyPr>
          <a:lstStyle/>
          <a:p>
            <a:pPr lvl="0" algn="ctr"/>
            <a:r>
              <a:rPr lang="zh-CN" altLang="zh-CN" sz="2800"/>
              <a:t>同一个方法名，不同的对象表现出不同的行为</a:t>
            </a:r>
            <a:r>
              <a:rPr lang="en-US" altLang="zh-CN" sz="2800"/>
              <a:t>——</a:t>
            </a:r>
            <a:r>
              <a:rPr lang="zh-CN" altLang="en-US" sz="2800"/>
              <a:t>多态</a:t>
            </a:r>
          </a:p>
        </p:txBody>
      </p:sp>
    </p:spTree>
    <p:extLst>
      <p:ext uri="{BB962C8B-B14F-4D97-AF65-F5344CB8AC3E}">
        <p14:creationId xmlns:p14="http://schemas.microsoft.com/office/powerpoint/2010/main" val="90364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graphicEl>
                                              <a:dgm id="{FAEEF1F6-768E-4615-AB5F-D3269DDC9DD1}"/>
                                            </p:graphicEl>
                                          </p:spTgt>
                                        </p:tgtEl>
                                        <p:attrNameLst>
                                          <p:attrName>style.visibility</p:attrName>
                                        </p:attrNameLst>
                                      </p:cBhvr>
                                      <p:to>
                                        <p:strVal val="visible"/>
                                      </p:to>
                                    </p:set>
                                    <p:anim calcmode="lin" valueType="num">
                                      <p:cBhvr additive="base">
                                        <p:cTn id="7" dur="500" fill="hold"/>
                                        <p:tgtEl>
                                          <p:spTgt spid="11">
                                            <p:graphicEl>
                                              <a:dgm id="{FAEEF1F6-768E-4615-AB5F-D3269DDC9DD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graphicEl>
                                              <a:dgm id="{FAEEF1F6-768E-4615-AB5F-D3269DDC9DD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graphicEl>
                                              <a:dgm id="{4F80F661-6857-462A-B29A-8E78933A02B6}"/>
                                            </p:graphicEl>
                                          </p:spTgt>
                                        </p:tgtEl>
                                        <p:attrNameLst>
                                          <p:attrName>style.visibility</p:attrName>
                                        </p:attrNameLst>
                                      </p:cBhvr>
                                      <p:to>
                                        <p:strVal val="visible"/>
                                      </p:to>
                                    </p:set>
                                    <p:anim calcmode="lin" valueType="num">
                                      <p:cBhvr additive="base">
                                        <p:cTn id="13" dur="500" fill="hold"/>
                                        <p:tgtEl>
                                          <p:spTgt spid="11">
                                            <p:graphicEl>
                                              <a:dgm id="{4F80F661-6857-462A-B29A-8E78933A02B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graphicEl>
                                              <a:dgm id="{4F80F661-6857-462A-B29A-8E78933A02B6}"/>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
                                            <p:graphicEl>
                                              <a:dgm id="{EE313CDB-18A7-45EE-9D63-5ECFFF04A0F0}"/>
                                            </p:graphicEl>
                                          </p:spTgt>
                                        </p:tgtEl>
                                        <p:attrNameLst>
                                          <p:attrName>style.visibility</p:attrName>
                                        </p:attrNameLst>
                                      </p:cBhvr>
                                      <p:to>
                                        <p:strVal val="visible"/>
                                      </p:to>
                                    </p:set>
                                    <p:anim calcmode="lin" valueType="num">
                                      <p:cBhvr additive="base">
                                        <p:cTn id="17" dur="500" fill="hold"/>
                                        <p:tgtEl>
                                          <p:spTgt spid="11">
                                            <p:graphicEl>
                                              <a:dgm id="{EE313CDB-18A7-45EE-9D63-5ECFFF04A0F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graphicEl>
                                              <a:dgm id="{EE313CDB-18A7-45EE-9D63-5ECFFF04A0F0}"/>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graphicEl>
                                              <a:dgm id="{B1B9140F-4FA9-43C3-86A8-BDFA1BAE373C}"/>
                                            </p:graphicEl>
                                          </p:spTgt>
                                        </p:tgtEl>
                                        <p:attrNameLst>
                                          <p:attrName>style.visibility</p:attrName>
                                        </p:attrNameLst>
                                      </p:cBhvr>
                                      <p:to>
                                        <p:strVal val="visible"/>
                                      </p:to>
                                    </p:set>
                                    <p:anim calcmode="lin" valueType="num">
                                      <p:cBhvr additive="base">
                                        <p:cTn id="23" dur="500" fill="hold"/>
                                        <p:tgtEl>
                                          <p:spTgt spid="11">
                                            <p:graphicEl>
                                              <a:dgm id="{B1B9140F-4FA9-43C3-86A8-BDFA1BAE373C}"/>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
                                            <p:graphicEl>
                                              <a:dgm id="{B1B9140F-4FA9-43C3-86A8-BDFA1BAE373C}"/>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graphicEl>
                                              <a:dgm id="{BFA2E8D3-7F37-4A2B-9C4A-88FF3A4E678B}"/>
                                            </p:graphicEl>
                                          </p:spTgt>
                                        </p:tgtEl>
                                        <p:attrNameLst>
                                          <p:attrName>style.visibility</p:attrName>
                                        </p:attrNameLst>
                                      </p:cBhvr>
                                      <p:to>
                                        <p:strVal val="visible"/>
                                      </p:to>
                                    </p:set>
                                    <p:anim calcmode="lin" valueType="num">
                                      <p:cBhvr additive="base">
                                        <p:cTn id="27" dur="500" fill="hold"/>
                                        <p:tgtEl>
                                          <p:spTgt spid="11">
                                            <p:graphicEl>
                                              <a:dgm id="{BFA2E8D3-7F37-4A2B-9C4A-88FF3A4E678B}"/>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
                                            <p:graphicEl>
                                              <a:dgm id="{BFA2E8D3-7F37-4A2B-9C4A-88FF3A4E678B}"/>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graphicEl>
                                              <a:dgm id="{C08A1759-C0BA-4B68-8314-AA8049FAEAA0}"/>
                                            </p:graphicEl>
                                          </p:spTgt>
                                        </p:tgtEl>
                                        <p:attrNameLst>
                                          <p:attrName>style.visibility</p:attrName>
                                        </p:attrNameLst>
                                      </p:cBhvr>
                                      <p:to>
                                        <p:strVal val="visible"/>
                                      </p:to>
                                    </p:set>
                                    <p:anim calcmode="lin" valueType="num">
                                      <p:cBhvr additive="base">
                                        <p:cTn id="33" dur="500" fill="hold"/>
                                        <p:tgtEl>
                                          <p:spTgt spid="11">
                                            <p:graphicEl>
                                              <a:dgm id="{C08A1759-C0BA-4B68-8314-AA8049FAEAA0}"/>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
                                            <p:graphicEl>
                                              <a:dgm id="{C08A1759-C0BA-4B68-8314-AA8049FAEAA0}"/>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graphicEl>
                                              <a:dgm id="{B9584D42-9542-420F-80EA-FD09855F67AB}"/>
                                            </p:graphicEl>
                                          </p:spTgt>
                                        </p:tgtEl>
                                        <p:attrNameLst>
                                          <p:attrName>style.visibility</p:attrName>
                                        </p:attrNameLst>
                                      </p:cBhvr>
                                      <p:to>
                                        <p:strVal val="visible"/>
                                      </p:to>
                                    </p:set>
                                    <p:anim calcmode="lin" valueType="num">
                                      <p:cBhvr additive="base">
                                        <p:cTn id="37" dur="500" fill="hold"/>
                                        <p:tgtEl>
                                          <p:spTgt spid="11">
                                            <p:graphicEl>
                                              <a:dgm id="{B9584D42-9542-420F-80EA-FD09855F67AB}"/>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graphicEl>
                                              <a:dgm id="{B9584D42-9542-420F-80EA-FD09855F67AB}"/>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2ABFB091-151C-51C7-CE28-9D615E52B46E}"/>
              </a:ext>
            </a:extLst>
          </p:cNvPr>
          <p:cNvSpPr>
            <a:spLocks noGrp="1"/>
          </p:cNvSpPr>
          <p:nvPr>
            <p:ph type="body" sz="quarter" idx="18"/>
          </p:nvPr>
        </p:nvSpPr>
        <p:spPr/>
        <p:txBody>
          <a:bodyPr/>
          <a:lstStyle/>
          <a:p>
            <a:r>
              <a:rPr lang="zh-CN" altLang="en-US"/>
              <a:t>多态</a:t>
            </a:r>
          </a:p>
        </p:txBody>
      </p:sp>
      <p:graphicFrame>
        <p:nvGraphicFramePr>
          <p:cNvPr id="6" name="内容占位符 5">
            <a:extLst>
              <a:ext uri="{FF2B5EF4-FFF2-40B4-BE49-F238E27FC236}">
                <a16:creationId xmlns:a16="http://schemas.microsoft.com/office/drawing/2014/main" id="{F05508B5-8C5A-4A74-5F3C-77D9D630F785}"/>
              </a:ext>
            </a:extLst>
          </p:cNvPr>
          <p:cNvGraphicFramePr>
            <a:graphicFrameLocks noGrp="1"/>
          </p:cNvGraphicFramePr>
          <p:nvPr>
            <p:ph sz="quarter" idx="19"/>
            <p:extLst>
              <p:ext uri="{D42A27DB-BD31-4B8C-83A1-F6EECF244321}">
                <p14:modId xmlns:p14="http://schemas.microsoft.com/office/powerpoint/2010/main" val="3659758563"/>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438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66CABEC9-79BA-43B5-A99B-944F597E3F2D}"/>
                                            </p:graphicEl>
                                          </p:spTgt>
                                        </p:tgtEl>
                                        <p:attrNameLst>
                                          <p:attrName>style.visibility</p:attrName>
                                        </p:attrNameLst>
                                      </p:cBhvr>
                                      <p:to>
                                        <p:strVal val="visible"/>
                                      </p:to>
                                    </p:set>
                                    <p:anim calcmode="lin" valueType="num">
                                      <p:cBhvr additive="base">
                                        <p:cTn id="7" dur="500" fill="hold"/>
                                        <p:tgtEl>
                                          <p:spTgt spid="6">
                                            <p:graphicEl>
                                              <a:dgm id="{66CABEC9-79BA-43B5-A99B-944F597E3F2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66CABEC9-79BA-43B5-A99B-944F597E3F2D}"/>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3B8F3E4A-9B0F-470D-A069-B14F05957252}"/>
                                            </p:graphicEl>
                                          </p:spTgt>
                                        </p:tgtEl>
                                        <p:attrNameLst>
                                          <p:attrName>style.visibility</p:attrName>
                                        </p:attrNameLst>
                                      </p:cBhvr>
                                      <p:to>
                                        <p:strVal val="visible"/>
                                      </p:to>
                                    </p:set>
                                    <p:anim calcmode="lin" valueType="num">
                                      <p:cBhvr additive="base">
                                        <p:cTn id="13" dur="500" fill="hold"/>
                                        <p:tgtEl>
                                          <p:spTgt spid="6">
                                            <p:graphicEl>
                                              <a:dgm id="{3B8F3E4A-9B0F-470D-A069-B14F0595725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3B8F3E4A-9B0F-470D-A069-B14F0595725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AE1F26CE-7939-4766-B543-04368C1EFA4A}"/>
                                            </p:graphicEl>
                                          </p:spTgt>
                                        </p:tgtEl>
                                        <p:attrNameLst>
                                          <p:attrName>style.visibility</p:attrName>
                                        </p:attrNameLst>
                                      </p:cBhvr>
                                      <p:to>
                                        <p:strVal val="visible"/>
                                      </p:to>
                                    </p:set>
                                    <p:anim calcmode="lin" valueType="num">
                                      <p:cBhvr additive="base">
                                        <p:cTn id="19" dur="500" fill="hold"/>
                                        <p:tgtEl>
                                          <p:spTgt spid="6">
                                            <p:graphicEl>
                                              <a:dgm id="{AE1F26CE-7939-4766-B543-04368C1EFA4A}"/>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AE1F26CE-7939-4766-B543-04368C1EFA4A}"/>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6F878884-AE37-4B8A-90B5-5D57646975EB}"/>
                                            </p:graphicEl>
                                          </p:spTgt>
                                        </p:tgtEl>
                                        <p:attrNameLst>
                                          <p:attrName>style.visibility</p:attrName>
                                        </p:attrNameLst>
                                      </p:cBhvr>
                                      <p:to>
                                        <p:strVal val="visible"/>
                                      </p:to>
                                    </p:set>
                                    <p:anim calcmode="lin" valueType="num">
                                      <p:cBhvr additive="base">
                                        <p:cTn id="25" dur="500" fill="hold"/>
                                        <p:tgtEl>
                                          <p:spTgt spid="6">
                                            <p:graphicEl>
                                              <a:dgm id="{6F878884-AE37-4B8A-90B5-5D57646975EB}"/>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6F878884-AE37-4B8A-90B5-5D57646975EB}"/>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graphicEl>
                                              <a:dgm id="{35E05F91-144D-49D1-B41E-4B8FA1D16176}"/>
                                            </p:graphicEl>
                                          </p:spTgt>
                                        </p:tgtEl>
                                        <p:attrNameLst>
                                          <p:attrName>style.visibility</p:attrName>
                                        </p:attrNameLst>
                                      </p:cBhvr>
                                      <p:to>
                                        <p:strVal val="visible"/>
                                      </p:to>
                                    </p:set>
                                    <p:anim calcmode="lin" valueType="num">
                                      <p:cBhvr additive="base">
                                        <p:cTn id="31" dur="500" fill="hold"/>
                                        <p:tgtEl>
                                          <p:spTgt spid="6">
                                            <p:graphicEl>
                                              <a:dgm id="{35E05F91-144D-49D1-B41E-4B8FA1D1617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35E05F91-144D-49D1-B41E-4B8FA1D1617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dgm id="{F06083D6-8E80-41A1-B484-628A0E45FA50}"/>
                                            </p:graphicEl>
                                          </p:spTgt>
                                        </p:tgtEl>
                                        <p:attrNameLst>
                                          <p:attrName>style.visibility</p:attrName>
                                        </p:attrNameLst>
                                      </p:cBhvr>
                                      <p:to>
                                        <p:strVal val="visible"/>
                                      </p:to>
                                    </p:set>
                                    <p:anim calcmode="lin" valueType="num">
                                      <p:cBhvr additive="base">
                                        <p:cTn id="37" dur="500" fill="hold"/>
                                        <p:tgtEl>
                                          <p:spTgt spid="6">
                                            <p:graphicEl>
                                              <a:dgm id="{F06083D6-8E80-41A1-B484-628A0E45FA50}"/>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F06083D6-8E80-41A1-B484-628A0E45FA50}"/>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graphicEl>
                                              <a:dgm id="{D3E0EE31-B80A-42FE-825B-ABC763626866}"/>
                                            </p:graphicEl>
                                          </p:spTgt>
                                        </p:tgtEl>
                                        <p:attrNameLst>
                                          <p:attrName>style.visibility</p:attrName>
                                        </p:attrNameLst>
                                      </p:cBhvr>
                                      <p:to>
                                        <p:strVal val="visible"/>
                                      </p:to>
                                    </p:set>
                                    <p:anim calcmode="lin" valueType="num">
                                      <p:cBhvr additive="base">
                                        <p:cTn id="43" dur="500" fill="hold"/>
                                        <p:tgtEl>
                                          <p:spTgt spid="6">
                                            <p:graphicEl>
                                              <a:dgm id="{D3E0EE31-B80A-42FE-825B-ABC763626866}"/>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D3E0EE31-B80A-42FE-825B-ABC763626866}"/>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dgm id="{A3F9668C-D2CC-45BA-80F3-8EA9B5DFB4C7}"/>
                                            </p:graphicEl>
                                          </p:spTgt>
                                        </p:tgtEl>
                                        <p:attrNameLst>
                                          <p:attrName>style.visibility</p:attrName>
                                        </p:attrNameLst>
                                      </p:cBhvr>
                                      <p:to>
                                        <p:strVal val="visible"/>
                                      </p:to>
                                    </p:set>
                                    <p:anim calcmode="lin" valueType="num">
                                      <p:cBhvr additive="base">
                                        <p:cTn id="49" dur="500" fill="hold"/>
                                        <p:tgtEl>
                                          <p:spTgt spid="6">
                                            <p:graphicEl>
                                              <a:dgm id="{A3F9668C-D2CC-45BA-80F3-8EA9B5DFB4C7}"/>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dgm id="{A3F9668C-D2CC-45BA-80F3-8EA9B5DFB4C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3B2FB39A-5C0D-FF25-0C88-D4D41A7F9C55}"/>
              </a:ext>
            </a:extLst>
          </p:cNvPr>
          <p:cNvSpPr>
            <a:spLocks noGrp="1"/>
          </p:cNvSpPr>
          <p:nvPr>
            <p:ph sz="quarter" idx="19"/>
          </p:nvPr>
        </p:nvSpPr>
        <p:spPr/>
        <p:txBody>
          <a:bodyPr/>
          <a:lstStyle/>
          <a:p>
            <a:r>
              <a:rPr lang="zh-CN" altLang="en-US"/>
              <a:t>在</a:t>
            </a:r>
            <a:r>
              <a:rPr lang="en-US" altLang="zh-CN"/>
              <a:t>User</a:t>
            </a:r>
            <a:r>
              <a:rPr lang="zh-CN" altLang="en-US"/>
              <a:t>类定义方法</a:t>
            </a:r>
            <a:r>
              <a:rPr lang="en-US" altLang="zh-CN"/>
              <a:t>userSql</a:t>
            </a:r>
            <a:r>
              <a:rPr lang="zh-CN" altLang="en-US"/>
              <a:t>，返回空字符串；</a:t>
            </a:r>
            <a:endParaRPr lang="en-US" altLang="zh-CN"/>
          </a:p>
          <a:p>
            <a:r>
              <a:rPr lang="zh-CN" altLang="en-US"/>
              <a:t>在</a:t>
            </a:r>
            <a:r>
              <a:rPr lang="en-US" altLang="zh-CN"/>
              <a:t>Te</a:t>
            </a:r>
            <a:r>
              <a:rPr lang="zh-CN" altLang="en-US"/>
              <a:t>类和</a:t>
            </a:r>
            <a:r>
              <a:rPr lang="en-US" altLang="zh-CN"/>
              <a:t>Stu</a:t>
            </a:r>
            <a:r>
              <a:rPr lang="zh-CN" altLang="en-US"/>
              <a:t>类重写父类的</a:t>
            </a:r>
            <a:r>
              <a:rPr lang="en-US" altLang="zh-CN"/>
              <a:t>userSql</a:t>
            </a:r>
            <a:r>
              <a:rPr lang="zh-CN" altLang="en-US"/>
              <a:t>方法，各自返回：</a:t>
            </a:r>
            <a:endParaRPr lang="en-US" altLang="zh-CN"/>
          </a:p>
          <a:p>
            <a:pPr lvl="1"/>
            <a:r>
              <a:rPr lang="zh-CN" altLang="en-US"/>
              <a:t>教师登录</a:t>
            </a:r>
            <a:endParaRPr lang="en-US" altLang="zh-CN"/>
          </a:p>
          <a:p>
            <a:pPr lvl="1"/>
            <a:r>
              <a:rPr lang="zh-CN" altLang="en-US"/>
              <a:t>学生登录</a:t>
            </a:r>
            <a:endParaRPr lang="en-US" altLang="zh-CN"/>
          </a:p>
          <a:p>
            <a:r>
              <a:rPr lang="zh-CN" altLang="en-US"/>
              <a:t>作业二效果如右图所示</a:t>
            </a:r>
            <a:endParaRPr lang="en-US" altLang="zh-CN"/>
          </a:p>
        </p:txBody>
      </p:sp>
      <p:sp>
        <p:nvSpPr>
          <p:cNvPr id="6" name="文本占位符 5">
            <a:extLst>
              <a:ext uri="{FF2B5EF4-FFF2-40B4-BE49-F238E27FC236}">
                <a16:creationId xmlns:a16="http://schemas.microsoft.com/office/drawing/2014/main" id="{01090974-C255-C977-1DCE-A4305DB2B617}"/>
              </a:ext>
            </a:extLst>
          </p:cNvPr>
          <p:cNvSpPr>
            <a:spLocks noGrp="1"/>
          </p:cNvSpPr>
          <p:nvPr>
            <p:ph type="body" sz="quarter" idx="18"/>
          </p:nvPr>
        </p:nvSpPr>
        <p:spPr>
          <a:prstGeom prst="rect">
            <a:avLst/>
          </a:prstGeom>
        </p:spPr>
        <p:txBody>
          <a:bodyPr/>
          <a:lstStyle/>
          <a:p>
            <a:r>
              <a:rPr lang="zh-CN" altLang="en-US"/>
              <a:t>作业二完善</a:t>
            </a:r>
          </a:p>
        </p:txBody>
      </p:sp>
      <p:pic>
        <p:nvPicPr>
          <p:cNvPr id="17" name="内容占位符 16">
            <a:extLst>
              <a:ext uri="{FF2B5EF4-FFF2-40B4-BE49-F238E27FC236}">
                <a16:creationId xmlns:a16="http://schemas.microsoft.com/office/drawing/2014/main" id="{8277420F-2522-9182-EFF1-C463A657B2A5}"/>
              </a:ext>
            </a:extLst>
          </p:cNvPr>
          <p:cNvPicPr>
            <a:picLocks noGrp="1" noChangeAspect="1"/>
          </p:cNvPicPr>
          <p:nvPr>
            <p:ph sz="quarter" idx="20"/>
          </p:nvPr>
        </p:nvPicPr>
        <p:blipFill>
          <a:blip r:embed="rId2"/>
          <a:stretch>
            <a:fillRect/>
          </a:stretch>
        </p:blipFill>
        <p:spPr>
          <a:xfrm>
            <a:off x="6456040" y="1196752"/>
            <a:ext cx="5461000" cy="3449913"/>
          </a:xfrm>
          <a:prstGeom prst="rect">
            <a:avLst/>
          </a:prstGeom>
        </p:spPr>
      </p:pic>
    </p:spTree>
    <p:extLst>
      <p:ext uri="{BB962C8B-B14F-4D97-AF65-F5344CB8AC3E}">
        <p14:creationId xmlns:p14="http://schemas.microsoft.com/office/powerpoint/2010/main" val="1702474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687A8-A992-A525-5352-9D681AFFB88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EAC37B6-E809-A119-4FDF-B76C08F2D491}"/>
              </a:ext>
            </a:extLst>
          </p:cNvPr>
          <p:cNvSpPr>
            <a:spLocks noGrp="1"/>
          </p:cNvSpPr>
          <p:nvPr>
            <p:ph type="body" sz="quarter" idx="10"/>
          </p:nvPr>
        </p:nvSpPr>
        <p:spPr/>
        <p:txBody>
          <a:bodyPr>
            <a:normAutofit fontScale="97500"/>
          </a:bodyPr>
          <a:lstStyle/>
          <a:p>
            <a:pPr lvl="0">
              <a:lnSpc>
                <a:spcPct val="100000"/>
              </a:lnSpc>
              <a:spcBef>
                <a:spcPct val="0"/>
              </a:spcBef>
              <a:spcAft>
                <a:spcPct val="15000"/>
              </a:spcAft>
            </a:pPr>
            <a:r>
              <a:rPr lang="zh-CN" altLang="en-US" sz="4000">
                <a:solidFill>
                  <a:srgbClr val="00B050"/>
                </a:solidFill>
                <a:latin typeface="+mn-ea"/>
              </a:rPr>
              <a:t>类的定义和实例化</a:t>
            </a:r>
          </a:p>
          <a:p>
            <a:pPr lvl="0">
              <a:lnSpc>
                <a:spcPct val="100000"/>
              </a:lnSpc>
              <a:spcBef>
                <a:spcPct val="0"/>
              </a:spcBef>
              <a:spcAft>
                <a:spcPct val="15000"/>
              </a:spcAft>
            </a:pPr>
            <a:r>
              <a:rPr lang="zh-CN" altLang="en-US" sz="4000">
                <a:solidFill>
                  <a:srgbClr val="00B050"/>
                </a:solidFill>
                <a:latin typeface="+mn-ea"/>
              </a:rPr>
              <a:t>访问控制</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latin typeface="+mn-ea"/>
              </a:rPr>
              <a:t>对象继承</a:t>
            </a:r>
            <a:endParaRPr lang="en-US" altLang="zh-CN" sz="4000">
              <a:solidFill>
                <a:srgbClr val="00B050"/>
              </a:solidFill>
              <a:latin typeface="+mn-ea"/>
            </a:endParaRPr>
          </a:p>
          <a:p>
            <a:pPr lvl="0">
              <a:lnSpc>
                <a:spcPct val="100000"/>
              </a:lnSpc>
              <a:spcBef>
                <a:spcPct val="0"/>
              </a:spcBef>
              <a:spcAft>
                <a:spcPct val="15000"/>
              </a:spcAft>
            </a:pPr>
            <a:r>
              <a:rPr lang="zh-CN" altLang="en-US" sz="4000">
                <a:solidFill>
                  <a:srgbClr val="00B050"/>
                </a:solidFill>
                <a:highlight>
                  <a:srgbClr val="FFFF00"/>
                </a:highlight>
                <a:latin typeface="+mn-ea"/>
              </a:rPr>
              <a:t>静态资源</a:t>
            </a:r>
          </a:p>
        </p:txBody>
      </p:sp>
      <p:sp>
        <p:nvSpPr>
          <p:cNvPr id="3" name="标题 2">
            <a:extLst>
              <a:ext uri="{FF2B5EF4-FFF2-40B4-BE49-F238E27FC236}">
                <a16:creationId xmlns:a16="http://schemas.microsoft.com/office/drawing/2014/main" id="{F3557566-D9BD-B4EA-51B4-7EA6A245442F}"/>
              </a:ext>
            </a:extLst>
          </p:cNvPr>
          <p:cNvSpPr>
            <a:spLocks noGrp="1"/>
          </p:cNvSpPr>
          <p:nvPr>
            <p:ph type="title" idx="4294967295"/>
          </p:nvPr>
        </p:nvSpPr>
        <p:spPr>
          <a:xfrm>
            <a:off x="2032000" y="1600200"/>
            <a:ext cx="10160000" cy="990600"/>
          </a:xfrm>
        </p:spPr>
        <p:txBody>
          <a:bodyPr/>
          <a:lstStyle/>
          <a:p>
            <a:r>
              <a:rPr lang="zh-CN" altLang="en-US"/>
              <a:t>类的概述</a:t>
            </a:r>
          </a:p>
        </p:txBody>
      </p:sp>
    </p:spTree>
    <p:extLst>
      <p:ext uri="{BB962C8B-B14F-4D97-AF65-F5344CB8AC3E}">
        <p14:creationId xmlns:p14="http://schemas.microsoft.com/office/powerpoint/2010/main" val="4249503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C2F56EA9-D0DF-686D-50F9-B778800C83A8}"/>
              </a:ext>
            </a:extLst>
          </p:cNvPr>
          <p:cNvSpPr>
            <a:spLocks noGrp="1"/>
          </p:cNvSpPr>
          <p:nvPr>
            <p:ph type="body" sz="quarter" idx="18"/>
          </p:nvPr>
        </p:nvSpPr>
        <p:spPr/>
        <p:txBody>
          <a:bodyPr/>
          <a:lstStyle/>
          <a:p>
            <a:r>
              <a:rPr lang="zh-CN" altLang="en-US"/>
              <a:t>静态成员概述</a:t>
            </a:r>
          </a:p>
        </p:txBody>
      </p:sp>
      <p:graphicFrame>
        <p:nvGraphicFramePr>
          <p:cNvPr id="7" name="内容占位符 6">
            <a:extLst>
              <a:ext uri="{FF2B5EF4-FFF2-40B4-BE49-F238E27FC236}">
                <a16:creationId xmlns:a16="http://schemas.microsoft.com/office/drawing/2014/main" id="{CFC4E44F-B763-51D3-3A72-FBB04FD3EAB9}"/>
              </a:ext>
            </a:extLst>
          </p:cNvPr>
          <p:cNvGraphicFramePr>
            <a:graphicFrameLocks noGrp="1"/>
          </p:cNvGraphicFramePr>
          <p:nvPr>
            <p:ph sz="quarter" idx="19"/>
            <p:extLst>
              <p:ext uri="{D42A27DB-BD31-4B8C-83A1-F6EECF244321}">
                <p14:modId xmlns:p14="http://schemas.microsoft.com/office/powerpoint/2010/main" val="179961065"/>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5619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F863C65-D68D-B95D-AE8C-21A431C76233}"/>
              </a:ext>
            </a:extLst>
          </p:cNvPr>
          <p:cNvSpPr>
            <a:spLocks noGrp="1"/>
          </p:cNvSpPr>
          <p:nvPr>
            <p:ph type="body" sz="quarter" idx="18"/>
          </p:nvPr>
        </p:nvSpPr>
        <p:spPr/>
        <p:txBody>
          <a:bodyPr/>
          <a:lstStyle/>
          <a:p>
            <a:r>
              <a:rPr lang="zh-CN" altLang="en-US"/>
              <a:t>静态成员 </a:t>
            </a:r>
            <a:r>
              <a:rPr lang="en-US" altLang="zh-CN"/>
              <a:t>VS </a:t>
            </a:r>
            <a:r>
              <a:rPr lang="zh-CN" altLang="en-US"/>
              <a:t>非静态成员</a:t>
            </a:r>
          </a:p>
        </p:txBody>
      </p:sp>
      <p:graphicFrame>
        <p:nvGraphicFramePr>
          <p:cNvPr id="4" name="内容占位符 3">
            <a:extLst>
              <a:ext uri="{FF2B5EF4-FFF2-40B4-BE49-F238E27FC236}">
                <a16:creationId xmlns:a16="http://schemas.microsoft.com/office/drawing/2014/main" id="{7E19E7F8-832D-6D37-C869-6B446481E15A}"/>
              </a:ext>
            </a:extLst>
          </p:cNvPr>
          <p:cNvGraphicFramePr>
            <a:graphicFrameLocks noGrp="1"/>
          </p:cNvGraphicFramePr>
          <p:nvPr>
            <p:ph sz="quarter" idx="19"/>
            <p:extLst>
              <p:ext uri="{D42A27DB-BD31-4B8C-83A1-F6EECF244321}">
                <p14:modId xmlns:p14="http://schemas.microsoft.com/office/powerpoint/2010/main" val="57536686"/>
              </p:ext>
            </p:extLst>
          </p:nvPr>
        </p:nvGraphicFramePr>
        <p:xfrm>
          <a:off x="1343472" y="1340768"/>
          <a:ext cx="9361041" cy="3672408"/>
        </p:xfrm>
        <a:graphic>
          <a:graphicData uri="http://schemas.openxmlformats.org/drawingml/2006/table">
            <a:tbl>
              <a:tblPr>
                <a:tableStyleId>{8799B23B-EC83-4686-B30A-512413B5E67A}</a:tableStyleId>
              </a:tblPr>
              <a:tblGrid>
                <a:gridCol w="1944216">
                  <a:extLst>
                    <a:ext uri="{9D8B030D-6E8A-4147-A177-3AD203B41FA5}">
                      <a16:colId xmlns:a16="http://schemas.microsoft.com/office/drawing/2014/main" val="2199180778"/>
                    </a:ext>
                  </a:extLst>
                </a:gridCol>
                <a:gridCol w="3888432">
                  <a:extLst>
                    <a:ext uri="{9D8B030D-6E8A-4147-A177-3AD203B41FA5}">
                      <a16:colId xmlns:a16="http://schemas.microsoft.com/office/drawing/2014/main" val="1273775299"/>
                    </a:ext>
                  </a:extLst>
                </a:gridCol>
                <a:gridCol w="3528393">
                  <a:extLst>
                    <a:ext uri="{9D8B030D-6E8A-4147-A177-3AD203B41FA5}">
                      <a16:colId xmlns:a16="http://schemas.microsoft.com/office/drawing/2014/main" val="2800689042"/>
                    </a:ext>
                  </a:extLst>
                </a:gridCol>
              </a:tblGrid>
              <a:tr h="494004">
                <a:tc>
                  <a:txBody>
                    <a:bodyPr/>
                    <a:lstStyle/>
                    <a:p>
                      <a:pPr algn="l">
                        <a:lnSpc>
                          <a:spcPts val="1875"/>
                        </a:lnSpc>
                        <a:buNone/>
                      </a:pPr>
                      <a:r>
                        <a:rPr lang="zh-CN" altLang="en-US" b="0">
                          <a:effectLst/>
                        </a:rPr>
                        <a:t>特性</a:t>
                      </a:r>
                      <a:endParaRPr lang="zh-CN" altLang="en-US" b="0">
                        <a:effectLst/>
                        <a:latin typeface="quote-cjk-patch"/>
                      </a:endParaRPr>
                    </a:p>
                  </a:txBody>
                  <a:tcPr marR="76200" marT="47625" marB="47625" anchor="ctr"/>
                </a:tc>
                <a:tc>
                  <a:txBody>
                    <a:bodyPr/>
                    <a:lstStyle/>
                    <a:p>
                      <a:pPr algn="l">
                        <a:lnSpc>
                          <a:spcPts val="1875"/>
                        </a:lnSpc>
                        <a:buNone/>
                      </a:pPr>
                      <a:r>
                        <a:rPr lang="zh-CN" altLang="en-US" b="0">
                          <a:effectLst/>
                        </a:rPr>
                        <a:t>静态成员</a:t>
                      </a:r>
                      <a:endParaRPr lang="zh-CN" altLang="en-US" b="0">
                        <a:effectLst/>
                        <a:latin typeface="quote-cjk-patch"/>
                      </a:endParaRPr>
                    </a:p>
                  </a:txBody>
                  <a:tcPr marL="76200" marR="76200" marT="47625" marB="47625" anchor="ctr"/>
                </a:tc>
                <a:tc>
                  <a:txBody>
                    <a:bodyPr/>
                    <a:lstStyle/>
                    <a:p>
                      <a:pPr algn="l">
                        <a:lnSpc>
                          <a:spcPts val="1875"/>
                        </a:lnSpc>
                        <a:buNone/>
                      </a:pPr>
                      <a:r>
                        <a:rPr lang="zh-CN" altLang="en-US" b="0">
                          <a:effectLst/>
                        </a:rPr>
                        <a:t>实例成员</a:t>
                      </a:r>
                      <a:endParaRPr lang="zh-CN" altLang="en-US" b="0">
                        <a:effectLst/>
                        <a:latin typeface="quote-cjk-patch"/>
                      </a:endParaRPr>
                    </a:p>
                  </a:txBody>
                  <a:tcPr marL="76200" marR="76200" marT="47625" marB="47625" anchor="ctr"/>
                </a:tc>
                <a:extLst>
                  <a:ext uri="{0D108BD9-81ED-4DB2-BD59-A6C34878D82A}">
                    <a16:rowId xmlns:a16="http://schemas.microsoft.com/office/drawing/2014/main" val="1536003898"/>
                  </a:ext>
                </a:extLst>
              </a:tr>
              <a:tr h="494004">
                <a:tc>
                  <a:txBody>
                    <a:bodyPr/>
                    <a:lstStyle/>
                    <a:p>
                      <a:pPr>
                        <a:lnSpc>
                          <a:spcPts val="1875"/>
                        </a:lnSpc>
                        <a:buNone/>
                      </a:pPr>
                      <a:r>
                        <a:rPr lang="zh-CN" altLang="en-US" b="1">
                          <a:effectLst/>
                        </a:rPr>
                        <a:t>内存分配</a:t>
                      </a:r>
                      <a:endParaRPr lang="zh-CN" altLang="en-US" b="0">
                        <a:effectLst/>
                        <a:latin typeface="quote-cjk-patch"/>
                      </a:endParaRPr>
                    </a:p>
                  </a:txBody>
                  <a:tcPr marR="76200" marT="47625" marB="47625" anchor="ctr"/>
                </a:tc>
                <a:tc>
                  <a:txBody>
                    <a:bodyPr/>
                    <a:lstStyle/>
                    <a:p>
                      <a:pPr>
                        <a:lnSpc>
                          <a:spcPts val="1875"/>
                        </a:lnSpc>
                        <a:buNone/>
                      </a:pPr>
                      <a:r>
                        <a:rPr lang="zh-CN" altLang="en-US" b="0">
                          <a:effectLst/>
                        </a:rPr>
                        <a:t>类加载时分配一次</a:t>
                      </a:r>
                      <a:endParaRPr lang="zh-CN" altLang="en-US" b="0">
                        <a:effectLst/>
                        <a:latin typeface="quote-cjk-patch"/>
                      </a:endParaRPr>
                    </a:p>
                  </a:txBody>
                  <a:tcPr marL="76200" marR="76200" marT="47625" marB="47625" anchor="ctr"/>
                </a:tc>
                <a:tc>
                  <a:txBody>
                    <a:bodyPr/>
                    <a:lstStyle/>
                    <a:p>
                      <a:pPr>
                        <a:lnSpc>
                          <a:spcPts val="1875"/>
                        </a:lnSpc>
                        <a:buNone/>
                      </a:pPr>
                      <a:r>
                        <a:rPr lang="zh-CN" altLang="en-US" b="0">
                          <a:effectLst/>
                        </a:rPr>
                        <a:t>每个对象分配一次</a:t>
                      </a:r>
                      <a:endParaRPr lang="zh-CN" altLang="en-US" b="0">
                        <a:effectLst/>
                        <a:latin typeface="quote-cjk-patch"/>
                      </a:endParaRPr>
                    </a:p>
                  </a:txBody>
                  <a:tcPr marL="76200" marT="47625" marB="47625" anchor="ctr"/>
                </a:tc>
                <a:extLst>
                  <a:ext uri="{0D108BD9-81ED-4DB2-BD59-A6C34878D82A}">
                    <a16:rowId xmlns:a16="http://schemas.microsoft.com/office/drawing/2014/main" val="71321235"/>
                  </a:ext>
                </a:extLst>
              </a:tr>
              <a:tr h="494004">
                <a:tc>
                  <a:txBody>
                    <a:bodyPr/>
                    <a:lstStyle/>
                    <a:p>
                      <a:pPr>
                        <a:lnSpc>
                          <a:spcPts val="1875"/>
                        </a:lnSpc>
                        <a:buNone/>
                      </a:pPr>
                      <a:r>
                        <a:rPr lang="zh-CN" altLang="en-US" b="1">
                          <a:effectLst/>
                        </a:rPr>
                        <a:t>访问方式</a:t>
                      </a:r>
                      <a:endParaRPr lang="zh-CN" altLang="en-US" b="0">
                        <a:effectLst/>
                        <a:latin typeface="quote-cjk-patch"/>
                      </a:endParaRPr>
                    </a:p>
                  </a:txBody>
                  <a:tcPr marR="76200" marT="47625" marB="47625" anchor="ctr"/>
                </a:tc>
                <a:tc>
                  <a:txBody>
                    <a:bodyPr/>
                    <a:lstStyle/>
                    <a:p>
                      <a:pPr>
                        <a:lnSpc>
                          <a:spcPts val="1650"/>
                        </a:lnSpc>
                        <a:buNone/>
                      </a:pPr>
                      <a:r>
                        <a:rPr lang="en-US" b="0">
                          <a:effectLst/>
                        </a:rPr>
                        <a:t>ClassName::$property</a:t>
                      </a:r>
                      <a:endParaRPr lang="en-US" b="0">
                        <a:effectLst/>
                        <a:latin typeface="quote-cjk-patch"/>
                      </a:endParaRPr>
                    </a:p>
                  </a:txBody>
                  <a:tcPr marL="76200" marR="76200" marT="47625" marB="47625" anchor="ctr"/>
                </a:tc>
                <a:tc>
                  <a:txBody>
                    <a:bodyPr/>
                    <a:lstStyle/>
                    <a:p>
                      <a:pPr>
                        <a:lnSpc>
                          <a:spcPts val="1650"/>
                        </a:lnSpc>
                        <a:buNone/>
                      </a:pPr>
                      <a:r>
                        <a:rPr lang="en-US" b="0">
                          <a:effectLst/>
                        </a:rPr>
                        <a:t>$object-&gt;property</a:t>
                      </a:r>
                      <a:endParaRPr lang="en-US" b="0">
                        <a:effectLst/>
                        <a:latin typeface="quote-cjk-patch"/>
                      </a:endParaRPr>
                    </a:p>
                  </a:txBody>
                  <a:tcPr marL="76200" marT="47625" marB="47625" anchor="ctr"/>
                </a:tc>
                <a:extLst>
                  <a:ext uri="{0D108BD9-81ED-4DB2-BD59-A6C34878D82A}">
                    <a16:rowId xmlns:a16="http://schemas.microsoft.com/office/drawing/2014/main" val="3183232329"/>
                  </a:ext>
                </a:extLst>
              </a:tr>
              <a:tr h="848196">
                <a:tc>
                  <a:txBody>
                    <a:bodyPr/>
                    <a:lstStyle/>
                    <a:p>
                      <a:pPr>
                        <a:lnSpc>
                          <a:spcPts val="1875"/>
                        </a:lnSpc>
                        <a:buNone/>
                      </a:pPr>
                      <a:r>
                        <a:rPr lang="zh-CN" altLang="en-US" b="1">
                          <a:effectLst/>
                        </a:rPr>
                        <a:t>适用场景</a:t>
                      </a:r>
                      <a:endParaRPr lang="zh-CN" altLang="en-US" b="0">
                        <a:effectLst/>
                        <a:latin typeface="quote-cjk-patch"/>
                      </a:endParaRPr>
                    </a:p>
                  </a:txBody>
                  <a:tcPr marR="76200" marT="47625" marB="47625" anchor="ctr"/>
                </a:tc>
                <a:tc>
                  <a:txBody>
                    <a:bodyPr/>
                    <a:lstStyle/>
                    <a:p>
                      <a:pPr>
                        <a:lnSpc>
                          <a:spcPts val="1875"/>
                        </a:lnSpc>
                        <a:buNone/>
                      </a:pPr>
                      <a:r>
                        <a:rPr lang="zh-CN" altLang="en-US" b="0">
                          <a:effectLst/>
                        </a:rPr>
                        <a:t>工具方法、单例、全局配置</a:t>
                      </a:r>
                      <a:endParaRPr lang="zh-CN" altLang="en-US" b="0">
                        <a:effectLst/>
                        <a:latin typeface="quote-cjk-patch"/>
                      </a:endParaRPr>
                    </a:p>
                  </a:txBody>
                  <a:tcPr marL="76200" marR="76200" marT="47625" marB="47625" anchor="ctr"/>
                </a:tc>
                <a:tc>
                  <a:txBody>
                    <a:bodyPr/>
                    <a:lstStyle/>
                    <a:p>
                      <a:pPr>
                        <a:lnSpc>
                          <a:spcPts val="1875"/>
                        </a:lnSpc>
                        <a:buNone/>
                      </a:pPr>
                      <a:r>
                        <a:rPr lang="zh-CN" altLang="en-US" b="0">
                          <a:effectLst/>
                        </a:rPr>
                        <a:t>业务逻辑、状态管理</a:t>
                      </a:r>
                      <a:endParaRPr lang="zh-CN" altLang="en-US" b="0">
                        <a:effectLst/>
                        <a:latin typeface="quote-cjk-patch"/>
                      </a:endParaRPr>
                    </a:p>
                  </a:txBody>
                  <a:tcPr marL="76200" marT="47625" marB="47625" anchor="ctr"/>
                </a:tc>
                <a:extLst>
                  <a:ext uri="{0D108BD9-81ED-4DB2-BD59-A6C34878D82A}">
                    <a16:rowId xmlns:a16="http://schemas.microsoft.com/office/drawing/2014/main" val="3927051864"/>
                  </a:ext>
                </a:extLst>
              </a:tr>
              <a:tr h="848196">
                <a:tc>
                  <a:txBody>
                    <a:bodyPr/>
                    <a:lstStyle/>
                    <a:p>
                      <a:pPr>
                        <a:lnSpc>
                          <a:spcPts val="1875"/>
                        </a:lnSpc>
                        <a:buNone/>
                      </a:pPr>
                      <a:r>
                        <a:rPr lang="zh-CN" altLang="en-US" b="1">
                          <a:effectLst/>
                        </a:rPr>
                        <a:t>多态支持</a:t>
                      </a:r>
                      <a:endParaRPr lang="zh-CN" altLang="en-US" b="0">
                        <a:effectLst/>
                        <a:latin typeface="quote-cjk-patch"/>
                      </a:endParaRPr>
                    </a:p>
                  </a:txBody>
                  <a:tcPr marR="76200" marT="47625" marB="47625" anchor="ctr"/>
                </a:tc>
                <a:tc>
                  <a:txBody>
                    <a:bodyPr/>
                    <a:lstStyle/>
                    <a:p>
                      <a:pPr>
                        <a:lnSpc>
                          <a:spcPts val="1875"/>
                        </a:lnSpc>
                        <a:buNone/>
                      </a:pPr>
                      <a:r>
                        <a:rPr lang="zh-CN" altLang="en-US" b="0">
                          <a:effectLst/>
                        </a:rPr>
                        <a:t>有限（需要延迟静态绑定）</a:t>
                      </a:r>
                      <a:endParaRPr lang="zh-CN" altLang="en-US" b="0">
                        <a:effectLst/>
                        <a:latin typeface="quote-cjk-patch"/>
                      </a:endParaRPr>
                    </a:p>
                  </a:txBody>
                  <a:tcPr marL="76200" marR="76200" marT="47625" marB="47625" anchor="ctr"/>
                </a:tc>
                <a:tc>
                  <a:txBody>
                    <a:bodyPr/>
                    <a:lstStyle/>
                    <a:p>
                      <a:pPr>
                        <a:lnSpc>
                          <a:spcPts val="1875"/>
                        </a:lnSpc>
                        <a:buNone/>
                      </a:pPr>
                      <a:r>
                        <a:rPr lang="zh-CN" altLang="en-US" b="0">
                          <a:effectLst/>
                        </a:rPr>
                        <a:t>完全支持</a:t>
                      </a:r>
                      <a:endParaRPr lang="zh-CN" altLang="en-US" b="0">
                        <a:effectLst/>
                        <a:latin typeface="quote-cjk-patch"/>
                      </a:endParaRPr>
                    </a:p>
                  </a:txBody>
                  <a:tcPr marL="76200" marT="47625" marB="47625" anchor="ctr"/>
                </a:tc>
                <a:extLst>
                  <a:ext uri="{0D108BD9-81ED-4DB2-BD59-A6C34878D82A}">
                    <a16:rowId xmlns:a16="http://schemas.microsoft.com/office/drawing/2014/main" val="1392767553"/>
                  </a:ext>
                </a:extLst>
              </a:tr>
              <a:tr h="494004">
                <a:tc>
                  <a:txBody>
                    <a:bodyPr/>
                    <a:lstStyle/>
                    <a:p>
                      <a:pPr>
                        <a:lnSpc>
                          <a:spcPts val="1875"/>
                        </a:lnSpc>
                        <a:buNone/>
                      </a:pPr>
                      <a:r>
                        <a:rPr lang="zh-CN" altLang="en-US" b="1">
                          <a:effectLst/>
                        </a:rPr>
                        <a:t>测试难度</a:t>
                      </a:r>
                      <a:endParaRPr lang="zh-CN" altLang="en-US" b="0">
                        <a:effectLst/>
                        <a:latin typeface="quote-cjk-patch"/>
                      </a:endParaRPr>
                    </a:p>
                  </a:txBody>
                  <a:tcPr marR="76200" marT="47625" marB="47625" anchor="ctr"/>
                </a:tc>
                <a:tc>
                  <a:txBody>
                    <a:bodyPr/>
                    <a:lstStyle/>
                    <a:p>
                      <a:pPr>
                        <a:lnSpc>
                          <a:spcPts val="1875"/>
                        </a:lnSpc>
                        <a:buNone/>
                      </a:pPr>
                      <a:r>
                        <a:rPr lang="zh-CN" altLang="en-US" b="0">
                          <a:effectLst/>
                        </a:rPr>
                        <a:t>较难（全局状态）</a:t>
                      </a:r>
                      <a:endParaRPr lang="zh-CN" altLang="en-US" b="0">
                        <a:effectLst/>
                        <a:latin typeface="quote-cjk-patch"/>
                      </a:endParaRPr>
                    </a:p>
                  </a:txBody>
                  <a:tcPr marL="76200" marR="76200" marT="47625" marB="47625" anchor="ctr"/>
                </a:tc>
                <a:tc>
                  <a:txBody>
                    <a:bodyPr/>
                    <a:lstStyle/>
                    <a:p>
                      <a:pPr>
                        <a:lnSpc>
                          <a:spcPts val="1875"/>
                        </a:lnSpc>
                        <a:buNone/>
                      </a:pPr>
                      <a:r>
                        <a:rPr lang="zh-CN" altLang="en-US" b="0">
                          <a:effectLst/>
                        </a:rPr>
                        <a:t>容易（可</a:t>
                      </a:r>
                      <a:r>
                        <a:rPr lang="en-US" b="0">
                          <a:effectLst/>
                        </a:rPr>
                        <a:t>mock）</a:t>
                      </a:r>
                      <a:endParaRPr lang="en-US" b="0">
                        <a:effectLst/>
                        <a:latin typeface="quote-cjk-patch"/>
                      </a:endParaRPr>
                    </a:p>
                  </a:txBody>
                  <a:tcPr marL="76200" marT="47625" marB="47625" anchor="ctr"/>
                </a:tc>
                <a:extLst>
                  <a:ext uri="{0D108BD9-81ED-4DB2-BD59-A6C34878D82A}">
                    <a16:rowId xmlns:a16="http://schemas.microsoft.com/office/drawing/2014/main" val="1046976281"/>
                  </a:ext>
                </a:extLst>
              </a:tr>
            </a:tbl>
          </a:graphicData>
        </a:graphic>
      </p:graphicFrame>
      <p:sp>
        <p:nvSpPr>
          <p:cNvPr id="6" name="文本框 5">
            <a:extLst>
              <a:ext uri="{FF2B5EF4-FFF2-40B4-BE49-F238E27FC236}">
                <a16:creationId xmlns:a16="http://schemas.microsoft.com/office/drawing/2014/main" id="{95965F60-BD97-961B-2721-F4D6BFDEC5F2}"/>
              </a:ext>
            </a:extLst>
          </p:cNvPr>
          <p:cNvSpPr txBox="1"/>
          <p:nvPr/>
        </p:nvSpPr>
        <p:spPr>
          <a:xfrm>
            <a:off x="2135559" y="5229200"/>
            <a:ext cx="8568954" cy="1368151"/>
          </a:xfrm>
          <a:prstGeom prst="rect">
            <a:avLst/>
          </a:prstGeom>
        </p:spPr>
        <p:style>
          <a:lnRef idx="2">
            <a:schemeClr val="accent2"/>
          </a:lnRef>
          <a:fillRef idx="1">
            <a:schemeClr val="lt1"/>
          </a:fillRef>
          <a:effectRef idx="0">
            <a:schemeClr val="accent2"/>
          </a:effectRef>
          <a:fontRef idx="minor">
            <a:schemeClr val="dk1"/>
          </a:fontRef>
        </p:style>
        <p:txBody>
          <a:bodyPr wrap="square" anchor="ctr">
            <a:noAutofit/>
          </a:bodyPr>
          <a:lstStyle/>
          <a:p>
            <a:r>
              <a:rPr lang="zh-CN" altLang="en-US" sz="2400" b="0" i="0">
                <a:solidFill>
                  <a:srgbClr val="0F1115"/>
                </a:solidFill>
                <a:effectLst/>
                <a:latin typeface="quote-cjk-patch"/>
              </a:rPr>
              <a:t>静态成员适合</a:t>
            </a:r>
            <a:r>
              <a:rPr lang="zh-CN" altLang="en-US" sz="2400" b="0" i="0">
                <a:solidFill>
                  <a:srgbClr val="0F1115"/>
                </a:solidFill>
                <a:effectLst/>
                <a:highlight>
                  <a:srgbClr val="FFFF00"/>
                </a:highlight>
                <a:latin typeface="quote-cjk-patch"/>
              </a:rPr>
              <a:t>工具类</a:t>
            </a:r>
            <a:r>
              <a:rPr lang="zh-CN" altLang="en-US" sz="2400" b="0" i="0">
                <a:solidFill>
                  <a:srgbClr val="0F1115"/>
                </a:solidFill>
                <a:effectLst/>
                <a:latin typeface="quote-cjk-patch"/>
              </a:rPr>
              <a:t>、</a:t>
            </a:r>
            <a:r>
              <a:rPr lang="zh-CN" altLang="en-US" sz="2400">
                <a:solidFill>
                  <a:srgbClr val="0F1115"/>
                </a:solidFill>
                <a:highlight>
                  <a:srgbClr val="FFFF00"/>
                </a:highlight>
                <a:latin typeface="quote-cjk-patch"/>
              </a:rPr>
              <a:t>单例</a:t>
            </a:r>
            <a:r>
              <a:rPr lang="zh-CN" altLang="en-US" sz="2400" b="0" i="0">
                <a:solidFill>
                  <a:srgbClr val="0F1115"/>
                </a:solidFill>
                <a:effectLst/>
                <a:latin typeface="quote-cjk-patch"/>
              </a:rPr>
              <a:t>、</a:t>
            </a:r>
            <a:r>
              <a:rPr lang="zh-CN" altLang="en-US" sz="2400">
                <a:solidFill>
                  <a:srgbClr val="0F1115"/>
                </a:solidFill>
                <a:highlight>
                  <a:srgbClr val="FFFF00"/>
                </a:highlight>
                <a:latin typeface="quote-cjk-patch"/>
              </a:rPr>
              <a:t>缓存</a:t>
            </a:r>
            <a:r>
              <a:rPr lang="zh-CN" altLang="en-US" sz="2400" b="0" i="0">
                <a:solidFill>
                  <a:srgbClr val="0F1115"/>
                </a:solidFill>
                <a:effectLst/>
                <a:latin typeface="quote-cjk-patch"/>
              </a:rPr>
              <a:t>等场景，但不要过度使用。复杂的业务逻辑应该使用实例方法，以便于测试和维护。</a:t>
            </a:r>
            <a:endParaRPr lang="zh-CN" altLang="en-US" sz="2400"/>
          </a:p>
        </p:txBody>
      </p:sp>
    </p:spTree>
    <p:extLst>
      <p:ext uri="{BB962C8B-B14F-4D97-AF65-F5344CB8AC3E}">
        <p14:creationId xmlns:p14="http://schemas.microsoft.com/office/powerpoint/2010/main" val="282283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9"/>
          </p:nvPr>
        </p:nvSpPr>
        <p:spPr/>
        <p:txBody>
          <a:bodyPr/>
          <a:lstStyle/>
          <a:p>
            <a:r>
              <a:rPr lang="zh-CN" altLang="en-US"/>
              <a:t>用于访问静态成员，类常量，还可以用于覆盖类中的方法（无需实例化类）。</a:t>
            </a:r>
            <a:endParaRPr lang="en-US" altLang="zh-CN"/>
          </a:p>
          <a:p>
            <a:endParaRPr lang="zh-CN" altLang="en-US"/>
          </a:p>
          <a:p>
            <a:r>
              <a:rPr lang="zh-CN" altLang="en-US"/>
              <a:t>可以通过变量来引用类，该变量的值不能是关键字（如 </a:t>
            </a:r>
            <a:r>
              <a:rPr lang="en-US" altLang="zh-CN"/>
              <a:t>self</a:t>
            </a:r>
            <a:r>
              <a:rPr lang="zh-CN" altLang="en-US"/>
              <a:t>，</a:t>
            </a:r>
            <a:r>
              <a:rPr lang="en-US" altLang="zh-CN"/>
              <a:t>parent </a:t>
            </a:r>
            <a:r>
              <a:rPr lang="zh-CN" altLang="en-US"/>
              <a:t>和 </a:t>
            </a:r>
            <a:r>
              <a:rPr lang="en-US" altLang="zh-CN"/>
              <a:t>static</a:t>
            </a:r>
            <a:r>
              <a:rPr lang="zh-CN" altLang="en-US"/>
              <a:t>）。</a:t>
            </a:r>
          </a:p>
          <a:p>
            <a:endParaRPr lang="zh-CN" altLang="en-US"/>
          </a:p>
          <a:p>
            <a:endParaRPr lang="en-US" altLang="zh-CN"/>
          </a:p>
          <a:p>
            <a:r>
              <a:rPr lang="zh-CN" altLang="en-US"/>
              <a:t>当在类定义之外引用到这些项目时，要使用类名。</a:t>
            </a:r>
          </a:p>
          <a:p>
            <a:endParaRPr lang="zh-CN" altLang="en-US"/>
          </a:p>
        </p:txBody>
      </p:sp>
      <p:pic>
        <p:nvPicPr>
          <p:cNvPr id="8" name="内容占位符 7"/>
          <p:cNvPicPr>
            <a:picLocks noGrp="1" noChangeAspect="1"/>
          </p:cNvPicPr>
          <p:nvPr>
            <p:ph sz="quarter" idx="20"/>
          </p:nvPr>
        </p:nvPicPr>
        <p:blipFill>
          <a:blip r:embed="rId2"/>
          <a:stretch>
            <a:fillRect/>
          </a:stretch>
        </p:blipFill>
        <p:spPr>
          <a:xfrm>
            <a:off x="6582169" y="1022350"/>
            <a:ext cx="5314162" cy="5329238"/>
          </a:xfrm>
          <a:prstGeom prst="rect">
            <a:avLst/>
          </a:prstGeom>
        </p:spPr>
      </p:pic>
      <p:sp>
        <p:nvSpPr>
          <p:cNvPr id="4" name="文本占位符 3">
            <a:extLst>
              <a:ext uri="{FF2B5EF4-FFF2-40B4-BE49-F238E27FC236}">
                <a16:creationId xmlns:a16="http://schemas.microsoft.com/office/drawing/2014/main" id="{7D6D293D-BF82-5AA6-A1E0-F352BE95E88D}"/>
              </a:ext>
            </a:extLst>
          </p:cNvPr>
          <p:cNvSpPr>
            <a:spLocks noGrp="1"/>
          </p:cNvSpPr>
          <p:nvPr>
            <p:ph type="body" sz="quarter" idx="18"/>
          </p:nvPr>
        </p:nvSpPr>
        <p:spPr/>
        <p:txBody>
          <a:bodyPr/>
          <a:lstStyle/>
          <a:p>
            <a:r>
              <a:rPr lang="zh-CN" altLang="en-US"/>
              <a:t>访问静态成员运算符</a:t>
            </a:r>
            <a:r>
              <a:rPr lang="en-US" altLang="zh-CN"/>
              <a:t>——</a:t>
            </a:r>
            <a:r>
              <a:rPr lang="zh-CN" altLang="en-US"/>
              <a:t>范围解析操作符</a:t>
            </a:r>
            <a:r>
              <a:rPr lang="en-US" altLang="zh-CN"/>
              <a:t>::</a:t>
            </a:r>
            <a:endParaRPr lang="zh-CN" altLang="en-US"/>
          </a:p>
        </p:txBody>
      </p:sp>
      <p:cxnSp>
        <p:nvCxnSpPr>
          <p:cNvPr id="5" name="直接箭头连接符 4"/>
          <p:cNvCxnSpPr>
            <a:cxnSpLocks/>
          </p:cNvCxnSpPr>
          <p:nvPr/>
        </p:nvCxnSpPr>
        <p:spPr>
          <a:xfrm>
            <a:off x="6240016" y="5373216"/>
            <a:ext cx="432048" cy="462434"/>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3287688" y="3140968"/>
            <a:ext cx="3384376" cy="1728192"/>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特殊的标识符：</a:t>
            </a:r>
            <a:r>
              <a:rPr lang="en-US" altLang="zh-CN"/>
              <a:t>$this</a:t>
            </a:r>
            <a:r>
              <a:rPr lang="zh-CN" altLang="en-US"/>
              <a:t>、</a:t>
            </a:r>
            <a:r>
              <a:rPr lang="en-US" altLang="zh-CN"/>
              <a:t>parent</a:t>
            </a:r>
            <a:r>
              <a:rPr lang="zh-CN" altLang="en-US"/>
              <a:t>、</a:t>
            </a:r>
            <a:r>
              <a:rPr lang="en-US" altLang="zh-CN"/>
              <a:t>self</a:t>
            </a:r>
            <a:endParaRPr lang="zh-CN" altLang="en-US"/>
          </a:p>
        </p:txBody>
      </p:sp>
      <p:graphicFrame>
        <p:nvGraphicFramePr>
          <p:cNvPr id="7" name="内容占位符 6"/>
          <p:cNvGraphicFramePr>
            <a:graphicFrameLocks noGrp="1"/>
          </p:cNvGraphicFramePr>
          <p:nvPr>
            <p:ph sz="quarter" idx="1"/>
            <p:extLst>
              <p:ext uri="{D42A27DB-BD31-4B8C-83A1-F6EECF244321}">
                <p14:modId xmlns:p14="http://schemas.microsoft.com/office/powerpoint/2010/main" val="2077468663"/>
              </p:ext>
            </p:extLst>
          </p:nvPr>
        </p:nvGraphicFramePr>
        <p:xfrm>
          <a:off x="817563" y="1600200"/>
          <a:ext cx="10871200" cy="4924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4294967295"/>
          </p:nvPr>
        </p:nvSpPr>
        <p:spPr>
          <a:xfrm>
            <a:off x="0" y="1271588"/>
            <a:ext cx="711200" cy="244475"/>
          </a:xfrm>
          <a:prstGeom prst="rect">
            <a:avLst/>
          </a:prstGeom>
        </p:spPr>
        <p:txBody>
          <a:bodyPr>
            <a:normAutofit fontScale="92500" lnSpcReduction="10000"/>
          </a:bodyPr>
          <a:lstStyle/>
          <a:p>
            <a:fld id="{0C913308-F349-4B6D-A68A-DD1791B4A57B}"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总结：访问静态属性、静态方法、常量</a:t>
            </a:r>
          </a:p>
        </p:txBody>
      </p:sp>
      <p:sp>
        <p:nvSpPr>
          <p:cNvPr id="5" name="内容占位符 4"/>
          <p:cNvSpPr>
            <a:spLocks noGrp="1"/>
          </p:cNvSpPr>
          <p:nvPr>
            <p:ph sz="quarter" idx="2"/>
          </p:nvPr>
        </p:nvSpPr>
        <p:spPr/>
        <p:txBody>
          <a:bodyPr/>
          <a:lstStyle/>
          <a:p>
            <a:r>
              <a:rPr lang="zh-CN" altLang="en-US"/>
              <a:t>属性或常量</a:t>
            </a:r>
            <a:endParaRPr lang="en-US" altLang="zh-CN"/>
          </a:p>
          <a:p>
            <a:pPr lvl="1"/>
            <a:r>
              <a:rPr lang="en-US" altLang="zh-CN"/>
              <a:t>self::$name</a:t>
            </a:r>
          </a:p>
          <a:p>
            <a:pPr lvl="1"/>
            <a:r>
              <a:rPr lang="en-US" altLang="zh-CN"/>
              <a:t>self::URL</a:t>
            </a:r>
          </a:p>
          <a:p>
            <a:pPr lvl="1"/>
            <a:r>
              <a:rPr lang="en-US" altLang="zh-CN">
                <a:solidFill>
                  <a:srgbClr val="FF0000"/>
                </a:solidFill>
              </a:rPr>
              <a:t>$this::$name</a:t>
            </a:r>
          </a:p>
          <a:p>
            <a:r>
              <a:rPr lang="zh-CN" altLang="en-US"/>
              <a:t>方法</a:t>
            </a:r>
            <a:endParaRPr lang="en-US" altLang="zh-CN"/>
          </a:p>
          <a:p>
            <a:pPr lvl="1"/>
            <a:r>
              <a:rPr lang="en-US" altLang="zh-CN"/>
              <a:t>self::testStatic();</a:t>
            </a:r>
          </a:p>
          <a:p>
            <a:pPr lvl="1"/>
            <a:r>
              <a:rPr lang="en-US" altLang="zh-CN">
                <a:solidFill>
                  <a:srgbClr val="FF0000"/>
                </a:solidFill>
              </a:rPr>
              <a:t>$this-&gt;testStatic();</a:t>
            </a:r>
          </a:p>
          <a:p>
            <a:pPr lvl="1"/>
            <a:r>
              <a:rPr lang="en-US" altLang="zh-CN">
                <a:solidFill>
                  <a:srgbClr val="FF0000"/>
                </a:solidFill>
              </a:rPr>
              <a:t>$this::testStatic();</a:t>
            </a:r>
          </a:p>
        </p:txBody>
      </p:sp>
      <p:sp>
        <p:nvSpPr>
          <p:cNvPr id="7" name="内容占位符 6"/>
          <p:cNvSpPr>
            <a:spLocks noGrp="1"/>
          </p:cNvSpPr>
          <p:nvPr>
            <p:ph sz="quarter" idx="4"/>
          </p:nvPr>
        </p:nvSpPr>
        <p:spPr/>
        <p:txBody>
          <a:bodyPr/>
          <a:lstStyle/>
          <a:p>
            <a:r>
              <a:rPr lang="zh-CN" altLang="en-US"/>
              <a:t>属性或常量</a:t>
            </a:r>
            <a:endParaRPr lang="en-US" altLang="zh-CN"/>
          </a:p>
          <a:p>
            <a:pPr lvl="1"/>
            <a:r>
              <a:rPr lang="en-US" altLang="zh-CN"/>
              <a:t>Bar::$name</a:t>
            </a:r>
          </a:p>
          <a:p>
            <a:pPr lvl="1"/>
            <a:r>
              <a:rPr lang="en-US" altLang="zh-CN"/>
              <a:t>Bar::URL</a:t>
            </a:r>
          </a:p>
          <a:p>
            <a:r>
              <a:rPr lang="zh-CN" altLang="en-US"/>
              <a:t>方法</a:t>
            </a:r>
            <a:endParaRPr lang="en-US" altLang="zh-CN"/>
          </a:p>
          <a:p>
            <a:pPr lvl="1"/>
            <a:r>
              <a:rPr lang="en-US" altLang="zh-CN"/>
              <a:t>Bar::testStatic();</a:t>
            </a:r>
          </a:p>
          <a:p>
            <a:pPr lvl="1"/>
            <a:r>
              <a:rPr lang="en-US" altLang="zh-CN"/>
              <a:t>(new Bar)-&gt;testStatic();</a:t>
            </a:r>
            <a:endParaRPr lang="zh-CN" altLang="en-US"/>
          </a:p>
        </p:txBody>
      </p:sp>
      <p:sp>
        <p:nvSpPr>
          <p:cNvPr id="4" name="文本占位符 3"/>
          <p:cNvSpPr>
            <a:spLocks noGrp="1"/>
          </p:cNvSpPr>
          <p:nvPr>
            <p:ph type="body" sz="quarter" idx="1"/>
          </p:nvPr>
        </p:nvSpPr>
        <p:spPr/>
        <p:txBody>
          <a:bodyPr/>
          <a:lstStyle/>
          <a:p>
            <a:r>
              <a:rPr lang="zh-CN" altLang="en-US"/>
              <a:t>类定义区域内</a:t>
            </a:r>
          </a:p>
        </p:txBody>
      </p:sp>
      <p:sp>
        <p:nvSpPr>
          <p:cNvPr id="6" name="文本占位符 5"/>
          <p:cNvSpPr>
            <a:spLocks noGrp="1"/>
          </p:cNvSpPr>
          <p:nvPr>
            <p:ph type="body" sz="quarter" idx="3"/>
          </p:nvPr>
        </p:nvSpPr>
        <p:spPr/>
        <p:txBody>
          <a:bodyPr/>
          <a:lstStyle/>
          <a:p>
            <a:r>
              <a:rPr lang="zh-CN" altLang="en-US"/>
              <a:t>类定义区域外（类名：</a:t>
            </a:r>
            <a:r>
              <a:rPr lang="en-US" altLang="zh-CN"/>
              <a:t>Bar</a:t>
            </a:r>
            <a:r>
              <a:rPr lang="zh-CN" altLang="en-US"/>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总结：访问非静态属性、非静态方法</a:t>
            </a:r>
          </a:p>
        </p:txBody>
      </p:sp>
      <p:sp>
        <p:nvSpPr>
          <p:cNvPr id="5" name="内容占位符 4"/>
          <p:cNvSpPr>
            <a:spLocks noGrp="1"/>
          </p:cNvSpPr>
          <p:nvPr>
            <p:ph sz="quarter" idx="2"/>
          </p:nvPr>
        </p:nvSpPr>
        <p:spPr/>
        <p:txBody>
          <a:bodyPr/>
          <a:lstStyle/>
          <a:p>
            <a:r>
              <a:rPr lang="zh-CN" altLang="en-US"/>
              <a:t>非静态属性（省略变量的前导符</a:t>
            </a:r>
            <a:r>
              <a:rPr lang="en-US" altLang="zh-CN"/>
              <a:t>$</a:t>
            </a:r>
            <a:r>
              <a:rPr lang="zh-CN" altLang="en-US"/>
              <a:t>）</a:t>
            </a:r>
            <a:endParaRPr lang="en-US" altLang="zh-CN"/>
          </a:p>
          <a:p>
            <a:pPr lvl="1"/>
            <a:r>
              <a:rPr lang="en-US" altLang="zh-CN"/>
              <a:t>$this-&gt;name</a:t>
            </a:r>
          </a:p>
          <a:p>
            <a:r>
              <a:rPr lang="zh-CN" altLang="en-US"/>
              <a:t>方法</a:t>
            </a:r>
            <a:endParaRPr lang="en-US" altLang="zh-CN"/>
          </a:p>
          <a:p>
            <a:pPr lvl="1"/>
            <a:r>
              <a:rPr lang="en-US" altLang="zh-CN"/>
              <a:t>$this-&gt;test();</a:t>
            </a:r>
          </a:p>
          <a:p>
            <a:pPr lvl="1"/>
            <a:r>
              <a:rPr lang="en-US" altLang="zh-CN"/>
              <a:t>$this-&gt;testProtected();</a:t>
            </a:r>
          </a:p>
          <a:p>
            <a:pPr lvl="1"/>
            <a:r>
              <a:rPr lang="en-US" altLang="zh-CN"/>
              <a:t>$this-&gt;testPrivate();</a:t>
            </a:r>
            <a:endParaRPr lang="zh-CN" altLang="en-US"/>
          </a:p>
        </p:txBody>
      </p:sp>
      <p:sp>
        <p:nvSpPr>
          <p:cNvPr id="7" name="内容占位符 6"/>
          <p:cNvSpPr>
            <a:spLocks noGrp="1"/>
          </p:cNvSpPr>
          <p:nvPr>
            <p:ph sz="quarter" idx="4"/>
          </p:nvPr>
        </p:nvSpPr>
        <p:spPr/>
        <p:txBody>
          <a:bodyPr/>
          <a:lstStyle/>
          <a:p>
            <a:r>
              <a:rPr lang="zh-CN" altLang="en-US"/>
              <a:t>非静态属性</a:t>
            </a:r>
            <a:endParaRPr lang="en-US" altLang="zh-CN"/>
          </a:p>
          <a:p>
            <a:pPr lvl="1"/>
            <a:r>
              <a:rPr lang="en-US" altLang="zh-CN"/>
              <a:t>(new Bar)-&gt;name</a:t>
            </a:r>
          </a:p>
          <a:p>
            <a:r>
              <a:rPr lang="zh-CN" altLang="en-US"/>
              <a:t>方法</a:t>
            </a:r>
            <a:endParaRPr lang="en-US" altLang="zh-CN"/>
          </a:p>
          <a:p>
            <a:pPr lvl="1"/>
            <a:r>
              <a:rPr lang="en-US" altLang="zh-CN"/>
              <a:t>(new Bar)-&gt;test();</a:t>
            </a:r>
            <a:endParaRPr lang="zh-CN" altLang="en-US"/>
          </a:p>
        </p:txBody>
      </p:sp>
      <p:sp>
        <p:nvSpPr>
          <p:cNvPr id="4" name="文本占位符 3"/>
          <p:cNvSpPr>
            <a:spLocks noGrp="1"/>
          </p:cNvSpPr>
          <p:nvPr>
            <p:ph type="body" sz="quarter" idx="1"/>
          </p:nvPr>
        </p:nvSpPr>
        <p:spPr/>
        <p:txBody>
          <a:bodyPr/>
          <a:lstStyle/>
          <a:p>
            <a:r>
              <a:rPr lang="zh-CN" altLang="en-US"/>
              <a:t>类定义区域内</a:t>
            </a:r>
          </a:p>
        </p:txBody>
      </p:sp>
      <p:sp>
        <p:nvSpPr>
          <p:cNvPr id="6" name="文本占位符 5"/>
          <p:cNvSpPr>
            <a:spLocks noGrp="1"/>
          </p:cNvSpPr>
          <p:nvPr>
            <p:ph type="body" sz="quarter" idx="3"/>
          </p:nvPr>
        </p:nvSpPr>
        <p:spPr/>
        <p:txBody>
          <a:bodyPr/>
          <a:lstStyle/>
          <a:p>
            <a:r>
              <a:rPr lang="zh-CN" altLang="en-US"/>
              <a:t>类定义区域外（类名：</a:t>
            </a:r>
            <a:r>
              <a:rPr lang="en-US" altLang="zh-CN"/>
              <a:t>Bar</a:t>
            </a:r>
            <a:r>
              <a:rPr lang="zh-CN" altLang="en-US"/>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52EFFD0-A031-D22B-533C-922095E593F4}"/>
              </a:ext>
            </a:extLst>
          </p:cNvPr>
          <p:cNvSpPr>
            <a:spLocks noGrp="1"/>
          </p:cNvSpPr>
          <p:nvPr>
            <p:ph type="body" sz="quarter" idx="18"/>
          </p:nvPr>
        </p:nvSpPr>
        <p:spPr/>
        <p:txBody>
          <a:bodyPr/>
          <a:lstStyle/>
          <a:p>
            <a:r>
              <a:rPr lang="zh-CN" altLang="en-US"/>
              <a:t>判断哪个是错误的调用语句</a:t>
            </a:r>
          </a:p>
        </p:txBody>
      </p:sp>
      <p:pic>
        <p:nvPicPr>
          <p:cNvPr id="7" name="内容占位符 6"/>
          <p:cNvPicPr>
            <a:picLocks noGrp="1" noChangeAspect="1"/>
          </p:cNvPicPr>
          <p:nvPr>
            <p:ph sz="quarter" idx="19"/>
          </p:nvPr>
        </p:nvPicPr>
        <p:blipFill>
          <a:blip r:embed="rId2"/>
          <a:stretch>
            <a:fillRect/>
          </a:stretch>
        </p:blipFill>
        <p:spPr>
          <a:xfrm>
            <a:off x="3413736" y="836613"/>
            <a:ext cx="5421677" cy="5761037"/>
          </a:xfrm>
          <a:prstGeom prst="rect">
            <a:avLst/>
          </a:prstGeom>
        </p:spPr>
      </p:pic>
    </p:spTree>
    <p:extLst>
      <p:ext uri="{BB962C8B-B14F-4D97-AF65-F5344CB8AC3E}">
        <p14:creationId xmlns:p14="http://schemas.microsoft.com/office/powerpoint/2010/main" val="3023006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sz="quarter" idx="19"/>
          </p:nvPr>
        </p:nvPicPr>
        <p:blipFill>
          <a:blip r:embed="rId2"/>
          <a:stretch>
            <a:fillRect/>
          </a:stretch>
        </p:blipFill>
        <p:spPr>
          <a:xfrm>
            <a:off x="1073744" y="1052513"/>
            <a:ext cx="5015312" cy="5329237"/>
          </a:xfrm>
          <a:prstGeom prst="rect">
            <a:avLst/>
          </a:prstGeom>
        </p:spPr>
      </p:pic>
      <p:sp>
        <p:nvSpPr>
          <p:cNvPr id="4" name="内容占位符 3">
            <a:extLst>
              <a:ext uri="{FF2B5EF4-FFF2-40B4-BE49-F238E27FC236}">
                <a16:creationId xmlns:a16="http://schemas.microsoft.com/office/drawing/2014/main" id="{07B7EF02-BEC4-01CF-8577-76341F783105}"/>
              </a:ext>
            </a:extLst>
          </p:cNvPr>
          <p:cNvSpPr>
            <a:spLocks noGrp="1"/>
          </p:cNvSpPr>
          <p:nvPr>
            <p:ph sz="quarter" idx="20"/>
          </p:nvPr>
        </p:nvSpPr>
        <p:spPr>
          <a:prstGeom prst="rect">
            <a:avLst/>
          </a:prstGeom>
        </p:spPr>
        <p:txBody>
          <a:bodyPr/>
          <a:lstStyle/>
          <a:p>
            <a:r>
              <a:rPr lang="zh-CN" altLang="en-US"/>
              <a:t>分析</a:t>
            </a:r>
            <a:endParaRPr lang="en-US" altLang="zh-CN"/>
          </a:p>
          <a:p>
            <a:pPr lvl="1"/>
            <a:r>
              <a:rPr lang="en-US" altLang="zh-CN"/>
              <a:t>C </a:t>
            </a:r>
            <a:r>
              <a:rPr lang="zh-CN" altLang="en-US"/>
              <a:t>静态方法的标准调用格式，使用类名</a:t>
            </a:r>
            <a:r>
              <a:rPr lang="en-US" altLang="zh-CN"/>
              <a:t>+</a:t>
            </a:r>
            <a:r>
              <a:rPr lang="zh-CN" altLang="en-US"/>
              <a:t>运算符</a:t>
            </a:r>
            <a:r>
              <a:rPr lang="en-US" altLang="zh-CN"/>
              <a:t>::</a:t>
            </a:r>
          </a:p>
          <a:p>
            <a:pPr lvl="1"/>
            <a:r>
              <a:rPr lang="en-US" altLang="zh-CN"/>
              <a:t>A</a:t>
            </a:r>
            <a:r>
              <a:rPr lang="zh-CN" altLang="en-US"/>
              <a:t>、</a:t>
            </a:r>
            <a:r>
              <a:rPr lang="en-US" altLang="zh-CN"/>
              <a:t>B </a:t>
            </a:r>
            <a:r>
              <a:rPr lang="zh-CN" altLang="en-US"/>
              <a:t>实例化后，当然也可以调用静态方法，可以使用运算符</a:t>
            </a:r>
            <a:r>
              <a:rPr lang="en-US" altLang="zh-CN"/>
              <a:t>::</a:t>
            </a:r>
            <a:r>
              <a:rPr lang="zh-CN" altLang="en-US"/>
              <a:t>，也可以使用运算符</a:t>
            </a:r>
            <a:r>
              <a:rPr lang="en-US" altLang="zh-CN"/>
              <a:t>-&gt;</a:t>
            </a:r>
          </a:p>
          <a:p>
            <a:pPr lvl="1"/>
            <a:r>
              <a:rPr lang="en-US" altLang="zh-CN">
                <a:solidFill>
                  <a:srgbClr val="FF0000"/>
                </a:solidFill>
              </a:rPr>
              <a:t>D </a:t>
            </a:r>
            <a:r>
              <a:rPr lang="zh-CN" altLang="en-US">
                <a:solidFill>
                  <a:srgbClr val="FF0000"/>
                </a:solidFill>
              </a:rPr>
              <a:t>运算符</a:t>
            </a:r>
            <a:r>
              <a:rPr lang="en-US" altLang="zh-CN">
                <a:solidFill>
                  <a:srgbClr val="FF0000"/>
                </a:solidFill>
              </a:rPr>
              <a:t>-&gt;</a:t>
            </a:r>
            <a:r>
              <a:rPr lang="zh-CN" altLang="en-US">
                <a:solidFill>
                  <a:srgbClr val="FF0000"/>
                </a:solidFill>
              </a:rPr>
              <a:t>仅可以用于实例化对象，故错误</a:t>
            </a:r>
            <a:endParaRPr lang="en-US" altLang="zh-CN">
              <a:solidFill>
                <a:srgbClr val="FF0000"/>
              </a:solidFill>
            </a:endParaRPr>
          </a:p>
          <a:p>
            <a:pPr lvl="1"/>
            <a:endParaRPr lang="zh-CN" altLang="en-US"/>
          </a:p>
          <a:p>
            <a:endParaRPr lang="zh-CN" altLang="en-US"/>
          </a:p>
        </p:txBody>
      </p:sp>
      <p:sp>
        <p:nvSpPr>
          <p:cNvPr id="6" name="文本占位符 5">
            <a:extLst>
              <a:ext uri="{FF2B5EF4-FFF2-40B4-BE49-F238E27FC236}">
                <a16:creationId xmlns:a16="http://schemas.microsoft.com/office/drawing/2014/main" id="{B5453167-FF0A-BA51-A6DD-65D997B348DD}"/>
              </a:ext>
            </a:extLst>
          </p:cNvPr>
          <p:cNvSpPr>
            <a:spLocks noGrp="1"/>
          </p:cNvSpPr>
          <p:nvPr>
            <p:ph type="body" sz="quarter" idx="18"/>
          </p:nvPr>
        </p:nvSpPr>
        <p:spPr/>
        <p:txBody>
          <a:bodyPr/>
          <a:lstStyle/>
          <a:p>
            <a:r>
              <a:rPr lang="zh-CN" altLang="en-US"/>
              <a:t>判断哪个是错误的调用语句</a:t>
            </a:r>
            <a:endParaRPr lang="en-US" altLang="zh-CN"/>
          </a:p>
          <a:p>
            <a:endParaRPr lang="zh-CN" altLang="en-US"/>
          </a:p>
        </p:txBody>
      </p:sp>
    </p:spTree>
    <p:extLst>
      <p:ext uri="{BB962C8B-B14F-4D97-AF65-F5344CB8AC3E}">
        <p14:creationId xmlns:p14="http://schemas.microsoft.com/office/powerpoint/2010/main" val="3187651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7151682-4674-3978-280D-AA78816C0135}"/>
              </a:ext>
            </a:extLst>
          </p:cNvPr>
          <p:cNvSpPr>
            <a:spLocks noGrp="1"/>
          </p:cNvSpPr>
          <p:nvPr>
            <p:ph sz="quarter" idx="19"/>
          </p:nvPr>
        </p:nvSpPr>
        <p:spPr/>
        <p:txBody>
          <a:bodyPr/>
          <a:lstStyle/>
          <a:p>
            <a:r>
              <a:rPr lang="zh-CN" altLang="en-US"/>
              <a:t>定义一个工具类</a:t>
            </a:r>
            <a:r>
              <a:rPr lang="en-US" altLang="zh-CN"/>
              <a:t>/api/ApiResponse.php</a:t>
            </a:r>
            <a:r>
              <a:rPr lang="zh-CN" altLang="en-US"/>
              <a:t>，定义静态方法：</a:t>
            </a:r>
            <a:endParaRPr lang="en-US" altLang="zh-CN"/>
          </a:p>
          <a:p>
            <a:pPr lvl="1"/>
            <a:r>
              <a:rPr lang="en-US" altLang="zh-CN"/>
              <a:t>success</a:t>
            </a:r>
            <a:r>
              <a:rPr lang="zh-CN" altLang="en-US"/>
              <a:t>，接收参数（业务编码、状态码、提示消息和</a:t>
            </a:r>
            <a:r>
              <a:rPr lang="en-US" altLang="zh-CN"/>
              <a:t>data</a:t>
            </a:r>
            <a:r>
              <a:rPr lang="zh-CN" altLang="en-US"/>
              <a:t>），打印</a:t>
            </a:r>
            <a:r>
              <a:rPr lang="en-US" altLang="zh-CN"/>
              <a:t>json</a:t>
            </a:r>
            <a:r>
              <a:rPr lang="zh-CN" altLang="en-US"/>
              <a:t>字符串，应对成功的场景</a:t>
            </a:r>
            <a:endParaRPr lang="en-US" altLang="zh-CN"/>
          </a:p>
          <a:p>
            <a:pPr lvl="1"/>
            <a:r>
              <a:rPr lang="en-US" altLang="zh-CN"/>
              <a:t>error</a:t>
            </a:r>
            <a:r>
              <a:rPr lang="zh-CN" altLang="en-US"/>
              <a:t>，接收参数（ 业务编码、状态码、提示消息），打印</a:t>
            </a:r>
            <a:r>
              <a:rPr lang="en-US" altLang="zh-CN"/>
              <a:t>json</a:t>
            </a:r>
            <a:r>
              <a:rPr lang="zh-CN" altLang="en-US"/>
              <a:t>字符串，应对错误的场景</a:t>
            </a:r>
            <a:endParaRPr lang="en-US" altLang="zh-CN"/>
          </a:p>
          <a:p>
            <a:r>
              <a:rPr lang="zh-CN" altLang="en-US"/>
              <a:t>注意：成功时暂时可把</a:t>
            </a:r>
            <a:r>
              <a:rPr lang="en-US" altLang="zh-CN"/>
              <a:t>data</a:t>
            </a:r>
            <a:r>
              <a:rPr lang="zh-CN" altLang="en-US"/>
              <a:t>设置为</a:t>
            </a:r>
            <a:r>
              <a:rPr lang="en-US" altLang="zh-CN"/>
              <a:t>[]</a:t>
            </a:r>
            <a:endParaRPr lang="zh-CN" altLang="en-US"/>
          </a:p>
        </p:txBody>
      </p:sp>
      <p:sp>
        <p:nvSpPr>
          <p:cNvPr id="4" name="文本占位符 3">
            <a:extLst>
              <a:ext uri="{FF2B5EF4-FFF2-40B4-BE49-F238E27FC236}">
                <a16:creationId xmlns:a16="http://schemas.microsoft.com/office/drawing/2014/main" id="{3D3F3109-651E-0C94-AC17-33C3462B17DF}"/>
              </a:ext>
            </a:extLst>
          </p:cNvPr>
          <p:cNvSpPr>
            <a:spLocks noGrp="1"/>
          </p:cNvSpPr>
          <p:nvPr>
            <p:ph type="body" sz="quarter" idx="18"/>
          </p:nvPr>
        </p:nvSpPr>
        <p:spPr/>
        <p:txBody>
          <a:bodyPr/>
          <a:lstStyle/>
          <a:p>
            <a:r>
              <a:rPr lang="zh-CN" altLang="en-US"/>
              <a:t>作业三：工具类的定义</a:t>
            </a:r>
          </a:p>
        </p:txBody>
      </p:sp>
      <p:pic>
        <p:nvPicPr>
          <p:cNvPr id="11" name="内容占位符 10">
            <a:extLst>
              <a:ext uri="{FF2B5EF4-FFF2-40B4-BE49-F238E27FC236}">
                <a16:creationId xmlns:a16="http://schemas.microsoft.com/office/drawing/2014/main" id="{C0B486E1-B386-EF45-A279-1FBF4200B615}"/>
              </a:ext>
            </a:extLst>
          </p:cNvPr>
          <p:cNvPicPr>
            <a:picLocks noGrp="1" noChangeAspect="1"/>
          </p:cNvPicPr>
          <p:nvPr>
            <p:ph sz="quarter" idx="20"/>
          </p:nvPr>
        </p:nvPicPr>
        <p:blipFill>
          <a:blip r:embed="rId2"/>
          <a:stretch>
            <a:fillRect/>
          </a:stretch>
        </p:blipFill>
        <p:spPr>
          <a:xfrm>
            <a:off x="6600056" y="3212976"/>
            <a:ext cx="5461000" cy="2179232"/>
          </a:xfrm>
          <a:prstGeom prst="rect">
            <a:avLst/>
          </a:prstGeom>
          <a:ln>
            <a:solidFill>
              <a:schemeClr val="accent1"/>
            </a:solidFill>
          </a:ln>
        </p:spPr>
      </p:pic>
      <p:pic>
        <p:nvPicPr>
          <p:cNvPr id="9" name="内容占位符 5">
            <a:extLst>
              <a:ext uri="{FF2B5EF4-FFF2-40B4-BE49-F238E27FC236}">
                <a16:creationId xmlns:a16="http://schemas.microsoft.com/office/drawing/2014/main" id="{8B0C2945-C83C-EFDD-2143-7EBABC4A3795}"/>
              </a:ext>
            </a:extLst>
          </p:cNvPr>
          <p:cNvPicPr>
            <a:picLocks noChangeAspect="1"/>
          </p:cNvPicPr>
          <p:nvPr/>
        </p:nvPicPr>
        <p:blipFill>
          <a:blip r:embed="rId3"/>
          <a:stretch>
            <a:fillRect/>
          </a:stretch>
        </p:blipFill>
        <p:spPr>
          <a:xfrm>
            <a:off x="6587832" y="836712"/>
            <a:ext cx="5461000" cy="1931839"/>
          </a:xfrm>
          <a:prstGeom prst="rect">
            <a:avLst/>
          </a:prstGeom>
          <a:ln>
            <a:solidFill>
              <a:schemeClr val="accent1"/>
            </a:solidFill>
          </a:ln>
        </p:spPr>
      </p:pic>
    </p:spTree>
    <p:extLst>
      <p:ext uri="{BB962C8B-B14F-4D97-AF65-F5344CB8AC3E}">
        <p14:creationId xmlns:p14="http://schemas.microsoft.com/office/powerpoint/2010/main" val="864111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239188C5-7946-B50E-C9FA-ACBFA3BB959D}"/>
              </a:ext>
            </a:extLst>
          </p:cNvPr>
          <p:cNvSpPr>
            <a:spLocks noGrp="1"/>
          </p:cNvSpPr>
          <p:nvPr>
            <p:ph type="body" sz="quarter" idx="18"/>
          </p:nvPr>
        </p:nvSpPr>
        <p:spPr/>
        <p:txBody>
          <a:bodyPr/>
          <a:lstStyle/>
          <a:p>
            <a:r>
              <a:rPr lang="zh-CN" altLang="en-US"/>
              <a:t>作业三完整的打印效果</a:t>
            </a:r>
          </a:p>
        </p:txBody>
      </p:sp>
      <p:pic>
        <p:nvPicPr>
          <p:cNvPr id="5" name="内容占位符 4">
            <a:extLst>
              <a:ext uri="{FF2B5EF4-FFF2-40B4-BE49-F238E27FC236}">
                <a16:creationId xmlns:a16="http://schemas.microsoft.com/office/drawing/2014/main" id="{208F3C8C-E195-D795-3EB5-EE56CACA1DCC}"/>
              </a:ext>
            </a:extLst>
          </p:cNvPr>
          <p:cNvPicPr>
            <a:picLocks noGrp="1" noChangeAspect="1"/>
          </p:cNvPicPr>
          <p:nvPr>
            <p:ph sz="quarter" idx="19"/>
          </p:nvPr>
        </p:nvPicPr>
        <p:blipFill>
          <a:blip r:embed="rId2"/>
          <a:stretch>
            <a:fillRect/>
          </a:stretch>
        </p:blipFill>
        <p:spPr>
          <a:xfrm>
            <a:off x="1487488" y="943247"/>
            <a:ext cx="8314318" cy="3205833"/>
          </a:xfrm>
          <a:prstGeom prst="rect">
            <a:avLst/>
          </a:prstGeom>
          <a:ln>
            <a:solidFill>
              <a:schemeClr val="accent6">
                <a:lumMod val="75000"/>
              </a:schemeClr>
            </a:solidFill>
          </a:ln>
        </p:spPr>
      </p:pic>
      <p:pic>
        <p:nvPicPr>
          <p:cNvPr id="6" name="内容占位符 5">
            <a:extLst>
              <a:ext uri="{FF2B5EF4-FFF2-40B4-BE49-F238E27FC236}">
                <a16:creationId xmlns:a16="http://schemas.microsoft.com/office/drawing/2014/main" id="{0DE56F6F-0C48-78B9-6C20-D2D8B9B573B1}"/>
              </a:ext>
            </a:extLst>
          </p:cNvPr>
          <p:cNvPicPr>
            <a:picLocks noGrp="1" noChangeAspect="1"/>
          </p:cNvPicPr>
          <p:nvPr>
            <p:ph sz="quarter" idx="20"/>
          </p:nvPr>
        </p:nvPicPr>
        <p:blipFill>
          <a:blip r:embed="rId3">
            <a:extLst>
              <a:ext uri="{28A0092B-C50C-407E-A947-70E740481C1C}">
                <a14:useLocalDpi xmlns:a14="http://schemas.microsoft.com/office/drawing/2010/main" val="0"/>
              </a:ext>
            </a:extLst>
          </a:blip>
          <a:stretch>
            <a:fillRect/>
          </a:stretch>
        </p:blipFill>
        <p:spPr>
          <a:xfrm>
            <a:off x="1487488" y="4293096"/>
            <a:ext cx="8314318" cy="2308075"/>
          </a:xfrm>
          <a:prstGeom prst="rect">
            <a:avLst/>
          </a:prstGeom>
          <a:ln>
            <a:solidFill>
              <a:schemeClr val="accent6">
                <a:lumMod val="75000"/>
              </a:schemeClr>
            </a:solidFill>
          </a:ln>
        </p:spPr>
      </p:pic>
    </p:spTree>
    <p:extLst>
      <p:ext uri="{BB962C8B-B14F-4D97-AF65-F5344CB8AC3E}">
        <p14:creationId xmlns:p14="http://schemas.microsoft.com/office/powerpoint/2010/main" val="1552039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三的提交要求（第五次课）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112200"/>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作业三 </a:t>
              </a:r>
              <a:r>
                <a:rPr lang="en-US" altLang="zh-CN" sz="1600"/>
                <a:t>User.php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作业三 </a:t>
              </a:r>
              <a:r>
                <a:rPr lang="en-US" altLang="zh-CN" sz="1600"/>
                <a:t>Stu.php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作业三 </a:t>
              </a:r>
              <a:r>
                <a:rPr lang="en-US" altLang="zh-CN" sz="1600"/>
                <a:t>Te.php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作业三 </a:t>
              </a:r>
              <a:r>
                <a:rPr lang="en-US" altLang="zh-CN" sz="1600"/>
                <a:t>ApiResponse.php</a:t>
              </a:r>
              <a:r>
                <a:rPr lang="zh-CN" altLang="en-US" sz="1600"/>
                <a:t>的完整代码截图；</a:t>
              </a:r>
              <a:endParaRPr lang="en-US" altLang="zh-CN" sz="1600"/>
            </a:p>
            <a:p>
              <a:pPr marL="228600" lvl="1" indent="-228600" algn="l" defTabSz="533400">
                <a:lnSpc>
                  <a:spcPts val="2300"/>
                </a:lnSpc>
                <a:spcBef>
                  <a:spcPct val="0"/>
                </a:spcBef>
                <a:spcAft>
                  <a:spcPct val="15000"/>
                </a:spcAft>
                <a:buFont typeface="+mj-ea"/>
                <a:buAutoNum type="circleNumDbPlain"/>
              </a:pPr>
              <a:r>
                <a:rPr lang="zh-CN" altLang="en-US" sz="1600"/>
                <a:t>作业一 </a:t>
              </a:r>
              <a:r>
                <a:rPr lang="en-US" altLang="zh-CN" sz="1600"/>
                <a:t>index.php</a:t>
              </a:r>
              <a:r>
                <a:rPr lang="zh-CN" altLang="en-US" sz="1600"/>
                <a:t>的代码和预览截图；</a:t>
              </a:r>
              <a:endParaRPr lang="en-US" altLang="zh-CN" sz="1600"/>
            </a:p>
            <a:p>
              <a:pPr marL="228600" lvl="1" indent="-228600" algn="l" defTabSz="533400">
                <a:lnSpc>
                  <a:spcPts val="2300"/>
                </a:lnSpc>
                <a:spcBef>
                  <a:spcPct val="0"/>
                </a:spcBef>
                <a:spcAft>
                  <a:spcPct val="15000"/>
                </a:spcAft>
                <a:buFont typeface="+mj-ea"/>
                <a:buAutoNum type="circleNumDbPlain"/>
              </a:pPr>
              <a:r>
                <a:rPr lang="zh-CN" altLang="en-US" sz="1600"/>
                <a:t>作业二 </a:t>
              </a:r>
              <a:r>
                <a:rPr lang="en-US" altLang="zh-CN" sz="1600"/>
                <a:t>index.php</a:t>
              </a:r>
              <a:r>
                <a:rPr lang="zh-CN" altLang="en-US" sz="1600"/>
                <a:t>的代码和预览截图；</a:t>
              </a:r>
              <a:endParaRPr lang="en-US" altLang="zh-CN" sz="1600"/>
            </a:p>
            <a:p>
              <a:pPr marL="228600" lvl="1" indent="-228600" algn="l" defTabSz="533400">
                <a:lnSpc>
                  <a:spcPts val="2300"/>
                </a:lnSpc>
                <a:spcBef>
                  <a:spcPct val="0"/>
                </a:spcBef>
                <a:spcAft>
                  <a:spcPct val="15000"/>
                </a:spcAft>
                <a:buFont typeface="+mj-ea"/>
                <a:buAutoNum type="circleNumDbPlain"/>
              </a:pPr>
              <a:r>
                <a:rPr lang="zh-CN" altLang="en-US" sz="1600"/>
                <a:t>作业三 </a:t>
              </a:r>
              <a:r>
                <a:rPr lang="en-US" altLang="zh-CN" sz="1600"/>
                <a:t>index.php</a:t>
              </a:r>
              <a:r>
                <a:rPr lang="zh-CN" altLang="en-US" sz="1600"/>
                <a:t>的代码和预览截图</a:t>
              </a:r>
              <a:endParaRPr lang="en-US" altLang="zh-CN" sz="1600" kern="12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3aeadc1-311e-4f62-8c29-04be08f5fa0e"/>
  <p:tag name="COMMONDATA" val="eyJoZGlkIjoiM2E2Zjg1Nzk5MGU2OTkxNDZmYTU3YTI2Mzg3MzViZTMifQ=="/>
</p:tagLst>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2026绿色主题</Template>
  <TotalTime>1060</TotalTime>
  <Words>2002</Words>
  <Application>Microsoft Office PowerPoint</Application>
  <PresentationFormat>宽屏</PresentationFormat>
  <Paragraphs>301</Paragraphs>
  <Slides>39</Slides>
  <Notes>2</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39</vt:i4>
      </vt:variant>
    </vt:vector>
  </HeadingPairs>
  <TitlesOfParts>
    <vt:vector size="49" baseType="lpstr">
      <vt:lpstr>quote-cjk-patch</vt:lpstr>
      <vt:lpstr>等线</vt:lpstr>
      <vt:lpstr>等线 Light</vt:lpstr>
      <vt:lpstr>微软雅黑</vt:lpstr>
      <vt:lpstr>Arial</vt:lpstr>
      <vt:lpstr>Calibri</vt:lpstr>
      <vt:lpstr>2026绿色主题</vt:lpstr>
      <vt:lpstr>2_自定义设计方案</vt:lpstr>
      <vt:lpstr>1_自定义设计方案</vt:lpstr>
      <vt:lpstr>自定义设计方案</vt:lpstr>
      <vt:lpstr>25-26-02 WEB项目应用</vt:lpstr>
      <vt:lpstr>PowerPoint 演示文稿</vt:lpstr>
      <vt:lpstr>类的概述</vt:lpstr>
      <vt:lpstr>PowerPoint 演示文稿</vt:lpstr>
      <vt:lpstr>PowerPoint 演示文稿</vt:lpstr>
      <vt:lpstr>PowerPoint 演示文稿</vt:lpstr>
      <vt:lpstr>PowerPoint 演示文稿</vt:lpstr>
      <vt:lpstr>PowerPoint 演示文稿</vt:lpstr>
      <vt:lpstr>PowerPoint 演示文稿</vt:lpstr>
      <vt:lpstr>类的概述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类的概述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类的概述</vt:lpstr>
      <vt:lpstr>PowerPoint 演示文稿</vt:lpstr>
      <vt:lpstr>PowerPoint 演示文稿</vt:lpstr>
      <vt:lpstr>PowerPoint 演示文稿</vt:lpstr>
      <vt:lpstr>特殊的标识符：$this、parent、self</vt:lpstr>
      <vt:lpstr>总结：访问静态属性、静态方法、常量</vt:lpstr>
      <vt:lpstr>总结：访问非静态属性、非静态方法</vt:lpstr>
      <vt:lpstr>PowerPoint 演示文稿</vt:lpstr>
      <vt:lpstr>PowerPoint 演示文稿</vt:lpstr>
      <vt:lpstr>PowerPoint 演示文稿</vt:lpstr>
      <vt:lpstr>PowerPoint 演示文稿</vt:lpstr>
      <vt:lpstr>作业一~三的提交要求（第五次课）</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企业级网站开发与部署</dc:title>
  <dc:creator>guicathy</dc:creator>
  <cp:lastModifiedBy>荣枝 桂</cp:lastModifiedBy>
  <cp:revision>1971</cp:revision>
  <dcterms:created xsi:type="dcterms:W3CDTF">2017-09-04T14:55:00Z</dcterms:created>
  <dcterms:modified xsi:type="dcterms:W3CDTF">2026-03-29T13:53:12Z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13738047092B4CB9BA746DC59C5104DF</vt:lpwstr>
  </property>
  <property fmtid="{D5CDD505-2E9C-101B-9397-08002B2CF9AE}" pid="3" name="KSOProductBuildVer">
    <vt:lpwstr>2052-11.1.0.12313</vt:lpwstr>
  </property>
</Properties>
</file>